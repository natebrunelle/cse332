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56" r:id="rId2"/>
    <p:sldId id="337" r:id="rId3"/>
    <p:sldId id="336" r:id="rId4"/>
    <p:sldId id="346" r:id="rId5"/>
    <p:sldId id="349" r:id="rId6"/>
    <p:sldId id="378" r:id="rId7"/>
    <p:sldId id="352" r:id="rId8"/>
    <p:sldId id="353" r:id="rId9"/>
    <p:sldId id="354" r:id="rId10"/>
    <p:sldId id="355" r:id="rId11"/>
    <p:sldId id="356" r:id="rId12"/>
    <p:sldId id="379" r:id="rId13"/>
    <p:sldId id="380" r:id="rId14"/>
    <p:sldId id="357" r:id="rId15"/>
    <p:sldId id="358" r:id="rId16"/>
    <p:sldId id="359" r:id="rId17"/>
    <p:sldId id="381" r:id="rId18"/>
    <p:sldId id="382" r:id="rId19"/>
    <p:sldId id="383" r:id="rId20"/>
    <p:sldId id="360" r:id="rId21"/>
    <p:sldId id="361" r:id="rId22"/>
    <p:sldId id="362" r:id="rId23"/>
    <p:sldId id="363" r:id="rId24"/>
    <p:sldId id="365" r:id="rId25"/>
    <p:sldId id="370" r:id="rId26"/>
    <p:sldId id="371" r:id="rId27"/>
    <p:sldId id="373" r:id="rId28"/>
    <p:sldId id="375" r:id="rId29"/>
    <p:sldId id="374" r:id="rId30"/>
    <p:sldId id="366" r:id="rId31"/>
    <p:sldId id="368" r:id="rId32"/>
    <p:sldId id="369" r:id="rId33"/>
    <p:sldId id="376" r:id="rId34"/>
    <p:sldId id="377" r:id="rId35"/>
  </p:sldIdLst>
  <p:sldSz cx="12192000" cy="6858000"/>
  <p:notesSz cx="6858000" cy="9144000"/>
  <p:embeddedFontLst>
    <p:embeddedFont>
      <p:font typeface="Cambria Math" panose="02040503050406030204" pitchFamily="18" charset="0"/>
      <p:regular r:id="rId38"/>
    </p:embeddedFont>
    <p:embeddedFont>
      <p:font typeface="Consolas" panose="020B0609020204030204" pitchFamily="49" charset="0"/>
      <p:regular r:id="rId39"/>
      <p:bold r:id="rId40"/>
      <p:italic r:id="rId41"/>
      <p:boldItalic r:id="rId4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CB46A9-AC64-2107-0D04-23C3E6A0A637}" name="Sarah Brunelle" initials="SB" userId="S::sarah.bland@TNC.ORG::0841f992-6401-4fcf-8797-7495e84da30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48" d="100"/>
          <a:sy n="48" d="100"/>
        </p:scale>
        <p:origin x="2752" y="3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5.fntdata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font" Target="fonts/font3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4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5EF960D-66C1-ABA0-D3DE-1DEABCB0C20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401823-F715-AF68-6577-EBFD66D892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643542-CF0C-48D3-A91E-34CCD96FC74F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B5E006-DFCE-D704-C827-FE0B884DE9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0F989F-B2F9-4E4D-C4FD-A5DF82B446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26CC33-4824-4BB3-8904-E821E71A70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9955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0T23:45:39.41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16464 13037 0,'0'0'0,"8"0"16,10 9-16,7-9 15,1 0 1,8 0-1,26-9-15,-1 1 16,-7 8 0,-18 0-16,0 0 15,0 0 1,17 0-16,-8 0 16,0 17-16,-9 8 15,8 35 1,-8 16-16,-8 18 15,0-9 1,-18 26 0,-16 42-16,-1-17 15,9-60 1,0-25-16,0-25 16,0-1-16,0-16 15,0-1 1,0-8-1</inkml:trace>
  <inkml:trace contextRef="#ctx0" brushRef="#br0" timeOffset="325.1">16925 13709 0,'0'0'0,"0"0"0,0 0 0,0 0 16,0 0-1,0 0 1,0 17 0,0 0-16,8 17 15,9 17 1,0 0-16,9-8 16,-9-18-16,0 1 15,0-1 1,9-8-1,-1-8-15,18-1 16,8 1-16,18-9 16,-1-26-1,-34 9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0T23:46:47.15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5573 3878 0,'0'0'0,"0"0"0,9 0 15,-1 0 1,1 0-1,-1 0-15,1 0 16,0 0-16,-1 0 16,9 0-1,0 17 1,0 26-16,9 25 16,-18 17-1,-16 0-15,-1-17 16,-16 8-1,8 1 1,0-18-16,8-25 16,1-8-1,-1-9-15,9-9 16,0-8-16,-9-8 16,1-1-1,-1-8 1,9 9-16</inkml:trace>
  <inkml:trace contextRef="#ctx0" brushRef="#br0" timeOffset="254.92">5411 4227 0,'0'0'0,"-8"0"15,-18 17 1,-8 8-16,0 9 16,8 0-1,9 17-15,0 9 16,17-1-1,17 9 1,26 0-16,8 9 16,0-26-16,-17-25 15,18-1 1,24-8 0,61-42-16,17-52 15,-69-25-15,-51 51 16</inkml:trace>
  <inkml:trace contextRef="#ctx0" brushRef="#br0" timeOffset="10146.19">9337 7339 0,'0'0'0,"0"0"0,0 0 15,0 0-15,0 0 16,0 0 0,0 0-16,0 0 31,-8-8-31,-35 8 15,-25 8-15,-60 9 16,17 9 0,60 8-16,-1-9 15,-24 1 1,-1-1 0,17-8-16,9-8 15,0-1 1,-18-8-16,10 17 15,33-8-15</inkml:trace>
  <inkml:trace contextRef="#ctx0" brushRef="#br0" timeOffset="10464.07">8595 7144 0,'0'0'0,"0"0"16,0 0-16,-9 0 16,1 8-1,-9 9-15,-9 0 16,-17 9 0,-8-1-16,8-8 15,9 0 1,17 0-16,0 17 15,0 0 1,0 17-16,0 17 16,17-8-1,17-1-15,51 1 16,-25-34 0</inkml:trace>
  <inkml:trace contextRef="#ctx0" brushRef="#br0" timeOffset="14660.23">9875 8555 0,'0'0'0,"0"0"0,0 0 15,0 0-15,0 0 16,0 0 0,0 0-1,0 0-15,0 0 16,0 0 0,0 0-16,0 0 15,0 0-15,-17-8 16,-34 8-1,-35 0-15,-33 0 32,25 8-32,9 1 15,-26 8-15,17-8 0,25-1 32,10 1-17,-1-9-15,17 0 0,9-9 16,17 1-16,9 8 31</inkml:trace>
  <inkml:trace contextRef="#ctx0" brushRef="#br0" timeOffset="14979.26">8800 8275 0,'0'0'0,"0"0"0,-9 0 15,0 17 17,-16 0-32,-1 8 15,1-8 1,8 9-16,0-1 16,-1 1-16,18 8 15,9 17 1,8 17-1,9-8-15,-1-9 16,-8 0 0,35 0-16,24-17 15,1-9-15,0-16 16,-34-1 0</inkml:trace>
  <inkml:trace contextRef="#ctx0" brushRef="#br0" timeOffset="22492.41">4259 8275 0,'0'0'0,"-9"8"15,1 26 1,-9 17-1,-9 17-15,9-8 16,9-9-16,-9 0 31,-1 9-31,10-1 16,8-8-16,0-8 16,17-1-1,17-16-15,43-9 16,34-17-1,0-9-15,-9-8 16,-8 0-16,0 0 16,17 9-1,-26 8-15,-8 0 16,-17 8 0,-9 1-1,-8-1-15,-18 1 16,-8-1-1,-8-8-15,0 0 16,-1 0 0,-8 0-16,0-17 15,-8-34 1,-1-85-16,-8-170 0</inkml:trace>
  <inkml:trace contextRef="#ctx0" brushRef="#br0" timeOffset="108228.42">9303 12459 0,'0'0'0,"-8"-8"0,-1-1 16,0 1-1,-8-1 1,9 1-16,-1-1 16,1 1-16,8 8 15,0 0-15,0 8 32,17 35-32,26 42 15,8 34 1,9-9-16,-1 1 15,1-1 1,-17 1-16,-1-18 16,-8-8-1,1-8-15,-1-17 16,0-18 0,-8-25-16,-18-8 15</inkml:trace>
  <inkml:trace contextRef="#ctx0" brushRef="#br0" timeOffset="108604.26">9491 12952 0,'0'0'0,"0"0"0,0 0 15,0 0-15,0 0 16,-9 0-1,-42 34-15,-43 17 16,-8 17-16,-9 9 31,17 8-31,-17-8 16,17-9 0,34-26-16,43-25 15</inkml:trace>
  <inkml:trace contextRef="#ctx0" brushRef="#br0" timeOffset="152542.92">31033 12859 0,'0'0'0,"0"0"16,0 0-16,0 0 15,0 0 1,9 17-16,8 17 15,0 17 1,8 0-16,9 17 16,1 8-1,7 1 1,-8-1-16,1 10 16,7-1-1,-8-17-15,18 8 16,-1 1-16,-9-1 15,1 9 1,-9-17-16,-17-42 16</inkml:trace>
  <inkml:trace contextRef="#ctx0" brushRef="#br0" timeOffset="153232.21">31323 13607 0,'0'0'0,"0"0"0,0 0 16,0 0 0,0 0-16,0 0 15,0 0 1,0 0-16,0 0 16,0 0-1,0 0-15,0 0 16,-8 0-1,-1 17-15,-16 17 16,-10 17-16,-33 17 16,-9 17-1,9-8-15,8-9 16,9-17 0,8-9-1,26-16-15</inkml:trace>
  <inkml:trace contextRef="#ctx0" brushRef="#br0" timeOffset="153725.69">30982 14407 0,'0'0'0,"17"-9"15,43 1-15,34-9 16,17 0 0,-1 17-16,-7 0 15,-1 0 1,18 8-16,-1-16 16,-50-1-1</inkml:trace>
  <inkml:trace contextRef="#ctx0" brushRef="#br0" timeOffset="154714.72">31110 14789 0,'0'0'0,"0"0"0,0 0 15,8 0 1,9 0-16,1 0 15,7 0-15,9 0 16,18 0 0,16 0-16,-8 9 0,-9-9 31,-9 8-31,-7 1 0,-10 8 16,1 0-1,-1 0 1,-8 8-1,-8 9 1,0 0-16,-18 17 16,-8 0-1,-9-8-15,-8-1 16,-17 1 0,-9-1-16,-8 1 15,8 0 1,9-18-16,8 1 15,9-1 1,17-16-16,0-1 16,8 1-1,9-1-15,0 1 16,0-1 0,0 1-16,18-1 15,16 9 1,17 0-16,17-8 15,0-1 1,-8 1-16,-17-9 16,8 8-1,0 1-15,1-1 16,-27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0T23:52:53.78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8757 7875 0,'-9'0'0,"-8"17"0,-8 0 16,-9 17-16,-1 0 15,10 17 1,-1 9-16,1 16 31,-10 35-31,18-1 0,0-33 16,17-18-1,0-16 1,17 0-16,17-9 0,26-9 16,43-16-1,33-18 1,18-25 0,-18-8-16,-33-1 15,16 9-15,18 0 31,-1 8-31,-16 9 16,34 9-16,8-9 16,-9 0-1,1 0-15,51 0 16,-35 0 0,-16 0-16,42 8 15,-42 9 1,0 0-16,25 9 15,-8-9 1,8 0-16,43 8 16,-17-8-1,25-8-15,0-9 0,18 0 32,17 8-17,-9 1-15,8 8 0,26 0 31,-16 17-31,16 0 16,-17-9-16,17 9 16,-8 0-1,-26 0 1,0-8-16,-17 8 16,17-9-1,-60-16-15,0-9 16,1-9-1,-61 1-15,-16-9 16,-26 8 0,-43 9-16,-17 0 15,-25-8 1,-18-18-16,-51-33 16,26 33-1</inkml:trace>
  <inkml:trace contextRef="#ctx0" brushRef="#br0" timeOffset="2765.06">4327 9355 0,'0'0'0,"0"0"0,0 0 32,-8 0-32,8 8 15,-9 1-15,1 8 16,-1 8-1,-8 9-15,0 0 32,8 0-32,1 1 15,8-10-15,0 1 0,0-9 32,17 0-32,17-9 15,34 1 1,35-9-16,33-26 15,9 1 1,9-9-16,17 0 16,-1-9-1,27 0 1,25 1-16,8 8 16,1 8-16,-10 18 15,10 25 1,-9 0-16,-34 0 15,-52 0 1,-25-9-16,-43 1 16,-33-1-1,-10-8 1,-16 0-16,-1-8 16,1-1-16,8-33 15,0-43 1,8-60-1,35-152-15</inkml:trace>
  <inkml:trace contextRef="#ctx0" brushRef="#br0" timeOffset="9403.11">20168 9287 0,'0'0'0,"0"0"16,0 0 0,0 0-16,0 0 15,0 0 1,0 0-16,0 0 16,0 0-16,26 8 15,50 1 1,44 8-16,-9-9 15,8 9 1,95 0-16,-26 9 16,76 8-1,60 0-15,9-9 16,60 1 0,-52 0-16,18-1 15,68 1 1,-69 8-16,-51-9 15,69 1 1</inkml:trace>
  <inkml:trace contextRef="#ctx0" brushRef="#br0" timeOffset="100779.48">4302 12170 0,'0'0'0,"0"0"0,-9 8 16,-8 26-16,0 0 15,8 0-15,1-8 16,-1-1-1,1 1-15,8-1 16,0 1 0,17 0-16,17-1 15,0 1 1,-8-18-16,33 9 16,27 0-16,16 0 31,9 0-31,-8-8 15,8 8 1,42 8-16,9 9 16,-8 0-1,0-8-15,50 8 16,-7 0 0,-18-9-16,17 1 15,-16-9 1,-18 8-16,25-16 15,-41-9 1,-53 0-16,-16 0 16,-26 0-1,-25 0-15,0 0 16,-9-9 0,0-8-16,-9-34 15,1-34 1,-1-34-1,1 68-15</inkml:trace>
  <inkml:trace contextRef="#ctx0" brushRef="#br0" timeOffset="164063.28">2287 10163 0,'0'0'16,"0"0"-16,0 0 15,0 0-15,0 0 16,0 0-1,0 0-15,0 0 16,0 0 0,0 0-16,0 0 15,0 0-15,0-17 16,17-26-16,60-33 16,43-1-1,-1 18 1,-25-1-1,26 1-15,42-26 16,-17 0 0,-68 17-16,-35 16 15,18 10 1,0-1-16,-17 18 16,-18 8-1,-16 8-15,-9 9 16,-17 0-1,8 0-15,-512 196 16,521-196 0,-8 0-16,-1 9 15,9-1 1,0-8-16,-8 0 16,8 9-1,0-9-15,0 0 16,25 8-16,69-25 15,34-26 1,9-16 0,17-1-16,-9 1 15,-26 16-15,-51 18 16,-33 8 0,-10 8-1,-8 9-15,-8 0 16,-1 34-16,-50 94 15,-52 68 1,0-1 0,17-42-16,60-93 15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0T23:58:41.25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21798 3198 0,'0'0'0,"0"0"16,-17 0-16,-51 17 16,-86 0-1,26 17-15,17 17 16,-85 51 0,8 8-16,103-25 15,42 0-15,9-17 16,17 1-16,34 16 31,77-9-31,34-33 16,-43-26-16,43-43 15,86-33 1,-61-1-16,-76 9 16,-26-43-16,26-50 31,0 16-31,-43 35 15,-25-9-15,-35-17 16,0 17-16,-8 34 31,-51-9-31,-52 18 16,18 33 0,76 17-16</inkml:trace>
  <inkml:trace contextRef="#ctx0" brushRef="#br0" timeOffset="320.55">22336 4167 0,'0'0'0,"0"0"31,0 0-31,0 0 16,0 0 0,0 0-16,0 0 15,0 0 1,0-25-16,0-1 15</inkml:trace>
  <inkml:trace contextRef="#ctx0" brushRef="#br0" timeOffset="929.94">23044 3062 0,'0'0'0,"26"-9"16,59 1-16,18-18 16,42-8-1,68 0-15,-68 17 16,-34 17 0,26 0-16,-35 17 15,-25 0 1,-26 9-16,-25-1 15,-26 18-15,-26 8 16,-42 25 0,-17 9-16,8-17 15,0-17 1,17-8-16,26-18 16,17-8-1,8 0 1,35 17-16,0-8 15,25 8 1,68 25-16,27 1 16,-27-9-1,-68-26-15,-17 10 16,-8-1-16,0 0 16,-9 34-1,-43 25 1,-128 18-16,-153-1 15,-68-8 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0T23:59:04.8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12307 2619 0,'0'0'0,"0"0"16,-17 0-1,-25 0-15,-18 9 16,-17 33-16,-59 9 16,-35 26-1,17 76-15,35 17 32,-18 43-32,26 25 0,69-60 15,59 1 1,59 0-16,10-60 15,42-60 1,60-33 0,-18-69-1,35-93-15,0-8 16,-77 25-16,-17-94 16,-9 17-16,-42 26 15,-17-25 1,-35 42-1,-33-9-15,-18 9 16,0 76 0,1 26-16,8 26 15</inkml:trace>
  <inkml:trace contextRef="#ctx0" brushRef="#br0" timeOffset="317.98">13477 3750 0,'0'0'0,"0"0"16,-9 9 0,1-1-16,-1 1 15,9-1-15,-8 1 16,8-1 0,0-8-1,0 0-15,0 0 16,34-25-1,0-1-15</inkml:trace>
  <inkml:trace contextRef="#ctx0" brushRef="#br0" timeOffset="1015.34">14706 2772 0,'0'0'0,"0"0"15,0 0-15,0 0 16,0 0-1,-9 0-15,-8 0 16,-26 0 0,-8 0-16,0 0 15,-9 17-15,-8 17 16,8 1 0,26 7-16,0 18 15,17 16 1,8 9-16,18-17 15,25 9 1,34 25-16,43 17 16,0-9-1,-42-33 1,-10-9-16,10 9 16,-1 25-16,-26 0 15,-24-9 1,-18-8-1,-35-8-15,-7-1 16,-1 1 0,-8-18-16,0-25 0,-1-25 15,1-26 1,17-9-16,17-84 16,34-86-1,43-8 1,8-34-16,-8 8 15,8 43 1,17-25 0,26 42-16,-51 102 15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0T23:59:29.9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3824 4448 0,'0'0'0,"-9"-9"0,-8 1 15,-9-1 1,1 1 0,-1-18-16,-8 1 15,8-9-15,9 8 16,9 9 0,-1 9-1,9 8 1,0 0-16,-8 8 15,-1 18 1,-8 50-16,-17 77 0,0-8 31,8-43-31,9-42 16,0-1-16,17 1 16,17-18-1,-8-25 1</inkml:trace>
  <inkml:trace contextRef="#ctx0" brushRef="#br0" timeOffset="397.76">4455 5043 0,'0'0'0,"0"0"0,0 0 16,0 0-16,0 0 16,0 0-1,0 0 1,0 0-16,0 17 15,0 0 1,0 9-16,0-1 16,0 1-16,0-18 15,0 1 1,0-1 0,0 1-16,0-9 15,0 0 1,0 0-16,0 0 15,0 0 1</inkml:trace>
  <inkml:trace contextRef="#ctx0" brushRef="#br0" timeOffset="1324.43">5497 4227 0,'0'0'0,"0"0"16,0 0-16,-9 17 15,0 0 1,1 8 0,-18 9-16,1 9 15,-9 16-15,-9 9 16,9 9 0,17-18-16,0-16 15,17-18 1,0-8-16,34 0 15,17-17 1,0-8 0,35-1-16,7 1 15,1 8-15,0 8 16,-26 9 0,-16 17-1,-35 1-15,-17 7 16,-17 18-16,-43 25 15,-25 0 1,16-34-16,35-34 16,-34-26-1,-35-33-15,44 8 16</inkml:trace>
  <inkml:trace contextRef="#ctx0" brushRef="#br0" timeOffset="1521.32">5258 3861 0,'0'0'0,"17"0"0,34 17 31,77 9-31,94-1 16,17-25-16,77-25 15,76-1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00:57.54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17454 13556 0,'0'0'0,"0"0"16,0 0-16,0 0 15,0 0 1,0-8-1,0-1 1,0 1-16,0-9 16,0 8-1,0 9-15,0 0 16,17 0 0,0 9-16,26 16 15,8 35 1,0 25-16,9 42 15,0 1 1,8-1-16,-8-8 16,-9 1-1,34-1-15,9-17 16,17-17 0,-8 0-16,-27-17 15,-24-17 1,-10-9-16,-16-16 15</inkml:trace>
  <inkml:trace contextRef="#ctx0" brushRef="#br0" timeOffset="409.63">18521 13905 0,'0'0'0,"0"0"16,0 0-16,0 0 15,0 0 1,0 0-16,0 0 16,-9 0-16,-16 0 15,-1 8 1,-17 18-16,-25 25 16,-34 42-1,-18 18-15,1 0 16,8 25-1,0-9 1,0-25-16,60-59 16</inkml:trace>
  <inkml:trace contextRef="#ctx0" brushRef="#br0" timeOffset="5033.46">18299 13326 0,'0'-8'15,"17"-9"1,9-26-16,8-16 15,8 8 1,18-34 0,34-51-16,17-34 15,0 42 1,-17 52-16,8 8 16,26-17-1,-8 25-15,-9 17 16,-34 18-16,-26 25 15,-17 25 1,9 9 0,-18 43-16,1 59 15,-9 17 1,-9-42-16,-8-43 16,0-9-16,0 1 15,0-18 1,0-16-1,0-18-15,0-8 16,0 0 0</inkml:trace>
  <inkml:trace contextRef="#ctx0" brushRef="#br0" timeOffset="5291.13">19332 13037 0,'0'0'0,"-9"17"16,1 26-16,-1 8 16,9 0-1,0-9 1,17-8-16,9 0 16,25-8-1,0-9-15,0-17 16,35-34-16,25-34 15,-9-9 1,9-16 0,-43 50-16</inkml:trace>
  <inkml:trace contextRef="#ctx0" brushRef="#br0" timeOffset="7379.32">19101 13726 0,'0'0'0,"0"9"15,26 25-15,16 25 16,10 1-1,7-1 1,18 9-16,0 9 16,-17-1-16,8 18 15,9 0 1,-17-26 0,-1-9-16,1-8 15,8-8 1,9-26-16,-43-9 15</inkml:trace>
  <inkml:trace contextRef="#ctx0" brushRef="#br0" timeOffset="7729.11">19775 14262 0,'-17'0'0,"-17"17"16,-25 26-16,-27 16 15,1 1 1,8 8-16,-17 8 16,17 18-16,18-9 31,16 17-31,17-26 16,26-42-16</inkml:trace>
  <inkml:trace contextRef="#ctx0" brushRef="#br0" timeOffset="8571.09">20416 13148 0,'0'0'0,"0"0"0,0 0 15,0 0-15,0 0 16,0-9-1,0-16 1,8-1 0,26-33-16,35-35 15,7-8 1,18 9-16,17 8 16,-8 17-16,8 25 15,-18 9-15,1 9 16,-25 8-1,-18 17 1,-8 0-16,-18 17 16,1 25-16,-9 35 15,-9 8 1,-16-9 0,-1-25-1,9-8-15,0-18 16,0-8-16,-8 0 31,-1 0-31,9 0 16,-8-8-16,8-1 15,0-8 1,0 0-16</inkml:trace>
  <inkml:trace contextRef="#ctx0" brushRef="#br0" timeOffset="8866.46">21022 13122 0,'0'0'0,"-9"9"0,9 8 16,0 17-1,0 0-15,17 0 16,9 0-1,8-9-15,-9-8 16,10-8 0,7 0-16,18-18 15,8-8 1,18-17-16,16-17 16,-8-9-1,-9 1-15,-33 25 16</inkml:trace>
  <inkml:trace contextRef="#ctx0" brushRef="#br0" timeOffset="10149.86">20501 14049 0,'0'0'0,"0"-8"31,0-9-31,0 0 16,0 8 0,0 1-16,0 8 15,0 0 1,17 0-16,34 8 15,43 9 1,26 17-16,8 9 16,-9 8-1,-8 25-15,9 10 16,-18-10 0,-17 1-16,9 8 15,-17-17 1,-17-26-16,-9-16 15,-8-26-15,-18-9 16</inkml:trace>
  <inkml:trace contextRef="#ctx0" brushRef="#br0" timeOffset="10389.35">21884 13913 0,'-9'0'0,"-42"26"0,-34 42 15,-26 42 1,8 18 0,1 0-16,16-18 15,27-16 1,16-9-16,17-9 15,18-42-15</inkml:trace>
  <inkml:trace contextRef="#ctx0" brushRef="#br0" timeOffset="10910.41">22174 13429 0,'0'0'0,"0"0"0,0 0 15,0-9 1,17-8-16,17-17 16,26-34-1,34-17 1,0 0 0,16 0-16,18 0 15,-8 8 1,8-8-16,0 17 15,-8 17 1,-10 9-16,-24 25 16,-26 17-1,-18 17-15,-8 17 16,-8 25 0,-17 9-16,-18 9 15,-8 8 1,-9 0-16,9 0 15,0-9 1,9-16-16,-1-35 16</inkml:trace>
  <inkml:trace contextRef="#ctx0" brushRef="#br0" timeOffset="11210.47">23420 13131 0,'0'0'0,"0"0"15,-9 0-15,1 17 16,-1 0 0,1 0-16,8 17 15,0 17 1,17 8-16,8-7 15,18-10 1,25-8 0,52-8-16,-1-35 15,1-25-15,25-17 16,-77 17 0</inkml:trace>
  <inkml:trace contextRef="#ctx0" brushRef="#br0" timeOffset="11963.31">23036 13981 0,'0'0'0,"0"0"16,0 34-16,0 26 15,17 42-15,8 17 31,18 9-31,25-18 16,9-16 0,9-9-16,33-17 0,9-34 15,-8-34 1,-69-9 0</inkml:trace>
  <inkml:trace contextRef="#ctx0" brushRef="#br0" timeOffset="12229.52">24017 14100 0,'0'0'0,"-25"0"31,-52 26-31,-34 16 16,-34 43 0,-17 26-16,34 0 0,8 8 31,18 0-31,33 0 16,35-26-1,26-50-15</inkml:trace>
  <inkml:trace contextRef="#ctx0" brushRef="#br0" timeOffset="12945.93">24111 13488 0,'0'0'0,"0"0"0,0 0 16,0-8-1,17-9 1,17-17-16,43-51 16,26-26-1,25 9-15,8 0 16,-16 8-1,-18 9-15,-8 17 16,-17 9 0,-17 25-16,-18 17 15,-16 17 1,-1 8-16,10 18 16,-10 33-16,-8 26 15,-8 17 1,-18 17-16,1 0 15,-1-42 1,1-18 0,-1-16-16,1-17 15</inkml:trace>
  <inkml:trace contextRef="#ctx0" brushRef="#br0" timeOffset="13252.21">25007 13412 0,'0'0'0,"0"0"15,0 0 1,0 0 0,0 0-16,0 0 0,0 0 15,0 0 1,0 17-16,9 0 31,-1 0-31,1 0 0,0 0 16,-9 0-1,17 0 1,34-9-16,34 1 16,35-26-16,16-34 15,9-26-15,111-93 16</inkml:trace>
  <inkml:trace contextRef="#ctx0" brushRef="#br0" timeOffset="15331.81">24367 14134 0,'0'0'0,"0"0"16,0 0 0,0 0-16,0 0 15,0 0 1,0 0-16,9 17 16,42 34-1,51 26-15,35 17 16,34-1-1,16-16-15,-16-18 16,-26-8 0,-8 9-16,-18-1 15,-25-16 1,-17-9-16,-43-9 16</inkml:trace>
  <inkml:trace contextRef="#ctx0" brushRef="#br0" timeOffset="15663.35">25391 14168 0,'0'0'0,"0"0"0,0 0 15,0 0 1,-8 0-16,-9 26 16,-34 33-1,-43 69-15,-43 34 16,18 8-16,25 8 15,0 18 1,17 25 0,-34 102-16</inkml:trace>
  <inkml:trace contextRef="#ctx0" brushRef="#br0" timeOffset="21737.93">25588 15146 0,'0'0'0,"0"0"16,0 0-1,0 0-15,0 0 16,0 0 0,0 0-16,-9 0 15,1 0-15,-9 0 16,0 0-1,-9 0-15,-8 26 16,-9 25 0,-25 43-1,-17 33 1,-9 9-16,-9 9 16,-33 8-16,-18-26 15,-25-16 1,-43 8-16,-51 9 15,-43-9 1,-8-17-16,-35-9 16,-25-33-1,-17-18-15,-51-8 16,8 0 0,-17-17-16,-43-8 15,-16-18 1,-27 1-16,-7-1 15,-1-16-15,-25-18 32,8 18-32,17 8 0,9-9 15,8-8 1,-8 0 0,8 9-1,0-9-15,26 8 16,-8 9-16,8 0 15,17-8 1,25-9 0,35 17-16,0 8 0,-9 9 15,43 0 1,59 0 0,43-8-16,43-9 15,52-9 1,33-16-16,51 8 15,35 0 1,25 8-16,18-8 16,7 0-16,10 0 31,8-9-31,8 1 16,18-18-1,8 9-15,8 0 16,1 17-16,-17 17 15,-1 0 1,1 9 0,-1-1-16,1 9 15,-9 0 1,0 0-16,0 0 16,-17 0-16,-52 9 15,-33 25 1,17 34-16,33 8 15,1-16 1,9-43-16,-1-9 16,26 1-16,0-1 31,17-8-31,0-17 16,25-42-1,61-60-15,33 8 16,18-8-16,25-17 15,-26 26 1,-50 50 0,-18 18-16,-17 25 15,-8 17 1,-9 25-16,0 43 0,-8 34 31,8 0-31,-17-51 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03:02.15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6794 5579 0,'0'0'0,"0"0"16,0 0-16,0 0 16,-9 0-1,-8 34-15,-25 34 16,7 34-1,1 9 1,17-9-16,9 8 16,8-25-16,0-25 31,8-9-31,9-17 0,9 0 16,8-9-1,9-16 1,33-1-16,27-25 15,-9-8-15,34-9 32,43-17-32,-35 17 15,-8 17-15,34 17 16,0 25-16,-25 18 16,-26 8-1,8 17 1,-16-17-16,-9 0 15,-26-9 1,-25-16 0,-18-9-16,-8-9 15,0-8-15,9-34 16,8-76-16,0-69 31,-17-8-31,9-119 16</inkml:trace>
  <inkml:trace contextRef="#ctx0" brushRef="#br0" timeOffset="2961.27">9525 7110 0,'0'0'0,"0"0"0,0 0 0,0 0 15,0 0 1,0 0-16,0 17 31,-9 8-31,1 18 16,-1 33 0,9 1-16,0-18 15,9-16 1,-1-9-16,10 0 15,-1-9 1,25 1-16,44-1 16,33-8-16,35-17 15,16-17 1,1 0 0,-26 0-16,17 0 15,-8 0 1,-9 17-16,-17 17 15,-17 0 1,-26 0-16,-25 0 16,-17 0-1,-18-8-15,1 0 16,-17-1 0,-1 1-16,1-1 15,-9-8 1,8-8-16,9-27 15,0-33-15,0-25 16,1-9 0,-1 25-1,-17 52-15</inkml:trace>
  <inkml:trace contextRef="#ctx0" brushRef="#br0" timeOffset="3231.38">13622 9721 0,'0'-9'0,"8"1"0</inkml:trace>
  <inkml:trace contextRef="#ctx0" brushRef="#br0" timeOffset="3932.56">13050 7348 0,'0'0'0,"0"0"15,0 0-15,0 0 16,0 0-1,0 0 1,8 0 0,35 8-16,34 1 0,34-1 15,34-8 1,26 0 0,51-8-16,34 8 15,34-9 1,26 9-1,25-8-15,26-1 16,9 9 0,8 9-16,8 8 15,-16 8 1,8 9-16,0 0 16,-9 0-16,-25 17 15,-25-8 1,-35 8-1,-51-8-15,-43-9 16,-42-34 0,-94 0-16</inkml:trace>
  <inkml:trace contextRef="#ctx0" brushRef="#br0" timeOffset="4944.77">8782 6047 0,'0'0'0,"0"0"0,-8 0 16,-18 0 0,-59 25-16,-43 18 15,-17 8 1,17 8 0,34-16-16,26-9 15,25-9 1,17-16-16,9-1 15,0 1-15,9 8 16,-1 8 0,1 26-16,8 34 15,0 26 1,0 8-16,17-8 16,17-26-1,9 0-15,25-9 16,17-16-1,9-18 1,8-25-16,18-25 16,25-35-16,0-33 15,-17-35 1,-25-8-16,-35-25 16,-25-18-1,-26 9 1,-34 17-16,-35 0 15,-67 17 1,-103 42-16,-128 77 0,-51 94 16,42 33-1</inkml:trace>
  <inkml:trace contextRef="#ctx0" brushRef="#br0" timeOffset="10364.01">9858 8394 0,'0'0'0,"0"0"15,0 0-15,0 0 16,0 0-16,25-9 15,69-8 1,51-8 0,43-1-16,60 9 15,16 17 1,35 17-16,34 0 0,-34 0 31,42-17-31</inkml:trace>
  <inkml:trace contextRef="#ctx0" brushRef="#br0" timeOffset="15798.68">19630 7008 0,'0'0'0,"0"0"15,0 0-15,-8-9 16,-18 1 0,-8-9-16,-9 8 15,-8 9 1,-9-8-16,-16-1 16,7 9-16,27 0 31,25 0-31,-9 0 15,-8 0 1,-26 0-16,-25 9 16,8-1-1,0 1-15,-8 8 16,25 0 0,26 0-16,8 0 15,1 0 1,-18 0-16,-8 8 15,-26 18 1,0 8-16,-8 17 0,0-9 16,25 1-1,17-9 1,9 0-16,0 8 16,0 1-16,0 8 15,8 0 1,9-8-1,17 8 1,17-9-16,0 1 0,-8-1 31,8-8-31,17 17 16,34 9-16,34 8 16,18 0-1,-18-26-15,18-16 16,76 8-1,-25-17 1,-9-8-16,77-9 16,-43-9-1,-8-8-15,8 0 16,-42-25-16,0-1 16,8-25-1,-34 0 1,-43-9-16,-34-16 15,-8-18 1,-26-33 0,-25-18-16,-52-25 15,-34 9-15,-26-18 16,18 9 0,0 17-16,-52 8 15,-8 18 1,-34 8-16,-52 34 15,-68 50 1,-42 70-16,-9 50 16</inkml:trace>
  <inkml:trace contextRef="#ctx0" brushRef="#br0" timeOffset="21161.87">15175 8258 0,'0'0'0,"0"0"15,-8 0-15,-1 0 16,-17 0 0,1 0-1,-18 8-15,-25-8 16,0 9-1,16 8-15,-7 0 16,-10 17-16,-7 8 16,-1 18-1,-9 8 1,-16 17-16,17 17 16,16-17-1,1 0-15,17 9 16,8 8-1,18 8 1,25-16-16,25-9 16,26-9-1,43 1-15,77 0 16,8-18-16,26-33 16,26-1-1,25-25 1,-9-8-16,-42-1 15,-17-25-15,-26-25 16,-60-1 0,-25-17-16,-17-42 15,-26-17 1,-34 0-16,-34-34 16,-60-25-1,-60 41-15,-179 1 16,-136 51-1,-77 94-15,136 25 16</inkml:trace>
  <inkml:trace contextRef="#ctx0" brushRef="#br0" timeOffset="24270.33">13861 9780 0,'-9'0'0,"-16"0"0,-18 17 15,0 9-15,-8-1 16,17 1 0,8-9-16,1 8 15,8 9 1,17 26-16,8 50 16,18 9-1,25 9-15,17 0 16,9-9-1,25 0-15,27-26 16,24-33-16,52-9 16,34-26-1,34-25 1,-8-51-16,16-42 16,-33 8-1,-18-34-15,-33-26 16,-61 26-16,-25 8 31,-43 9-31,-42 0 16,-43-17-1,-86-17-15,-144-8 16,-111 42 0,-95 59-16,-25 34 15,-42 78 1,-18 50-16,154-17 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03:57.95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17437 15682 0,'0'0'0,"0"0"16,0 9-1,17 16-15,9 18 16,8 16-16,8 18 16,10 8-1,-1 0-15,17 8 16,17-7 0,-8-10-1,17-8-15,0 0 0,-17-17 31,8-8-31,1-9 16,-27-26 0,-42-8-16</inkml:trace>
  <inkml:trace contextRef="#ctx0" brushRef="#br0" timeOffset="363.82">18154 15733 0,'0'0'0,"0"0"0,0 0 0,-26 9 16,-51 59-16,-76 76 16,-61 94-1,27 9-15,24-34 16,-76 59-1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04:41.511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17556 15878 0,'0'0'0,"0"8"0,17 18 16,1 25-16,16 0 15,8 8 1,27 18-1,16 8 1,0 17-16,18 9 16,25-9-16,-9-34 15,-25-26 1,-43-16 0,-25-18-16,-18 1 15</inkml:trace>
  <inkml:trace contextRef="#ctx0" brushRef="#br0" timeOffset="277.45">18051 16022 0,'0'0'0,"-8"0"16,-9 26-16,-34 16 15,-60 69 1,-43 42 0,26-8-16,0 8 15,-85 76 1</inkml:trace>
  <inkml:trace contextRef="#ctx0" brushRef="#br0" timeOffset="1954.36">19272 15682 0,'0'0'0,"0"0"16,0 0-1,0 0 1,8 17-16,10 17 16,16 17-16,25 26 31,10 8-31,7-9 16,10-8-1,25-8-15,0-18 16,-26-7-16,-17-10 15,-33-16 1,-18-9 0</inkml:trace>
  <inkml:trace contextRef="#ctx0" brushRef="#br0" timeOffset="2209.05">19647 15716 0,'0'0'0,"-25"26"16,-69 93-16,-26 25 15,-8-25 1,26 1-16,17 7 15,-1 1 1,52-69 0</inkml:trace>
  <inkml:trace contextRef="#ctx0" brushRef="#br0" timeOffset="2572.06">21175 16175 0,'0'0'0,"-8"0"31,-9 26-31,-9 25 16,0 17-1,26 17-15,26 17 16,8-17-1,26-8-15,102 16 16,0-25 0,-102-51-16</inkml:trace>
  <inkml:trace contextRef="#ctx0" brushRef="#br0" timeOffset="2866.23">21884 16286 0,'0'0'0,"-17"0"16,-26 0-1,-42 17-15,-78 34 16,-41 51 0,-10 34-16,9-8 15,77-26 1,26 8-16,51-42 16</inkml:trace>
  <inkml:trace contextRef="#ctx0" brushRef="#br0" timeOffset="3972.33">22635 15886 0,'0'0'16,"0"0"-16,17 9 16,25 25-16,18 8 15,34 26 1,17 9-16,8 8 15,1-8 1,-26 8-16,0-9 16,-52-33-1</inkml:trace>
  <inkml:trace contextRef="#ctx0" brushRef="#br0" timeOffset="4171.21">23309 16005 0,'0'0'0,"-17"9"16,-128 67-1,-86 61 1,52-10-16,17 1 15,-77 76-15</inkml:trace>
  <inkml:trace contextRef="#ctx0" brushRef="#br1" timeOffset="10284.91">12956 13539 0,'0'0'0,"0"0"16,0 0-1,9-8 1,25-18-16,17-67 16,26-61-1,8 35-15,9 0 16,8-42-16,-25 25 16,-26 51-1,-16 34 1,-10 25-16,-16 18 15</inkml:trace>
  <inkml:trace contextRef="#ctx0" brushRef="#br1" timeOffset="10617.58">13306 13037 0,'0'0'0,"0"0"0,0 0 16,9 9-16,8-1 31,8-8-15,35-8-16,25-1 15,26-16 1,26-18-16,8-33 16,-26-1-1,-50 9-15,-18-8 16,-26 33 0</inkml:trace>
  <inkml:trace contextRef="#ctx0" brushRef="#br1" timeOffset="10851.32">13613 13148 0,'0'0'0,"-17"68"15,0 34-15,9-8 16,16 16 0,9 9-1,9-17-15,-9-51 16</inkml:trace>
  <inkml:trace contextRef="#ctx0" brushRef="#br1" timeOffset="12806.95">14441 13395 0,'0'0'0,"0"0"0,0 0 15,0 0 1,0 0 0,0-9-16,0 1 15,26-18-15,25-17 16,26-25 0,25 0-1,-8 9-15,8 8 16,9-9-1,17 1-15,9-1 16,17 1 0,8-1-16,9 9 15,16 9 1,18 8-16,8 8 16,-16 26-16,8 9 31,-9 16-31,-34 9 15,-8 9 1,-18 25-16,-33-9 16,-9 9-16,-9 17 15,-8 9 1,-17 25-16,-18 0 16,-8 9-1,-8 16-15,-9 9 16,-8 9-1,-9-1-15,-9 9 16,-8-25 0,0-34-16,-9 8 15,9-9 1,-8-16 0,-1-18-16,9-25 15,0-25 1,8-18-16,-8-25 15,-34-76-15,-77-179 16</inkml:trace>
  <inkml:trace contextRef="#ctx0" brushRef="#br1" timeOffset="13119.45">17650 14219 0,'0'0'0,"0"0"0,0 0 15,0 0 1,0 0-16,0 0 15,0 9 1,9 25 0,-1 34-16,1 9 15,-1 16-15,1 18 32,-1 16-32,-8-16 0,0-26 31,9-34-31,0-9 15,8-16-15,34-1 16,51-16 0,77-86-1,43-67-15,0-9 16,77-34 0</inkml:trace>
  <inkml:trace contextRef="#ctx0" brushRef="#br1" timeOffset="28356.52">17616 15146 0,'0'0'0,"0"0"0,0 0 16,0 0-16,9-8 16,16-9-1,9-17 1,1-9-16,7 1 16,1-9-1,0 0-15,-18 0 16,9 0-1,9-9-15,34-8 16,42-51-16,18-17 16,8 9-1,0 24-15,26 1 16,-18 0-16,-8 17 16,-17 26-1,-25 16-15,-18 26 31,-16 17-31,-18 9 16,-9 8-16,-7 25 16,-1 26-1,-26 26-15,-8 42 16,-8 26 0,-9-43-1,0-17-15,8-9 16,0-16-1,9-9-15,0-26 16,9-25-16,0-17 16,-1 0-1</inkml:trace>
  <inkml:trace contextRef="#ctx0" brushRef="#br1" timeOffset="28609.91">19468 14339 0,'0'0'0,"0"0"0,0 0 16,0 0-16,0 0 15,0 0 1,0 17-16,0 34 16,0 8-1,0 9-15,9 0 16,-1 0-1,9-8-15,0-18 16,0-16 0,35-26-16,42-34 15,68-60 1,8-59-16,52-94 16</inkml:trace>
  <inkml:trace contextRef="#ctx0" brushRef="#br1" timeOffset="31172.72">19707 15078 0,'0'0'0,"0"-8"0,0-1 15,-8-16-15,-1-1 16,1-8 0,-1-8-1,9-1 1,9-16-16,16-1 16,35 9-16,34 0 15,8-25-15,-8-9 16,34-26-1,34 1 1,-34 24-16,-17 35 0,9 0 16,-1-8-1,1 8 1,-18 8 0,-42 18-1,0 16-15,-1 9 16,-16 17-1,-9 0-15,-8 17 0,-18 9 16,-25 33 0,-8 35-1,-18 8-15,0-25 16,1-35 0,8-8-1,8-17-15,9-17 16,17-8-1,0-9-15,0 0 16</inkml:trace>
  <inkml:trace contextRef="#ctx0" brushRef="#br1" timeOffset="31458.67">20970 14577 0,'0'0'0,"0"0"15,0 0-15,0 0 16,0 0-1,0 0-15,0 0 16,-8 25 0,-1 35-16,9 33 15,0 9-15,0-17 16,0-34 0,0-25-1,0-1-15,9-8 16,25-8-1,26-26-15,51-77 16,34-33-16,8 16 16,121-33-1</inkml:trace>
  <inkml:trace contextRef="#ctx0" brushRef="#br0" timeOffset="51510.35">10140 15427 0,'0'0'0,"0"0"15,0 0-15,0 0 16,0 0-16,0 0 16,8 9-1,35 25 1,42 25-16,43 43 16,9 17-1,-9 17-15,-9-8 16,-33-18-1,-10-7-15,-7-18 16,-10-17 0,-16-17-16,-17-9 15,-1-16 1,-8-1-16,0-16 16,0-1-1,1-8-15</inkml:trace>
  <inkml:trace contextRef="#ctx0" brushRef="#br0" timeOffset="51739.52">11164 15691 0,'0'0'0,"0"0"15,-9 8-15,-51 35 16,-68 50 0,-68 60-16,-17 17 15,8-8 1,9 0-16,-60 42 16</inkml:trace>
  <inkml:trace contextRef="#ctx0" brushRef="#br1" timeOffset="68948.72">21841 14900 0,'0'0'0,"0"0"0,0 0 15,0 0 1,0 0-16,0 0 16,0 0-1,0-17-15,8-17 16,27-26-1,16 9-15,43-25 16,17-43-16,-9-17 31,0 17-31,9 33 16,17 10 0,-17 8-16,-34 17 15,0 17 1,-9 17-16,-16 0 0,-10 17 31,-16 8-31,-1 9 16,1 34-1,-9 60-15,-25 42 0,-1-34 16,-8-42 0,0-18-1,0-8 1,17-25-16,0-1 15,0-16 1,0-1-16,0-8 0,0 0 16</inkml:trace>
  <inkml:trace contextRef="#ctx0" brushRef="#br1" timeOffset="69276.17">22874 14611 0,'0'0'0,"0"0"16,0 8 0,0 18-16,0 16 15,0 18 1,0 33-16,0-8 15,0-25 1,0-35-16,0 1 16,34-9-1,43-9-15,68-59 16,25-59 0,-7-9-16,33-26 15,-17-16 1,17-78-16</inkml:trace>
  <inkml:trace contextRef="#ctx0" brushRef="#br1" timeOffset="72803.5">23215 15146 0,'0'0'0,"9"-8"15,33-35 1,18-42-16,51-34 15,26 9 1,8 25-16,8-9 16,26-8-1,9-8-15,-9 16 16,-8 17 0,-9 18-16,-25 16 15,-26 26 1,-17 0-16,-26 17 15,-25 17 1,-1 9-16,-16 42 16,-9 34-1,-34 17-15,-26 0 16,-8-8 0,17-35-16,17-25 15,0-17 1,8-8-1,9-18-15,0-8 16</inkml:trace>
  <inkml:trace contextRef="#ctx0" brushRef="#br1" timeOffset="73098.48">24888 14577 0,'0'0'0,"-9"0"16,1 17-16,-9 17 16,0 0-16,0 8 15,17 9 1,0-8 0,0-1-16,17 1 15,8-18-15,9 1 16,18-18-1,24-16 1,35-35-16,17-33 16,26-9-1,-17 0 1,-69 42-16</inkml:trace>
  <inkml:trace contextRef="#ctx0" brushRef="#br1" timeOffset="139335.85">22336 12110 0,'0'0'0,"0"0"16,0 0-1,0 0-15,0 0 16,0 0 0,0 0-16,17-8 15,51-1 1,86 1-16,42-1 16,52 9-1,-1 9-15,35-9 16,34-9-1,-9 1-15,154-1 16,8-16 0,-85 8-16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08:19.630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15260 9202 0,'0'0'0,"0"0"16,0 0-16,0 0 16,0 0-1,0 0 1,9 8-16,17 9 15,16 26 1,10 16-16,7 18 16,1 16-1,0 10-15,-1 24 16,10 1 0,-9-9-16,8-26 15,0 9-15,-8-8 16,0-18-1,-9-16-15,9-1 16,8-16 0,-17-9-16,-17-17 15,-8-8 1,-1-26 0,-8 0-16</inkml:trace>
  <inkml:trace contextRef="#ctx0" brushRef="#br0" timeOffset="360.35">16737 8930 0,'0'0'0,"0"0"0,0 0 0,-9 17 15,-16 17 1,-60 42-16,-95 77 16,-59 9-1,-8-35 1,-1 18-16,9 17 15,26-18 1,76-8-16,26 0 16,26-17-16,51-68 15</inkml:trace>
  <inkml:trace contextRef="#ctx0" brushRef="#br0" timeOffset="5108.6">14074 16550 0,'0'0'0,"-8"0"15,-18 0-15,0 0 16,-8 8 0,0 1-16,0-9 15,8-17 1,9-26-1,17-33-15,17 8 16,9-26 0,25-17-16,0 9 15,1 17-15,-1 17 16,0 0 0,9 17-1,0 17-15,-1-8 16,1-1-1,0 9-15,-18 17 16,-7 0-16,-10 17 16,1 0-1,-18 0-15,1 17 16,-1 17 0,1 51-1,-18 34-15,1 0 16,-1-42-1,9-18 1,0 1-16,0 0 16,0-1-16,9 1 15,8-9-15,-9-26 16</inkml:trace>
  <inkml:trace contextRef="#ctx0" brushRef="#br0" timeOffset="5339.68">14134 16201 0,'0'0'0,"0"0"0,0 0 15,0 0 1,25 0-1,52 0-15,51 9 16,34-27 0,43-16-16,128-8 15</inkml:trace>
  <inkml:trace contextRef="#ctx0" brushRef="#br0" timeOffset="6560.36">18546 15521 0,'0'0'0,"0"0"0,0 0 16,-8 0-16,-1 0 16,-16 0-1,-1 0 1,-17 8-16,-16 9 15,-10 17 1,-33 26-16,17 8 16,-1 25-1,-8 35-15,26-9 16,17-26-16,25 1 16,26-9-1,35 0 1,33-8-16,43-26 15,85-17-15,145-9 16</inkml:trace>
  <inkml:trace contextRef="#ctx0" brushRef="#br0" timeOffset="7389.57">19955 15563 0,'0'0'0,"-9"9"0,-8 16 16,-26 35-1,-16 33-15,-27 52 16,-8-1 0,9-16-16,17 0 15,17-26 1,16-34-16,18-17 15,0-26 1,9 1-16,8-18 16,0-16-1,17-26-15,26-43 16,16-42-16,10-8 16,-1 7-1,-8 10-15,-18 33 16,1 9-1,-9 17 1,-8 17-16,8 17 16,8 0-1,10 17-15,7 17 16,-7 17 0,-10 26-16,1 25 15,-17 8 1,-26-8-1,-17 26-15,-35 25 16,-33-8-16,0-35 16,-18-25-16,-8-17 15,0-17 1,9-34 0,51 0-1</inkml:trace>
  <inkml:trace contextRef="#ctx0" brushRef="#br0" timeOffset="8295.4">21781 15810 0,'0'0'0,"0"0"0,0 0 15,-8-9 1,-1-16-16,-16-1 15,-18-16 1,-8-9 0,-1 0-16,10 8 15,-1 1 1,9 8-16,0 8 16,0 9-16,17 0 15,0 0 1,8 9-1,0 8-15,-8 0 16,-8 17-16,-1 17 16,-8 34-1,0 17-15,-9 17 16,9 17 0,0 0-16,0-9 15,0 1 1,0-9-16,8-17 15,9-25 1,0-9 0,8-26-16,9 1 15,0-18 1,0 1-16,0-9 16,9 0-1,16 8-15,18-16 16,0-1-1,-1 1-15,10 8 16,7 0 0,1 0-16,-17 8 15,-1 1-15,-7-1 16,-10 1 0,1 8-16,-9-9 15</inkml:trace>
  <inkml:trace contextRef="#ctx0" brushRef="#br0" timeOffset="8505.59">21243 16141 0,'0'0'0,"0"0"0,0 0 0,0 0 16,18 0-16,41 0 15,78 17 1,59 0-16,111 9 16</inkml:trace>
  <inkml:trace contextRef="#ctx0" brushRef="#br0" timeOffset="49871.92">18000 10945 0,'0'0'0,"0"0"0,0 0 0,0 0 15,0 0-15,0 0 16,0 0-16,0 0 16,0 0-1,0 0 1,0 0-16,0 9 16,0 8-1,9 0-15,-1 8 16,1 1-16,-1-1 15,1 9 1,-18 0-16,1 17 16,-9 9-16,0-1 15,0 1 1,0-18-16,-1 10 31,-7-1-31,-1 0 16,-8 0-1,-9 0-15,-16 8 16,-27 9-16,-16 0 16,17-25-1,-9-1 1,-9-8-16,1-8 16,-9-9-1,26-9-15,-9 1 16,8-18-1,18 1-15,-9-18 16,0 1 0,26-1-16,17 1 15,0-1 1,0-8-16,8-8 16,9 8-1,0 0-15,8 0 16,1 17-1,-1 0-15,1 8 16,8 1 0,-9-1-16,9 9 15,-8 9 1,-1 25-16,1 42 16,8 35-1,17 25-15,8 0 16,-8-34-16,-8-51 15,0-9 1,-9-16 0,8-9-16,-8-8 15,0-1-15,0-8 16,-8-8 0,-1-35-16,-17-51 15,-8-8 1,0 0-16,9 9 15,7-9 1,1 25-16,0 18 16,9 16-1,8 9 1,0 17-16,0 0 16,17 0-1,8 0-15,35 0 16,68 17-1,43 9-15,17 16 16,-9 18-16,17 8 16,-34 0-1,-102-26 1</inkml:trace>
  <inkml:trace contextRef="#ctx0" brushRef="#br0" timeOffset="51207.14">19622 11294 0,'0'0'0,"0"0"0,0 0 16,0 0-1,-9 8-15,1 9 16,-1 0 0,1 17-16,-1 9 15,1 17 1,-9 8 0,-1 0-16,10-9 15,-9-16 1,8-9-16,1-9 15,-18 18 1,-25 8-16,-26 0 16,-17-9-16,-8-8 15,-9-17 1,0-17-16,-9-8 16,18-9-16,17-9 15,-1-8 1,1-17-1,17-25 1,17-18-16,8 1 16,26 16-16,0 9 15,8 0 1,9 25-16,0 18 16,0 8-1,0 17 1,0 0-16,0 17 15,-8 51 1,-1 60-16,1-1 16,-1-25-16,-8-25 0,0-9 31,8-17-15,9-26-16,0-8 15,0-8 1,0-9-16,9-9 15,8-16-15,17-26 0,0-9 32,0-16-17,-8-1-15,0 26 16,-1 17 0,1 0-16,16 9 15,27 8 1,33 0-16,35 17 15,-9 8 1,-86 1-16</inkml:trace>
  <inkml:trace contextRef="#ctx0" brushRef="#br0" timeOffset="51747.69">21636 11336 0,'0'0'0,"0"0"16,-8 9-16,-27 25 15,-7 26 1,-18 25-16,-17 17 16,-17 17-1,9 0-15,8 8 16,-17 26 0,9-25-16,-26-26 15,0-8 1,26-26-16,-1-26 15,-8-25 1,1-17-16,-1-17 16,8-25-1,9-9-15,1-34 16,7-9-16,1-8 16,17 17-1,17 25 1,17 18-16,0 8 15,17 17-15,0 0 16,17 0 0,8 17-16,18 0 15,-17 0 1</inkml:trace>
  <inkml:trace contextRef="#ctx0" brushRef="#br0" timeOffset="52163.13">20168 12468 0,'0'0'0,"0"0"15,0 0 1,0 0-16,0 0 16,0 0-1,0 0 1,-8 0-16,-1 0 0,0-9 31,-16-16-31,-9-1 16,0-8-1,-1 0-15,1 0 0,0 0 16,17 8 0,0 1-1,8-1 1,1 1-16,8-9 16,0 8-1,0 9-15,0 0 0,0 0 16,0 9-1,0-1 1,0 9-16,0-8 16,0 8-1,0-9-15,0 1 16,0-9-16,8-9 31,10-8-31,16-25 16,17-18-1,-17 43-15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10:11.326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15499 9091 0,'0'0'0,"0"0"0,0 0 15,0 0 1,0 0-16,0 0 16,0 0-16,18 34 15,58 43 1,61 33-1,51 26-15,-1-16 16,-41-18 0,-10 17-16,-25 0 15,-17-26-15,-17 1 16,0-9 0,-26-17-1,-17-26-15,-8-8 16,-18-8-1,1-9-15,-1-9 16,-8-8 0</inkml:trace>
  <inkml:trace contextRef="#ctx0" brushRef="#br0" timeOffset="237.97">16472 9091 0,'0'0'0,"-25"9"0,-69 84 0,-43 52 16,26-18 0,-34 52-16,-17 17 15,34-9 1,17-9-1,17 9-15,-42 111 16</inkml:trace>
  <inkml:trace contextRef="#ctx0" brushRef="#br0" timeOffset="3363.18">13895 16754 0,'0'0'0,"0"0"0,0 0 15,0 0-15,0 0 16,0 0 0,0-9-16,17 1 31,0-18-31,0 1 16,17-26-1,17-9-15,18-16 16,-1-1-1,9 9-15,-17 9 16,-9-1 0,9 9-16,-18 8 15,1 9-15,-18 17 16,1 0 0,-17 0-1,-1 9-15,9 8 16,0 0-1,17 17-15,9 17 16,0 17 0,-9 17-16,0 26 15,-8 8 1,-18-17-16,1-9 16,-9-16-1,0-18-15,-9 1 16,1-18-1,-1-8-15,9-8 16</inkml:trace>
  <inkml:trace contextRef="#ctx0" brushRef="#br0" timeOffset="3635.79">14416 16397 0,'0'0'0,"0"0"0,0 0 15,0 0 1,0 8-16,17 18 16,17 16-1,34 9 1,26-8-16,17-9 15,34-17-15,0-26 16,-85 1 0</inkml:trace>
  <inkml:trace contextRef="#ctx0" brushRef="#br0" timeOffset="4468.82">16515 15504 0,'0'0'0,"0"0"16,-17 0 0,-34 17-16,-26 17 15,-17 25 1,0 18-16,0 25 15,18 8 1,24 1-16,27-26 16,33-9-16,35 18 15,51-9 1,34-25 0,68-43-16,26-43 15,85-42 1</inkml:trace>
  <inkml:trace contextRef="#ctx0" brushRef="#br0" timeOffset="5725.71">17992 15563 0,'0'0'0,"0"0"15,0 0-15,0 0 16,0 0 0,-9 0-16,-8 17 15,-9 17 1,-16 26-16,-18 25 15,0 8 1,9 1-16,0-18 16,17-16-1,0-18 1,17-16-16,-1-1 16,10-16-16,-1-1 15,9 1 1,0-9-16,0-9 15,17 1 1,18-26-16,-1-17 16,17-26-1,-8-8-15,-9 26 16,-9 8 0,1 0-16,8-9 15,0 9 1,0 0-16,-8 9 15,8 8-15,9 0 16,8 17 0,-8 8-1,-1 9 1,10 26-16,-1 16 16,9 18-1,-18-1-15,-8 18 16,-17 8-1,-17-9-15,-17 1 16,-8-1 0,-18-16-16,-8-18 15,-17 1 1,8-17-16,0-9 16,0-9-1,-8-8-15,8-8 16,1-9-1,33 8-15</inkml:trace>
  <inkml:trace contextRef="#ctx0" brushRef="#br0" timeOffset="6620.37">19656 15937 0,'0'0'0,"0"0"0,0 0 16,9 0-1,-9 0-15,0-8 16,0-1-1,-9-8-15,0-8 0,-8-9 32,-8-9-32,-1 1 15,1 8 1,-1 0-16,9 0 16,-9 8-1,1 9-15,-1 0 16,9 9-1,0-1-15,0 9 16,0 0 0,0 17-16,-9 9 15,9 16-15,0 18 16,0 8 0,0 0-1,8 8-15,1 1 16,-1 8-1,1 0-15,-9 0 0,0-8 16,-1-18 0,1-8-1,9-8 1,8-18-16,0 1 16,0-18-1,0 1-15,0-1 16,17 1-16,9-1 15,16 1 1,18-9 0,8-9-16,1 1 15,-1 8-15,-26 0 16,-7 0-16,-10 0 16,1 0-1,-1 0 1,-7 8-1,-10-8-15,1 0 16,-1 0 0</inkml:trace>
  <inkml:trace contextRef="#ctx0" brushRef="#br0" timeOffset="6868.25">19323 16192 0,'0'0'0,"0"0"0,0 0 15,0 0-15,26 9 16,33 8-1,44-8-15,-35-9 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10:52.347"/>
    </inkml:context>
    <inkml:brush xml:id="br0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12760 6021 0,'42'9'0,"61"25"0,221 34 0,581 8 0,-623-59 15,178 17-15,95 26 0,-145 8 16</inkml:trace>
  <inkml:trace contextRef="#ctx0" brushRef="#br0" timeOffset="5426.41">7041 5604 0,'0'0'0,"0"0"16,0 0-16,0 0 16,-8 17-1,-26 51-15,-18 26 16,1-26-1,17-17-15,0-8 16,17-9 0,0 0-1,17 8-15,0 1 16,0-9-16,8 0 16,9 0-1,0 0 1,18-9-16,24 1 15,35 8-15,26-9 16,25-16 0,43-1-1,16-8-15,1-8 16,9-9-16,-9 8 16,8-8-1,26 9-15,-9-9 16,18 0-1,-9 8-15,-17 18 16,-17-1 0,-9 1-16,-25 16 15,-35 9-15,-51-8 16,-33-1 0,-18-16-1,-9-1 1,-16 1-16,-1-9 15,1 0-15,0-9 16,-1-16 0,1-60-1,-9-34-15,-17-34 16,-18-51 0,-33-120-16</inkml:trace>
  <inkml:trace contextRef="#ctx0" brushRef="#br0" timeOffset="7571.83">3875 3997 0,'0'0'0,"0"0"15,8 9-15,35 42 16,34 34-1,42 51 1,52 34-16,34 8 16,51-7-16,68 16 15,35 8 1,-18-16-16,35-9 16,16 8-1,-8-16-15,18 0 16,-27-9-1,-34-17-15,-25 0 16,-26 0 0,-25-8-16,-52-1 15,-33-25 1,-35-8 0,-51-35-16,-26-8 15,-34-17-15,-34-8 16,0-9-1</inkml:trace>
  <inkml:trace contextRef="#ctx0" brushRef="#br0" timeOffset="7987.95">5386 7450 0,'0'0'0,"0"0"16,17-9-16,68-33 0,77-43 31,60-34-31,43-26 16,42-50-1,17-10-15,1 18 0,24-17 16,44 0 0,17 9-16,42-10 31,18 10-31,-10 16 15,-7 18 1,-1 8-16,0 25 0,-67 34 16</inkml:trace>
  <inkml:trace contextRef="#ctx0" brushRef="#br0" timeOffset="11373.55">3166 8079 0,'0'0'0,"0"0"0,0 0 16,-8 9-1,-1 8-15,-8 17 16,0 17 0,9 8-1,-1 18-15,9-1 16,0-16 0,17 8-16,17-8 15,18-9-15,33-9 16,34-16-1,-8-9-15,43-17 16,17-9 0,-18-8-16,35-8 15,8 8 1,-16 8 0,59-8-16,-17 0 15,-1 9 1,1 8-16,-25 8 15,33 9-15,1 17 16,-1 9 0,9-1-1,-17-8-15,25 0 16,1-8 0,16-1-16,1 1 15,-17-9 1,-9-9-16,8-8 15,1-8-15,-26-9 16,-9 0 0,-34 8-1,-42-8-15,-26 9 16,-26-1 0,-34 9-16,-17 0 15,-8 0 1,-18 0-16,1 0 15,-9-8 1,-9-9-16,9-51 0,9-68 16,25-162-1</inkml:trace>
  <inkml:trace contextRef="#ctx0" brushRef="#br0" timeOffset="14279.45">10984 8521 0,'0'0'0,"0"0"16,0 0-16,9 0 16,25 17-1,34 0-15,60 0 16,26 1-1,85-1 1,43-9-16,34-16 16,76 8-16,18 0 15,34-9 1,25-17-16,-76 1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12:05.003"/>
    </inkml:context>
    <inkml:brush xml:id="br0">
      <inkml:brushProperty name="width" value="0.05292" units="cm"/>
      <inkml:brushProperty name="height" value="0.05292" units="cm"/>
      <inkml:brushProperty name="color" value="#0070C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12043 16490 0,'0'0'0,"0"0"0,0 0 0,0 0 15,0 0-15,0 0 16,0-8-1,25-26 1,18-9 0,17-8-1,0 0-15,8-17 16,9-9 0,-9 1-16,-25 16 15,-9 9-15,0 0 16,0 0-1,-8 9 1,-1 8-16,-16 17 16,-1 0-1,1 8-15,-1 9 16,-8 9 0,17 33-16,1 60 15,-1 9 1,0 16-16,-9 27 15,9-10 1,-8-42-16,-1-51 16,1-25-1,-1-1-15,-8-16 0,0-1 16,0-8 0</inkml:trace>
  <inkml:trace contextRef="#ctx0" brushRef="#br0" timeOffset="242.73">12470 16201 0,'0'0'0,"0"0"16,0 0-16,0 0 15,0 0 1,0 0-16,17 0 15,42 0 1,35 9-16,34-9 16,-8 8-16,-69-8 15</inkml:trace>
  <inkml:trace contextRef="#ctx0" brushRef="#br0" timeOffset="1867.79">16225 15971 0,'0'0'0,"-9"0"15,1 17 1,-18 17-16,-16 17 16,-35 51-1,-17 60-15,17 0 16,26-52-16,34-16 15,25-18 1,26-8-16,77-34 16,60-51-1,60-25 1,-1 8-16,86 0 16</inkml:trace>
  <inkml:trace contextRef="#ctx0" brushRef="#br0" timeOffset="2607.07">18103 15674 0,'0'0'0,"0"0"0,0 0 0,-17 17 15,-35 34 1,-33 51 0,-26 34-1,-17 8-15,9 1 16,25-26-1,34-25-15,17-43 16,18-17 0,8-9-16,17-16 15,0-18-15,25-16 0,52-60 32,42-26-32,9 1 0,1-1 15,-27 34 16,-8 18-31,-17 25 16,-9 17 0,-8 8-16,8 35 15,-8 16-15,-18 35 0,-16 42 32,-35 51-17,-25-25 1,-43-26-16,-25 8 15,-26-25-15,-34-42 16,-26-35 0,-128-33-16</inkml:trace>
  <inkml:trace contextRef="#ctx0" brushRef="#br1" timeOffset="12630.6">13972 16320 0,'0'0'0,"0"0"0,0 0 16,0 0 0,0 0-1,0 0-15,0 0 16,0 0-16,0 0 15,0 0 1,0 0-16,0 0 31,8 0-31,18 0 16,8 0-16,9 0 16,8 0-1,0 0-15,-8 0 16,-1 0-1,1 0-15,0 0 0,-9-8 32,9 8-32,-9 0 15,0 0 1,0-9-16,0 1 16,-17-1-1</inkml:trace>
  <inkml:trace contextRef="#ctx0" brushRef="#br1" timeOffset="13470.78">13895 16405 0,'0'0'0,"0"0"0,0 0 15,0 0-15,0 0 16,0-8-16,-9-1 16,9 1-1,0-1 1,0-8-16,0 0 16,0 0-1,0 0-15,0 0 16,0-8-1,0-9-15,17-18 16,9-7 0,8-18-1,-8 1-15,-1 16 16,1 9 0,8 17-16,0 0 15,9 0 1,8 0-16,-8 17 15,0 0 1,-1 9-16,-8 8 16,0 0-1,-8 8-15,0 9 16,-9 9 0,0 16-16,-9 26 15,-16 17 1,-1-8-16,1-1 15,-1-16-15,9-1 16,0-7 0,0-10-16,0-16 15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14:08.78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7895 5860 0,'0'0'0,"0"0"0,0 0 16,0 0-16,-9 17 16,-8 34-1,-17 68 1,-17 68-16,17-26 15,17 1-15,0 59 16,17-59 0,0-26-1,0 17-15,0-17 16,8-60 0,1-25-16,-1-34 15</inkml:trace>
  <inkml:trace contextRef="#ctx0" brushRef="#br0" timeOffset="635.79">7903 5911 0,'0'0'0,"0"0"0,0 0 15,35 8 1,33 9-16,0 9 15,43-9 1,26 0 0,16 0-16,-16-9 15,-26-16-15,0 8 0,-26 0 32,0 8-32,-16 9 15,-10 0 1,-16 26-16,0 25 15,-26 42 1,-17 1-16,-9-9 16,-8 17-1,0-8-15,0-9 16,0-17 0,0-26-16,17 1 15,0-1 1,0 1-16,0-18 15,-9-8 1,1-8-16,-9 8 16,-26 0-1,-34 8-15,-76 18 16,-44-9 0,-16 0-1,-9-17-15,0-26 16,-25 1-16,-86 8 15</inkml:trace>
  <inkml:trace contextRef="#ctx0" brushRef="#br0" timeOffset="9193.69">6623 7637 0,'0'0'0,"0"-8"0,0-1 15,0-8 1,0 0-16,0 0 16,0 0-16,0 0 15,0 8 1,0 1-16,0 8 15,0 0 1,-8 8-16,-18 26 16,-25 52-1,0 41 1,8 1 0,17-43-16,9-26 0,9 1 15,8-9 1,0-9-1,17 1-15,17-1 16,9-8-16,-18-8 16,35-9-1,51 0-15,25-26 16,-16 1 0,-18 8-16,35 0 31,34 0-31,-18 0 15,9 17-15,60 0 16,-42 8-16,-18-8 16,60 0-1,-9 0-15,26-8 16,-34-18 0,-35 9-1,61 9-15,-60-1 16,-43 1-16,25 8 15,-16 0 1,-26-9-16,-60 1 16,-8-9-16,-18 0 15,-8 0 1,-8 0 0,-1 0-1,1-17-15,-1-17 16,1-26-1,0-33-15,-1-35 16,1-16 0,-1-154-1</inkml:trace>
  <inkml:trace contextRef="#ctx0" brushRef="#br0" timeOffset="10954.42">12563 8173 0,'0'0'0,"0"0"0,0 0 15,0 0 1,0 0 0,-8 0-16,8 8 15,0-8-15,0 9 16,0-1-1,34 9 1,34-8-16,60-1 16,43-16-1,25-9-15,18 8 16,25-8 0,17 9-1,51 16-15,17 9 16,18 17-16,33 17 15,-8-8 1,34 16-16,35-8 16,42 0-1,-77 0 1</inkml:trace>
  <inkml:trace contextRef="#ctx0" brushRef="#br0" timeOffset="15975.97">21815 7909 0,'0'0'0,"0"0"15,0 0 1,9 9-16,-1-1 16,1 9-16,-9 9 15,-9 25 1,1 17-16,-1 8 31,1 9-31,8-8 0,0-9 31,8-9-31,26 1 16,26-1-16,34-7 16,26-18-1,42-17 1,60 17-16,0-17 15,-9 0 1,-17 8-16,26 9 16,26 17-16,-69-8 15,-43-1 1,1 1-16,-43-1 16,-26-16-1,-34-9-15,-8-9 0,-18 1 16,1-1 15,-9-8-31,0 0 16,0-8-1,-9-35-15,9-33 16,26-69 0,34-76-16,42-111 15</inkml:trace>
  <inkml:trace contextRef="#ctx0" brushRef="#br0" timeOffset="22570.99">11428 8794 0,'0'0'0,"0"0"0,-8 0 15,-1 0 1,1 8 0,8 1-16,-9-9 15,1 8-15,-1 1 16,1-1 0,-1 9-1,0 0 1,1 0-16,8 26 15,-9 8-15,9 17 16,0-9 0,0-8-16,0-8 15,9-18 1,8 1-16,17-1 16,26 1-1,8-9 1,9-9-16,8 1 15,1-9-15,16 8 16,1-8 0,16 0-16,-8 0 15,26 0 1,16 0 0,1 9-16,-1 8 15,1 0-15,-9 8 16,-8 1-1,-26-1-15,-17-8 16,-1 0 0,-16-8-16,0-1 15,-17 1 1,-18-9 0,1 0-16,-17 0 15,-9 0-15,-9 0 16,1-9-16,-1 1 15,1-1 1,-9-16 0,0-35-1,0-25-15,8 43 16</inkml:trace>
  <inkml:trace contextRef="#ctx0" brushRef="#br0" timeOffset="24891.48">15218 9551 0,'0'0'0,"0"0"15,0 0-15,0 0 16,0 0-1,0 0-15,0 0 16,0 0 0,0 0-16,8-9 15,18 1-15,25-1 16,35-8 0,24 8-1,36 18-15,50 17 16,43 33-1,102 43-15</inkml:trace>
  <inkml:trace contextRef="#ctx0" brushRef="#br0" timeOffset="55158.18">9056 10843 0,'0'0'0,"0"0"16,0 0 0,0 0-1,0 0 1,0 17-16,0 17 16,0 9-1,8 25-15,-8 0 16,9-9-1,-9-8 1,0-8-16,8-18 16,1 1-1,8-1-15,0-8 16,8 9-16,18-9 16,8 8-1,1-8 1,16 0-16,0 9 15,9-9 1,17 9-16,17-18 16,8 1-16,1-1 15,-1-8 1,1-8-16,-1 8 16,1 0-1,-26 8 1,-9 9-16,-8 0 15,0 0-15,-9 0 16,9 9 0,-1-1-1,-16-8-15,-9-8 16,-8-1 0,-9-8-16,-8-8 15,-1-9-15,10-17 16,-10-9-1,1 1 1,-9 25-16</inkml:trace>
  <inkml:trace contextRef="#ctx0" brushRef="#br0" timeOffset="60433.59">15662 11005 0,'0'0'0,"0"0"15,0 8 1,0 18-1,0 25-15,8 0 16,1 0-16,-1-9 16,9-8-1,9 9 1,8-1-16,34-8 16,35-8-1,33-18-15,52 1 16,8-18-1,18-8-15,8 0 0,17 9 16,0-1 0,8 1-1,9-1 1,9 9-16,-9 0 16,-26 17-1,-8 0-15,-8 0 16,-27 0-1,-16 9-15,-17-9 16,-26-8 0,-26-1-16,-34-8 15,-25 0 1,-17 0-16,-18 0 16,1-8-1,-1-9-15,1-18 16,-1-41-1,1-35-15,-1-8 16,1 60-16</inkml:trace>
  <inkml:trace contextRef="#ctx0" brushRef="#br0" timeOffset="65431.39">12265 12348 0,'0'0'0,"0"0"0,0 0 15,0 0 1,-9-8-16,1-1 16,-1 1-16,9 8 15,0 0 1,0 0-16,0 0 16,0 0-1,0 0 1,0 17-16,0 17 15,0 0-15,0 9 16,17-9 0,0-9-1,17 1-15,18-9 16,50 0 0,9-9-16,0 1 15,17-9 1,26-9-16,16 1 15,-25-1 1,35-16-16,7 8 16,-24 8-1,41-8-15,18-8 16,-25 16-16,7-8 16,-33 17-1,17 0-15,0 9 16,-35 8-1,-25 8 1,-17-8-16,0 0 16,-8 9-1,-35-9-15,-17-9 16,-8 1 0,-18-1-16,-8 1 15,-8-9 1,0 0-16,8-9 15,0-16-15,17-26 16,26-34 0,-18 33-1</inkml:trace>
  <inkml:trace contextRef="#ctx0" brushRef="#br0" timeOffset="68284.05">8808 13258 0,'0'0'0,"0"0"15,0 0-15,0 0 16,0 0-1,0 0 1,0 0-16,0 0 16,0 0-1,0 9-15,0 8 16,0 17 0,0 9-16,0-1 15,9 1-15,-1-18 0,9 1 31,0-1-15,17-8-16,18-8 16,33-18-1,34-16-15,18-18 16,-17 1 0,-18-1-16,9 9 15,0 8 1,-17 18-16,-9 8 15,-8 0 1,-17 8-16,-9 1 16,-8 0-1,-18-1-15,-16-8 16,-1 0-16,1-8 16,8-18-1,17-34-15,0-50 16,26-103-1,25-135-15</inkml:trace>
  <inkml:trace contextRef="#ctx0" brushRef="#br0" timeOffset="117020.34">19929 8709 0,'0'0'0,"0"0"0,0 0 0,0 0 15,0 0 1,0 0-16,0 0 15,0 0 1,0 0-16,0 0 16,9 8-1,33 9 1,1 9-16,42-9 16,95-9-1,-18 1-15,-26-9 16,26-9-16,9 1 15,-51 8 1,-52 0 0,9 8-16,-9 9 15,-17 0 1,-8 0-16,-17 0 16,-1 0-1,-8 0-15,0 0 16,0 9-1,0-1-15,-8 9 16,-1 0 0,1 9-16,0-1 15,-1 9 1,1 26-16,-18 8 16,9 0-1,0-9-15,0-16 16,0 0-1,0-9-15,0 8 16,0-8-16,-8-8 16,8-1-1,0 1 1,0-18-16,0 1 16,0-1-1,0-16-15,0-1 16,0 1-1,0-1-15,0 1 16,0-9-16,0 0 16,0 0-1,0 0 1,0 0-16,0 0 16,0 8-1,0-8-15,0 0 16,0 0-1,0 0 1,0 0-16,0 0 16,0 0-16,0 0 15,0 0-15,0 0 16,0 0 0,0 9-1,0-9-15,0 0 16,0 0-16,0 0 15,0 0 1,0 0-16,0 8 31,0 1-31,0 8 16,0 8 0,-9 1-16,9-18 15,0 1 1,0-1-16,0 1 15,0-1-15,0 1 16,0-9 0,0 0-1,0 0-15,0 0 16,0 0 0,0 0-16,0 0 15,0 0-15,0 0 16,0 0-1,0 0-15,0 0 16,0 0 0,0 0-16,0 0 15,0 0 1,0 0 0,0 0-16,0 0 15,0 0 1,0 0-16,0 8 15</inkml:trace>
  <inkml:trace contextRef="#ctx0" brushRef="#br0" timeOffset="153038.26">9354 13939 0,'0'0'0,"0"0"16,0 0 0,0 0-1,0 0-15,-8 17 16,-1 0-16,1 0 15,-18 17 1,0 0 0,-8-9-16,17 1 15,0-9-15,17-9 16,0-16 0,17-9-16,34-26 15,35-50 1,8-18-16,-9 18 15,-17 33 1,-34 35-16,-8 8 16,-17 0-1,-1 17 1,-16 8-16,-18 35 16,-17 25-1,-8 0-15,0-9 16,8-16-16,9-9 15,17-9 1,9-16-16,-1-1 16,9 1-1,0-9-15,0-9 16,17-8 0,17-17-16,0-8 15,-8-1 1,-9 9-1,-8 17-15,-1 9 16,-16 8-16,-44 34 16,-42 42-1,-25 18-15,8-1 16,26-16 0,25-26-1,26-26-15,17-16 16,8 0-1,18-18-15,33-34 16,44-33 0,-1-18-16,-8-8 15,-17 17-15,-9 26 16,-17 16 0,-8 26-16,-18 0 15,1 17-15,-1 9 31,1 25-31,-26 34 16,-17 34 0,-18 0-16,1-17 15,8-17-15,18-34 16,8-9 0,17-16-1,8-26-15,9-26 0,26-42 31,17-8-31,0 8 16,-18 17 0,-16 25-16,-18 26 15,1 9-15,-18 16 16,-33 35 0,-35 42-1,9-9-15,16-16 16,18-18-16,17-8 15,17-17 1,9-8 0</inkml:trace>
  <inkml:trace contextRef="#ctx0" brushRef="#br0" timeOffset="153727.31">9875 14509 0,'0'0'0,"0"0"0,0 0 15,0 0 1,0 0-1,0 0-15,0 0 16,0 0 0,0 0-1,0 0-15,-9 8 16,1 18 0,-9 16-16,0 9 0,0 0 15,0 9 1,17-9-1,0-9 1,17-8-16,0-8 16,0-9-16,17-9 15,9-8 1,8-17-16,9-17 16,-26 17-16</inkml:trace>
  <inkml:trace contextRef="#ctx0" brushRef="#br0" timeOffset="153991.87">9952 14194 0,'0'0'0,"0"0"0,0 0 16,0 0 0,0 0-16,0 0 15,8 0 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17:26.69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19306 9219 0,'0'0'0,"0"0"16,0 0-16,-8 17 15,-10 68 1,-33 76 0,-9 61-16,1 41 15,8-16-15,-1-26 16,10-51-1,16-93-15,9-43 16,17-17 0</inkml:trace>
  <inkml:trace contextRef="#ctx0" brushRef="#br0" timeOffset="1507.92">19332 9151 0,'0'0'0,"0"0"15,0 0-15,0 0 16,34 17-16,34-9 16,69-8-1,102-25-15,25-9 32,18-17-32,42-17 15,18 0 1,25 17-16,34 0 15,25 8 1,27 1-16,-26 8 16,33 17-1,44 17-15,8-9 16,-8 9 0,16 0-16,9 0 15,18 0 1,25-8-16,-9-9 15,17 8-15,-42 9 16,-26 9 0,-34-9-1,-26 8-15,-8-8 16,-43 17 0,-76 9-16,-18-9 0,-25-9 31,-52 1-31,-25-1 15,-43 1 1,-51-9-16,-34 8 16,-26 1-1,-25-1-15,-1-8 16,-16 0 0,-1 0-16,1 0 15,-1 0 1,-8 0-16,0 0 15,0 0 1,9 0-16,-9 0 16,0 0-1,0 9-15,8 25 16,1 42 0,-18 77-16,1 51 15,-18 26 1,1 0-16,-1-18 15,-8 1 1,8-18-16,9-33 16,0 17-1,17-9-15,0-34 16,9-43 0,-1-16-16,9-18 15,-8-16 1,-1-18-16,-8-8 15,0-8 1,0-1-16,0-8 16,-8-8-1,-9-1-15,-34-25 16,-43-17 0,-17-8-16,-17-1 15,-34 9 1,-1 9-16,-7 8 15,-44 17-15,-16-9 32,-1 9-32,-25 0 15,-25 0-15,-18 0 16,-8 9 0,17-1-16,-1 9 15,-7 0-15,-18 9 16,-9-1-1,-16 9 1,-34 0 0,8 0-16,-18 0 15,-16-8-15,9-9 16,16 0 0,9-9-16,-17 1 15,26-18 1,-35 1-16,-59-1 15,8 9 1,0 0-16,43 9 16,-34-1-1,-26-8-15,43 9 16,-9-1 0,34 9-16,-34 9 15,-8-9 1,51 8-16,43 1 15,42 8 1,-51 0-16</inkml:trace>
  <inkml:trace contextRef="#ctx0" brushRef="#br0" timeOffset="4885.25">25050 8887 0,'0'0'0,"0"0"0,0-8 16,9 8-16,-9-9 16,8 9-1,1 0-15,-9 0 16,0 0 0,0 0-1,0 0-15,0 9 16,-9 33-16,-8 35 15,-17 25 1,-9 25 0,1 26-16,7-8 15,10 0 1,-1 16-16,1 26 16,8-8-1,-1-1-15,10 1 16,8-34-16,0-26 15,0-17 1,0-26-16,8-42 16</inkml:trace>
  <inkml:trace contextRef="#ctx0" brushRef="#br0" timeOffset="5299.16">26194 9108 0,'0'0'0,"0"0"0,0 34 16,0 43 0,0 42-16,-17 42 15,-26 27 1,0 24-1,9-8-15,0-8 16,17-26 0,8-25-16,9-35 15,9-16-15,8-18 16,-8-42-16</inkml:trace>
  <inkml:trace contextRef="#ctx0" brushRef="#br0" timeOffset="5719.11">25391 9644 0,'0'0'0,"0"0"16,0 9-1,0 33-15,18 9 16,-1 17-1,25 9-15,27 16 16,-10-16 0,-7-9-16,-1 0 15,0-9-15,-8-16 16,-9-18 0,0 1-16,0-18 15,9-8 1,-18 0-16</inkml:trace>
  <inkml:trace contextRef="#ctx0" brushRef="#br0" timeOffset="5960.37">25921 9806 0,'0'0'0,"0"0"0,-9 0 16,1 8 0,-10 9-16,-7 0 15,-1 17 1,-16 26-16,-1 8 16,-17 8-16,26-25 15</inkml:trace>
  <inkml:trace contextRef="#ctx0" brushRef="#br0" timeOffset="8674.6">25963 9627 0,'0'0'0,"0"0"15,0 0 1,0 0 0,0 0-16,0 0 0,0 0 15,0 0 1,0 0-1,0 0-15,0 0 32,0 0-32,0 0 15,-8 0-15,-1 17 16,-16 17 0,-10 26-1,1-1-15,0-8 16,-17 17-1,-17 0-15,-9 0 16,9 9 0,16-1-16,10-8 0,25-25 31,8-18-31,9-16 0</inkml:trace>
  <inkml:trace contextRef="#ctx0" brushRef="#br0" timeOffset="14264.48">27747 8538 0,'0'0'0,"0"0"0,0 0 0,-8 0 15,-1 0 1,1 0 0,-1 0-16,9 0 15,0 0 1,0 0-16,0 0 16,0 0-16,-9 9 31,1 34-31,8 33 15,0 43-15,-17 68 16,-9 34 0,1 9-1,-10-17-15,1-9 16,0-17-16,17-34 16,0-9-1,9-25 1,-1-25-16,9-26 15,0-17 1,0-8 0,9-26-16</inkml:trace>
  <inkml:trace contextRef="#ctx0" brushRef="#br0" timeOffset="14726.28">26697 9738 0,'0'0'0,"0"0"0,0 0 16,9 17-1,8 0-15,0 17 16,0 17 0,0 0-16,17 17 15,0 0 1,9 0-16,0-9 0,-9 1 16,9-18-1,-9-16 1,-9-9-16,-8-9 15</inkml:trace>
  <inkml:trace contextRef="#ctx0" brushRef="#br0" timeOffset="15018.46">27303 9678 0,'0'0'0,"-34"9"0,-43 50 16,-34 35-1,-25 25-15,-26 34 16,8-9-1,60-25-15,9 1 16,42-61 0</inkml:trace>
  <inkml:trace contextRef="#ctx0" brushRef="#br0" timeOffset="22104.97">28148 9568 0,'0'0'0,"0"0"15,0 0 1,9 17-16,8 8 15,8 18 1,18 8 0,17 25-16,8 18 15,-8-18-15,-9-8 16,0-8 0,-8-9-16,-9-9 15,0-16 1,-17-9-1</inkml:trace>
  <inkml:trace contextRef="#ctx0" brushRef="#br0" timeOffset="22387.43">28694 9389 0,'0'0'0,"0"0"0,0 0 16,-8 0-16,-1 8 15,-33 26-15,-44 26 16,-42 51 0,-8 33-16,-9 18 15,25-9 1,26-34-1,26-17-15,34-9 16,17-25 0,8-33-16</inkml:trace>
  <inkml:trace contextRef="#ctx0" brushRef="#br0" timeOffset="22784.66">29428 8777 0,'0'0'0,"0"8"16,0 26-16,18 60 15,-18 59-15,-18 25 16,-7 18-1,-1 17-15,1 16 16,-9-42 0,25-68-16,18 0 15,8-59-15</inkml:trace>
  <inkml:trace contextRef="#ctx0" brushRef="#br0" timeOffset="23621.04">23753 8777 0,'0'0'0,"0"0"0,0 0 15,0 0-15,0 0 16,0 8-1,0 26-15,-9 68 16,-16 60 0,-18 67-1,-8 18 1,-9 0-16,0-1 0,26-25 16,8-25-16,18-51 31,8-77-31,0-43 15</inkml:trace>
  <inkml:trace contextRef="#ctx0" brushRef="#br0" timeOffset="23941.02">24051 9712 0,'0'0'0,"0"0"0,0 0 16,0 0-16,9 17 15,8 26 1,17 25-16,9 25 16,17 9-1,-1-17-15,1-17 16,-17-25 0,-18-18-16,-16-16 15</inkml:trace>
  <inkml:trace contextRef="#ctx0" brushRef="#br0" timeOffset="24162.93">24657 9542 0,'0'0'0,"0"0"0,-17 0 15,-42 26 1,-44 59-16,-50 76 16,-18 26-1,43-34 1,-51 94-16</inkml:trace>
  <inkml:trace contextRef="#ctx0" brushRef="#br0" timeOffset="38855.75">29881 9525 0,'0'0'0,"0"0"15,-9-9-15,1 1 16,-1-1-1,1 1-15,8 8 16,-9 0 0,1 0-16,8 0 15,0 0-15,0 0 16,0 0 0,0 0-16,8 17 31,9 0-31,0 17 15,9 9 1,8 8-16,0 8 16,0 18-16,-8 8 15,0-9-15,-1-16 16,-8-9 0,-8-9-1,8-16-15,0-1 16,8-16-16,1-1 15</inkml:trace>
  <inkml:trace contextRef="#ctx0" brushRef="#br0" timeOffset="39121.26">30308 9508 0,'0'0'0,"0"0"16,-17 8-1,-35 27-15,-59 41 16,-34 43 0,-43 43-16,9-1 15,77-50 1,34-18-16,8 18 0,26-17 15,25-52 1</inkml:trace>
  <inkml:trace contextRef="#ctx0" brushRef="#br0" timeOffset="39471.08">30683 8658 0,'0'0'0,"0"0"15,0 8 1,0 18-16,9 33 16,-18 60-1,-25 77-15,-17 42 16,8 17-16,9 43 16,25-18-1,1 43-15</inkml:trace>
  <inkml:trace contextRef="#ctx0" brushRef="#br0" timeOffset="48206.72">30871 9253 0,'0'0'0,"0"0"0,0 8 16,0 18-1,8 33-15,18 18 16,0-1-1,-1 1-15,-8 0 16,9 42 0,25 42-16,17-16 15,18-35 1,16 1-16,-16-9 16,-27-25-1,-33-35-15,-18-33 16</inkml:trace>
  <inkml:trace contextRef="#ctx0" brushRef="#br0" timeOffset="48488.91">31596 9440 0,'0'0'0,"-8"8"0,-26 43 15,-60 43-15,-77 42 16,9 9 0,-9 25-1,-42-17-15,76-51 16,35-9-16,-1 1 15,69-51 1</inkml:trace>
  <inkml:trace contextRef="#ctx0" brushRef="#br0" timeOffset="48809.26">31852 8904 0,'0'0'0,"-17"34"16,-8 85-16,-35 77 15,-25 50 1,-1 78 0,18-18-16,-9 17 15,26 9-15,51-9 32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968" units="cm"/>
          <inkml:channel name="Y" type="integer" max="2240" units="cm"/>
          <inkml:channel name="T" type="integer" max="2.14748E9" units="dev"/>
        </inkml:traceFormat>
        <inkml:channelProperties>
          <inkml:channelProperty channel="X" name="resolution" value="128.41425" units="1/cm"/>
          <inkml:channelProperty channel="Y" name="resolution" value="128.73563" units="1/cm"/>
          <inkml:channelProperty channel="T" name="resolution" value="1" units="1/dev"/>
        </inkml:channelProperties>
      </inkml:inkSource>
      <inkml:timestamp xml:id="ts0" timeString="2026-01-31T00:19:59.14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7707 6089 0,'0'0'0,"0"0"15,0 0 1,0 0-16,0 0 16,0 0-1,0 0-15</inkml:trace>
  <inkml:trace contextRef="#ctx0" brushRef="#br0" timeOffset="546">7716 6268 0,'0'0'0,"0"0"15,0 0-15,0 0 16,0 0-1,0 0-15,0 0 16,0 0 0,0 0-16,-9 0 15,1 0 1,-18 17-16,-17 8 16,-17 18-1,9 8-15,-8 17 16,-1 59-1,26 18-15,34-26 16,17-34 0,8-17-16,44 0 15,-1-8 1,9-18-16,34-8 16,34-34-16,-9-17 15,-42-8 1,0-18-16,0 9 15,-26 0 1,-25-8-16,-9-1 16,-8-8-1,-26-8 1,-17-18-16,-35 1 16,-16-10-1,-60 1-15,-68-8 16,-18 33-16,-101 9 15</inkml:trace>
  <inkml:trace contextRef="#ctx0" brushRef="#br0" timeOffset="3357.68">18239 7101 0,'0'0'0,"0"0"16,-8 0-1,-1-8-15,-16-1 16,-1 1 0,-8-1-16,17 9 15,0 0 1,0 0-16,8 0 16,-25 0-1,-43 26-15,-59 33 16,-10 35-1,44 8-15,0 8 16,-9-8 0,17 18-16,17-10 15,34-25 1,26 0-16,17 0 16,26 17-1,42 9-15,17-1 16,-33-25-1,16-17-15,34-8 16,26-17-16,-17-18 16,-51-25-16,8-17 31,35-25-31,16-44 16,-16-24-16,-9-9 15,-9-34 1,-42 0-16,-18 0 15,-16 0 1,-52 16 0,-34 10-16,-34 33 15,-68 35 1,-77 42-16,-103 51 16</inkml:trace>
  <inkml:trace contextRef="#ctx0" brushRef="#br0" timeOffset="15184.8">13716 8496 0,'0'0'0,"0"-9"0,8 1 16,9-1-1,-8-8-15,-1 9 16,1-1 0,-1 1-16,1 8 15,-9-9 1,0 1-16,0-1 15,0 1 1,-9-1-16,1 1 16,-18-1-1,-8 9-15,-17 9 16,-17 8 0,-9 25-16,-9 9 15,1 17 1,-9 18-16,-8 16 15,8 8 1,9 9-16,8 17 16,34 0-16,17-25 15,18-1 1,25-7 0,26-1-1,25-34-15,26-26 16,51-33-16,26-43 15,8-43 1,-8-33-16,-18-35 16,-25-8-1,-51 17-15,-17-9 16,-9-16 0,-42 8-16,-27 25 15,-41 9 1,-35 0-16,-77 17 15,-102 68 1,-171 127-16,52 35 16</inkml:trace>
  <inkml:trace contextRef="#ctx0" brushRef="#br0" timeOffset="20493.11">14074 9780 0,'0'0'0,"-8"0"0,-1 0 16,-17-8-16,-8-9 15,-17-9-15,-17-16 16,8-1 0,34 26-1,-25 17-15,-34 9 16,-9 8-1,26 0 1,-26 17-16,-26 25 16,1 18-16,16 8 15,10 0 1,16 8-16,26 18 16,25-1-1,17 1 1,35-9-16,34 9 15,76-1 1,44-25-16,7-42 16,18-26-1,-9-26-15,-25-33 16,-26-18 0,-25-16-16,-9-26 15,-34-17 1,-43 8-16,-26 0 15,-42 9 1,-85-8-16,-137 25 16,-111 68-1,-77 93-15,-17 77 16,94 9-16</inkml:trace>
  <inkml:trace contextRef="#ctx0" brushRef="#br0" timeOffset="22510.88">13852 10733 0,'0'0'0,"0"0"0,0 0 16,0 0-16,-8 0 15,-9 0 1,-52 25 0,-59 26-16,-51 26 15,0 33 1,8 18-16,18-9 16,24-17-1,19-8-15,33 8 16,17 0-1,34-17-15,18-17 16,33 0 0,78 8-16,68-25 15,110-42 1,1-26-16,-52-34 16,35-51-1,-43-43-15,-60 9 16,-25-17-1,-35-34-15,-68 17 16,-51 0 0,-68-17-16,-112 17 15,-136 42 1,-162 119-16,-128 146 16,222-1-1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0D1F59-0C63-44D8-BE72-2266A9516CA1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9C3430-04EA-4E2B-840E-2DAFF95C6F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231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41DCF-5FA9-3BBE-A6DC-4C4767E77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D8AAD4-9F4E-2546-4A20-345BE6926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68BC9-B242-D863-6297-36224D351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6D43E7-A090-881E-D908-BB9CC53DD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2DFBC9-B9F9-85A6-26A1-9D7E515D0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3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BB011-50E5-247E-0EB3-D47C59C4F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71371-A022-A3A5-E49C-D2CCEC4E25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8F92F8-B436-FF4B-567C-6CF9F3F68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C755B9-83BE-E117-954F-A47925F5B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45716-8D01-8E2F-8276-3A903E60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783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264CF-1BBA-680C-4F96-017144A1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89E9BE-1B28-C587-A2C5-253ECF74E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E3E68-CE19-CACB-1EDD-351F4F9C9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49855-AB14-5CF9-EE88-AB42D1DF4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DE2C96-8A85-4C99-39A1-9B9DB31D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264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89EEC-003E-DFFB-2D04-A2E70FE13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FE0F4-58A0-D6D9-6AAC-CD97965C20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7E4C68-9C36-2696-B323-CF0642D6DB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9713B3-5A96-0F1A-CFE7-8563FD24B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D724B-C264-2548-CAFF-305FE7D37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193A13-EBDF-17F2-DF34-5BA3D7932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914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19F2D-6C68-B3F6-3BC7-2A9EE6BE2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A2B36-9CB6-0E61-D14F-48AD642FCA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51B63-A4A2-BD66-BF76-72528E69B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EF4911-72D8-7120-897F-434F05D8DA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54135-3D54-9447-778A-86081F0473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52A4A-AE91-8A3A-8DE2-74205F39F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C667D-AA9E-21BF-66F2-755D86E70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8E628E-2723-30DA-D22D-BFF79CE05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37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41984-7865-CBC1-7E39-27325050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341811-B828-6912-5458-2BC9266D2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1DF831-0A64-24F5-806E-B3EBA5591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EFD212-56D6-B7F8-FC27-BC4BF738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963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03B13-E121-53F2-65F9-41E383C57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814793-9D7D-32F8-795A-31644DBA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76B231-FE15-2561-B700-2506AC713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56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B5398-EEBA-42F4-3948-4DF36A153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00E0-12D7-545A-0B4A-64A8B51A9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85510-3798-210C-EC55-29C449719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698E8-2EE7-873D-A608-9A260F5DD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5F347-CF7A-10E6-8DC6-FA1E5DB6D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E452D-F82A-718F-94C2-C889F622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156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E1DDD-DB8D-6429-4235-465780A7B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42B9E5-6756-3695-C94E-93A464783ED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170C60-CA85-5E67-14F6-3176093E55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325D70-D5F0-5123-66A9-63D9B82E9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77B62A-8600-7CE9-095E-82CDE4E17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8F328-EF42-0E10-9C29-12A53381D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34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24705-3181-4743-BF72-E5B55E6278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D9669D-6765-7CD2-C040-D4C5E44BAB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5E7B0-5065-8FAA-2D02-01DC4905B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87F4E-481E-5CA4-5AC0-EF15EBAF8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05C81A-1EC7-F85E-A5DB-0F7CA62E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72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F8F565-D4D2-A972-147D-1A41777B2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813695-1D6C-4A4F-7F94-134666381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AEB8A-EA17-E1E1-8CD3-B7AF8E3F2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6AF905-A88D-ED4C-DD07-098840D4A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1A03B8-DD10-B6B6-6B59-3EB669F3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887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BC2B57-F2EC-C92D-BAFA-C36FE7F31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AE8E8-3549-4143-3C3F-38529FA55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62DEB0-3161-B686-27DF-345950BFF0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93FBE-67AC-4C5C-B62E-CFFDEAF9BE53}" type="datetimeFigureOut">
              <a:rPr lang="en-US" smtClean="0"/>
              <a:t>1/30/2026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B5E12D-E358-B346-0620-4D8545C52B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1C4BA-D22A-5462-8F71-6F616DC8FA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4D5A7D-FFFE-410B-BEE5-702232F4B1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507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uw.edu/332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customXml" Target="../ink/ink4.xml"/><Relationship Id="rId4" Type="http://schemas.openxmlformats.org/officeDocument/2006/relationships/image" Target="../media/image1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8.png"/><Relationship Id="rId5" Type="http://schemas.openxmlformats.org/officeDocument/2006/relationships/image" Target="../media/image140.png"/><Relationship Id="rId10" Type="http://schemas.openxmlformats.org/officeDocument/2006/relationships/customXml" Target="../ink/ink5.xml"/><Relationship Id="rId4" Type="http://schemas.openxmlformats.org/officeDocument/2006/relationships/image" Target="../media/image130.png"/><Relationship Id="rId9" Type="http://schemas.openxmlformats.org/officeDocument/2006/relationships/image" Target="../media/image1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220.png"/><Relationship Id="rId18" Type="http://schemas.openxmlformats.org/officeDocument/2006/relationships/image" Target="../media/image9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12" Type="http://schemas.openxmlformats.org/officeDocument/2006/relationships/image" Target="../media/image210.png"/><Relationship Id="rId17" Type="http://schemas.openxmlformats.org/officeDocument/2006/relationships/customXml" Target="../ink/ink6.xml"/><Relationship Id="rId2" Type="http://schemas.openxmlformats.org/officeDocument/2006/relationships/image" Target="../media/image110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image" Target="../media/image200.png"/><Relationship Id="rId5" Type="http://schemas.openxmlformats.org/officeDocument/2006/relationships/image" Target="../media/image140.png"/><Relationship Id="rId15" Type="http://schemas.openxmlformats.org/officeDocument/2006/relationships/image" Target="../media/image30.png"/><Relationship Id="rId10" Type="http://schemas.openxmlformats.org/officeDocument/2006/relationships/image" Target="../media/image190.png"/><Relationship Id="rId4" Type="http://schemas.openxmlformats.org/officeDocument/2006/relationships/image" Target="../media/image130.png"/><Relationship Id="rId9" Type="http://schemas.openxmlformats.org/officeDocument/2006/relationships/image" Target="../media/image180.png"/><Relationship Id="rId1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6.xm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7.xm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2029F-F4C6-FDAD-6A00-4E30C8EE8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CSE 332 Winter 2026</a:t>
            </a:r>
            <a:br>
              <a:rPr lang="en-US" dirty="0"/>
            </a:br>
            <a:r>
              <a:rPr lang="en-US" dirty="0"/>
              <a:t>Lecture 11: hashing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96019E-F067-13A3-DC5B-9F49CCFEF4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Nathan Brunelle</a:t>
            </a:r>
          </a:p>
          <a:p>
            <a:r>
              <a:rPr lang="en-US" dirty="0">
                <a:hlinkClick r:id="rId2"/>
              </a:rPr>
              <a:t>http://www.cs.uw.edu/332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330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3AD86-1571-D6FB-228A-8B563D15E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Dictionary (Map) ADT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F7E85-C0B2-0941-5469-FBEF3EEEF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Contents:</a:t>
            </a:r>
          </a:p>
          <a:p>
            <a:pPr lvl="1"/>
            <a:r>
              <a:rPr lang="en-US" dirty="0"/>
              <a:t>Sets of </a:t>
            </a:r>
            <a:r>
              <a:rPr lang="en-US" dirty="0" err="1"/>
              <a:t>key+value</a:t>
            </a:r>
            <a:r>
              <a:rPr lang="en-US" dirty="0"/>
              <a:t> pairs</a:t>
            </a:r>
          </a:p>
          <a:p>
            <a:pPr lvl="1"/>
            <a:r>
              <a:rPr lang="en-US" strike="sngStrike" dirty="0"/>
              <a:t>Keys must be comparable</a:t>
            </a:r>
            <a:r>
              <a:rPr lang="en-US" dirty="0"/>
              <a:t> Keys have a hash function</a:t>
            </a:r>
          </a:p>
          <a:p>
            <a:r>
              <a:rPr lang="en-US" dirty="0"/>
              <a:t>Operations:</a:t>
            </a:r>
          </a:p>
          <a:p>
            <a:pPr lvl="1"/>
            <a:r>
              <a:rPr lang="en-US" dirty="0"/>
              <a:t>insert(key, value)</a:t>
            </a:r>
          </a:p>
          <a:p>
            <a:pPr lvl="2"/>
            <a:r>
              <a:rPr lang="en-US" dirty="0"/>
              <a:t>Adds the (</a:t>
            </a:r>
            <a:r>
              <a:rPr lang="en-US" dirty="0" err="1"/>
              <a:t>key,value</a:t>
            </a:r>
            <a:r>
              <a:rPr lang="en-US" dirty="0"/>
              <a:t>) pair into the dictionary</a:t>
            </a:r>
          </a:p>
          <a:p>
            <a:pPr lvl="2"/>
            <a:r>
              <a:rPr lang="en-US" dirty="0"/>
              <a:t>If the key already has a value, overwrite the old value</a:t>
            </a:r>
          </a:p>
          <a:p>
            <a:pPr lvl="3"/>
            <a:r>
              <a:rPr lang="en-US" dirty="0"/>
              <a:t>Consequence: Keys cannot be repeated</a:t>
            </a:r>
          </a:p>
          <a:p>
            <a:pPr lvl="1"/>
            <a:r>
              <a:rPr lang="en-US" dirty="0"/>
              <a:t>find(key)</a:t>
            </a:r>
          </a:p>
          <a:p>
            <a:pPr lvl="2"/>
            <a:r>
              <a:rPr lang="en-US" dirty="0"/>
              <a:t>Returns the value associated with the given key</a:t>
            </a:r>
          </a:p>
          <a:p>
            <a:pPr lvl="1"/>
            <a:r>
              <a:rPr lang="en-US" dirty="0"/>
              <a:t>delete(key)</a:t>
            </a:r>
          </a:p>
          <a:p>
            <a:pPr lvl="2"/>
            <a:r>
              <a:rPr lang="en-US" dirty="0"/>
              <a:t>Remove the key (and its associated value)</a:t>
            </a:r>
          </a:p>
        </p:txBody>
      </p:sp>
    </p:spTree>
    <p:extLst>
      <p:ext uri="{BB962C8B-B14F-4D97-AF65-F5344CB8AC3E}">
        <p14:creationId xmlns:p14="http://schemas.microsoft.com/office/powerpoint/2010/main" val="896701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AFC2A-BFAD-154C-CB01-688AAE7F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topic: Hash Tables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height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2100" b="0" i="0" smtClean="0">
                                        <a:latin typeface="Cambria Math" panose="02040503050406030204" pitchFamily="18" charset="0"/>
                                      </a:rPr>
                                      <m:t>log</m:t>
                                    </m:r>
                                  </m:fName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1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100" b="0" i="0" smtClean="0"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d>
                                  <m:dPr>
                                    <m:ctrlP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100" dirty="0"/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21A6D878-0A9C-88E0-BF73-13D0C8B95F0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882276767"/>
                  </p:ext>
                </p:extLst>
              </p:nvPr>
            </p:nvGraphicFramePr>
            <p:xfrm>
              <a:off x="1485900" y="1988820"/>
              <a:ext cx="9220199" cy="37033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992120">
                      <a:extLst>
                        <a:ext uri="{9D8B030D-6E8A-4147-A177-3AD203B41FA5}">
                          <a16:colId xmlns:a16="http://schemas.microsoft.com/office/drawing/2014/main" val="3859037791"/>
                        </a:ext>
                      </a:extLst>
                    </a:gridCol>
                    <a:gridCol w="1930400">
                      <a:extLst>
                        <a:ext uri="{9D8B030D-6E8A-4147-A177-3AD203B41FA5}">
                          <a16:colId xmlns:a16="http://schemas.microsoft.com/office/drawing/2014/main" val="1986166423"/>
                        </a:ext>
                      </a:extLst>
                    </a:gridCol>
                    <a:gridCol w="1798320">
                      <a:extLst>
                        <a:ext uri="{9D8B030D-6E8A-4147-A177-3AD203B41FA5}">
                          <a16:colId xmlns:a16="http://schemas.microsoft.com/office/drawing/2014/main" val="3667104526"/>
                        </a:ext>
                      </a:extLst>
                    </a:gridCol>
                    <a:gridCol w="2499359">
                      <a:extLst>
                        <a:ext uri="{9D8B030D-6E8A-4147-A177-3AD203B41FA5}">
                          <a16:colId xmlns:a16="http://schemas.microsoft.com/office/drawing/2014/main" val="265108309"/>
                        </a:ext>
                      </a:extLst>
                    </a:gridCol>
                  </a:tblGrid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Data Structure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Time to insert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find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100" dirty="0"/>
                            <a:t>Time to delete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6940656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110448" r="-22397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110448" r="-139865" b="-735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110448" r="-976" b="-73582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9921803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Unsorted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207353" r="-22397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207353" r="-139865" b="-6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207353" r="-976" b="-6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375322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Array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311940" r="-22397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311940" r="-139865" b="-53432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311940" r="-976" b="-53432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51548857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Sorted Linked List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405882" r="-22397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405882" r="-139865" b="-4264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405882" r="-976" b="-4264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77379023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Binary Search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513433" r="-22397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513433" r="-139865" b="-332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513433" r="-976" b="-3328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2073772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AVL Tree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604412" r="-22397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604412" r="-139865" b="-2279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604412" r="-976" b="-227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752868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(Worst case)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714925" r="-22397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714925" r="-139865" b="-1313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714925" r="-976" b="-1313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9387819"/>
                      </a:ext>
                    </a:extLst>
                  </a:tr>
                  <a:tr h="411480">
                    <a:tc>
                      <a:txBody>
                        <a:bodyPr/>
                        <a:lstStyle/>
                        <a:p>
                          <a:r>
                            <a:rPr lang="en-US" sz="2100" dirty="0"/>
                            <a:t>Hash Table (Average)</a:t>
                          </a:r>
                        </a:p>
                      </a:txBody>
                      <a:tcPr>
                        <a:solidFill>
                          <a:schemeClr val="accent2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55205" t="-802941" r="-22397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73311" t="-802941" r="-139865" b="-294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69512" t="-802941" r="-976" b="-294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3321211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3791417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1EBAF4-F1F4-9C84-F186-4A0326FB46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Hash 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C22E5-FF63-9465-BBF3-027FF5402D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Idea:</a:t>
            </a:r>
          </a:p>
          <a:p>
            <a:pPr lvl="1"/>
            <a:r>
              <a:rPr lang="en-US" dirty="0"/>
              <a:t>Have a small array to store information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hash function</a:t>
            </a:r>
            <a:r>
              <a:rPr lang="en-US" dirty="0"/>
              <a:t> to convert the key into an index</a:t>
            </a:r>
          </a:p>
          <a:p>
            <a:pPr lvl="2"/>
            <a:r>
              <a:rPr lang="en-US" dirty="0"/>
              <a:t>Hash function should “scatter” the keys, behave as if it randomly assigned keys to indices</a:t>
            </a:r>
          </a:p>
          <a:p>
            <a:pPr lvl="1"/>
            <a:r>
              <a:rPr lang="en-US" dirty="0"/>
              <a:t>Store key at the index given by the hash function</a:t>
            </a:r>
          </a:p>
          <a:p>
            <a:pPr lvl="1"/>
            <a:r>
              <a:rPr lang="en-US" dirty="0"/>
              <a:t>Do something if two keys map to the same place (should be very rare)</a:t>
            </a:r>
          </a:p>
          <a:p>
            <a:pPr lvl="2"/>
            <a:r>
              <a:rPr lang="en-US" dirty="0"/>
              <a:t>Collision resolution</a:t>
            </a:r>
          </a:p>
        </p:txBody>
      </p:sp>
      <p:pic>
        <p:nvPicPr>
          <p:cNvPr id="1026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A711E177-0A03-6A78-A571-9F53531A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5164328"/>
            <a:ext cx="1252220" cy="751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/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45C3AE01-1BAE-1391-79A0-0069B31AEC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6500" y="5164328"/>
                <a:ext cx="955040" cy="751840"/>
              </a:xfrm>
              <a:prstGeom prst="rightArrow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25CEE9F9-2EBE-4CC1-9403-3C322B3D011A}"/>
              </a:ext>
            </a:extLst>
          </p:cNvPr>
          <p:cNvGrpSpPr/>
          <p:nvPr/>
        </p:nvGrpSpPr>
        <p:grpSpPr>
          <a:xfrm>
            <a:off x="6906260" y="5164328"/>
            <a:ext cx="5120640" cy="640080"/>
            <a:chOff x="1470660" y="4001294"/>
            <a:chExt cx="5120640" cy="64008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E15F891-EABE-C715-0CC0-B077530D6B06}"/>
                </a:ext>
              </a:extLst>
            </p:cNvPr>
            <p:cNvSpPr/>
            <p:nvPr/>
          </p:nvSpPr>
          <p:spPr>
            <a:xfrm>
              <a:off x="14706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916793F-F73D-8588-59C0-B5CD1713D13C}"/>
                </a:ext>
              </a:extLst>
            </p:cNvPr>
            <p:cNvSpPr/>
            <p:nvPr/>
          </p:nvSpPr>
          <p:spPr>
            <a:xfrm>
              <a:off x="21107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BF5FE7C-60F8-DCCD-71CA-23CCA50514E5}"/>
                </a:ext>
              </a:extLst>
            </p:cNvPr>
            <p:cNvSpPr/>
            <p:nvPr/>
          </p:nvSpPr>
          <p:spPr>
            <a:xfrm>
              <a:off x="27508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08263-8B67-5D74-ACF7-D2EF2DE9F6C9}"/>
                </a:ext>
              </a:extLst>
            </p:cNvPr>
            <p:cNvSpPr/>
            <p:nvPr/>
          </p:nvSpPr>
          <p:spPr>
            <a:xfrm>
              <a:off x="339090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C47B54-CFE9-D28C-B605-0944181CD613}"/>
                </a:ext>
              </a:extLst>
            </p:cNvPr>
            <p:cNvSpPr/>
            <p:nvPr/>
          </p:nvSpPr>
          <p:spPr>
            <a:xfrm>
              <a:off x="403098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809D88-9346-16AB-47D9-15E1AB178F52}"/>
                </a:ext>
              </a:extLst>
            </p:cNvPr>
            <p:cNvSpPr/>
            <p:nvPr/>
          </p:nvSpPr>
          <p:spPr>
            <a:xfrm>
              <a:off x="467106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830064F-7EE5-1285-D430-ECA89FA194B5}"/>
                </a:ext>
              </a:extLst>
            </p:cNvPr>
            <p:cNvSpPr/>
            <p:nvPr/>
          </p:nvSpPr>
          <p:spPr>
            <a:xfrm>
              <a:off x="531114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35BB3CB-8E1A-CB22-7ACF-36852255E9A8}"/>
                </a:ext>
              </a:extLst>
            </p:cNvPr>
            <p:cNvSpPr/>
            <p:nvPr/>
          </p:nvSpPr>
          <p:spPr>
            <a:xfrm>
              <a:off x="5951220" y="4001294"/>
              <a:ext cx="640080" cy="64008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800" dirty="0">
                <a:solidFill>
                  <a:schemeClr val="tx1"/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18BC6414-62CE-EA22-FB80-F74A3FDF0CD2}"/>
              </a:ext>
            </a:extLst>
          </p:cNvPr>
          <p:cNvSpPr txBox="1"/>
          <p:nvPr/>
        </p:nvSpPr>
        <p:spPr>
          <a:xfrm>
            <a:off x="713741" y="5942568"/>
            <a:ext cx="119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Key Object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6459D7-FB1D-BBF7-141C-D2577C0E01B4}"/>
              </a:ext>
            </a:extLst>
          </p:cNvPr>
          <p:cNvSpPr txBox="1"/>
          <p:nvPr/>
        </p:nvSpPr>
        <p:spPr>
          <a:xfrm>
            <a:off x="3359360" y="5078329"/>
            <a:ext cx="14227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 between 0 and length-1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B5298C6D-A5AF-44EB-717D-6711EFE60FC8}"/>
              </a:ext>
            </a:extLst>
          </p:cNvPr>
          <p:cNvSpPr/>
          <p:nvPr/>
        </p:nvSpPr>
        <p:spPr>
          <a:xfrm>
            <a:off x="4754350" y="4783932"/>
            <a:ext cx="2037080" cy="1460500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Insert / find 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delete</a:t>
            </a:r>
          </a:p>
        </p:txBody>
      </p:sp>
      <p:pic>
        <p:nvPicPr>
          <p:cNvPr id="18" name="Picture 2" descr="Key Clipart Images – Browse 33,319 Stock Photos, Vectors, and Video | Adobe  Stock">
            <a:extLst>
              <a:ext uri="{FF2B5EF4-FFF2-40B4-BE49-F238E27FC236}">
                <a16:creationId xmlns:a16="http://schemas.microsoft.com/office/drawing/2014/main" id="{54070E1C-8E07-4C18-0042-FC895ADDBE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3118" y="5185664"/>
            <a:ext cx="513663" cy="308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BAE7921-37C6-D987-ECCC-13611CBD6373}"/>
              </a:ext>
            </a:extLst>
          </p:cNvPr>
          <p:cNvSpPr txBox="1"/>
          <p:nvPr/>
        </p:nvSpPr>
        <p:spPr>
          <a:xfrm>
            <a:off x="8100060" y="5435076"/>
            <a:ext cx="8148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&amp; value</a:t>
            </a:r>
          </a:p>
        </p:txBody>
      </p:sp>
    </p:spTree>
    <p:extLst>
      <p:ext uri="{BB962C8B-B14F-4D97-AF65-F5344CB8AC3E}">
        <p14:creationId xmlns:p14="http://schemas.microsoft.com/office/powerpoint/2010/main" val="31085182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A3157-9EDB-A5A0-CA4E-45FD834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Properties of a “Good” Hash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8E848-4314-D161-07CD-DB538594ED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Definition: A hash function maps objects to integers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b="1" dirty="0"/>
              <a:t>Consistent</a:t>
            </a:r>
          </a:p>
          <a:p>
            <a:pPr lvl="1"/>
            <a:r>
              <a:rPr lang="en-US" dirty="0"/>
              <a:t>Objects considered “equal” should hash to the same value</a:t>
            </a:r>
          </a:p>
          <a:p>
            <a:pPr lvl="1"/>
            <a:r>
              <a:rPr lang="en-US" dirty="0"/>
              <a:t>Deterministic: running the hash function on the same object twice should yield the same result</a:t>
            </a:r>
          </a:p>
          <a:p>
            <a:r>
              <a:rPr lang="en-US" b="1" dirty="0"/>
              <a:t>Uniform</a:t>
            </a:r>
          </a:p>
          <a:p>
            <a:pPr lvl="1"/>
            <a:r>
              <a:rPr lang="en-US" dirty="0"/>
              <a:t>Should be able to use every index in a fixed-size array</a:t>
            </a:r>
          </a:p>
          <a:p>
            <a:pPr lvl="1"/>
            <a:r>
              <a:rPr lang="en-US" dirty="0"/>
              <a:t>Should use every index at roughly equal rates</a:t>
            </a:r>
            <a:endParaRPr lang="en-US" b="1" dirty="0"/>
          </a:p>
          <a:p>
            <a:r>
              <a:rPr lang="en-US" b="1" dirty="0"/>
              <a:t>Effective</a:t>
            </a:r>
            <a:endParaRPr lang="en-US" dirty="0"/>
          </a:p>
          <a:p>
            <a:pPr lvl="1"/>
            <a:r>
              <a:rPr lang="en-US" dirty="0"/>
              <a:t>It should be difficult to find two objects which hash to the same value</a:t>
            </a:r>
          </a:p>
          <a:p>
            <a:pPr lvl="1"/>
            <a:r>
              <a:rPr lang="en-US" dirty="0"/>
              <a:t>Given on object, it should be hard to find a different object which hashes to the same value</a:t>
            </a:r>
          </a:p>
          <a:p>
            <a:pPr lvl="1"/>
            <a:r>
              <a:rPr lang="en-US" dirty="0"/>
              <a:t>“Avalanche effect”: making a small change to the object yields big changes in the value it hashes to</a:t>
            </a:r>
          </a:p>
          <a:p>
            <a:r>
              <a:rPr lang="en-US" b="1" dirty="0"/>
              <a:t>Efficient</a:t>
            </a:r>
          </a:p>
          <a:p>
            <a:pPr lvl="1"/>
            <a:r>
              <a:rPr lang="en-US" dirty="0"/>
              <a:t>Time to calculate the hash should be very small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8033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E667C-B941-C501-51C7-D8216993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2349D-FC71-54C6-22B8-58D6B00AA1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Supposing we have a “good” hash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insert(key, value){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h = </a:t>
            </a:r>
            <a:r>
              <a:rPr lang="en-US" dirty="0" err="1">
                <a:latin typeface="Consolas" panose="020B0609020204030204" pitchFamily="49" charset="0"/>
              </a:rPr>
              <a:t>key.hash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	table[h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r>
              <a:rPr lang="en-US" dirty="0">
                <a:latin typeface="Consolas" panose="020B0609020204030204" pitchFamily="49" charset="0"/>
              </a:rPr>
              <a:t>] = value;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/>
              <a:t>Problem: It’s possible that two different keys map to the same index!</a:t>
            </a:r>
          </a:p>
          <a:p>
            <a:pPr marL="0" indent="0">
              <a:buNone/>
            </a:pPr>
            <a:r>
              <a:rPr lang="en-US" dirty="0"/>
              <a:t>This is called a “collision”</a:t>
            </a:r>
          </a:p>
        </p:txBody>
      </p:sp>
    </p:spTree>
    <p:extLst>
      <p:ext uri="{BB962C8B-B14F-4D97-AF65-F5344CB8AC3E}">
        <p14:creationId xmlns:p14="http://schemas.microsoft.com/office/powerpoint/2010/main" val="2350651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4A8AF-72A5-B472-A0CD-E37AFD3D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7292A-1917-0E43-0B96-34F56EC9D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Collision occurs when we want to insert something into an already-occupied position in the hash table</a:t>
            </a:r>
          </a:p>
          <a:p>
            <a:r>
              <a:rPr lang="en-US" dirty="0"/>
              <a:t>2 main strategies:</a:t>
            </a:r>
          </a:p>
          <a:p>
            <a:pPr lvl="1"/>
            <a:r>
              <a:rPr lang="en-US" dirty="0"/>
              <a:t>Separate Chaining</a:t>
            </a:r>
          </a:p>
          <a:p>
            <a:pPr lvl="2"/>
            <a:r>
              <a:rPr lang="en-US" dirty="0"/>
              <a:t>Use a secondary data structure to contain the items</a:t>
            </a:r>
          </a:p>
          <a:p>
            <a:pPr lvl="3"/>
            <a:r>
              <a:rPr lang="en-US" dirty="0"/>
              <a:t>E.g. each index in the hash table is itself a linked list</a:t>
            </a:r>
          </a:p>
          <a:p>
            <a:pPr lvl="1"/>
            <a:r>
              <a:rPr lang="en-US" dirty="0"/>
              <a:t>Open Addressing</a:t>
            </a:r>
          </a:p>
          <a:p>
            <a:pPr lvl="2"/>
            <a:r>
              <a:rPr lang="en-US" dirty="0"/>
              <a:t>Use a different spot in the table instead</a:t>
            </a:r>
          </a:p>
          <a:p>
            <a:pPr lvl="3"/>
            <a:r>
              <a:rPr lang="en-US" dirty="0"/>
              <a:t>Linear Probing</a:t>
            </a:r>
          </a:p>
          <a:p>
            <a:pPr lvl="3"/>
            <a:r>
              <a:rPr lang="en-US" dirty="0"/>
              <a:t>Quadratic Probing</a:t>
            </a:r>
          </a:p>
          <a:p>
            <a:pPr lvl="3"/>
            <a:r>
              <a:rPr lang="en-US" dirty="0"/>
              <a:t>Double Hashing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F91B734-73D3-DC0E-2EA2-99B52DE40162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EBAB576A-E277-4D44-8605-52AA1885F28A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B6B729D-973C-9729-632E-7734BF04643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D280AE4-DF69-9BCF-A1E0-3A8E6BE2B33B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B8C4FDE-B0DE-2771-370F-1A0C867096C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97DC60-EB0D-24EA-F496-C00651236C4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8589CB5-BA80-50F5-226F-5781BC30B89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1334B41-6AC4-A0BD-25EF-9FB7C063565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2AA01879-292C-EAF8-264C-81133339D77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A0E7C03F-94AB-7223-381C-92C41393769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5E6F94F-27FE-D263-E64E-FE7AB20BF7C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4F73501A-40F5-F49B-0791-7DCE4C0186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5C056CA-946D-B557-9168-1E9CA2B477B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2E4B604-A8C8-A753-DAD3-56463AC1B8B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40D010B-46BA-24A7-2F9F-E2B5E82325A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DE21E00-A30B-1A54-F38A-541C565F934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4F2D1BF-F61C-68D8-1070-7FA83CFF1DF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D8FBC60-940C-B628-8C12-BC09ED41F4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9443195-B9EA-DE7E-DBA2-00E011DBA1C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3800E23E-90B1-5279-C25A-4E2AC8972ED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77FE1D7-CC95-D643-4744-7214AFBD5D15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DCB5281-E8A2-F396-0EC9-1F31090E63F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ED01229-04B7-F7D8-4C7C-A8A02458CA1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328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>
                <a:latin typeface="Consolas" panose="020B0609020204030204" pitchFamily="49" charset="0"/>
              </a:rPr>
              <a:t>k, v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Add the key-value pair to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33653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find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F7D1AD0-1B9E-412D-3A20-E79C7C02DFF4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386195-BD90-00BB-B11C-2E0A51EBF726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A268444-E9D8-103A-F880-AB46C12BC76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E7D612-CC0B-0352-BEBB-325F28C5F24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94040C-B153-41DB-4A4A-4062B5FB7766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086E2FC-87C5-76F1-BF3B-38BF8C1727B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BEE80FF-E49F-4242-CE72-CE8B36A5165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0C3ED64-7D18-86F3-420B-1C3D977FD62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71237C98-7B2E-9E91-022B-629C5413948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8E410D9-4E58-2B93-328E-E35FEF26D71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B5871046-D0CF-483C-3624-DB67CD87402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E97B709-8E5C-B28D-C6FB-76F340883847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3E104D4D-BF21-079D-627C-D3EF4B58C1C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92CA787-F351-99CE-8252-3670679984A2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DE562F-FEFB-3C87-66C5-4FC515819004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0A1EED9-0D82-9636-8B98-6D690796FEDE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BDFB5B6-896C-C056-1726-CBD6B12B0DE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90583C2-0EFF-A52C-5C11-BC8107E92DD0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B9558DB-4D3B-2005-36D4-28AC5C20D22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24E418-7E41-4486-364E-ACB18FBC9F0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DEB544B-D1D8-EE6A-385C-E7D77E8C8DB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FE74979-FA11-F7E9-3C7A-3704658B6B3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ED3DD26-95AB-A798-AE3E-AB168FC60C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70C9EE3D-D77C-1669-D63E-C775BFAB8BA3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DC057F3-CE4E-FEA4-8BF7-41B10D3E6F86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549F27C-56EF-C166-BA10-B4920B8A79A7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3F12D4-0282-8596-10ED-55462BC4C9AF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D82D35A-7B8F-9FB2-74C6-AA71BF05EB5A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F92726D-8930-6161-E4CD-6CD38D725815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7CE6AFB9-924C-CCF6-932C-9A8A5136CF0E}"/>
                  </a:ext>
                </a:extLst>
              </p14:cNvPr>
              <p14:cNvContentPartPr/>
              <p14:nvPr/>
            </p14:nvContentPartPr>
            <p14:xfrm>
              <a:off x="5927040" y="4690440"/>
              <a:ext cx="322920" cy="3646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7CE6AFB9-924C-CCF6-932C-9A8A5136CF0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917680" y="4681080"/>
                <a:ext cx="341640" cy="38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10836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F4894-2A49-82B5-C96E-DFA05D0FF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Chaining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5626-3246-1215-758C-CBB80CF69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delete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Compute the index using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Call delete with the key on the data structure at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91ECDB6-DBDB-A8C5-13B8-D40E0B56F6CF}"/>
              </a:ext>
            </a:extLst>
          </p:cNvPr>
          <p:cNvGrpSpPr/>
          <p:nvPr/>
        </p:nvGrpSpPr>
        <p:grpSpPr>
          <a:xfrm>
            <a:off x="5389880" y="5395595"/>
            <a:ext cx="6400800" cy="1097280"/>
            <a:chOff x="4953000" y="660717"/>
            <a:chExt cx="6400800" cy="109728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AA78154-D2A0-BF2C-9B37-89A4A1379974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B331FF7-4ADF-F5C5-5A92-E2E26C322D8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43150A1-3A0C-0E2E-806A-D901BAA46E5C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7FA6F73-9326-7623-286F-F79D18C948C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B00C70B-769B-1252-448C-DD9A7F25B82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2345D6-30A8-DE1D-1642-CCCCDFD9C13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D9FD4096-164B-4E14-BE95-4D30896294AD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85C0D695-3EA8-5B0F-C8B5-F6B37DA781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64378A1-329E-3EB3-A369-D972CA452FA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1D4BB78-3629-F57F-7936-EEB4230E3113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D5268C3D-BFFE-225B-A692-AF99650934DB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B1FA29-7E34-0841-EC22-1222491D9C3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A02254A-91CA-3383-8EF6-F5AAF94312F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2117B7E3-7CA7-C371-0E02-C5C5A9B5A6B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1CDC39D-5234-7CFE-F9A7-BFA74A9CBB8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A7FECAC9-D12D-95A0-AB8A-DD19A4DFF49A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931F0E9C-6E2C-32C5-2754-D26A3538B18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6D4FDA9-756B-31B1-096F-002F125364F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B26DF93-8ABD-57E7-3342-E8BB1220BBE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F9BDE1C0-1567-F432-BFC9-5D6917EBB1F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4E56DA0-CB51-CD5D-0F83-6A455B6DB6CA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4FA49A12-E978-D7D8-6386-D6286151FBC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6" name="Rectangle 55">
            <a:extLst>
              <a:ext uri="{FF2B5EF4-FFF2-40B4-BE49-F238E27FC236}">
                <a16:creationId xmlns:a16="http://schemas.microsoft.com/office/drawing/2014/main" id="{C8BF4F05-1F9D-06B3-2DDC-C289E853CCE0}"/>
              </a:ext>
            </a:extLst>
          </p:cNvPr>
          <p:cNvSpPr/>
          <p:nvPr/>
        </p:nvSpPr>
        <p:spPr>
          <a:xfrm>
            <a:off x="6755765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787E9B0-35F3-4A63-957F-9FA7F2B518A2}"/>
              </a:ext>
            </a:extLst>
          </p:cNvPr>
          <p:cNvCxnSpPr>
            <a:cxnSpLocks/>
            <a:stCxn id="48" idx="0"/>
            <a:endCxn id="56" idx="2"/>
          </p:cNvCxnSpPr>
          <p:nvPr/>
        </p:nvCxnSpPr>
        <p:spPr>
          <a:xfrm flipV="1">
            <a:off x="6990080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8099790F-4528-AB94-CDB3-F6CC4231DE2C}"/>
              </a:ext>
            </a:extLst>
          </p:cNvPr>
          <p:cNvSpPr/>
          <p:nvPr/>
        </p:nvSpPr>
        <p:spPr>
          <a:xfrm>
            <a:off x="8703309" y="4671696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0104CAB-B7CB-EF56-EAD8-BC0CD889224E}"/>
              </a:ext>
            </a:extLst>
          </p:cNvPr>
          <p:cNvCxnSpPr>
            <a:cxnSpLocks/>
            <a:endCxn id="58" idx="2"/>
          </p:cNvCxnSpPr>
          <p:nvPr/>
        </p:nvCxnSpPr>
        <p:spPr>
          <a:xfrm flipV="1">
            <a:off x="8937624" y="514032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2E13C852-F822-AC77-8026-CE353C7665DD}"/>
              </a:ext>
            </a:extLst>
          </p:cNvPr>
          <p:cNvSpPr/>
          <p:nvPr/>
        </p:nvSpPr>
        <p:spPr>
          <a:xfrm>
            <a:off x="8703309" y="3947797"/>
            <a:ext cx="468630" cy="46863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Consolas" panose="020B0609020204030204" pitchFamily="49" charset="0"/>
              </a:rPr>
              <a:t>k,v</a:t>
            </a:r>
            <a:endParaRPr lang="en-US" sz="1200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51ADFC5-0306-0154-E32F-D9B258F02E0B}"/>
              </a:ext>
            </a:extLst>
          </p:cNvPr>
          <p:cNvCxnSpPr>
            <a:cxnSpLocks/>
            <a:endCxn id="60" idx="2"/>
          </p:cNvCxnSpPr>
          <p:nvPr/>
        </p:nvCxnSpPr>
        <p:spPr>
          <a:xfrm flipV="1">
            <a:off x="8937624" y="44164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534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208DC-CFA0-51FE-747F-B24C466E3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7472004-A429-6393-5D4F-B3CB879A5788}"/>
                  </a:ext>
                </a:extLst>
              </p14:cNvPr>
              <p14:cNvContentPartPr/>
              <p14:nvPr/>
            </p14:nvContentPartPr>
            <p14:xfrm>
              <a:off x="1487160" y="1396080"/>
              <a:ext cx="9992520" cy="4204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7472004-A429-6393-5D4F-B3CB879A578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7800" y="1386720"/>
                <a:ext cx="10011240" cy="422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0201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8A99-EE1D-8BA1-BF8F-8AE8428FD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5739B-EF93-6D32-C090-5A36AA6B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46576E-E441-D262-342D-969920D971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3903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48504-CA46-CA67-A734-8DDC6861F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your load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gets too large, copy everything over to a larger hash table</a:t>
                </a:r>
              </a:p>
              <a:p>
                <a:pPr lvl="1"/>
                <a:r>
                  <a:rPr lang="en-US" dirty="0"/>
                  <a:t>To do this: make a new, larger array</a:t>
                </a:r>
              </a:p>
              <a:p>
                <a:pPr lvl="1"/>
                <a:r>
                  <a:rPr lang="en-US" dirty="0"/>
                  <a:t>Re-insert all items into the new hash table by reapplying the hash function</a:t>
                </a:r>
              </a:p>
              <a:p>
                <a:pPr lvl="2"/>
                <a:r>
                  <a:rPr lang="en-US" dirty="0"/>
                  <a:t>We need to reapply the hash function because items should map to a different index</a:t>
                </a:r>
              </a:p>
              <a:p>
                <a:pPr lvl="1"/>
                <a:r>
                  <a:rPr lang="en-US" dirty="0"/>
                  <a:t>New array should be “roughly” double the length (but probably still want it to be prime)</a:t>
                </a:r>
              </a:p>
              <a:p>
                <a:r>
                  <a:rPr lang="en-US" dirty="0"/>
                  <a:t>What does “too large” mean?</a:t>
                </a:r>
              </a:p>
              <a:p>
                <a:pPr lvl="1"/>
                <a:r>
                  <a:rPr lang="en-US" dirty="0"/>
                  <a:t>For separate chaining,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open addressing,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D35DA9B-52D4-790A-0B53-C00EF24F0DF2}"/>
                  </a:ext>
                </a:extLst>
              </p14:cNvPr>
              <p14:cNvContentPartPr/>
              <p14:nvPr/>
            </p14:nvContentPartPr>
            <p14:xfrm>
              <a:off x="823320" y="2835000"/>
              <a:ext cx="7998480" cy="18007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D35DA9B-52D4-790A-0B53-C00EF24F0DF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3960" y="2825640"/>
                <a:ext cx="8017200" cy="1819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4344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A8A11BCC-D30B-83C1-220F-AC2902DDA0E7}"/>
                  </a:ext>
                </a:extLst>
              </p14:cNvPr>
              <p14:cNvContentPartPr/>
              <p14:nvPr/>
            </p14:nvContentPartPr>
            <p14:xfrm>
              <a:off x="7472520" y="1022400"/>
              <a:ext cx="1330920" cy="55152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A8A11BCC-D30B-83C1-220F-AC2902DDA0E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463160" y="1013040"/>
                <a:ext cx="1349640" cy="57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01138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E0DDE311-CE88-A483-73CF-56C106B054FC}"/>
                  </a:ext>
                </a:extLst>
              </p14:cNvPr>
              <p14:cNvContentPartPr/>
              <p14:nvPr/>
            </p14:nvContentPartPr>
            <p14:xfrm>
              <a:off x="4046760" y="891000"/>
              <a:ext cx="1376640" cy="74124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E0DDE311-CE88-A483-73CF-56C106B054F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037400" y="881640"/>
                <a:ext cx="1395360" cy="759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255617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0FBA-6F79-02B9-10AD-EEAD859AE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Factor?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E08AF-DF9A-73DA-75F4-9E637D15C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63F0AD-B366-C970-FEE0-A04A115DD57E}"/>
              </a:ext>
            </a:extLst>
          </p:cNvPr>
          <p:cNvGrpSpPr/>
          <p:nvPr/>
        </p:nvGrpSpPr>
        <p:grpSpPr>
          <a:xfrm>
            <a:off x="3002280" y="327342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9C43E9-2D02-A0AE-77F2-A88FDACCC3C2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F2AE310-76CF-A4D1-646A-CF24361BD1F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E01462BD-18BE-92D9-F615-720C0D738196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EE0AF8-5E31-EE08-B930-3691FC794464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55D9A24-F483-575F-AC5F-5F0956AC428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F202C58-CBB5-012D-D557-2A031682B6B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8089122-E844-682A-D3C8-8FEB6934524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116D899-11B0-3132-F34D-1A8546F8896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F0C92C-0A6A-A736-6854-6B83789D1F3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110D7F84-AB37-0A22-EEBF-60DCC570F6A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1791840-5C39-5A87-C232-121A7EFD5A32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B4AC9D25-BE1B-EA8E-3CDF-55103A55DC6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DE504D8-C13D-913E-0F85-BCB0208DE1B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1517909-B239-ADEF-BE68-21168FF28B4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5AF83179-0D61-6102-E798-298CCFBFBEB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2E3EBF93-6D9A-6005-B678-19C29F8FB65E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42C8D5-406E-0A13-A085-6CA809BE4D2F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020D2B5-E5BA-F903-664F-E14D4888F26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0F2615A-DEB3-179F-B749-F850767EF3A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86ADB1-F3AC-5513-3A43-A3DACE0EEBB3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32600D7-9784-D14C-E329-06747D4BA92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C19CA43-9C52-3476-02AB-173F335F4DC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/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2BE152A-DD21-A1D9-F9DB-36C450E2C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8165" y="2549524"/>
                <a:ext cx="468630" cy="468630"/>
              </a:xfrm>
              <a:prstGeom prst="rect">
                <a:avLst/>
              </a:prstGeom>
              <a:blipFill>
                <a:blip r:embed="rId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D6838AF-6EEE-FDD0-E016-B6452060B852}"/>
              </a:ext>
            </a:extLst>
          </p:cNvPr>
          <p:cNvCxnSpPr>
            <a:cxnSpLocks/>
            <a:stCxn id="19" idx="0"/>
            <a:endCxn id="27" idx="2"/>
          </p:cNvCxnSpPr>
          <p:nvPr/>
        </p:nvCxnSpPr>
        <p:spPr>
          <a:xfrm flipV="1">
            <a:off x="4602480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/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F26FCB5F-C80E-58DD-C419-EE8648D2A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2549524"/>
                <a:ext cx="468630" cy="468630"/>
              </a:xfrm>
              <a:prstGeom prst="rect">
                <a:avLst/>
              </a:prstGeom>
              <a:blipFill>
                <a:blip r:embed="rId3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6620DF4-C4AC-F0A0-8AF7-1B9AA29AE047}"/>
              </a:ext>
            </a:extLst>
          </p:cNvPr>
          <p:cNvCxnSpPr>
            <a:cxnSpLocks/>
            <a:endCxn id="29" idx="2"/>
          </p:cNvCxnSpPr>
          <p:nvPr/>
        </p:nvCxnSpPr>
        <p:spPr>
          <a:xfrm flipV="1">
            <a:off x="6550024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/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ACA7CFFF-707E-EEF0-FCB3-F96A6B0735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825625"/>
                <a:ext cx="468630" cy="468630"/>
              </a:xfrm>
              <a:prstGeom prst="rect">
                <a:avLst/>
              </a:prstGeom>
              <a:blipFill>
                <a:blip r:embed="rId4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6DDAB81-8C43-B648-39FE-E4FB6BFD9151}"/>
              </a:ext>
            </a:extLst>
          </p:cNvPr>
          <p:cNvCxnSpPr>
            <a:cxnSpLocks/>
            <a:endCxn id="31" idx="2"/>
          </p:cNvCxnSpPr>
          <p:nvPr/>
        </p:nvCxnSpPr>
        <p:spPr>
          <a:xfrm flipV="1">
            <a:off x="6550024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/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26F0FDA-D34D-B8D0-9980-0ABC895BC0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709" y="1101726"/>
                <a:ext cx="468630" cy="468630"/>
              </a:xfrm>
              <a:prstGeom prst="rect">
                <a:avLst/>
              </a:prstGeom>
              <a:blipFill>
                <a:blip r:embed="rId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A352F6C-DE53-32FA-E0D5-C4BD09FE69CB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6550024" y="1570356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/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6C0B67D5-585B-A19C-12CE-7279BCB526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2549524"/>
                <a:ext cx="468630" cy="468630"/>
              </a:xfrm>
              <a:prstGeom prst="rect">
                <a:avLst/>
              </a:prstGeom>
              <a:blipFill>
                <a:blip r:embed="rId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5EAD4BB-F71C-4B78-6EE6-A124E0BA4014}"/>
              </a:ext>
            </a:extLst>
          </p:cNvPr>
          <p:cNvCxnSpPr>
            <a:cxnSpLocks/>
            <a:endCxn id="35" idx="2"/>
          </p:cNvCxnSpPr>
          <p:nvPr/>
        </p:nvCxnSpPr>
        <p:spPr>
          <a:xfrm flipV="1">
            <a:off x="9069069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/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E085C7EF-EC8A-9112-3297-6CC7CFC479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825625"/>
                <a:ext cx="468630" cy="468630"/>
              </a:xfrm>
              <a:prstGeom prst="rect">
                <a:avLst/>
              </a:prstGeom>
              <a:blipFill>
                <a:blip r:embed="rId7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93F4EF4-64CB-DDD5-DC1F-9C3F90800DD7}"/>
              </a:ext>
            </a:extLst>
          </p:cNvPr>
          <p:cNvCxnSpPr>
            <a:cxnSpLocks/>
            <a:endCxn id="37" idx="2"/>
          </p:cNvCxnSpPr>
          <p:nvPr/>
        </p:nvCxnSpPr>
        <p:spPr>
          <a:xfrm flipV="1">
            <a:off x="9069069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/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BC250B66-D88B-576F-2EE4-97FA99D031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1084897"/>
                <a:ext cx="468630" cy="468630"/>
              </a:xfrm>
              <a:prstGeom prst="rect">
                <a:avLst/>
              </a:prstGeom>
              <a:blipFill>
                <a:blip r:embed="rId8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87CECB3-6B1F-DDE3-F042-3FC3931A51F3}"/>
              </a:ext>
            </a:extLst>
          </p:cNvPr>
          <p:cNvCxnSpPr>
            <a:cxnSpLocks/>
            <a:endCxn id="39" idx="2"/>
          </p:cNvCxnSpPr>
          <p:nvPr/>
        </p:nvCxnSpPr>
        <p:spPr>
          <a:xfrm flipV="1">
            <a:off x="9069069" y="155352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/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AC279382-C643-1AFC-B041-2C279813F3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4754" y="360998"/>
                <a:ext cx="468630" cy="468630"/>
              </a:xfrm>
              <a:prstGeom prst="rect">
                <a:avLst/>
              </a:prstGeom>
              <a:blipFill>
                <a:blip r:embed="rId9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01C2F5F-EF97-7D03-A3CD-00BF6AC7D8DF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9069069" y="829628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/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03BAA4C-B007-C380-6D00-7D95F25871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97" y="1825625"/>
                <a:ext cx="468630" cy="468630"/>
              </a:xfrm>
              <a:prstGeom prst="rect">
                <a:avLst/>
              </a:prstGeom>
              <a:blipFill>
                <a:blip r:embed="rId10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772FA18-6A5B-A1AF-51F3-05EBCDEAB760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4608512" y="2294255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/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DE2F806D-D1B1-DF73-6BDA-A4668BEDD6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366" y="2549524"/>
                <a:ext cx="468630" cy="468630"/>
              </a:xfrm>
              <a:prstGeom prst="rect">
                <a:avLst/>
              </a:prstGeom>
              <a:blipFill>
                <a:blip r:embed="rId11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3F82035-F31B-DDB2-87BB-A0A1AEB721D2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841681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/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E2D19C4-9589-8C78-5C2C-A7145D3AE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2562064"/>
                <a:ext cx="468630" cy="468630"/>
              </a:xfrm>
              <a:prstGeom prst="rect">
                <a:avLst/>
              </a:prstGeom>
              <a:blipFill>
                <a:blip r:embed="rId12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0D314E1-854A-65E6-9B7F-C273F6FDE7DA}"/>
              </a:ext>
            </a:extLst>
          </p:cNvPr>
          <p:cNvCxnSpPr>
            <a:cxnSpLocks/>
            <a:endCxn id="47" idx="2"/>
          </p:cNvCxnSpPr>
          <p:nvPr/>
        </p:nvCxnSpPr>
        <p:spPr>
          <a:xfrm flipV="1">
            <a:off x="7827325" y="303069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/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4EF44CA0-7BB2-4E78-982C-D3C3E70B39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421" y="2549524"/>
                <a:ext cx="468630" cy="468630"/>
              </a:xfrm>
              <a:prstGeom prst="rect">
                <a:avLst/>
              </a:prstGeom>
              <a:blipFill>
                <a:blip r:embed="rId13"/>
                <a:stretch>
                  <a:fillRect l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A668F0C-0B35-AA65-2737-CBC7BE8228E2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3360736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/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0A295C55-7A02-3F40-BBC1-E88C568E01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010" y="1846579"/>
                <a:ext cx="468630" cy="468630"/>
              </a:xfrm>
              <a:prstGeom prst="rect">
                <a:avLst/>
              </a:prstGeom>
              <a:blipFill>
                <a:blip r:embed="rId14"/>
                <a:stretch>
                  <a:fillRect l="-10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4F63374C-DE0C-C5B4-3F72-3B27EC9BC237}"/>
              </a:ext>
            </a:extLst>
          </p:cNvPr>
          <p:cNvCxnSpPr>
            <a:cxnSpLocks/>
            <a:endCxn id="51" idx="2"/>
          </p:cNvCxnSpPr>
          <p:nvPr/>
        </p:nvCxnSpPr>
        <p:spPr>
          <a:xfrm flipV="1">
            <a:off x="7827325" y="2315209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/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B473778A-2878-4EF8-9556-821A278D07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3090" y="2549524"/>
                <a:ext cx="468630" cy="468630"/>
              </a:xfrm>
              <a:prstGeom prst="rect">
                <a:avLst/>
              </a:prstGeom>
              <a:blipFill>
                <a:blip r:embed="rId15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A40B7F36-8C50-B7B5-8D5D-F7C2197D449B}"/>
              </a:ext>
            </a:extLst>
          </p:cNvPr>
          <p:cNvCxnSpPr>
            <a:cxnSpLocks/>
            <a:endCxn id="53" idx="2"/>
          </p:cNvCxnSpPr>
          <p:nvPr/>
        </p:nvCxnSpPr>
        <p:spPr>
          <a:xfrm flipV="1">
            <a:off x="8447405" y="3018154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/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1215489C-1C00-DF44-EE09-420899356F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7135" y="1133157"/>
                <a:ext cx="468630" cy="468630"/>
              </a:xfrm>
              <a:prstGeom prst="rect">
                <a:avLst/>
              </a:prstGeom>
              <a:blipFill>
                <a:blip r:embed="rId16"/>
                <a:stretch>
                  <a:fillRect l="-8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8F43A32-977F-43FE-EAAB-FDBF4149C224}"/>
              </a:ext>
            </a:extLst>
          </p:cNvPr>
          <p:cNvCxnSpPr>
            <a:cxnSpLocks/>
            <a:endCxn id="55" idx="2"/>
          </p:cNvCxnSpPr>
          <p:nvPr/>
        </p:nvCxnSpPr>
        <p:spPr>
          <a:xfrm flipV="1">
            <a:off x="7811450" y="1601787"/>
            <a:ext cx="0" cy="25526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30A2080E-3A3C-B4B5-8BA7-ECE611908859}"/>
                  </a:ext>
                </a:extLst>
              </p14:cNvPr>
              <p14:cNvContentPartPr/>
              <p14:nvPr/>
            </p14:nvContentPartPr>
            <p14:xfrm>
              <a:off x="1247400" y="1389960"/>
              <a:ext cx="1137240" cy="47808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30A2080E-3A3C-B4B5-8BA7-ECE61190885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238040" y="1380600"/>
                <a:ext cx="1155960" cy="49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562744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0C561-7C0A-77D5-7D16-0EEEF8EC78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32C67-A348-85FC-F378-49B7E5A90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F30BEF-7C18-0791-2451-C3D03B082D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269A8-5366-06F8-EC79-56A7CF5C93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7968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13CD2-C515-235D-16B5-A9138D97A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9B8F5-FC65-0B0C-8CF3-A7E7353DF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Formal Running Time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6EDD00-1685-7530-DFB5-FCDF84E5FA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</a:t>
                </a:r>
                <a:r>
                  <a:rPr lang="en-US" b="1" dirty="0"/>
                  <a:t>load factor</a:t>
                </a:r>
                <a:r>
                  <a:rPr lang="en-US" dirty="0"/>
                  <a:t> of a hash table represents the average number of items per “bucket”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𝑙𝑒𝑛𝑔𝑡h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Assume we have a hash table that uses a linked-list for separate chaining</a:t>
                </a:r>
              </a:p>
              <a:p>
                <a:pPr lvl="1"/>
                <a:r>
                  <a:rPr lang="en-US" dirty="0"/>
                  <a:t>What is the expected number of comparisons needed in an unsuccessful find?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What is the expected number of comparisons needed in a successful find?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𝜆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How can we make the expected running time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en-US" dirty="0"/>
                  <a:t>?</a:t>
                </a:r>
              </a:p>
              <a:p>
                <a:pPr lvl="1"/>
                <a:r>
                  <a:rPr lang="en-US" dirty="0"/>
                  <a:t>Pick a constant value, resize the array whenever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that constant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6EDD00-1685-7530-DFB5-FCDF84E5FA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3865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E7498-9DAE-DEB6-261A-D13AF09F6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1C831-F25F-B861-FC1F-B53A64125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Rehashing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0D415C-0036-C33E-EC5B-DC3A8160F6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If your load factor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gets too large, copy everything over to a larger hash table</a:t>
                </a:r>
              </a:p>
              <a:p>
                <a:pPr lvl="1"/>
                <a:r>
                  <a:rPr lang="en-US" dirty="0"/>
                  <a:t>To do this: make a new, larger array</a:t>
                </a:r>
              </a:p>
              <a:p>
                <a:pPr lvl="1"/>
                <a:r>
                  <a:rPr lang="en-US" dirty="0"/>
                  <a:t>Re-insert all items into the new hash table by reapplying the hash function</a:t>
                </a:r>
              </a:p>
              <a:p>
                <a:pPr lvl="2"/>
                <a:r>
                  <a:rPr lang="en-US" dirty="0"/>
                  <a:t>We need to reapply the hash function because items should map to a different index</a:t>
                </a:r>
              </a:p>
              <a:p>
                <a:pPr lvl="1"/>
                <a:r>
                  <a:rPr lang="en-US" dirty="0"/>
                  <a:t>New array should be “roughly” double the length (but probably still want it to be prime)</a:t>
                </a:r>
              </a:p>
              <a:p>
                <a:r>
                  <a:rPr lang="en-US" dirty="0"/>
                  <a:t>What does “too large” mean?</a:t>
                </a:r>
              </a:p>
              <a:p>
                <a:pPr lvl="1"/>
                <a:r>
                  <a:rPr lang="en-US" dirty="0"/>
                  <a:t>For separate chaining,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&lt;2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For open addressing, typically 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6C4D0-09F9-C2D9-56AC-4F81B37D1B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77084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FD21D-C91E-3FE2-2027-49433DFD6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Collision Resolution: Linear Probing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C88E4-9BBE-71CC-681D-27A20BEEA2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there’s a collision, use the next open space in the table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E33847A-21B7-8D67-70E7-20697D5D828F}"/>
              </a:ext>
            </a:extLst>
          </p:cNvPr>
          <p:cNvGrpSpPr/>
          <p:nvPr/>
        </p:nvGrpSpPr>
        <p:grpSpPr>
          <a:xfrm>
            <a:off x="2895600" y="483806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72483E0-035B-552B-046B-B8CFCDDDA37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0A2255D-F389-165E-90CE-D5FDEDDAD427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873DF17-BBDE-7098-679E-F718BD0005E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497686A-BF93-5D4B-62ED-13F2DCF99D2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B1FA2-F273-056C-0BC0-3CF45C0F23ED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FCA446-C2F3-17AC-0BE3-69BCB6EC8B5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9E15B43A-CE28-5824-C803-3DB155C25B9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50E83A-82AF-5B5F-4819-0B3B5A4A67D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D477FBFB-DD77-940B-BBEF-1081F2AB4D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54EC3AB-7728-01B1-C085-C01979A56E1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5AF9B6F-5851-F1D1-4A8F-611B3182AB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6CBC511-68D6-8230-0208-019B6D43F0C0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EAA4797-6DEA-8CBE-BAC1-E915143B934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F550FB6-B136-FD0A-CDFB-8DCF58F3E6B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B75A14D9-1D9F-1F25-2689-4B160E4CD780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5B50E096-C2C7-35F2-770A-652F4CB9C336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1390E29-9377-939E-4D08-909131F81DF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18A230B-E4DC-C904-C2DD-D6BF5FD6E094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C3758B1-9087-D7B1-ABB7-BF5CFE288F86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C2C4802-4643-0124-1D32-E88B8617331A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4B46D2A-B3B0-8BFB-4118-5BA56C95DCC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DB85716-D30D-EBB1-5947-E6BF559FAEB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90E205F-ED2F-78AE-2329-8F1A9FF93959}"/>
                  </a:ext>
                </a:extLst>
              </p14:cNvPr>
              <p14:cNvContentPartPr/>
              <p14:nvPr/>
            </p14:nvContentPartPr>
            <p14:xfrm>
              <a:off x="2743920" y="4417920"/>
              <a:ext cx="6563160" cy="16567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90E205F-ED2F-78AE-2329-8F1A9FF9395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34560" y="4408560"/>
                <a:ext cx="6581880" cy="1675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59601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index </a:t>
            </a:r>
            <a:r>
              <a:rPr lang="en-US" dirty="0">
                <a:latin typeface="Consolas" panose="020B0609020204030204" pitchFamily="49" charset="0"/>
              </a:rPr>
              <a:t>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(i+2)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index </a:t>
            </a:r>
            <a:r>
              <a:rPr lang="en-US" dirty="0">
                <a:latin typeface="Consolas" panose="020B0609020204030204" pitchFamily="49" charset="0"/>
              </a:rPr>
              <a:t>(i+3)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528979FE-952A-7A32-07FA-670A024FAD4C}"/>
                  </a:ext>
                </a:extLst>
              </p14:cNvPr>
              <p14:cNvContentPartPr/>
              <p14:nvPr/>
            </p14:nvContentPartPr>
            <p14:xfrm>
              <a:off x="2387520" y="2008440"/>
              <a:ext cx="5051520" cy="193824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528979FE-952A-7A32-07FA-670A024FAD4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78160" y="1999080"/>
                <a:ext cx="5070240" cy="195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335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1CB483B-1B51-81A4-998F-C18BDFC7A15B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59E03DE-9160-760E-CF86-C5941F904018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B13D3D-1B90-EAA5-7AFB-EA801C2BB03B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FE21E7F-24A9-345B-6179-CE9B6B64048E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08EC2F-4B9F-A549-E285-F4281992943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3385E2DE-C98D-9B83-787C-CDCDA12EE20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6E10180-6F3A-3B45-83C4-214CAC8D7CD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778B9FA-5B1A-6BAA-D0ED-497B6D233882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25C5EA0-74A9-C388-4C28-4D4F714373D5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DE8AEA-6615-91BD-FFF6-5CBC5567FDB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58753DEE-E10D-C9D8-4695-E23D2D67AB4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618187-A7D6-BE09-20B6-BAA91D197150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4D31F8DB-D9C0-B9CB-3688-A3070BDBF18E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FB6E01C-853F-A01D-EC7F-ADF1B7503A7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5FC6836-E37B-902E-DCCA-42612165BE7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A5BF1168-2CD5-0057-BC2B-4909F76A33D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BAE604-1186-0894-51A9-CDB7E3244583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C78DDE3-ACB7-0049-DED7-1DAD1BC7F50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1B16DDB0-7B34-54E8-8893-11222F305B1A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C05449B-00C3-5D02-3BCE-87B9791D97F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F1FDF2D-2EED-BE48-04B0-683CDAB71AB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851D624-3FB9-0A77-322F-64E16B3803E0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A3D70CC-3542-191B-70BD-13DD27D6CB4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76597C98-437B-8C91-3E5D-8764E353EECD}"/>
                  </a:ext>
                </a:extLst>
              </p14:cNvPr>
              <p14:cNvContentPartPr/>
              <p14:nvPr/>
            </p14:nvContentPartPr>
            <p14:xfrm>
              <a:off x="6154200" y="5645520"/>
              <a:ext cx="470520" cy="4474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76597C98-437B-8C91-3E5D-8764E353EE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44840" y="5636160"/>
                <a:ext cx="489240" cy="466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99092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Find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find key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table[</a:t>
                </a:r>
                <a:r>
                  <a:rPr lang="en-US" sz="2000" dirty="0" err="1">
                    <a:solidFill>
                      <a:prstClr val="black"/>
                    </a:solidFill>
                    <a:latin typeface="Consolas" panose="020B0609020204030204" pitchFamily="49" charset="0"/>
                  </a:rPr>
                  <a:t>i</a:t>
                </a:r>
                <a:r>
                  <a:rPr lang="en-US" sz="2000" dirty="0">
                    <a:solidFill>
                      <a:prstClr val="black"/>
                    </a:solidFill>
                    <a:latin typeface="Consolas" panose="020B0609020204030204" pitchFamily="49" charset="0"/>
                  </a:rPr>
                  <a:t>] </a:t>
                </a:r>
                <a:r>
                  <a:rPr lang="en-US" dirty="0"/>
                  <a:t>is occupied but doesn’t have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</a:t>
                </a:r>
                <a:r>
                  <a:rPr lang="en-US" sz="2000" dirty="0"/>
                  <a:t> </a:t>
                </a:r>
                <a:r>
                  <a:rPr lang="en-US" sz="2000" dirty="0">
                    <a:latin typeface="Consolas" panose="020B0609020204030204" pitchFamily="49" charset="0"/>
                  </a:rPr>
                  <a:t>(i+1)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2000" dirty="0">
                    <a:latin typeface="Consolas" panose="020B0609020204030204" pitchFamily="49" charset="0"/>
                  </a:rPr>
                  <a:t>(i+2) % </a:t>
                </a:r>
                <a:r>
                  <a:rPr lang="en-US" sz="20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and doesn’t contain </a:t>
                </a:r>
                <a:r>
                  <a:rPr lang="en-US" dirty="0">
                    <a:latin typeface="Consolas" panose="020B0609020204030204" pitchFamily="49" charset="0"/>
                  </a:rPr>
                  <a:t>k</a:t>
                </a:r>
                <a:r>
                  <a:rPr lang="en-US" dirty="0"/>
                  <a:t>, check </a:t>
                </a:r>
                <a:r>
                  <a:rPr lang="en-US" sz="1800" dirty="0">
                    <a:latin typeface="Consolas" panose="020B0609020204030204" pitchFamily="49" charset="0"/>
                  </a:rPr>
                  <a:t>(i+3) % </a:t>
                </a:r>
                <a:r>
                  <a:rPr lang="en-US" sz="1800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Repeat until you either find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or else you reach an empty cell in the table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7C19AB-1C53-85A1-A3AF-83DFA61F94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95047B5-3C44-A1E6-0F29-81102CA731C3}"/>
                  </a:ext>
                </a:extLst>
              </p14:cNvPr>
              <p14:cNvContentPartPr/>
              <p14:nvPr/>
            </p14:nvContentPartPr>
            <p14:xfrm>
              <a:off x="3564360" y="4326120"/>
              <a:ext cx="5659920" cy="179424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95047B5-3C44-A1E6-0F29-81102CA731C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555000" y="4316760"/>
                <a:ext cx="5678640" cy="1812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414117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C, D, and E all hashed to 3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3317F43-9CD7-8DA0-A5D0-001E0001053F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1202B14-1CA9-7427-2AFA-FA1DD7757A51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CA3C04AB-11E3-0E1D-5512-CF9905E76CA3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505F905-78AC-0FED-63A8-D158F9F6DB98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56C3C739-190D-77AE-094B-B5A1ABEDD15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DDB671C4-36E4-5759-BD56-4B984DE8E14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5E106D1-7203-82F6-280F-7E853F2B0A6B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0048179-5B5B-1D84-4BEE-B63E119BE515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AF1E2D4-BFD0-E7A3-64D2-1DB262FEE59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9BCC972-4F49-985D-FF80-F251AC888966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F5EC299-2C81-C998-0B48-905B653F2074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35EE393-F261-7112-0EE4-348AA0A1637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F74D851-AE84-7BB2-15D2-B8B3FDBD30F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D037339-333A-C3D8-3E6C-65B8FAD0630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D452F40-2861-0C61-C782-DA10FBC1BF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0EDF1C0F-B926-C860-D53D-B0773489824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7466C9CD-1D81-A75D-F1FC-9BF215023E2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715135D2-4A37-6E73-2735-7DD762D195B1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4DAB7D0-ACAD-CF90-8FD1-642768251F9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D6C6D38-B5FA-0844-809D-ECE94165422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8481B7C-6E6D-1241-B31F-BBD1206BCAC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7E7B75A-56BD-E34F-5441-E945C702414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10EF039-58EA-D1AF-24E2-766AB95BFBAC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5116AA1-79E7-7B8F-6B63-5AD080903693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E2BEEE4-F2F5-4A6D-A7F1-74E5F59B87C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6E892C7-4BB7-7892-D8EF-72CBDED38551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8C937C9A-A150-3B3B-5F5D-A46B057E77E9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14F1BB8-CD89-6CC4-271E-B54E8B76D927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EB063377-763D-7E6B-A2E2-168A8418FD90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BDC69C8-0C62-202A-1D29-F6FA19617469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B2C24F4D-45E7-429F-1A5A-E2F8B890817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C9CAD924-3E43-437B-0227-B82DCA6BCC64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082242E-03C9-DAC8-4F5A-35CBD59C5E6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CCBA9C-3E8E-4B95-CA6E-01032FF83852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792AA63-0871-0F41-E9F2-588857F0A4F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9509C928-E94D-95A9-C016-C6809689E499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B2AA9EB9-788C-B4ED-3ADA-785D5BE14080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FBF553E-1BDD-5C2E-6BB1-8C3C791134B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38A8E60-CF0C-00C6-275F-9CBAE91141F1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DC89A41F-BF8D-9B3D-B3C1-AA50B5DDCE1C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3C7892DC-2FA8-A5BA-5797-5FBAD88AFA6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EEF67158-5307-F23C-E512-778B1FDB75D9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5788CA28-DB30-5C22-5B10-37895107B113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9AF9FD98-F08E-74AD-B4D7-CC0C2EDE31F7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45B24D09-3912-D852-0607-0B6184BE452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24A771A6-FE79-3EE8-742B-09A1A7CE80E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F70D4F65-1C9F-2430-9212-AF08A10A5B82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D923D7-3737-D6A6-A7FB-34380866D88E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6A4BD567-B0CE-A69C-19C3-1B8933A149CA}"/>
                  </a:ext>
                </a:extLst>
              </p14:cNvPr>
              <p14:cNvContentPartPr/>
              <p14:nvPr/>
            </p14:nvContentPartPr>
            <p14:xfrm>
              <a:off x="4992840" y="3214800"/>
              <a:ext cx="2913120" cy="280152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6A4BD567-B0CE-A69C-19C3-1B8933A149C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83480" y="3205440"/>
                <a:ext cx="2931840" cy="282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65583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A, B, and E all hashed to 3, and C and D hashed to 5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1801630-DB7D-582C-F3BC-0B1697808AB3}"/>
                  </a:ext>
                </a:extLst>
              </p14:cNvPr>
              <p14:cNvContentPartPr/>
              <p14:nvPr/>
            </p14:nvContentPartPr>
            <p14:xfrm>
              <a:off x="5002200" y="3272760"/>
              <a:ext cx="2086560" cy="2765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1801630-DB7D-582C-F3BC-0B1697808AB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92840" y="3263400"/>
                <a:ext cx="2105280" cy="2783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46744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and E hashed to 3, and B,C, and D hashed to 4</a:t>
            </a:r>
          </a:p>
          <a:p>
            <a:r>
              <a:rPr lang="en-US" dirty="0"/>
              <a:t>Now let’s delete B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557A905-A4AB-3521-6E44-053E83039717}"/>
              </a:ext>
            </a:extLst>
          </p:cNvPr>
          <p:cNvGrpSpPr/>
          <p:nvPr/>
        </p:nvGrpSpPr>
        <p:grpSpPr>
          <a:xfrm>
            <a:off x="2837411" y="3198609"/>
            <a:ext cx="6400800" cy="1097280"/>
            <a:chOff x="4953000" y="660717"/>
            <a:chExt cx="6400800" cy="1097280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80D7FBF-B01A-0263-3C32-5EE2F7A16537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A47806BC-9D6A-BA52-C7E9-2B88DE6B0DB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E16997F-BE67-C4CF-33DB-F3CEB9B5E7F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F4DD397-D99C-7646-A67D-CF7F7D487B88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CCB4BB42-9793-1214-47D0-4B30BC0780D9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A</a:t>
                </a: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F4F6AC1-6C76-A972-3D3C-C502B6358025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B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7D294464-AC69-3D07-3DB2-36131BDFBEA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</a:t>
                </a: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BF1821F-C1E3-EA41-AE19-92A28DAE6210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D</a:t>
                </a: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A3F0A40-04D7-AD38-9174-FBAA27A8621E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E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3E94F093-0B15-C706-A522-819BF36D2D9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C3FB048E-0C7B-F708-75DA-E2C6FA8F5826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0DD7863-789A-A342-31AA-A1A494FE2D02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74489EC-EAE6-0437-2AD4-E63C397FE366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12EB49C-DAB9-BEB9-59C3-10CAFDCCA95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E59E87-303A-7922-37B0-7EED645DBB8D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9548E299-9524-3D95-0330-A77CA45E23C4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6D65189A-1BBE-D762-F7A0-0E1C52656C4A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374B8B0-C318-594E-6595-2927D1887D2F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6478652-DF0C-8932-2F4B-DCFF3721D7AE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0E1CC52F-5B67-A094-24D5-3FFD152CCCB4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281D43C-365F-E9E0-2F3E-3AEC6E041CFF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00EFE913-0974-C71F-7F24-0616C602824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FF0E7FA8-3BC2-B1F6-F856-E242C2F1AE79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3080B4AB-EF77-14B3-B419-5CA35BE5DB03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04249A9C-6ED1-D9FC-95EC-B4B4859E7E6A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2AB09D0E-533D-6A0E-99E3-33D37733B1A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8410FC4-E45A-B5FD-B222-FC7DA0EAD62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1CCC229D-3A1C-5FEB-FC0B-A77D5870FA3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DE62C7C2-8671-2E6A-DA8F-CF7A29CDA5AD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F6BD7A7-540E-8EC5-D043-5E081630C2C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8D7D4D6-8E24-244C-3971-3CCAD4261AEC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A67DFB6D-37C3-C196-F5BA-42A77E9D771B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DA4B8E49-61D8-BCC7-82FA-A482EDEE8E05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306DB1D8-0C5C-14B6-26C6-6D75B2A5EFB1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D2D755FE-F515-40EC-653B-223CEB76CA7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31D220B9-29A0-64DD-2500-3019131C007D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3D5157E-11D6-BE97-7FBE-07ED93BE870F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DA80E3F-EE44-1BE6-C659-DB84450793F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8B8FC242-387C-B27E-C1C6-8FE7AA601A71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E43771C7-E8E0-43A1-2859-0D4A771F59E8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F78C97C-EF94-9133-7554-3A31C4B65CD3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574F169C-2BD0-1676-4932-755C5A0E5328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FB6C60F-0F31-9D5A-8B8B-27195326098D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C3F8A554-51E7-EB90-5525-BCC34E507E3E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5851A8B6-4F8D-214A-6A55-233D3318CC0D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AB07EE8C-AC48-9B51-CA01-3DF09601C283}"/>
              </a:ext>
            </a:extLst>
          </p:cNvPr>
          <p:cNvSpPr txBox="1"/>
          <p:nvPr/>
        </p:nvSpPr>
        <p:spPr>
          <a:xfrm>
            <a:off x="1600429" y="3301311"/>
            <a:ext cx="8656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Before: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A4787DE-530B-3E10-4F22-AADFE50C03BD}"/>
              </a:ext>
            </a:extLst>
          </p:cNvPr>
          <p:cNvSpPr txBox="1"/>
          <p:nvPr/>
        </p:nvSpPr>
        <p:spPr>
          <a:xfrm>
            <a:off x="1600429" y="5603357"/>
            <a:ext cx="720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After:</a:t>
            </a:r>
          </a:p>
        </p:txBody>
      </p:sp>
    </p:spTree>
    <p:extLst>
      <p:ext uri="{BB962C8B-B14F-4D97-AF65-F5344CB8AC3E}">
        <p14:creationId xmlns:p14="http://schemas.microsoft.com/office/powerpoint/2010/main" val="1211498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Probing: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Option 1 (harder)</a:t>
            </a:r>
            <a:r>
              <a:rPr lang="en-US" dirty="0"/>
              <a:t>: Plug the hole with other items in a way that makes probes behave correctly</a:t>
            </a:r>
          </a:p>
          <a:p>
            <a:r>
              <a:rPr lang="en-US" b="1" dirty="0"/>
              <a:t>Option 2 (easier)</a:t>
            </a:r>
            <a:r>
              <a:rPr lang="en-US" dirty="0"/>
              <a:t>: “Tombstone” deletion. Leave a special object that indicates an something was deleted from there</a:t>
            </a:r>
          </a:p>
          <a:p>
            <a:pPr lvl="1"/>
            <a:r>
              <a:rPr lang="en-US" dirty="0"/>
              <a:t>The tombstone does not act as an open space when finding (so keep looking after its reached)</a:t>
            </a:r>
          </a:p>
          <a:p>
            <a:pPr lvl="1"/>
            <a:r>
              <a:rPr lang="en-US" dirty="0"/>
              <a:t>When inserting you can replace a tombstone with a new item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2398797-8895-3723-4DFA-5FD577DC625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94E3EBE-92D3-3CBC-4097-E854D2FB517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/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9F9CF4CB-A27A-964D-A636-9F4C5BAF32B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529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D168045C-4DD0-521D-E388-E155A93DAFF1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/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CBD1F50D-0106-BB33-E7B4-DF9459A8ED2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3314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/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68DA8B2-9D14-9376-BA10-6072DC3F7AA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322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872695B-70F4-3DA6-F9C7-C39AA3021A9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/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oMath>
                      </m:oMathPara>
                    </a14:m>
                    <a:endParaRPr lang="en-US" sz="28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7C73464A-B923-7D8A-08E9-FA6362BB975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3380" y="5083048"/>
                    <a:ext cx="640080" cy="640080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2B62BA5-C7A9-1093-C1C5-92B30048EF21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B7E8C7D0-301F-810C-81D7-8032D43CCED2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EF34426-81D0-A00D-F869-CE2CC1F69DD9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7B13CF2-FF93-8502-9E02-8932AAC3B628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CD7BD24-78C4-485A-B642-694347CAF79F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E07A55D-FD55-65C4-B762-EE475FB813D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22B816F0-1D87-DCEE-EE23-73BA3F93C0D0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3472B5DE-98C0-ED41-C1C2-5402072D17EC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1DF7F5A-E96D-9469-1E44-2B9982B5F417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4290CC6-A7C4-513F-0046-64C15C576672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6AAFCECB-C9D4-B0F1-13A6-E6A0B9F5E5FC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6966F40-4191-1551-B59D-C33E64E92ED2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B32752-91AD-18C5-0ABD-530E78C6EAE1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950CBD8-72AD-EB1F-CF08-19E9158FCF57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2A5AD5E-A38F-FFBF-1612-402BB356C254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p:pic>
        <p:nvPicPr>
          <p:cNvPr id="1026" name="Picture 2" descr="Tombstone Graphic by Lowkey21 · Creative Fabrica">
            <a:extLst>
              <a:ext uri="{FF2B5EF4-FFF2-40B4-BE49-F238E27FC236}">
                <a16:creationId xmlns:a16="http://schemas.microsoft.com/office/drawing/2014/main" id="{4D539D6B-C7E5-D7DC-674F-BD419E4829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82" t="13451" r="15903" b="12240"/>
          <a:stretch/>
        </p:blipFill>
        <p:spPr bwMode="auto">
          <a:xfrm>
            <a:off x="5515827" y="5640183"/>
            <a:ext cx="510106" cy="380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FE1888CB-3839-0EBF-F906-DBCE9A9AE823}"/>
                  </a:ext>
                </a:extLst>
              </p14:cNvPr>
              <p14:cNvContentPartPr/>
              <p14:nvPr/>
            </p14:nvContentPartPr>
            <p14:xfrm>
              <a:off x="1115280" y="1438920"/>
              <a:ext cx="4587840" cy="17730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FE1888CB-3839-0EBF-F906-DBCE9A9AE82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5920" y="1429560"/>
                <a:ext cx="4606560" cy="179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782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82224-77C0-7101-3666-23633BC3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Find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C19AB-1C53-85A1-A3AF-83DFA61F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find key </a:t>
            </a:r>
            <a:r>
              <a:rPr lang="en-US" dirty="0">
                <a:latin typeface="Consolas" panose="020B0609020204030204" pitchFamily="49" charset="0"/>
              </a:rPr>
              <a:t>k</a:t>
            </a: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 return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endParaRPr lang="en-US" dirty="0"/>
          </a:p>
          <a:p>
            <a:pPr lvl="1"/>
            <a:r>
              <a:rPr lang="en-US" dirty="0"/>
              <a:t>If you come across an empty index, the find was unsuccessful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76BC9F7-99BA-B7BC-1AD2-84242D56EDF4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412EC1DB-D4A6-6B7B-7C6F-C60875C4B880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0F0BD263-8B0C-EE09-006A-586758C03449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BCB131B-1A39-0FB0-EC28-AB2DC7165455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0065800-76F9-7D0C-E5B6-87020D3297B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A775EEE-4045-A0E9-526E-AC2E4A2B220F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48B9BA47-C1A1-480B-FBD9-0B5D0C3FEC27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B61FD45-4837-E870-55ED-6756EC2B5361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A9484-5BD7-74CD-F516-9CC8D067DE6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F251C79-01BF-5C06-7487-02E695D99A4F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67AFA12-FBBE-9F99-7B1A-AE3BB7D429F8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1A245A2F-6564-4891-A90C-E3E2BF04E125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AE4A53B-9B6C-7B8D-8E87-A270ED0D10A3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BBD0B4C-F158-E738-E58A-1DA6795238D8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E8BF469-3A2B-FC51-C4A4-253D9013DAF7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9AC31F3-54B7-B947-0217-17FC02604175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6818FCD-6E83-A9BD-EAA4-3AAD7B03036B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9B224D1-EB59-30C6-540B-8994D7663CDC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63F476A-B374-374B-789B-67414FC2A447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23329E1-825C-BBDB-1055-328D27B7B737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09B7E04-AA65-9DC6-22AD-B63B7FA8D35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F17D356-8CC5-C0AF-2880-5EE8F66A33EB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D3BF3FBC-BB62-99F8-8361-7ECF47FBB82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D58B1191-D11E-D3DB-AC80-5F41DC0C0755}"/>
                  </a:ext>
                </a:extLst>
              </p14:cNvPr>
              <p14:cNvContentPartPr/>
              <p14:nvPr/>
            </p14:nvContentPartPr>
            <p14:xfrm>
              <a:off x="4335480" y="5642640"/>
              <a:ext cx="2298600" cy="46548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D58B1191-D11E-D3DB-AC80-5F41DC0C075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26120" y="5633280"/>
                <a:ext cx="2317320" cy="48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365902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Probing + Tombstone: Insert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While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key other than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(i+1)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2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has a tombstone, set </a:t>
            </a:r>
            <a:r>
              <a:rPr lang="en-US" dirty="0">
                <a:latin typeface="Consolas" panose="020B0609020204030204" pitchFamily="49" charset="0"/>
              </a:rPr>
              <a:t>x =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endParaRPr lang="en-US" b="0" dirty="0">
              <a:latin typeface="Consolas" panose="020B0609020204030204" pitchFamily="49" charset="0"/>
            </a:endParaRPr>
          </a:p>
          <a:p>
            <a:pPr lvl="3"/>
            <a:r>
              <a:rPr lang="en-US" dirty="0"/>
              <a:t>That is where we will insert if the find is unsuccessful</a:t>
            </a:r>
          </a:p>
          <a:p>
            <a:pPr lvl="1"/>
            <a:r>
              <a:rPr lang="en-US" dirty="0"/>
              <a:t>If you come across </a:t>
            </a:r>
            <a:r>
              <a:rPr lang="en-US" dirty="0">
                <a:latin typeface="Consolas" panose="020B0609020204030204" pitchFamily="49" charset="0"/>
              </a:rPr>
              <a:t>k</a:t>
            </a:r>
            <a:r>
              <a:rPr lang="en-US" dirty="0"/>
              <a:t>, set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you come across an empty index, the find was unsuccessful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if we saw a tombstone</a:t>
            </a:r>
          </a:p>
          <a:p>
            <a:pPr lvl="2"/>
            <a:r>
              <a:rPr lang="en-US" dirty="0"/>
              <a:t>Set </a:t>
            </a:r>
            <a:r>
              <a:rPr lang="en-US" dirty="0">
                <a:latin typeface="Consolas" panose="020B0609020204030204" pitchFamily="49" charset="0"/>
              </a:rPr>
              <a:t>table[x] =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r>
              <a:rPr lang="en-US" dirty="0"/>
              <a:t> otherwise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0696E28-A6AD-897A-A0B5-EA4A9CBFB96C}"/>
                  </a:ext>
                </a:extLst>
              </p14:cNvPr>
              <p14:cNvContentPartPr/>
              <p14:nvPr/>
            </p14:nvContentPartPr>
            <p14:xfrm>
              <a:off x="2301480" y="2109600"/>
              <a:ext cx="6510960" cy="326376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0696E28-A6AD-897A-A0B5-EA4A9CBFB96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2120" y="2100240"/>
                <a:ext cx="6529680" cy="3282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67387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FDBF2-63C9-8594-E37F-13EE9BA0A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Downsides of Linear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approaches 1?</a:t>
                </a:r>
              </a:p>
              <a:p>
                <a:pPr lvl="1"/>
                <a:r>
                  <a:rPr lang="en-US" dirty="0"/>
                  <a:t>Get longer and longer contiguous blocks</a:t>
                </a:r>
              </a:p>
              <a:p>
                <a:pPr lvl="1"/>
                <a:r>
                  <a:rPr lang="en-US" dirty="0"/>
                  <a:t>A collision is guaranteed to grow a block</a:t>
                </a:r>
              </a:p>
              <a:p>
                <a:pPr lvl="2"/>
                <a:r>
                  <a:rPr lang="en-US" dirty="0"/>
                  <a:t>Larger blocks experience more collisions</a:t>
                </a:r>
              </a:p>
              <a:p>
                <a:pPr lvl="2"/>
                <a:r>
                  <a:rPr lang="en-US" dirty="0"/>
                  <a:t>Feedback loop!</a:t>
                </a:r>
              </a:p>
              <a:p>
                <a:r>
                  <a:rPr lang="en-US" dirty="0"/>
                  <a:t>What happens 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exceeds 1?</a:t>
                </a:r>
              </a:p>
              <a:p>
                <a:pPr lvl="1"/>
                <a:r>
                  <a:rPr lang="en-US" dirty="0"/>
                  <a:t>Impossible!</a:t>
                </a:r>
              </a:p>
              <a:p>
                <a:pPr lvl="1"/>
                <a:r>
                  <a:rPr lang="en-US" dirty="0"/>
                  <a:t>You can’t insert more stuff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0D9F20-503B-1CC5-FAAD-15F079F00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34DB62D-E52C-5CC1-9EDA-9481FECBCD8C}"/>
                  </a:ext>
                </a:extLst>
              </p14:cNvPr>
              <p14:cNvContentPartPr/>
              <p14:nvPr/>
            </p14:nvContentPartPr>
            <p14:xfrm>
              <a:off x="6639840" y="3073680"/>
              <a:ext cx="5266800" cy="10015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34DB62D-E52C-5CC1-9EDA-9481FECBCD8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30480" y="3064320"/>
                <a:ext cx="5285520" cy="1020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0665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Insert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To insert </a:t>
                </a:r>
                <a:r>
                  <a:rPr lang="en-US" dirty="0" err="1">
                    <a:latin typeface="Consolas" panose="020B0609020204030204" pitchFamily="49" charset="0"/>
                  </a:rPr>
                  <a:t>k,v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Calculate 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 = h(k)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</a:t>
                </a:r>
                <a:r>
                  <a:rPr lang="en-US" dirty="0">
                    <a:latin typeface="Consolas" panose="020B0609020204030204" pitchFamily="49" charset="0"/>
                  </a:rPr>
                  <a:t>table[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]</a:t>
                </a:r>
                <a:r>
                  <a:rPr lang="en-US" dirty="0"/>
                  <a:t> is occupied then try 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>
                  <a:latin typeface="Consolas" panose="020B0609020204030204" pitchFamily="49" charset="0"/>
                </a:endParaRPr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b="0" dirty="0"/>
              </a:p>
              <a:p>
                <a:pPr lvl="1"/>
                <a:r>
                  <a:rPr lang="en-US" dirty="0"/>
                  <a:t>If that is occupied try</a:t>
                </a:r>
                <a:r>
                  <a:rPr lang="en-US" dirty="0">
                    <a:latin typeface="Consolas" panose="020B0609020204030204" pitchFamily="49" charset="0"/>
                  </a:rPr>
                  <a:t>(</a:t>
                </a:r>
                <a:r>
                  <a:rPr lang="en-US" dirty="0" err="1">
                    <a:latin typeface="Consolas" panose="020B0609020204030204" pitchFamily="49" charset="0"/>
                  </a:rPr>
                  <a:t>i</a:t>
                </a:r>
                <a:r>
                  <a:rPr lang="en-US" dirty="0">
                    <a:latin typeface="Consolas" panose="020B0609020204030204" pitchFamily="49" charset="0"/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>
                    <a:latin typeface="Consolas" panose="020B0609020204030204" pitchFamily="49" charset="0"/>
                  </a:rPr>
                  <a:t>) %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endParaRPr lang="en-US" dirty="0"/>
              </a:p>
              <a:p>
                <a:pPr lvl="1"/>
                <a:r>
                  <a:rPr lang="en-US" dirty="0"/>
                  <a:t>…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BEF850-0680-6520-62A9-DA71336F12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88D15103-BA62-66E3-8BC6-14BD6903A295}"/>
                  </a:ext>
                </a:extLst>
              </p14:cNvPr>
              <p14:cNvContentPartPr/>
              <p14:nvPr/>
            </p14:nvContentPartPr>
            <p14:xfrm>
              <a:off x="2651760" y="2192040"/>
              <a:ext cx="4003920" cy="212832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88D15103-BA62-66E3-8BC6-14BD6903A2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2400" y="2182680"/>
                <a:ext cx="4022640" cy="2147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7190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Quadratic Probing: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Insert:</a:t>
            </a:r>
          </a:p>
          <a:p>
            <a:pPr lvl="1"/>
            <a:r>
              <a:rPr lang="en-US" dirty="0"/>
              <a:t>76</a:t>
            </a:r>
          </a:p>
          <a:p>
            <a:pPr lvl="1"/>
            <a:r>
              <a:rPr lang="en-US" dirty="0"/>
              <a:t>40 </a:t>
            </a:r>
          </a:p>
          <a:p>
            <a:pPr lvl="1"/>
            <a:r>
              <a:rPr lang="en-US" dirty="0"/>
              <a:t>48 </a:t>
            </a:r>
          </a:p>
          <a:p>
            <a:pPr lvl="1"/>
            <a:r>
              <a:rPr lang="en-US" dirty="0"/>
              <a:t>5 </a:t>
            </a:r>
          </a:p>
          <a:p>
            <a:pPr lvl="1"/>
            <a:r>
              <a:rPr lang="en-US" dirty="0"/>
              <a:t>55 </a:t>
            </a:r>
          </a:p>
          <a:p>
            <a:pPr lvl="1"/>
            <a:r>
              <a:rPr lang="en-US" dirty="0"/>
              <a:t>47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4480560" cy="1097280"/>
            <a:chOff x="4953000" y="660717"/>
            <a:chExt cx="448056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4480560" cy="640080"/>
              <a:chOff x="2252980" y="5083048"/>
              <a:chExt cx="448056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4480560" cy="640080"/>
              <a:chOff x="2252980" y="5083048"/>
              <a:chExt cx="448056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7420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E8820-9792-6FF2-3B76-3657BAD65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Quadratic Probing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If you probe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/>
                  <a:t> times, you start repeating indices</a:t>
                </a:r>
              </a:p>
              <a:p>
                <a:r>
                  <a:rPr lang="en-US" dirty="0"/>
                  <a:t>If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:r>
                  <a:rPr lang="en-US" dirty="0">
                    <a:latin typeface="Consolas" panose="020B0609020204030204" pitchFamily="49" charset="0"/>
                  </a:rPr>
                  <a:t> </a:t>
                </a:r>
                <a:r>
                  <a:rPr lang="en-US" dirty="0"/>
                  <a:t>is prime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/>
                  <a:t> then you’re guaranteed to find an open spot in at most </a:t>
                </a:r>
                <a:r>
                  <a:rPr lang="en-US" dirty="0" err="1">
                    <a:latin typeface="Consolas" panose="020B0609020204030204" pitchFamily="49" charset="0"/>
                  </a:rPr>
                  <a:t>table.length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probes</a:t>
                </a:r>
              </a:p>
              <a:p>
                <a:endParaRPr lang="en-US" dirty="0"/>
              </a:p>
              <a:p>
                <a:r>
                  <a:rPr lang="en-US" dirty="0"/>
                  <a:t>Helps with the clustering problem of linear probing, but does not help if many things hash to the same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FE5C53-5FC4-6CF5-6D34-1C1D27BEA8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95800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EC209-91E7-39F7-4A4E-647F00B99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Hashing: Insert Procedure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F850-0680-6520-62A9-DA71336F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</a:t>
            </a:r>
            <a:r>
              <a:rPr lang="en-US" dirty="0">
                <a:latin typeface="Consolas" panose="020B0609020204030204" pitchFamily="49" charset="0"/>
              </a:rPr>
              <a:t>h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</a:rPr>
              <a:t>g</a:t>
            </a:r>
            <a:r>
              <a:rPr lang="en-US" dirty="0"/>
              <a:t> are both good hash functions</a:t>
            </a:r>
          </a:p>
          <a:p>
            <a:r>
              <a:rPr lang="en-US" dirty="0"/>
              <a:t>To insert </a:t>
            </a:r>
            <a:r>
              <a:rPr lang="en-US" dirty="0" err="1">
                <a:latin typeface="Consolas" panose="020B0609020204030204" pitchFamily="49" charset="0"/>
              </a:rPr>
              <a:t>k,v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Calculate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h(k)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</a:t>
            </a:r>
            <a:r>
              <a:rPr lang="en-US" dirty="0">
                <a:latin typeface="Consolas" panose="020B0609020204030204" pitchFamily="49" charset="0"/>
              </a:rPr>
              <a:t>table[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</a:t>
            </a:r>
            <a:r>
              <a:rPr lang="en-US" dirty="0"/>
              <a:t> is occupied then try </a:t>
            </a:r>
            <a:r>
              <a:rPr lang="en-US" dirty="0">
                <a:latin typeface="Consolas" panose="020B0609020204030204" pitchFamily="49" charset="0"/>
              </a:rPr>
              <a:t>(i+g(k))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(i+2*g(k))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(i+3*g(k))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b="0" dirty="0"/>
          </a:p>
          <a:p>
            <a:pPr lvl="1"/>
            <a:r>
              <a:rPr lang="en-US" dirty="0"/>
              <a:t>If that is occupied try </a:t>
            </a:r>
            <a:r>
              <a:rPr lang="en-US" dirty="0">
                <a:latin typeface="Consolas" panose="020B0609020204030204" pitchFamily="49" charset="0"/>
              </a:rPr>
              <a:t>(i+4*g(k)) % </a:t>
            </a:r>
            <a:r>
              <a:rPr lang="en-US" dirty="0" err="1">
                <a:latin typeface="Consolas" panose="020B0609020204030204" pitchFamily="49" charset="0"/>
              </a:rPr>
              <a:t>table.length</a:t>
            </a:r>
            <a:endParaRPr lang="en-US" dirty="0"/>
          </a:p>
          <a:p>
            <a:pPr lvl="1"/>
            <a:r>
              <a:rPr lang="en-US" dirty="0"/>
              <a:t>…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F5364F-88DC-3F96-2BC8-BAFA44EC14BE}"/>
              </a:ext>
            </a:extLst>
          </p:cNvPr>
          <p:cNvGrpSpPr/>
          <p:nvPr/>
        </p:nvGrpSpPr>
        <p:grpSpPr>
          <a:xfrm>
            <a:off x="2895600" y="5467983"/>
            <a:ext cx="6400800" cy="1097280"/>
            <a:chOff x="4953000" y="660717"/>
            <a:chExt cx="6400800" cy="109728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84DAC70-2D02-4363-C33E-910CC23D54FE}"/>
                </a:ext>
              </a:extLst>
            </p:cNvPr>
            <p:cNvGrpSpPr/>
            <p:nvPr/>
          </p:nvGrpSpPr>
          <p:grpSpPr>
            <a:xfrm>
              <a:off x="4953000" y="660717"/>
              <a:ext cx="6400800" cy="640080"/>
              <a:chOff x="2252980" y="5083048"/>
              <a:chExt cx="6400800" cy="64008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3EEE87-6AB8-548B-F84D-F081E8ECF76E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4FFA859-CE6A-3363-4D19-9CAB7D56F053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627DBA0-51B9-2EDB-EBA7-1E4A030D3BD3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4B5109F-FED7-B365-433C-F0CF16F73FD8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7C3AF265-E570-4D67-F01B-B938693539B6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491A2D82-FDC4-EA2F-2A43-D14EA4AA9250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DEA582E-177A-FEBE-3F05-79B2349E7EED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DDDD4-8D2E-F314-F507-8FA0016B4B5C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CF9000BC-81DC-CE44-03EB-CDF8D357E516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DF3124B-193F-D905-24FE-C943F42B8A33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6F3B3C3-578B-F0CF-7FDA-4D658EACB546}"/>
                </a:ext>
              </a:extLst>
            </p:cNvPr>
            <p:cNvGrpSpPr/>
            <p:nvPr/>
          </p:nvGrpSpPr>
          <p:grpSpPr>
            <a:xfrm>
              <a:off x="4953000" y="1117917"/>
              <a:ext cx="6400800" cy="640080"/>
              <a:chOff x="2252980" y="5083048"/>
              <a:chExt cx="6400800" cy="640080"/>
            </a:xfrm>
            <a:no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ECA0DCD-68D5-0470-BBE4-88793B346E25}"/>
                  </a:ext>
                </a:extLst>
              </p:cNvPr>
              <p:cNvSpPr/>
              <p:nvPr/>
            </p:nvSpPr>
            <p:spPr>
              <a:xfrm>
                <a:off x="22529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0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9C5070-60AB-1BF9-E768-8ADCF618F29D}"/>
                  </a:ext>
                </a:extLst>
              </p:cNvPr>
              <p:cNvSpPr/>
              <p:nvPr/>
            </p:nvSpPr>
            <p:spPr>
              <a:xfrm>
                <a:off x="28930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1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7ABDDB81-53DE-3741-D996-1F287A6DDDBA}"/>
                  </a:ext>
                </a:extLst>
              </p:cNvPr>
              <p:cNvSpPr/>
              <p:nvPr/>
            </p:nvSpPr>
            <p:spPr>
              <a:xfrm>
                <a:off x="35331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2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1A6C8874-6AA8-354F-33B5-648D0C65EEE2}"/>
                  </a:ext>
                </a:extLst>
              </p:cNvPr>
              <p:cNvSpPr/>
              <p:nvPr/>
            </p:nvSpPr>
            <p:spPr>
              <a:xfrm>
                <a:off x="41732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3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790C2C0-54CD-8E8A-29F1-4E4245996583}"/>
                  </a:ext>
                </a:extLst>
              </p:cNvPr>
              <p:cNvSpPr/>
              <p:nvPr/>
            </p:nvSpPr>
            <p:spPr>
              <a:xfrm>
                <a:off x="48133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4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77B6A59-79DD-E078-29A8-28E65E272796}"/>
                  </a:ext>
                </a:extLst>
              </p:cNvPr>
              <p:cNvSpPr/>
              <p:nvPr/>
            </p:nvSpPr>
            <p:spPr>
              <a:xfrm>
                <a:off x="545338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5</a:t>
                </a: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BC9E6AB-C5FC-2724-1BF9-D8BBC6BF709A}"/>
                  </a:ext>
                </a:extLst>
              </p:cNvPr>
              <p:cNvSpPr/>
              <p:nvPr/>
            </p:nvSpPr>
            <p:spPr>
              <a:xfrm>
                <a:off x="609346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6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9198A0B8-7969-41D6-DAFF-DB99A0ED3CF0}"/>
                  </a:ext>
                </a:extLst>
              </p:cNvPr>
              <p:cNvSpPr/>
              <p:nvPr/>
            </p:nvSpPr>
            <p:spPr>
              <a:xfrm>
                <a:off x="673354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7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69979AC-43BC-32F9-927F-21D434B1657C}"/>
                  </a:ext>
                </a:extLst>
              </p:cNvPr>
              <p:cNvSpPr/>
              <p:nvPr/>
            </p:nvSpPr>
            <p:spPr>
              <a:xfrm>
                <a:off x="737362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8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C3FB1665-49F1-41F3-8E29-06DAC51EBB0E}"/>
                  </a:ext>
                </a:extLst>
              </p:cNvPr>
              <p:cNvSpPr/>
              <p:nvPr/>
            </p:nvSpPr>
            <p:spPr>
              <a:xfrm>
                <a:off x="8013700" y="5083048"/>
                <a:ext cx="640080" cy="640080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9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9575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32677</TotalTime>
  <Words>2424</Words>
  <Application>Microsoft Office PowerPoint</Application>
  <PresentationFormat>Widescreen</PresentationFormat>
  <Paragraphs>545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Consolas</vt:lpstr>
      <vt:lpstr>Calibri Light</vt:lpstr>
      <vt:lpstr>Calibri</vt:lpstr>
      <vt:lpstr>Cambria Math</vt:lpstr>
      <vt:lpstr>Aptos</vt:lpstr>
      <vt:lpstr>Arial</vt:lpstr>
      <vt:lpstr>Office Theme</vt:lpstr>
      <vt:lpstr>CSE 332 Winter 2026 Lecture 11: hashing 2</vt:lpstr>
      <vt:lpstr>Dictionary (Map) ADT</vt:lpstr>
      <vt:lpstr>Next topic: Hash Tables</vt:lpstr>
      <vt:lpstr>Hash Tables</vt:lpstr>
      <vt:lpstr>Properties of a “Good” Hash</vt:lpstr>
      <vt:lpstr>Ideal Insert procedure</vt:lpstr>
      <vt:lpstr>Collision Resolution</vt:lpstr>
      <vt:lpstr>Separate Chaining Insert</vt:lpstr>
      <vt:lpstr>Separate Chaining Find</vt:lpstr>
      <vt:lpstr>Separate Chaining Delete</vt:lpstr>
      <vt:lpstr>Formal Running Time Analysis</vt:lpstr>
      <vt:lpstr>Formal Running Time Analysis</vt:lpstr>
      <vt:lpstr>Rehashing</vt:lpstr>
      <vt:lpstr>Load Factor?</vt:lpstr>
      <vt:lpstr>Load Factor?</vt:lpstr>
      <vt:lpstr>Load Factor?</vt:lpstr>
      <vt:lpstr>Formal Running Time Analysis</vt:lpstr>
      <vt:lpstr>Formal Running Time Analysis</vt:lpstr>
      <vt:lpstr>Rehashing</vt:lpstr>
      <vt:lpstr>Collision Resolution: Linear Probing</vt:lpstr>
      <vt:lpstr>Linear Probing: Insert Procedure</vt:lpstr>
      <vt:lpstr>Linear Probing: Find</vt:lpstr>
      <vt:lpstr>Linear Probing: Find</vt:lpstr>
      <vt:lpstr>Linear Probing: Delete</vt:lpstr>
      <vt:lpstr>Linear Probing: Delete</vt:lpstr>
      <vt:lpstr>Linear Probing: Delete</vt:lpstr>
      <vt:lpstr>Linear Probing: Delete</vt:lpstr>
      <vt:lpstr>Linear Probing + Tombstone: Find</vt:lpstr>
      <vt:lpstr>Linear Probing + Tombstone: Insert</vt:lpstr>
      <vt:lpstr>Downsides of Linear Probing</vt:lpstr>
      <vt:lpstr>Quadratic Probing: Insert Procedure</vt:lpstr>
      <vt:lpstr>Quadratic Probing: Example</vt:lpstr>
      <vt:lpstr>Using Quadratic Probing</vt:lpstr>
      <vt:lpstr>Double Hashing: Insert Procedure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 332 Autumn 2023 Lecture 1: Intro to ADTs, Stacks, Queues</dc:title>
  <dc:creator>Nathan Brunelle</dc:creator>
  <cp:lastModifiedBy>Nathan Brunelle</cp:lastModifiedBy>
  <cp:revision>133</cp:revision>
  <dcterms:created xsi:type="dcterms:W3CDTF">2023-09-26T20:08:20Z</dcterms:created>
  <dcterms:modified xsi:type="dcterms:W3CDTF">2026-02-02T14:08:42Z</dcterms:modified>
</cp:coreProperties>
</file>