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7" r:id="rId2"/>
    <p:sldId id="799" r:id="rId3"/>
    <p:sldId id="853" r:id="rId4"/>
    <p:sldId id="854" r:id="rId5"/>
    <p:sldId id="893" r:id="rId6"/>
    <p:sldId id="894" r:id="rId7"/>
    <p:sldId id="840" r:id="rId8"/>
    <p:sldId id="843" r:id="rId9"/>
    <p:sldId id="895" r:id="rId10"/>
    <p:sldId id="844" r:id="rId11"/>
    <p:sldId id="872" r:id="rId12"/>
    <p:sldId id="858" r:id="rId13"/>
    <p:sldId id="896" r:id="rId14"/>
    <p:sldId id="611" r:id="rId15"/>
    <p:sldId id="859" r:id="rId16"/>
    <p:sldId id="902" r:id="rId17"/>
    <p:sldId id="614" r:id="rId18"/>
    <p:sldId id="861" r:id="rId19"/>
    <p:sldId id="862" r:id="rId20"/>
    <p:sldId id="863" r:id="rId21"/>
    <p:sldId id="865" r:id="rId22"/>
    <p:sldId id="898" r:id="rId23"/>
    <p:sldId id="899" r:id="rId24"/>
    <p:sldId id="900" r:id="rId25"/>
    <p:sldId id="866" r:id="rId26"/>
    <p:sldId id="867" r:id="rId27"/>
    <p:sldId id="860" r:id="rId28"/>
    <p:sldId id="868" r:id="rId29"/>
    <p:sldId id="869" r:id="rId30"/>
    <p:sldId id="870" r:id="rId31"/>
    <p:sldId id="871" r:id="rId32"/>
  </p:sldIdLst>
  <p:sldSz cx="12192000" cy="6858000"/>
  <p:notesSz cx="6858000" cy="9144000"/>
  <p:embeddedFontLst>
    <p:embeddedFont>
      <p:font typeface="Cambria Math" panose="02040503050406030204" pitchFamily="18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FF7C80"/>
    <a:srgbClr val="CC99FF"/>
    <a:srgbClr val="FF00FF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0:38:15.0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2287 5307 0,'0'0'0,"0"0"16,0-9 0,-17 9-16,0-8 15,-8 8 1,-27 0-16,-24 17 15,-27 8 1,-42 43-16,-17 26 16,8 42-1,-33 51-15,-10 34 16,35 34 0,25 9-16,35-17 15,42-26 1,60-26-16,52-16 15,16-18 1,9-50-16,59-17 16,52-26-1,8-77-15,86-76 16,8-77 0,-42-42-16,-44-42 15,-50-77 1,-69 8-16,-33 26 15,-44 51 1,-59 42-16,-86 0 16,-136 43-16,-145 94 15,-103 161 1,-67 127 0,-155 103-16</inkml:trace>
  <inkml:trace contextRef="#ctx0" brushRef="#br0" timeOffset="6407.86">3542 7705 0,'0'0'0,"-9"0"16,-16 0-16,-1 9 16,1-1-1,-9-8-15,-1 9 16,1-1-1,-8 9-15,-27 17 16,-25 34 0,-34 60-1,-17 16-15,43 1 16,34 50 0,25 10-16,26-44 15,0 9 1,17 9-16,0-43 15,0-9-15,0 27 16,17-18 0,8-34-1,35 0-15,17 0 16,0-17-16,17 0 16,-9-26-1,17-25-15,26-17 16,-17-25-1,-8-26 1,25-17-16,34-34 16,-8-26-16,-9-50 15,34-43 1,17-35-16,-34 1 16,18-34-1,-18 0 1,-34 17-16,-17-9 15,-17-8-15,0-9 16,25-8 0,-16 9-16,-18-1 15,-8-8 1,-18 8-16,-16 1 16,0-18-1,-18 26-15,1 17 16,-9 8-16,0 9 31,-17 34-31,-8 42 16,-9-8-1,-1 17-15,1 59 16,0 9-16,-8 17 16,-9 17-1,-18-8 1,-33 8-16,-34 17 15,16 25 1,-8 26-16,0 26 16,-25 16-1,-9 26-15,8 60 16,-8 42-16,-34 34 16,16 0-1,44-8-15,0 25 16,-1 0-1,-8 34 1,17-8-16,34 8 16,9 26-1,8-9-15,-25 34 16,-35-17-16,1 0 16,-1 1-1,-33-18 1,-52 25-16</inkml:trace>
  <inkml:trace contextRef="#ctx0" brushRef="#br0" timeOffset="12400.06">8253 3546 0,'0'0'0,"0"0"0,0 0 16,0 0-16,0 9 15,0 8 1,-8 0-16,-9 17 16,-9 17-1,-17 0-15,1 0 16,-9-8-1,-1-1-15,-16 9 16,-34 0 0,-1 0-16,35-8 15,17-9 1,-1 8-16,10-16 16,8-1-1,0 1-15,8-9 16,0 8-1,-33 26-15,-35 43 16,-9-1 0,35 1-16,-9 16 15,-8 27 1,17 7-16,-26-8 16,-26 43-1,18-1-15,16-16 16,-7 34-16,-1 8 15,-26 0 1,1 8-16,16-16 16,9-9-1,-8 0-15,-26 0 16,0 26 0,25 8-1,18-34-15,0 34 16,-9 0-1,0-8-15,17-9 16,26-25-16,17 25 16,8-17-1,1-17 1,-1 43-16,-8-9 16,0 8-1,17-8-15,0-51 16,17 9-16,0-9 15,0-17 1,17-25-16,17-9 31,8 0-31,44 8 16,33-16-16,9-9 16,17-17-1,26-8 1,8-9-16,9-17 15,8-26-15,-8-25 16,9-25-16,7-18 16,-24-8-1,7-43-15,1-8 16,-26-17 0,26-42-1,-9-9-15,-34 0 16,1-26-1,16-34-15,-9-33 16,-8-18 0,-25 9-1,-18-9-15,-8-16 16,0-10 0,17-7-16,-9-9 15,-25 8-15,-17 34 16,0-25-1,17-26 1,-9 52-16,-8-9 16,-26 25-1,-9 0-15,-8 9 16,-8 17-16,-1 17 16,-16 25-1,-9 18-15,-9 42 16,-16 25-1,-27 9-15,-8 8 16,-16 9 0,-87 17-1,-67 51-15,-60 85 16,-103 60 0,0 67-16,-93 112 15,144-69-15</inkml:trace>
  <inkml:trace contextRef="#ctx0" brushRef="#br0" timeOffset="15253.67">10916 4711 0,'0'0'0,"-8"0"0,-9 0 15,-26 9 1,-51 16 0,-43 18-16,-16 25 15,-9 26-15,25 25 16,43-9 0,0 43-1,35 34-15,50 0 16,43 26-1,52 0-15,50-1 16,60-42-16,26-68 16,-8-50-1,-9-52-15,-9-43 16,-8-34 0,-18-59-1,-25-59-15,-34-26 16,-51-51-1,-43-1-15,-51-24 16,-43-9 0,-76 33-16,-52 69 15,-9 94-15,-93-9 32</inkml:trace>
  <inkml:trace contextRef="#ctx0" brushRef="#br0" timeOffset="15960.87">10378 8581 0,'-8'0'0,"-35"0"0,-42 17 16,-60 43-1,-9 25-15,18 25 16,-27 94 0,10 77-16,16 42 15,60 17-15,60-17 16,43-59-16,76 0 15,69-35 1,25-84 0,60-60-16,43-51 15,-9-94 1,35-76 0,-35-25-16,-51-26 15,-26-43 1,-42-25-16,-60 0 15,-77 8-15,-102-33 16,-86 7 0,-68 10-16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0:38:50.8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6768 10061 0,'-8'0'0,"-9"0"0,-18 17 15,-16 0 1,-8 8-16,-35 18 15,-69 67 1,-33 52-16,34-9 16,43-17-1,25 17-15,34-25 16,34-9 0,35 17-16,42 0 15,34-25 1,60-26-16,52-26 15,42-50 1,34-43-16,17-60 16,-17-42-1,-34-17-15,-43-17 16,-50 17 0,-70 42-16,-41 9 15,-35-8 1,-52-35-16,-76 0 15,-128 18 1,-119 76-16,-172 153 16,138 8-1</inkml:trace>
  <inkml:trace contextRef="#ctx0" brushRef="#br0" timeOffset="1146.01">2065 6557 0,'-8'-9'0,"-1"-8"15,-33-34 1,-18-17-16,9-8 16,8 33-1,26 26-15,-9 0 16,-16 0-1,-35 26-15,-34 16 16,26 18-16,-1 42 16,-33 51-1,16 43 1,9 50-16,35-33 16,33-35-1,26 1-15,26 0 16,33-35-1,27-8-15,50-17 16,35-42 0,34-52-16,17-42 15,0-51-15,-17-68 16,-9-43 0,-51-16-1,-43-26-15,-25-26 16,-43 9-1,-59 51-15,-52-17 16,-77 34 0,-144 51-16,-215 110 15,-221 239 1,-358 271-16</inkml:trace>
  <inkml:trace contextRef="#ctx0" brushRef="#br0" timeOffset="26105.27">19289 2636 0,'0'0'16,"-17"-8"-16,-9-1 0,-8 1 16,9 8-1,-18-9-15,-34 1 16,-42 8-1,-18 0-15,43 0 16,0 8 0,-42 18-16,-9 8 15,8 17 1,26 17 0,-8 9-16,8-1 15,25-16 1,18-9-16,17-9 15,8 9-15,9 17 16,25 9 0,18-1-1,34 1-15,42 8 0,9-17 16,34 0 0,60 8-16,-26-16 15,26 0 1,42 8-1,-42-26-15,25-25 16,9 9 0,26-9-16,25 8 15,-17-8 1,17-8 0,0-9-16,-17 0 15,-34-9 1,8-8-16,-25 0 15,17 0-15,26 17 16,-9 0 0,25-8-16,-50-18 15,-27-16-15,1-18 16,-43 9 0,-17 0-16,-8 0 31,-35 17-31,-25 0 15,-17 0-15,-1 8 16,-16-16 0,-18-26-16,-25-26 0,-17 9 15,-51 0 17,-52-8-17,-51-9-15,-59-9 16,-69 9-16,-34 8 15,-8 26 1,-43 26-16,-26 8 0,9 25 31,-52 1-31,-25 8 16,-25 17 0,-27 8-16,-59 9 15,-25 26-15,8-9 16,205-26-1</inkml:trace>
  <inkml:trace contextRef="#ctx0" brushRef="#br0" timeOffset="69330.99">24504 7935 0,'0'0'0,"0"-17"0,8-9 16,-8-16-1,0 25-15</inkml:trace>
  <inkml:trace contextRef="#ctx0" brushRef="#br0" timeOffset="71775.7">26450 7280 0,'0'0'0,"0"0"0,0 0 0,-9 0 15,-16 17 1,-9 17 0,-9 8-1,9-8-15,0 0 16,8 9-1,-8 16-15,17 18 0,0-17 16,0-1 0,17 1-1,0-9-15,0-9 16,8 1 0,1-18-1,8 1-15,8-1 16,9 1-16,43-9 15,34-17 1,26-9-16,16-8 0,27-8 16,-27 16 15,-8 1-31,43-1 16,-17 9-16,-9 17 15,51 9-15,-16-1 16,8 18-16,-1 8 31,-7-9-15,-27-16-16,-42-1 15,-34-16 1,-42-1-16,-27 1 0,1-9 16,-18 0-1,1 0 1,-1-9-16,9-25 0,9-34 15,0-17 17,-9-42-32,17-60 15,-9-1 1,1-109-16</inkml:trace>
  <inkml:trace contextRef="#ctx0" brushRef="#br0" timeOffset="80929.45">22882 8513 0,'0'0'0,"0"0"16,0 0-16,0 8 15,0 9 1,0 17-16,0 18 15,9-1 1,-1 17-16,1 0 16,-1-9-16,1-16 15,-1-18 1,1 1 0,-9-1-16,8-8 15,1 0 1,0 0-1,8-8-15,0-1 16,17 1-16,0-1 16,17 1-1,26-1-15,34-8 16,-17-8-16,0 8 31,8 0-31,43 0 16,26 0-16,-17 0 0,50 0 31,27-9-31,-9 1 0,0-1 31,-26 9-31,26 9 16,8-1 0,-25 9-16,9 0 15,7 9-15,35 8 16,26-9-16,0-8 15,-1-17 1,-33 9-16,-9-1 31,-17 1-31,-34-1 16,-35 1-16,-16-1 31,-26 1-31,-17-18 16,-26 9-16,-25-8 15,-18-1 1,1 1-16,-9-1 16,0-16-1,0-9-15,-8-9 16,-1-16 0,-8-35-1,-8 26-15</inkml:trace>
  <inkml:trace contextRef="#ctx0" brushRef="#br0" timeOffset="84709.86">30000 12808 0,'0'0'0,"0"0"15,-8 25 1,-1 9 0,1 17-16,-9 17 15,0 0 1,17 9-16,0-9 16,17-9-16,0-8 15,0-8 1,0-17-1,0-1-15,17 1 16,17-18 0,9-16-16,51-18 15,17-8-15,-8-9 16,-1 1 0,52-1-1,8 1-15,-43 25 16,61-9-1,-1 9-15,-42 9 0,42 8 32,0 8-32,-42 1 15,42 16-15,1 1 16,-52-1 0,51 18-16,0-9 15,-76-17 1,-9-9-1,-43 1-15,-42 0 0,-9-9 32,-9 0-32,-8 0 15,0 0 1,0 0-16,0-18 16,9-16-1,8-42-15,-9-35 16,18-33-1,59-111-15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0:40:33.49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3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1" timeString="2026-02-13T20:41:22.619"/>
    </inkml:context>
  </inkml:definitions>
  <inkml:trace contextRef="#ctx0" brushRef="#br0">15278 13777 0,'0'0'0,"0"0"0,0 0 15,0 0 1,0 0-16,0 0 15,0 0 1,0 0-16,8 9 16,60 33-1,69 86-15,17 25 16,-43-26 0,8 27-16,-17-10 15,-42-50 1,-17-43-16,0-17 15,-1-17 1,9-43-16,9-50 16,8-86-1,52-144-15</inkml:trace>
  <inkml:trace contextRef="#ctx0" brushRef="#br0" timeOffset="295.36">16677 13752 0,'0'0'0,"0"0"0,0 0 15,0 0-15,0 0 16,0 0 0,0 0-1,0 8-15,34 60 16,35 94 0,33 50-16,35 44 15,-26-52 1,-60-111-16,-17 9 15,-17-17 1,-17-17-16,-26-17 16,-50-8-1,-87-18-15,-50-50 16,-43-26-16,-43-26 16,-59-8-1</inkml:trace>
  <inkml:trace contextRef="#ctx0" brushRef="#br0" timeOffset="4061.01">18828 15954 0,'0'0'0,"0"0"16,0 0-16,0 0 16,0 0-1,0 0 1,0 0-16,0 0 15,0 0-15,0 0 16,0 0 0,0 0-1,0 0-15,0 26 16,9 42 0,8 51-16,-9 26 15,1 16 1,16 128-16</inkml:trace>
  <inkml:trace contextRef="#ctx0" brushRef="#br0" timeOffset="11067.5">23096 5043 0,'0'0'0,"0"0"0,0 0 16,0 0-1,0 0-15,0 0 16,0 0 0,0 0-16,0 17 15,0 0 1,0 17-1,-9 0-15,0 26 16,1 25 0,-9 17-1,0-17-15,8-26 16,1-16-16,-1-18 16,1 1-16,-1-18 15,1 1-15,-1-9 16</inkml:trace>
  <inkml:trace contextRef="#ctx0" brushRef="#br0" timeOffset="11431.2">22729 4899 0,'0'0'0,"0"0"16,0 0-16,0 0 15,0 0 1,0 0-1,0 0-15,0 0 16,8 0-16,43 17 16,26 17-1,17 0-15,-9 0 16,26-9 0,-42-16-1</inkml:trace>
  <inkml:trace contextRef="#ctx0" brushRef="#br0" timeOffset="13978.91">25588 5043 0,'0'0'0,"0"0"0,0 0 15,0 0 1,0 0-16,0 0 16,8 9-1,1-1-15,-18-8 16,1 9 0,-1 8-16,-16 0 15,-10 8 1,-7 9-16,-18 0 15,9 9 1,8-1-16,9 1 16,0-9-1,17 0-15,0 0 16,17-9 0,25 1-16,27-1 15,50-8 1,35-25-16,-1-18 15,-16-8 1,-18 0-16,-25 9 16,-34 8-1,-18 0-15,1 0 16,-18-9 0,-8 1-16,-17-18 15,-17-8 1,-26-17-16,-25-8 15,-43 16 1,-17 26-16,85 26 16</inkml:trace>
  <inkml:trace contextRef="#ctx0" brushRef="#br0" timeOffset="39135.25">19298 16116 0,'0'0'0,"-9"0"0,0 0 0,-25 0 15,-17 8 1,-9 9-1,-25 9-15,-17 17 16,-1 8 0,-8 8-1,17-8-15,26 0 16,25-17 0,18-8-16,8-9 15,17 0-15,34 0 16,51-17-1,52-17 1,8-9-16,-17-8 16,-34 9-1,-43 8-15,-17 17 16,-8 0 0,-18 0-16,-8 0 15,-8 0 1,-44 17-16,-33 17 15,-9 0 1,17-9-16,26 1 16,26-18-16,8 1 15,8-1 1,9-8 0,34-8-16,43-1 15,42-16 1,-16 8-16,-35 0 15,-25 17 1,-26 0-16,-17 8 16,-77 94-16,-77 60 15,18-35 1,33-33 0,44-52-16,33-16 15,18-18 1,16 1-16,43-26 15,52-17 1,-35 8-16,-42 9 16,-18 17-1</inkml:trace>
  <inkml:trace contextRef="#ctx0" brushRef="#br0" timeOffset="40592.37">1656 6183 0,'-9'8'0,"-33"35"0,-27 50 16,18 1-1,0-26-15,34-34 16,8-17 0,9-9-16,0-8 15,43-17 1,76-51-16,78-76 15,-1-18 1,-34 26-16,-59 34 0,-35 34 16,-34 26 15,-25 25-31,-1 17 16,-33 25-1,-86 111-15,-52 68 16,-41 17-16,33-17 15,68-59 1,27-43 0,41-42-16,27-9 15,-9-26 1,17-8-16,51-25 16,52-60-16,76-68 15,-17-1 1,-43 35-16,-67 51 15,-18 26 1,-26 8-16,1 17 16,-35 34-1,-85 110 1,-85 95-16,-17 7 16,59-50-1,17-52-15,69-67 16,42-52-1,26-25-15,69-85 16,110-136-16,26-25 16,-52 59-1,-50 68 1,-52 50-16,-25 44 16,-18 16-1,-25 35-15,-77 178 16,-59 111-16,33-35 15,18 61 1</inkml:trace>
  <inkml:trace contextRef="#ctx0" brushRef="#br0" timeOffset="45283.9">23138 6191 0,'0'0'0,"0"0"0,0 0 31,0 0-31,0 0 0,0 0 16,0 0-1,0 9 1,-8 8-16,-1 17 16,-8 34-16,0 17 31,0-9-31,8-8 15,1-8 1,-1 0-16,1-18 16,-1 1-16,1-9 15,-18 17-15,18-26 32</inkml:trace>
  <inkml:trace contextRef="#ctx0" brushRef="#br0" timeOffset="45623.55">22507 6225 0,'0'0'0,"0"0"0,0 0 31,0 0-31,8 0 16,18-8 0,34-1-16,59 1 15,35 8 1,-35 0-16,-16-9 15,25 18 1,17-1-16,-43 1 16,9-18-1,-51 1-15</inkml:trace>
  <inkml:trace contextRef="#ctx0" brushRef="#br0" timeOffset="46615.9">19690 15725 0,'0'0'0,"0"0"0,0 0 16,0 0-16,0 0 15,0 0-15,9 0 16,16 0-1,35 0-15,8 0 32,18 0-32,-18 8 15,-8 9-15,-18 0 16,-16 9 0,-9 16-16,-43 35 15,-25 50-15,-9 1 16,1-26-1,-1-8 1,17-26 0,9-9-16,9-16 15,7-18-15,1 9 16,17 0-16,9 9 16,17-1-1,33-8 1,44-17-16,50-34 15,18-34-15,8-25 16,94-69 0</inkml:trace>
  <inkml:trace contextRef="#ctx0" brushRef="#br0" timeOffset="48185.36">22891 7365 0,'0'0'0,"0"0"15,0 0 1,0 0-16,0 0 16,0 0-1,0 0-15,0 0 16,-9 17-1,-16 25-15,-1 26 16,-8 17 0,17-16-1,0-10-15,0 1 16,8-18-16,1-8 16,8-8-1,0-1-15,8-8 16</inkml:trace>
  <inkml:trace contextRef="#ctx0" brushRef="#br0" timeOffset="48495.24">22447 7339 0,'0'0'0,"0"0"0,0 0 15,0 0-15,8-8 16,35-9 0,42-17-1,43-9-15,1 18 16,-36 8-16,-16 17 31,-17 8-31,0 1 16,-26-1-1</inkml:trace>
  <inkml:trace contextRef="#ctx1" brushRef="#br0">23160 7232 0</inkml:trace>
  <inkml:trace contextRef="#ctx0" brushRef="#br0" timeOffset="49616.71">21482 15818 0,'0'0'0,"0"0"16,0 0-16,0 0 15,0 0-15,0 0 16,0 0-1,0 0-15,26 17 16,25 0-16,26 17 16,17-8-1,-17-1 1,-17-8-16,-18 0 16,-16-8-16,-18-1 31,1 1-31,-18 16 0,-25 35 31,-34 16-15,-17 1-16,-1-17 15,18-18-15,8-16 16,26-9 0,17-9-16,0 1 15,17-1 1,0-8-16,8 9 15,18 8 1,34 17-16,8 8 16,0 1-1,-8 8-15,-9 0 16,-17 0 0,-8-9-1,-26 9-15,-26 0 16,-50 17-16,-52-8 15,-26-9 1,-145 0-16</inkml:trace>
  <inkml:trace contextRef="#ctx0" brushRef="#br0" timeOffset="63284.08">25844 5996 0,'0'0'0,"0"0"16,0 0-16,0 0 15,0 8 1,-9 9-16,1 0 15,-1 17 1,1 26 0,-18 25-16,9 25 15,0 26-15,8-25 16,1-26 0,8-51-16</inkml:trace>
  <inkml:trace contextRef="#ctx0" brushRef="#br0" timeOffset="63751.07">25852 7186 0,'0'0'0,"0"0"15,0 0-15,0 0 16,0 0 0,0 0-1,0 0-15,0 0 16,-8 17-1,-1 26-15,1 42 16,-1 59 0,9-8-16,17-33 15,-8-61-15</inkml:trace>
  <inkml:trace contextRef="#ctx0" brushRef="#br0" timeOffset="68771.39">20134 15895 0,'0'0'0,"0"0"0,0 0 16,0 0-16,0 0 16,0 0-1,0 0-15,0 0 16,0 0-1,-9 0-15,-8 8 16,-25 18 0,-27 25-1,1 8-15,17 1 16,17-26-16,17-9 16,0-16-1,8-1-15,9 1 16,0-9-1,17-17-15,51-17 16,35-26 0,-1 9-16,-25 9 15,-43 25-15,-8 0 16,-18 8 0,1 9-1,-1 0-15,-25 9 16,-25 25-1,-44 42-15,-16 26 16,8 1-16,17-27 16,17-16-1,18-26-15,16-9 32,26-16-32,9-1 15,50-8 1,78-25-16,34-18 15,-35 9-15,-50 17 16,-44 9 0,-16 8-16,-18 0 0,-8 25 31,-34 43-15,-77 60-16,-8 8 0,16-34 15,27-34 1,33-34-1,26-9-15,0-16 16,17-1 0,25-25-16,78-25 15,33-18 1,-42 18 0,-34 16-16,-26 9 15,-8 9 1,-18 8-16,1 0 15,-9 0 1,0 0-16,-9 17 16,-25 8-1,9-8-15</inkml:trace>
  <inkml:trace contextRef="#ctx0" brushRef="#br0" timeOffset="70173.72">4762 4295 0,'0'0'0,"0"0"16,0 0-16,0 8 0,0 9 16,9 17-1,0 0 1,-9 17-16,8 9 15,1-1 1,8 1 0,17-18-16,26-16 15,59-18 1,69-59-16,34-59 0,-26-9 31,-68 42-31,-34 18 0,-43 33 16,-25 9-1,-18 9 1,1 8 0,-9 0-16,-17 8 15,-34 35 1,-77 42-16,-9 8 16,60-33-1,35-26-15,16-9 16,9-16-1,8-1-15,9 1 16,0-9 0,0-9-16,43-25 15,51-42 1,8-9-16,-33 25 16,-27 26-1,-16 17-15,-18 9 16,1 8-1,-69 34-15,-162 127 16,-42 43 0,50-25-16,35-34 15,102-77 1,35-43-16,24-16 16,36-1-1,-1-8-15</inkml:trace>
  <inkml:trace contextRef="#ctx0" brushRef="#br0" timeOffset="76047.42">22686 9440 0,'0'0'0,"0"0"16,0 0 0,0 0-16,0 0 15,0 0-15,0 0 16,0 0-1,0 0 1,0 0-16,0 0 16,0 0-16,0 0 15,0 0 1,-9 17-16,1 0 16,-1 17-1,1 34 1,-1 34-16,-8-17 15,9-25 1,8-9-16,0-9 16,0-16-1,0-9-15,0-9 16,-9 1 0,9-1-16</inkml:trace>
  <inkml:trace contextRef="#ctx0" brushRef="#br0" timeOffset="76332.1">22174 9491 0,'0'0'0,"0"0"0,0 0 16,25 8 0,52 1-16,60-1 0,33-16 31,18-18-31,-17-8 16,-17 0-1,-18 9-15,-33 8 16,-61 8-1</inkml:trace>
  <inkml:trace contextRef="#ctx0" brushRef="#br0" timeOffset="82799.89">25716 9287 0,'0'0'0,"0"0"0,0 0 15,0 0-15,17 8 32,8 9-32,10-8 15,-1-1-15,8 1 0,10-1 16,-10 1 0,1-1-1,0 1-15,-18-1 16,1 1-1,-18-9 1,1 0 0,-1 8-16,-16 9 0,-9 0 15,-9 17 1,-8 0 0,0 1-16,0-10 15,17 1 1,0-1-16,0 1 15,17 8 1,0 0 0,17 0-16,25 0 15,44 0 1,16-9-16,1-16 16,-1-18-16,-42 9 15</inkml:trace>
  <inkml:trace contextRef="#ctx0" brushRef="#br0" timeOffset="89653.23">23172 16227 0,'0'0'0,"0"0"16,0 0-16,0 0 15,0 0-15,0 0 31,0 0-31,0 0 16,-8 8-16,-1 9 16,-8 0-1,-8 17 1,-1 0-16,0 9 16,-8-1-1,17-16-15,0-1 16,9-16-16,8-1 15,0 9 1,25 0-16,18 0 16,34 17-1,8 9-15,-25-1 16,-18 1 0,-16-9-1,-17 0-15,-9 8 16,-17 9-1,-26 0-15,9-17 16,0-8-16,-9-26 16,-8-34-1,17 0 1</inkml:trace>
  <inkml:trace contextRef="#ctx0" brushRef="#br0" timeOffset="89796.21">23241 16286 0,'0'0'0,"8"0"15,26 9-15,60 8 16,43 0-16,25-9 16,137 18-1</inkml:trace>
  <inkml:trace contextRef="#ctx0" brushRef="#br0" timeOffset="94290.45">21739 15946 0,'-9'0'0,"-17"17"16,-25 8-1,-9 43-15,-8 26 16,0-9 0,17-17-16,8-17 15,0-8-15,9-9 16,17-9 0,0-16-1,17-1-15,9 1 16,50-9-1,61-26-15,50-33 16,18-9 0,-34 8-16,-52 18 0,-33 25 31,-35 8-31,-9 9 16,-16 0-1,-18 34-15,-50 60 16,-52 25-1,-34 0 1,8-9-16,35-33 0,42-35 16,17-16-1,9-18 1,17 1-16,0-1 0,17 1 31,8-26-15,69-34-16,51-26 15,9 1 1,-18 8-16,-25 25 16,-51 18-1,-18 8-15,-16 17 16,-18 0-16,-50 34 16,-112 68-1,-34 34 1,34-26-16,52-50 15,51-26 1,42-17-16,18-9 16,25-16-1,68-9-15,60-26 16,17 9 0,-34 17-16,-77 17 15</inkml:trace>
  <inkml:trace contextRef="#ctx0" brushRef="#br0" timeOffset="98281.08">22874 8751 0,'0'0'0,"0"0"16,0 0 0,0 0-16,0 9 15,0 8-15,0 8 16,0 18-1,0 33-15,-9 1 16,1-18 0,8 1-1,0-26-15,0-9 16,0-16 0,8-1-16</inkml:trace>
  <inkml:trace contextRef="#ctx0" brushRef="#br0" timeOffset="98606.64">22464 8794 0,'0'0'0,"0"0"16,0 0-16,0 0 15,9 0 1,25 0-16,34-9 16,60-25-1,43-17-15,-1 0 16,10 9-1,-18 7-15,-17 1 16,136-34 0</inkml:trace>
  <inkml:trace contextRef="#ctx0" brushRef="#br0" timeOffset="99179.01">22874 10409 0,'0'0'0,"0"0"0,0 0 15,0 0 1,0 0-16,0 0 16,0 0-16,-9 0 15,1 17 1,-1 9-16,-8 25 15,0 0 1,0 17-16,0 0 16,0 0-1,0-25 1,8-18-16,9-8 16,0-17-1</inkml:trace>
  <inkml:trace contextRef="#ctx0" brushRef="#br0" timeOffset="99399.84">22575 10154 0,'0'0'0,"0"0"16,0 0-1,0 0-15,8 26 16,18 16-16,17 9 16,51 17-1,68 0 1,34-42-16,120-1 16</inkml:trace>
  <inkml:trace contextRef="#ctx0" brushRef="#br0" timeOffset="100142.27">24837 15980 0,'0'0'0,"0"0"15,0 0 1,0 0 0,0 0-16,-9 0 15,-8 25-15,-17 18 31,-9 25-31,9 17 16,0 0 0,17-8-16,17-18 15,0-8 1,17-8-16,9-9 16,8 8-1,25-8-15,18-17 16,17-8-1,0-18-15,-17 1 16,-9-9 0,-8-9-16,-9 1 15,0-9 1,-25 8-16</inkml:trace>
  <inkml:trace contextRef="#ctx0" brushRef="#br0" timeOffset="100371.4">25212 16295 0,'0'0'0,"-8"8"0,-1 26 15,-16 34-15,-10 34 16,-7 17-1,8-8 1,8-1-16,17-16 16,9-52-1</inkml:trace>
  <inkml:trace contextRef="#ctx0" brushRef="#br0" timeOffset="101014.47">26638 15895 0,'0'0'0,"0"0"0,-9 0 15,0 0 1,-16 17-16,-1 8 16,-8 9-1,-9 34 1,-8 17-16,9-8 15,7 0-15,1 8 16,0-9 0,9 1-1,-18 16-15,17-8 16,18-17-16,25 0 16,8-8-1,27-18-15,24-8 16,35-8-1,0-18-15,-25-16 16,-18-1 0,-25 1-16,-18 8 15,-16 0 1,-1 0 0,-16-9-16,-18-8 15,-42 0-15,-26 0 16,-8 17-16,-9 0 15,8 17 1,18-8-16,34-1 16,34-8-1,17 0-15</inkml:trace>
  <inkml:trace contextRef="#ctx0" brushRef="#br0" timeOffset="104342.45">25588 8394 0,'0'0'0,"8"0"15,18 17-15,17 0 16,8 0-1,0 0-15,-8 0 16,-1 0 0,1 0-1,-17-9-15,-1 1 16,-16-1-16,-1 9 16,1 0-1,-26 35 1,-34 24-16,-18-8 15,1-17 1,17-17-16,17-8 16,0-9-1,16-9-15,1 1 16,17-1 0,0 9-16,26 0 15,25 9-15,60-18 16,26-16-1,-18-1-15,-51 1 16</inkml:trace>
  <inkml:trace contextRef="#ctx0" brushRef="#br0" timeOffset="105214.72">25955 10622 0,'0'0'0,"0"0"0,0 0 16,25-8-1,27-1-15,24-8 16,10 0 0,8 9-16,8-1 15,-8 9-15,-17 17 16,-9 0-1,-17 0 1,-17-8-16,-8-1 16,-17 1-16,-1-1 15,1 1 1,-18 8 0,-8 0-16,-17 8 15,0 1 1,0-1-16,16-16 15,1-1 1,9 1-16,-1-1 16,9 9-16,9 0 15,34 9 1,68-1-16,68-25 16,17-34-1,-17-8 1,111-35-16</inkml:trace>
  <inkml:trace contextRef="#ctx0" brushRef="#br0" timeOffset="107931.82">22831 15776 0,'0'0'0,"0"0"0,0 0 16,0 0-16,17 8 15,17 18 1,0 25-16,-8 8 15,0 26 1,-18 17 0,-16 18-16,-27 7 15,-24 26 1,-18-17-16,34-59 16,18-35-1,7-16 1,18-18-16,26-25 15,102-68 1,94-85-16,17-25 16,-43 33-16,-51 51 15,-51 43 1,-43 26 0,-25 25-16,-17 8 15,-1 9 1,-25 9-16,-43 25 0,-51 42 31,-51 60-31,26 9 0,67-43 31,18-8-31,26 8 16,8-34-16,17-17 16,0-26-16,17-16 15,51-9 1,60-43-16,17-25 31,-17-8-31,-26-1 16,-42 35-1,-34 25-15,-9 0 16,-9 17-16,-25 8 0,-60 60 31,-42 51-15,-26 9-16,34-35 0,60-59 31,25-8-31,18-18 16,33-8-1,86-34-15,120-68 16,8-25 0,34-35-16</inkml:trace>
  <inkml:trace contextRef="#ctx0" brushRef="#br0" timeOffset="115397.79">23181 12536 0,'0'0'0,"0"0"0,0 0 15,0 0 1,0 0 0,0 0-16,0 0 15,0 0-15,-9 17 16,1 17-16,-1 0 16,-16 17-1,-1 17 1,-8 17-1,0 0-15,8-26 16,9-16 0,9-18-16,8-16 15,0-9-15</inkml:trace>
  <inkml:trace contextRef="#ctx0" brushRef="#br0" timeOffset="115682.84">22720 12502 0,'0'0'0,"0"0"16,0 0-16,0 0 15,0 0 1,0 0-1,0 0-15,0 0 16,43 17 0,42 0-16,43-9 15,9-8 1,16-17-16,1-25 16,119-43-16</inkml:trace>
  <inkml:trace contextRef="#ctx0" brushRef="#br0" timeOffset="116939.38">27858 15886 0,'0'0'0,"0"0"16,-8 0-16,-18 9 16,-17 8-1,-8 0-15,8 0 16,-16 0-1,7 8-15,1 1 16,17-1-16,8-8 16,9 9-1,0 8 1,0 0-16,17 8 16,9 10-16,8-1 15,17 0 1,0 17-1,17 8-15,9 9 16,-17-8-16,-9-18 16,-8 1-1,-9-18 1,-9 1 0,1-9-16,-18-9 15,1 1-15,-9-9 16,-9 0-1,0-9-15,-16 1 16,-1-9 0,0-9-1,9 1-15,0-9 16,17-17-16,17-17 16,26-26-1,16 1-15,26-9 16,9 8-1,9-8 1,-18 0-16,-17 17 16,-25 26-16,-18 8 15,1 17-15,-1 0 32,-8-1-32,0 1 15,0 17-15</inkml:trace>
  <inkml:trace contextRef="#ctx0" brushRef="#br0" timeOffset="120448.01">26347 12502 0,'0'0'0,"0"0"15,0 0-15,0 0 16,0 0 0,0 0-16,0 0 15,0 0-15,9 0 16,17 0 0,16 0-1,9 0-15,1 0 16,-10 0-1,1 0-15,-9 0 16,-8 0 0,-1 0-16,-16 8 15,-1-8-15,1 9 16,-1-1 0,-16 1-1,-18 8-15,-8 8 16,0-8-1,0 0-15,0-8 16,17-1 0,8 1-16,1-1 15,8-8 1,0 0 0,17 17-16,25 0 15,10 17 1,-1-8-16,-9-1 15,-7 1 1,-10-1-16,1 1 16,-18-1-16,1-8 0,-18 0 31,-16 26-15,-44 8-16,-7-9 0,-10-8 15,9-17 1,35-8-1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0:45:07.1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26143 2101 0,'0'0'0,"0"0"0,0 0 0,8 17 0,1 34 0,-18 25 0,-25 43 16,-17 60 15,0 16-31,8-33 16,9-17-16,8-43 15,9-34 1,8-34-1,9-9-15,0-16 16,0-9 0,-8-34-16,-1-68 15,-8-17 1,17 68-16</inkml:trace>
  <inkml:trace contextRef="#ctx0" brushRef="#br0" timeOffset="262.35">25818 2458 0,'0'0'0,"0"0"15,0 0-15,0 0 16,0 17 0,-8 34-16,-1 51 15,-8 25 1,0-16-16,0-26 16,8-34-1,1-8-15,8-18 16,0-8-16,0-8 15,0-1 1,25-16 0,86-26-16,69-34 15,7-26-15,1-25 16,111-43 0</inkml:trace>
  <inkml:trace contextRef="#ctx0" brushRef="#br0" timeOffset="29930.65">22976 4967 0,'0'0'0,"0"0"15,0 0 1,0 0-16,0 8 16,0 1-1,9-1-15,-9 1 16,8 8-1,-8 17-15,-8 17 16,-1 8 0,1 18-16,-1 16 15,-8 18 1,0-26-16,0-9 16,17-8-1,0-8-15,-9 0 16,9-35-16</inkml:trace>
  <inkml:trace contextRef="#ctx0" brushRef="#br0" timeOffset="30266.62">22507 4822 0,'0'0'0,"0"0"0,0 0 15,0 0 1,17 9-16,17 8 15,60 17 1,59 8 0,35 1-16,60-18 15,110 1 1</inkml:trace>
  <inkml:trace contextRef="#ctx0" brushRef="#br0" timeOffset="33011.07">25050 5417 0,'0'0'0,"0"0"16,0 0-1,17 0-15,0 0 0,9 0 32,-9 0-32,17 17 15,0 0-15,26 17 16,34 9 0,8-26-1,35-9-15,33-8 16,-24-17-16,-18-17 0,34-17 31,17 0-15,-8 17-16,-18 9 0,1 8 15,-35 8 1,-50 9 0,-35 0-1,-9 0-15,-16 0 16,-26-8-1,-43-1-15,-68 1 16,-51-1 0,-26 9-16,17 0 15,9 9 1,-17-9-16,34 17 16,25-9-1,0-8-15,27 9 16,16-1-1,25-8-15,27 0 16,25 0 0,0 0-16,-1 0 15,10 0-15,8 0 16,17 0 0,51 9-16,52 8 15,59 8 1,60 9-16,-34-17 15,-34 0 1,16 0-16,-50 0 16,-52-17-1,-8 0 1,-26 9-16,-25-9 16,-18 0-1,-8 0-15,-59 0 16,-138 8-16,-76-8 15,-26-8 1,9-1 0,34-8-16,34 17 15,52 0 1,33 9-16,77-1 16</inkml:trace>
  <inkml:trace contextRef="#ctx0" brushRef="#br0" timeOffset="38792.08">19229 15810 0,'0'0'0,"0"0"0,0 0 15,0 17 1,0 0 0,-8 8-16,-1 18 15,-59 84 1,-43 120-16,9 76 16,-1 34-1</inkml:trace>
  <inkml:trace contextRef="#ctx0" brushRef="#br0" timeOffset="43185.99">18879 16227 0,'0'0'0,"-8"0"0,-1 8 15,1 1 1,8-1-16,0 1 16,0-1-1,0 1-15,0-1 16,8 9-1,18 0-15,8 0 16,34 0 0,26 9-16,-9-9 15,-8-9 1,-25 1-16,-18-9 16,-9 0-1,-16 0-15,-1 0 16,-25 8-1,-34 18-15,-60 16 0,-34 9 16,-9 0 0,18 17-1,16-17-15,52-17 16,25-25 0,26-1-16,9 1 15,16-18 1,69-33-1,94-26-15,34 0 0,-35 17 32,-59 25-32,-51 9 15,-26 9 1,-8 8-16,-18 0 16,-16 0-1,-60 17 1,-95 17-16,-50 25 15,0 35-15,42-1 16,68-42 0,52-25-16,26-1 15,33-16 1,43 8-16,103-17 16,34-26-1,-35-8-15,-50-8 16,-69 25-1</inkml:trace>
  <inkml:trace contextRef="#ctx0" brushRef="#br0" timeOffset="45401.37">22865 6166 0,'0'0'0,"0"0"0,0 0 15,0 0-15,0 8 16,0 9 0,-8 9-1,-9 16-15,-9 9 16,0 17-1,9 0-15,0-8 16,0-9 0,9 0-16,-1 0 15,9 0-15,0-8 16,9-1 0,-1-16-16</inkml:trace>
  <inkml:trace contextRef="#ctx0" brushRef="#br0" timeOffset="45727.88">22601 6089 0,'0'0'0,"0"0"0,0 0 15,0 0 1,0 0-16,0 0 16,0-8-16,17-1 15,34-16 1,51-1-1,18-8-15,-1 17 16,9 9 0,0-1-16,-77 9 15</inkml:trace>
  <inkml:trace contextRef="#ctx0" brushRef="#br0" timeOffset="46251.3">22840 7093 0,'0'0'0,"0"0"0,0 0 16,0 0-16,0 0 15,0 17 1,-9 8-16,-8 35 16,0 16-16,0 1 15,0 8 1,0-9-16,8-8 15,9-25 1,0-17 0,0-18-16,0 1 15,0-9-15,0 0 16</inkml:trace>
  <inkml:trace contextRef="#ctx0" brushRef="#br0" timeOffset="46483.48">22362 6880 0,'0'0'0,"0"0"0,8 0 0,26 17 15,26 0 1,17 9-16,0-9 15,25-9 1,-8 9 0,0 9-16,-43-1 15</inkml:trace>
  <inkml:trace contextRef="#ctx0" brushRef="#br0" timeOffset="47346.11">20390 15886 0,'0'0'0,"0"0"16,0 0-1,0 0-15,0 0 16,17 0-1,17 17 1,26 0-16,25 17 16,-16 9-16,-18-9 15,-17 17 1,-17 25 0,-34 27-16,-34 7 15,-18-16-15,1-18 16,-17-16-16,-9-18 31,9-16-31,25-9 16,17-9-16,9-8 15,17 0 1,17 0 0,8 0-16,44 0 0,50 17 15,69-8 1,17-18-16,-43 1 31,-17-1-31,-26 1 0,-59 8 16</inkml:trace>
  <inkml:trace contextRef="#ctx0" brushRef="#br0" timeOffset="48413.9">22063 15708 0,'0'0'0,"0"0"0,0 0 16,17 17-16,17 0 15,34 17 1,9 0-16,-9 8 16,-8-8-1,-9 0-15,-16 0 16,-10-8 0,-8-1-16,-8 9 15,-9 26-15,-26 8 16,-25 9-1,8-26-15,9-17 32,17-17-32,8-9 15,9 1-15,9-1 16,17 1 0,25 8-16,17 0 15,0 0 1,1 0-1,7 0-15,-24 8 16,-27-16-16,-16 8 16,-26 8-1,-43 9-15,-77 9 16,-42-18 0,-68-25-16,-112 0 0</inkml:trace>
  <inkml:trace contextRef="#ctx0" brushRef="#br0" timeOffset="56982.13">26134 6200 0,'0'0'0,"0"0"0,0 0 16,0 0-16,0 0 16,0 17-16,0 17 15,0 8 1,-9 9-1,9 17-15,0 0 16,0-8 0,0-18-1,0-25-15</inkml:trace>
  <inkml:trace contextRef="#ctx0" brushRef="#br0" timeOffset="57527.78">26219 7008 0,'0'0'0,"0"0"16,-8 8 0,-9 26-16,-9 34 15,1 0 1,-1 0-16,0 0 15,1-8 1,-1 8-16,9 0 16,0 0-16,0 0 15,0-8 1,0-1-16,25-16 16,9-18-1</inkml:trace>
  <inkml:trace contextRef="#ctx0" brushRef="#br0" timeOffset="63529.06">20740 15971 0,'0'0'0,"0"0"0,-9 0 16,-25 0-1,-17 9-15,-34-1 16,-52 9 0,-17 9-16,18 16 15,34 1 1,42-9 0,26-9-16,17-8 15,8 1-15,18-1 16,33 8-1,69-8 1,43-8-16,8-18 16,-17-16-1,-34 8-15,-26 0 16,-33 17-16,-18 0 16,-9 0-1,-16 0 1,-1 0-16,-50 34 15,-52 34 1,-43 8-16,-8-16 16,0-1-16,17-16 15,43-18 1,42-16-16,26-1 16,8 1-1,35-18-15,94-33 16,76-18-1,-8 1 1,-52 25-16,-50 17 16,-44 17-1,-16 0-15,-18 0 16,-42 34-16,-60 42 16,-51 43-1,-17 9-15,34-52 16,60-25-1,25-25 1,26-18-16,17 1 16,26-18-1,110-33-15,43-35 0,86-67 16</inkml:trace>
  <inkml:trace contextRef="#ctx0" brushRef="#br0" timeOffset="67204.48">23002 9253 0,'0'0'0,"0"0"0,0 0 16,0 0-16,0 0 15,0 0 1,0 0-16,0 0 16,0 0-1,0 0 1,0 17-16,-9 8 15,1 9-15,-9 0 16,-1 0 0,1 0-1,0-8-15,0-1 16,0 1 0,9-9-16,-1 0 15,1 9-15,-1 8 16,1 0-1,8-9 1,0-16-16</inkml:trace>
  <inkml:trace contextRef="#ctx0" brushRef="#br0" timeOffset="67497">22507 9321 0,'0'0'0,"0"0"0,17 0 15,25 0 1,52-9-16,26-16 15,-18 8 1,1 0 0,-1 17-16,43 17 15,26 0-15,128 8 16</inkml:trace>
  <inkml:trace contextRef="#ctx0" brushRef="#br0" timeOffset="68407.5">24256 15801 0,'0'0'0,"0"0"0,0 0 15,0 0 1,-8 9-16,-1 8 16,-16 34-1,-35 42-15,-43 26 16,1-17 0,34-25-1,25-9-15,17-34 16,9-8-16,9-1 15,8-8 1,0-8 0,8-1-16,27 9 15,24 9 1,10-9-16,7 0 16,1 8-16,-17 1 15,0 8 1,-18 8-16,-16-8 15,-9-8 1,-8 8-16,-1 8 16,-16 1-1,-9-9 1,-9-9-16,0-16 16,-8-18-1,17-8-15</inkml:trace>
  <inkml:trace contextRef="#ctx0" brushRef="#br0" timeOffset="68661.03">24222 15801 0,'0'0'0,"9"9"0,25 16 16,68 35-16,52 8 31,34-17-31,-9-17 16,103 0-1</inkml:trace>
  <inkml:trace contextRef="#ctx0" brushRef="#br0" timeOffset="72124.94">26134 9695 0,'0'0'0,"0"0"0,0 0 0,0-8 16,0 8 15,0-9-31,9 1 16,-1-1-1,1 9-15,-9-8 16,8 8-16,-8 0 0,0 0 31,0-9-15,17 1-16,9-18 16,8 1-1,17-1-15,9 1 16,0-10-1,8 18-15,0 0 16,-8 0 0,-9 17-16,-8 0 15,-18 0-15,1 0 0,0 0 32,-18 9-32,1-1 0,-1 9 15,1 17 16,-18 9-31,-16 17 16,-18 8-16,-8-17 0,17-9 31,-1-16-31,18-1 0,0 1 32,9-9-17,8 0-15,0 0 16,17 0-1,17 17-15,26-9 16,17 1 0,16-9-16,10-17 15,-9 0 1,-52 0-16</inkml:trace>
  <inkml:trace contextRef="#ctx0" brushRef="#br0" timeOffset="75794">22592 15963 0,'-9'0'0,"-25"0"0,-42 17 16,-18 0-1,0 0-15,-9 17 16,-16 17 0,-9 8-1,34-7-15,34-10 16,18-16-1,24-18-15,1 1 16,17-1 0,17 1-16,77-18 15,43-16 1,8-35-16,0 0 16,-25 9-16,-35 9 15,-42 25 1,-18 0-1,-8 8-15,-8 9 16,-1 0 0,-16 9-16,-43 50 15,-35 35-15,-16 0 16,16-26 0,27-17-16,16-17 15,26-9 1,8-16-1,18 8-15,68 17 16,68 0 0,26 8-16,-35-8 15,-25 0 1,-51-8-16,-26-1 16,-43 26-16,-153 68 31,-154 68-31</inkml:trace>
  <inkml:trace contextRef="#ctx0" brushRef="#br0" timeOffset="79507.35">22780 8479 0,'0'0'0,"0"0"16,-9 8 0,1 9-1,-1 17 1,1 18-16,-1 16 15,-17 0 1,1 8-16,-9 1 16,0-9-1,17-26-15,-1-16 16,10-9 0</inkml:trace>
  <inkml:trace contextRef="#ctx0" brushRef="#br0" timeOffset="79770.96">22310 8147 0,'0'0'0,"0"0"16,9 34-1,34 26-15,33 25 16,10 0 0,25-9-16,17-16 15,8-9 1,9-17-16,154 17 16</inkml:trace>
  <inkml:trace contextRef="#ctx0" brushRef="#br0" timeOffset="80468.64">22805 10231 0,'0'0'0,"0"0"16,0 0-1,0 0 1,-8 8-16,-1 26 15,-16 34-15,-18 17 16,0-8 0,1 17-1,-1 8-15,9-17 16,17-17 0,8-26-16,1-16 15,8-1-15,0-16 16,0-18-1,0 9 1</inkml:trace>
  <inkml:trace contextRef="#ctx0" brushRef="#br0" timeOffset="80706.56">22362 10239 0,'0'0'0,"0"0"15,8 0-15,26 9 16,26 8-16,34 17 16,8 8-1,18-8 1,8-8-16,17-18 15,145-16 1</inkml:trace>
  <inkml:trace contextRef="#ctx0" brushRef="#br0" timeOffset="81562.56">25980 7994 0,'0'0'0,"0"0"0,0 0 0,9 0 32,17 17-32,33 0 15,10 9 1,16 8-16,0 0 16,-8 0-1,-17 8-15,-18-16 16,-16-1-1,-9-8-15,-8 0 16,-9 0 0,-17 17-16,-26 9 0,-34-1 31,0-8-31,-8-8 0,25-9 16,18-9-1,16 1 1,9-9-16,0 0 15,17 0 1,0 17 0,0 8-16,0 18 15,8 8 1,1 0-16,-1-8 16,1-1-1,-1-16-15,-16-9 16,-9 17-1,8-9-15</inkml:trace>
  <inkml:trace contextRef="#ctx0" brushRef="#br0" timeOffset="82560.69">26202 10231 0,'0'0'0,"0"0"0,17 17 15,17 17-15,18 8 16,-1 1-1,-8-1-15,-1-16 16,-16-1 0,-1 1-16,-16-9 15,0-8 1,-18 8 0,-17 17-16,-50 17 15,-18 0-15,-17 0 16,8-9-1,35-16-15,25-9 16,26-9-16,0 1 31,17-1-31,9 1 16,8-1-16,8 9 16,10-8-1,-1 8-15,17 0 16,-8 0-1,-18 0-15,1-9 16,-18 1 0,1-1-1,-18 9-15,-25 17 16,-51 17-16,-35-17 16,-25-17-1,-128-8-15</inkml:trace>
  <inkml:trace contextRef="#ctx0" brushRef="#br0" timeOffset="83245.53">26168 15852 0,'0'0'0,"0"0"15,-8 17 1,-9 34-16,-9 34 15,-8 17 1,0-25-16,8 0 16,0-9-16,9-17 15,17-9 1,9 1 0,17-1-16,16 1 15,44-9-15,33-9 16,26-25-1,9-8-15,-9-18 16,-17 1 0,-17-18-1,-34 1-15,-52 25 16</inkml:trace>
  <inkml:trace contextRef="#ctx0" brushRef="#br0" timeOffset="83486.92">26672 16167 0,'-9'8'0,"-8"35"0,-17 51 0,-17 33 16,-18 35-1,-16 8-15,0-43 16,34-42 0,25-42-16,17-26 15</inkml:trace>
  <inkml:trace contextRef="#ctx0" brushRef="#br0" timeOffset="83977.85">28456 15529 0,'0'0'0,"-43"9"16,-60 50-16,-33 26 16,8 17-1,-17 17-15,0 43 16,42 0 0,43-35-16,18 1 15,25 16 1,25-33-1,35-26-15,34-9 16,25-25-16,1-34 16,-10-17-1,-16-25-15,0-18 16,-26-8 0,-25-8-16,-26 8 15,-34-9 1,-52 1-16,-59 8 15,-42 17 1,-121 25-16</inkml:trace>
  <inkml:trace contextRef="#ctx0" brushRef="#br0" timeOffset="86567.14">24367 16269 0,'0'0'0,"-8"0"0,-43 0 15,-52 17 1,-8 0 0,34-8-16,26 8 15,-9 8 1,18 1-16,16-18 15,9 1 1,17-1-16,26-8 16,76 9-1,60-18-15,43-16 16,-17-9 0,-43 0-16,-51 8 15,-52 18 1,-16-1-16,-17 9 15,-1 0-15,-42 9 16,-77 25 0,-34 0-1,8 8-15,35-16 16,51-9 0,17-9-16,17 1 15,17-9-15,34-9 16,102-8-1,61-8-15,-18-1 16,-26 18 0,-42 8-16,-59 0 15,-27 0 1,-8 8-16,-34 26 16,-119 68-1,-120 68 1,-18-51-16,-58-17 15</inkml:trace>
  <inkml:trace contextRef="#ctx0" brushRef="#br0" timeOffset="91444.1">22754 12459 0,'0'0'0,"0"0"0,0 0 0,0 0 16,0 0-1,0 0 1,-8 0-1,-1 17-15,1 17 16,-10 17 0,-7 17-16,-1 9 15,9 16-15,0 1 16,9-18 0,8-8-1,0-17-15,8-8 16,9-18-1,9 1-15,-9-18 16</inkml:trace>
  <inkml:trace contextRef="#ctx0" brushRef="#br0" timeOffset="91750.46">22285 12263 0,'0'0'0,"0"0"0,0 0 16,0 0-1,25 17-15,27 0 16,33 0 0,43 0-16,26 0 15,-1 0 1,129 26-16</inkml:trace>
  <inkml:trace contextRef="#ctx0" brushRef="#br0" timeOffset="92648.52">26125 12493 0,'0'0'0,"0"0"0,0 0 15,0 0 1,0 0-1,0 0-15,0 0 16,-17 0 0,-17 17-16,-25 9 15,-1-1 1,0 9-16,-8 0 16,8 0-1,26-8 1,17-9-16,0 8 15,17-8 1,0 0-16,8 9 16,9 8-1,17 0-15,18 8 16,-1 1-16,-8-9 0,-18-9 31,1-8-31,-9 0 16,-9 9-16,1-9 31,-9 0-31,-9 8 16,-25 1-16,-26 8 15,-33-17-15,-10-9 16,18-16 0,42-1-1</inkml:trace>
  <inkml:trace contextRef="#ctx0" brushRef="#br0" timeOffset="92889.67">25989 12578 0,'0'0'0,"8"0"16,52 26-1,94-1-15,76-8 16,69-59 0,59-43-16</inkml:trace>
  <inkml:trace contextRef="#ctx0" brushRef="#br0" timeOffset="110755.3">21824 1293 0,'0'0'0,"0"0"16,0 0-16,0 0 15,0 0 1,-17 0 0,-60 17-16,-85 8 15,-9 1 1,26 8-16,-34 17 16,42 0-16,60 8 15,9 18-15,25-1 31,26-8-31,9 0 16,25 26 0,60 34-16,34 16 15,0-33-15,-35-26 16,-24-17 0,7 17-1,18 0-15,-26 8 16,-16-25-1,-18-25-15,-9-17 0,-25-9 32,-17-9-32,-9-25 15,-25-51-15,0-43 16,34 1 0,59-69-16,18-16 15,51 33-15,85 0 16,0 26-1,26 17 1,-9 26-16,9 16 16,60 1-16,76-9 31</inkml:trace>
  <inkml:trace contextRef="#ctx0" brushRef="#br0" timeOffset="111928.2">16379 13037 0,'0'0'0,"0"0"0,0 0 15,-9 0-15,0 0 16,1 0 0,-1 0-1,1 0-15,8 0 16,0 0-16,0-17 15,17-8 1,17-18 0,43 1-16,51-1 15,0 9 1,17 9-16,51-1 16,-8 9-1,-9 9-15,26-9 0,-17 17 16,-26 0-1,0 0 1,-34-9 0,-51 1-16,-26 8 15,-25 0 1,-18-9-16,-8-8 16,-34-17-16,-60-8 15,1 8 1,33 25-1,26 1-15,17 8 16,0 0 0,8 0-16,9 0 0,0 0 15,26 17 1,42 8 0,26 9-1,25 0-15,1-8 16,-43-9-1,-26-9 1,-26 1-16,-8-1 16,-17 9-16,-68 77 15,-68 50 1,-1-33-16,18-18 16,25 9-1,60-42 1</inkml:trace>
  <inkml:trace contextRef="#ctx0" brushRef="#br0" timeOffset="113448.77">20791 2696 0,'0'0'0,"-8"17"16,-1 51-16,1 9 0,-1 8 16,-25 8-1,-34 35 1,-43-18-16,42-67 15</inkml:trace>
  <inkml:trace contextRef="#ctx0" brushRef="#br0" timeOffset="114105.16">19451 1284 0,'0'0'0,"0"0"16,0 0-1,0 17-15,0 0 16,0 0-16,-8 17 15,-27 26 1,-16 42 0,-26 17-16,1-26 15,7-25 1,18-17-16,17-17 16,17-8-16,0-9 15,17-8 1,8 8-16,18 8 15,34 1 1,25-1-16,0 9 16,-8 9-1,-8 8 1,-18 8-16,-17 1 16,-9-1-1,-25-8-15,-17 9 16,-17-18-1,-8-8-15,-1-17 16,0-34 0,-8-42-16,17 16 15</inkml:trace>
  <inkml:trace contextRef="#ctx0" brushRef="#br0" timeOffset="114282.27">19383 1182 0,'0'0'0,"34"34"15,77 34-15,77 34 16,51 0 0,42 17-1,52 26-15</inkml:trace>
  <inkml:trace contextRef="#ctx0" brushRef="#br0" timeOffset="115870.72">16379 9576 0,'0'0'0,"0"0"15,0 0-15,0 0 16,0 0 0,0 0-16,0 0 15,25 0 1,86 9 0,43-9-16,59-9 15,35-8 1,-26 9-16,-9-1 15,-42-8 1,-1 17-16,1-9 16,-34-8-1,-26-8-15,-69 8 16</inkml:trace>
  <inkml:trace contextRef="#ctx0" brushRef="#br0" timeOffset="116209.82">18273 9389 0,'0'0'0,"0"0"16,0 0 0,0 0-16,0 0 15,0 0 1,0 17-16,26 0 15,25 17 1,17 8-16,1-7 16,-10-1-1,-16-9-15,-17-16 16,-18-1 0,1 1-16,-43 50 15,-69 43 1,-25-8-16,-8-18 15,67-33 1</inkml:trace>
  <inkml:trace contextRef="#ctx0" brushRef="#br0" timeOffset="116727.5">18657 2296 0,'0'0'0,"0"9"16,0 16-16,0 18 15,-8 8-15,-35 59 16,-25 35 0,-60 119-16</inkml:trace>
  <inkml:trace contextRef="#ctx0" brushRef="#br0" timeOffset="117388.5">17155 850 0,'0'0'0,"26"34"0,42 17 15,9 43 1,-9-9-16,0 9 16,-25-9-1,-17 0-15,-9 42 16,-51 18-16,-43-26 15,0-17 1,-17-34-16,-17-17 16,-17-25-1,26-9-15,25-26 16,26 1 0,17-9-1,17 0-15,17 0 16,0 8-16,17 1 15,25 8 1,52 25 0,60 18-16,8 25 15,111 59 1</inkml:trace>
  <inkml:trace contextRef="#ctx0" brushRef="#br0" timeOffset="119786.98">16703 6497 0,'0'0'0,"0"0"15,0 0-15,0 0 16,0 0-1,0 0 1,0-8-16,0 8 16,0 0-1,0 0-15,0 0 16,0 0-16,0-9 16,25 1-1,10 8 1,24 0-16,44 0 15,25 17-15,8 8 16,-33-8 0,-1-25-16,35-1 15,-9 1 1,-17-9-16,-51 0 16,-18-9-1,-25 18 1</inkml:trace>
  <inkml:trace contextRef="#ctx0" brushRef="#br0" timeOffset="120116.23">17608 6081 0,'0'0'0,"0"0"0,17 17 0,25 8 16,18 9 0,0-8-1,0-1 1,16 9-16,10-8 0,-18-1 16,-17-8-1,-25 0 1,-9 0-16,-17 34 15,-43 68 1,-34 35-16,-8-18 16,0-26-1,42-33 1,26-43-16</inkml:trace>
  <inkml:trace contextRef="#ctx0" brushRef="#br0" timeOffset="121322.72">16327 2458 0,'0'0'0,"0"8"0,0 9 15,-8 9-15,-1-1 16,-33 18-1,-78 33-15,-144 86 16</inkml:trace>
  <inkml:trace contextRef="#ctx0" brushRef="#br0" timeOffset="121711.17">15585 952 0,'-9'9'0,"-25"102"0,-51 84 16,-18 69-16,35-26 15,51-59 1,26 144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0:49:42.7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21798 11507 0,'0'0'0,"0"0"0,0 0 15,0 0-15</inkml:trace>
  <inkml:trace contextRef="#ctx0" brushRef="#br0" timeOffset="753.28">21730 11753 0,'-9'0'0,"1"0"32,-18 0-32,-16 17 15,-18 0 1,-34 34-16,-34 34 16,-43 60-1,-8 16-15,34 1 16,51 0-16,26 16 0,25 9 15,35 9 17,16-9-32,18-25 0,59-26 31,86-26-31,42-33 16,43-60-16,-34-34 15,-26-43-15,9-33 16,-68-18-1,-35-8 1,-8-43 0,-60-50-16,-76-35 15,-95-25 1,-170-26-16,-9 52 16</inkml:trace>
  <inkml:trace contextRef="#ctx0" brushRef="#br0" timeOffset="7912.65">24470 9814 0,'-17'9'0,"-60"59"0,-77 59 15,-42 52-15,-9 16 16,0 44 0,9 33-16,68-34 15,34 25 1,34-33-1,43-51-15,34-26 16,60-26 0,85-25-16,86-76 15,93-94 1,-8-51 0,-60-17-16,-42-26 15,-44-16-15,-16-27 16,-26-33-1,-25-25-15,-61-9 16,-50 25 0,-60 0-16,-52 26 15,-76 51 1,-205 51-16,-196 213 16,-137 263-1,-52 136-15,394-229 16</inkml:trace>
  <inkml:trace contextRef="#ctx0" brushRef="#br0" timeOffset="47970.37">12384 4984 0,'0'0'0,"0"0"15,0 0 1,0 0-16,0 0 15,0 17 1,-8 8-16,-18 18 16,-8 25-16,-17 17 15,-35 51 1,-16 34 0,-18-9-16,18-33 15,17-34-15,8-18 16,26-42-1,25-25-15,18-9 16</inkml:trace>
  <inkml:trace contextRef="#ctx0" brushRef="#br0" timeOffset="48242.08">11616 5655 0,'0'0'0,"0"9"16,0 33 0,0 18-1,9 17-15,-1 16 16,-8-16-16,-8-18 16,-1-16-1,9-18-15,0-8 16,0-8-1,0-1-15,17 1 16,43-18 0,0 1-1</inkml:trace>
  <inkml:trace contextRef="#ctx0" brushRef="#br0" timeOffset="52708.74">8672 14781 0,'0'0'0,"0"0"0,-9 17 16,0 42 0,-8 26-16,9 9 15,-1-9 1,9-9-16,0-16 15,0-9 1,0-25-16,26 8 16,42-17-1,26-17-15,17-34 16,68-17 0,9-9-16,-43 9 15,43 8-15,0 18 16,-43 25-1,34 25 1,0 18-16,-17-9 16,-34-17-1,0 0-15,0 9 16,-51-18-16,-26 1 16,-8-9-1,-17 0 1,-1 0-16,1-9 15,17-51 1,33-161-16,35-144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0:50:17.0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22012 2109 0,'0'0'0,"0"0"0,-9 17 16,1 17-1,-1 17-15,-8 9 16,-9 25-16,9 17 31,-8-9-31,-1-8 16,9-8-16,0-18 15,0-8 1,8-8-16,1-17 16,8-18-1,-9-16-15,9 8 16</inkml:trace>
  <inkml:trace contextRef="#ctx0" brushRef="#br0" timeOffset="294.47">21465 2364 0,'0'0'0,"0"0"0,-8 17 15,8 26-15,-9 16 31,9 18-31,0 8 16,9 8 0,8 1-16,17-17 15,0-9 1,26-9-16,34-8 16,8-34-1,18-34-15,8-34 16,-9-34-1,-68 43-15</inkml:trace>
  <inkml:trace contextRef="#ctx0" brushRef="#br0" timeOffset="856.82">25016 2279 0,'0'0'0,"0"0"15,-9 9 1,1 25 0,-18 25-16,1 26 15,-9 26-15,-1 25 0,1 0 16,0-17 15,8-34-31,9-17 16,9-25-16,-1-9 15,9-9 1,0-16 0,0-1-16,0-8 15</inkml:trace>
  <inkml:trace contextRef="#ctx0" brushRef="#br0" timeOffset="1171.95">24350 3011 0,'0'0'0,"0"0"16,0 0 0,0 0-16,0 0 15,0 0-15,17 17 16,17 17-1,18 0 1,-10-9-16,-16-8 16,0 0-1,-1-8-15,9-1 16,0 1-16,9-9 16,0-9-1,-1-8 1,10-25-16,16-43 15,-25 34 1</inkml:trace>
  <inkml:trace contextRef="#ctx0" brushRef="#br0" timeOffset="32628.59">2851 5528 0,'0'0'0,"0"0"0,8 0 16,-16 25-1,-26 43-15,-43 43 16,-51 34 0,-52 67-1,-24 43-15,24 9 16,1 17-1,34-1-15,68-25 16,35-25 0,67-43-16,61-25 15,67-52 1,86-59-16,34-68 16,0-68-16,0-51 15,-42-34 1,-43 0-16,-43-26 15,-43-33 1,-51-35-16,-59 0 16,-69 18-1,-68 8 1,-111 42-16,-205 145 16,51 94-1</inkml:trace>
  <inkml:trace contextRef="#ctx0" brushRef="#br0" timeOffset="36606.3">19084 15614 0,'0'0'0,"0"0"16,0 0-16,0 0 15,0 0 1,0 0 0,0 0-16,0 0 15,0 0 1,0 0-16,0 0 15,0 0-15,0 0 16,0 0 0,0 0-1,0-8-15,0 8 16,0 0 0,0 0-16,0 0 15,0 0 1,0 0-16,0 0 15,0 0 1,0 0-16,0 8 16,-8 26-16,-1 43 15,9 25 1,0 42 0,9 35-16,8-9 15,25 128-15</inkml:trace>
  <inkml:trace contextRef="#ctx0" brushRef="#br0" timeOffset="46628.59">6085 4048 0,'0'0'0,"0"0"0</inkml:trace>
  <inkml:trace contextRef="#ctx0" brushRef="#br0" timeOffset="47134.66">5539 3955 0,'0'0'0,"0"0"15,0 0 1,-8 8 0,-1 1-16,-8 8 15,-9-9-15,1 9 16,-9-8-1,8-1 1,0 9-16,-16 0 16,-26 17-1,-9 9-15,-9 67 0,-8 43 32,1 17-32,24 17 15,27-16-15,33-1 16,43 0-1,17-43-15,-8-25 16,17-17 0,111 0-1,-1-51-15,44-51 0,33-17 32,-42-34-32,34-51 15,-51 9 1,-69-26-16,-8-51 15,-25 17-15,-61-52 0,-59-7 32,-34 33-17,-69-8-15,-102 17 16,-145 93-16,-273 180 0,-162 135 31,409-111-31</inkml:trace>
  <inkml:trace contextRef="#ctx0" brushRef="#br0" timeOffset="50081.5">21645 5035 0,'0'0'0,"8"0"16,1 0-16,-1 0 16,1 0-1,-1 8-15,1 18 16,-1 25 0,1 25-16,-18 18 15,1 16-15,-1-8 16,-8-17-1,9-17-15,8-17 16,8-8 0,1-26-1</inkml:trace>
  <inkml:trace contextRef="#ctx0" brushRef="#br0" timeOffset="50994.89">21201 4958 0,'0'0'0,"0"0"0,0 0 15,0 0-15,0 0 16,0 0-16,0 0 15,0 0 1,17 0 0,43 17-1,42 9-15,18-1 16,25 9 0,25-8-16,27-26 15,127 0 1</inkml:trace>
  <inkml:trace contextRef="#ctx0" brushRef="#br0" timeOffset="59397.69">22003 6497 0,'0'0'0,"0"0"0,0 0 16,0 0-1,0 0-15,-8 9 16,-1 8 0,0 17-16,1 0 15,-1 8-15,1 10 32,-1-10-32,-8 1 15,9-9 1,-18 0-16,1 25 15,16-25 1</inkml:trace>
  <inkml:trace contextRef="#ctx0" brushRef="#br0" timeOffset="59627.88">21773 6242 0,'0'0'0,"8"0"0,35 17 15,34 9-15,25-1 32,43 9-32,26 0 15,111 9 1</inkml:trace>
  <inkml:trace contextRef="#ctx0" brushRef="#br0" timeOffset="64637.5">21798 9448 0,'0'0'0,"0"0"0,0 0 32,0 0-32,0 0 15,0 0 1,9 9-16,-9 8 0,8 0 31,-16 26-31,-1 16 16,-16 26-1,-1 0-15,0-8 16,9-18 0,0-16-16,0-18 15,9-8 1,8-8-16,0-1 16,0-16-1,0-1-15</inkml:trace>
  <inkml:trace contextRef="#ctx0" brushRef="#br0" timeOffset="64893.53">21517 9278 0,'0'0'0,"0"0"0,8 9 16,9 8-16,17 17 16,18 8-1,7 1 1,18-1-16,17-8 16,17-8-1,8-17-15,-59-1 16</inkml:trace>
  <inkml:trace contextRef="#ctx0" brushRef="#br0" timeOffset="69379.82">21747 12646 0,'0'0'0,"0"0"16,0 0-16,0 0 15,0 0 1,0 0 0,0 0-16,0 0 15,-8 0 1,-1 17-16,-17 17 15,1 0-15,-1 0 16,1 26 0,7-1-16,1-16 15,9-1 1,-1 1-16,1-18 16,8 1-1,0-1 1,0-8-16</inkml:trace>
  <inkml:trace contextRef="#ctx0" brushRef="#br0" timeOffset="69639.32">21184 12612 0,'0'0'0,"0"0"0,0 0 15,34 9 1,34 8-16,43 0 16,26 0-16,33-9 15,18-33 1,111-35-1</inkml:trace>
  <inkml:trace contextRef="#ctx0" brushRef="#br0" timeOffset="73687.34">21687 11379 0,'0'0'0,"0"0"0,0 0 15,-8 0 1,-1 17-16,-8 17 15,-8 17 1,-1 26-16,-8-1 16,17-8-1,8-8-15,1-1 16,8-8 0,0-25-16,0-1 15,0-16 1,0-1-16,-9 1 15,-34-9 1,1 0-16</inkml:trace>
  <inkml:trace contextRef="#ctx0" brushRef="#br0" timeOffset="73923.71">21397 11311 0,'0'0'16,"0"0"-16,0 0 16,17 17-16,26 0 15,17 17 1,16 8-16,35 1 15,17-9 1,52-17 0,144-17-16</inkml:trace>
  <inkml:trace contextRef="#ctx0" brushRef="#br0" timeOffset="93808.85">24453 11413 0,'0'0'0,"0"0"15,0 0-15,0 0 16,-9 8-16,1 10 16,-1-1-1,0 17 1,-8 8-16,0 9 16,0 26-1,0 8-15,9-9 16,8-25-1,0-17-15,0-25 16,0-1 0</inkml:trace>
  <inkml:trace contextRef="#ctx0" brushRef="#br0" timeOffset="94032.03">24094 11158 0,'0'0'0,"0"0"0,26 8 16,34 43-1,50 17-15,44 17 16,25-16-16,35-52 15,127-26 1</inkml:trace>
  <inkml:trace contextRef="#ctx0" brushRef="#br0" timeOffset="105870.27">24248 12297 0,'0'0'0,"0"0"16,0 0-16,0 0 0,0 0 31,0 0-31,-9 9 16,-8 42-16,-8 17 0,-1 0 31,0 9-15,9-9-16,0-17 15,9-9 1,8-16-16,0-1 16,0-16-1,0-1-15,0 1 16,0-1 0,-9-8-16,1 9 15,-1-9 1</inkml:trace>
  <inkml:trace contextRef="#ctx0" brushRef="#br0" timeOffset="106098.4">24043 12510 0,'0'0'0,"0"0"0,0 0 16,0 0 0,0 0-16,0 0 15,0 0-15,0 0 16,17 0-1,17 0 1,34 9-16,60-1 16,26-8-1,-17 0-15,-1 9 16,-25-26 0,-68 8-1</inkml:trace>
  <inkml:trace contextRef="#ctx0" brushRef="#br0" timeOffset="114551.36">24350 9516 0,'0'0'0,"0"0"0,0 0 16,0 0 0,0 0-16,0 0 15,0 0 1,0 0-1,0 0-15,0 0 16,-8 9-16,-1 17 16,-16 50-1,-10 43-15,-7-8 32,8-18-32,8-42 15,9-17-15,8-8 16,9-18-1,0-25-15,9 0 16</inkml:trace>
  <inkml:trace contextRef="#ctx0" brushRef="#br0" timeOffset="114793.35">23958 9414 0,'0'0'0,"0"0"0,0 0 16,25 17-16,18 0 16,17 0-16,16-8 15,10-1 1,25 9-1,17-8-15,34-26 16,145-26 0</inkml:trace>
  <inkml:trace contextRef="#ctx0" brushRef="#br0" timeOffset="124702.48">24290 6302 0,'0'0'0,"0"0"0,0 0 16,0 0-1,0 8-15,0 18 16,0 25-16,-8 34 16,-1 8-1,-8-16 1,0-17-16,0-9 15,9-26 1,-1 1-16,1-1 16,8-8-16</inkml:trace>
  <inkml:trace contextRef="#ctx0" brushRef="#br0" timeOffset="124940.95">23889 6132 0,'0'0'0,"0"0"0,26 17 15,42 17 1,26 17-16,9-9 15,33-8 1,9-8-16,-25-18 0,8-16 16,153-35-1</inkml:trace>
  <inkml:trace contextRef="#ctx0" brushRef="#br0" timeOffset="133749.48">4455 8113 0,'-8'0'0,"-26"26"16,-18 8-16,-7 8 16,-18 26-1,-60 43-15,-33 59 16,16 34-1,43-17-15,26-8 16,25 8 0,34-26-16,18-7 15,33-18 1,27-26-16,41-25 16,53-42-1,41-52-15,52-76 16,0-59-1,-25-35-15,-18-34 16,-34-8 0,-59-17-16,-44-8 15,-42 7-15,-34 44 16,-77 8 0,-68 34-1,-68 51-15,-120 0 16</inkml:trace>
  <inkml:trace contextRef="#ctx0" brushRef="#br0" timeOffset="135873.34">21909 7433 0,'0'0'0,"0"0"16,0 0-16,0 0 15,0 0 1,0 8-16,-8 18 15,-9 42 1,-35 34-16,-7 9 16,-1-9-1,9-26-15,17-25 16,8-17 0,9-8-16,0-9 15,17-9 1</inkml:trace>
  <inkml:trace contextRef="#ctx0" brushRef="#br0" timeOffset="136122.03">21389 7365 0,'0'0'0,"0"0"16,8 0 0,35 17-1,51 0 1,34 0-16,8-9 16,26-8-16,18-17 15,127-17-15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0:53:09.8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18521 8164 0,'-34'26'0,"-146"118"0,-110 120 15,-461 484-15,589-586 0,111-128 16,34-8 0,8-9-16,26-34 15,86-60-15,25-51 16,-51 9 0,-18 17-16,-8 26 15,-16 25 1,-18 34-16,-9 0 15,-8 17 1,-25 8-16,-52 43 16,-51 60-1,-9 16-15,35-42 16,59-34 0,26-25-16,0-1 15,17-8 1,26 0-1,59 0-15,34-17 16,27-25-16,-1-9 16,-43-9-16,-59 26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0:53:24.80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24931 11821 0,'0'0'0,"0"-8"16,17-9-1,0 8-15,68-195 0,-85 204 16,0 0 15,0 0-31,0 0 16,0 0-16,0 0 16,0 0-1,0 0-15</inkml:trace>
  <inkml:trace contextRef="#ctx0" brushRef="#br0" timeOffset="3804.71">24504 11600 0,'0'0'15,"0"0"-15,0 0 16,-9 0-16,1 0 16,-1-8-1,-8 8-15,-17 0 16,-17 17 0,-60 8-16,0 9 15,-17 26 1,-68 33-16,8 18 15,51-9-15,1 0 16,33 0 0,44 0-1,33 9-15,26-26 16,51 8 0,60-8-16,111-8 15,17-35 1,26-50-16,-9-18 15,-34-42-15,-1 0 16,-93 0-16,-34-17 16,-8 17-1,-35 0 1,-43-9 0,-42-25-16,-77-59 0,-111-1 15,-179 43 1,-102 68-1,-9 94-15,110 25 16</inkml:trace>
  <inkml:trace contextRef="#ctx0" brushRef="#br0" timeOffset="14329.08">29864 17290 0,'0'0'0,"0"0"0,0 0 16,-9 0 0,1-9-16,-18 1 15,0-1 1,1 9 0,8 0-16,0-8 15,0-1-15,0 1 16,0-1-1,-1-16 1,-7-26-16,-1-35 16,-8 1-1,17 17-15,-9-17 0,-25-34 16,0-25 0,0 25-1,8-9-15,-17-42 16,-8-17-1,-9 25 1,-17-25-16,-17-17 0,-8 25 31,-18-25-31,1 9 16,-9 16 0,-43-16-16,17 33 0,-16 26 15,-10 8 1,-16 1-16,8 8 15,26 25 1,-35 9 0,18 9-16,42 16 15,-25-8 1,9 9 0,42 16-16,17-8 15,17 8-15,17 9 31,17 0-31,26 17 16,17 0-16,0 9 16,17 8-1,0 0 1,0 0-16,25 34 16,10 59-1,7 18-15,-8 8 16,9 17-1,-9-17-15,-8-34 16,-1-25-16,-16-26 16,-1-9-1,1-8-15,-9-8 16,0-1 0,0 1-1,-9-9-15,1-9 16,-18-16-1,-25-60-15,0-43 16,-9-16 0,9-35-16,8 34 15,26 60-15,9 34 16,8 17 0,0 17-1,0 0-15,0 17 0,25 0 16,44 34-1,50 26-15,77-1 32,35-33-32,93-86 15,52-76 1,-43-34-16</inkml:trace>
  <inkml:trace contextRef="#ctx0" brushRef="#br0" timeOffset="-195586.15">12606 2101 0,'0'0'0,"0"0"15,0 0 1,0 0-16,0 0 15,0 0-15,0 0 16,0 0 0,-8 0-16,-52 8 15,-77 18-15,1 25 16,-35 59 0,-34 35-16,34 25 31,43 17-31,0-8 15,9 8-15,42-26 16,26-25-16,25-34 31,35-8-31,42 16 16,26-24 0,25-27-16,95-16 0,7-60 31,35-60-31,9-42 15,-26-34 1,51-51-16,-102 25 16,-52-16-16,9-27 15,-34 44 1,-34-9 0,-35 34-16,-50 25 15,-52 26 1,-60 9-16,-93 41 15,-128 52 1,-35 18-16</inkml:trace>
  <inkml:trace contextRef="#ctx0" brushRef="#br0" timeOffset="-194822.42">13024 3113 0,'0'0'0,"0"0"0,-8 0 15,8 8 1,0 9-16,17-8 16,0-1-16,60 1 15,119-9 1,-8-17 0,-35-9-1,69 9-15,-85 0 0,-35 26 16,26 8-1,17 0-15,-8 8 16,-94-8 0</inkml:trace>
  <inkml:trace contextRef="#ctx0" brushRef="#br0" timeOffset="-194154.55">15260 2798 0,'-59'25'0,"-95"52"15,-25 34 1,17-9-16,-9 17 16,43-9-1,51-8-15,35-8 16,24 16-1,70 1-15,93 0 16,34-35-16,77-59 16,9-51-1,25-51 1,-26-9-16,-50-33 16,-1-35-1,-102 26-15,-60-8 16,-17-35-1,-17 0-15,-68 26 16,-119 26-16,-61 33 16,-33 60-1,-86 34-15</inkml:trace>
  <inkml:trace contextRef="#ctx0" brushRef="#br0" timeOffset="-193542.93">16515 3223 0,'0'0'0,"0"0"0,0 0 15,0 0 1,0 0-16,9 0 16,42 0-1,43-8-15,94 8 16,68 8-1,-9 9-15,18 17 16,-52-8 0,-153-9-16</inkml:trace>
  <inkml:trace contextRef="#ctx0" brushRef="#br0" timeOffset="-193107.98">19408 2840 0,'-8'0'0,"-52"9"0,-34 17 31,-42 16-31,-78 18 16,35 8-16,0 17 0,-17 25 31,68 9-31,51-34 16,51-8-1,35 8 1,50 17-16,52 9 15,52-35-15,58-50 16,-16-52 0,-8-68-1,50-25-15,-68-17 16,-51-25 0,-17-9-16,-51-9 15,-60 9 1,-51 42-16,17 60 15</inkml:trace>
  <inkml:trace contextRef="#ctx0" brushRef="#br0" timeOffset="-192773.8">20253 3274 0,'0'0'0,"0"0"0,0 0 16,9 17-1,17 26 1,16-1-16,52 9 15,17-17-15,60-25 16,59-1-16,1-25 16,50-25-1,69-35-15</inkml:trace>
  <inkml:trace contextRef="#ctx0" brushRef="#br0" timeOffset="-192280.36">22882 3011 0,'-42'0'0,"-121"25"0,-24 9 16,33 9-16,-51 25 15,17 34 1,26 34-16,34-9 16,60 9-1,59 9-15,61 8 16,7-42 0,27-26-16,118 0 15,-7-51 1,8-68-16,25-34 15,-25-85 1,34-51-16,-77 33 16,-68 10-1,-51 8-15,-18 42 16,-16 52 0</inkml:trace>
  <inkml:trace contextRef="#ctx0" brushRef="#br0" timeOffset="-191729.86">23232 3657 0,'0'0'0,"0"0"16,17 8-1,9 9-15,51 0 16,110 0 0,-7-17-16,-10-25 15,86-1 1,-93 9-16,-129 9 15</inkml:trace>
  <inkml:trace contextRef="#ctx0" brushRef="#br0" timeOffset="-191275.75">25750 3376 0,'-17'0'0,"-9"9"16,-33 25-1,-70 17-15,-50 8 16,-9 1-16,-33-1 15,41 1 1,86-1-16,52 10 16,16-10-1,60 18-15,111-1 16,180-16 0,-18-26-16,-59-68 15,-27-26 1,-93-25-16,-17-25 15,-51-18 1,-60-42 0,-153-34-16,-300-17 0,52 93 15</inkml:trace>
  <inkml:trace contextRef="#ctx0" brushRef="#br1" timeOffset="-159709.48">25187 4720 0,'0'0'0,"0"0"0,0 0 15,0 0-15,-9 0 16,9 0 0,-8 0-16,-1 8 15,-8 1 1,-17 8-16,-34 17 16,-9 0-1,0 0-15,-34 0 16,0 17-1,0-8-15,0-9 16,-25 8-16,-1-8 16,9 0-1,-9-8-15,1-1 16,-9-16 0,-17-9-1,-26 8 1,9 1-16,-18-9 15,-33 8-15,16 1 16,1 8 0,-17 0-16,-1 0 15,-16-9 1,8 1 0,-9-1-16,-8-8 15,0-8-15,9-1 16,-9 1-16,-9-1 31,-17 1-31,1-18 16,-18 1-16,-8-1 15,25 1 1,-34 8 0,0-9-16,-34 1 15,18 8 1,16 0-16,-26 8 15,18-16 1,0-9-16,-1-9 16,44 1-1,8-1-15,0-16 16,8 7 0,9-7-16,43-9 15,16 8 1,9-8-16,35-8 15,33 16 1,9-8-16,26 9 16,8-1-1,17 1-15,9 8 16,9 17 0,7 8-16,18 9 15,0 0 1,0 9-16,9 8 15,8 0 1,0 0-16</inkml:trace>
  <inkml:trace contextRef="#ctx0" brushRef="#br1" timeOffset="-155061.95">11548 2704 0,'0'0'0,"0"0"15,8 0 1,26 17-16,52 17 16,33 0-16,35-25 15,85 16 1,-51-8-16,-1 1 15,35-1-15,-94 0 32,-76-9-32,-27 1 15,-33 8 1,-112 59-16,-170 52 16,-9 16-16,60-8 15,9-25-15,85-35 31,59-16-31,18-18 16,34-16 0,17-18-16,17 1 15,0-18 1,60-76-16,68-85 16,34-17-1,-43 17-15,1-8 16,-1 24-1,-25 35-15,-26 43 16,-33 33 0,-10 26-16,-8 0 15,0 17 1,9 26-16,0 67 16,-1 60-16,-16 1 15,-26 33 1,0-17-1,-1-51-15,1-51 16,9-34 0,-1-9-16,1-16 15,-18-9 1,-42-43-16,-69-84 16,-8-26-1,17-17-15,17 0 16,0 25-1,17 26-15,35 8 16,33 52 0</inkml:trace>
  <inkml:trace contextRef="#ctx0" brushRef="#br1" timeOffset="-153534.14">27363 3538 0,'0'0'0,"-8"0"15,-10-9-15,1-16 16,-8-9 0,-9-43-16,-26-16 15,-17 16 1,0 18-16,-34 8 16,17 25-1,9 35-15,-43 25 16,9 34-1,8 34 1,8 17-16,43-17 16,26 25-1,9 9-15,8-42 16,25 0-16,18-18 16,16 1-1,10-18-15,24 18 16,18-1-1,-34-42-15,0-8 16,17-18 0,-1 1-16,-24-18 15,-18-16 1,-26 8 0</inkml:trace>
  <inkml:trace contextRef="#ctx0" brushRef="#br1" timeOffset="-153368.95">26407 3657 0,'43'8'0,"76"43"0,163 69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0:54:52.2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21252 6200 0,'0'0'0,"-34"25"16,-145 69-16,-18 8 31,-16 0-31,0 0 16,33-42-1,-42-1-15,60-16 0,94-18 16,34-8 0,17-8-16,0-1 31,8 1-31,1-18 0,-1-42 31,1-8-31,25 8 16,17 16-1,-9 1-15,-16 17 16,-1 0 0,1 17-16,-26 9 15,-9 16 1,-16 18-16,-10 0 0,1-1 31,0-8-31,17-8 16,17-9-1,34 25-15,60 26 16,119 43 0,69-26-16,67 0 15</inkml:trace>
  <inkml:trace contextRef="#ctx0" brushRef="#br0" timeOffset="3897.24">19827 3529 0,'0'0'0,"0"9"15,-9 33-15,9 43 16,0 17-1,-8 1-15,-1-10 16,-8-16 0,0-26-16,0-9 15,-9-8 1,9 0-16,0-8 16,17-18-1,-8-16-15,-1-1 16,1-8-1,-1 0-15,0 0 0,-16 0 32,-9 17-32,-18 0 15,18 0-15,9 9 16,-1 8 0,1 8-1,7 18-15,10 8 16,8 8-1,26-8-15,8 0 16,8-17 0,52-8-16,60-35 15,8-50 1,94-103-16</inkml:trace>
  <inkml:trace contextRef="#ctx0" brushRef="#br0" timeOffset="20008.73">12393 8411 0,'8'0'0,"26"17"16,77 8-16,128 9 15,94-17 1,26-17 0,8-34-16,0-42 15</inkml:trace>
  <inkml:trace contextRef="#ctx0" brushRef="#br0" timeOffset="28232.17">15696 9185 0,'0'0'0,"0"0"0,0 0 16,0 0 0,0 8-16,0 18 15,0 16-15,-9 18 16,1 8-1,8-9-15,17 1 16,0-9 0,8-17-1,18-8-15,25-1 16,26-16 0,17-18-16,0-8 15,-8 0-15,-1 9 16,18-9-1,8 8 1,17 9-16,8-8 16,9-1-1,35 1-15,-1-1 16,9-8-16,17-9 16,17 1-1,25 8-15,1 0 16,8 0-1,-17 8-15,9-8 16,-1 9 0,-8-1-1,0 1-15,-17-9 16,9 17 0,-35 8-16,-25-8 15,-9 9-15,-25-1 16,-26 9-1,-17 0 1,-9 0-16,-33 9 16,-10-9-1,-16-9-15,-17 1 16,-1-1 0,-16 1-16,-1-9 15,1 0-15,-9 0 16,0 0-1,0-17 1,0-60-16,8 18 16</inkml:trace>
  <inkml:trace contextRef="#ctx0" brushRef="#br0" timeOffset="30505.82">23966 9338 0,'0'0'0,"0"0"16,0 0-1,0 0-15,0 0 16,0 0-16,0 0 16,0 0-1,17 17 1,0 17-1,17 17-15,-8 0 16,0 0-16,-9 26 31,-9 8-31,1-17 16,-18-9-16,9-8 16,0-8-1,0-18-15,26 9 0,34-8 31,76-9-31,69-17 16,25-17 0,1 0-1,16-9-15,35 9 16,0 0-16,51 0 16,51 9-16,-9-1 15,26 18 1,-8 8-1,-9 0 1,-17 8-16,-51-8 16,-35 9-16,-33-9 15,-18 0 1,-67-9-16,-61 1 16,-42-9-1,-26 0-15,-9-9 16,-7-8-1,-1-25-15,-9-43 16,1-34 0,-18-17-1,1-145-15</inkml:trace>
  <inkml:trace contextRef="#ctx0" brushRef="#br0" timeOffset="35461.68">21559 10401 0,'0'0'0,"0"0"0,0 0 0,17 8 15,94 35 1,231 42-16,187-25 16,94-77-1,-205-9 1</inkml:trace>
  <inkml:trace contextRef="#ctx0" brushRef="#br0" timeOffset="37454.93">15875 17655 0,'0'0'0,"0"0"15,0 0 1,0 0-16,0 0 16,0 0-1,26 0-15,42 17 16,94-8 0,86-18-16,42-16 15,51-26 1,43-34-16,0 0 15</inkml:trace>
  <inkml:trace contextRef="#ctx0" brushRef="#br0" timeOffset="43842.79">28797 11098 0,'0'0'0,"0"0"0,0 0 16,0-8-16,34-1 16,43-16-16,68-1 15,60 26 1,59 17-1,-16 26-15,-26 16 16,-34 1 0,-43 16-1,-17 9-15,-34 1 16,-35-18-16,-25 0 16,-16 25-1,-53 26-15,-33 34 16,-51 9-1,-26 25-15,16-25 16,36-35 0,41-25-1,18 0-15,26-8 16,25-26 0,25 0-16,35-9 15,9 1 1,-1-26-16,-17-9 15,-8 1-15,-26-18 16,-8 1 0,-18-1-1,1-8-15,-9 9 16,-51 16-16,-26 18 16,0 0-1,17-9 1,9 17-16,25 0 15,18 8 1,42 43-16,51 26 16,1-9-1,-1 8-15,-8 18 16,-34-34-16,-43-9 16,-86 42-1,-153 35 1,-196-26-16,34-60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0:59:40.99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2748 3963 0,'0'0'0,"0"0"15,0 0-15,17-8 16,60-26 0,111-26-1,42 9-15,52 0 16,102 8-16,26 35 16,51 25-1,59 0-15,27-9 16,-52-16-1,-52-9-15,44-17 16,-86 0-16,-51-17 16</inkml:trace>
  <inkml:trace contextRef="#ctx0" brushRef="#br0" timeOffset="1012.33">10959 5775 0,'0'0'0,"0"0"16,-9 0-16,-25-9 15,-60-16 1,-51-1-16,-51 0 31,-43 9-31,0 9 0,9 25 16,-27 43-16,-24 50 15,-1 69 1,35 33 0,16 52-16,78 17 15,76-9 1,34 17 0,52-43-16,59-33 0,111 17 31,86-26-31,33-94 15,87-33 1,-18-43-16,-60-60 16,68-33-16,-50-52 15,-52-33 1,-51-18 0,-43-59-16,-25-60 15,-78-16 1,-76-26-16,-76 16 15,-163 18 1,-222 34-16,-248 162 16,-221 195-1,-137 178-15,512-101 16</inkml:trace>
  <inkml:trace contextRef="#ctx0" brushRef="#br0" timeOffset="41525.76">21884 17502 0,'-9'-8'0,"1"-1"0,-1 1 0,-93-52 0,-1 18 0,-25-1 16,17 9 0,-8 9-1,-52-9-15,26 8 16,51 9-16,17 9 15,-25-1-15,8 9 16,0 17 15,-17 17-31,-8 34 16,-1 9 0,1-9-16,33-9 15,9-25 1,35-17-16,8-17 15,-1-8 1,18-35-16,9-16 16,16 42-1,266-204-15,-274 221 16,0-9 0,0 1-16,0-1 15,0 1 1,0-1-16,-9 1 15,9 8 1,-9 0-16,-8 0 16,-25 8-1,-52 26-15,-34 43 16,0-1 0,8-16-16,52-26 15,34-9 1,17-8-16,8-8 15,26 8 1,43 0-16,85-9 16,77-8-1,-17-8-15,-43-26 16,128-51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1:01:15.94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2731 6565 0,'-8'0'0,"-9"-8"16,8 8-16</inkml:trace>
  <inkml:trace contextRef="#ctx0" brushRef="#br0" timeOffset="196.04">2407 6038 0,'0'0'0,"0"0"15,8 0 1,1 9 0,-1-1-16,1 1 0,8-1 31,9 9-31,25 0 15,85 17-15,78 9 16,76 8-16,137 8 16,93-16-1,61-35 1,-163-8 0</inkml:trace>
  <inkml:trace contextRef="#ctx0" brushRef="#br0" timeOffset="2553.46">10225 6149 0,'0'0'0,"0"34"0,-9 42 16,1 18-16,-1-9 15,1-17 1,-1-9 0,1 1-16,8 0 15,0-9 1,8-9-16,35 1 16,59-9-1,78-26 1,101-33-16,35-26 15,17 0-15,34 8 16,-60 9 0,69 0-16,59-9 0,17 18 31,60 8-15,9 17-16,17 8 15,-9 18-15,-17 25 16,-34-8-16,8-18 15,1 9-15,-26 0 32,-34-17-17,-60-17-15,-26 0 16,-25 9 0,-60-9-16,-60-9 0,-34 1 31,-25-1-31,-35-8 15,-16-8 1,7-26-16,18-35 16,-8-7-16,-26-35 15,59-152 1</inkml:trace>
  <inkml:trace contextRef="#ctx0" brushRef="#br0" timeOffset="9681.56">24162 6719 0,'0'0'0,"35"0"16,110 17-16,162-17 16,111-17-1,60-34-15,-68-1 16</inkml:trace>
  <inkml:trace contextRef="#ctx0" brushRef="#br0" timeOffset="11505.56">2398 6880 0,'0'0'0,"0"0"15,0 0-15,0 0 16,0 0 0,0 0-16,0 0 15,0 0 1,17 17-1,18 34-15,-10 51 16,-8 43-16,-8 25 16,-1-43-1,9-25 1,9-16-16,8-18 16,43 8-16,42-16 15,9-18 1,94-16-1,17-9-15,34-17 16,26-17-16,17-17 16,59-9-1,-16 1 1,34 8-16,25 0 16,-43 17-16,1 8 31,8 9-31,-94 0 0,-25 9 15,-26-9 1,-103 0 0,-33-9-16,-27 1 0,-24-1 31,-27 1-15,1-1-16,-9-25 0,-9-17 31,-8-43-31,9-59 0,42-144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1:14:57.53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22148 12459 0,'-8'0'0,"-9"0"0,-9 0 0,-25-17 0,42 9 16,1-1-16,-1 1 16,1-9-1,-1 8 1,9 9-1,0 0-15,0 0 16,0 0-16,0 0 16,17 26-1,26 8-15,85 25 16,68 1 0,0-35-1,120-16-15</inkml:trace>
  <inkml:trace contextRef="#ctx0" brushRef="#br0" timeOffset="1707.2">22848 11728 0,'0'0'0,"0"0"0,9 0 15,25 0-15,43 17 16,85 0-16,34-9 31,17-8-31,43 0 16,43 0-16,68-17 15</inkml:trace>
  <inkml:trace contextRef="#ctx0" brushRef="#br0" timeOffset="3440">24162 10248 0,'0'0'0,"0"0"0,0 0 16,0-9 0,9 9-1,17 0-15,33 0 16,69 17-16,43-8 15,85-18 1,85-33 0,35-9-16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3T21:15:15.96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25528 10095 0,'0'0'0,"-9"0"0,1-9 16,-1 1-16,1-1 16,-1 1-16,9-9 15,0-9 1,0 1-1,0-9-15,9-17 16,-1-9 0,-8 9-1,0 0-15,-8 0 16,-1 0-16,-8-8 16,-17-10-1,-17-41-15,-17-1 16,-18 1-1,-8 8-15,-34 8 16,-59-25 0,16 26-16,0 16 15,-25 9 1,8 26-16,9 33 16,-26 9-1,9 26-15,-26 25 16,-9 25-1,1 26-15,17 9 16,8 16 0,17 18-16,43-18 15,42-50 1,44-35 0,16-8-16,26-8 15,0-17 1,8-1-16,1 1 15,8-9 1,0 0-16,0-17 16,0-18-1,17-33-15,0 0 16,-8 9 0,-1 25-16,1 8 15,-18 9 1,-8 0-16,-26 26 15,-25 25 1,-17 25-16,-18 26 16,18 9-1,0 8-15,16 9 16,44-26-16,16-26 16,18 1-1,25-1 1,51-16-16,60-18 15,69-42 1,33-42-16,69-52 16</inkml:trace>
  <inkml:trace contextRef="#ctx0" brushRef="#br0" timeOffset="11507.71">9824 9125 0,'-17'-8'0,"-17"-1"16,-18 1-16,-16-1 31,-9 1-31,17-9 16,1 17-16,-35 0 15,-34 8 1,-26 26-1,1 26-15,7 16 0,10 1 32,16-1-32,27-16 15,24 17-15,18 25 16,17 0 0,17-34-1,17-9-15,8 1 16,52-9-16,85 17 15,52-26-15,33-25 16,-17-25 0,-25-26-16,17-9 31,-60-16-31,-51-26 16,-34 0-16,-35 8 15,-25 1 1,-59-52-16,-104-59 0,-110 25 31,-119 69-15,8 25-16</inkml:trace>
  <inkml:trace contextRef="#ctx0" brushRef="#br0" timeOffset="64628.09">13127 8709 0,'0'0'0,"0"0"0,0 0 16,0 0 0</inkml:trace>
  <inkml:trace contextRef="#ctx0" brushRef="#br0" timeOffset="65142.75">13058 8428 0,'0'0'0,"-8"0"15,-1 0 1,1 0-16,-1 0 15,1 0-15,-18 8 16,-8 9 0,-26 17-16,-34 9 15,-17 17 1,-17 16 0,-25 26-16,-1-8 15,-8 8 1,-17 42-16,25-8 15,43-51 1,51-34-16,26-25 16,17-9-1,0-9-15,17-8 16,0-8 0,0-18-16,17 1 15,0-9 1,9 0-16,-18 17 15,1 0 1,0 8-16,-1 9 16,-16 0-16,-18 34 15,-42 34 1,-18 9 0,1-9-16,25-17 15,35-8 1,16-9-16,52-9 15,102-16 1,111-35-16,94-25 16</inkml:trace>
  <inkml:trace contextRef="#ctx0" brushRef="#br0" timeOffset="89014.93">12248 9789 0,'0'0'0,"0"0"15,0 0 1,0 0-16,0 0 16,25 0-16,26 17 15,18-9-15,25 9 31,25 9-15,1-1-16,-9 9 16,-18 0-1,-33 0-15,0 9 16,0 16 0,-1 35-16,-24 33 15,-44 18 1,-34 59-16,-42 34 15,-43-34 1,-17 0-16,8-25 16,26-51-1,26-26-15,42-26 16,9 1 0,26-18-16,25 9 15,25-8 1,18 8-16,34 0 15,8-9 1,18 9-16,-18-25 16,-33-18-1,-18 1-15,-8-9 16,-18 0 0,-8-8-16,-17 16 15,-34 26 1,-77 43-16,-25 16 15,-18 9-15,17-8 16,52-18 0,42 9-1,26 34-15,51 18 16,43 33 0,43 25-16,25-8 15,0 17-15,-34-16 31,-68-10-31,-86 26 16,-171 43-16,-298 59 16,137-119-16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9A25B-064F-4940-8CEE-34D7920B25F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A96D1-356A-4D34-AE7A-0DFABF1C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26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customXml" Target="../ink/ink10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11" Type="http://schemas.openxmlformats.org/officeDocument/2006/relationships/image" Target="../media/image19.png"/><Relationship Id="rId5" Type="http://schemas.openxmlformats.org/officeDocument/2006/relationships/image" Target="../media/image12.png"/><Relationship Id="rId10" Type="http://schemas.openxmlformats.org/officeDocument/2006/relationships/image" Target="../media/image18.jpeg"/><Relationship Id="rId4" Type="http://schemas.openxmlformats.org/officeDocument/2006/relationships/image" Target="../media/image11.jpeg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0.png"/><Relationship Id="rId3" Type="http://schemas.openxmlformats.org/officeDocument/2006/relationships/image" Target="../media/image160.png"/><Relationship Id="rId7" Type="http://schemas.openxmlformats.org/officeDocument/2006/relationships/image" Target="../media/image200.png"/><Relationship Id="rId12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customXml" Target="../ink/ink11.xml"/><Relationship Id="rId5" Type="http://schemas.openxmlformats.org/officeDocument/2006/relationships/image" Target="../media/image180.png"/><Relationship Id="rId10" Type="http://schemas.openxmlformats.org/officeDocument/2006/relationships/image" Target="../media/image23.png"/><Relationship Id="rId4" Type="http://schemas.openxmlformats.org/officeDocument/2006/relationships/image" Target="../media/image170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50.png"/><Relationship Id="rId7" Type="http://schemas.openxmlformats.org/officeDocument/2006/relationships/image" Target="../media/image3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10" Type="http://schemas.openxmlformats.org/officeDocument/2006/relationships/image" Target="../media/image28.png"/><Relationship Id="rId4" Type="http://schemas.openxmlformats.org/officeDocument/2006/relationships/image" Target="../media/image260.png"/><Relationship Id="rId9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60.png"/><Relationship Id="rId7" Type="http://schemas.openxmlformats.org/officeDocument/2006/relationships/image" Target="../media/image3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10" Type="http://schemas.openxmlformats.org/officeDocument/2006/relationships/image" Target="../media/image29.png"/><Relationship Id="rId4" Type="http://schemas.openxmlformats.org/officeDocument/2006/relationships/image" Target="../media/image260.png"/><Relationship Id="rId9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60.png"/><Relationship Id="rId7" Type="http://schemas.openxmlformats.org/officeDocument/2006/relationships/image" Target="../media/image3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38.png"/><Relationship Id="rId10" Type="http://schemas.openxmlformats.org/officeDocument/2006/relationships/image" Target="../media/image32.png"/><Relationship Id="rId4" Type="http://schemas.openxmlformats.org/officeDocument/2006/relationships/image" Target="../media/image260.png"/><Relationship Id="rId9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60.png"/><Relationship Id="rId7" Type="http://schemas.openxmlformats.org/officeDocument/2006/relationships/image" Target="../media/image3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8.png"/><Relationship Id="rId10" Type="http://schemas.openxmlformats.org/officeDocument/2006/relationships/image" Target="../media/image34.png"/><Relationship Id="rId4" Type="http://schemas.openxmlformats.org/officeDocument/2006/relationships/image" Target="../media/image40.png"/><Relationship Id="rId9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60.png"/><Relationship Id="rId7" Type="http://schemas.openxmlformats.org/officeDocument/2006/relationships/image" Target="../media/image4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8.png"/><Relationship Id="rId10" Type="http://schemas.openxmlformats.org/officeDocument/2006/relationships/image" Target="../media/image36.png"/><Relationship Id="rId4" Type="http://schemas.openxmlformats.org/officeDocument/2006/relationships/image" Target="../media/image43.png"/><Relationship Id="rId9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5.png"/><Relationship Id="rId7" Type="http://schemas.openxmlformats.org/officeDocument/2006/relationships/image" Target="../media/image4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37.png"/><Relationship Id="rId5" Type="http://schemas.openxmlformats.org/officeDocument/2006/relationships/image" Target="../media/image43.png"/><Relationship Id="rId10" Type="http://schemas.openxmlformats.org/officeDocument/2006/relationships/image" Target="../media/image33.png"/><Relationship Id="rId4" Type="http://schemas.openxmlformats.org/officeDocument/2006/relationships/image" Target="../media/image360.png"/><Relationship Id="rId9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2.png"/><Relationship Id="rId3" Type="http://schemas.openxmlformats.org/officeDocument/2006/relationships/image" Target="../media/image35.png"/><Relationship Id="rId7" Type="http://schemas.openxmlformats.org/officeDocument/2006/relationships/image" Target="../media/image41.png"/><Relationship Id="rId12" Type="http://schemas.openxmlformats.org/officeDocument/2006/relationships/customXml" Target="../ink/ink1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image" Target="../media/image39.png"/><Relationship Id="rId5" Type="http://schemas.openxmlformats.org/officeDocument/2006/relationships/image" Target="../media/image43.png"/><Relationship Id="rId10" Type="http://schemas.openxmlformats.org/officeDocument/2006/relationships/image" Target="../media/image33.png"/><Relationship Id="rId4" Type="http://schemas.openxmlformats.org/officeDocument/2006/relationships/image" Target="../media/image360.png"/><Relationship Id="rId9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6.png"/><Relationship Id="rId3" Type="http://schemas.openxmlformats.org/officeDocument/2006/relationships/image" Target="../media/image35.png"/><Relationship Id="rId7" Type="http://schemas.openxmlformats.org/officeDocument/2006/relationships/image" Target="../media/image41.png"/><Relationship Id="rId12" Type="http://schemas.openxmlformats.org/officeDocument/2006/relationships/customXml" Target="../ink/ink1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image" Target="../media/image45.png"/><Relationship Id="rId5" Type="http://schemas.openxmlformats.org/officeDocument/2006/relationships/image" Target="../media/image43.png"/><Relationship Id="rId10" Type="http://schemas.openxmlformats.org/officeDocument/2006/relationships/image" Target="../media/image33.png"/><Relationship Id="rId4" Type="http://schemas.openxmlformats.org/officeDocument/2006/relationships/image" Target="../media/image360.png"/><Relationship Id="rId9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16: Graphs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Behavior: Start with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visit all neighbors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then all neighbors of neighbors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…</a:t>
                </a:r>
              </a:p>
              <a:p>
                <a:r>
                  <a:rPr lang="en-US" dirty="0"/>
                  <a:t>Visits every node reachable 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in order of distance</a:t>
                </a:r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How long is the shortest path?</a:t>
                </a:r>
              </a:p>
              <a:p>
                <a:pPr lvl="1"/>
                <a:r>
                  <a:rPr lang="en-US" dirty="0"/>
                  <a:t>Is the graph connected?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5E60E83-EF60-B160-6395-F34703A2E2C9}"/>
              </a:ext>
            </a:extLst>
          </p:cNvPr>
          <p:cNvGrpSpPr/>
          <p:nvPr/>
        </p:nvGrpSpPr>
        <p:grpSpPr>
          <a:xfrm>
            <a:off x="6934200" y="4047495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2187964-E870-5C20-5011-7EF331D8B442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CFC0412-9146-E934-F4DC-D43CAC4D8DE1}"/>
                  </a:ext>
                </a:extLst>
              </p:cNvPr>
              <p:cNvCxnSpPr>
                <a:stCxn id="49" idx="7"/>
                <a:endCxn id="50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08726BF-EB96-6CE6-3CBC-9B19B9874C5E}"/>
                  </a:ext>
                </a:extLst>
              </p:cNvPr>
              <p:cNvCxnSpPr>
                <a:stCxn id="50" idx="6"/>
                <a:endCxn id="53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0D3345FA-E452-9557-2472-ED7C1E1FF6F5}"/>
                  </a:ext>
                </a:extLst>
              </p:cNvPr>
              <p:cNvCxnSpPr>
                <a:stCxn id="49" idx="4"/>
                <a:endCxn id="51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6F20CE6-12E8-B8CD-4C6D-6E08BB48B8DD}"/>
                  </a:ext>
                </a:extLst>
              </p:cNvPr>
              <p:cNvCxnSpPr>
                <a:stCxn id="52" idx="3"/>
                <a:endCxn id="51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48E65BF8-0C38-878D-43F0-DCA1382ECE78}"/>
                  </a:ext>
                </a:extLst>
              </p:cNvPr>
              <p:cNvCxnSpPr>
                <a:stCxn id="54" idx="2"/>
                <a:endCxn id="51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FFE8A7D6-FA04-569D-7C8B-00D1000D5562}"/>
                  </a:ext>
                </a:extLst>
              </p:cNvPr>
              <p:cNvCxnSpPr>
                <a:stCxn id="52" idx="5"/>
                <a:endCxn id="54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F8CFF62-24F6-E065-106D-CA91FC2FD082}"/>
                  </a:ext>
                </a:extLst>
              </p:cNvPr>
              <p:cNvCxnSpPr>
                <a:stCxn id="52" idx="7"/>
                <a:endCxn id="53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7244733C-FCCA-2B14-53BE-1D266F25D9A6}"/>
                  </a:ext>
                </a:extLst>
              </p:cNvPr>
              <p:cNvCxnSpPr>
                <a:stCxn id="54" idx="6"/>
                <a:endCxn id="55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FCAA9FF4-A914-088F-BC91-64DF4D401A0C}"/>
                  </a:ext>
                </a:extLst>
              </p:cNvPr>
              <p:cNvCxnSpPr>
                <a:stCxn id="55" idx="1"/>
                <a:endCxn id="53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EC444822-6EFB-DDAD-2CFA-EF917A222B88}"/>
                  </a:ext>
                </a:extLst>
              </p:cNvPr>
              <p:cNvCxnSpPr>
                <a:stCxn id="57" idx="2"/>
                <a:endCxn id="53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0A959733-B4ED-BA28-9EDF-61445BDDEFA8}"/>
                  </a:ext>
                </a:extLst>
              </p:cNvPr>
              <p:cNvCxnSpPr>
                <a:stCxn id="55" idx="0"/>
                <a:endCxn id="57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8F4AA5D-0263-91BE-E34B-3CCF5E6D33A9}"/>
                  </a:ext>
                </a:extLst>
              </p:cNvPr>
              <p:cNvCxnSpPr>
                <a:stCxn id="56" idx="1"/>
                <a:endCxn id="57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ACB732B-4621-C7D4-11BA-682F7277548D}"/>
                  </a:ext>
                </a:extLst>
              </p:cNvPr>
              <p:cNvCxnSpPr>
                <a:stCxn id="56" idx="3"/>
                <a:endCxn id="55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3753FED-EBEF-C50C-C21C-755E93539BEA}"/>
                  </a:ext>
                </a:extLst>
              </p:cNvPr>
              <p:cNvCxnSpPr>
                <a:stCxn id="50" idx="4"/>
                <a:endCxn id="51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B5F7B4A-9EC8-F78B-2346-A30082F4B6EE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F6D25DC-D0D4-04D2-6803-B09D9B9393B3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D85C94E-8822-4B5A-41C5-2476C6E729DD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79FB71B-E579-7B2A-783E-A82ED8BEA55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20B4334-C074-8A41-9DB1-8ED01D36B502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7ED46E86-17A7-C404-82BA-A842355628A9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229461C-16BC-CC4C-AFAC-1E5547FEB92D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2094438-55C6-D79E-8879-4351A8143ED1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C98B4E5-D147-0466-56D0-8ED4B6840997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0932EFF-C21A-C8FB-6275-23E9BF2E34BA}"/>
                </a:ext>
              </a:extLst>
            </p:cNvPr>
            <p:cNvCxnSpPr>
              <a:cxnSpLocks/>
              <a:stCxn id="55" idx="7"/>
              <a:endCxn id="57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739BBA3-18B2-BF36-7317-ED47E1F53C5D}"/>
                </a:ext>
              </a:extLst>
            </p:cNvPr>
            <p:cNvCxnSpPr>
              <a:cxnSpLocks/>
              <a:stCxn id="54" idx="3"/>
              <a:endCxn id="51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4278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194496" y="414158"/>
            <a:ext cx="86868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bfs</a:t>
            </a:r>
            <a:r>
              <a:rPr lang="en-US" sz="2800" dirty="0"/>
              <a:t>(graph, s){</a:t>
            </a:r>
          </a:p>
          <a:p>
            <a:r>
              <a:rPr lang="en-US" sz="2800" dirty="0"/>
              <a:t>	found = new Queue();</a:t>
            </a:r>
          </a:p>
          <a:p>
            <a:r>
              <a:rPr lang="en-US" sz="2800" dirty="0"/>
              <a:t>	</a:t>
            </a:r>
            <a:r>
              <a:rPr lang="en-US" sz="2800" dirty="0" err="1"/>
              <a:t>found.enqueue</a:t>
            </a:r>
            <a:r>
              <a:rPr lang="en-US" sz="2800" dirty="0"/>
              <a:t>(s);</a:t>
            </a:r>
          </a:p>
          <a:p>
            <a:r>
              <a:rPr lang="en-US" sz="2800" dirty="0"/>
              <a:t>	mark s as “visited”;</a:t>
            </a:r>
          </a:p>
          <a:p>
            <a:r>
              <a:rPr lang="en-US" sz="2800" dirty="0"/>
              <a:t>	While (!</a:t>
            </a:r>
            <a:r>
              <a:rPr lang="en-US" sz="2800" dirty="0" err="1"/>
              <a:t>found.isEmpty</a:t>
            </a:r>
            <a:r>
              <a:rPr lang="en-US" sz="2800" dirty="0"/>
              <a:t>()){</a:t>
            </a:r>
          </a:p>
          <a:p>
            <a:r>
              <a:rPr lang="en-US" sz="2800" dirty="0"/>
              <a:t>		current = </a:t>
            </a:r>
            <a:r>
              <a:rPr lang="en-US" sz="2800" dirty="0" err="1"/>
              <a:t>found.dequeue</a:t>
            </a:r>
            <a:r>
              <a:rPr lang="en-US" sz="2800" dirty="0"/>
              <a:t>();</a:t>
            </a:r>
          </a:p>
          <a:p>
            <a:r>
              <a:rPr lang="en-US" sz="2800" dirty="0"/>
              <a:t>		for (v : neighbors(current)){</a:t>
            </a:r>
          </a:p>
          <a:p>
            <a:r>
              <a:rPr lang="en-US" sz="2800" dirty="0"/>
              <a:t>			if (! v marked “visited”){</a:t>
            </a:r>
          </a:p>
          <a:p>
            <a:r>
              <a:rPr lang="en-US" sz="2800" dirty="0"/>
              <a:t>				mark v as “visited”;</a:t>
            </a:r>
          </a:p>
          <a:p>
            <a:r>
              <a:rPr lang="en-US" sz="2800" dirty="0"/>
              <a:t>				</a:t>
            </a:r>
            <a:r>
              <a:rPr lang="en-US" sz="2800" dirty="0" err="1"/>
              <a:t>found.enqueue</a:t>
            </a:r>
            <a:r>
              <a:rPr lang="en-US" sz="2800" dirty="0"/>
              <a:t>(v);</a:t>
            </a:r>
          </a:p>
          <a:p>
            <a:r>
              <a:rPr lang="en-US" sz="2800" dirty="0"/>
              <a:t>			}</a:t>
            </a:r>
          </a:p>
          <a:p>
            <a:r>
              <a:rPr lang="en-US" sz="2800" dirty="0"/>
              <a:t>		}</a:t>
            </a:r>
          </a:p>
          <a:p>
            <a:r>
              <a:rPr lang="en-US" sz="2800" dirty="0"/>
              <a:t>	}	</a:t>
            </a:r>
          </a:p>
          <a:p>
            <a:r>
              <a:rPr lang="en-US" sz="2800" dirty="0"/>
              <a:t>}			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5DE2EC2-2F8B-20FE-8951-E2BD5C549C1C}"/>
              </a:ext>
            </a:extLst>
          </p:cNvPr>
          <p:cNvGrpSpPr/>
          <p:nvPr/>
        </p:nvGrpSpPr>
        <p:grpSpPr>
          <a:xfrm>
            <a:off x="474420" y="1517187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B1968D4-0ECC-068E-765A-3DF8DE21145C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27EFB9C-1AD6-9281-AA30-5BE0BBE83EAC}"/>
                  </a:ext>
                </a:extLst>
              </p:cNvPr>
              <p:cNvCxnSpPr>
                <a:stCxn id="88" idx="7"/>
                <a:endCxn id="89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C7B5A33-2C67-775A-F9F8-9849005F705A}"/>
                  </a:ext>
                </a:extLst>
              </p:cNvPr>
              <p:cNvCxnSpPr>
                <a:stCxn id="89" idx="6"/>
                <a:endCxn id="92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E578285-E842-D666-EFFF-FAC536B41CA6}"/>
                  </a:ext>
                </a:extLst>
              </p:cNvPr>
              <p:cNvCxnSpPr>
                <a:stCxn id="88" idx="4"/>
                <a:endCxn id="90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56344E26-0374-B29A-3047-F12847819446}"/>
                  </a:ext>
                </a:extLst>
              </p:cNvPr>
              <p:cNvCxnSpPr>
                <a:stCxn id="91" idx="3"/>
                <a:endCxn id="90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6777E69-513F-8E97-420E-4508C3786C63}"/>
                  </a:ext>
                </a:extLst>
              </p:cNvPr>
              <p:cNvCxnSpPr>
                <a:stCxn id="93" idx="2"/>
                <a:endCxn id="90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6D715E8-E960-3FE6-7B4F-3ED4B6D49FDA}"/>
                  </a:ext>
                </a:extLst>
              </p:cNvPr>
              <p:cNvCxnSpPr>
                <a:stCxn id="91" idx="5"/>
                <a:endCxn id="93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6249CD4-F9C0-5A68-8D91-891A4FA839E0}"/>
                  </a:ext>
                </a:extLst>
              </p:cNvPr>
              <p:cNvCxnSpPr>
                <a:stCxn id="91" idx="7"/>
                <a:endCxn id="92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204DB22-82A3-0118-6481-472F7A6AF3F1}"/>
                  </a:ext>
                </a:extLst>
              </p:cNvPr>
              <p:cNvCxnSpPr>
                <a:stCxn id="93" idx="6"/>
                <a:endCxn id="94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0D26EFBD-31D4-049E-B188-F35998D684F2}"/>
                  </a:ext>
                </a:extLst>
              </p:cNvPr>
              <p:cNvCxnSpPr>
                <a:stCxn id="94" idx="1"/>
                <a:endCxn id="92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10849E95-CB0E-ABD6-850A-E61EBDEFACAA}"/>
                  </a:ext>
                </a:extLst>
              </p:cNvPr>
              <p:cNvCxnSpPr>
                <a:stCxn id="96" idx="2"/>
                <a:endCxn id="92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28AD1B02-958A-B3BD-72CC-9B0590B340F7}"/>
                  </a:ext>
                </a:extLst>
              </p:cNvPr>
              <p:cNvCxnSpPr>
                <a:stCxn id="94" idx="0"/>
                <a:endCxn id="96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88B0F441-A7E2-FA9E-92EB-30933184D3BE}"/>
                  </a:ext>
                </a:extLst>
              </p:cNvPr>
              <p:cNvCxnSpPr>
                <a:stCxn id="95" idx="1"/>
                <a:endCxn id="96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6A0B411A-7680-5A59-15AD-2CE231F51725}"/>
                  </a:ext>
                </a:extLst>
              </p:cNvPr>
              <p:cNvCxnSpPr>
                <a:stCxn id="95" idx="3"/>
                <a:endCxn id="94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6B8A6D9A-B0B6-1AB8-DA09-FDB8212801F7}"/>
                  </a:ext>
                </a:extLst>
              </p:cNvPr>
              <p:cNvCxnSpPr>
                <a:stCxn id="89" idx="4"/>
                <a:endCxn id="90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264BFE18-A20F-D4C8-0B8F-13C5DDCAC640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67ECD6AE-5FC3-1D62-3146-0E728A59E99C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C9B2643-4AE7-7327-D66E-875DFE9D352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D2A84FF5-BE60-6F0B-E7E8-AC31F8FD91F1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7725E181-533F-9D89-A8B9-60FC2F93CD5E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089257CE-86BE-EB39-0021-0B5F58AB7E2C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95D391F7-C135-F995-9D25-9947220935E2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34A9BCF0-A3F7-F8A4-C80C-FD60E28E095D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50E87BD-E051-DE7A-3950-ABE1A2CEA1DE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D9BE6BC-AF01-B341-278E-F84FB764CC8F}"/>
                </a:ext>
              </a:extLst>
            </p:cNvPr>
            <p:cNvCxnSpPr>
              <a:cxnSpLocks/>
              <a:stCxn id="94" idx="7"/>
              <a:endCxn id="96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0182084-CD52-8859-188D-BB9EC0EBC053}"/>
                </a:ext>
              </a:extLst>
            </p:cNvPr>
            <p:cNvCxnSpPr>
              <a:cxnSpLocks/>
              <a:stCxn id="93" idx="3"/>
              <a:endCxn id="90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685445-E91C-3488-3626-7813352F07C6}"/>
                  </a:ext>
                </a:extLst>
              </p:cNvPr>
              <p:cNvSpPr txBox="1"/>
              <p:nvPr/>
            </p:nvSpPr>
            <p:spPr>
              <a:xfrm>
                <a:off x="565536" y="4880066"/>
                <a:ext cx="420153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Running time: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685445-E91C-3488-3626-7813352F0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36" y="4880066"/>
                <a:ext cx="4201535" cy="523220"/>
              </a:xfrm>
              <a:prstGeom prst="rect">
                <a:avLst/>
              </a:prstGeom>
              <a:blipFill>
                <a:blip r:embed="rId2"/>
                <a:stretch>
                  <a:fillRect l="-3048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77577CC-93DE-52C7-0557-F1B41FE5456D}"/>
                  </a:ext>
                </a:extLst>
              </p14:cNvPr>
              <p14:cNvContentPartPr/>
              <p14:nvPr/>
            </p14:nvContentPartPr>
            <p14:xfrm>
              <a:off x="0" y="1178640"/>
              <a:ext cx="4314240" cy="3028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77577CC-93DE-52C7-0557-F1B41FE545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1169280"/>
                <a:ext cx="4332960" cy="304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806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9" y="117543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Find Distance (unweighted)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506979" y="-98232"/>
            <a:ext cx="86868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 </a:t>
            </a:r>
            <a:r>
              <a:rPr lang="en-US" sz="2400" dirty="0" err="1"/>
              <a:t>findDistance</a:t>
            </a:r>
            <a:r>
              <a:rPr lang="en-US" sz="2400" dirty="0"/>
              <a:t>(graph, s, t){</a:t>
            </a:r>
          </a:p>
          <a:p>
            <a:r>
              <a:rPr lang="en-US" sz="2400" dirty="0"/>
              <a:t>	found = new Queue();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rgbClr val="FF0000"/>
                </a:solidFill>
              </a:rPr>
              <a:t>layer = 0;</a:t>
            </a:r>
          </a:p>
          <a:p>
            <a:r>
              <a:rPr lang="en-US" sz="2400" dirty="0">
                <a:solidFill>
                  <a:srgbClr val="FF0000"/>
                </a:solidFill>
              </a:rPr>
              <a:t>	depth of s = 0;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found.enqueue</a:t>
            </a:r>
            <a:r>
              <a:rPr lang="en-US" sz="2400" dirty="0"/>
              <a:t>(s);</a:t>
            </a:r>
          </a:p>
          <a:p>
            <a:r>
              <a:rPr lang="en-US" sz="2400" dirty="0"/>
              <a:t>	mark s as “visited”;</a:t>
            </a:r>
          </a:p>
          <a:p>
            <a:r>
              <a:rPr lang="en-US" sz="2400" dirty="0"/>
              <a:t>	While (!</a:t>
            </a:r>
            <a:r>
              <a:rPr lang="en-US" sz="2400" dirty="0" err="1"/>
              <a:t>found.isEmpty</a:t>
            </a:r>
            <a:r>
              <a:rPr lang="en-US" sz="2400" dirty="0"/>
              <a:t>()){</a:t>
            </a:r>
          </a:p>
          <a:p>
            <a:r>
              <a:rPr lang="en-US" sz="2400" dirty="0"/>
              <a:t>		current = </a:t>
            </a:r>
            <a:r>
              <a:rPr lang="en-US" sz="2400" dirty="0" err="1"/>
              <a:t>found.dequeue</a:t>
            </a:r>
            <a:r>
              <a:rPr lang="en-US" sz="2400" dirty="0"/>
              <a:t>();</a:t>
            </a:r>
          </a:p>
          <a:p>
            <a:r>
              <a:rPr lang="en-US" sz="2400" dirty="0"/>
              <a:t>		</a:t>
            </a:r>
            <a:r>
              <a:rPr lang="en-US" sz="2400" dirty="0">
                <a:solidFill>
                  <a:srgbClr val="FF0000"/>
                </a:solidFill>
              </a:rPr>
              <a:t>layer = depth of current;</a:t>
            </a:r>
          </a:p>
          <a:p>
            <a:r>
              <a:rPr lang="en-US" sz="2400" dirty="0"/>
              <a:t>		for (v : neighbors(current)){</a:t>
            </a:r>
          </a:p>
          <a:p>
            <a:r>
              <a:rPr lang="en-US" sz="2400" dirty="0"/>
              <a:t>			if (! v marked “visited”){</a:t>
            </a:r>
          </a:p>
          <a:p>
            <a:r>
              <a:rPr lang="en-US" sz="2400" dirty="0"/>
              <a:t>				mark v as “visited”;</a:t>
            </a:r>
          </a:p>
          <a:p>
            <a:r>
              <a:rPr lang="en-US" sz="2400" dirty="0"/>
              <a:t>				</a:t>
            </a:r>
            <a:r>
              <a:rPr lang="en-US" sz="2400" dirty="0">
                <a:solidFill>
                  <a:srgbClr val="FF0000"/>
                </a:solidFill>
              </a:rPr>
              <a:t>depth of v = layer + 1;</a:t>
            </a:r>
          </a:p>
          <a:p>
            <a:r>
              <a:rPr lang="en-US" sz="2400" dirty="0"/>
              <a:t>				</a:t>
            </a:r>
            <a:r>
              <a:rPr lang="en-US" sz="2400" dirty="0" err="1"/>
              <a:t>found.enqueue</a:t>
            </a:r>
            <a:r>
              <a:rPr lang="en-US" sz="2400" dirty="0"/>
              <a:t>(v);</a:t>
            </a:r>
          </a:p>
          <a:p>
            <a:r>
              <a:rPr lang="en-US" sz="2400" dirty="0"/>
              <a:t>			}</a:t>
            </a:r>
          </a:p>
          <a:p>
            <a:r>
              <a:rPr lang="en-US" sz="2400" dirty="0"/>
              <a:t>		}</a:t>
            </a:r>
          </a:p>
          <a:p>
            <a:r>
              <a:rPr lang="en-US" sz="2400" dirty="0"/>
              <a:t>	}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rgbClr val="FF0000"/>
                </a:solidFill>
              </a:rPr>
              <a:t>return depth of t;</a:t>
            </a:r>
            <a:r>
              <a:rPr lang="en-US" sz="2400" dirty="0"/>
              <a:t>	</a:t>
            </a:r>
          </a:p>
          <a:p>
            <a:r>
              <a:rPr lang="en-US" sz="2400" dirty="0"/>
              <a:t>}		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EF236-31C1-EF76-BCC3-71E806C76908}"/>
              </a:ext>
            </a:extLst>
          </p:cNvPr>
          <p:cNvSpPr txBox="1"/>
          <p:nvPr/>
        </p:nvSpPr>
        <p:spPr>
          <a:xfrm>
            <a:off x="197532" y="4632030"/>
            <a:ext cx="5007570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it’s seen, remember its “layer” depth!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418904D-A23D-F7E7-77F7-9C5654D8606A}"/>
              </a:ext>
            </a:extLst>
          </p:cNvPr>
          <p:cNvGrpSpPr/>
          <p:nvPr/>
        </p:nvGrpSpPr>
        <p:grpSpPr>
          <a:xfrm>
            <a:off x="508737" y="1745062"/>
            <a:ext cx="4385159" cy="2420607"/>
            <a:chOff x="1524000" y="2625729"/>
            <a:chExt cx="7044346" cy="388847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75207F-5479-5963-8004-40032CDB5E54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7288E00-3423-BF9C-8CF8-84F095D826DE}"/>
                  </a:ext>
                </a:extLst>
              </p:cNvPr>
              <p:cNvCxnSpPr>
                <a:stCxn id="23" idx="7"/>
                <a:endCxn id="24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086EFE9-D906-8A68-FB16-D547CEC30E1E}"/>
                  </a:ext>
                </a:extLst>
              </p:cNvPr>
              <p:cNvCxnSpPr>
                <a:stCxn id="24" idx="6"/>
                <a:endCxn id="27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1C25311-7C68-C36D-4476-CA0FCCD69244}"/>
                  </a:ext>
                </a:extLst>
              </p:cNvPr>
              <p:cNvCxnSpPr>
                <a:stCxn id="23" idx="4"/>
                <a:endCxn id="25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1F5BADE-4A56-92F9-58BC-B486B8F7E070}"/>
                  </a:ext>
                </a:extLst>
              </p:cNvPr>
              <p:cNvCxnSpPr>
                <a:stCxn id="26" idx="3"/>
                <a:endCxn id="25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27FA524-C0FB-0934-FA57-17F9C7BAE186}"/>
                  </a:ext>
                </a:extLst>
              </p:cNvPr>
              <p:cNvCxnSpPr>
                <a:stCxn id="28" idx="2"/>
                <a:endCxn id="25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DD6C19D-2D8E-F3D1-9BEE-4E9B9E6A8587}"/>
                  </a:ext>
                </a:extLst>
              </p:cNvPr>
              <p:cNvCxnSpPr>
                <a:stCxn id="26" idx="5"/>
                <a:endCxn id="28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AC7CFD8-7844-11BF-72E2-7FAC5E5D51D9}"/>
                  </a:ext>
                </a:extLst>
              </p:cNvPr>
              <p:cNvCxnSpPr>
                <a:stCxn id="26" idx="7"/>
                <a:endCxn id="27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3E77900-A6CF-C297-A6B7-E676DEBA1211}"/>
                  </a:ext>
                </a:extLst>
              </p:cNvPr>
              <p:cNvCxnSpPr>
                <a:stCxn id="28" idx="6"/>
                <a:endCxn id="29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7C4C5DD-3870-F3AC-A444-916129C761B5}"/>
                  </a:ext>
                </a:extLst>
              </p:cNvPr>
              <p:cNvCxnSpPr>
                <a:stCxn id="29" idx="1"/>
                <a:endCxn id="27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4629D72-BBBE-5AB8-F371-E489B421A452}"/>
                  </a:ext>
                </a:extLst>
              </p:cNvPr>
              <p:cNvCxnSpPr>
                <a:stCxn id="47" idx="2"/>
                <a:endCxn id="27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49FB4E7-4DAE-BB0C-3685-407F9B1895F4}"/>
                  </a:ext>
                </a:extLst>
              </p:cNvPr>
              <p:cNvCxnSpPr>
                <a:stCxn id="29" idx="0"/>
                <a:endCxn id="47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BB8579B-0572-EE4C-4590-561529CC3161}"/>
                  </a:ext>
                </a:extLst>
              </p:cNvPr>
              <p:cNvCxnSpPr>
                <a:stCxn id="30" idx="1"/>
                <a:endCxn id="47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A6E8E87-D0F7-BDA0-AF78-72DC2CE9C860}"/>
                  </a:ext>
                </a:extLst>
              </p:cNvPr>
              <p:cNvCxnSpPr>
                <a:stCxn id="30" idx="3"/>
                <a:endCxn id="29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AEE3F55-268C-5144-5B98-2EACFC0C0CBF}"/>
                  </a:ext>
                </a:extLst>
              </p:cNvPr>
              <p:cNvCxnSpPr>
                <a:stCxn id="24" idx="4"/>
                <a:endCxn id="25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0798340-7B35-17BE-0B33-CE06FADA2E92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4A65DA6-774E-0FE3-4D06-3E93383C728E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2B91480-4C85-A081-2FE2-963A3BCE0382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F7EAA21-792F-41EE-AC55-1B1D748CF362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2DC5204-758E-422C-7620-F2CB8AD543FC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DC74CF-E5BF-4989-DE6D-842F332C8CC3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8920CAB-73F8-6071-7659-A84EA68DAF39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F9BCDA8-36C9-7E40-A352-11256FF278A8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EE2D146-DAEA-00BE-7C60-D185B4C0F610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06595CC-A5D9-7851-3D09-0246DF1C7A83}"/>
                </a:ext>
              </a:extLst>
            </p:cNvPr>
            <p:cNvCxnSpPr>
              <a:cxnSpLocks/>
              <a:stCxn id="29" idx="7"/>
              <a:endCxn id="47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CF675CA-0FA6-3D2C-63D0-79A0D2101294}"/>
                </a:ext>
              </a:extLst>
            </p:cNvPr>
            <p:cNvCxnSpPr>
              <a:cxnSpLocks/>
              <a:stCxn id="28" idx="3"/>
              <a:endCxn id="25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70038FC-5058-DD46-2A71-3D54084D59C2}"/>
                  </a:ext>
                </a:extLst>
              </p14:cNvPr>
              <p14:cNvContentPartPr/>
              <p14:nvPr/>
            </p14:nvContentPartPr>
            <p14:xfrm>
              <a:off x="0" y="921600"/>
              <a:ext cx="12115440" cy="39160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70038FC-5058-DD46-2A71-3D54084D59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60" y="912240"/>
                <a:ext cx="12134160" cy="393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4759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B25D7-46D9-7A29-F433-24525C179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94C9A-430C-4F98-53B0-13383F31D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Distance 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695E1-647D-3F68-CEE1-900FDB3C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71CF9C8-0EB1-808E-6937-D55B88045794}"/>
              </a:ext>
            </a:extLst>
          </p:cNvPr>
          <p:cNvGrpSpPr/>
          <p:nvPr/>
        </p:nvGrpSpPr>
        <p:grpSpPr>
          <a:xfrm>
            <a:off x="474420" y="1517187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8F90165-D1B4-25ED-6027-B1D8D91EE9D3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29E0C23-FF86-8EEA-0144-7F272DDA62DA}"/>
                  </a:ext>
                </a:extLst>
              </p:cNvPr>
              <p:cNvCxnSpPr>
                <a:stCxn id="88" idx="7"/>
                <a:endCxn id="89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72EC391-05A6-3506-01A9-C2240D8025FA}"/>
                  </a:ext>
                </a:extLst>
              </p:cNvPr>
              <p:cNvCxnSpPr>
                <a:stCxn id="89" idx="6"/>
                <a:endCxn id="92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28E4B48-5E79-8886-A44D-E01E16E84D82}"/>
                  </a:ext>
                </a:extLst>
              </p:cNvPr>
              <p:cNvCxnSpPr>
                <a:stCxn id="88" idx="4"/>
                <a:endCxn id="90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E3AD71E1-1C59-0A4D-1288-BBEDA337FC02}"/>
                  </a:ext>
                </a:extLst>
              </p:cNvPr>
              <p:cNvCxnSpPr>
                <a:stCxn id="91" idx="3"/>
                <a:endCxn id="90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0E9AA0F-ADE4-9C34-B251-AA94C1E4D969}"/>
                  </a:ext>
                </a:extLst>
              </p:cNvPr>
              <p:cNvCxnSpPr>
                <a:stCxn id="93" idx="2"/>
                <a:endCxn id="90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BBAB7B5-32E7-5BE9-45F7-DB5CA05855A6}"/>
                  </a:ext>
                </a:extLst>
              </p:cNvPr>
              <p:cNvCxnSpPr>
                <a:stCxn id="91" idx="5"/>
                <a:endCxn id="93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9923C17-F588-E260-DA4D-9DD9DB3AC4BF}"/>
                  </a:ext>
                </a:extLst>
              </p:cNvPr>
              <p:cNvCxnSpPr>
                <a:stCxn id="91" idx="7"/>
                <a:endCxn id="92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B4A147D0-1973-BE93-04D0-EB87C7536397}"/>
                  </a:ext>
                </a:extLst>
              </p:cNvPr>
              <p:cNvCxnSpPr>
                <a:stCxn id="93" idx="6"/>
                <a:endCxn id="94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AD4C1515-5592-C525-E1D4-F74FBB371676}"/>
                  </a:ext>
                </a:extLst>
              </p:cNvPr>
              <p:cNvCxnSpPr>
                <a:stCxn id="94" idx="1"/>
                <a:endCxn id="92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AD2E1FE1-CF43-DE17-8F21-E99B186E23E4}"/>
                  </a:ext>
                </a:extLst>
              </p:cNvPr>
              <p:cNvCxnSpPr>
                <a:stCxn id="96" idx="2"/>
                <a:endCxn id="92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7337B2B6-D1B5-2ADD-1D67-90C812AA100E}"/>
                  </a:ext>
                </a:extLst>
              </p:cNvPr>
              <p:cNvCxnSpPr>
                <a:stCxn id="94" idx="0"/>
                <a:endCxn id="96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4ED31D3F-F699-E76A-12EF-2E5FFDAC4765}"/>
                  </a:ext>
                </a:extLst>
              </p:cNvPr>
              <p:cNvCxnSpPr>
                <a:stCxn id="95" idx="1"/>
                <a:endCxn id="96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F27782D1-F1CA-DBD2-6D2A-ADFD9A47BCEA}"/>
                  </a:ext>
                </a:extLst>
              </p:cNvPr>
              <p:cNvCxnSpPr>
                <a:stCxn id="95" idx="3"/>
                <a:endCxn id="94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A48AB834-1C74-3268-B430-3C841684F3A3}"/>
                  </a:ext>
                </a:extLst>
              </p:cNvPr>
              <p:cNvCxnSpPr>
                <a:stCxn id="89" idx="4"/>
                <a:endCxn id="90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602BDAA-33D3-2325-0A07-9333ED85B614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0F59170-6D6B-9F34-58B4-B2B4A00B9E69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7B830C2-CE9A-EDEA-A05C-CCA2204272A4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27D1A3C8-9983-4585-689C-0D3660B95854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BC78DA5-AD48-1ECA-69C8-B139F0C4FFB5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B03EF8D6-5A76-3E86-D7D2-E4D69A21FFD1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1BC16755-D9DF-713A-5A59-479D6312958F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539DE575-94DD-7B30-F122-E85E687337BE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C67B488D-93A5-DD1E-1B6A-1BD8D6397406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5E829E4-58A1-6BFF-7D14-C1A6DFE3A306}"/>
                </a:ext>
              </a:extLst>
            </p:cNvPr>
            <p:cNvCxnSpPr>
              <a:cxnSpLocks/>
              <a:stCxn id="94" idx="7"/>
              <a:endCxn id="96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0E878FE-B3E8-3C5C-1F67-E780ED29F4E1}"/>
                </a:ext>
              </a:extLst>
            </p:cNvPr>
            <p:cNvCxnSpPr>
              <a:cxnSpLocks/>
              <a:stCxn id="93" idx="3"/>
              <a:endCxn id="90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9BA5A57-FBDF-C6BD-B65C-BE270C865080}"/>
              </a:ext>
            </a:extLst>
          </p:cNvPr>
          <p:cNvSpPr txBox="1"/>
          <p:nvPr/>
        </p:nvSpPr>
        <p:spPr>
          <a:xfrm>
            <a:off x="32803" y="3973607"/>
            <a:ext cx="6984733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For each node: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update current layer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For each unvisited neighbor: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add that neighbor to a queue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mark that neighbor as visited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set neighbor’s layer to be current layer + 1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18B9F0-016C-4A88-CD0A-06B9EFF96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815334"/>
              </p:ext>
            </p:extLst>
          </p:nvPr>
        </p:nvGraphicFramePr>
        <p:xfrm>
          <a:off x="6820603" y="1399839"/>
          <a:ext cx="397724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330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1014152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1996759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FC32378-B7BA-966F-E93B-2D3957A6733E}"/>
              </a:ext>
            </a:extLst>
          </p:cNvPr>
          <p:cNvGrpSpPr/>
          <p:nvPr/>
        </p:nvGrpSpPr>
        <p:grpSpPr>
          <a:xfrm>
            <a:off x="5742926" y="5486396"/>
            <a:ext cx="6036209" cy="647348"/>
            <a:chOff x="5742926" y="5619404"/>
            <a:chExt cx="6036209" cy="6473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0FBA9DE-AFF7-CB66-1D65-61892F4009DC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C82495-D6C1-0C18-036B-6069D1519417}"/>
                </a:ext>
              </a:extLst>
            </p:cNvPr>
            <p:cNvSpPr txBox="1"/>
            <p:nvPr/>
          </p:nvSpPr>
          <p:spPr>
            <a:xfrm>
              <a:off x="5742926" y="576586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Queue: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46DB51F-0B65-837C-1A88-741F80C867F3}"/>
                  </a:ext>
                </a:extLst>
              </p14:cNvPr>
              <p14:cNvContentPartPr/>
              <p14:nvPr/>
            </p14:nvContentPartPr>
            <p14:xfrm>
              <a:off x="439200" y="1521720"/>
              <a:ext cx="9614520" cy="4626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46DB51F-0B65-837C-1A88-741F80C867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9840" y="1512360"/>
                <a:ext cx="9633240" cy="464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7093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E8D23-AC6D-8027-7A1B-98072E8AC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70DF-BF7D-48BD-FEE1-60E439662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Shortest Path -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0496A-1D94-8392-BA33-24C185AAD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6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90AFFE2-0C44-3C78-0EBE-F2B9CB2409CA}"/>
              </a:ext>
            </a:extLst>
          </p:cNvPr>
          <p:cNvGrpSpPr/>
          <p:nvPr/>
        </p:nvGrpSpPr>
        <p:grpSpPr>
          <a:xfrm>
            <a:off x="474420" y="1517187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A9F1D6C-ACE7-BC5B-F569-9A70CE937B0D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783CA8C-3E94-0E3C-6D96-3CFC2A7358EE}"/>
                  </a:ext>
                </a:extLst>
              </p:cNvPr>
              <p:cNvCxnSpPr>
                <a:stCxn id="88" idx="7"/>
                <a:endCxn id="89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1B3D5AA-F1D7-3368-4383-D4FCE55D019C}"/>
                  </a:ext>
                </a:extLst>
              </p:cNvPr>
              <p:cNvCxnSpPr>
                <a:stCxn id="89" idx="6"/>
                <a:endCxn id="92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944A9A2-D1AF-CDD7-0D84-91FA7A11CFD4}"/>
                  </a:ext>
                </a:extLst>
              </p:cNvPr>
              <p:cNvCxnSpPr>
                <a:stCxn id="88" idx="4"/>
                <a:endCxn id="90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FA77429-45D1-E595-4393-DA0258546472}"/>
                  </a:ext>
                </a:extLst>
              </p:cNvPr>
              <p:cNvCxnSpPr>
                <a:stCxn id="91" idx="3"/>
                <a:endCxn id="90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5B3C426-52C7-742A-D3B2-A93F30C3D91D}"/>
                  </a:ext>
                </a:extLst>
              </p:cNvPr>
              <p:cNvCxnSpPr>
                <a:stCxn id="93" idx="2"/>
                <a:endCxn id="90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4B8B381-111A-FD41-7E22-8F44EC30EFD6}"/>
                  </a:ext>
                </a:extLst>
              </p:cNvPr>
              <p:cNvCxnSpPr>
                <a:stCxn id="91" idx="5"/>
                <a:endCxn id="93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3ED18C9-0F58-FE0A-224C-2588174AFB81}"/>
                  </a:ext>
                </a:extLst>
              </p:cNvPr>
              <p:cNvCxnSpPr>
                <a:stCxn id="91" idx="7"/>
                <a:endCxn id="92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57BFEEB3-97C2-AEF0-9428-FBF57DE0453A}"/>
                  </a:ext>
                </a:extLst>
              </p:cNvPr>
              <p:cNvCxnSpPr>
                <a:stCxn id="93" idx="6"/>
                <a:endCxn id="94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2064E52-216B-91FC-4B46-2311B61F7132}"/>
                  </a:ext>
                </a:extLst>
              </p:cNvPr>
              <p:cNvCxnSpPr>
                <a:stCxn id="94" idx="1"/>
                <a:endCxn id="92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27927D8-F995-BC9D-2E12-CA5E5A93084B}"/>
                  </a:ext>
                </a:extLst>
              </p:cNvPr>
              <p:cNvCxnSpPr>
                <a:stCxn id="96" idx="2"/>
                <a:endCxn id="92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4708231-BFB6-80B8-9507-7F4B9B28CD2E}"/>
                  </a:ext>
                </a:extLst>
              </p:cNvPr>
              <p:cNvCxnSpPr>
                <a:stCxn id="94" idx="0"/>
                <a:endCxn id="96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22C6D9FE-7480-CF62-2F8F-F3263512D305}"/>
                  </a:ext>
                </a:extLst>
              </p:cNvPr>
              <p:cNvCxnSpPr>
                <a:stCxn id="95" idx="1"/>
                <a:endCxn id="96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FDF33F4-50FF-57CE-0D0C-B81049DC5328}"/>
                  </a:ext>
                </a:extLst>
              </p:cNvPr>
              <p:cNvCxnSpPr>
                <a:stCxn id="95" idx="3"/>
                <a:endCxn id="94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945C8B4B-4F12-5223-18DA-B771717B2568}"/>
                  </a:ext>
                </a:extLst>
              </p:cNvPr>
              <p:cNvCxnSpPr>
                <a:stCxn id="89" idx="4"/>
                <a:endCxn id="90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73BB55AC-6552-DF0B-125E-970A40257AF6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6F004A88-0014-17C5-23B1-58339851F5A5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BCF41E3-C342-A8F8-BC70-760CC907982E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79E00AAD-1B6F-C063-FD03-8C1542D5362D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34C4B80-D7E1-B1EA-8093-43F2C630458F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006F4F3-7154-9957-1607-30309B9D7EB4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6483AC7E-DC22-645B-FD39-9AFE24B91B57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DBAB79B6-ED59-E70B-252B-FCF83693C674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9E9BD361-1CAC-81E4-D04E-77489843E897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94D02E-26D0-E33C-9762-F65088F5CF48}"/>
                </a:ext>
              </a:extLst>
            </p:cNvPr>
            <p:cNvCxnSpPr>
              <a:cxnSpLocks/>
              <a:stCxn id="94" idx="7"/>
              <a:endCxn id="96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09AC4CD-7B2F-C50E-B425-B8853CD4FAB6}"/>
                </a:ext>
              </a:extLst>
            </p:cNvPr>
            <p:cNvCxnSpPr>
              <a:cxnSpLocks/>
              <a:stCxn id="93" idx="3"/>
              <a:endCxn id="90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3E7E310-EA56-B238-8799-0C3977E917EB}"/>
              </a:ext>
            </a:extLst>
          </p:cNvPr>
          <p:cNvSpPr txBox="1"/>
          <p:nvPr/>
        </p:nvSpPr>
        <p:spPr>
          <a:xfrm>
            <a:off x="32803" y="4480684"/>
            <a:ext cx="760785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For each node: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For each unvisited neighbor: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add that neighbor to a queue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mark that neighbor as visited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set neighbor’s previous to be the current node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DF76A7-1AE5-FE32-B9BA-55D479F06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344949"/>
              </p:ext>
            </p:extLst>
          </p:nvPr>
        </p:nvGraphicFramePr>
        <p:xfrm>
          <a:off x="6820603" y="1399839"/>
          <a:ext cx="397724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330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1014152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1996759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6D38CD5B-5A6B-D249-71C9-53138DD93CBB}"/>
              </a:ext>
            </a:extLst>
          </p:cNvPr>
          <p:cNvGrpSpPr/>
          <p:nvPr/>
        </p:nvGrpSpPr>
        <p:grpSpPr>
          <a:xfrm>
            <a:off x="5742926" y="5486396"/>
            <a:ext cx="6036209" cy="647348"/>
            <a:chOff x="5742926" y="5619404"/>
            <a:chExt cx="6036209" cy="6473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E0C2FE-17B8-0CDF-F2EE-54A2FDB66321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1EE25D8-B172-B4CA-EC39-BD6F91CBDA5B}"/>
                </a:ext>
              </a:extLst>
            </p:cNvPr>
            <p:cNvSpPr txBox="1"/>
            <p:nvPr/>
          </p:nvSpPr>
          <p:spPr>
            <a:xfrm>
              <a:off x="5742926" y="576586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Queue: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8314E14-7D30-C63F-4B4A-25C3A4606EBB}"/>
                  </a:ext>
                </a:extLst>
              </p14:cNvPr>
              <p14:cNvContentPartPr/>
              <p14:nvPr/>
            </p14:nvContentPartPr>
            <p14:xfrm>
              <a:off x="5496840" y="306000"/>
              <a:ext cx="4747680" cy="5838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8314E14-7D30-C63F-4B4A-25C3A4606E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87480" y="296640"/>
                <a:ext cx="4766400" cy="585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948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Behavior: Start with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visit one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then all nodes reachable from that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then another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,…</a:t>
                </a:r>
              </a:p>
              <a:p>
                <a:pPr lvl="1"/>
                <a:r>
                  <a:rPr lang="en-US" dirty="0"/>
                  <a:t>Before moving on to the second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visit everything reachable from the first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Does the graph have a cycle?</a:t>
                </a:r>
              </a:p>
              <a:p>
                <a:pPr lvl="1"/>
                <a:r>
                  <a:rPr lang="en-US" dirty="0"/>
                  <a:t>A </a:t>
                </a:r>
                <a:r>
                  <a:rPr lang="en-US" b="1" dirty="0"/>
                  <a:t>topological sort </a:t>
                </a:r>
                <a:r>
                  <a:rPr lang="en-US" dirty="0"/>
                  <a:t>of the graph.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040C6-C78B-8017-6D73-97D93EB826C3}"/>
              </a:ext>
            </a:extLst>
          </p:cNvPr>
          <p:cNvSpPr txBox="1"/>
          <p:nvPr/>
        </p:nvSpPr>
        <p:spPr>
          <a:xfrm>
            <a:off x="6857667" y="44645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05044C-10BD-AEE9-D583-6E3F278B41F7}"/>
              </a:ext>
            </a:extLst>
          </p:cNvPr>
          <p:cNvSpPr txBox="1"/>
          <p:nvPr/>
        </p:nvSpPr>
        <p:spPr>
          <a:xfrm>
            <a:off x="8096239" y="37474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7F514-BD71-389A-276B-9053B381D8E4}"/>
              </a:ext>
            </a:extLst>
          </p:cNvPr>
          <p:cNvSpPr txBox="1"/>
          <p:nvPr/>
        </p:nvSpPr>
        <p:spPr>
          <a:xfrm>
            <a:off x="9338044" y="37988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7298B3-A661-E800-FF4D-E8EEBF644EAB}"/>
              </a:ext>
            </a:extLst>
          </p:cNvPr>
          <p:cNvSpPr txBox="1"/>
          <p:nvPr/>
        </p:nvSpPr>
        <p:spPr>
          <a:xfrm>
            <a:off x="10242843" y="41558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8D756-6925-39E6-93AD-CDD831F97A7D}"/>
              </a:ext>
            </a:extLst>
          </p:cNvPr>
          <p:cNvSpPr txBox="1"/>
          <p:nvPr/>
        </p:nvSpPr>
        <p:spPr>
          <a:xfrm>
            <a:off x="10287000" y="6248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F2CDBA-DA7A-3C1A-5713-45F18AC0DC23}"/>
              </a:ext>
            </a:extLst>
          </p:cNvPr>
          <p:cNvSpPr txBox="1"/>
          <p:nvPr/>
        </p:nvSpPr>
        <p:spPr>
          <a:xfrm>
            <a:off x="7421000" y="58179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5030A1-83AA-A3BB-CB2D-2CE9A3C9892E}"/>
              </a:ext>
            </a:extLst>
          </p:cNvPr>
          <p:cNvSpPr txBox="1"/>
          <p:nvPr/>
        </p:nvSpPr>
        <p:spPr>
          <a:xfrm>
            <a:off x="8429267" y="47331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652F29-0A79-210D-2DF8-9579B15BE792}"/>
              </a:ext>
            </a:extLst>
          </p:cNvPr>
          <p:cNvGrpSpPr/>
          <p:nvPr/>
        </p:nvGrpSpPr>
        <p:grpSpPr>
          <a:xfrm>
            <a:off x="7009533" y="4114199"/>
            <a:ext cx="4385159" cy="2420607"/>
            <a:chOff x="6934200" y="4047495"/>
            <a:chExt cx="4385159" cy="242060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7EB8E3F-6751-1E82-7583-8F80C26138DF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933A9D27-8499-DCAD-BB09-C5811A2BD9B8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76F20D4D-C2AE-E63F-6C7C-DE9BDBED70C7}"/>
                    </a:ext>
                  </a:extLst>
                </p:cNvPr>
                <p:cNvCxnSpPr>
                  <a:stCxn id="58" idx="7"/>
                  <a:endCxn id="59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F02F690A-F0D8-CEFB-E093-724538ADFB0B}"/>
                    </a:ext>
                  </a:extLst>
                </p:cNvPr>
                <p:cNvCxnSpPr>
                  <a:stCxn id="59" idx="6"/>
                  <a:endCxn id="62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E52C7ABA-BBB6-2678-6598-C7D0CEA71D55}"/>
                    </a:ext>
                  </a:extLst>
                </p:cNvPr>
                <p:cNvCxnSpPr>
                  <a:stCxn id="58" idx="4"/>
                  <a:endCxn id="60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29662FE4-23A3-CBB5-86C2-A01319284309}"/>
                    </a:ext>
                  </a:extLst>
                </p:cNvPr>
                <p:cNvCxnSpPr>
                  <a:stCxn id="61" idx="3"/>
                  <a:endCxn id="60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BCAFCEF6-1E10-BE11-39F3-D367EC560DB9}"/>
                    </a:ext>
                  </a:extLst>
                </p:cNvPr>
                <p:cNvCxnSpPr>
                  <a:stCxn id="63" idx="2"/>
                  <a:endCxn id="60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32A12C4-8001-3670-1EDB-F2EFBDB7661E}"/>
                    </a:ext>
                  </a:extLst>
                </p:cNvPr>
                <p:cNvCxnSpPr>
                  <a:stCxn id="61" idx="5"/>
                  <a:endCxn id="63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BFE5E66-3D07-C865-EB56-C97B22695E90}"/>
                    </a:ext>
                  </a:extLst>
                </p:cNvPr>
                <p:cNvCxnSpPr>
                  <a:cxnSpLocks/>
                  <a:stCxn id="59" idx="5"/>
                  <a:endCxn id="64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3324CD16-9A95-C1EA-83C5-7A9080A0385E}"/>
                    </a:ext>
                  </a:extLst>
                </p:cNvPr>
                <p:cNvCxnSpPr>
                  <a:cxnSpLocks/>
                  <a:stCxn id="66" idx="4"/>
                  <a:endCxn id="64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EE0805D-E768-31B1-8BF9-AAD97F21580B}"/>
                    </a:ext>
                  </a:extLst>
                </p:cNvPr>
                <p:cNvCxnSpPr>
                  <a:stCxn id="66" idx="2"/>
                  <a:endCxn id="62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6C691D0-D9B7-B74F-D15F-4D0CDB0BB571}"/>
                    </a:ext>
                  </a:extLst>
                </p:cNvPr>
                <p:cNvCxnSpPr>
                  <a:stCxn id="65" idx="1"/>
                  <a:endCxn id="66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A28A2562-2B96-4380-2649-D2603A892492}"/>
                    </a:ext>
                  </a:extLst>
                </p:cNvPr>
                <p:cNvCxnSpPr>
                  <a:stCxn id="65" idx="3"/>
                  <a:endCxn id="64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D677C7EE-6C4E-FD2F-87D9-ABDBFACDFE6D}"/>
                    </a:ext>
                  </a:extLst>
                </p:cNvPr>
                <p:cNvCxnSpPr>
                  <a:stCxn id="59" idx="4"/>
                  <a:endCxn id="60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2D856A7F-12C5-19F0-FCB2-420F43545988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3C5968D7-2907-9113-8FF6-CC4B379CC232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7DBE19AF-9821-7DB2-BABD-9828DF2FDA2B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66C0888B-D28A-7C05-A7DC-C42BD35E4A46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AF6BA200-2A32-4B42-FDB6-8BC54E2290CC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10A11247-2014-BBA9-F784-829C0D1A56DD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A6FA3B9B-58B9-D650-AE52-EB3C4C14EBF2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B5EA0F88-7B97-1BA7-DF0F-7D545939207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2909E842-3B88-2325-732B-830110DB65F8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234E73A-0E2E-C169-BBC8-1336F0573A3C}"/>
                  </a:ext>
                </a:extLst>
              </p:cNvPr>
              <p:cNvCxnSpPr>
                <a:cxnSpLocks/>
                <a:stCxn id="63" idx="3"/>
                <a:endCxn id="60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D5250A6-491F-63A7-7A2B-12750046089E}"/>
                </a:ext>
              </a:extLst>
            </p:cNvPr>
            <p:cNvCxnSpPr>
              <a:cxnSpLocks/>
              <a:stCxn id="63" idx="6"/>
              <a:endCxn id="64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E2D8E6EA-0503-E96D-3170-C01DCD7AB07A}"/>
              </a:ext>
            </a:extLst>
          </p:cNvPr>
          <p:cNvSpPr txBox="1"/>
          <p:nvPr/>
        </p:nvSpPr>
        <p:spPr>
          <a:xfrm>
            <a:off x="8915400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24569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DFS Recursively (more common)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8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05865" y="1866236"/>
            <a:ext cx="868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dfs</a:t>
            </a:r>
            <a:r>
              <a:rPr lang="en-US" sz="2800" dirty="0"/>
              <a:t>(graph, </a:t>
            </a:r>
            <a:r>
              <a:rPr lang="en-US" sz="2800" dirty="0" err="1"/>
              <a:t>curr</a:t>
            </a:r>
            <a:r>
              <a:rPr lang="en-US" sz="2800" dirty="0"/>
              <a:t>){</a:t>
            </a:r>
          </a:p>
          <a:p>
            <a:r>
              <a:rPr lang="en-US" sz="2800" dirty="0"/>
              <a:t>	mark </a:t>
            </a:r>
            <a:r>
              <a:rPr lang="en-US" sz="2800" dirty="0" err="1"/>
              <a:t>curr</a:t>
            </a:r>
            <a:r>
              <a:rPr lang="en-US" sz="2800" dirty="0"/>
              <a:t> as “visited”;</a:t>
            </a:r>
          </a:p>
          <a:p>
            <a:r>
              <a:rPr lang="en-US" sz="2800" dirty="0"/>
              <a:t>	for (v : neighbors(current)){</a:t>
            </a:r>
          </a:p>
          <a:p>
            <a:r>
              <a:rPr lang="en-US" sz="2800" dirty="0"/>
              <a:t>		if (! v marked “visited”){</a:t>
            </a:r>
          </a:p>
          <a:p>
            <a:r>
              <a:rPr lang="en-US" sz="2800" dirty="0"/>
              <a:t>			</a:t>
            </a:r>
            <a:r>
              <a:rPr lang="en-US" sz="2800" dirty="0" err="1"/>
              <a:t>dfs</a:t>
            </a:r>
            <a:r>
              <a:rPr lang="en-US" sz="2800" dirty="0"/>
              <a:t>(graph, v);</a:t>
            </a:r>
          </a:p>
          <a:p>
            <a:r>
              <a:rPr lang="en-US" sz="2800" dirty="0"/>
              <a:t>		}</a:t>
            </a:r>
          </a:p>
          <a:p>
            <a:r>
              <a:rPr lang="en-US" sz="2800" dirty="0"/>
              <a:t>	}</a:t>
            </a:r>
          </a:p>
          <a:p>
            <a:r>
              <a:rPr lang="en-US" sz="2800" dirty="0"/>
              <a:t>	mark </a:t>
            </a:r>
            <a:r>
              <a:rPr lang="en-US" sz="2800" dirty="0" err="1"/>
              <a:t>curr</a:t>
            </a:r>
            <a:r>
              <a:rPr lang="en-US" sz="2800" dirty="0"/>
              <a:t> as “done”;</a:t>
            </a:r>
          </a:p>
          <a:p>
            <a:r>
              <a:rPr lang="en-US" sz="2800" dirty="0"/>
              <a:t>}			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200AC9-7D9A-1925-52EB-C7B86A898E60}"/>
              </a:ext>
            </a:extLst>
          </p:cNvPr>
          <p:cNvGrpSpPr/>
          <p:nvPr/>
        </p:nvGrpSpPr>
        <p:grpSpPr>
          <a:xfrm>
            <a:off x="7543800" y="3714388"/>
            <a:ext cx="4385159" cy="2420607"/>
            <a:chOff x="6934200" y="4047495"/>
            <a:chExt cx="4385159" cy="242060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F4A86F4-FB7F-26CB-6FB5-7F1BFF9453F7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57445EE1-44C3-64A2-986E-D46EA88A8BED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98667B16-A5D7-BBD9-C34D-964D4C9AFF12}"/>
                    </a:ext>
                  </a:extLst>
                </p:cNvPr>
                <p:cNvCxnSpPr>
                  <a:stCxn id="47" idx="7"/>
                  <a:endCxn id="48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A0256C7-0C0F-A799-5AE9-2E217FD5D756}"/>
                    </a:ext>
                  </a:extLst>
                </p:cNvPr>
                <p:cNvCxnSpPr>
                  <a:stCxn id="48" idx="6"/>
                  <a:endCxn id="51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54B94F8-CF37-B94A-47FD-BD2899922A25}"/>
                    </a:ext>
                  </a:extLst>
                </p:cNvPr>
                <p:cNvCxnSpPr>
                  <a:stCxn id="47" idx="4"/>
                  <a:endCxn id="49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2D98E141-8BD7-326E-BA69-6B184455899A}"/>
                    </a:ext>
                  </a:extLst>
                </p:cNvPr>
                <p:cNvCxnSpPr>
                  <a:stCxn id="50" idx="3"/>
                  <a:endCxn id="49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DAFBF81-44CC-A51D-66C0-2C5B87B35C40}"/>
                    </a:ext>
                  </a:extLst>
                </p:cNvPr>
                <p:cNvCxnSpPr>
                  <a:stCxn id="52" idx="2"/>
                  <a:endCxn id="49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2C89A0F-5857-790A-2E5A-C334C74AD9DF}"/>
                    </a:ext>
                  </a:extLst>
                </p:cNvPr>
                <p:cNvCxnSpPr>
                  <a:stCxn id="50" idx="5"/>
                  <a:endCxn id="52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52BECD2-A307-35FE-E7B9-BEF318C03A1D}"/>
                    </a:ext>
                  </a:extLst>
                </p:cNvPr>
                <p:cNvCxnSpPr>
                  <a:cxnSpLocks/>
                  <a:stCxn id="48" idx="5"/>
                  <a:endCxn id="53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39A6867-664B-0A60-EC3B-4B9FB9DABFF2}"/>
                    </a:ext>
                  </a:extLst>
                </p:cNvPr>
                <p:cNvCxnSpPr>
                  <a:cxnSpLocks/>
                  <a:stCxn id="55" idx="4"/>
                  <a:endCxn id="53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8890D792-DD4D-C941-053C-56792BC91B07}"/>
                    </a:ext>
                  </a:extLst>
                </p:cNvPr>
                <p:cNvCxnSpPr>
                  <a:stCxn id="55" idx="2"/>
                  <a:endCxn id="51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1E4AEE4-0B75-9ED8-B545-8ECB83BC5819}"/>
                    </a:ext>
                  </a:extLst>
                </p:cNvPr>
                <p:cNvCxnSpPr>
                  <a:stCxn id="54" idx="1"/>
                  <a:endCxn id="55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E5F552B6-93EB-210F-6CA5-732260C4CB99}"/>
                    </a:ext>
                  </a:extLst>
                </p:cNvPr>
                <p:cNvCxnSpPr>
                  <a:stCxn id="54" idx="3"/>
                  <a:endCxn id="53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C9CF98F7-72EE-A41B-94B4-C0C7D5B40A13}"/>
                    </a:ext>
                  </a:extLst>
                </p:cNvPr>
                <p:cNvCxnSpPr>
                  <a:stCxn id="48" idx="4"/>
                  <a:endCxn id="49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CD3DB87-8FDD-BBEE-9D89-F763E1040ED7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84B893D-29DB-BB7C-BBA0-B919C23C6B1E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98533ED-C91E-BCB7-C7FA-6A6BB23DB5EE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5E38723-49F4-D444-B6E9-10D1CEE06FAA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494084C6-F266-1A65-C3CD-B28BAECD1CD3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D79CA729-96DA-7BDA-8FA9-CD452C4A54D4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1F607055-3BC9-7EEA-81D8-BD20DB6D7E80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58830F5E-7D53-760E-EA93-ACF453B746AC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DA593680-DCFA-7AF1-C06C-855B87D1B597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035AA82-3EEE-70A9-9876-C158C70B2BD0}"/>
                  </a:ext>
                </a:extLst>
              </p:cNvPr>
              <p:cNvCxnSpPr>
                <a:cxnSpLocks/>
                <a:stCxn id="52" idx="3"/>
                <a:endCxn id="49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0E6D0F4-C146-E647-3385-43715450879E}"/>
                </a:ext>
              </a:extLst>
            </p:cNvPr>
            <p:cNvCxnSpPr>
              <a:cxnSpLocks/>
              <a:stCxn id="52" idx="6"/>
              <a:endCxn id="53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D2A8981-27ED-BBD3-2341-CCFB42CD8568}"/>
                  </a:ext>
                </a:extLst>
              </p14:cNvPr>
              <p14:cNvContentPartPr/>
              <p14:nvPr/>
            </p14:nvContentPartPr>
            <p14:xfrm>
              <a:off x="3103200" y="1794240"/>
              <a:ext cx="6075000" cy="3744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D2A8981-27ED-BBD3-2341-CCFB42CD85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93840" y="1784880"/>
                <a:ext cx="6093720" cy="376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7908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589D-DD2B-0072-9A9F-44244F47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EEE7-7808-13FE-18FA-87C4E85B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DFS 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81011-4CD0-B11D-A384-AA521449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D7599C-F16A-B059-0C92-B0C55CDC160A}"/>
              </a:ext>
            </a:extLst>
          </p:cNvPr>
          <p:cNvSpPr txBox="1"/>
          <p:nvPr/>
        </p:nvSpPr>
        <p:spPr>
          <a:xfrm>
            <a:off x="311300" y="4450870"/>
            <a:ext cx="51106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Starting from the current node: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for each unvisited neighbor: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mark the neighbor as visited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do a DFS from the neighbor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mark the current node as done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3A3091-C629-A857-AF5C-735442B21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382664"/>
              </p:ext>
            </p:extLst>
          </p:nvPr>
        </p:nvGraphicFramePr>
        <p:xfrm>
          <a:off x="6492240" y="1399839"/>
          <a:ext cx="522533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229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991884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  <a:gridCol w="2390699">
                  <a:extLst>
                    <a:ext uri="{9D8B030D-6E8A-4147-A177-3AD203B41FA5}">
                      <a16:colId xmlns:a16="http://schemas.microsoft.com/office/drawing/2014/main" val="2503185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6AF7FF17-3F04-7C8B-3A0F-4BC05B6F83A8}"/>
              </a:ext>
            </a:extLst>
          </p:cNvPr>
          <p:cNvGrpSpPr/>
          <p:nvPr/>
        </p:nvGrpSpPr>
        <p:grpSpPr>
          <a:xfrm>
            <a:off x="5742926" y="5474915"/>
            <a:ext cx="6036209" cy="658829"/>
            <a:chOff x="5742926" y="5607923"/>
            <a:chExt cx="6036209" cy="6588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F488023-8334-C431-2978-04F99C0218F4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517DDD-0345-09D5-F81A-D9C19CD73E09}"/>
                </a:ext>
              </a:extLst>
            </p:cNvPr>
            <p:cNvSpPr txBox="1"/>
            <p:nvPr/>
          </p:nvSpPr>
          <p:spPr>
            <a:xfrm>
              <a:off x="5742926" y="5607923"/>
              <a:ext cx="739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(Call)</a:t>
              </a:r>
            </a:p>
            <a:p>
              <a:r>
                <a:rPr lang="en-US" dirty="0"/>
                <a:t>Stack: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E02A3D7-F72D-3988-D0EB-E35D15316BD3}"/>
              </a:ext>
            </a:extLst>
          </p:cNvPr>
          <p:cNvGrpSpPr/>
          <p:nvPr/>
        </p:nvGrpSpPr>
        <p:grpSpPr>
          <a:xfrm>
            <a:off x="752302" y="1569705"/>
            <a:ext cx="4385159" cy="2420607"/>
            <a:chOff x="6934200" y="4047495"/>
            <a:chExt cx="4385159" cy="242060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77FC970-CC36-C096-69E7-DB70031B416D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3C29F8A-5331-C503-0DA4-C0F6FC6752ED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97829BA5-429D-723C-B30E-5CFE4AA093D9}"/>
                    </a:ext>
                  </a:extLst>
                </p:cNvPr>
                <p:cNvCxnSpPr>
                  <a:stCxn id="26" idx="7"/>
                  <a:endCxn id="27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471F9DE4-4A65-BE7D-F60D-7DDEF5F6B4F3}"/>
                    </a:ext>
                  </a:extLst>
                </p:cNvPr>
                <p:cNvCxnSpPr>
                  <a:stCxn id="27" idx="6"/>
                  <a:endCxn id="30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6944CBFB-F9F7-BA1C-DE6E-591025869C22}"/>
                    </a:ext>
                  </a:extLst>
                </p:cNvPr>
                <p:cNvCxnSpPr>
                  <a:stCxn id="26" idx="4"/>
                  <a:endCxn id="28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EDF7E111-08C9-FC1F-C832-7E2FD47C9A2E}"/>
                    </a:ext>
                  </a:extLst>
                </p:cNvPr>
                <p:cNvCxnSpPr>
                  <a:stCxn id="29" idx="3"/>
                  <a:endCxn id="28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F1CEE6A5-BCE9-A9E2-902E-A545D900A66D}"/>
                    </a:ext>
                  </a:extLst>
                </p:cNvPr>
                <p:cNvCxnSpPr>
                  <a:stCxn id="43" idx="2"/>
                  <a:endCxn id="28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4C5A6CD9-D32E-2503-637C-E5CBF14909A6}"/>
                    </a:ext>
                  </a:extLst>
                </p:cNvPr>
                <p:cNvCxnSpPr>
                  <a:stCxn id="29" idx="5"/>
                  <a:endCxn id="43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EE361374-D27D-C505-AE05-95C565CB264C}"/>
                    </a:ext>
                  </a:extLst>
                </p:cNvPr>
                <p:cNvCxnSpPr>
                  <a:cxnSpLocks/>
                  <a:stCxn id="27" idx="5"/>
                  <a:endCxn id="47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7CAA2C8E-4FDF-A36D-3C19-402FE4F23D3F}"/>
                    </a:ext>
                  </a:extLst>
                </p:cNvPr>
                <p:cNvCxnSpPr>
                  <a:cxnSpLocks/>
                  <a:stCxn id="49" idx="4"/>
                  <a:endCxn id="47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8E9A6F90-FF38-0BCD-420C-A0B3781E2BBA}"/>
                    </a:ext>
                  </a:extLst>
                </p:cNvPr>
                <p:cNvCxnSpPr>
                  <a:stCxn id="49" idx="2"/>
                  <a:endCxn id="30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5C2EA1B-19CC-30E3-C77A-00432CD0F5CD}"/>
                    </a:ext>
                  </a:extLst>
                </p:cNvPr>
                <p:cNvCxnSpPr>
                  <a:stCxn id="48" idx="1"/>
                  <a:endCxn id="49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4041241B-2F78-56F6-0445-70F83A03EF73}"/>
                    </a:ext>
                  </a:extLst>
                </p:cNvPr>
                <p:cNvCxnSpPr>
                  <a:stCxn id="48" idx="3"/>
                  <a:endCxn id="47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06B86E6C-73EA-DF42-8C40-9673F7168192}"/>
                    </a:ext>
                  </a:extLst>
                </p:cNvPr>
                <p:cNvCxnSpPr>
                  <a:stCxn id="27" idx="4"/>
                  <a:endCxn id="28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0A5646B1-918D-B9F3-89A2-E464F61493E1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D4100F48-0C60-9629-4724-4C43B871B8D6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00D0E257-5601-F5B8-96A9-4183038B65CE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F6B1D85-6312-FDAE-89AA-70B2A6AC5CD5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D28E099B-C606-1AC4-5D81-33E8764C96CE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1E2857D-1260-6ECD-4B23-717BFA4CE993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0ED91393-043A-4946-6BAF-1A593432A826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2C08A1E-0216-48F9-9F5A-1800C93AC320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A91EE9A-DC76-098F-5E4E-4172D2B5E959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957024D-72C0-0C23-BE41-E087C73A80B5}"/>
                  </a:ext>
                </a:extLst>
              </p:cNvPr>
              <p:cNvCxnSpPr>
                <a:cxnSpLocks/>
                <a:stCxn id="43" idx="3"/>
                <a:endCxn id="28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CFBA753-90FC-AA22-E3B7-F37EBA7C56B4}"/>
                </a:ext>
              </a:extLst>
            </p:cNvPr>
            <p:cNvCxnSpPr>
              <a:cxnSpLocks/>
              <a:stCxn id="43" idx="6"/>
              <a:endCxn id="47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A29C90D-0C67-50F0-31B1-82275165632F}"/>
                  </a:ext>
                </a:extLst>
              </p14:cNvPr>
              <p14:cNvContentPartPr/>
              <p14:nvPr/>
            </p14:nvContentPartPr>
            <p14:xfrm>
              <a:off x="577800" y="759240"/>
              <a:ext cx="8486640" cy="52236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A29C90D-0C67-50F0-31B1-8227516563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8440" y="749880"/>
                <a:ext cx="8505360" cy="524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6380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8A8A14-3CBF-B60B-19E3-50826B767932}"/>
              </a:ext>
            </a:extLst>
          </p:cNvPr>
          <p:cNvSpPr/>
          <p:nvPr/>
        </p:nvSpPr>
        <p:spPr>
          <a:xfrm>
            <a:off x="396240" y="3083319"/>
            <a:ext cx="5939716" cy="12454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61595"/>
            <a:ext cx="10515600" cy="1325563"/>
          </a:xfrm>
        </p:spPr>
        <p:txBody>
          <a:bodyPr/>
          <a:lstStyle/>
          <a:p>
            <a:r>
              <a:rPr lang="en-US" dirty="0"/>
              <a:t>Using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295401"/>
                <a:ext cx="7525415" cy="553198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Consider the “visited times” and “done times” </a:t>
                </a:r>
              </a:p>
              <a:p>
                <a:r>
                  <a:rPr lang="en-US" dirty="0"/>
                  <a:t>Edges can be categorized:</a:t>
                </a:r>
              </a:p>
              <a:p>
                <a:pPr lvl="1"/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Tree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was followed when pushing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was unvisited when we were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Back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goes to an “ancestor”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visited but not done when we saw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33CC"/>
                    </a:solidFill>
                  </a:rPr>
                  <a:t>Forward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goes to a “descendent”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was visited and done between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was visited and done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9933"/>
                    </a:solidFill>
                  </a:rPr>
                  <a:t>Cross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goes to a node that doesn’t connect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was seen and done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was ever visited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95401"/>
                <a:ext cx="7525415" cy="5531984"/>
              </a:xfrm>
              <a:blipFill>
                <a:blip r:embed="rId2"/>
                <a:stretch>
                  <a:fillRect l="-1216" t="-2315" b="-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040C6-C78B-8017-6D73-97D93EB826C3}"/>
              </a:ext>
            </a:extLst>
          </p:cNvPr>
          <p:cNvSpPr txBox="1"/>
          <p:nvPr/>
        </p:nvSpPr>
        <p:spPr>
          <a:xfrm>
            <a:off x="7051376" y="2498155"/>
            <a:ext cx="1055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Visited: 0</a:t>
            </a:r>
          </a:p>
          <a:p>
            <a:r>
              <a:rPr lang="en-US" dirty="0"/>
              <a:t>Done: 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373CC-A627-D9ED-0BCD-FD194BEA0AC1}"/>
              </a:ext>
            </a:extLst>
          </p:cNvPr>
          <p:cNvSpPr txBox="1"/>
          <p:nvPr/>
        </p:nvSpPr>
        <p:spPr>
          <a:xfrm>
            <a:off x="8400192" y="1738815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1</a:t>
            </a:r>
          </a:p>
          <a:p>
            <a:r>
              <a:rPr lang="en-US" dirty="0"/>
              <a:t>Done: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EF6F6B-53A1-1B5A-5296-E139589D5427}"/>
              </a:ext>
            </a:extLst>
          </p:cNvPr>
          <p:cNvSpPr txBox="1"/>
          <p:nvPr/>
        </p:nvSpPr>
        <p:spPr>
          <a:xfrm>
            <a:off x="9835743" y="1769458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2</a:t>
            </a:r>
          </a:p>
          <a:p>
            <a:r>
              <a:rPr lang="en-US" dirty="0"/>
              <a:t>Done: 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02DFE7-756D-9FCD-789C-1C34AF7E9F41}"/>
              </a:ext>
            </a:extLst>
          </p:cNvPr>
          <p:cNvSpPr txBox="1"/>
          <p:nvPr/>
        </p:nvSpPr>
        <p:spPr>
          <a:xfrm>
            <a:off x="10817858" y="2189528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3</a:t>
            </a:r>
          </a:p>
          <a:p>
            <a:r>
              <a:rPr lang="en-US" dirty="0"/>
              <a:t>Done: 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C26F77-4D49-3950-8D22-8923AC36C2A4}"/>
              </a:ext>
            </a:extLst>
          </p:cNvPr>
          <p:cNvSpPr txBox="1"/>
          <p:nvPr/>
        </p:nvSpPr>
        <p:spPr>
          <a:xfrm>
            <a:off x="10958033" y="4504684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4</a:t>
            </a:r>
          </a:p>
          <a:p>
            <a:r>
              <a:rPr lang="en-US" dirty="0"/>
              <a:t>Done: 5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B7506F-586D-4F12-6E6A-2136E400F4CD}"/>
              </a:ext>
            </a:extLst>
          </p:cNvPr>
          <p:cNvGrpSpPr/>
          <p:nvPr/>
        </p:nvGrpSpPr>
        <p:grpSpPr>
          <a:xfrm>
            <a:off x="7620000" y="2371126"/>
            <a:ext cx="4385159" cy="2420607"/>
            <a:chOff x="6934200" y="4047495"/>
            <a:chExt cx="4385159" cy="242060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5E60E83-EF60-B160-6395-F34703A2E2C9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A2187964-E870-5C20-5011-7EF331D8B442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4CFC0412-9146-E934-F4DC-D43CAC4D8DE1}"/>
                    </a:ext>
                  </a:extLst>
                </p:cNvPr>
                <p:cNvCxnSpPr>
                  <a:stCxn id="49" idx="7"/>
                  <a:endCxn id="50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08726BF-EB96-6CE6-3CBC-9B19B9874C5E}"/>
                    </a:ext>
                  </a:extLst>
                </p:cNvPr>
                <p:cNvCxnSpPr>
                  <a:stCxn id="50" idx="6"/>
                  <a:endCxn id="53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0D3345FA-E452-9557-2472-ED7C1E1FF6F5}"/>
                    </a:ext>
                  </a:extLst>
                </p:cNvPr>
                <p:cNvCxnSpPr>
                  <a:stCxn id="49" idx="4"/>
                  <a:endCxn id="51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66F20CE6-12E8-B8CD-4C6D-6E08BB48B8DD}"/>
                    </a:ext>
                  </a:extLst>
                </p:cNvPr>
                <p:cNvCxnSpPr>
                  <a:stCxn id="52" idx="3"/>
                  <a:endCxn id="51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48E65BF8-0C38-878D-43F0-DCA1382ECE78}"/>
                    </a:ext>
                  </a:extLst>
                </p:cNvPr>
                <p:cNvCxnSpPr>
                  <a:stCxn id="54" idx="2"/>
                  <a:endCxn id="51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FE8A7D6-FA04-569D-7C8B-00D1000D5562}"/>
                    </a:ext>
                  </a:extLst>
                </p:cNvPr>
                <p:cNvCxnSpPr>
                  <a:stCxn id="52" idx="5"/>
                  <a:endCxn id="54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7244733C-FCCA-2B14-53BE-1D266F25D9A6}"/>
                    </a:ext>
                  </a:extLst>
                </p:cNvPr>
                <p:cNvCxnSpPr>
                  <a:cxnSpLocks/>
                  <a:stCxn id="50" idx="5"/>
                  <a:endCxn id="55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FCAA9FF4-A914-088F-BC91-64DF4D401A0C}"/>
                    </a:ext>
                  </a:extLst>
                </p:cNvPr>
                <p:cNvCxnSpPr>
                  <a:cxnSpLocks/>
                  <a:stCxn id="57" idx="4"/>
                  <a:endCxn id="55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EC444822-6EFB-DDAD-2CFA-EF917A222B88}"/>
                    </a:ext>
                  </a:extLst>
                </p:cNvPr>
                <p:cNvCxnSpPr>
                  <a:stCxn id="57" idx="2"/>
                  <a:endCxn id="53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C8F4AA5D-0263-91BE-E34B-3CCF5E6D33A9}"/>
                    </a:ext>
                  </a:extLst>
                </p:cNvPr>
                <p:cNvCxnSpPr>
                  <a:stCxn id="56" idx="1"/>
                  <a:endCxn id="57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7ACB732B-4621-C7D4-11BA-682F7277548D}"/>
                    </a:ext>
                  </a:extLst>
                </p:cNvPr>
                <p:cNvCxnSpPr>
                  <a:stCxn id="56" idx="3"/>
                  <a:endCxn id="55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E3753FED-EBEF-C50C-C21C-755E93539BEA}"/>
                    </a:ext>
                  </a:extLst>
                </p:cNvPr>
                <p:cNvCxnSpPr>
                  <a:stCxn id="50" idx="4"/>
                  <a:endCxn id="51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rgbClr val="FF9933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B5F7B4A-9EC8-F78B-2346-A30082F4B6EE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F6D25DC-D0D4-04D2-6803-B09D9B9393B3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D85C94E-8822-4B5A-41C5-2476C6E729DD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379FB71B-E579-7B2A-783E-A82ED8BEA553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520B4334-C074-8A41-9DB1-8ED01D36B502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7ED46E86-17A7-C404-82BA-A842355628A9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8229461C-16BC-CC4C-AFAC-1E5547FEB92D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B2094438-55C6-D79E-8879-4351A8143ED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8C98B4E5-D147-0466-56D0-8ED4B6840997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739BBA3-18B2-BF36-7317-ED47E1F53C5D}"/>
                  </a:ext>
                </a:extLst>
              </p:cNvPr>
              <p:cNvCxnSpPr>
                <a:cxnSpLocks/>
                <a:stCxn id="54" idx="3"/>
                <a:endCxn id="51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rgbClr val="FF33CC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958E16-56EF-E87C-97A5-B5B68FBFEDCF}"/>
                </a:ext>
              </a:extLst>
            </p:cNvPr>
            <p:cNvCxnSpPr>
              <a:cxnSpLocks/>
              <a:stCxn id="54" idx="6"/>
              <a:endCxn id="55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rgbClr val="FF993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32814FC-926C-D602-D14E-28CFA754FC90}"/>
              </a:ext>
            </a:extLst>
          </p:cNvPr>
          <p:cNvSpPr txBox="1"/>
          <p:nvPr/>
        </p:nvSpPr>
        <p:spPr>
          <a:xfrm>
            <a:off x="7248312" y="3989297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9</a:t>
            </a:r>
          </a:p>
          <a:p>
            <a:r>
              <a:rPr lang="en-US" dirty="0"/>
              <a:t>Done: 14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47A006-6587-9141-4A2A-B0B5DC4D6D60}"/>
              </a:ext>
            </a:extLst>
          </p:cNvPr>
          <p:cNvSpPr txBox="1"/>
          <p:nvPr/>
        </p:nvSpPr>
        <p:spPr>
          <a:xfrm>
            <a:off x="9488075" y="3034367"/>
            <a:ext cx="1225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10</a:t>
            </a:r>
          </a:p>
          <a:p>
            <a:r>
              <a:rPr lang="en-US" dirty="0"/>
              <a:t>Done: 13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4C1517-411B-677D-7B95-09FAEBAE632E}"/>
              </a:ext>
            </a:extLst>
          </p:cNvPr>
          <p:cNvSpPr txBox="1"/>
          <p:nvPr/>
        </p:nvSpPr>
        <p:spPr>
          <a:xfrm>
            <a:off x="9611646" y="4595255"/>
            <a:ext cx="1225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11</a:t>
            </a:r>
          </a:p>
          <a:p>
            <a:r>
              <a:rPr lang="en-US" dirty="0"/>
              <a:t>Done: 12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41E0F72-D9C4-B376-CD10-30014F4632BF}"/>
                  </a:ext>
                </a:extLst>
              </p14:cNvPr>
              <p14:cNvContentPartPr/>
              <p14:nvPr/>
            </p14:nvContentPartPr>
            <p14:xfrm>
              <a:off x="6111360" y="2939040"/>
              <a:ext cx="556560" cy="5119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41E0F72-D9C4-B376-CD10-30014F4632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02000" y="2929680"/>
                <a:ext cx="575280" cy="53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9809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65E17-3E9F-B9AE-7A20-33EABD73B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Edges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8C3A9-45D7-FF17-BBD2-A14D04F50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Behavior of DFS:</a:t>
            </a:r>
          </a:p>
          <a:p>
            <a:pPr lvl="1"/>
            <a:r>
              <a:rPr lang="en-US" dirty="0"/>
              <a:t>“Visit everything reachable from the current node before going back”</a:t>
            </a:r>
          </a:p>
          <a:p>
            <a:r>
              <a:rPr lang="en-US" dirty="0"/>
              <a:t>Back Edge:</a:t>
            </a:r>
          </a:p>
          <a:p>
            <a:pPr lvl="1"/>
            <a:r>
              <a:rPr lang="en-US" dirty="0"/>
              <a:t>The current node’s neighbor is an “in progress” node</a:t>
            </a:r>
          </a:p>
          <a:p>
            <a:pPr lvl="1"/>
            <a:r>
              <a:rPr lang="en-US" dirty="0"/>
              <a:t>Since that other node is “in progress”, the current node is reachable from it</a:t>
            </a:r>
          </a:p>
          <a:p>
            <a:pPr lvl="1"/>
            <a:r>
              <a:rPr lang="en-US" dirty="0"/>
              <a:t>The back edge is a path to that other node</a:t>
            </a:r>
          </a:p>
          <a:p>
            <a:pPr lvl="1"/>
            <a:r>
              <a:rPr lang="en-US" b="1" dirty="0"/>
              <a:t>Cycle!</a:t>
            </a:r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1DCC4DB-F032-4A81-897E-295E7BE1228A}"/>
              </a:ext>
            </a:extLst>
          </p:cNvPr>
          <p:cNvGrpSpPr/>
          <p:nvPr/>
        </p:nvGrpSpPr>
        <p:grpSpPr>
          <a:xfrm>
            <a:off x="7371080" y="4232548"/>
            <a:ext cx="4385159" cy="2420607"/>
            <a:chOff x="6934200" y="4047495"/>
            <a:chExt cx="4385159" cy="242060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005497C-CF95-1114-2C14-12B127FE61D0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C3D7E5C-709B-24DE-E459-C9E48E51A49E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BBFAE05B-7497-744C-A5DF-44FF38A1B758}"/>
                    </a:ext>
                  </a:extLst>
                </p:cNvPr>
                <p:cNvCxnSpPr>
                  <a:stCxn id="21" idx="7"/>
                  <a:endCxn id="22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F9592929-9D37-C268-4973-01502CCD95DE}"/>
                    </a:ext>
                  </a:extLst>
                </p:cNvPr>
                <p:cNvCxnSpPr>
                  <a:stCxn id="22" idx="6"/>
                  <a:endCxn id="25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438FA5CC-5DA7-01F1-2FEA-47026A9CE0CD}"/>
                    </a:ext>
                  </a:extLst>
                </p:cNvPr>
                <p:cNvCxnSpPr>
                  <a:stCxn id="21" idx="4"/>
                  <a:endCxn id="23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B2D95AEC-5385-F86B-5C0C-1A605EBFA106}"/>
                    </a:ext>
                  </a:extLst>
                </p:cNvPr>
                <p:cNvCxnSpPr>
                  <a:stCxn id="24" idx="3"/>
                  <a:endCxn id="23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5A9A9856-2110-929C-2296-629DD2719CB1}"/>
                    </a:ext>
                  </a:extLst>
                </p:cNvPr>
                <p:cNvCxnSpPr>
                  <a:stCxn id="26" idx="2"/>
                  <a:endCxn id="23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E64D2DCE-0948-D368-8B07-0373D6B6DB9E}"/>
                    </a:ext>
                  </a:extLst>
                </p:cNvPr>
                <p:cNvCxnSpPr>
                  <a:stCxn id="24" idx="5"/>
                  <a:endCxn id="26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13975036-CC03-E7BB-AF20-2A9B20DCB113}"/>
                    </a:ext>
                  </a:extLst>
                </p:cNvPr>
                <p:cNvCxnSpPr>
                  <a:cxnSpLocks/>
                  <a:stCxn id="22" idx="5"/>
                  <a:endCxn id="27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B4A3F958-BEA5-B6DC-2BEA-0F03C1464AB6}"/>
                    </a:ext>
                  </a:extLst>
                </p:cNvPr>
                <p:cNvCxnSpPr>
                  <a:cxnSpLocks/>
                  <a:stCxn id="29" idx="4"/>
                  <a:endCxn id="27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B534E752-806D-9EC0-9920-26490F7D20AC}"/>
                    </a:ext>
                  </a:extLst>
                </p:cNvPr>
                <p:cNvCxnSpPr>
                  <a:stCxn id="29" idx="2"/>
                  <a:endCxn id="25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F93B54E8-F1AA-8138-92DD-A90F692F291A}"/>
                    </a:ext>
                  </a:extLst>
                </p:cNvPr>
                <p:cNvCxnSpPr>
                  <a:stCxn id="28" idx="1"/>
                  <a:endCxn id="29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03FE647C-B33C-6D0A-EF08-464FB5072C0E}"/>
                    </a:ext>
                  </a:extLst>
                </p:cNvPr>
                <p:cNvCxnSpPr>
                  <a:stCxn id="28" idx="3"/>
                  <a:endCxn id="27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54E8BCCA-3BA1-3DA5-95F5-49AE6F389185}"/>
                    </a:ext>
                  </a:extLst>
                </p:cNvPr>
                <p:cNvCxnSpPr>
                  <a:stCxn id="22" idx="4"/>
                  <a:endCxn id="23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01DFB8EE-BA6D-03DB-6325-067BA39330C6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358D523-10D3-DC0A-A3AC-680CD3B6CBA1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E2709509-5AFA-9027-8CE6-DDF1E65BECC7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B891A546-AD77-7B39-D8ED-3CEF182E85ED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17795D5-B07D-6BBC-0FD6-93D219AC2221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1E2E627-E987-0637-939F-9D67131CED36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BAAC9EDC-C798-1CF1-AB22-2F75208F18C1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09A32FFF-2117-14FC-368E-3578D1750C0B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7CC32412-8B24-36D1-2463-8B1FD1F235E9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4169FFD-3958-E793-7DF4-EC555FBD836B}"/>
                  </a:ext>
                </a:extLst>
              </p:cNvPr>
              <p:cNvCxnSpPr>
                <a:cxnSpLocks/>
                <a:stCxn id="26" idx="3"/>
                <a:endCxn id="23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5ED39C8-9FE1-0516-963A-24BEA5C6DC50}"/>
                </a:ext>
              </a:extLst>
            </p:cNvPr>
            <p:cNvCxnSpPr>
              <a:cxnSpLocks/>
              <a:stCxn id="26" idx="6"/>
              <a:endCxn id="27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2046277-2E26-E9FA-7425-B5B257EE0600}"/>
                  </a:ext>
                </a:extLst>
              </p14:cNvPr>
              <p14:cNvContentPartPr/>
              <p14:nvPr/>
            </p14:nvContentPartPr>
            <p14:xfrm>
              <a:off x="4028040" y="682560"/>
              <a:ext cx="6723360" cy="55422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2046277-2E26-E9FA-7425-B5B257EE06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18680" y="673200"/>
                <a:ext cx="6742080" cy="556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2311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Cycle Detection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12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479035" y="1529498"/>
            <a:ext cx="115686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boolean</a:t>
            </a:r>
            <a:r>
              <a:rPr lang="en-US" sz="2400" dirty="0"/>
              <a:t> </a:t>
            </a:r>
            <a:r>
              <a:rPr lang="en-US" sz="2400" dirty="0" err="1"/>
              <a:t>hasCycle</a:t>
            </a:r>
            <a:r>
              <a:rPr lang="en-US" sz="2400" dirty="0"/>
              <a:t>(graph, </a:t>
            </a:r>
            <a:r>
              <a:rPr lang="en-US" sz="2400" dirty="0" err="1"/>
              <a:t>curr</a:t>
            </a:r>
            <a:r>
              <a:rPr lang="en-US" sz="2400" dirty="0"/>
              <a:t>){</a:t>
            </a:r>
          </a:p>
          <a:p>
            <a:r>
              <a:rPr lang="en-US" sz="2400" dirty="0"/>
              <a:t>	mark </a:t>
            </a:r>
            <a:r>
              <a:rPr lang="en-US" sz="2400" dirty="0" err="1"/>
              <a:t>curr</a:t>
            </a:r>
            <a:r>
              <a:rPr lang="en-US" sz="2400" dirty="0"/>
              <a:t> as “visited”;</a:t>
            </a:r>
          </a:p>
          <a:p>
            <a:r>
              <a:rPr lang="en-US" sz="2400" dirty="0"/>
              <a:t>	</a:t>
            </a:r>
            <a:r>
              <a:rPr lang="en-US" sz="2400" dirty="0" err="1">
                <a:solidFill>
                  <a:srgbClr val="FF0000"/>
                </a:solidFill>
              </a:rPr>
              <a:t>cycleFound</a:t>
            </a:r>
            <a:r>
              <a:rPr lang="en-US" sz="2400" dirty="0">
                <a:solidFill>
                  <a:srgbClr val="FF0000"/>
                </a:solidFill>
              </a:rPr>
              <a:t> = false;</a:t>
            </a:r>
          </a:p>
          <a:p>
            <a:r>
              <a:rPr lang="en-US" sz="2400" dirty="0"/>
              <a:t>	for (v : neighbors(current)){</a:t>
            </a:r>
          </a:p>
          <a:p>
            <a:r>
              <a:rPr lang="en-US" sz="2400" dirty="0"/>
              <a:t>		</a:t>
            </a:r>
            <a:r>
              <a:rPr lang="en-US" sz="2400" dirty="0">
                <a:solidFill>
                  <a:srgbClr val="FF0000"/>
                </a:solidFill>
              </a:rPr>
              <a:t>if (v marked “visited” &amp;&amp; ! v marked “done”){</a:t>
            </a:r>
          </a:p>
          <a:p>
            <a:r>
              <a:rPr lang="en-US" sz="2400" dirty="0">
                <a:solidFill>
                  <a:srgbClr val="FF0000"/>
                </a:solidFill>
              </a:rPr>
              <a:t>			</a:t>
            </a:r>
            <a:r>
              <a:rPr lang="en-US" sz="2400" dirty="0" err="1">
                <a:solidFill>
                  <a:srgbClr val="FF0000"/>
                </a:solidFill>
              </a:rPr>
              <a:t>cycleFound</a:t>
            </a:r>
            <a:r>
              <a:rPr lang="en-US" sz="2400" dirty="0">
                <a:solidFill>
                  <a:srgbClr val="FF0000"/>
                </a:solidFill>
              </a:rPr>
              <a:t>=true;</a:t>
            </a:r>
          </a:p>
          <a:p>
            <a:r>
              <a:rPr lang="en-US" sz="2400" dirty="0">
                <a:solidFill>
                  <a:srgbClr val="FF0000"/>
                </a:solidFill>
              </a:rPr>
              <a:t>		}</a:t>
            </a:r>
          </a:p>
          <a:p>
            <a:r>
              <a:rPr lang="en-US" sz="2400" dirty="0"/>
              <a:t>		if (! v marked “visited”</a:t>
            </a:r>
            <a:r>
              <a:rPr lang="en-US" sz="2400" dirty="0">
                <a:solidFill>
                  <a:srgbClr val="FF0000"/>
                </a:solidFill>
              </a:rPr>
              <a:t> &amp;&amp; !</a:t>
            </a:r>
            <a:r>
              <a:rPr lang="en-US" sz="2400" dirty="0" err="1">
                <a:solidFill>
                  <a:srgbClr val="FF0000"/>
                </a:solidFill>
              </a:rPr>
              <a:t>cycleFound</a:t>
            </a:r>
            <a:r>
              <a:rPr lang="en-US" sz="2400" dirty="0"/>
              <a:t>){</a:t>
            </a:r>
          </a:p>
          <a:p>
            <a:r>
              <a:rPr lang="en-US" sz="2400" dirty="0"/>
              <a:t>			</a:t>
            </a:r>
            <a:r>
              <a:rPr lang="en-US" sz="2400" dirty="0" err="1">
                <a:solidFill>
                  <a:srgbClr val="FF0000"/>
                </a:solidFill>
              </a:rPr>
              <a:t>cycleFound</a:t>
            </a:r>
            <a:r>
              <a:rPr lang="en-US" sz="2400" dirty="0">
                <a:solidFill>
                  <a:srgbClr val="FF0000"/>
                </a:solidFill>
              </a:rPr>
              <a:t> = </a:t>
            </a:r>
            <a:r>
              <a:rPr lang="en-US" sz="2400" dirty="0" err="1"/>
              <a:t>hasCycle</a:t>
            </a:r>
            <a:r>
              <a:rPr lang="en-US" sz="2400" dirty="0"/>
              <a:t>(graph, v);</a:t>
            </a:r>
          </a:p>
          <a:p>
            <a:r>
              <a:rPr lang="en-US" sz="2400" dirty="0"/>
              <a:t>		}</a:t>
            </a:r>
          </a:p>
          <a:p>
            <a:r>
              <a:rPr lang="en-US" sz="2400" dirty="0"/>
              <a:t>	}</a:t>
            </a:r>
          </a:p>
          <a:p>
            <a:r>
              <a:rPr lang="en-US" sz="2400" dirty="0"/>
              <a:t>	mark </a:t>
            </a:r>
            <a:r>
              <a:rPr lang="en-US" sz="2400" dirty="0" err="1"/>
              <a:t>curr</a:t>
            </a:r>
            <a:r>
              <a:rPr lang="en-US" sz="2400" dirty="0"/>
              <a:t> as “done”;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rgbClr val="FF0000"/>
                </a:solidFill>
              </a:rPr>
              <a:t>return </a:t>
            </a:r>
            <a:r>
              <a:rPr lang="en-US" sz="2400" dirty="0" err="1">
                <a:solidFill>
                  <a:srgbClr val="FF0000"/>
                </a:solidFill>
              </a:rPr>
              <a:t>cycleFound</a:t>
            </a:r>
            <a:r>
              <a:rPr lang="en-US" sz="2400" dirty="0">
                <a:solidFill>
                  <a:srgbClr val="FF0000"/>
                </a:solidFill>
              </a:rPr>
              <a:t>;</a:t>
            </a:r>
          </a:p>
          <a:p>
            <a:r>
              <a:rPr lang="en-US" sz="2400" dirty="0"/>
              <a:t>}			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200AC9-7D9A-1925-52EB-C7B86A898E60}"/>
              </a:ext>
            </a:extLst>
          </p:cNvPr>
          <p:cNvGrpSpPr/>
          <p:nvPr/>
        </p:nvGrpSpPr>
        <p:grpSpPr>
          <a:xfrm>
            <a:off x="303500" y="2950683"/>
            <a:ext cx="4385159" cy="2420607"/>
            <a:chOff x="6934200" y="4047495"/>
            <a:chExt cx="4385159" cy="242060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F4A86F4-FB7F-26CB-6FB5-7F1BFF9453F7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57445EE1-44C3-64A2-986E-D46EA88A8BED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98667B16-A5D7-BBD9-C34D-964D4C9AFF12}"/>
                    </a:ext>
                  </a:extLst>
                </p:cNvPr>
                <p:cNvCxnSpPr>
                  <a:stCxn id="47" idx="7"/>
                  <a:endCxn id="48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A0256C7-0C0F-A799-5AE9-2E217FD5D756}"/>
                    </a:ext>
                  </a:extLst>
                </p:cNvPr>
                <p:cNvCxnSpPr>
                  <a:stCxn id="48" idx="6"/>
                  <a:endCxn id="51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54B94F8-CF37-B94A-47FD-BD2899922A25}"/>
                    </a:ext>
                  </a:extLst>
                </p:cNvPr>
                <p:cNvCxnSpPr>
                  <a:stCxn id="47" idx="4"/>
                  <a:endCxn id="49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2D98E141-8BD7-326E-BA69-6B184455899A}"/>
                    </a:ext>
                  </a:extLst>
                </p:cNvPr>
                <p:cNvCxnSpPr>
                  <a:stCxn id="50" idx="3"/>
                  <a:endCxn id="49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DAFBF81-44CC-A51D-66C0-2C5B87B35C40}"/>
                    </a:ext>
                  </a:extLst>
                </p:cNvPr>
                <p:cNvCxnSpPr>
                  <a:stCxn id="52" idx="2"/>
                  <a:endCxn id="49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2C89A0F-5857-790A-2E5A-C334C74AD9DF}"/>
                    </a:ext>
                  </a:extLst>
                </p:cNvPr>
                <p:cNvCxnSpPr>
                  <a:stCxn id="50" idx="5"/>
                  <a:endCxn id="52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52BECD2-A307-35FE-E7B9-BEF318C03A1D}"/>
                    </a:ext>
                  </a:extLst>
                </p:cNvPr>
                <p:cNvCxnSpPr>
                  <a:cxnSpLocks/>
                  <a:stCxn id="48" idx="5"/>
                  <a:endCxn id="53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39A6867-664B-0A60-EC3B-4B9FB9DABFF2}"/>
                    </a:ext>
                  </a:extLst>
                </p:cNvPr>
                <p:cNvCxnSpPr>
                  <a:cxnSpLocks/>
                  <a:stCxn id="55" idx="4"/>
                  <a:endCxn id="53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8890D792-DD4D-C941-053C-56792BC91B07}"/>
                    </a:ext>
                  </a:extLst>
                </p:cNvPr>
                <p:cNvCxnSpPr>
                  <a:stCxn id="55" idx="2"/>
                  <a:endCxn id="51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1E4AEE4-0B75-9ED8-B545-8ECB83BC5819}"/>
                    </a:ext>
                  </a:extLst>
                </p:cNvPr>
                <p:cNvCxnSpPr>
                  <a:stCxn id="54" idx="1"/>
                  <a:endCxn id="55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E5F552B6-93EB-210F-6CA5-732260C4CB99}"/>
                    </a:ext>
                  </a:extLst>
                </p:cNvPr>
                <p:cNvCxnSpPr>
                  <a:stCxn id="54" idx="3"/>
                  <a:endCxn id="53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C9CF98F7-72EE-A41B-94B4-C0C7D5B40A13}"/>
                    </a:ext>
                  </a:extLst>
                </p:cNvPr>
                <p:cNvCxnSpPr>
                  <a:stCxn id="48" idx="4"/>
                  <a:endCxn id="49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CD3DB87-8FDD-BBEE-9D89-F763E1040ED7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84B893D-29DB-BB7C-BBA0-B919C23C6B1E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98533ED-C91E-BCB7-C7FA-6A6BB23DB5EE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5E38723-49F4-D444-B6E9-10D1CEE06FAA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494084C6-F266-1A65-C3CD-B28BAECD1CD3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D79CA729-96DA-7BDA-8FA9-CD452C4A54D4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1F607055-3BC9-7EEA-81D8-BD20DB6D7E80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58830F5E-7D53-760E-EA93-ACF453B746AC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DA593680-DCFA-7AF1-C06C-855B87D1B597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035AA82-3EEE-70A9-9876-C158C70B2BD0}"/>
                  </a:ext>
                </a:extLst>
              </p:cNvPr>
              <p:cNvCxnSpPr>
                <a:cxnSpLocks/>
                <a:stCxn id="52" idx="3"/>
                <a:endCxn id="49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0E6D0F4-C146-E647-3385-43715450879E}"/>
                </a:ext>
              </a:extLst>
            </p:cNvPr>
            <p:cNvCxnSpPr>
              <a:cxnSpLocks/>
              <a:stCxn id="52" idx="6"/>
              <a:endCxn id="53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305A923-957B-ED78-9721-01D3F5097FFD}"/>
              </a:ext>
            </a:extLst>
          </p:cNvPr>
          <p:cNvSpPr txBox="1"/>
          <p:nvPr/>
        </p:nvSpPr>
        <p:spPr>
          <a:xfrm>
            <a:off x="7931446" y="424092"/>
            <a:ext cx="4101507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Look for a back edge!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A6133F6-31C5-A999-26A3-18D75860C90D}"/>
                  </a:ext>
                </a:extLst>
              </p14:cNvPr>
              <p14:cNvContentPartPr/>
              <p14:nvPr/>
            </p14:nvContentPartPr>
            <p14:xfrm>
              <a:off x="4461480" y="1270440"/>
              <a:ext cx="6575760" cy="5095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A6133F6-31C5-A999-26A3-18D75860C9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52120" y="1261080"/>
                <a:ext cx="6594480" cy="511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6031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68C3F-4B9D-C618-991C-2A9D4BC49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AFB2E-DA37-6BBE-3E9C-0C48E375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Cycle Detection 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298D4-2365-F9E2-4878-F7568237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0A24A-53B6-BE08-C03A-58D7F5E5BFE9}"/>
              </a:ext>
            </a:extLst>
          </p:cNvPr>
          <p:cNvSpPr txBox="1"/>
          <p:nvPr/>
        </p:nvSpPr>
        <p:spPr>
          <a:xfrm>
            <a:off x="73330" y="3873029"/>
            <a:ext cx="455272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Starting from the current node: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for each non-done neighbor: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if the neighbor is visited: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    we found a cycle!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else: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    mark the neighbor as visited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    do a DFS from the neighbor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mark the current node as done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E1CDB6-9AD2-5C23-41FE-6AFA369B0160}"/>
              </a:ext>
            </a:extLst>
          </p:cNvPr>
          <p:cNvGraphicFramePr>
            <a:graphicFrameLocks noGrp="1"/>
          </p:cNvGraphicFramePr>
          <p:nvPr/>
        </p:nvGraphicFramePr>
        <p:xfrm>
          <a:off x="6492240" y="1399839"/>
          <a:ext cx="522533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229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991884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  <a:gridCol w="2390699">
                  <a:extLst>
                    <a:ext uri="{9D8B030D-6E8A-4147-A177-3AD203B41FA5}">
                      <a16:colId xmlns:a16="http://schemas.microsoft.com/office/drawing/2014/main" val="2503185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1C301D81-9C2C-04F9-DD6E-E893BB75F3F4}"/>
              </a:ext>
            </a:extLst>
          </p:cNvPr>
          <p:cNvGrpSpPr/>
          <p:nvPr/>
        </p:nvGrpSpPr>
        <p:grpSpPr>
          <a:xfrm>
            <a:off x="5742926" y="5474915"/>
            <a:ext cx="6036209" cy="658829"/>
            <a:chOff x="5742926" y="5607923"/>
            <a:chExt cx="6036209" cy="6588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DA16A2-0CD3-8A9F-F1BC-894F3EA7D7E9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7D29E0-54AD-227B-D827-A36AFEF2D743}"/>
                </a:ext>
              </a:extLst>
            </p:cNvPr>
            <p:cNvSpPr txBox="1"/>
            <p:nvPr/>
          </p:nvSpPr>
          <p:spPr>
            <a:xfrm>
              <a:off x="5742926" y="5607923"/>
              <a:ext cx="739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(Call)</a:t>
              </a:r>
            </a:p>
            <a:p>
              <a:r>
                <a:rPr lang="en-US" dirty="0"/>
                <a:t>Stack: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83110CD-4802-ACCC-CC22-A3803B7FD9BA}"/>
              </a:ext>
            </a:extLst>
          </p:cNvPr>
          <p:cNvGrpSpPr/>
          <p:nvPr/>
        </p:nvGrpSpPr>
        <p:grpSpPr>
          <a:xfrm>
            <a:off x="336666" y="1399839"/>
            <a:ext cx="4385159" cy="2420607"/>
            <a:chOff x="6934200" y="4047495"/>
            <a:chExt cx="4385159" cy="242060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513DBA-D573-ECF7-AF85-B480795D7D4C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48DC151-B6A2-7217-85A3-B194F6DBD4FB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1FABAA4C-E9AA-BBC4-EE1C-E5F598D0FAAC}"/>
                    </a:ext>
                  </a:extLst>
                </p:cNvPr>
                <p:cNvCxnSpPr>
                  <a:stCxn id="26" idx="7"/>
                  <a:endCxn id="27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947DED7C-37A2-4185-0085-C799CEB7E887}"/>
                    </a:ext>
                  </a:extLst>
                </p:cNvPr>
                <p:cNvCxnSpPr>
                  <a:stCxn id="27" idx="6"/>
                  <a:endCxn id="30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4406FE0-7880-018C-F059-2F319F0E7202}"/>
                    </a:ext>
                  </a:extLst>
                </p:cNvPr>
                <p:cNvCxnSpPr>
                  <a:stCxn id="26" idx="4"/>
                  <a:endCxn id="28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B9DF2E77-C2A9-185C-544C-1D82413EA2C8}"/>
                    </a:ext>
                  </a:extLst>
                </p:cNvPr>
                <p:cNvCxnSpPr>
                  <a:stCxn id="29" idx="3"/>
                  <a:endCxn id="28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1A679EB0-00E6-D92F-524C-8C9612C31749}"/>
                    </a:ext>
                  </a:extLst>
                </p:cNvPr>
                <p:cNvCxnSpPr>
                  <a:stCxn id="43" idx="2"/>
                  <a:endCxn id="28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FA883C6F-1A4A-0DBA-17F7-243880D2566E}"/>
                    </a:ext>
                  </a:extLst>
                </p:cNvPr>
                <p:cNvCxnSpPr>
                  <a:stCxn id="29" idx="5"/>
                  <a:endCxn id="43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23A30ECC-BDFA-2F09-C1F1-162FF19105D1}"/>
                    </a:ext>
                  </a:extLst>
                </p:cNvPr>
                <p:cNvCxnSpPr>
                  <a:cxnSpLocks/>
                  <a:stCxn id="27" idx="5"/>
                  <a:endCxn id="47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8AE315C5-3930-18E5-9BAB-6022ABB33C39}"/>
                    </a:ext>
                  </a:extLst>
                </p:cNvPr>
                <p:cNvCxnSpPr>
                  <a:cxnSpLocks/>
                  <a:stCxn id="49" idx="4"/>
                  <a:endCxn id="47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338391A9-D44C-0282-C0B7-525D7952CE54}"/>
                    </a:ext>
                  </a:extLst>
                </p:cNvPr>
                <p:cNvCxnSpPr>
                  <a:stCxn id="49" idx="2"/>
                  <a:endCxn id="30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8A2F1494-B8AD-6CAC-81D7-9102EDA4A3EE}"/>
                    </a:ext>
                  </a:extLst>
                </p:cNvPr>
                <p:cNvCxnSpPr>
                  <a:stCxn id="48" idx="1"/>
                  <a:endCxn id="49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CC301D3B-EE9A-2685-F45E-8C4067240F32}"/>
                    </a:ext>
                  </a:extLst>
                </p:cNvPr>
                <p:cNvCxnSpPr>
                  <a:stCxn id="48" idx="3"/>
                  <a:endCxn id="47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3FD3D2C-DA91-1B27-4C0E-B92F73E6049A}"/>
                    </a:ext>
                  </a:extLst>
                </p:cNvPr>
                <p:cNvCxnSpPr>
                  <a:stCxn id="27" idx="4"/>
                  <a:endCxn id="28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FF87792A-6963-8E7F-9191-315F58BC1D3B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B01CE90-E3B9-6F24-AF62-13D41D6CDEFF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7A831B14-9CD1-9A57-721F-B5AFDC15218D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91D99591-25BC-8AC7-69A6-0A5B5F0A81B5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633FD9BA-5729-E1E2-E3D7-50C15B23D6F7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16C9327-8D05-8D09-3618-C4D2646A9CE8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744474E1-71F6-462B-0F4D-A5C3A5D1733B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18B2CEE-B7DA-ED4D-C37F-6FFA219844F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CC9C376-9A49-233A-F78E-515398A73AF9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F1AC76B-3813-40CA-1628-0611863B842D}"/>
                  </a:ext>
                </a:extLst>
              </p:cNvPr>
              <p:cNvCxnSpPr>
                <a:cxnSpLocks/>
                <a:stCxn id="43" idx="3"/>
                <a:endCxn id="28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13EB4C0-147D-458E-07EA-A6A47DB3DE84}"/>
                </a:ext>
              </a:extLst>
            </p:cNvPr>
            <p:cNvCxnSpPr>
              <a:cxnSpLocks/>
              <a:stCxn id="43" idx="6"/>
              <a:endCxn id="47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1757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Single-Source Shortest 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524000" y="4572000"/>
                <a:ext cx="89154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Find the quickest way to get from UVA to each of these other places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Given a graph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𝐺</m:t>
                    </m:r>
                    <m:r>
                      <a:rPr lang="en-US" sz="2400" i="1">
                        <a:latin typeface="Cambria Math"/>
                      </a:rPr>
                      <m:t>=(</m:t>
                    </m:r>
                    <m:r>
                      <a:rPr lang="en-US" sz="2400" i="1">
                        <a:latin typeface="Cambria Math"/>
                      </a:rPr>
                      <m:t>𝑉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/>
                      </a:rPr>
                      <m:t>𝐸</m:t>
                    </m:r>
                    <m:r>
                      <a:rPr lang="en-US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 and a start node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𝑠</m:t>
                    </m:r>
                    <m:r>
                      <a:rPr lang="en-US" sz="2400" i="1">
                        <a:latin typeface="Cambria Math"/>
                      </a:rPr>
                      <m:t>∈</m:t>
                    </m:r>
                    <m:r>
                      <a:rPr lang="en-US" sz="24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400" dirty="0"/>
                  <a:t>, for each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𝑣</m:t>
                    </m:r>
                    <m:r>
                      <a:rPr lang="en-US" sz="2400" i="1">
                        <a:latin typeface="Cambria Math"/>
                      </a:rPr>
                      <m:t>∈</m:t>
                    </m:r>
                    <m:r>
                      <a:rPr lang="en-US" sz="24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400" dirty="0"/>
                  <a:t> find the least-weight path from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𝑠</m:t>
                    </m:r>
                    <m:r>
                      <a:rPr lang="en-US" sz="2400" i="1">
                        <a:latin typeface="Cambria Math"/>
                      </a:rPr>
                      <m:t>→</m:t>
                    </m:r>
                    <m:r>
                      <a:rPr lang="en-US" sz="2400" i="1">
                        <a:latin typeface="Cambria Math"/>
                      </a:rPr>
                      <m:t>𝑣</m:t>
                    </m:r>
                  </m:oMath>
                </a14:m>
                <a:r>
                  <a:rPr lang="en-US" sz="2400" dirty="0"/>
                  <a:t> (call this weight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𝛿</m:t>
                    </m:r>
                    <m:r>
                      <a:rPr lang="en-US" sz="2400" i="1">
                        <a:latin typeface="Cambria Math"/>
                      </a:rPr>
                      <m:t>(</m:t>
                    </m:r>
                    <m:r>
                      <a:rPr lang="en-US" sz="2400" i="1">
                        <a:latin typeface="Cambria Math"/>
                      </a:rPr>
                      <m:t>𝑠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  <m:r>
                      <a:rPr lang="en-US" sz="2400" i="1">
                        <a:latin typeface="Cambria Math"/>
                      </a:rPr>
                      <m:t>𝑣</m:t>
                    </m:r>
                    <m:r>
                      <a:rPr lang="en-US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(assumption: all edge weights are positive)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572000"/>
                <a:ext cx="8915400" cy="2308324"/>
              </a:xfrm>
              <a:prstGeom prst="rect">
                <a:avLst/>
              </a:prstGeom>
              <a:blipFill>
                <a:blip r:embed="rId2"/>
                <a:stretch>
                  <a:fillRect l="-1140" t="-2198"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0BCC9019-DF73-D79E-6D28-0E1B9B39BB8C}"/>
              </a:ext>
            </a:extLst>
          </p:cNvPr>
          <p:cNvGrpSpPr/>
          <p:nvPr/>
        </p:nvGrpSpPr>
        <p:grpSpPr>
          <a:xfrm>
            <a:off x="3383668" y="1460060"/>
            <a:ext cx="5424664" cy="2953091"/>
            <a:chOff x="2004930" y="1521214"/>
            <a:chExt cx="7331334" cy="3991049"/>
          </a:xfrm>
        </p:grpSpPr>
        <p:pic>
          <p:nvPicPr>
            <p:cNvPr id="6" name="Picture 2" descr="Image result for UCLA">
              <a:extLst>
                <a:ext uri="{FF2B5EF4-FFF2-40B4-BE49-F238E27FC236}">
                  <a16:creationId xmlns:a16="http://schemas.microsoft.com/office/drawing/2014/main" id="{CAF21C7F-7318-8A70-1A1D-C923603369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1801" y="4114801"/>
              <a:ext cx="866775" cy="866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Image result for SRI International">
              <a:extLst>
                <a:ext uri="{FF2B5EF4-FFF2-40B4-BE49-F238E27FC236}">
                  <a16:creationId xmlns:a16="http://schemas.microsoft.com/office/drawing/2014/main" id="{9A620BD3-A5ED-002E-DE7B-EECD63AEF4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200" y="2209800"/>
              <a:ext cx="1295400" cy="957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Image result for UCSB">
              <a:extLst>
                <a:ext uri="{FF2B5EF4-FFF2-40B4-BE49-F238E27FC236}">
                  <a16:creationId xmlns:a16="http://schemas.microsoft.com/office/drawing/2014/main" id="{24459CED-A487-F74E-DF25-233888EA92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8691" y="1694568"/>
              <a:ext cx="957755" cy="5086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Image result for University of Utah">
              <a:extLst>
                <a:ext uri="{FF2B5EF4-FFF2-40B4-BE49-F238E27FC236}">
                  <a16:creationId xmlns:a16="http://schemas.microsoft.com/office/drawing/2014/main" id="{3A843055-4F68-6FC0-EB1B-55B5C5F82D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0074" y="4419600"/>
              <a:ext cx="1042326" cy="10423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0" descr="Image result for harvard">
              <a:extLst>
                <a:ext uri="{FF2B5EF4-FFF2-40B4-BE49-F238E27FC236}">
                  <a16:creationId xmlns:a16="http://schemas.microsoft.com/office/drawing/2014/main" id="{0C13C080-22DB-97C3-EF48-94F34B4BC3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4362" y="4850938"/>
              <a:ext cx="678862" cy="661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Image result for yale">
              <a:extLst>
                <a:ext uri="{FF2B5EF4-FFF2-40B4-BE49-F238E27FC236}">
                  <a16:creationId xmlns:a16="http://schemas.microsoft.com/office/drawing/2014/main" id="{03F26437-8EB8-77CC-0B58-DD29AC3600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4930" y="2590800"/>
              <a:ext cx="674276" cy="7040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4" descr="Image result for cmu">
              <a:extLst>
                <a:ext uri="{FF2B5EF4-FFF2-40B4-BE49-F238E27FC236}">
                  <a16:creationId xmlns:a16="http://schemas.microsoft.com/office/drawing/2014/main" id="{EFDA2442-D037-15C4-F6D4-CA6DCF5B2D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2135" y="3216885"/>
              <a:ext cx="994129" cy="994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6" descr="Image result for mit">
              <a:extLst>
                <a:ext uri="{FF2B5EF4-FFF2-40B4-BE49-F238E27FC236}">
                  <a16:creationId xmlns:a16="http://schemas.microsoft.com/office/drawing/2014/main" id="{C1410B7C-28E1-AAA6-F7F3-7B78F51DC4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6399" y="3227427"/>
              <a:ext cx="737119" cy="3765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635CD9B-E41B-9366-370E-FFD4CA5738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4296" y="1948872"/>
              <a:ext cx="1214280" cy="6733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FFEF895-FBFD-977F-DF6E-C8C91610CA84}"/>
                </a:ext>
              </a:extLst>
            </p:cNvPr>
            <p:cNvCxnSpPr>
              <a:cxnSpLocks/>
            </p:cNvCxnSpPr>
            <p:nvPr/>
          </p:nvCxnSpPr>
          <p:spPr>
            <a:xfrm>
              <a:off x="4676446" y="1807387"/>
              <a:ext cx="110924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46742CD-E516-AAF4-776B-99CE4A2A92F6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2342068" y="3294857"/>
              <a:ext cx="716596" cy="102909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DCB19C2-9307-A34D-18DD-8E1FF6B560A8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3824008" y="3415704"/>
              <a:ext cx="882391" cy="91291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3EB81FD-62A5-6CAB-35DD-C1CB47FA2C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76917" y="4780959"/>
              <a:ext cx="1135672" cy="4572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545F96-A7E1-0906-0558-301D0E9A34C7}"/>
                </a:ext>
              </a:extLst>
            </p:cNvPr>
            <p:cNvCxnSpPr>
              <a:cxnSpLocks/>
              <a:stCxn id="13" idx="2"/>
              <a:endCxn id="10" idx="0"/>
            </p:cNvCxnSpPr>
            <p:nvPr/>
          </p:nvCxnSpPr>
          <p:spPr>
            <a:xfrm>
              <a:off x="5074959" y="3603980"/>
              <a:ext cx="118834" cy="124695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7AD7121-915F-BF07-82E9-7F85E3D73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3794" y="2318202"/>
              <a:ext cx="787515" cy="97665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ABD135E-E317-A05D-86FF-FD483AFB2E00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5533224" y="5181601"/>
              <a:ext cx="140097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FB56382-445B-9BAB-5C5F-79F7A1C395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49637" y="2412816"/>
              <a:ext cx="836964" cy="231158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EEA04C2-553C-65BA-BCBB-146D68692B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7383" y="2238828"/>
              <a:ext cx="449218" cy="23177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2569DF5-384F-7F94-BF36-1B9D567C78CE}"/>
                </a:ext>
              </a:extLst>
            </p:cNvPr>
            <p:cNvCxnSpPr/>
            <p:nvPr/>
          </p:nvCxnSpPr>
          <p:spPr>
            <a:xfrm flipV="1">
              <a:off x="7410450" y="2942829"/>
              <a:ext cx="171450" cy="160535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EE7C106-A3DC-C812-74AE-88B0979A8F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3242" y="2872266"/>
              <a:ext cx="469440" cy="45630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720EA8D-8BB0-0C2B-9658-1EDA406B19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72400" y="4163760"/>
              <a:ext cx="850482" cy="81781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D125BEC-AD12-C7EF-72B7-D0DDC59260AF}"/>
                </a:ext>
              </a:extLst>
            </p:cNvPr>
            <p:cNvCxnSpPr>
              <a:stCxn id="8" idx="2"/>
              <a:endCxn id="6" idx="0"/>
            </p:cNvCxnSpPr>
            <p:nvPr/>
          </p:nvCxnSpPr>
          <p:spPr>
            <a:xfrm flipH="1">
              <a:off x="3405188" y="2203174"/>
              <a:ext cx="792380" cy="191162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Picture 34" descr="University of Washington - Wikipedia">
              <a:extLst>
                <a:ext uri="{FF2B5EF4-FFF2-40B4-BE49-F238E27FC236}">
                  <a16:creationId xmlns:a16="http://schemas.microsoft.com/office/drawing/2014/main" id="{43127E7C-821B-8592-71F7-E339B06034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3628" y="1521214"/>
              <a:ext cx="994130" cy="9941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95CE08F-B128-2042-28BB-D3F10868A95F}"/>
              </a:ext>
            </a:extLst>
          </p:cNvPr>
          <p:cNvSpPr txBox="1"/>
          <p:nvPr/>
        </p:nvSpPr>
        <p:spPr>
          <a:xfrm>
            <a:off x="5505303" y="131494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028215-2803-F071-26F9-1BA458A957CC}"/>
              </a:ext>
            </a:extLst>
          </p:cNvPr>
          <p:cNvSpPr txBox="1"/>
          <p:nvPr/>
        </p:nvSpPr>
        <p:spPr>
          <a:xfrm>
            <a:off x="3855931" y="16662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FB921B-A3C1-413A-B88D-87C36FA74ED7}"/>
              </a:ext>
            </a:extLst>
          </p:cNvPr>
          <p:cNvSpPr txBox="1"/>
          <p:nvPr/>
        </p:nvSpPr>
        <p:spPr>
          <a:xfrm>
            <a:off x="6841174" y="16758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12462B-6799-1300-4E1C-75BDE0DBFBDB}"/>
              </a:ext>
            </a:extLst>
          </p:cNvPr>
          <p:cNvSpPr txBox="1"/>
          <p:nvPr/>
        </p:nvSpPr>
        <p:spPr>
          <a:xfrm>
            <a:off x="4291195" y="241076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1EE771-CAC5-43D0-034C-FCF96E495AF6}"/>
              </a:ext>
            </a:extLst>
          </p:cNvPr>
          <p:cNvSpPr txBox="1"/>
          <p:nvPr/>
        </p:nvSpPr>
        <p:spPr>
          <a:xfrm>
            <a:off x="5533846" y="22138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137BDF-D2D7-796C-29AF-045063D8DC7E}"/>
              </a:ext>
            </a:extLst>
          </p:cNvPr>
          <p:cNvSpPr txBox="1"/>
          <p:nvPr/>
        </p:nvSpPr>
        <p:spPr>
          <a:xfrm>
            <a:off x="6455816" y="27749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CFFD54F-479B-39DA-5679-7DD293F43E26}"/>
              </a:ext>
            </a:extLst>
          </p:cNvPr>
          <p:cNvSpPr txBox="1"/>
          <p:nvPr/>
        </p:nvSpPr>
        <p:spPr>
          <a:xfrm>
            <a:off x="7909071" y="225833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B476D7-EDBA-7EDD-40CF-B4A69BCB8BCB}"/>
              </a:ext>
            </a:extLst>
          </p:cNvPr>
          <p:cNvSpPr txBox="1"/>
          <p:nvPr/>
        </p:nvSpPr>
        <p:spPr>
          <a:xfrm>
            <a:off x="7085764" y="28840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4028C7-F44D-7BAA-30E4-2E18C755165C}"/>
              </a:ext>
            </a:extLst>
          </p:cNvPr>
          <p:cNvSpPr txBox="1"/>
          <p:nvPr/>
        </p:nvSpPr>
        <p:spPr>
          <a:xfrm>
            <a:off x="7967390" y="362732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59BBC7-4F75-2158-B14F-3F9B95DF08B4}"/>
              </a:ext>
            </a:extLst>
          </p:cNvPr>
          <p:cNvSpPr txBox="1"/>
          <p:nvPr/>
        </p:nvSpPr>
        <p:spPr>
          <a:xfrm>
            <a:off x="6232483" y="385146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20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3B9867-4E40-AF92-4241-9E0A19243229}"/>
              </a:ext>
            </a:extLst>
          </p:cNvPr>
          <p:cNvSpPr txBox="1"/>
          <p:nvPr/>
        </p:nvSpPr>
        <p:spPr>
          <a:xfrm>
            <a:off x="4780764" y="39544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34DC7C3-5AB8-0026-2DBA-4CDA4375D063}"/>
              </a:ext>
            </a:extLst>
          </p:cNvPr>
          <p:cNvSpPr txBox="1"/>
          <p:nvPr/>
        </p:nvSpPr>
        <p:spPr>
          <a:xfrm>
            <a:off x="3407672" y="30809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5B5286-5FD0-60F6-4A1D-590A4989C62A}"/>
              </a:ext>
            </a:extLst>
          </p:cNvPr>
          <p:cNvSpPr txBox="1"/>
          <p:nvPr/>
        </p:nvSpPr>
        <p:spPr>
          <a:xfrm>
            <a:off x="4985147" y="31683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B8A8F60-293A-B704-A57A-D785A8A6CB69}"/>
                  </a:ext>
                </a:extLst>
              </p14:cNvPr>
              <p14:cNvContentPartPr/>
              <p14:nvPr/>
            </p14:nvContentPartPr>
            <p14:xfrm>
              <a:off x="989280" y="1298160"/>
              <a:ext cx="6889320" cy="5021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B8A8F60-293A-B704-A57A-D785A8A6CB6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79920" y="1288800"/>
                <a:ext cx="6908040" cy="504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075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graph with </a:t>
                </a:r>
                <a:r>
                  <a:rPr lang="en-US" b="1" dirty="0"/>
                  <a:t>no negative edge weights</a:t>
                </a:r>
                <a:r>
                  <a:rPr lang="en-US" dirty="0"/>
                  <a:t>, start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optional end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Behavior: Start with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repeatedly go to the incomplete node “nearest”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Distance from start to end</a:t>
                </a:r>
              </a:p>
              <a:p>
                <a:pPr lvl="1"/>
                <a:r>
                  <a:rPr lang="en-US" dirty="0"/>
                  <a:t>Distance from start to every node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E2B0C053-06DE-DC6A-94E3-26A4B7C389DB}"/>
              </a:ext>
            </a:extLst>
          </p:cNvPr>
          <p:cNvGrpSpPr/>
          <p:nvPr/>
        </p:nvGrpSpPr>
        <p:grpSpPr>
          <a:xfrm>
            <a:off x="7103154" y="3461160"/>
            <a:ext cx="4600060" cy="2787240"/>
            <a:chOff x="0" y="2862182"/>
            <a:chExt cx="7044346" cy="4268266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9D6E633-2018-6DF0-8676-6A173CB557A1}"/>
                </a:ext>
              </a:extLst>
            </p:cNvPr>
            <p:cNvCxnSpPr>
              <a:stCxn id="163" idx="7"/>
              <a:endCxn id="164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3DD6544E-44ED-CF32-47B5-A1B4988A6D49}"/>
                </a:ext>
              </a:extLst>
            </p:cNvPr>
            <p:cNvCxnSpPr>
              <a:stCxn id="164" idx="6"/>
              <a:endCxn id="167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6609AA63-0697-DFAB-2F65-DD84B6399C65}"/>
                </a:ext>
              </a:extLst>
            </p:cNvPr>
            <p:cNvCxnSpPr>
              <a:stCxn id="163" idx="4"/>
              <a:endCxn id="165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392A1AD-267A-CC27-B94E-D47715F596FF}"/>
                </a:ext>
              </a:extLst>
            </p:cNvPr>
            <p:cNvCxnSpPr>
              <a:stCxn id="166" idx="3"/>
              <a:endCxn id="165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868CCB42-49BD-0035-AF74-5D2BC6B5718E}"/>
                </a:ext>
              </a:extLst>
            </p:cNvPr>
            <p:cNvCxnSpPr>
              <a:stCxn id="168" idx="2"/>
              <a:endCxn id="165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36E63AAA-79BB-40A4-255C-8A6F4CEF1F70}"/>
                </a:ext>
              </a:extLst>
            </p:cNvPr>
            <p:cNvCxnSpPr>
              <a:stCxn id="166" idx="5"/>
              <a:endCxn id="168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64C8E128-E7FF-0EE2-C929-28DCF5F3B109}"/>
                </a:ext>
              </a:extLst>
            </p:cNvPr>
            <p:cNvCxnSpPr>
              <a:stCxn id="166" idx="7"/>
              <a:endCxn id="167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2466A6F-7C04-3155-ED0B-352D7B6E726F}"/>
                </a:ext>
              </a:extLst>
            </p:cNvPr>
            <p:cNvCxnSpPr>
              <a:stCxn id="168" idx="6"/>
              <a:endCxn id="169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E3467D08-B158-F459-76E0-1CC5F3E2A736}"/>
                </a:ext>
              </a:extLst>
            </p:cNvPr>
            <p:cNvCxnSpPr>
              <a:stCxn id="169" idx="1"/>
              <a:endCxn id="167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ED42938-B1CF-CCAB-82E7-C5D9ED62B47E}"/>
                </a:ext>
              </a:extLst>
            </p:cNvPr>
            <p:cNvCxnSpPr>
              <a:stCxn id="171" idx="2"/>
              <a:endCxn id="167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A0F49481-D214-4D23-F5DB-22D5C9AC8216}"/>
                </a:ext>
              </a:extLst>
            </p:cNvPr>
            <p:cNvCxnSpPr>
              <a:stCxn id="169" idx="0"/>
              <a:endCxn id="171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DD9656E-2A08-FAF6-0E5A-864DBE4AF542}"/>
                </a:ext>
              </a:extLst>
            </p:cNvPr>
            <p:cNvCxnSpPr>
              <a:stCxn id="170" idx="1"/>
              <a:endCxn id="171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3918935C-8432-0740-DBB5-9F8278FF03C2}"/>
                </a:ext>
              </a:extLst>
            </p:cNvPr>
            <p:cNvCxnSpPr>
              <a:stCxn id="170" idx="3"/>
              <a:endCxn id="169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5DA70AD2-103F-3808-D08A-C8C7652E78CC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826737A-FAD1-118C-9744-F6C76DF1C237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77F8BFC-E723-6F4D-29CA-E8ED1B6D3D99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E5965D04-95BE-172D-DE21-720E47C71DB1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C0F2268A-3C7A-655E-79FA-25240CF558A3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46D66E34-9CBE-C2C6-5186-6CDDE2660625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1F4F19F6-511C-663F-AB69-47F024628721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0DFECE1A-1211-86CD-9F2F-1BEA574448D8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948369BE-B017-271D-FAD6-FCA8E179CD0F}"/>
                </a:ext>
              </a:extLst>
            </p:cNvPr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BA7E08C1-460F-68AC-983A-1E7F28845F34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54DF8D0B-3D67-6BD4-8990-704D5199F310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7E1CF5CE-DA1C-A802-F0A8-C56514233D7F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DBBF6E78-42E8-3F02-0B9F-2835210B593E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51C31B08-8330-A11B-4F1A-B06FF798EC0B}"/>
                </a:ext>
              </a:extLst>
            </p:cNvPr>
            <p:cNvCxnSpPr>
              <a:stCxn id="164" idx="4"/>
              <a:endCxn id="165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DF936A7D-07BE-9BA8-21D5-AE93448D2F14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B5D2CB04-20EB-6DF5-8909-971BD47541D3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72050422-D698-F55D-822D-539B17CD05BA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CB30E8C8-7D92-1928-E6B2-09A458489B4A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5659AE9B-AED2-63F5-FFEF-4AC3BF336A0C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5BDE5ABE-0BF2-0B27-7E8C-60DAA4887FE8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9E2D920A-40D6-F04D-AC14-A74BA229EA51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62DFA89F-EAD1-9C56-7425-0D3283049666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D25E4BD8-F1DE-8963-31EA-49C479A959B2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853FC4DB-BD17-BF97-F6FE-06F1DF7ADDBA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72B9C0E9-4F4A-28A1-4EF7-71C638927532}"/>
              </a:ext>
            </a:extLst>
          </p:cNvPr>
          <p:cNvSpPr txBox="1"/>
          <p:nvPr/>
        </p:nvSpPr>
        <p:spPr>
          <a:xfrm>
            <a:off x="7086600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4C06AA38-1612-6A93-21BB-70EA359FCE44}"/>
                  </a:ext>
                </a:extLst>
              </p:cNvPr>
              <p:cNvSpPr txBox="1"/>
              <p:nvPr/>
            </p:nvSpPr>
            <p:spPr>
              <a:xfrm>
                <a:off x="8148957" y="3277786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4C06AA38-1612-6A93-21BB-70EA359FC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957" y="3277786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80460AAE-AA39-FF16-B609-F2F0EE40DF05}"/>
                  </a:ext>
                </a:extLst>
              </p:cNvPr>
              <p:cNvSpPr txBox="1"/>
              <p:nvPr/>
            </p:nvSpPr>
            <p:spPr>
              <a:xfrm>
                <a:off x="7315200" y="533892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80460AAE-AA39-FF16-B609-F2F0EE40D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5338920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A0659F17-1C24-F96F-A6AF-0A70BE1087B3}"/>
                  </a:ext>
                </a:extLst>
              </p:cNvPr>
              <p:cNvSpPr txBox="1"/>
              <p:nvPr/>
            </p:nvSpPr>
            <p:spPr>
              <a:xfrm>
                <a:off x="8529076" y="426884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A0659F17-1C24-F96F-A6AF-0A70BE108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9076" y="4268840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CB7366F2-337C-6A62-9057-95C180D24C66}"/>
                  </a:ext>
                </a:extLst>
              </p:cNvPr>
              <p:cNvSpPr txBox="1"/>
              <p:nvPr/>
            </p:nvSpPr>
            <p:spPr>
              <a:xfrm>
                <a:off x="9468933" y="33528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CB7366F2-337C-6A62-9057-95C180D24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933" y="3352800"/>
                <a:ext cx="49404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1D10D103-2C2A-CC57-50D7-0A6F7673076B}"/>
                  </a:ext>
                </a:extLst>
              </p:cNvPr>
              <p:cNvSpPr txBox="1"/>
              <p:nvPr/>
            </p:nvSpPr>
            <p:spPr>
              <a:xfrm>
                <a:off x="8687490" y="5523586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1D10D103-2C2A-CC57-50D7-0A6F76730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7490" y="5523586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DB34DC73-2D5D-F33F-A1CF-3E17FD89079F}"/>
                  </a:ext>
                </a:extLst>
              </p:cNvPr>
              <p:cNvSpPr txBox="1"/>
              <p:nvPr/>
            </p:nvSpPr>
            <p:spPr>
              <a:xfrm>
                <a:off x="9944207" y="550815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DB34DC73-2D5D-F33F-A1CF-3E17FD890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4207" y="550815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DCC898EB-EBD5-1D4A-8CB2-095DD1B664BE}"/>
                  </a:ext>
                </a:extLst>
              </p:cNvPr>
              <p:cNvSpPr txBox="1"/>
              <p:nvPr/>
            </p:nvSpPr>
            <p:spPr>
              <a:xfrm>
                <a:off x="10366649" y="3722132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DCC898EB-EBD5-1D4A-8CB2-095DD1B66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6649" y="3722132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C8388A9-2D5A-E7FD-BEDA-3F8161AD0BCE}"/>
                  </a:ext>
                </a:extLst>
              </p:cNvPr>
              <p:cNvSpPr txBox="1"/>
              <p:nvPr/>
            </p:nvSpPr>
            <p:spPr>
              <a:xfrm>
                <a:off x="11225468" y="4395879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C8388A9-2D5A-E7FD-BEDA-3F8161AD0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5468" y="4395879"/>
                <a:ext cx="43313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44B2B7-2FA7-88F6-7C1A-F2BB7456E04F}"/>
                  </a:ext>
                </a:extLst>
              </p14:cNvPr>
              <p14:cNvContentPartPr/>
              <p14:nvPr/>
            </p14:nvContentPartPr>
            <p14:xfrm>
              <a:off x="863280" y="2173680"/>
              <a:ext cx="8480880" cy="695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44B2B7-2FA7-88F6-7C1A-F2BB7456E04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3920" y="2164320"/>
                <a:ext cx="8499600" cy="71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6096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50C67-6614-E0A8-7DC3-D73D18C35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7FC5-8995-DDCE-5A34-094DFA6BF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637F1-7848-204F-FE6B-3C50F5D78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00DF9E-D981-B9DE-0213-A6EC4281A681}"/>
              </a:ext>
            </a:extLst>
          </p:cNvPr>
          <p:cNvSpPr txBox="1"/>
          <p:nvPr/>
        </p:nvSpPr>
        <p:spPr>
          <a:xfrm>
            <a:off x="978905" y="1337488"/>
            <a:ext cx="553258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Distance to start = 0</a:t>
            </a:r>
          </a:p>
          <a:p>
            <a:r>
              <a:rPr lang="en-US" sz="2000" dirty="0"/>
              <a:t>Add the start node to PQ with priority 0</a:t>
            </a:r>
          </a:p>
          <a:p>
            <a:r>
              <a:rPr lang="en-US" sz="2000" dirty="0"/>
              <a:t>Mark start as “seen”</a:t>
            </a:r>
          </a:p>
          <a:p>
            <a:r>
              <a:rPr lang="en-US" sz="2000" dirty="0"/>
              <a:t>While the PQ is not empty: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curr</a:t>
            </a:r>
            <a:r>
              <a:rPr lang="en-US" sz="2000" dirty="0"/>
              <a:t> = </a:t>
            </a:r>
            <a:r>
              <a:rPr lang="en-US" sz="2000" dirty="0" err="1"/>
              <a:t>PQ.extract</a:t>
            </a:r>
            <a:r>
              <a:rPr lang="en-US" sz="2000" dirty="0"/>
              <a:t>();</a:t>
            </a:r>
          </a:p>
          <a:p>
            <a:r>
              <a:rPr lang="en-US" sz="2000" dirty="0"/>
              <a:t>    mark </a:t>
            </a:r>
            <a:r>
              <a:rPr lang="en-US" sz="2000" dirty="0" err="1"/>
              <a:t>curr</a:t>
            </a:r>
            <a:r>
              <a:rPr lang="en-US" sz="2000" dirty="0"/>
              <a:t> as “done”</a:t>
            </a:r>
          </a:p>
          <a:p>
            <a:r>
              <a:rPr lang="en-US" sz="2000" dirty="0"/>
              <a:t>    for each neighbor v of </a:t>
            </a:r>
            <a:r>
              <a:rPr lang="en-US" sz="2000" dirty="0" err="1"/>
              <a:t>curr</a:t>
            </a:r>
            <a:r>
              <a:rPr lang="en-US" sz="2000" dirty="0"/>
              <a:t>:</a:t>
            </a:r>
          </a:p>
          <a:p>
            <a:r>
              <a:rPr lang="en-US" sz="2000" dirty="0"/>
              <a:t>        d = distance to </a:t>
            </a:r>
            <a:r>
              <a:rPr lang="en-US" sz="2000" dirty="0" err="1"/>
              <a:t>curr</a:t>
            </a:r>
            <a:r>
              <a:rPr lang="en-US" sz="2000" dirty="0"/>
              <a:t> + weight of (</a:t>
            </a:r>
            <a:r>
              <a:rPr lang="en-US" sz="2000" dirty="0" err="1"/>
              <a:t>curr,v</a:t>
            </a:r>
            <a:r>
              <a:rPr lang="en-US" sz="2000" dirty="0"/>
              <a:t>)</a:t>
            </a:r>
          </a:p>
          <a:p>
            <a:r>
              <a:rPr lang="en-US" sz="2000" dirty="0"/>
              <a:t>        if v is not “seen”:</a:t>
            </a:r>
          </a:p>
          <a:p>
            <a:r>
              <a:rPr lang="en-US" sz="2000" dirty="0"/>
              <a:t>            mark v as “seen”</a:t>
            </a:r>
          </a:p>
          <a:p>
            <a:r>
              <a:rPr lang="en-US" sz="2000" dirty="0"/>
              <a:t>            distance to v = d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PQ.add</a:t>
            </a:r>
            <a:r>
              <a:rPr lang="en-US" sz="2000" dirty="0"/>
              <a:t>(v, d);</a:t>
            </a:r>
          </a:p>
          <a:p>
            <a:r>
              <a:rPr lang="en-US" sz="2000" dirty="0"/>
              <a:t>        if v is not “done” &amp;&amp; d &lt; distance to v:</a:t>
            </a:r>
          </a:p>
          <a:p>
            <a:r>
              <a:rPr lang="en-US" sz="2000" dirty="0"/>
              <a:t>            distance to v = d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PQ.decreaseKey</a:t>
            </a:r>
            <a:r>
              <a:rPr lang="en-US" sz="2000" dirty="0"/>
              <a:t>(v, d)</a:t>
            </a:r>
          </a:p>
          <a:p>
            <a:r>
              <a:rPr lang="en-US" sz="2000" dirty="0"/>
              <a:t>         </a:t>
            </a:r>
          </a:p>
          <a:p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0215A-8216-593A-BB1F-9A3C595197B4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F61ED2-533A-F37C-7346-ECD829515588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78637C-220B-9777-0D27-9DDCFF148B61}"/>
              </a:ext>
            </a:extLst>
          </p:cNvPr>
          <p:cNvSpPr txBox="1"/>
          <p:nvPr/>
        </p:nvSpPr>
        <p:spPr>
          <a:xfrm>
            <a:off x="6391564" y="3208631"/>
            <a:ext cx="58812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Seen = added to the priority queue</a:t>
            </a:r>
          </a:p>
          <a:p>
            <a:r>
              <a:rPr lang="en-US" dirty="0">
                <a:solidFill>
                  <a:srgbClr val="FF0000"/>
                </a:solidFill>
              </a:rPr>
              <a:t>Done = removed from the priority queue</a:t>
            </a:r>
          </a:p>
          <a:p>
            <a:r>
              <a:rPr lang="en-US" dirty="0">
                <a:solidFill>
                  <a:srgbClr val="FF0000"/>
                </a:solidFill>
              </a:rPr>
              <a:t>When it’s done we’ve found the shortest path to that node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F6DB139-9AF5-70F7-A2C3-3BBBCA5191CC}"/>
              </a:ext>
            </a:extLst>
          </p:cNvPr>
          <p:cNvGrpSpPr/>
          <p:nvPr/>
        </p:nvGrpSpPr>
        <p:grpSpPr>
          <a:xfrm>
            <a:off x="23558" y="3223492"/>
            <a:ext cx="10746042" cy="2743200"/>
            <a:chOff x="23558" y="3223492"/>
            <a:chExt cx="10746042" cy="27432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0C31AF8-92A6-EE59-FD08-444176A0FBAD}"/>
                    </a:ext>
                  </a:extLst>
                </p:cNvPr>
                <p:cNvSpPr txBox="1"/>
                <p:nvPr/>
              </p:nvSpPr>
              <p:spPr>
                <a:xfrm>
                  <a:off x="7894783" y="5108803"/>
                  <a:ext cx="287481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solidFill>
                        <a:srgbClr val="0070C0"/>
                      </a:solidFill>
                    </a:rPr>
                    <a:t>Running time: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0C31AF8-92A6-EE59-FD08-444176A0FB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4783" y="5108803"/>
                  <a:ext cx="2874817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695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14546CC3-7E9D-B6AF-E341-25FA8C652CA3}"/>
                </a:ext>
              </a:extLst>
            </p:cNvPr>
            <p:cNvSpPr/>
            <p:nvPr/>
          </p:nvSpPr>
          <p:spPr>
            <a:xfrm>
              <a:off x="810492" y="3223492"/>
              <a:ext cx="584200" cy="2743200"/>
            </a:xfrm>
            <a:prstGeom prst="lef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70C0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F4BEF50-2E7E-3A91-37F6-6F058E680EF7}"/>
                    </a:ext>
                  </a:extLst>
                </p:cNvPr>
                <p:cNvSpPr txBox="1"/>
                <p:nvPr/>
              </p:nvSpPr>
              <p:spPr>
                <a:xfrm>
                  <a:off x="23558" y="4185274"/>
                  <a:ext cx="1107579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solidFill>
                        <a:srgbClr val="0070C0"/>
                      </a:solidFill>
                    </a:rPr>
                    <a:t>Loops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a14:m>
                  <a:r>
                    <a:rPr lang="en-US" dirty="0">
                      <a:solidFill>
                        <a:srgbClr val="0070C0"/>
                      </a:solidFill>
                    </a:rPr>
                    <a:t> times</a:t>
                  </a: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F4BEF50-2E7E-3A91-37F6-6F058E680E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58" y="4185274"/>
                  <a:ext cx="1107579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4945" t="-5660" b="-141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D7543FA-9328-F538-F0B8-482E05D0D519}"/>
                    </a:ext>
                  </a:extLst>
                </p:cNvPr>
                <p:cNvSpPr txBox="1"/>
                <p:nvPr/>
              </p:nvSpPr>
              <p:spPr>
                <a:xfrm>
                  <a:off x="6093565" y="4739241"/>
                  <a:ext cx="1371253" cy="9233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dirty="0">
                      <a:solidFill>
                        <a:srgbClr val="0070C0"/>
                      </a:solidFill>
                    </a:rPr>
                    <a:t>Worst case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dirty="0">
                      <a:solidFill>
                        <a:srgbClr val="0070C0"/>
                      </a:solidFill>
                    </a:rPr>
                    <a:t> each</a:t>
                  </a: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D7543FA-9328-F538-F0B8-482E05D0D5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3565" y="4739241"/>
                  <a:ext cx="1371253" cy="923330"/>
                </a:xfrm>
                <a:prstGeom prst="rect">
                  <a:avLst/>
                </a:prstGeom>
                <a:blipFill>
                  <a:blip r:embed="rId4"/>
                  <a:stretch>
                    <a:fillRect l="-4000" t="-3289"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F44557C-90DF-9AFD-DFDA-659D0AAD740C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 flipV="1">
              <a:off x="3509818" y="4913745"/>
              <a:ext cx="2583747" cy="28716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48D7CDF-F47D-2694-EC18-AE8EE557C879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>
              <a:off x="3980873" y="5200906"/>
              <a:ext cx="2112692" cy="6009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20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17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905001" y="1143000"/>
            <a:ext cx="33818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/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/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370403" y="318390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3313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536646" y="524503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3313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8690379" y="325891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331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EDA24C6-DAB3-0D4B-C96F-398373703893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3357D80-81CD-5C80-2A0A-246BEC3E41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0795707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3357D80-81CD-5C80-2A0A-246BEC3E41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0795707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208197" r="-1869" b="-7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308197" r="-1869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408197" r="-1869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508197" r="-1869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608197" r="-1869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708197" r="-1869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49A59E0-910E-8F4C-8D9E-2EF7803C459B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</p:spTree>
    <p:extLst>
      <p:ext uri="{BB962C8B-B14F-4D97-AF65-F5344CB8AC3E}">
        <p14:creationId xmlns:p14="http://schemas.microsoft.com/office/powerpoint/2010/main" val="723040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18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/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/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8690379" y="325891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331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reeform 128">
            <a:extLst>
              <a:ext uri="{FF2B5EF4-FFF2-40B4-BE49-F238E27FC236}">
                <a16:creationId xmlns:a16="http://schemas.microsoft.com/office/drawing/2014/main" id="{55A2AC7A-2AFB-5043-31ED-CB388B10C1C8}"/>
              </a:ext>
            </a:extLst>
          </p:cNvPr>
          <p:cNvSpPr/>
          <p:nvPr/>
        </p:nvSpPr>
        <p:spPr>
          <a:xfrm>
            <a:off x="6094057" y="3839848"/>
            <a:ext cx="851338" cy="898634"/>
          </a:xfrm>
          <a:custGeom>
            <a:avLst/>
            <a:gdLst>
              <a:gd name="connsiteX0" fmla="*/ 78828 w 851338"/>
              <a:gd name="connsiteY0" fmla="*/ 31531 h 898634"/>
              <a:gd name="connsiteX1" fmla="*/ 0 w 851338"/>
              <a:gd name="connsiteY1" fmla="*/ 583324 h 898634"/>
              <a:gd name="connsiteX2" fmla="*/ 236483 w 851338"/>
              <a:gd name="connsiteY2" fmla="*/ 898634 h 898634"/>
              <a:gd name="connsiteX3" fmla="*/ 740980 w 851338"/>
              <a:gd name="connsiteY3" fmla="*/ 725214 h 898634"/>
              <a:gd name="connsiteX4" fmla="*/ 851338 w 851338"/>
              <a:gd name="connsiteY4" fmla="*/ 268014 h 898634"/>
              <a:gd name="connsiteX5" fmla="*/ 630621 w 851338"/>
              <a:gd name="connsiteY5" fmla="*/ 0 h 898634"/>
              <a:gd name="connsiteX6" fmla="*/ 78828 w 851338"/>
              <a:gd name="connsiteY6" fmla="*/ 31531 h 898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1338" h="898634">
                <a:moveTo>
                  <a:pt x="78828" y="31531"/>
                </a:moveTo>
                <a:lnTo>
                  <a:pt x="0" y="583324"/>
                </a:lnTo>
                <a:lnTo>
                  <a:pt x="236483" y="898634"/>
                </a:lnTo>
                <a:lnTo>
                  <a:pt x="740980" y="725214"/>
                </a:lnTo>
                <a:lnTo>
                  <a:pt x="851338" y="268014"/>
                </a:lnTo>
                <a:lnTo>
                  <a:pt x="630621" y="0"/>
                </a:lnTo>
                <a:lnTo>
                  <a:pt x="78828" y="31531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5B5C9-A27D-79D0-2A89-02B238BE9C0B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719A18-4BE2-4E25-34C9-90BF039CFBB7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0424BB1C-8046-0D22-B564-AA46015EAE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236554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0424BB1C-8046-0D22-B564-AA46015EAE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236554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408197" r="-1869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508197" r="-1869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608197" r="-1869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708197" r="-1869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50633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/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/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331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3313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52">
            <a:extLst>
              <a:ext uri="{FF2B5EF4-FFF2-40B4-BE49-F238E27FC236}">
                <a16:creationId xmlns:a16="http://schemas.microsoft.com/office/drawing/2014/main" id="{6A915CC6-41C2-5EEB-A078-FB9410429D29}"/>
              </a:ext>
            </a:extLst>
          </p:cNvPr>
          <p:cNvSpPr/>
          <p:nvPr/>
        </p:nvSpPr>
        <p:spPr>
          <a:xfrm>
            <a:off x="6020278" y="2990600"/>
            <a:ext cx="2112579" cy="1813034"/>
          </a:xfrm>
          <a:custGeom>
            <a:avLst/>
            <a:gdLst>
              <a:gd name="connsiteX0" fmla="*/ 0 w 2112579"/>
              <a:gd name="connsiteY0" fmla="*/ 1103586 h 1813034"/>
              <a:gd name="connsiteX1" fmla="*/ 47297 w 2112579"/>
              <a:gd name="connsiteY1" fmla="*/ 1592317 h 1813034"/>
              <a:gd name="connsiteX2" fmla="*/ 362607 w 2112579"/>
              <a:gd name="connsiteY2" fmla="*/ 1813034 h 1813034"/>
              <a:gd name="connsiteX3" fmla="*/ 1213945 w 2112579"/>
              <a:gd name="connsiteY3" fmla="*/ 1292772 h 1813034"/>
              <a:gd name="connsiteX4" fmla="*/ 1986455 w 2112579"/>
              <a:gd name="connsiteY4" fmla="*/ 914400 h 1813034"/>
              <a:gd name="connsiteX5" fmla="*/ 2112579 w 2112579"/>
              <a:gd name="connsiteY5" fmla="*/ 488731 h 1813034"/>
              <a:gd name="connsiteX6" fmla="*/ 2017986 w 2112579"/>
              <a:gd name="connsiteY6" fmla="*/ 0 h 1813034"/>
              <a:gd name="connsiteX7" fmla="*/ 1608083 w 2112579"/>
              <a:gd name="connsiteY7" fmla="*/ 173420 h 1813034"/>
              <a:gd name="connsiteX8" fmla="*/ 0 w 2112579"/>
              <a:gd name="connsiteY8" fmla="*/ 1103586 h 1813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2579" h="1813034">
                <a:moveTo>
                  <a:pt x="0" y="1103586"/>
                </a:moveTo>
                <a:lnTo>
                  <a:pt x="47297" y="1592317"/>
                </a:lnTo>
                <a:lnTo>
                  <a:pt x="362607" y="1813034"/>
                </a:lnTo>
                <a:lnTo>
                  <a:pt x="1213945" y="1292772"/>
                </a:lnTo>
                <a:lnTo>
                  <a:pt x="1986455" y="914400"/>
                </a:lnTo>
                <a:lnTo>
                  <a:pt x="2112579" y="488731"/>
                </a:lnTo>
                <a:lnTo>
                  <a:pt x="2017986" y="0"/>
                </a:lnTo>
                <a:lnTo>
                  <a:pt x="1608083" y="173420"/>
                </a:lnTo>
                <a:lnTo>
                  <a:pt x="0" y="1103586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02EFD5-44CF-8D2A-1EDE-EDDE2D634DD8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6CBF64-E216-A0AB-6859-997EAFD84173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5890E5F-24D2-501C-FA48-3F449C17DC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6256039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5890E5F-24D2-501C-FA48-3F449C17DC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6256039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408197" r="-1869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608197" r="-1869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708197" r="-1869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39610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/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/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331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reeform 2">
            <a:extLst>
              <a:ext uri="{FF2B5EF4-FFF2-40B4-BE49-F238E27FC236}">
                <a16:creationId xmlns:a16="http://schemas.microsoft.com/office/drawing/2014/main" id="{5B00DD77-22D2-DAD9-DEC4-DAA06750910C}"/>
              </a:ext>
            </a:extLst>
          </p:cNvPr>
          <p:cNvSpPr/>
          <p:nvPr/>
        </p:nvSpPr>
        <p:spPr>
          <a:xfrm>
            <a:off x="6241676" y="3048735"/>
            <a:ext cx="1828800" cy="2664373"/>
          </a:xfrm>
          <a:custGeom>
            <a:avLst/>
            <a:gdLst>
              <a:gd name="connsiteX0" fmla="*/ 0 w 1828800"/>
              <a:gd name="connsiteY0" fmla="*/ 1119352 h 2664373"/>
              <a:gd name="connsiteX1" fmla="*/ 110359 w 1828800"/>
              <a:gd name="connsiteY1" fmla="*/ 1797269 h 2664373"/>
              <a:gd name="connsiteX2" fmla="*/ 394138 w 1828800"/>
              <a:gd name="connsiteY2" fmla="*/ 2443655 h 2664373"/>
              <a:gd name="connsiteX3" fmla="*/ 961697 w 1828800"/>
              <a:gd name="connsiteY3" fmla="*/ 2664373 h 2664373"/>
              <a:gd name="connsiteX4" fmla="*/ 1371600 w 1828800"/>
              <a:gd name="connsiteY4" fmla="*/ 2333297 h 2664373"/>
              <a:gd name="connsiteX5" fmla="*/ 1403131 w 1828800"/>
              <a:gd name="connsiteY5" fmla="*/ 1608083 h 2664373"/>
              <a:gd name="connsiteX6" fmla="*/ 1828800 w 1828800"/>
              <a:gd name="connsiteY6" fmla="*/ 567559 h 2664373"/>
              <a:gd name="connsiteX7" fmla="*/ 1765738 w 1828800"/>
              <a:gd name="connsiteY7" fmla="*/ 141890 h 2664373"/>
              <a:gd name="connsiteX8" fmla="*/ 1513490 w 1828800"/>
              <a:gd name="connsiteY8" fmla="*/ 0 h 2664373"/>
              <a:gd name="connsiteX9" fmla="*/ 614856 w 1828800"/>
              <a:gd name="connsiteY9" fmla="*/ 488731 h 2664373"/>
              <a:gd name="connsiteX10" fmla="*/ 78828 w 1828800"/>
              <a:gd name="connsiteY10" fmla="*/ 867104 h 2664373"/>
              <a:gd name="connsiteX11" fmla="*/ 0 w 1828800"/>
              <a:gd name="connsiteY11" fmla="*/ 1119352 h 2664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8800" h="2664373">
                <a:moveTo>
                  <a:pt x="0" y="1119352"/>
                </a:moveTo>
                <a:lnTo>
                  <a:pt x="110359" y="1797269"/>
                </a:lnTo>
                <a:lnTo>
                  <a:pt x="394138" y="2443655"/>
                </a:lnTo>
                <a:lnTo>
                  <a:pt x="961697" y="2664373"/>
                </a:lnTo>
                <a:lnTo>
                  <a:pt x="1371600" y="2333297"/>
                </a:lnTo>
                <a:lnTo>
                  <a:pt x="1403131" y="1608083"/>
                </a:lnTo>
                <a:lnTo>
                  <a:pt x="1828800" y="567559"/>
                </a:lnTo>
                <a:lnTo>
                  <a:pt x="1765738" y="141890"/>
                </a:lnTo>
                <a:lnTo>
                  <a:pt x="1513490" y="0"/>
                </a:lnTo>
                <a:lnTo>
                  <a:pt x="614856" y="488731"/>
                </a:lnTo>
                <a:lnTo>
                  <a:pt x="78828" y="867104"/>
                </a:lnTo>
                <a:lnTo>
                  <a:pt x="0" y="1119352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4B4080-E8DA-8856-7748-55E5B8632E46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DBE2B8-E53A-E358-ABA8-46992D45A65B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F70FB78-0FFB-26FB-9436-0A6AB06607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6791351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15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F70FB78-0FFB-26FB-9436-0A6AB06607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6791351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15 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708197" r="-1869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64256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/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/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/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/>
              <p:cNvSpPr txBox="1"/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4">
            <a:extLst>
              <a:ext uri="{FF2B5EF4-FFF2-40B4-BE49-F238E27FC236}">
                <a16:creationId xmlns:a16="http://schemas.microsoft.com/office/drawing/2014/main" id="{7517BE1A-803F-1EFD-BBF2-B7D8BD2FC2D3}"/>
              </a:ext>
            </a:extLst>
          </p:cNvPr>
          <p:cNvSpPr/>
          <p:nvPr/>
        </p:nvSpPr>
        <p:spPr>
          <a:xfrm>
            <a:off x="6138563" y="3080616"/>
            <a:ext cx="2632842" cy="3026979"/>
          </a:xfrm>
          <a:custGeom>
            <a:avLst/>
            <a:gdLst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1686911 w 2632842"/>
              <a:gd name="connsiteY8" fmla="*/ 1466193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32842" h="3026979">
                <a:moveTo>
                  <a:pt x="0" y="1166648"/>
                </a:moveTo>
                <a:lnTo>
                  <a:pt x="141890" y="2017986"/>
                </a:lnTo>
                <a:lnTo>
                  <a:pt x="583324" y="2695904"/>
                </a:lnTo>
                <a:lnTo>
                  <a:pt x="1292773" y="2932386"/>
                </a:lnTo>
                <a:lnTo>
                  <a:pt x="2222938" y="3026979"/>
                </a:lnTo>
                <a:lnTo>
                  <a:pt x="2538249" y="2963917"/>
                </a:lnTo>
                <a:lnTo>
                  <a:pt x="2632842" y="2601311"/>
                </a:lnTo>
                <a:lnTo>
                  <a:pt x="1891862" y="1970690"/>
                </a:lnTo>
                <a:lnTo>
                  <a:pt x="1686911" y="1466193"/>
                </a:lnTo>
                <a:lnTo>
                  <a:pt x="1781504" y="993228"/>
                </a:lnTo>
                <a:lnTo>
                  <a:pt x="1954924" y="346842"/>
                </a:lnTo>
                <a:lnTo>
                  <a:pt x="1718442" y="0"/>
                </a:lnTo>
                <a:lnTo>
                  <a:pt x="1229711" y="63062"/>
                </a:lnTo>
                <a:lnTo>
                  <a:pt x="378373" y="630621"/>
                </a:lnTo>
                <a:lnTo>
                  <a:pt x="0" y="1166648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2184F-0273-1F7D-5C77-7904ED610303}"/>
              </a:ext>
            </a:extLst>
          </p:cNvPr>
          <p:cNvSpPr txBox="1"/>
          <p:nvPr/>
        </p:nvSpPr>
        <p:spPr>
          <a:xfrm>
            <a:off x="6553271" y="386968"/>
            <a:ext cx="4897289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a node is the closest not-done thing to the start, we have found its shortest path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D4281-E487-3029-6FBD-9869FB14E232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BCAD973-D086-1800-8DB7-8BC64689BD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781893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BCAD973-D086-1800-8DB7-8BC64689BD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781893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33239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A6AFC-5873-D3A3-441A-B84FA4CDA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CE1A-7092-4A01-190A-A318C007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DAE95-C732-E8AC-1BB0-C49B5DDE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22</a:t>
            </a:fld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976749-9DD2-F593-3602-B0A37AB47DE8}"/>
              </a:ext>
            </a:extLst>
          </p:cNvPr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1FB94FE-2F38-28CB-E7F1-2DE5A92C49F6}"/>
              </a:ext>
            </a:extLst>
          </p:cNvPr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4637CA6-9D23-0408-E63F-7A89F59067F7}"/>
                </a:ext>
              </a:extLst>
            </p:cNvPr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0B7E08D-9585-3027-42E2-2D42D47FC576}"/>
                </a:ext>
              </a:extLst>
            </p:cNvPr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2909710-2188-085A-4F49-1962DC04C4FD}"/>
                </a:ext>
              </a:extLst>
            </p:cNvPr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682C9EB-163A-0337-929F-53F0159D2B30}"/>
                </a:ext>
              </a:extLst>
            </p:cNvPr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E028CD5-0FC8-551A-D4C4-3ADE1A09B0B6}"/>
                </a:ext>
              </a:extLst>
            </p:cNvPr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110AF31-EC2F-79C3-AA43-6028894DA710}"/>
                </a:ext>
              </a:extLst>
            </p:cNvPr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A577C2B-70C6-D581-29D9-69E73A967E9C}"/>
                </a:ext>
              </a:extLst>
            </p:cNvPr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2323306-A007-327E-E179-AA681ED286ED}"/>
                </a:ext>
              </a:extLst>
            </p:cNvPr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9F8EB219-C9F5-2821-6BD9-FA8CEECBDED9}"/>
                </a:ext>
              </a:extLst>
            </p:cNvPr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29EEE4B-DBCD-7DB6-2B4E-96ECD49D01CD}"/>
                </a:ext>
              </a:extLst>
            </p:cNvPr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09821BB-510F-AB47-4D35-A7140F72084C}"/>
                </a:ext>
              </a:extLst>
            </p:cNvPr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B7BF877F-EEF1-6083-7835-0FB3C50D34B2}"/>
                </a:ext>
              </a:extLst>
            </p:cNvPr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F204007-C0CE-27B8-5AE4-8B3D361AF41B}"/>
                </a:ext>
              </a:extLst>
            </p:cNvPr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B78AA5B-1BF8-672D-4C71-20DC3CBF05ED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2923259-3B79-4F09-37EB-BA17CCAD7FFF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5C59115-6FC5-461F-9101-E50EBFC920AC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F5D377F-A954-7E43-869D-1D8BFA041FBD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7F5E381-B7AC-7D29-0F9D-5906269BFC8B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EF4119A0-4CD2-A675-92C3-C718CC5D3FB9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D4F02C61-06F2-58C4-5FDA-AD754A217CA9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429E236-3362-E229-CF57-ABD3070D9795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6BD398B8-98C0-A542-A0F6-DB098BEC73D2}"/>
                    </a:ext>
                  </a:extLst>
                </p:cNvPr>
                <p:cNvSpPr txBox="1"/>
                <p:nvPr/>
              </p:nvSpPr>
              <p:spPr>
                <a:xfrm>
                  <a:off x="2588208" y="3621678"/>
                  <a:ext cx="1051134" cy="565580"/>
                </a:xfrm>
                <a:prstGeom prst="rect">
                  <a:avLst/>
                </a:prstGeom>
                <a:solidFill>
                  <a:srgbClr val="CC99FF">
                    <a:alpha val="50196"/>
                  </a:srgbClr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6BD398B8-98C0-A542-A0F6-DB098BEC73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8208" y="3621678"/>
                  <a:ext cx="1051134" cy="56558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B86F4CA-B471-5347-1FD1-F14EB9A49AB2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66D62DB-977E-6682-C549-2DE3E9F233BB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C2378CF-3C66-1701-9FE3-71A99D25DB94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3CF884A-B4A4-787D-7840-BF67B8996FD3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1AC709D-EBF0-D3C0-01CF-0F969224CB5F}"/>
                </a:ext>
              </a:extLst>
            </p:cNvPr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E0159F0-2CAC-3368-C343-0F860D748A89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8A0971B-659F-657A-8CE6-30F31C427891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F360A053-ACB4-BB20-4DF5-DE21109106C9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6E9A6DF6-E506-573E-423C-A28250665507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47E38C5-DC2E-1A8E-54D5-95E4415F6854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067489D9-9168-4AEC-E48C-008463DAB085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067B5737-64C0-67D5-770E-E6369452B028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2CC70510-F166-C865-9371-56B833A1838C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3B699F3-21CC-0820-F3A9-57AF501D82D4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8A6F7EB8-06D2-98D6-4782-090CBEED4D18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88F9950D-EE5E-B9F6-7583-A26DC530A4CB}"/>
              </a:ext>
            </a:extLst>
          </p:cNvPr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EE07EF5F-57C4-CDCA-1131-963924CF5FF6}"/>
                  </a:ext>
                </a:extLst>
              </p:cNvPr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0638A173-F25F-AFEA-DCFB-BD031565058D}"/>
                  </a:ext>
                </a:extLst>
              </p:cNvPr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E95C86B2-B652-DD50-F8AB-D343CC766623}"/>
                  </a:ext>
                </a:extLst>
              </p:cNvPr>
              <p:cNvSpPr txBox="1"/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5EC0C4F-F17A-2734-D6C4-6809B9110F5E}"/>
                  </a:ext>
                </a:extLst>
              </p:cNvPr>
              <p:cNvSpPr txBox="1"/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49404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8D6C21A7-89A1-D414-6E0F-3E81FD3ADC00}"/>
                  </a:ext>
                </a:extLst>
              </p:cNvPr>
              <p:cNvSpPr txBox="1"/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EADC276-080C-7449-2473-FE534E138D0B}"/>
                  </a:ext>
                </a:extLst>
              </p:cNvPr>
              <p:cNvSpPr txBox="1"/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CF5EF38B-91A4-7E87-E7C8-FDFFD914DCC5}"/>
                  </a:ext>
                </a:extLst>
              </p:cNvPr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1C3CFCDF-2C1B-166E-B3D4-DA39BD7644EC}"/>
                  </a:ext>
                </a:extLst>
              </p:cNvPr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4">
            <a:extLst>
              <a:ext uri="{FF2B5EF4-FFF2-40B4-BE49-F238E27FC236}">
                <a16:creationId xmlns:a16="http://schemas.microsoft.com/office/drawing/2014/main" id="{10D3B2CC-705F-D70A-4A12-57B0642873DB}"/>
              </a:ext>
            </a:extLst>
          </p:cNvPr>
          <p:cNvSpPr/>
          <p:nvPr/>
        </p:nvSpPr>
        <p:spPr>
          <a:xfrm>
            <a:off x="6138563" y="3080616"/>
            <a:ext cx="2632842" cy="3026979"/>
          </a:xfrm>
          <a:custGeom>
            <a:avLst/>
            <a:gdLst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1686911 w 2632842"/>
              <a:gd name="connsiteY8" fmla="*/ 1466193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32842" h="3026979">
                <a:moveTo>
                  <a:pt x="0" y="1166648"/>
                </a:moveTo>
                <a:lnTo>
                  <a:pt x="141890" y="2017986"/>
                </a:lnTo>
                <a:lnTo>
                  <a:pt x="583324" y="2695904"/>
                </a:lnTo>
                <a:lnTo>
                  <a:pt x="1292773" y="2932386"/>
                </a:lnTo>
                <a:lnTo>
                  <a:pt x="2222938" y="3026979"/>
                </a:lnTo>
                <a:lnTo>
                  <a:pt x="2538249" y="2963917"/>
                </a:lnTo>
                <a:lnTo>
                  <a:pt x="2632842" y="2601311"/>
                </a:lnTo>
                <a:lnTo>
                  <a:pt x="1891862" y="1970690"/>
                </a:lnTo>
                <a:lnTo>
                  <a:pt x="1686911" y="1466193"/>
                </a:lnTo>
                <a:lnTo>
                  <a:pt x="1781504" y="993228"/>
                </a:lnTo>
                <a:lnTo>
                  <a:pt x="1954924" y="346842"/>
                </a:lnTo>
                <a:lnTo>
                  <a:pt x="1718442" y="0"/>
                </a:lnTo>
                <a:lnTo>
                  <a:pt x="1229711" y="63062"/>
                </a:lnTo>
                <a:lnTo>
                  <a:pt x="378373" y="630621"/>
                </a:lnTo>
                <a:lnTo>
                  <a:pt x="0" y="1166648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9EE158-F545-B223-0A0A-FDA3E5F8A020}"/>
              </a:ext>
            </a:extLst>
          </p:cNvPr>
          <p:cNvSpPr txBox="1"/>
          <p:nvPr/>
        </p:nvSpPr>
        <p:spPr>
          <a:xfrm>
            <a:off x="6553271" y="386968"/>
            <a:ext cx="4897289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What if we had a negative-weight edge?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0D21E-EFA3-0243-25B3-40C794257A60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74D8259-7ADD-2549-8DD5-DC8207A7D4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550237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C74D8259-7ADD-2549-8DD5-DC8207A7D4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550237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18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52872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39BC1-3877-A0B9-2A79-2FBBAB9A4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D45D8-2042-D5FE-8BAD-13E7660F7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47BDB-CC01-209D-0AD9-F4ACF1B08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23</a:t>
            </a:fld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E64559-B6A4-1C68-6217-A70EE451AD38}"/>
              </a:ext>
            </a:extLst>
          </p:cNvPr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81FBA64-3EB3-0876-F334-4BFBF49B6367}"/>
              </a:ext>
            </a:extLst>
          </p:cNvPr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4672FE4-78AF-DB1C-F7A9-8A5F46DBB931}"/>
                </a:ext>
              </a:extLst>
            </p:cNvPr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06A6613-E657-7438-A38B-C6DF39024A27}"/>
                </a:ext>
              </a:extLst>
            </p:cNvPr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AF0D1EAE-AAE6-67F0-2866-E904DE21274A}"/>
                </a:ext>
              </a:extLst>
            </p:cNvPr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B692E36-1E3D-27DE-132C-011EFE2B63F9}"/>
                </a:ext>
              </a:extLst>
            </p:cNvPr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6B551F2-78D0-D5A1-5CD3-65AE42E48EE6}"/>
                </a:ext>
              </a:extLst>
            </p:cNvPr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CDE9EC2-24AA-81C8-4E81-BA0B5BFAC344}"/>
                </a:ext>
              </a:extLst>
            </p:cNvPr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7C6C01F-6597-C127-B9E6-AB2E2D20146F}"/>
                </a:ext>
              </a:extLst>
            </p:cNvPr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8082606-B23E-4EFD-57DD-C6E210C8214B}"/>
                </a:ext>
              </a:extLst>
            </p:cNvPr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5A55D0A-E794-D8F9-2E84-132F9B5BF41B}"/>
                </a:ext>
              </a:extLst>
            </p:cNvPr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F295BB2-5A7E-2105-3ABE-FFCED730BD5E}"/>
                </a:ext>
              </a:extLst>
            </p:cNvPr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9306CC77-BE81-28AF-C162-C4F4284A4C00}"/>
                </a:ext>
              </a:extLst>
            </p:cNvPr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3CFF37F0-ADCC-59B1-F1E9-739AC3E486CF}"/>
                </a:ext>
              </a:extLst>
            </p:cNvPr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051FC9-4758-357F-58AF-8EE3CE423E65}"/>
                </a:ext>
              </a:extLst>
            </p:cNvPr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D34BEFB-8C15-C30F-A76E-649DB2D8DC6A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7D31C0F-FD50-C1BB-1E89-8B9B0C2C4322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0994771-3B36-8740-FB74-E11D4A408A60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299972D-DB58-A031-8C3F-12C911499255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E5B14B9-64DE-ED83-DB7E-152BED0F5A2F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DB9BE47-9B1F-B7A5-60E2-22FD3C810400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5791E9C-411F-A8D3-B453-E0BE3F981DAD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95B4CB8-F371-0AB7-5E6F-3F34A318B68A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CF207F9-9F30-CF48-C56E-1FD59D44BB02}"/>
                    </a:ext>
                  </a:extLst>
                </p:cNvPr>
                <p:cNvSpPr txBox="1"/>
                <p:nvPr/>
              </p:nvSpPr>
              <p:spPr>
                <a:xfrm>
                  <a:off x="2589114" y="3638194"/>
                  <a:ext cx="1051134" cy="565580"/>
                </a:xfrm>
                <a:prstGeom prst="rect">
                  <a:avLst/>
                </a:prstGeom>
                <a:solidFill>
                  <a:srgbClr val="CC99FF">
                    <a:alpha val="50196"/>
                  </a:srgbClr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CF207F9-9F30-CF48-C56E-1FD59D44BB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9114" y="3638194"/>
                  <a:ext cx="1051134" cy="56558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8AB05C9-E46C-4BEC-DE8F-8B14522DD1AA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E3F4BD9-B492-B6DF-CEBD-FFEDA3156331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18B3B82-4DFD-5FDC-F1CA-5BD612B2B357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A96A5F4-A861-6B1A-F7D0-4E2CC681650E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6282D63-8981-A1BF-23F3-B38723AEFDF4}"/>
                </a:ext>
              </a:extLst>
            </p:cNvPr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999FCA3-59F0-979F-F760-895862F0024A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F8806EE8-2543-EBC4-3F19-3958E579A014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FEA77836-7E3A-BD3A-F07F-122AB1712472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9B259E3B-A45A-0153-F162-F6A7E7F85CCE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5A90185B-0DFC-D799-4CFC-724ADDE48AD8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999F7A4-3F5E-626B-64ED-50F6A7D612CF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49B00AEF-091C-C2CD-F705-C0814DC81D94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04F5CDC-46B5-F52D-A93F-1AD7CF451D03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4E3F5497-C62C-8D94-E8A5-9D14D75459A3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0314616D-7046-798C-DA33-6EA291BBD504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78FD2D8A-A0C4-11D9-979E-ACE0D8B0908B}"/>
              </a:ext>
            </a:extLst>
          </p:cNvPr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C496082-92F1-BFEA-B8E6-7367A215694D}"/>
                  </a:ext>
                </a:extLst>
              </p:cNvPr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92571741-AA7C-6BB9-353E-73FECCD4C0D1}"/>
                  </a:ext>
                </a:extLst>
              </p:cNvPr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0B5C3AB-7412-7483-0E48-1EB24EDE9C6B}"/>
                  </a:ext>
                </a:extLst>
              </p:cNvPr>
              <p:cNvSpPr txBox="1"/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EAEACC80-3E1A-01C0-3EA2-FEC53818A9FC}"/>
                  </a:ext>
                </a:extLst>
              </p:cNvPr>
              <p:cNvSpPr txBox="1"/>
              <p:nvPr/>
            </p:nvSpPr>
            <p:spPr>
              <a:xfrm>
                <a:off x="8690379" y="325891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EAEACC80-3E1A-01C0-3EA2-FEC53818A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3658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4751C839-8CBA-C81F-C4A4-64CA10F54AE5}"/>
                  </a:ext>
                </a:extLst>
              </p:cNvPr>
              <p:cNvSpPr txBox="1"/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A2D4AEF7-1358-E518-F02E-B190D32BEA98}"/>
                  </a:ext>
                </a:extLst>
              </p:cNvPr>
              <p:cNvSpPr txBox="1"/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91D7C20-D5BF-4701-CAF2-67A0A6BFF8FD}"/>
                  </a:ext>
                </a:extLst>
              </p:cNvPr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5877C157-BBAB-E0FE-7870-CC2F5E9FA266}"/>
                  </a:ext>
                </a:extLst>
              </p:cNvPr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4">
            <a:extLst>
              <a:ext uri="{FF2B5EF4-FFF2-40B4-BE49-F238E27FC236}">
                <a16:creationId xmlns:a16="http://schemas.microsoft.com/office/drawing/2014/main" id="{14B28B9B-81DA-7A57-9030-1A13EFE12F97}"/>
              </a:ext>
            </a:extLst>
          </p:cNvPr>
          <p:cNvSpPr/>
          <p:nvPr/>
        </p:nvSpPr>
        <p:spPr>
          <a:xfrm>
            <a:off x="6138563" y="3080616"/>
            <a:ext cx="2632842" cy="3026979"/>
          </a:xfrm>
          <a:custGeom>
            <a:avLst/>
            <a:gdLst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1686911 w 2632842"/>
              <a:gd name="connsiteY8" fmla="*/ 1466193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2169050 w 2632842"/>
              <a:gd name="connsiteY8" fmla="*/ 1258375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2169050 w 2632842"/>
              <a:gd name="connsiteY8" fmla="*/ 1258375 h 3026979"/>
              <a:gd name="connsiteX9" fmla="*/ 2005948 w 2632842"/>
              <a:gd name="connsiteY9" fmla="*/ 951664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2548567 w 2632842"/>
              <a:gd name="connsiteY7" fmla="*/ 1912501 h 3026979"/>
              <a:gd name="connsiteX8" fmla="*/ 2169050 w 2632842"/>
              <a:gd name="connsiteY8" fmla="*/ 1258375 h 3026979"/>
              <a:gd name="connsiteX9" fmla="*/ 2005948 w 2632842"/>
              <a:gd name="connsiteY9" fmla="*/ 951664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32842" h="3026979">
                <a:moveTo>
                  <a:pt x="0" y="1166648"/>
                </a:moveTo>
                <a:lnTo>
                  <a:pt x="141890" y="2017986"/>
                </a:lnTo>
                <a:lnTo>
                  <a:pt x="583324" y="2695904"/>
                </a:lnTo>
                <a:lnTo>
                  <a:pt x="1292773" y="2932386"/>
                </a:lnTo>
                <a:lnTo>
                  <a:pt x="2222938" y="3026979"/>
                </a:lnTo>
                <a:lnTo>
                  <a:pt x="2538249" y="2963917"/>
                </a:lnTo>
                <a:lnTo>
                  <a:pt x="2632842" y="2601311"/>
                </a:lnTo>
                <a:lnTo>
                  <a:pt x="2548567" y="1912501"/>
                </a:lnTo>
                <a:lnTo>
                  <a:pt x="2169050" y="1258375"/>
                </a:lnTo>
                <a:lnTo>
                  <a:pt x="2005948" y="951664"/>
                </a:lnTo>
                <a:lnTo>
                  <a:pt x="1954924" y="346842"/>
                </a:lnTo>
                <a:lnTo>
                  <a:pt x="1718442" y="0"/>
                </a:lnTo>
                <a:lnTo>
                  <a:pt x="1229711" y="63062"/>
                </a:lnTo>
                <a:lnTo>
                  <a:pt x="378373" y="630621"/>
                </a:lnTo>
                <a:lnTo>
                  <a:pt x="0" y="1166648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B571E0-1815-BBA3-7175-C8E1140C402C}"/>
              </a:ext>
            </a:extLst>
          </p:cNvPr>
          <p:cNvSpPr txBox="1"/>
          <p:nvPr/>
        </p:nvSpPr>
        <p:spPr>
          <a:xfrm>
            <a:off x="6553271" y="386968"/>
            <a:ext cx="4897289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What if we had a negative-weight edge?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CC6F7-BBE2-B245-586F-4B010699B06D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92378B3-4855-B409-F5A5-1898352C7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106628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92378B3-4855-B409-F5A5-1898352C7D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1066288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B061FC3-713D-C50E-358B-A90845E9391B}"/>
                  </a:ext>
                </a:extLst>
              </p14:cNvPr>
              <p14:cNvContentPartPr/>
              <p14:nvPr/>
            </p14:nvContentPartPr>
            <p14:xfrm>
              <a:off x="7921080" y="3658680"/>
              <a:ext cx="1269360" cy="879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B061FC3-713D-C50E-358B-A90845E9391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11720" y="3649320"/>
                <a:ext cx="1288080" cy="89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581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7509B-A7A5-D37F-A6F1-E927CFA70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4872C-D798-FF74-E4E8-8A146166C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0F0ED-A5BC-ED94-F837-2FAE693BE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50A62E-18F5-2131-B9E6-0CD3ECCE7872}"/>
              </a:ext>
            </a:extLst>
          </p:cNvPr>
          <p:cNvSpPr txBox="1"/>
          <p:nvPr/>
        </p:nvSpPr>
        <p:spPr>
          <a:xfrm>
            <a:off x="1905001" y="114300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Start: 0</a:t>
            </a:r>
          </a:p>
          <a:p>
            <a:r>
              <a:rPr lang="en-US" sz="2800" dirty="0">
                <a:solidFill>
                  <a:srgbClr val="7030A0"/>
                </a:solidFill>
              </a:rPr>
              <a:t>End: 8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70862DA-97D7-B978-54EF-F2BAC55F241D}"/>
              </a:ext>
            </a:extLst>
          </p:cNvPr>
          <p:cNvGrpSpPr/>
          <p:nvPr/>
        </p:nvGrpSpPr>
        <p:grpSpPr>
          <a:xfrm>
            <a:off x="6324600" y="3367274"/>
            <a:ext cx="4600060" cy="2787240"/>
            <a:chOff x="0" y="2862182"/>
            <a:chExt cx="7044346" cy="4268266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E917015-8D8D-8F91-BF40-A1A65432E2FB}"/>
                </a:ext>
              </a:extLst>
            </p:cNvPr>
            <p:cNvCxnSpPr>
              <a:stCxn id="111" idx="7"/>
              <a:endCxn id="112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3A3D3F4-81C3-2232-B66F-B8DE46037D11}"/>
                </a:ext>
              </a:extLst>
            </p:cNvPr>
            <p:cNvCxnSpPr>
              <a:stCxn id="112" idx="6"/>
              <a:endCxn id="115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BBE16A1-B173-D3E8-131E-5F971960929F}"/>
                </a:ext>
              </a:extLst>
            </p:cNvPr>
            <p:cNvCxnSpPr>
              <a:stCxn id="111" idx="4"/>
              <a:endCxn id="113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53FD12E-05A7-AF69-90C2-2ED7783E8747}"/>
                </a:ext>
              </a:extLst>
            </p:cNvPr>
            <p:cNvCxnSpPr>
              <a:stCxn id="114" idx="3"/>
              <a:endCxn id="113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AC6E316-696F-2C61-7AAB-BA7278884447}"/>
                </a:ext>
              </a:extLst>
            </p:cNvPr>
            <p:cNvCxnSpPr>
              <a:stCxn id="116" idx="2"/>
              <a:endCxn id="113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8C248A8-1C65-3924-02CE-3BF3B55FD40A}"/>
                </a:ext>
              </a:extLst>
            </p:cNvPr>
            <p:cNvCxnSpPr>
              <a:stCxn id="114" idx="5"/>
              <a:endCxn id="116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8DEC080D-8FD0-269C-3273-F58E378C6A86}"/>
                </a:ext>
              </a:extLst>
            </p:cNvPr>
            <p:cNvCxnSpPr>
              <a:stCxn id="114" idx="7"/>
              <a:endCxn id="115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33F71B2-9345-8C91-A471-F6D579A534D5}"/>
                </a:ext>
              </a:extLst>
            </p:cNvPr>
            <p:cNvCxnSpPr>
              <a:stCxn id="116" idx="6"/>
              <a:endCxn id="117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8DACDC8-1A8F-506D-CA11-3BB6008C1583}"/>
                </a:ext>
              </a:extLst>
            </p:cNvPr>
            <p:cNvCxnSpPr>
              <a:stCxn id="117" idx="1"/>
              <a:endCxn id="115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29A2466-CE09-EA01-7898-8E3256B03912}"/>
                </a:ext>
              </a:extLst>
            </p:cNvPr>
            <p:cNvCxnSpPr>
              <a:stCxn id="119" idx="2"/>
              <a:endCxn id="115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5A12195-E72F-0E04-448C-7D99C114D921}"/>
                </a:ext>
              </a:extLst>
            </p:cNvPr>
            <p:cNvCxnSpPr>
              <a:stCxn id="117" idx="0"/>
              <a:endCxn id="119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3F53516-C9C8-A96B-5DF4-874BB8B6751B}"/>
                </a:ext>
              </a:extLst>
            </p:cNvPr>
            <p:cNvCxnSpPr>
              <a:stCxn id="118" idx="1"/>
              <a:endCxn id="119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715EB73-979F-60ED-2424-EF30D99EF4E7}"/>
                </a:ext>
              </a:extLst>
            </p:cNvPr>
            <p:cNvCxnSpPr>
              <a:stCxn id="118" idx="3"/>
              <a:endCxn id="117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AB35488-A2AC-496F-B95D-BBCEE5E5D718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FB531B8-6B49-2D87-C1E4-95B18E7E6295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68102F0-0143-1DCC-5881-9A85BF18B2A2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3A40414-89DD-FE55-0520-6F0376F0D191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33DE062-BB64-7BF7-A559-3396143E57BE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B2A108CE-F05A-BFC1-D35C-37C0D98D8556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ED40FB4-D34D-51D6-0E03-444625536F58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1C4B7ED-8C69-403A-E98E-E2E564087A4B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F5293F6D-543D-0FD4-282D-7CD03EBCF6F4}"/>
                    </a:ext>
                  </a:extLst>
                </p:cNvPr>
                <p:cNvSpPr txBox="1"/>
                <p:nvPr/>
              </p:nvSpPr>
              <p:spPr>
                <a:xfrm>
                  <a:off x="2589114" y="3638194"/>
                  <a:ext cx="1051134" cy="565580"/>
                </a:xfrm>
                <a:prstGeom prst="rect">
                  <a:avLst/>
                </a:prstGeom>
                <a:solidFill>
                  <a:srgbClr val="CC99FF">
                    <a:alpha val="50196"/>
                  </a:srgbClr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</m:oMath>
                    </m:oMathPara>
                  </a14:m>
                  <a:endParaRPr lang="en-US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F5293F6D-543D-0FD4-282D-7CD03EBCF6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9114" y="3638194"/>
                  <a:ext cx="1051134" cy="56558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02AAE0F-BE54-0EE6-B71D-B96C5AC90568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A296F102-081C-4A60-050D-FE2294076E26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7ACEA55-63F5-2631-F830-4DE03F6C9BC4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A171A41-B8DA-3B7E-3654-973469E6A8C6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69B3696B-7BE3-20A3-A1CE-F00E2F93279D}"/>
                </a:ext>
              </a:extLst>
            </p:cNvPr>
            <p:cNvCxnSpPr>
              <a:stCxn id="112" idx="4"/>
              <a:endCxn id="113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E2D629F-099A-C1ED-F808-33434EFFFFE3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F8AA0175-14A8-1F94-CF31-A2A71801F5F4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5922E9A-FED7-77C7-EB13-ED771DFCF9A3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64E08466-A355-4B4C-F235-7E75082440A3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B6CC5A4-1A4C-B7DF-01A6-34B1B9893E92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E4B90B39-AE2B-250E-5725-E5E784ABB5B4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4F4D7F86-F159-61C3-75E3-8CED518B52DE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6810E05-9FC7-7C1B-11DC-D60F92A4C897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ED028A64-C5C5-7105-75B0-FF5DC0E7166B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3648CC2D-E7C5-66F6-04D1-57F07FDAEAC9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1F869D36-F53F-A383-2ED3-CD4E496F5382}"/>
              </a:ext>
            </a:extLst>
          </p:cNvPr>
          <p:cNvSpPr txBox="1"/>
          <p:nvPr/>
        </p:nvSpPr>
        <p:spPr>
          <a:xfrm>
            <a:off x="6308046" y="38685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933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5F01EBBA-7C2D-52CE-B4DA-6F3E7356AF8F}"/>
                  </a:ext>
                </a:extLst>
              </p:cNvPr>
              <p:cNvSpPr txBox="1"/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03" y="3183900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A9A87128-7A7B-9024-2B6A-A948730D622A}"/>
                  </a:ext>
                </a:extLst>
              </p:cNvPr>
              <p:cNvSpPr txBox="1"/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46" y="5245034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8996895-9BC9-8B8B-E940-DA7856A79036}"/>
                  </a:ext>
                </a:extLst>
              </p:cNvPr>
              <p:cNvSpPr txBox="1"/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2" y="4174954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D513E71-6F16-7993-4533-C2045B4DAFFF}"/>
                  </a:ext>
                </a:extLst>
              </p:cNvPr>
              <p:cNvSpPr txBox="1"/>
              <p:nvPr/>
            </p:nvSpPr>
            <p:spPr>
              <a:xfrm>
                <a:off x="8690379" y="3258914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D513E71-6F16-7993-4533-C2045B4DA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379" y="3258914"/>
                <a:ext cx="3658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EF3C3BA9-66F2-E22F-ACC0-CF7C3F0F0E27}"/>
                  </a:ext>
                </a:extLst>
              </p:cNvPr>
              <p:cNvSpPr txBox="1"/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5" name="TextBox 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936" y="5429700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3E2F4ED6-3FF5-4030-E8C8-F12D5F0A6CAA}"/>
                  </a:ext>
                </a:extLst>
              </p:cNvPr>
              <p:cNvSpPr txBox="1"/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9933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653" y="5414270"/>
                <a:ext cx="49404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E3285C8C-5797-C641-017F-C0AA59451EE3}"/>
                  </a:ext>
                </a:extLst>
              </p:cNvPr>
              <p:cNvSpPr txBox="1"/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095" y="3628246"/>
                <a:ext cx="4331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143AFC96-C2CB-1868-2951-A5A8000759A3}"/>
                  </a:ext>
                </a:extLst>
              </p:cNvPr>
              <p:cNvSpPr txBox="1"/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9933"/>
                          </a:solidFill>
                          <a:latin typeface="Cambria Math"/>
                        </a:rPr>
                        <m:t>∞</m:t>
                      </m:r>
                    </m:oMath>
                  </m:oMathPara>
                </a14:m>
                <a:endParaRPr lang="en-US" dirty="0">
                  <a:solidFill>
                    <a:srgbClr val="FF9933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914" y="4301993"/>
                <a:ext cx="43313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4">
            <a:extLst>
              <a:ext uri="{FF2B5EF4-FFF2-40B4-BE49-F238E27FC236}">
                <a16:creationId xmlns:a16="http://schemas.microsoft.com/office/drawing/2014/main" id="{58E5DFA0-C879-E971-1AF8-D52463E58797}"/>
              </a:ext>
            </a:extLst>
          </p:cNvPr>
          <p:cNvSpPr/>
          <p:nvPr/>
        </p:nvSpPr>
        <p:spPr>
          <a:xfrm>
            <a:off x="6138563" y="3080616"/>
            <a:ext cx="3212758" cy="3026979"/>
          </a:xfrm>
          <a:custGeom>
            <a:avLst/>
            <a:gdLst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1686911 w 2632842"/>
              <a:gd name="connsiteY8" fmla="*/ 1466193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2169050 w 2632842"/>
              <a:gd name="connsiteY8" fmla="*/ 1258375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2169050 w 2632842"/>
              <a:gd name="connsiteY8" fmla="*/ 1258375 h 3026979"/>
              <a:gd name="connsiteX9" fmla="*/ 2005948 w 2632842"/>
              <a:gd name="connsiteY9" fmla="*/ 951664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2548567 w 2632842"/>
              <a:gd name="connsiteY7" fmla="*/ 1912501 h 3026979"/>
              <a:gd name="connsiteX8" fmla="*/ 2169050 w 2632842"/>
              <a:gd name="connsiteY8" fmla="*/ 1258375 h 3026979"/>
              <a:gd name="connsiteX9" fmla="*/ 2005948 w 2632842"/>
              <a:gd name="connsiteY9" fmla="*/ 951664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  <a:gd name="csX0" fmla="*/ 0 w 3332831"/>
              <a:gd name="csY0" fmla="*/ 1166648 h 3026979"/>
              <a:gd name="csX1" fmla="*/ 141890 w 3332831"/>
              <a:gd name="csY1" fmla="*/ 2017986 h 3026979"/>
              <a:gd name="csX2" fmla="*/ 583324 w 3332831"/>
              <a:gd name="csY2" fmla="*/ 2695904 h 3026979"/>
              <a:gd name="csX3" fmla="*/ 1292773 w 3332831"/>
              <a:gd name="csY3" fmla="*/ 2932386 h 3026979"/>
              <a:gd name="csX4" fmla="*/ 2222938 w 3332831"/>
              <a:gd name="csY4" fmla="*/ 3026979 h 3026979"/>
              <a:gd name="csX5" fmla="*/ 2538249 w 3332831"/>
              <a:gd name="csY5" fmla="*/ 2963917 h 3026979"/>
              <a:gd name="csX6" fmla="*/ 2632842 w 3332831"/>
              <a:gd name="csY6" fmla="*/ 2601311 h 3026979"/>
              <a:gd name="csX7" fmla="*/ 2548567 w 3332831"/>
              <a:gd name="csY7" fmla="*/ 1912501 h 3026979"/>
              <a:gd name="csX8" fmla="*/ 3332831 w 3332831"/>
              <a:gd name="csY8" fmla="*/ 602593 h 3026979"/>
              <a:gd name="csX9" fmla="*/ 2005948 w 3332831"/>
              <a:gd name="csY9" fmla="*/ 951664 h 3026979"/>
              <a:gd name="csX10" fmla="*/ 1954924 w 3332831"/>
              <a:gd name="csY10" fmla="*/ 346842 h 3026979"/>
              <a:gd name="csX11" fmla="*/ 1718442 w 3332831"/>
              <a:gd name="csY11" fmla="*/ 0 h 3026979"/>
              <a:gd name="csX12" fmla="*/ 1229711 w 3332831"/>
              <a:gd name="csY12" fmla="*/ 63062 h 3026979"/>
              <a:gd name="csX13" fmla="*/ 378373 w 3332831"/>
              <a:gd name="csY13" fmla="*/ 630621 h 3026979"/>
              <a:gd name="csX14" fmla="*/ 0 w 3332831"/>
              <a:gd name="csY14" fmla="*/ 1166648 h 3026979"/>
              <a:gd name="csX0" fmla="*/ 0 w 3332831"/>
              <a:gd name="csY0" fmla="*/ 1166648 h 3026979"/>
              <a:gd name="csX1" fmla="*/ 141890 w 3332831"/>
              <a:gd name="csY1" fmla="*/ 2017986 h 3026979"/>
              <a:gd name="csX2" fmla="*/ 583324 w 3332831"/>
              <a:gd name="csY2" fmla="*/ 2695904 h 3026979"/>
              <a:gd name="csX3" fmla="*/ 1292773 w 3332831"/>
              <a:gd name="csY3" fmla="*/ 2932386 h 3026979"/>
              <a:gd name="csX4" fmla="*/ 2222938 w 3332831"/>
              <a:gd name="csY4" fmla="*/ 3026979 h 3026979"/>
              <a:gd name="csX5" fmla="*/ 2538249 w 3332831"/>
              <a:gd name="csY5" fmla="*/ 2963917 h 3026979"/>
              <a:gd name="csX6" fmla="*/ 2632842 w 3332831"/>
              <a:gd name="csY6" fmla="*/ 2601311 h 3026979"/>
              <a:gd name="csX7" fmla="*/ 2807185 w 3332831"/>
              <a:gd name="csY7" fmla="*/ 1930974 h 3026979"/>
              <a:gd name="csX8" fmla="*/ 3332831 w 3332831"/>
              <a:gd name="csY8" fmla="*/ 602593 h 3026979"/>
              <a:gd name="csX9" fmla="*/ 2005948 w 3332831"/>
              <a:gd name="csY9" fmla="*/ 951664 h 3026979"/>
              <a:gd name="csX10" fmla="*/ 1954924 w 3332831"/>
              <a:gd name="csY10" fmla="*/ 346842 h 3026979"/>
              <a:gd name="csX11" fmla="*/ 1718442 w 3332831"/>
              <a:gd name="csY11" fmla="*/ 0 h 3026979"/>
              <a:gd name="csX12" fmla="*/ 1229711 w 3332831"/>
              <a:gd name="csY12" fmla="*/ 63062 h 3026979"/>
              <a:gd name="csX13" fmla="*/ 378373 w 3332831"/>
              <a:gd name="csY13" fmla="*/ 630621 h 3026979"/>
              <a:gd name="csX14" fmla="*/ 0 w 3332831"/>
              <a:gd name="csY14" fmla="*/ 1166648 h 3026979"/>
              <a:gd name="csX0" fmla="*/ 0 w 3332831"/>
              <a:gd name="csY0" fmla="*/ 1166648 h 3026979"/>
              <a:gd name="csX1" fmla="*/ 141890 w 3332831"/>
              <a:gd name="csY1" fmla="*/ 2017986 h 3026979"/>
              <a:gd name="csX2" fmla="*/ 583324 w 3332831"/>
              <a:gd name="csY2" fmla="*/ 2695904 h 3026979"/>
              <a:gd name="csX3" fmla="*/ 1292773 w 3332831"/>
              <a:gd name="csY3" fmla="*/ 2932386 h 3026979"/>
              <a:gd name="csX4" fmla="*/ 2222938 w 3332831"/>
              <a:gd name="csY4" fmla="*/ 3026979 h 3026979"/>
              <a:gd name="csX5" fmla="*/ 2538249 w 3332831"/>
              <a:gd name="csY5" fmla="*/ 2963917 h 3026979"/>
              <a:gd name="csX6" fmla="*/ 2632842 w 3332831"/>
              <a:gd name="csY6" fmla="*/ 2601311 h 3026979"/>
              <a:gd name="csX7" fmla="*/ 2807185 w 3332831"/>
              <a:gd name="csY7" fmla="*/ 1930974 h 3026979"/>
              <a:gd name="csX8" fmla="*/ 3332831 w 3332831"/>
              <a:gd name="csY8" fmla="*/ 602593 h 3026979"/>
              <a:gd name="csX9" fmla="*/ 2680203 w 3332831"/>
              <a:gd name="csY9" fmla="*/ 111155 h 3026979"/>
              <a:gd name="csX10" fmla="*/ 1954924 w 3332831"/>
              <a:gd name="csY10" fmla="*/ 346842 h 3026979"/>
              <a:gd name="csX11" fmla="*/ 1718442 w 3332831"/>
              <a:gd name="csY11" fmla="*/ 0 h 3026979"/>
              <a:gd name="csX12" fmla="*/ 1229711 w 3332831"/>
              <a:gd name="csY12" fmla="*/ 63062 h 3026979"/>
              <a:gd name="csX13" fmla="*/ 378373 w 3332831"/>
              <a:gd name="csY13" fmla="*/ 630621 h 3026979"/>
              <a:gd name="csX14" fmla="*/ 0 w 3332831"/>
              <a:gd name="csY14" fmla="*/ 1166648 h 3026979"/>
              <a:gd name="csX0" fmla="*/ 0 w 3332831"/>
              <a:gd name="csY0" fmla="*/ 1166648 h 3026979"/>
              <a:gd name="csX1" fmla="*/ 141890 w 3332831"/>
              <a:gd name="csY1" fmla="*/ 2017986 h 3026979"/>
              <a:gd name="csX2" fmla="*/ 583324 w 3332831"/>
              <a:gd name="csY2" fmla="*/ 2695904 h 3026979"/>
              <a:gd name="csX3" fmla="*/ 1292773 w 3332831"/>
              <a:gd name="csY3" fmla="*/ 2932386 h 3026979"/>
              <a:gd name="csX4" fmla="*/ 2222938 w 3332831"/>
              <a:gd name="csY4" fmla="*/ 3026979 h 3026979"/>
              <a:gd name="csX5" fmla="*/ 2538249 w 3332831"/>
              <a:gd name="csY5" fmla="*/ 2963917 h 3026979"/>
              <a:gd name="csX6" fmla="*/ 2632842 w 3332831"/>
              <a:gd name="csY6" fmla="*/ 2601311 h 3026979"/>
              <a:gd name="csX7" fmla="*/ 2807185 w 3332831"/>
              <a:gd name="csY7" fmla="*/ 1930974 h 3026979"/>
              <a:gd name="csX8" fmla="*/ 3332831 w 3332831"/>
              <a:gd name="csY8" fmla="*/ 602593 h 3026979"/>
              <a:gd name="csX9" fmla="*/ 2680203 w 3332831"/>
              <a:gd name="csY9" fmla="*/ 111155 h 3026979"/>
              <a:gd name="csX10" fmla="*/ 2056524 w 3332831"/>
              <a:gd name="csY10" fmla="*/ 32806 h 3026979"/>
              <a:gd name="csX11" fmla="*/ 1718442 w 3332831"/>
              <a:gd name="csY11" fmla="*/ 0 h 3026979"/>
              <a:gd name="csX12" fmla="*/ 1229711 w 3332831"/>
              <a:gd name="csY12" fmla="*/ 63062 h 3026979"/>
              <a:gd name="csX13" fmla="*/ 378373 w 3332831"/>
              <a:gd name="csY13" fmla="*/ 630621 h 3026979"/>
              <a:gd name="csX14" fmla="*/ 0 w 3332831"/>
              <a:gd name="csY14" fmla="*/ 1166648 h 3026979"/>
              <a:gd name="csX0" fmla="*/ 0 w 3212758"/>
              <a:gd name="csY0" fmla="*/ 1166648 h 3026979"/>
              <a:gd name="csX1" fmla="*/ 141890 w 3212758"/>
              <a:gd name="csY1" fmla="*/ 2017986 h 3026979"/>
              <a:gd name="csX2" fmla="*/ 583324 w 3212758"/>
              <a:gd name="csY2" fmla="*/ 2695904 h 3026979"/>
              <a:gd name="csX3" fmla="*/ 1292773 w 3212758"/>
              <a:gd name="csY3" fmla="*/ 2932386 h 3026979"/>
              <a:gd name="csX4" fmla="*/ 2222938 w 3212758"/>
              <a:gd name="csY4" fmla="*/ 3026979 h 3026979"/>
              <a:gd name="csX5" fmla="*/ 2538249 w 3212758"/>
              <a:gd name="csY5" fmla="*/ 2963917 h 3026979"/>
              <a:gd name="csX6" fmla="*/ 2632842 w 3212758"/>
              <a:gd name="csY6" fmla="*/ 2601311 h 3026979"/>
              <a:gd name="csX7" fmla="*/ 2807185 w 3212758"/>
              <a:gd name="csY7" fmla="*/ 1930974 h 3026979"/>
              <a:gd name="csX8" fmla="*/ 3212758 w 3212758"/>
              <a:gd name="csY8" fmla="*/ 611830 h 3026979"/>
              <a:gd name="csX9" fmla="*/ 2680203 w 3212758"/>
              <a:gd name="csY9" fmla="*/ 111155 h 3026979"/>
              <a:gd name="csX10" fmla="*/ 2056524 w 3212758"/>
              <a:gd name="csY10" fmla="*/ 32806 h 3026979"/>
              <a:gd name="csX11" fmla="*/ 1718442 w 3212758"/>
              <a:gd name="csY11" fmla="*/ 0 h 3026979"/>
              <a:gd name="csX12" fmla="*/ 1229711 w 3212758"/>
              <a:gd name="csY12" fmla="*/ 63062 h 3026979"/>
              <a:gd name="csX13" fmla="*/ 378373 w 3212758"/>
              <a:gd name="csY13" fmla="*/ 630621 h 3026979"/>
              <a:gd name="csX14" fmla="*/ 0 w 3212758"/>
              <a:gd name="csY14" fmla="*/ 1166648 h 3026979"/>
              <a:gd name="csX0" fmla="*/ 0 w 3212758"/>
              <a:gd name="csY0" fmla="*/ 1166648 h 3026979"/>
              <a:gd name="csX1" fmla="*/ 141890 w 3212758"/>
              <a:gd name="csY1" fmla="*/ 2017986 h 3026979"/>
              <a:gd name="csX2" fmla="*/ 583324 w 3212758"/>
              <a:gd name="csY2" fmla="*/ 2695904 h 3026979"/>
              <a:gd name="csX3" fmla="*/ 1292773 w 3212758"/>
              <a:gd name="csY3" fmla="*/ 2932386 h 3026979"/>
              <a:gd name="csX4" fmla="*/ 2222938 w 3212758"/>
              <a:gd name="csY4" fmla="*/ 3026979 h 3026979"/>
              <a:gd name="csX5" fmla="*/ 2538249 w 3212758"/>
              <a:gd name="csY5" fmla="*/ 2963917 h 3026979"/>
              <a:gd name="csX6" fmla="*/ 2632842 w 3212758"/>
              <a:gd name="csY6" fmla="*/ 2601311 h 3026979"/>
              <a:gd name="csX7" fmla="*/ 2807185 w 3212758"/>
              <a:gd name="csY7" fmla="*/ 1930974 h 3026979"/>
              <a:gd name="csX8" fmla="*/ 3212758 w 3212758"/>
              <a:gd name="csY8" fmla="*/ 611830 h 3026979"/>
              <a:gd name="csX9" fmla="*/ 2680203 w 3212758"/>
              <a:gd name="csY9" fmla="*/ 111155 h 3026979"/>
              <a:gd name="csX10" fmla="*/ 2056524 w 3212758"/>
              <a:gd name="csY10" fmla="*/ 32806 h 3026979"/>
              <a:gd name="csX11" fmla="*/ 1718442 w 3212758"/>
              <a:gd name="csY11" fmla="*/ 0 h 3026979"/>
              <a:gd name="csX12" fmla="*/ 1229711 w 3212758"/>
              <a:gd name="csY12" fmla="*/ 63062 h 3026979"/>
              <a:gd name="csX13" fmla="*/ 378373 w 3212758"/>
              <a:gd name="csY13" fmla="*/ 630621 h 3026979"/>
              <a:gd name="csX14" fmla="*/ 0 w 3212758"/>
              <a:gd name="csY14" fmla="*/ 1166648 h 30269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212758" h="3026979">
                <a:moveTo>
                  <a:pt x="0" y="1166648"/>
                </a:moveTo>
                <a:lnTo>
                  <a:pt x="141890" y="2017986"/>
                </a:lnTo>
                <a:lnTo>
                  <a:pt x="583324" y="2695904"/>
                </a:lnTo>
                <a:lnTo>
                  <a:pt x="1292773" y="2932386"/>
                </a:lnTo>
                <a:lnTo>
                  <a:pt x="2222938" y="3026979"/>
                </a:lnTo>
                <a:lnTo>
                  <a:pt x="2538249" y="2963917"/>
                </a:lnTo>
                <a:lnTo>
                  <a:pt x="2632842" y="2601311"/>
                </a:lnTo>
                <a:lnTo>
                  <a:pt x="2807185" y="1930974"/>
                </a:lnTo>
                <a:lnTo>
                  <a:pt x="3212758" y="611830"/>
                </a:lnTo>
                <a:cubicBezTo>
                  <a:pt x="3035240" y="287920"/>
                  <a:pt x="2857721" y="278047"/>
                  <a:pt x="2680203" y="111155"/>
                </a:cubicBezTo>
                <a:lnTo>
                  <a:pt x="2056524" y="32806"/>
                </a:lnTo>
                <a:lnTo>
                  <a:pt x="1718442" y="0"/>
                </a:lnTo>
                <a:lnTo>
                  <a:pt x="1229711" y="63062"/>
                </a:lnTo>
                <a:lnTo>
                  <a:pt x="378373" y="630621"/>
                </a:lnTo>
                <a:lnTo>
                  <a:pt x="0" y="1166648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DB12FB-7A0D-DA40-4823-7D2ADEAF4538}"/>
              </a:ext>
            </a:extLst>
          </p:cNvPr>
          <p:cNvSpPr txBox="1"/>
          <p:nvPr/>
        </p:nvSpPr>
        <p:spPr>
          <a:xfrm>
            <a:off x="6553271" y="386968"/>
            <a:ext cx="4897289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What if we had a negative-weight edge?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DED5B1-B96A-0C73-F654-EDDB2D51A333}"/>
              </a:ext>
            </a:extLst>
          </p:cNvPr>
          <p:cNvSpPr txBox="1"/>
          <p:nvPr/>
        </p:nvSpPr>
        <p:spPr>
          <a:xfrm>
            <a:off x="4327672" y="3213095"/>
            <a:ext cx="224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There’s a better path!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60D77-CDE9-9ED5-3B2A-DECB9CBE2D18}"/>
              </a:ext>
            </a:extLst>
          </p:cNvPr>
          <p:cNvSpPr txBox="1"/>
          <p:nvPr/>
        </p:nvSpPr>
        <p:spPr>
          <a:xfrm>
            <a:off x="6310747" y="1770584"/>
            <a:ext cx="5265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Extract a node from priority queue (making it “done”)</a:t>
            </a:r>
          </a:p>
          <a:p>
            <a:r>
              <a:rPr lang="en-US" dirty="0">
                <a:solidFill>
                  <a:srgbClr val="FF0000"/>
                </a:solidFill>
              </a:rPr>
              <a:t>Mark extracted node as seen</a:t>
            </a:r>
          </a:p>
          <a:p>
            <a:r>
              <a:rPr lang="en-US" dirty="0">
                <a:solidFill>
                  <a:srgbClr val="FF0000"/>
                </a:solidFill>
              </a:rPr>
              <a:t>for each not-done neighbor:</a:t>
            </a:r>
          </a:p>
          <a:p>
            <a:r>
              <a:rPr lang="en-US" dirty="0">
                <a:solidFill>
                  <a:srgbClr val="FF0000"/>
                </a:solidFill>
              </a:rPr>
              <a:t>        Update its distance if we found a better path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8360AB3-F95D-73ED-ECDB-2ED76BCDD2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4117319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8360AB3-F95D-73ED-ECDB-2ED76BCDD2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4117319"/>
                  </p:ext>
                </p:extLst>
              </p:nvPr>
            </p:nvGraphicFramePr>
            <p:xfrm>
              <a:off x="615785" y="2468563"/>
              <a:ext cx="3743780" cy="370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670">
                      <a:extLst>
                        <a:ext uri="{9D8B030D-6E8A-4147-A177-3AD203B41FA5}">
                          <a16:colId xmlns:a16="http://schemas.microsoft.com/office/drawing/2014/main" val="4187985009"/>
                        </a:ext>
                      </a:extLst>
                    </a:gridCol>
                    <a:gridCol w="794327">
                      <a:extLst>
                        <a:ext uri="{9D8B030D-6E8A-4147-A177-3AD203B41FA5}">
                          <a16:colId xmlns:a16="http://schemas.microsoft.com/office/drawing/2014/main" val="467685999"/>
                        </a:ext>
                      </a:extLst>
                    </a:gridCol>
                    <a:gridCol w="877454">
                      <a:extLst>
                        <a:ext uri="{9D8B030D-6E8A-4147-A177-3AD203B41FA5}">
                          <a16:colId xmlns:a16="http://schemas.microsoft.com/office/drawing/2014/main" val="556530481"/>
                        </a:ext>
                      </a:extLst>
                    </a:gridCol>
                    <a:gridCol w="1302329">
                      <a:extLst>
                        <a:ext uri="{9D8B030D-6E8A-4147-A177-3AD203B41FA5}">
                          <a16:colId xmlns:a16="http://schemas.microsoft.com/office/drawing/2014/main" val="11922970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Node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Seen?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Done?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Distance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58458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5807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83135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2695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4497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5804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3889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5092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808197" r="-186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1405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solidFill>
                          <a:srgbClr val="99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88318" t="-908197" r="-186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673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8C09EC-E200-40AB-52A9-81EB85D7EAC9}"/>
                  </a:ext>
                </a:extLst>
              </p14:cNvPr>
              <p14:cNvContentPartPr/>
              <p14:nvPr/>
            </p14:nvContentPartPr>
            <p14:xfrm>
              <a:off x="2974320" y="3034080"/>
              <a:ext cx="6216120" cy="2611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8C09EC-E200-40AB-52A9-81EB85D7EAC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64960" y="3024720"/>
                <a:ext cx="6234840" cy="263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6621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0" y="0"/>
            <a:ext cx="5486400" cy="1143000"/>
          </a:xfrm>
        </p:spPr>
        <p:txBody>
          <a:bodyPr>
            <a:normAutofit/>
          </a:bodyPr>
          <a:lstStyle/>
          <a:p>
            <a:r>
              <a:rPr lang="en-US" dirty="0"/>
              <a:t>Dijkstra’s Algorithm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146009" y="33055"/>
                <a:ext cx="11292188" cy="6824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750" dirty="0"/>
                  <a:t>int </a:t>
                </a:r>
                <a:r>
                  <a:rPr lang="en-US" sz="1750" dirty="0" err="1"/>
                  <a:t>dijkstras</a:t>
                </a:r>
                <a:r>
                  <a:rPr lang="en-US" sz="1750" dirty="0"/>
                  <a:t>(graph, start, end){</a:t>
                </a:r>
              </a:p>
              <a:p>
                <a:r>
                  <a:rPr lang="en-US" sz="1750" dirty="0"/>
                  <a:t>	distances = [</a:t>
                </a:r>
                <a14:m>
                  <m:oMath xmlns:m="http://schemas.openxmlformats.org/officeDocument/2006/math">
                    <m:r>
                      <a:rPr lang="en-US" sz="1750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1750" dirty="0"/>
                  <a:t>, </a:t>
                </a:r>
                <a14:m>
                  <m:oMath xmlns:m="http://schemas.openxmlformats.org/officeDocument/2006/math">
                    <m:r>
                      <a:rPr lang="en-US" sz="1750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1750" dirty="0"/>
                  <a:t>, </a:t>
                </a:r>
                <a14:m>
                  <m:oMath xmlns:m="http://schemas.openxmlformats.org/officeDocument/2006/math">
                    <m:r>
                      <a:rPr lang="en-US" sz="1750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1750" dirty="0"/>
                  <a:t>,…];  // one index per node</a:t>
                </a:r>
              </a:p>
              <a:p>
                <a:r>
                  <a:rPr lang="en-US" sz="1750" dirty="0"/>
                  <a:t>	seen = [</a:t>
                </a:r>
                <a:r>
                  <a:rPr lang="en-US" sz="1750" dirty="0" err="1"/>
                  <a:t>False,False,False</a:t>
                </a:r>
                <a:r>
                  <a:rPr lang="en-US" sz="1750" dirty="0"/>
                  <a:t>,…];  // one index per node</a:t>
                </a:r>
              </a:p>
              <a:p>
                <a:r>
                  <a:rPr lang="en-US" sz="1750" dirty="0"/>
                  <a:t>	done = [</a:t>
                </a:r>
                <a:r>
                  <a:rPr lang="en-US" sz="1750" dirty="0" err="1"/>
                  <a:t>False,False,False</a:t>
                </a:r>
                <a:r>
                  <a:rPr lang="en-US" sz="1750" dirty="0"/>
                  <a:t>,…];  // one index per node</a:t>
                </a:r>
              </a:p>
              <a:p>
                <a:r>
                  <a:rPr lang="en-US" sz="1750" dirty="0"/>
                  <a:t>	PQ = new </a:t>
                </a:r>
                <a:r>
                  <a:rPr lang="en-US" sz="1750" dirty="0" err="1"/>
                  <a:t>MinHeap</a:t>
                </a:r>
                <a:r>
                  <a:rPr lang="en-US" sz="1750" dirty="0"/>
                  <a:t>();</a:t>
                </a:r>
              </a:p>
              <a:p>
                <a:r>
                  <a:rPr lang="en-US" sz="1750" dirty="0"/>
                  <a:t>	</a:t>
                </a:r>
                <a:r>
                  <a:rPr lang="en-US" sz="1750" dirty="0" err="1"/>
                  <a:t>PQ.insert</a:t>
                </a:r>
                <a:r>
                  <a:rPr lang="en-US" sz="1750" dirty="0"/>
                  <a:t>(0, start);  // priority=0, value=start</a:t>
                </a:r>
              </a:p>
              <a:p>
                <a:r>
                  <a:rPr lang="en-US" sz="1750" dirty="0"/>
                  <a:t>	distances[start] = 0;</a:t>
                </a:r>
              </a:p>
              <a:p>
                <a:r>
                  <a:rPr lang="en-US" sz="1750" dirty="0"/>
                  <a:t>	while (!</a:t>
                </a:r>
                <a:r>
                  <a:rPr lang="en-US" sz="1750" dirty="0" err="1"/>
                  <a:t>PQ.isEmpty</a:t>
                </a:r>
                <a:r>
                  <a:rPr lang="en-US" sz="1750" dirty="0"/>
                  <a:t>){</a:t>
                </a:r>
              </a:p>
              <a:p>
                <a:r>
                  <a:rPr lang="en-US" sz="1750" dirty="0"/>
                  <a:t>		current = </a:t>
                </a:r>
                <a:r>
                  <a:rPr lang="en-US" sz="1750" dirty="0" err="1"/>
                  <a:t>PQ.extract</a:t>
                </a:r>
                <a:r>
                  <a:rPr lang="en-US" sz="1750" dirty="0"/>
                  <a:t>();</a:t>
                </a:r>
              </a:p>
              <a:p>
                <a:r>
                  <a:rPr lang="en-US" sz="1750" dirty="0"/>
                  <a:t>		done[current] = True;</a:t>
                </a:r>
              </a:p>
              <a:p>
                <a:r>
                  <a:rPr lang="en-US" sz="1750" dirty="0"/>
                  <a:t>		for (neighbor : </a:t>
                </a:r>
                <a:r>
                  <a:rPr lang="en-US" sz="1750" dirty="0" err="1"/>
                  <a:t>current.neighbors</a:t>
                </a:r>
                <a:r>
                  <a:rPr lang="en-US" sz="1750" dirty="0"/>
                  <a:t>){</a:t>
                </a:r>
              </a:p>
              <a:p>
                <a:r>
                  <a:rPr lang="en-US" sz="1750" dirty="0"/>
                  <a:t>			</a:t>
                </a:r>
                <a:r>
                  <a:rPr lang="en-US" sz="1750" dirty="0" err="1"/>
                  <a:t>new_dist</a:t>
                </a:r>
                <a:r>
                  <a:rPr lang="en-US" sz="1750" dirty="0"/>
                  <a:t> = distances[current]+weight(</a:t>
                </a:r>
                <a:r>
                  <a:rPr lang="en-US" sz="1750" dirty="0" err="1"/>
                  <a:t>current,neighbor</a:t>
                </a:r>
                <a:r>
                  <a:rPr lang="en-US" sz="1750" dirty="0"/>
                  <a:t>);</a:t>
                </a:r>
              </a:p>
              <a:p>
                <a:r>
                  <a:rPr lang="en-US" sz="1750" dirty="0"/>
                  <a:t>			if (! seen[neighbor]){</a:t>
                </a:r>
              </a:p>
              <a:p>
                <a:r>
                  <a:rPr lang="en-US" sz="1750" dirty="0"/>
                  <a:t>				seen[neighbor] = True;</a:t>
                </a:r>
              </a:p>
              <a:p>
                <a:r>
                  <a:rPr lang="en-US" sz="1750" dirty="0"/>
                  <a:t>				distances[neighbor] = </a:t>
                </a:r>
                <a:r>
                  <a:rPr lang="en-US" sz="1750" dirty="0" err="1"/>
                  <a:t>new_dist</a:t>
                </a:r>
                <a:r>
                  <a:rPr lang="en-US" sz="1750" dirty="0"/>
                  <a:t>;</a:t>
                </a:r>
              </a:p>
              <a:p>
                <a:r>
                  <a:rPr lang="en-US" sz="1750" dirty="0"/>
                  <a:t>				</a:t>
                </a:r>
                <a:r>
                  <a:rPr lang="en-US" sz="1750" dirty="0" err="1"/>
                  <a:t>PQ.insert</a:t>
                </a:r>
                <a:r>
                  <a:rPr lang="en-US" sz="1750" dirty="0"/>
                  <a:t>(</a:t>
                </a:r>
                <a:r>
                  <a:rPr lang="en-US" sz="1750" dirty="0" err="1"/>
                  <a:t>new_dist</a:t>
                </a:r>
                <a:r>
                  <a:rPr lang="en-US" sz="1750" dirty="0"/>
                  <a:t>, neighbor);</a:t>
                </a:r>
              </a:p>
              <a:p>
                <a:r>
                  <a:rPr lang="en-US" sz="1750" dirty="0"/>
                  <a:t>			}</a:t>
                </a:r>
              </a:p>
              <a:p>
                <a:r>
                  <a:rPr lang="en-US" sz="1750" dirty="0"/>
                  <a:t>			else if (! done[neighbor] &amp;&amp; </a:t>
                </a:r>
                <a:r>
                  <a:rPr lang="en-US" sz="1750" dirty="0" err="1"/>
                  <a:t>new_dist</a:t>
                </a:r>
                <a:r>
                  <a:rPr lang="en-US" sz="1750" dirty="0"/>
                  <a:t> &lt; distances[neighbor]){</a:t>
                </a:r>
              </a:p>
              <a:p>
                <a:r>
                  <a:rPr lang="en-US" sz="1750" dirty="0"/>
                  <a:t>				distances[neighbor] = </a:t>
                </a:r>
                <a:r>
                  <a:rPr lang="en-US" sz="1750" dirty="0" err="1"/>
                  <a:t>new_dist</a:t>
                </a:r>
                <a:r>
                  <a:rPr lang="en-US" sz="1750" dirty="0"/>
                  <a:t>;</a:t>
                </a:r>
              </a:p>
              <a:p>
                <a:r>
                  <a:rPr lang="en-US" sz="1750" dirty="0"/>
                  <a:t>				</a:t>
                </a:r>
                <a:r>
                  <a:rPr lang="en-US" sz="1750" dirty="0" err="1"/>
                  <a:t>PQ.decreaseKey</a:t>
                </a:r>
                <a:r>
                  <a:rPr lang="en-US" sz="1750" dirty="0"/>
                  <a:t>(</a:t>
                </a:r>
                <a:r>
                  <a:rPr lang="en-US" sz="1750" dirty="0" err="1"/>
                  <a:t>new_dist,neighbor</a:t>
                </a:r>
                <a:r>
                  <a:rPr lang="en-US" sz="1750" dirty="0"/>
                  <a:t>); </a:t>
                </a:r>
              </a:p>
              <a:p>
                <a:r>
                  <a:rPr lang="en-US" sz="1750" dirty="0"/>
                  <a:t>			}</a:t>
                </a:r>
              </a:p>
              <a:p>
                <a:r>
                  <a:rPr lang="en-US" sz="1750" dirty="0"/>
                  <a:t>		}</a:t>
                </a:r>
              </a:p>
              <a:p>
                <a:r>
                  <a:rPr lang="en-US" sz="1750" dirty="0"/>
                  <a:t>	}</a:t>
                </a:r>
              </a:p>
              <a:p>
                <a:r>
                  <a:rPr lang="en-US" sz="1750" dirty="0"/>
                  <a:t>	return distances[end]</a:t>
                </a:r>
              </a:p>
              <a:p>
                <a:r>
                  <a:rPr lang="en-US" sz="1750" dirty="0"/>
                  <a:t>}</a:t>
                </a:r>
              </a:p>
            </p:txBody>
          </p:sp>
        </mc:Choice>
        <mc:Fallback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09" y="33055"/>
                <a:ext cx="11292188" cy="6824945"/>
              </a:xfrm>
              <a:prstGeom prst="rect">
                <a:avLst/>
              </a:prstGeom>
              <a:blipFill>
                <a:blip r:embed="rId2"/>
                <a:stretch>
                  <a:fillRect l="-378" t="-179" b="-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196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many total priority queue operations are necessary?</a:t>
                </a:r>
              </a:p>
              <a:p>
                <a:pPr lvl="1"/>
                <a:r>
                  <a:rPr lang="en-US" dirty="0"/>
                  <a:t>How many times is each node added to the priority queue?</a:t>
                </a:r>
              </a:p>
              <a:p>
                <a:pPr lvl="1"/>
                <a:r>
                  <a:rPr lang="en-US" dirty="0"/>
                  <a:t>How many times might a node’s priority be changed?</a:t>
                </a:r>
              </a:p>
              <a:p>
                <a:r>
                  <a:rPr lang="en-US" dirty="0"/>
                  <a:t>What’s the running time of each priority queue operation?</a:t>
                </a:r>
              </a:p>
              <a:p>
                <a:r>
                  <a:rPr lang="en-US" dirty="0"/>
                  <a:t>Overall running time: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206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Claim: when a node is removed from the priority queue, we have found its shortest path</a:t>
            </a:r>
          </a:p>
          <a:p>
            <a:r>
              <a:rPr lang="en-US" dirty="0"/>
              <a:t>Induction over number of completed nodes</a:t>
            </a:r>
          </a:p>
          <a:p>
            <a:r>
              <a:rPr lang="en-US" dirty="0"/>
              <a:t>Base Case:</a:t>
            </a:r>
          </a:p>
          <a:p>
            <a:r>
              <a:rPr lang="en-US" dirty="0"/>
              <a:t>Inductive Step: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0BE4DB5-D57C-06C8-8315-53B19D740DED}"/>
              </a:ext>
            </a:extLst>
          </p:cNvPr>
          <p:cNvGrpSpPr/>
          <p:nvPr/>
        </p:nvGrpSpPr>
        <p:grpSpPr>
          <a:xfrm>
            <a:off x="7315200" y="3751673"/>
            <a:ext cx="4600060" cy="2787240"/>
            <a:chOff x="0" y="2862182"/>
            <a:chExt cx="7044346" cy="4268266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8A19218-1121-038A-D0C7-58EE3C1E427D}"/>
                </a:ext>
              </a:extLst>
            </p:cNvPr>
            <p:cNvCxnSpPr>
              <a:stCxn id="34" idx="7"/>
              <a:endCxn id="35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339FE6-70DB-0853-D628-B1D39E14C1A4}"/>
                </a:ext>
              </a:extLst>
            </p:cNvPr>
            <p:cNvCxnSpPr>
              <a:stCxn id="35" idx="6"/>
              <a:endCxn id="3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F446580-4204-7DC9-41DB-249FA9BFED2A}"/>
                </a:ext>
              </a:extLst>
            </p:cNvPr>
            <p:cNvCxnSpPr>
              <a:stCxn id="34" idx="4"/>
              <a:endCxn id="36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AB10B90-58C0-64FA-0381-549AB79BDE62}"/>
                </a:ext>
              </a:extLst>
            </p:cNvPr>
            <p:cNvCxnSpPr>
              <a:stCxn id="37" idx="3"/>
              <a:endCxn id="36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E9CBAE-878A-0CED-4EFC-B4C125A2AF30}"/>
                </a:ext>
              </a:extLst>
            </p:cNvPr>
            <p:cNvCxnSpPr>
              <a:stCxn id="39" idx="2"/>
              <a:endCxn id="36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9261B5C-2EBF-3F1B-E3C7-750F9145A088}"/>
                </a:ext>
              </a:extLst>
            </p:cNvPr>
            <p:cNvCxnSpPr>
              <a:stCxn id="37" idx="5"/>
              <a:endCxn id="39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E07D26E-3E77-42B4-20EC-653A5D8796E1}"/>
                </a:ext>
              </a:extLst>
            </p:cNvPr>
            <p:cNvCxnSpPr>
              <a:stCxn id="37" idx="7"/>
              <a:endCxn id="3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14B9BE5-894A-93C4-FD4B-FB2082A0DB88}"/>
                </a:ext>
              </a:extLst>
            </p:cNvPr>
            <p:cNvCxnSpPr>
              <a:stCxn id="39" idx="6"/>
              <a:endCxn id="40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CF1A667-6D50-8C13-9C60-8752261F1B94}"/>
                </a:ext>
              </a:extLst>
            </p:cNvPr>
            <p:cNvCxnSpPr>
              <a:stCxn id="40" idx="1"/>
              <a:endCxn id="3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2B7C4A8-4555-2B04-8F4A-B328638DC798}"/>
                </a:ext>
              </a:extLst>
            </p:cNvPr>
            <p:cNvCxnSpPr>
              <a:stCxn id="42" idx="2"/>
              <a:endCxn id="3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285B94A-A992-843D-E0DF-91BB29F99411}"/>
                </a:ext>
              </a:extLst>
            </p:cNvPr>
            <p:cNvCxnSpPr>
              <a:stCxn id="40" idx="0"/>
              <a:endCxn id="42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146FAB-5FB9-D8A4-AAB4-3C9F99145B2C}"/>
                </a:ext>
              </a:extLst>
            </p:cNvPr>
            <p:cNvCxnSpPr>
              <a:stCxn id="41" idx="1"/>
              <a:endCxn id="42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3F66514-AE26-AA29-A5BE-717EDD5C7508}"/>
                </a:ext>
              </a:extLst>
            </p:cNvPr>
            <p:cNvCxnSpPr>
              <a:stCxn id="41" idx="3"/>
              <a:endCxn id="40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7584C3C-78C4-06AF-F7BB-88FBED0DEF76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A5BCFAD-56CE-253A-92E2-499E33C4ABD6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064A70-3299-835B-DA87-1D6151D1D419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4183A4-81A9-B6B6-64E0-6B106F485B5A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FA38D03-AC0A-894B-B958-3213FE86A09E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EF3EB12-5303-779B-C06B-B49D9730EF37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CC6FB82-0B5F-CB84-ACB0-A77889ECF773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FDF79EF-38D2-ACFD-DB29-0BD2114FCC99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1242934-1BD5-16B5-8528-3391C95F99AE}"/>
                </a:ext>
              </a:extLst>
            </p:cNvPr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C348E5D-DCC1-6154-EDDC-6DC9076185AF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4B7F2E3-1256-201B-1002-5CC53E95D319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4A56131-9D6A-1E86-4A19-0EA52077FF38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B636D77-EE1B-4AB8-38EA-62185B665D4A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01F0EC7-BAF8-EDD8-0CC5-F2FF1B1B1411}"/>
                </a:ext>
              </a:extLst>
            </p:cNvPr>
            <p:cNvCxnSpPr>
              <a:stCxn id="35" idx="4"/>
              <a:endCxn id="36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F44851-F68D-0D93-61C0-7067B5870697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628FAB3-8BD0-3738-DA2D-79E3D16F1C02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ABBDF72-2FF5-2183-A9B1-28ADD7420C07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E8CEF62-5070-282D-FBC7-78010062099D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0CC2B2E-CACC-9F08-B7C8-C7E525968DFB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1E56EDC-EEA2-7218-7C4C-A37F0182DBF1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FF8F7A3-353A-B161-329B-1B008DED5576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AB17B03-D20D-AFE8-7C2F-BFB172415F1A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92C3306-4682-4899-39AB-80EEBF8F172C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03EED35-2FA8-0FCD-312F-06842F922A01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43" name="Freeform 4">
            <a:extLst>
              <a:ext uri="{FF2B5EF4-FFF2-40B4-BE49-F238E27FC236}">
                <a16:creationId xmlns:a16="http://schemas.microsoft.com/office/drawing/2014/main" id="{37061D92-55D1-D063-332E-86090D2833C9}"/>
              </a:ext>
            </a:extLst>
          </p:cNvPr>
          <p:cNvSpPr/>
          <p:nvPr/>
        </p:nvSpPr>
        <p:spPr>
          <a:xfrm>
            <a:off x="7176179" y="3495091"/>
            <a:ext cx="2632842" cy="3026979"/>
          </a:xfrm>
          <a:custGeom>
            <a:avLst/>
            <a:gdLst>
              <a:gd name="connsiteX0" fmla="*/ 0 w 2632842"/>
              <a:gd name="connsiteY0" fmla="*/ 1166648 h 3026979"/>
              <a:gd name="connsiteX1" fmla="*/ 141890 w 2632842"/>
              <a:gd name="connsiteY1" fmla="*/ 2017986 h 3026979"/>
              <a:gd name="connsiteX2" fmla="*/ 583324 w 2632842"/>
              <a:gd name="connsiteY2" fmla="*/ 2695904 h 3026979"/>
              <a:gd name="connsiteX3" fmla="*/ 1292773 w 2632842"/>
              <a:gd name="connsiteY3" fmla="*/ 2932386 h 3026979"/>
              <a:gd name="connsiteX4" fmla="*/ 2222938 w 2632842"/>
              <a:gd name="connsiteY4" fmla="*/ 3026979 h 3026979"/>
              <a:gd name="connsiteX5" fmla="*/ 2538249 w 2632842"/>
              <a:gd name="connsiteY5" fmla="*/ 2963917 h 3026979"/>
              <a:gd name="connsiteX6" fmla="*/ 2632842 w 2632842"/>
              <a:gd name="connsiteY6" fmla="*/ 2601311 h 3026979"/>
              <a:gd name="connsiteX7" fmla="*/ 1891862 w 2632842"/>
              <a:gd name="connsiteY7" fmla="*/ 1970690 h 3026979"/>
              <a:gd name="connsiteX8" fmla="*/ 1686911 w 2632842"/>
              <a:gd name="connsiteY8" fmla="*/ 1466193 h 3026979"/>
              <a:gd name="connsiteX9" fmla="*/ 1781504 w 2632842"/>
              <a:gd name="connsiteY9" fmla="*/ 993228 h 3026979"/>
              <a:gd name="connsiteX10" fmla="*/ 1954924 w 2632842"/>
              <a:gd name="connsiteY10" fmla="*/ 346842 h 3026979"/>
              <a:gd name="connsiteX11" fmla="*/ 1718442 w 2632842"/>
              <a:gd name="connsiteY11" fmla="*/ 0 h 3026979"/>
              <a:gd name="connsiteX12" fmla="*/ 1229711 w 2632842"/>
              <a:gd name="connsiteY12" fmla="*/ 63062 h 3026979"/>
              <a:gd name="connsiteX13" fmla="*/ 378373 w 2632842"/>
              <a:gd name="connsiteY13" fmla="*/ 630621 h 3026979"/>
              <a:gd name="connsiteX14" fmla="*/ 0 w 2632842"/>
              <a:gd name="connsiteY14" fmla="*/ 1166648 h 302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32842" h="3026979">
                <a:moveTo>
                  <a:pt x="0" y="1166648"/>
                </a:moveTo>
                <a:lnTo>
                  <a:pt x="141890" y="2017986"/>
                </a:lnTo>
                <a:lnTo>
                  <a:pt x="583324" y="2695904"/>
                </a:lnTo>
                <a:lnTo>
                  <a:pt x="1292773" y="2932386"/>
                </a:lnTo>
                <a:lnTo>
                  <a:pt x="2222938" y="3026979"/>
                </a:lnTo>
                <a:lnTo>
                  <a:pt x="2538249" y="2963917"/>
                </a:lnTo>
                <a:lnTo>
                  <a:pt x="2632842" y="2601311"/>
                </a:lnTo>
                <a:lnTo>
                  <a:pt x="1891862" y="1970690"/>
                </a:lnTo>
                <a:lnTo>
                  <a:pt x="1686911" y="1466193"/>
                </a:lnTo>
                <a:lnTo>
                  <a:pt x="1781504" y="993228"/>
                </a:lnTo>
                <a:lnTo>
                  <a:pt x="1954924" y="346842"/>
                </a:lnTo>
                <a:lnTo>
                  <a:pt x="1718442" y="0"/>
                </a:lnTo>
                <a:lnTo>
                  <a:pt x="1229711" y="63062"/>
                </a:lnTo>
                <a:lnTo>
                  <a:pt x="378373" y="630621"/>
                </a:lnTo>
                <a:lnTo>
                  <a:pt x="0" y="1166648"/>
                </a:lnTo>
                <a:close/>
              </a:path>
            </a:pathLst>
          </a:custGeom>
          <a:solidFill>
            <a:srgbClr val="00B0F0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17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7417893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Claim: when a node is removed from the priority queue, its distance is that of the shortest path</a:t>
                </a:r>
              </a:p>
              <a:p>
                <a:r>
                  <a:rPr lang="en-US" dirty="0"/>
                  <a:t>Induction over number of completed nodes</a:t>
                </a:r>
              </a:p>
              <a:p>
                <a:r>
                  <a:rPr lang="en-US" dirty="0"/>
                  <a:t>Base Case: Only the start node removed</a:t>
                </a:r>
              </a:p>
              <a:p>
                <a:pPr lvl="1"/>
                <a:r>
                  <a:rPr lang="en-US" dirty="0"/>
                  <a:t>It is indeed 0 away from itself</a:t>
                </a:r>
              </a:p>
              <a:p>
                <a:r>
                  <a:rPr lang="en-US" dirty="0"/>
                  <a:t>Inductive Step:</a:t>
                </a:r>
              </a:p>
              <a:p>
                <a:pPr lvl="1"/>
                <a:r>
                  <a:rPr lang="en-US" dirty="0"/>
                  <a:t>If we have correctly found shortest paths for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nodes, then when we remove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we have found its shortest path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7417893" cy="4525963"/>
              </a:xfrm>
              <a:blipFill>
                <a:blip r:embed="rId2"/>
                <a:stretch>
                  <a:fillRect l="-1479" t="-2291" r="-1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28</a:t>
            </a:fld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9F51567-0220-C8E3-67DF-59F647C811E1}"/>
              </a:ext>
            </a:extLst>
          </p:cNvPr>
          <p:cNvGrpSpPr/>
          <p:nvPr/>
        </p:nvGrpSpPr>
        <p:grpSpPr>
          <a:xfrm>
            <a:off x="8158085" y="1755227"/>
            <a:ext cx="3196912" cy="2664373"/>
            <a:chOff x="8158085" y="1755227"/>
            <a:chExt cx="3196912" cy="2664373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2D717BB-C79F-F287-0BEC-F57D7EE73751}"/>
                </a:ext>
              </a:extLst>
            </p:cNvPr>
            <p:cNvSpPr/>
            <p:nvPr/>
          </p:nvSpPr>
          <p:spPr>
            <a:xfrm>
              <a:off x="8516679" y="2345631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49F9BE9-05B2-3134-EBE0-6D649BBA4CEE}"/>
                </a:ext>
              </a:extLst>
            </p:cNvPr>
            <p:cNvSpPr/>
            <p:nvPr/>
          </p:nvSpPr>
          <p:spPr>
            <a:xfrm>
              <a:off x="10028475" y="2085324"/>
              <a:ext cx="1326522" cy="1307804"/>
            </a:xfrm>
            <a:custGeom>
              <a:avLst/>
              <a:gdLst>
                <a:gd name="connsiteX0" fmla="*/ 1102506 w 1326522"/>
                <a:gd name="connsiteY0" fmla="*/ 0 h 1307804"/>
                <a:gd name="connsiteX1" fmla="*/ 1315157 w 1326522"/>
                <a:gd name="connsiteY1" fmla="*/ 499730 h 1307804"/>
                <a:gd name="connsiteX2" fmla="*/ 794162 w 1326522"/>
                <a:gd name="connsiteY2" fmla="*/ 818707 h 1307804"/>
                <a:gd name="connsiteX3" fmla="*/ 538980 w 1326522"/>
                <a:gd name="connsiteY3" fmla="*/ 478465 h 1307804"/>
                <a:gd name="connsiteX4" fmla="*/ 49882 w 1326522"/>
                <a:gd name="connsiteY4" fmla="*/ 372139 h 1307804"/>
                <a:gd name="connsiteX5" fmla="*/ 49882 w 1326522"/>
                <a:gd name="connsiteY5" fmla="*/ 818707 h 1307804"/>
                <a:gd name="connsiteX6" fmla="*/ 347594 w 1326522"/>
                <a:gd name="connsiteY6" fmla="*/ 1063256 h 1307804"/>
                <a:gd name="connsiteX7" fmla="*/ 113678 w 1326522"/>
                <a:gd name="connsiteY7" fmla="*/ 1307804 h 1307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6522" h="1307804">
                  <a:moveTo>
                    <a:pt x="1102506" y="0"/>
                  </a:moveTo>
                  <a:cubicBezTo>
                    <a:pt x="1234527" y="181639"/>
                    <a:pt x="1366548" y="363279"/>
                    <a:pt x="1315157" y="499730"/>
                  </a:cubicBezTo>
                  <a:cubicBezTo>
                    <a:pt x="1263766" y="636181"/>
                    <a:pt x="923525" y="822251"/>
                    <a:pt x="794162" y="818707"/>
                  </a:cubicBezTo>
                  <a:cubicBezTo>
                    <a:pt x="664799" y="815163"/>
                    <a:pt x="663027" y="552893"/>
                    <a:pt x="538980" y="478465"/>
                  </a:cubicBezTo>
                  <a:cubicBezTo>
                    <a:pt x="414933" y="404037"/>
                    <a:pt x="131398" y="315432"/>
                    <a:pt x="49882" y="372139"/>
                  </a:cubicBezTo>
                  <a:cubicBezTo>
                    <a:pt x="-31634" y="428846"/>
                    <a:pt x="263" y="703521"/>
                    <a:pt x="49882" y="818707"/>
                  </a:cubicBezTo>
                  <a:cubicBezTo>
                    <a:pt x="99501" y="933893"/>
                    <a:pt x="336961" y="981740"/>
                    <a:pt x="347594" y="1063256"/>
                  </a:cubicBezTo>
                  <a:cubicBezTo>
                    <a:pt x="358227" y="1144772"/>
                    <a:pt x="104818" y="1217427"/>
                    <a:pt x="113678" y="1307804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A54A58A-DD11-A6C3-5502-F87E9D3C97FE}"/>
                </a:ext>
              </a:extLst>
            </p:cNvPr>
            <p:cNvSpPr/>
            <p:nvPr/>
          </p:nvSpPr>
          <p:spPr>
            <a:xfrm rot="4551713">
              <a:off x="8260434" y="3358209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D95B863-A132-F109-C76B-E02F57ED5026}"/>
                </a:ext>
              </a:extLst>
            </p:cNvPr>
            <p:cNvCxnSpPr>
              <a:cxnSpLocks/>
              <a:stCxn id="57" idx="6"/>
              <a:endCxn id="62" idx="2"/>
            </p:cNvCxnSpPr>
            <p:nvPr/>
          </p:nvCxnSpPr>
          <p:spPr>
            <a:xfrm flipV="1">
              <a:off x="9901954" y="1970913"/>
              <a:ext cx="1042288" cy="33517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12ADCD8-B11C-C98E-8D45-5C544E1E2AEE}"/>
                </a:ext>
              </a:extLst>
            </p:cNvPr>
            <p:cNvCxnSpPr>
              <a:stCxn id="59" idx="3"/>
              <a:endCxn id="58" idx="7"/>
            </p:cNvCxnSpPr>
            <p:nvPr/>
          </p:nvCxnSpPr>
          <p:spPr>
            <a:xfrm flipH="1">
              <a:off x="9270609" y="3386098"/>
              <a:ext cx="765360" cy="51788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CECCEFD7-142A-C970-5176-907A3A9F3847}"/>
                    </a:ext>
                  </a:extLst>
                </p:cNvPr>
                <p:cNvSpPr/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CECCEFD7-142A-C970-5176-907A3A9F38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FF33CC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ACF6EC2A-831A-A941-C2A8-CE34688ECE26}"/>
                    </a:ext>
                  </a:extLst>
                </p:cNvPr>
                <p:cNvSpPr/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ACF6EC2A-831A-A941-C2A8-CE34688ECE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6BF00F74-AA5F-F9E3-5FF3-32644B0A23A6}"/>
                    </a:ext>
                  </a:extLst>
                </p:cNvPr>
                <p:cNvSpPr/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6BF00F74-AA5F-F9E3-5FF3-32644B0A23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blipFill>
                  <a:blip r:embed="rId5"/>
                  <a:stretch>
                    <a:fillRect b="-8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274205F9-F459-6B53-7AB4-F0568284481A}"/>
                    </a:ext>
                  </a:extLst>
                </p:cNvPr>
                <p:cNvSpPr/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274205F9-F459-6B53-7AB4-F056828448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Freeform 2">
              <a:extLst>
                <a:ext uri="{FF2B5EF4-FFF2-40B4-BE49-F238E27FC236}">
                  <a16:creationId xmlns:a16="http://schemas.microsoft.com/office/drawing/2014/main" id="{1AA321F2-CA62-96E6-71A4-74099224ED2B}"/>
                </a:ext>
              </a:extLst>
            </p:cNvPr>
            <p:cNvSpPr/>
            <p:nvPr/>
          </p:nvSpPr>
          <p:spPr>
            <a:xfrm>
              <a:off x="8158085" y="1755227"/>
              <a:ext cx="1828800" cy="2664373"/>
            </a:xfrm>
            <a:custGeom>
              <a:avLst/>
              <a:gdLst>
                <a:gd name="connsiteX0" fmla="*/ 0 w 1828800"/>
                <a:gd name="connsiteY0" fmla="*/ 1119352 h 2664373"/>
                <a:gd name="connsiteX1" fmla="*/ 110359 w 1828800"/>
                <a:gd name="connsiteY1" fmla="*/ 1797269 h 2664373"/>
                <a:gd name="connsiteX2" fmla="*/ 394138 w 1828800"/>
                <a:gd name="connsiteY2" fmla="*/ 2443655 h 2664373"/>
                <a:gd name="connsiteX3" fmla="*/ 961697 w 1828800"/>
                <a:gd name="connsiteY3" fmla="*/ 2664373 h 2664373"/>
                <a:gd name="connsiteX4" fmla="*/ 1371600 w 1828800"/>
                <a:gd name="connsiteY4" fmla="*/ 2333297 h 2664373"/>
                <a:gd name="connsiteX5" fmla="*/ 1403131 w 1828800"/>
                <a:gd name="connsiteY5" fmla="*/ 1608083 h 2664373"/>
                <a:gd name="connsiteX6" fmla="*/ 1828800 w 1828800"/>
                <a:gd name="connsiteY6" fmla="*/ 567559 h 2664373"/>
                <a:gd name="connsiteX7" fmla="*/ 1765738 w 1828800"/>
                <a:gd name="connsiteY7" fmla="*/ 141890 h 2664373"/>
                <a:gd name="connsiteX8" fmla="*/ 1513490 w 1828800"/>
                <a:gd name="connsiteY8" fmla="*/ 0 h 2664373"/>
                <a:gd name="connsiteX9" fmla="*/ 614856 w 1828800"/>
                <a:gd name="connsiteY9" fmla="*/ 488731 h 2664373"/>
                <a:gd name="connsiteX10" fmla="*/ 78828 w 1828800"/>
                <a:gd name="connsiteY10" fmla="*/ 867104 h 2664373"/>
                <a:gd name="connsiteX11" fmla="*/ 0 w 1828800"/>
                <a:gd name="connsiteY11" fmla="*/ 1119352 h 2664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8800" h="2664373">
                  <a:moveTo>
                    <a:pt x="0" y="1119352"/>
                  </a:moveTo>
                  <a:lnTo>
                    <a:pt x="110359" y="1797269"/>
                  </a:lnTo>
                  <a:lnTo>
                    <a:pt x="394138" y="2443655"/>
                  </a:lnTo>
                  <a:lnTo>
                    <a:pt x="961697" y="2664373"/>
                  </a:lnTo>
                  <a:lnTo>
                    <a:pt x="1371600" y="2333297"/>
                  </a:lnTo>
                  <a:lnTo>
                    <a:pt x="1403131" y="1608083"/>
                  </a:lnTo>
                  <a:lnTo>
                    <a:pt x="1828800" y="567559"/>
                  </a:lnTo>
                  <a:lnTo>
                    <a:pt x="1765738" y="141890"/>
                  </a:lnTo>
                  <a:lnTo>
                    <a:pt x="1513490" y="0"/>
                  </a:lnTo>
                  <a:lnTo>
                    <a:pt x="614856" y="488731"/>
                  </a:lnTo>
                  <a:lnTo>
                    <a:pt x="78828" y="867104"/>
                  </a:lnTo>
                  <a:lnTo>
                    <a:pt x="0" y="1119352"/>
                  </a:lnTo>
                  <a:close/>
                </a:path>
              </a:pathLst>
            </a:custGeom>
            <a:solidFill>
              <a:srgbClr val="00B0F0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1FAA253-D905-16A5-5B0F-C651DBDAB6CE}"/>
                    </a:ext>
                  </a:extLst>
                </p:cNvPr>
                <p:cNvSpPr txBox="1"/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dirty="0">
                      <a:solidFill>
                        <a:schemeClr val="tx2">
                          <a:lumMod val="75000"/>
                        </a:schemeClr>
                      </a:solidFill>
                    </a:rPr>
                    <a:t> nodes</a:t>
                  </a: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1FAA253-D905-16A5-5B0F-C651DBDAB6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122" r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A9DA4521-2E76-80A8-25EE-FC42B7AB61DD}"/>
                    </a:ext>
                  </a:extLst>
                </p:cNvPr>
                <p:cNvSpPr/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A9DA4521-2E76-80A8-25EE-FC42B7AB61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770963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7417893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next node removed from the queue. What do we know bout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7417893" cy="4525963"/>
              </a:xfrm>
              <a:blipFill>
                <a:blip r:embed="rId2"/>
                <a:stretch>
                  <a:fillRect l="-1890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36FFE37-B68D-8CB3-2DAF-1FA5F7CF6923}"/>
              </a:ext>
            </a:extLst>
          </p:cNvPr>
          <p:cNvGrpSpPr/>
          <p:nvPr/>
        </p:nvGrpSpPr>
        <p:grpSpPr>
          <a:xfrm>
            <a:off x="8158085" y="1755227"/>
            <a:ext cx="3196912" cy="2664373"/>
            <a:chOff x="8158085" y="1755227"/>
            <a:chExt cx="3196912" cy="266437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EF2FDF0-F493-81A8-D886-31219A363244}"/>
                </a:ext>
              </a:extLst>
            </p:cNvPr>
            <p:cNvSpPr/>
            <p:nvPr/>
          </p:nvSpPr>
          <p:spPr>
            <a:xfrm>
              <a:off x="8516679" y="2345631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54AB5B1-E3ED-CE58-88FC-89A15DA67352}"/>
                </a:ext>
              </a:extLst>
            </p:cNvPr>
            <p:cNvSpPr/>
            <p:nvPr/>
          </p:nvSpPr>
          <p:spPr>
            <a:xfrm>
              <a:off x="10028475" y="2085324"/>
              <a:ext cx="1326522" cy="1307804"/>
            </a:xfrm>
            <a:custGeom>
              <a:avLst/>
              <a:gdLst>
                <a:gd name="connsiteX0" fmla="*/ 1102506 w 1326522"/>
                <a:gd name="connsiteY0" fmla="*/ 0 h 1307804"/>
                <a:gd name="connsiteX1" fmla="*/ 1315157 w 1326522"/>
                <a:gd name="connsiteY1" fmla="*/ 499730 h 1307804"/>
                <a:gd name="connsiteX2" fmla="*/ 794162 w 1326522"/>
                <a:gd name="connsiteY2" fmla="*/ 818707 h 1307804"/>
                <a:gd name="connsiteX3" fmla="*/ 538980 w 1326522"/>
                <a:gd name="connsiteY3" fmla="*/ 478465 h 1307804"/>
                <a:gd name="connsiteX4" fmla="*/ 49882 w 1326522"/>
                <a:gd name="connsiteY4" fmla="*/ 372139 h 1307804"/>
                <a:gd name="connsiteX5" fmla="*/ 49882 w 1326522"/>
                <a:gd name="connsiteY5" fmla="*/ 818707 h 1307804"/>
                <a:gd name="connsiteX6" fmla="*/ 347594 w 1326522"/>
                <a:gd name="connsiteY6" fmla="*/ 1063256 h 1307804"/>
                <a:gd name="connsiteX7" fmla="*/ 113678 w 1326522"/>
                <a:gd name="connsiteY7" fmla="*/ 1307804 h 1307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6522" h="1307804">
                  <a:moveTo>
                    <a:pt x="1102506" y="0"/>
                  </a:moveTo>
                  <a:cubicBezTo>
                    <a:pt x="1234527" y="181639"/>
                    <a:pt x="1366548" y="363279"/>
                    <a:pt x="1315157" y="499730"/>
                  </a:cubicBezTo>
                  <a:cubicBezTo>
                    <a:pt x="1263766" y="636181"/>
                    <a:pt x="923525" y="822251"/>
                    <a:pt x="794162" y="818707"/>
                  </a:cubicBezTo>
                  <a:cubicBezTo>
                    <a:pt x="664799" y="815163"/>
                    <a:pt x="663027" y="552893"/>
                    <a:pt x="538980" y="478465"/>
                  </a:cubicBezTo>
                  <a:cubicBezTo>
                    <a:pt x="414933" y="404037"/>
                    <a:pt x="131398" y="315432"/>
                    <a:pt x="49882" y="372139"/>
                  </a:cubicBezTo>
                  <a:cubicBezTo>
                    <a:pt x="-31634" y="428846"/>
                    <a:pt x="263" y="703521"/>
                    <a:pt x="49882" y="818707"/>
                  </a:cubicBezTo>
                  <a:cubicBezTo>
                    <a:pt x="99501" y="933893"/>
                    <a:pt x="336961" y="981740"/>
                    <a:pt x="347594" y="1063256"/>
                  </a:cubicBezTo>
                  <a:cubicBezTo>
                    <a:pt x="358227" y="1144772"/>
                    <a:pt x="104818" y="1217427"/>
                    <a:pt x="113678" y="1307804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85DAC6F-D6AB-8004-1525-261A73856BF3}"/>
                </a:ext>
              </a:extLst>
            </p:cNvPr>
            <p:cNvSpPr/>
            <p:nvPr/>
          </p:nvSpPr>
          <p:spPr>
            <a:xfrm rot="4551713">
              <a:off x="8260434" y="3358209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F5CDCB4-B120-199D-83F3-7142A47C7D39}"/>
                </a:ext>
              </a:extLst>
            </p:cNvPr>
            <p:cNvCxnSpPr>
              <a:cxnSpLocks/>
              <a:stCxn id="16" idx="6"/>
              <a:endCxn id="21" idx="2"/>
            </p:cNvCxnSpPr>
            <p:nvPr/>
          </p:nvCxnSpPr>
          <p:spPr>
            <a:xfrm flipV="1">
              <a:off x="9901954" y="1970913"/>
              <a:ext cx="1042288" cy="33517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3D4B60-94A3-62D7-EE52-4C25ED1DF035}"/>
                </a:ext>
              </a:extLst>
            </p:cNvPr>
            <p:cNvCxnSpPr>
              <a:stCxn id="18" idx="3"/>
              <a:endCxn id="17" idx="7"/>
            </p:cNvCxnSpPr>
            <p:nvPr/>
          </p:nvCxnSpPr>
          <p:spPr>
            <a:xfrm flipH="1">
              <a:off x="9270609" y="3386098"/>
              <a:ext cx="765360" cy="51788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B74F56B5-EA05-9004-9B8B-5BDE35F5D1A9}"/>
                    </a:ext>
                  </a:extLst>
                </p:cNvPr>
                <p:cNvSpPr/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B74F56B5-EA05-9004-9B8B-5BDE35F5D1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FF33CC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EC10B1F1-F259-C6CE-98D7-6833406F193B}"/>
                    </a:ext>
                  </a:extLst>
                </p:cNvPr>
                <p:cNvSpPr/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EC10B1F1-F259-C6CE-98D7-6833406F1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220DD1F8-6D41-5A3E-133E-D28416B26C9A}"/>
                    </a:ext>
                  </a:extLst>
                </p:cNvPr>
                <p:cNvSpPr/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220DD1F8-6D41-5A3E-133E-D28416B26C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blipFill>
                  <a:blip r:embed="rId5"/>
                  <a:stretch>
                    <a:fillRect b="-8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9250D169-6AE4-99EC-E73B-2BC84477191A}"/>
                    </a:ext>
                  </a:extLst>
                </p:cNvPr>
                <p:cNvSpPr/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9250D169-6AE4-99EC-E73B-2BC8447719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Freeform 2">
              <a:extLst>
                <a:ext uri="{FF2B5EF4-FFF2-40B4-BE49-F238E27FC236}">
                  <a16:creationId xmlns:a16="http://schemas.microsoft.com/office/drawing/2014/main" id="{FCAA960C-779E-4A36-098D-B35121B174D2}"/>
                </a:ext>
              </a:extLst>
            </p:cNvPr>
            <p:cNvSpPr/>
            <p:nvPr/>
          </p:nvSpPr>
          <p:spPr>
            <a:xfrm>
              <a:off x="8158085" y="1755227"/>
              <a:ext cx="1828800" cy="2664373"/>
            </a:xfrm>
            <a:custGeom>
              <a:avLst/>
              <a:gdLst>
                <a:gd name="connsiteX0" fmla="*/ 0 w 1828800"/>
                <a:gd name="connsiteY0" fmla="*/ 1119352 h 2664373"/>
                <a:gd name="connsiteX1" fmla="*/ 110359 w 1828800"/>
                <a:gd name="connsiteY1" fmla="*/ 1797269 h 2664373"/>
                <a:gd name="connsiteX2" fmla="*/ 394138 w 1828800"/>
                <a:gd name="connsiteY2" fmla="*/ 2443655 h 2664373"/>
                <a:gd name="connsiteX3" fmla="*/ 961697 w 1828800"/>
                <a:gd name="connsiteY3" fmla="*/ 2664373 h 2664373"/>
                <a:gd name="connsiteX4" fmla="*/ 1371600 w 1828800"/>
                <a:gd name="connsiteY4" fmla="*/ 2333297 h 2664373"/>
                <a:gd name="connsiteX5" fmla="*/ 1403131 w 1828800"/>
                <a:gd name="connsiteY5" fmla="*/ 1608083 h 2664373"/>
                <a:gd name="connsiteX6" fmla="*/ 1828800 w 1828800"/>
                <a:gd name="connsiteY6" fmla="*/ 567559 h 2664373"/>
                <a:gd name="connsiteX7" fmla="*/ 1765738 w 1828800"/>
                <a:gd name="connsiteY7" fmla="*/ 141890 h 2664373"/>
                <a:gd name="connsiteX8" fmla="*/ 1513490 w 1828800"/>
                <a:gd name="connsiteY8" fmla="*/ 0 h 2664373"/>
                <a:gd name="connsiteX9" fmla="*/ 614856 w 1828800"/>
                <a:gd name="connsiteY9" fmla="*/ 488731 h 2664373"/>
                <a:gd name="connsiteX10" fmla="*/ 78828 w 1828800"/>
                <a:gd name="connsiteY10" fmla="*/ 867104 h 2664373"/>
                <a:gd name="connsiteX11" fmla="*/ 0 w 1828800"/>
                <a:gd name="connsiteY11" fmla="*/ 1119352 h 2664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8800" h="2664373">
                  <a:moveTo>
                    <a:pt x="0" y="1119352"/>
                  </a:moveTo>
                  <a:lnTo>
                    <a:pt x="110359" y="1797269"/>
                  </a:lnTo>
                  <a:lnTo>
                    <a:pt x="394138" y="2443655"/>
                  </a:lnTo>
                  <a:lnTo>
                    <a:pt x="961697" y="2664373"/>
                  </a:lnTo>
                  <a:lnTo>
                    <a:pt x="1371600" y="2333297"/>
                  </a:lnTo>
                  <a:lnTo>
                    <a:pt x="1403131" y="1608083"/>
                  </a:lnTo>
                  <a:lnTo>
                    <a:pt x="1828800" y="567559"/>
                  </a:lnTo>
                  <a:lnTo>
                    <a:pt x="1765738" y="141890"/>
                  </a:lnTo>
                  <a:lnTo>
                    <a:pt x="1513490" y="0"/>
                  </a:lnTo>
                  <a:lnTo>
                    <a:pt x="614856" y="488731"/>
                  </a:lnTo>
                  <a:lnTo>
                    <a:pt x="78828" y="867104"/>
                  </a:lnTo>
                  <a:lnTo>
                    <a:pt x="0" y="1119352"/>
                  </a:lnTo>
                  <a:close/>
                </a:path>
              </a:pathLst>
            </a:custGeom>
            <a:solidFill>
              <a:srgbClr val="00B0F0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2DB98B6-1A10-ABD4-44B2-3EA140589CA3}"/>
                    </a:ext>
                  </a:extLst>
                </p:cNvPr>
                <p:cNvSpPr txBox="1"/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dirty="0">
                      <a:solidFill>
                        <a:schemeClr val="tx2">
                          <a:lumMod val="75000"/>
                        </a:schemeClr>
                      </a:solidFill>
                    </a:rPr>
                    <a:t> nodes</a:t>
                  </a: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2DB98B6-1A10-ABD4-44B2-3EA140589C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122" r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5550C739-FC10-852E-8C7A-7A2DCBEB988F}"/>
                    </a:ext>
                  </a:extLst>
                </p:cNvPr>
                <p:cNvSpPr/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5550C739-FC10-852E-8C7A-7A2DCBEB98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96707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600201"/>
                <a:ext cx="8361699" cy="51212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next node removed from the queue. </a:t>
                </a:r>
              </a:p>
              <a:p>
                <a:pPr lvl="1"/>
                <a:r>
                  <a:rPr lang="en-US" dirty="0"/>
                  <a:t>No other node incomplete node has a shorter path discovered so far</a:t>
                </a:r>
              </a:p>
              <a:p>
                <a:r>
                  <a:rPr lang="en-US" dirty="0"/>
                  <a:t>Claim: no undiscovered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could be shorter</a:t>
                </a:r>
              </a:p>
              <a:p>
                <a:pPr lvl="1"/>
                <a:r>
                  <a:rPr lang="en-US" b="0" dirty="0"/>
                  <a:t>Consider any other incomplete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that is 1 edge away from a complete node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closest node that is one away from a complete node</a:t>
                </a:r>
              </a:p>
              <a:p>
                <a:pPr lvl="1"/>
                <a:r>
                  <a:rPr lang="en-US" dirty="0"/>
                  <a:t>Thus no path that includes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can be a shorter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 the shortest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must use only complete nodes, and therefore we have found it already!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1"/>
                <a:ext cx="8361699" cy="5121275"/>
              </a:xfrm>
              <a:blipFill>
                <a:blip r:embed="rId2"/>
                <a:stretch>
                  <a:fillRect l="-1312" t="-2024" r="-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30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357B1E-48F0-D9B6-159A-08FA6DC3CFCF}"/>
              </a:ext>
            </a:extLst>
          </p:cNvPr>
          <p:cNvGrpSpPr/>
          <p:nvPr/>
        </p:nvGrpSpPr>
        <p:grpSpPr>
          <a:xfrm>
            <a:off x="8158085" y="1755227"/>
            <a:ext cx="3196912" cy="2664373"/>
            <a:chOff x="8158085" y="1755227"/>
            <a:chExt cx="3196912" cy="266437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370E14E-294F-D4D8-77F0-CC545453D0D1}"/>
                </a:ext>
              </a:extLst>
            </p:cNvPr>
            <p:cNvSpPr/>
            <p:nvPr/>
          </p:nvSpPr>
          <p:spPr>
            <a:xfrm>
              <a:off x="8516679" y="2345631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3497A4C-A31D-1F41-AD5A-57852224D4A6}"/>
                </a:ext>
              </a:extLst>
            </p:cNvPr>
            <p:cNvSpPr/>
            <p:nvPr/>
          </p:nvSpPr>
          <p:spPr>
            <a:xfrm>
              <a:off x="10028475" y="2085324"/>
              <a:ext cx="1326522" cy="1307804"/>
            </a:xfrm>
            <a:custGeom>
              <a:avLst/>
              <a:gdLst>
                <a:gd name="connsiteX0" fmla="*/ 1102506 w 1326522"/>
                <a:gd name="connsiteY0" fmla="*/ 0 h 1307804"/>
                <a:gd name="connsiteX1" fmla="*/ 1315157 w 1326522"/>
                <a:gd name="connsiteY1" fmla="*/ 499730 h 1307804"/>
                <a:gd name="connsiteX2" fmla="*/ 794162 w 1326522"/>
                <a:gd name="connsiteY2" fmla="*/ 818707 h 1307804"/>
                <a:gd name="connsiteX3" fmla="*/ 538980 w 1326522"/>
                <a:gd name="connsiteY3" fmla="*/ 478465 h 1307804"/>
                <a:gd name="connsiteX4" fmla="*/ 49882 w 1326522"/>
                <a:gd name="connsiteY4" fmla="*/ 372139 h 1307804"/>
                <a:gd name="connsiteX5" fmla="*/ 49882 w 1326522"/>
                <a:gd name="connsiteY5" fmla="*/ 818707 h 1307804"/>
                <a:gd name="connsiteX6" fmla="*/ 347594 w 1326522"/>
                <a:gd name="connsiteY6" fmla="*/ 1063256 h 1307804"/>
                <a:gd name="connsiteX7" fmla="*/ 113678 w 1326522"/>
                <a:gd name="connsiteY7" fmla="*/ 1307804 h 1307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6522" h="1307804">
                  <a:moveTo>
                    <a:pt x="1102506" y="0"/>
                  </a:moveTo>
                  <a:cubicBezTo>
                    <a:pt x="1234527" y="181639"/>
                    <a:pt x="1366548" y="363279"/>
                    <a:pt x="1315157" y="499730"/>
                  </a:cubicBezTo>
                  <a:cubicBezTo>
                    <a:pt x="1263766" y="636181"/>
                    <a:pt x="923525" y="822251"/>
                    <a:pt x="794162" y="818707"/>
                  </a:cubicBezTo>
                  <a:cubicBezTo>
                    <a:pt x="664799" y="815163"/>
                    <a:pt x="663027" y="552893"/>
                    <a:pt x="538980" y="478465"/>
                  </a:cubicBezTo>
                  <a:cubicBezTo>
                    <a:pt x="414933" y="404037"/>
                    <a:pt x="131398" y="315432"/>
                    <a:pt x="49882" y="372139"/>
                  </a:cubicBezTo>
                  <a:cubicBezTo>
                    <a:pt x="-31634" y="428846"/>
                    <a:pt x="263" y="703521"/>
                    <a:pt x="49882" y="818707"/>
                  </a:cubicBezTo>
                  <a:cubicBezTo>
                    <a:pt x="99501" y="933893"/>
                    <a:pt x="336961" y="981740"/>
                    <a:pt x="347594" y="1063256"/>
                  </a:cubicBezTo>
                  <a:cubicBezTo>
                    <a:pt x="358227" y="1144772"/>
                    <a:pt x="104818" y="1217427"/>
                    <a:pt x="113678" y="1307804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9EE5EFF-E73D-CC1A-67C7-83B99473A9EF}"/>
                </a:ext>
              </a:extLst>
            </p:cNvPr>
            <p:cNvSpPr/>
            <p:nvPr/>
          </p:nvSpPr>
          <p:spPr>
            <a:xfrm rot="4551713">
              <a:off x="8260434" y="3358209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339FE6-70DB-0853-D628-B1D39E14C1A4}"/>
                </a:ext>
              </a:extLst>
            </p:cNvPr>
            <p:cNvCxnSpPr>
              <a:cxnSpLocks/>
              <a:stCxn id="35" idx="6"/>
              <a:endCxn id="47" idx="2"/>
            </p:cNvCxnSpPr>
            <p:nvPr/>
          </p:nvCxnSpPr>
          <p:spPr>
            <a:xfrm flipV="1">
              <a:off x="9901954" y="1970913"/>
              <a:ext cx="1042288" cy="33517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AB10B90-58C0-64FA-0381-549AB79BDE62}"/>
                </a:ext>
              </a:extLst>
            </p:cNvPr>
            <p:cNvCxnSpPr>
              <a:stCxn id="37" idx="3"/>
              <a:endCxn id="36" idx="7"/>
            </p:cNvCxnSpPr>
            <p:nvPr/>
          </p:nvCxnSpPr>
          <p:spPr>
            <a:xfrm flipH="1">
              <a:off x="9270609" y="3386098"/>
              <a:ext cx="765360" cy="51788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8628FAB3-8BD0-3738-DA2D-79E3D16F1C02}"/>
                    </a:ext>
                  </a:extLst>
                </p:cNvPr>
                <p:cNvSpPr/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8628FAB3-8BD0-3738-DA2D-79E3D16F1C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FF33CC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ABBDF72-2FF5-2183-A9B1-28ADD7420C07}"/>
                    </a:ext>
                  </a:extLst>
                </p:cNvPr>
                <p:cNvSpPr/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ABBDF72-2FF5-2183-A9B1-28ADD7420C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E8CEF62-5070-282D-FBC7-78010062099D}"/>
                    </a:ext>
                  </a:extLst>
                </p:cNvPr>
                <p:cNvSpPr/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E8CEF62-5070-282D-FBC7-7801006209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blipFill>
                  <a:blip r:embed="rId5"/>
                  <a:stretch>
                    <a:fillRect b="-8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0CC2B2E-CACC-9F08-B7C8-C7E525968DFB}"/>
                    </a:ext>
                  </a:extLst>
                </p:cNvPr>
                <p:cNvSpPr/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0CC2B2E-CACC-9F08-B7C8-C7E525968D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Freeform 2">
              <a:extLst>
                <a:ext uri="{FF2B5EF4-FFF2-40B4-BE49-F238E27FC236}">
                  <a16:creationId xmlns:a16="http://schemas.microsoft.com/office/drawing/2014/main" id="{187AAD63-1D27-A33B-AA85-F13586E96FD7}"/>
                </a:ext>
              </a:extLst>
            </p:cNvPr>
            <p:cNvSpPr/>
            <p:nvPr/>
          </p:nvSpPr>
          <p:spPr>
            <a:xfrm>
              <a:off x="8158085" y="1755227"/>
              <a:ext cx="1828800" cy="2664373"/>
            </a:xfrm>
            <a:custGeom>
              <a:avLst/>
              <a:gdLst>
                <a:gd name="connsiteX0" fmla="*/ 0 w 1828800"/>
                <a:gd name="connsiteY0" fmla="*/ 1119352 h 2664373"/>
                <a:gd name="connsiteX1" fmla="*/ 110359 w 1828800"/>
                <a:gd name="connsiteY1" fmla="*/ 1797269 h 2664373"/>
                <a:gd name="connsiteX2" fmla="*/ 394138 w 1828800"/>
                <a:gd name="connsiteY2" fmla="*/ 2443655 h 2664373"/>
                <a:gd name="connsiteX3" fmla="*/ 961697 w 1828800"/>
                <a:gd name="connsiteY3" fmla="*/ 2664373 h 2664373"/>
                <a:gd name="connsiteX4" fmla="*/ 1371600 w 1828800"/>
                <a:gd name="connsiteY4" fmla="*/ 2333297 h 2664373"/>
                <a:gd name="connsiteX5" fmla="*/ 1403131 w 1828800"/>
                <a:gd name="connsiteY5" fmla="*/ 1608083 h 2664373"/>
                <a:gd name="connsiteX6" fmla="*/ 1828800 w 1828800"/>
                <a:gd name="connsiteY6" fmla="*/ 567559 h 2664373"/>
                <a:gd name="connsiteX7" fmla="*/ 1765738 w 1828800"/>
                <a:gd name="connsiteY7" fmla="*/ 141890 h 2664373"/>
                <a:gd name="connsiteX8" fmla="*/ 1513490 w 1828800"/>
                <a:gd name="connsiteY8" fmla="*/ 0 h 2664373"/>
                <a:gd name="connsiteX9" fmla="*/ 614856 w 1828800"/>
                <a:gd name="connsiteY9" fmla="*/ 488731 h 2664373"/>
                <a:gd name="connsiteX10" fmla="*/ 78828 w 1828800"/>
                <a:gd name="connsiteY10" fmla="*/ 867104 h 2664373"/>
                <a:gd name="connsiteX11" fmla="*/ 0 w 1828800"/>
                <a:gd name="connsiteY11" fmla="*/ 1119352 h 2664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8800" h="2664373">
                  <a:moveTo>
                    <a:pt x="0" y="1119352"/>
                  </a:moveTo>
                  <a:lnTo>
                    <a:pt x="110359" y="1797269"/>
                  </a:lnTo>
                  <a:lnTo>
                    <a:pt x="394138" y="2443655"/>
                  </a:lnTo>
                  <a:lnTo>
                    <a:pt x="961697" y="2664373"/>
                  </a:lnTo>
                  <a:lnTo>
                    <a:pt x="1371600" y="2333297"/>
                  </a:lnTo>
                  <a:lnTo>
                    <a:pt x="1403131" y="1608083"/>
                  </a:lnTo>
                  <a:lnTo>
                    <a:pt x="1828800" y="567559"/>
                  </a:lnTo>
                  <a:lnTo>
                    <a:pt x="1765738" y="141890"/>
                  </a:lnTo>
                  <a:lnTo>
                    <a:pt x="1513490" y="0"/>
                  </a:lnTo>
                  <a:lnTo>
                    <a:pt x="614856" y="488731"/>
                  </a:lnTo>
                  <a:lnTo>
                    <a:pt x="78828" y="867104"/>
                  </a:lnTo>
                  <a:lnTo>
                    <a:pt x="0" y="1119352"/>
                  </a:lnTo>
                  <a:close/>
                </a:path>
              </a:pathLst>
            </a:custGeom>
            <a:solidFill>
              <a:srgbClr val="00B0F0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9B7DCAD-FE75-8FAF-B7D8-C443CAF47EA7}"/>
                    </a:ext>
                  </a:extLst>
                </p:cNvPr>
                <p:cNvSpPr txBox="1"/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dirty="0">
                      <a:solidFill>
                        <a:schemeClr val="tx2">
                          <a:lumMod val="75000"/>
                        </a:schemeClr>
                      </a:solidFill>
                    </a:rPr>
                    <a:t> nodes</a:t>
                  </a: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9B7DCAD-FE75-8FAF-B7D8-C443CAF47E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122" r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5A4C501F-64FF-88BA-788A-8096A2CFC062}"/>
                    </a:ext>
                  </a:extLst>
                </p:cNvPr>
                <p:cNvSpPr/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5A4C501F-64FF-88BA-788A-8096A2CFC0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68628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Algorithm: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600201"/>
                <a:ext cx="8361699" cy="51212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next node removed from the queue. </a:t>
                </a:r>
              </a:p>
              <a:p>
                <a:pPr lvl="1"/>
                <a:r>
                  <a:rPr lang="en-US" dirty="0"/>
                  <a:t>No other node incomplete node has a shorter path discovered so far</a:t>
                </a:r>
              </a:p>
              <a:p>
                <a:r>
                  <a:rPr lang="en-US" dirty="0"/>
                  <a:t>Claim: no undiscovered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could be shorter</a:t>
                </a:r>
              </a:p>
              <a:p>
                <a:pPr lvl="1"/>
                <a:r>
                  <a:rPr lang="en-US" b="0" dirty="0"/>
                  <a:t>Consider any other incomplete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that is 1 edge away from a complete node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closest node that is one away from a complete node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No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can have negative weight</a:t>
                </a:r>
                <a:endParaRPr lang="en-US" dirty="0"/>
              </a:p>
              <a:p>
                <a:pPr lvl="1"/>
                <a:r>
                  <a:rPr lang="en-US" dirty="0"/>
                  <a:t>Thus no path that includes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can be a shorter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 the shortest path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must use only complete nodes, and therefore we have found it already!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1"/>
                <a:ext cx="8361699" cy="5121275"/>
              </a:xfrm>
              <a:blipFill>
                <a:blip r:embed="rId2"/>
                <a:stretch>
                  <a:fillRect l="-1312" t="-2024" r="-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31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357B1E-48F0-D9B6-159A-08FA6DC3CFCF}"/>
              </a:ext>
            </a:extLst>
          </p:cNvPr>
          <p:cNvGrpSpPr/>
          <p:nvPr/>
        </p:nvGrpSpPr>
        <p:grpSpPr>
          <a:xfrm>
            <a:off x="8158085" y="1755227"/>
            <a:ext cx="3196912" cy="2664373"/>
            <a:chOff x="8158085" y="1755227"/>
            <a:chExt cx="3196912" cy="266437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370E14E-294F-D4D8-77F0-CC545453D0D1}"/>
                </a:ext>
              </a:extLst>
            </p:cNvPr>
            <p:cNvSpPr/>
            <p:nvPr/>
          </p:nvSpPr>
          <p:spPr>
            <a:xfrm>
              <a:off x="8516679" y="2345631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3497A4C-A31D-1F41-AD5A-57852224D4A6}"/>
                </a:ext>
              </a:extLst>
            </p:cNvPr>
            <p:cNvSpPr/>
            <p:nvPr/>
          </p:nvSpPr>
          <p:spPr>
            <a:xfrm>
              <a:off x="10028475" y="2085324"/>
              <a:ext cx="1326522" cy="1307804"/>
            </a:xfrm>
            <a:custGeom>
              <a:avLst/>
              <a:gdLst>
                <a:gd name="connsiteX0" fmla="*/ 1102506 w 1326522"/>
                <a:gd name="connsiteY0" fmla="*/ 0 h 1307804"/>
                <a:gd name="connsiteX1" fmla="*/ 1315157 w 1326522"/>
                <a:gd name="connsiteY1" fmla="*/ 499730 h 1307804"/>
                <a:gd name="connsiteX2" fmla="*/ 794162 w 1326522"/>
                <a:gd name="connsiteY2" fmla="*/ 818707 h 1307804"/>
                <a:gd name="connsiteX3" fmla="*/ 538980 w 1326522"/>
                <a:gd name="connsiteY3" fmla="*/ 478465 h 1307804"/>
                <a:gd name="connsiteX4" fmla="*/ 49882 w 1326522"/>
                <a:gd name="connsiteY4" fmla="*/ 372139 h 1307804"/>
                <a:gd name="connsiteX5" fmla="*/ 49882 w 1326522"/>
                <a:gd name="connsiteY5" fmla="*/ 818707 h 1307804"/>
                <a:gd name="connsiteX6" fmla="*/ 347594 w 1326522"/>
                <a:gd name="connsiteY6" fmla="*/ 1063256 h 1307804"/>
                <a:gd name="connsiteX7" fmla="*/ 113678 w 1326522"/>
                <a:gd name="connsiteY7" fmla="*/ 1307804 h 1307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6522" h="1307804">
                  <a:moveTo>
                    <a:pt x="1102506" y="0"/>
                  </a:moveTo>
                  <a:cubicBezTo>
                    <a:pt x="1234527" y="181639"/>
                    <a:pt x="1366548" y="363279"/>
                    <a:pt x="1315157" y="499730"/>
                  </a:cubicBezTo>
                  <a:cubicBezTo>
                    <a:pt x="1263766" y="636181"/>
                    <a:pt x="923525" y="822251"/>
                    <a:pt x="794162" y="818707"/>
                  </a:cubicBezTo>
                  <a:cubicBezTo>
                    <a:pt x="664799" y="815163"/>
                    <a:pt x="663027" y="552893"/>
                    <a:pt x="538980" y="478465"/>
                  </a:cubicBezTo>
                  <a:cubicBezTo>
                    <a:pt x="414933" y="404037"/>
                    <a:pt x="131398" y="315432"/>
                    <a:pt x="49882" y="372139"/>
                  </a:cubicBezTo>
                  <a:cubicBezTo>
                    <a:pt x="-31634" y="428846"/>
                    <a:pt x="263" y="703521"/>
                    <a:pt x="49882" y="818707"/>
                  </a:cubicBezTo>
                  <a:cubicBezTo>
                    <a:pt x="99501" y="933893"/>
                    <a:pt x="336961" y="981740"/>
                    <a:pt x="347594" y="1063256"/>
                  </a:cubicBezTo>
                  <a:cubicBezTo>
                    <a:pt x="358227" y="1144772"/>
                    <a:pt x="104818" y="1217427"/>
                    <a:pt x="113678" y="1307804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9EE5EFF-E73D-CC1A-67C7-83B99473A9EF}"/>
                </a:ext>
              </a:extLst>
            </p:cNvPr>
            <p:cNvSpPr/>
            <p:nvPr/>
          </p:nvSpPr>
          <p:spPr>
            <a:xfrm rot="4551713">
              <a:off x="8260434" y="3358209"/>
              <a:ext cx="1113942" cy="558054"/>
            </a:xfrm>
            <a:custGeom>
              <a:avLst/>
              <a:gdLst>
                <a:gd name="connsiteX0" fmla="*/ 0 w 1113942"/>
                <a:gd name="connsiteY0" fmla="*/ 535792 h 558054"/>
                <a:gd name="connsiteX1" fmla="*/ 382772 w 1113942"/>
                <a:gd name="connsiteY1" fmla="*/ 514527 h 558054"/>
                <a:gd name="connsiteX2" fmla="*/ 414670 w 1113942"/>
                <a:gd name="connsiteY2" fmla="*/ 142388 h 558054"/>
                <a:gd name="connsiteX3" fmla="*/ 797442 w 1113942"/>
                <a:gd name="connsiteY3" fmla="*/ 4164 h 558054"/>
                <a:gd name="connsiteX4" fmla="*/ 786809 w 1113942"/>
                <a:gd name="connsiteY4" fmla="*/ 280611 h 558054"/>
                <a:gd name="connsiteX5" fmla="*/ 1095154 w 1113942"/>
                <a:gd name="connsiteY5" fmla="*/ 269978 h 558054"/>
                <a:gd name="connsiteX6" fmla="*/ 1095154 w 1113942"/>
                <a:gd name="connsiteY6" fmla="*/ 57327 h 55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3942" h="558054">
                  <a:moveTo>
                    <a:pt x="0" y="535792"/>
                  </a:moveTo>
                  <a:cubicBezTo>
                    <a:pt x="156830" y="557943"/>
                    <a:pt x="313660" y="580094"/>
                    <a:pt x="382772" y="514527"/>
                  </a:cubicBezTo>
                  <a:cubicBezTo>
                    <a:pt x="451884" y="448960"/>
                    <a:pt x="345558" y="227448"/>
                    <a:pt x="414670" y="142388"/>
                  </a:cubicBezTo>
                  <a:cubicBezTo>
                    <a:pt x="483782" y="57328"/>
                    <a:pt x="735419" y="-18873"/>
                    <a:pt x="797442" y="4164"/>
                  </a:cubicBezTo>
                  <a:cubicBezTo>
                    <a:pt x="859465" y="27201"/>
                    <a:pt x="737190" y="236309"/>
                    <a:pt x="786809" y="280611"/>
                  </a:cubicBezTo>
                  <a:cubicBezTo>
                    <a:pt x="836428" y="324913"/>
                    <a:pt x="1043763" y="307192"/>
                    <a:pt x="1095154" y="269978"/>
                  </a:cubicBezTo>
                  <a:cubicBezTo>
                    <a:pt x="1146545" y="232764"/>
                    <a:pt x="1073889" y="30746"/>
                    <a:pt x="1095154" y="57327"/>
                  </a:cubicBezTo>
                </a:path>
              </a:pathLst>
            </a:custGeom>
            <a:noFill/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339FE6-70DB-0853-D628-B1D39E14C1A4}"/>
                </a:ext>
              </a:extLst>
            </p:cNvPr>
            <p:cNvCxnSpPr>
              <a:cxnSpLocks/>
              <a:stCxn id="35" idx="6"/>
              <a:endCxn id="47" idx="2"/>
            </p:cNvCxnSpPr>
            <p:nvPr/>
          </p:nvCxnSpPr>
          <p:spPr>
            <a:xfrm flipV="1">
              <a:off x="9901954" y="1970913"/>
              <a:ext cx="1042288" cy="33517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AB10B90-58C0-64FA-0381-549AB79BDE62}"/>
                </a:ext>
              </a:extLst>
            </p:cNvPr>
            <p:cNvCxnSpPr>
              <a:stCxn id="37" idx="3"/>
              <a:endCxn id="36" idx="7"/>
            </p:cNvCxnSpPr>
            <p:nvPr/>
          </p:nvCxnSpPr>
          <p:spPr>
            <a:xfrm flipH="1">
              <a:off x="9270609" y="3386098"/>
              <a:ext cx="765360" cy="517888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8628FAB3-8BD0-3738-DA2D-79E3D16F1C02}"/>
                    </a:ext>
                  </a:extLst>
                </p:cNvPr>
                <p:cNvSpPr/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33C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8628FAB3-8BD0-3738-DA2D-79E3D16F1C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5800" y="2885594"/>
                  <a:ext cx="335171" cy="335171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FF33CC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ABBDF72-2FF5-2183-A9B1-28ADD7420C07}"/>
                    </a:ext>
                  </a:extLst>
                </p:cNvPr>
                <p:cNvSpPr/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ABBDF72-2FF5-2183-A9B1-28ADD7420C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6783" y="2138498"/>
                  <a:ext cx="335171" cy="335171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E8CEF62-5070-282D-FBC7-78010062099D}"/>
                    </a:ext>
                  </a:extLst>
                </p:cNvPr>
                <p:cNvSpPr/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E8CEF62-5070-282D-FBC7-7801006209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4522" y="3854902"/>
                  <a:ext cx="335171" cy="335171"/>
                </a:xfrm>
                <a:prstGeom prst="ellipse">
                  <a:avLst/>
                </a:prstGeom>
                <a:blipFill>
                  <a:blip r:embed="rId5"/>
                  <a:stretch>
                    <a:fillRect b="-8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0CC2B2E-CACC-9F08-B7C8-C7E525968DFB}"/>
                    </a:ext>
                  </a:extLst>
                </p:cNvPr>
                <p:cNvSpPr/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F0CC2B2E-CACC-9F08-B7C8-C7E525968D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6885" y="3100011"/>
                  <a:ext cx="335171" cy="335171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Freeform 2">
              <a:extLst>
                <a:ext uri="{FF2B5EF4-FFF2-40B4-BE49-F238E27FC236}">
                  <a16:creationId xmlns:a16="http://schemas.microsoft.com/office/drawing/2014/main" id="{187AAD63-1D27-A33B-AA85-F13586E96FD7}"/>
                </a:ext>
              </a:extLst>
            </p:cNvPr>
            <p:cNvSpPr/>
            <p:nvPr/>
          </p:nvSpPr>
          <p:spPr>
            <a:xfrm>
              <a:off x="8158085" y="1755227"/>
              <a:ext cx="1828800" cy="2664373"/>
            </a:xfrm>
            <a:custGeom>
              <a:avLst/>
              <a:gdLst>
                <a:gd name="connsiteX0" fmla="*/ 0 w 1828800"/>
                <a:gd name="connsiteY0" fmla="*/ 1119352 h 2664373"/>
                <a:gd name="connsiteX1" fmla="*/ 110359 w 1828800"/>
                <a:gd name="connsiteY1" fmla="*/ 1797269 h 2664373"/>
                <a:gd name="connsiteX2" fmla="*/ 394138 w 1828800"/>
                <a:gd name="connsiteY2" fmla="*/ 2443655 h 2664373"/>
                <a:gd name="connsiteX3" fmla="*/ 961697 w 1828800"/>
                <a:gd name="connsiteY3" fmla="*/ 2664373 h 2664373"/>
                <a:gd name="connsiteX4" fmla="*/ 1371600 w 1828800"/>
                <a:gd name="connsiteY4" fmla="*/ 2333297 h 2664373"/>
                <a:gd name="connsiteX5" fmla="*/ 1403131 w 1828800"/>
                <a:gd name="connsiteY5" fmla="*/ 1608083 h 2664373"/>
                <a:gd name="connsiteX6" fmla="*/ 1828800 w 1828800"/>
                <a:gd name="connsiteY6" fmla="*/ 567559 h 2664373"/>
                <a:gd name="connsiteX7" fmla="*/ 1765738 w 1828800"/>
                <a:gd name="connsiteY7" fmla="*/ 141890 h 2664373"/>
                <a:gd name="connsiteX8" fmla="*/ 1513490 w 1828800"/>
                <a:gd name="connsiteY8" fmla="*/ 0 h 2664373"/>
                <a:gd name="connsiteX9" fmla="*/ 614856 w 1828800"/>
                <a:gd name="connsiteY9" fmla="*/ 488731 h 2664373"/>
                <a:gd name="connsiteX10" fmla="*/ 78828 w 1828800"/>
                <a:gd name="connsiteY10" fmla="*/ 867104 h 2664373"/>
                <a:gd name="connsiteX11" fmla="*/ 0 w 1828800"/>
                <a:gd name="connsiteY11" fmla="*/ 1119352 h 2664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28800" h="2664373">
                  <a:moveTo>
                    <a:pt x="0" y="1119352"/>
                  </a:moveTo>
                  <a:lnTo>
                    <a:pt x="110359" y="1797269"/>
                  </a:lnTo>
                  <a:lnTo>
                    <a:pt x="394138" y="2443655"/>
                  </a:lnTo>
                  <a:lnTo>
                    <a:pt x="961697" y="2664373"/>
                  </a:lnTo>
                  <a:lnTo>
                    <a:pt x="1371600" y="2333297"/>
                  </a:lnTo>
                  <a:lnTo>
                    <a:pt x="1403131" y="1608083"/>
                  </a:lnTo>
                  <a:lnTo>
                    <a:pt x="1828800" y="567559"/>
                  </a:lnTo>
                  <a:lnTo>
                    <a:pt x="1765738" y="141890"/>
                  </a:lnTo>
                  <a:lnTo>
                    <a:pt x="1513490" y="0"/>
                  </a:lnTo>
                  <a:lnTo>
                    <a:pt x="614856" y="488731"/>
                  </a:lnTo>
                  <a:lnTo>
                    <a:pt x="78828" y="867104"/>
                  </a:lnTo>
                  <a:lnTo>
                    <a:pt x="0" y="1119352"/>
                  </a:lnTo>
                  <a:close/>
                </a:path>
              </a:pathLst>
            </a:custGeom>
            <a:solidFill>
              <a:srgbClr val="00B0F0">
                <a:alpha val="25098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9B7DCAD-FE75-8FAF-B7D8-C443CAF47EA7}"/>
                    </a:ext>
                  </a:extLst>
                </p:cNvPr>
                <p:cNvSpPr txBox="1"/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US" dirty="0">
                      <a:solidFill>
                        <a:schemeClr val="tx2">
                          <a:lumMod val="75000"/>
                        </a:schemeClr>
                      </a:solidFill>
                    </a:rPr>
                    <a:t> nodes</a:t>
                  </a: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9B7DCAD-FE75-8FAF-B7D8-C443CAF47E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7461">
                  <a:off x="8886445" y="2873184"/>
                  <a:ext cx="941604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6122" r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5A4C501F-64FF-88BA-788A-8096A2CFC062}"/>
                    </a:ext>
                  </a:extLst>
                </p:cNvPr>
                <p:cNvSpPr/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5A4C501F-64FF-88BA-788A-8096A2CFC0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4242" y="1803327"/>
                  <a:ext cx="335171" cy="33517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40959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24636</TotalTime>
  <Words>3334</Words>
  <Application>Microsoft Office PowerPoint</Application>
  <PresentationFormat>Widescreen</PresentationFormat>
  <Paragraphs>1190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 Light</vt:lpstr>
      <vt:lpstr>Calibri</vt:lpstr>
      <vt:lpstr>Cambria Math</vt:lpstr>
      <vt:lpstr>Aptos</vt:lpstr>
      <vt:lpstr>Arial</vt:lpstr>
      <vt:lpstr>Office Theme</vt:lpstr>
      <vt:lpstr>CSE 332 Winter 2026 Lecture 16: Graphs 3</vt:lpstr>
      <vt:lpstr>Breadth-First Search</vt:lpstr>
      <vt:lpstr>BFS</vt:lpstr>
      <vt:lpstr>Find Distance (unweighted)</vt:lpstr>
      <vt:lpstr>Find Distance – Worked Example</vt:lpstr>
      <vt:lpstr>Shortest Path - Idea</vt:lpstr>
      <vt:lpstr>Depth-First Search</vt:lpstr>
      <vt:lpstr>DFS Recursively (more common)</vt:lpstr>
      <vt:lpstr>DFS – Worked Example</vt:lpstr>
      <vt:lpstr>Using DFS</vt:lpstr>
      <vt:lpstr>Back Edges</vt:lpstr>
      <vt:lpstr>Cycle Detection</vt:lpstr>
      <vt:lpstr>Cycle Detection – Worked Example</vt:lpstr>
      <vt:lpstr>Single-Source Shortest Path</vt:lpstr>
      <vt:lpstr>Dijkstra’s Algorithm</vt:lpstr>
      <vt:lpstr>Dijkstra’s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Algorithm: Running Time</vt:lpstr>
      <vt:lpstr>Dijkstra’s Algorithm: Correctness</vt:lpstr>
      <vt:lpstr>Dijkstra’s Algorithm: Correctness</vt:lpstr>
      <vt:lpstr>Dijkstra’s Algorithm: Correctness</vt:lpstr>
      <vt:lpstr>Dijkstra’s Algorithm: Correctness</vt:lpstr>
      <vt:lpstr>Dijkstra’s Algorithm: Correctness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267</cp:revision>
  <dcterms:created xsi:type="dcterms:W3CDTF">2023-10-13T16:06:42Z</dcterms:created>
  <dcterms:modified xsi:type="dcterms:W3CDTF">2026-02-13T23:05:06Z</dcterms:modified>
</cp:coreProperties>
</file>