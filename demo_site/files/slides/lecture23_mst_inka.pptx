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2.xml" ContentType="application/vnd.openxmlformats-officedocument.presentationml.notesSlide+xml"/>
  <Override PartName="/ppt/ink/ink14.xml" ContentType="application/inkml+xml"/>
  <Override PartName="/ppt/notesSlides/notesSlide3.xml" ContentType="application/vnd.openxmlformats-officedocument.presentationml.notesSlide+xml"/>
  <Override PartName="/ppt/ink/ink15.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notesSlides/notesSlide8.xml" ContentType="application/vnd.openxmlformats-officedocument.presentationml.notesSlide+xml"/>
  <Override PartName="/ppt/ink/ink1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7" r:id="rId2"/>
    <p:sldId id="758" r:id="rId3"/>
    <p:sldId id="834" r:id="rId4"/>
    <p:sldId id="759" r:id="rId5"/>
    <p:sldId id="760" r:id="rId6"/>
    <p:sldId id="777" r:id="rId7"/>
    <p:sldId id="778" r:id="rId8"/>
    <p:sldId id="779" r:id="rId9"/>
    <p:sldId id="780" r:id="rId10"/>
    <p:sldId id="781" r:id="rId11"/>
    <p:sldId id="888" r:id="rId12"/>
    <p:sldId id="889" r:id="rId13"/>
    <p:sldId id="892" r:id="rId14"/>
    <p:sldId id="894" r:id="rId15"/>
    <p:sldId id="891" r:id="rId16"/>
    <p:sldId id="893" r:id="rId17"/>
    <p:sldId id="886" r:id="rId18"/>
    <p:sldId id="768" r:id="rId19"/>
    <p:sldId id="770" r:id="rId20"/>
    <p:sldId id="842" r:id="rId21"/>
    <p:sldId id="877" r:id="rId22"/>
    <p:sldId id="878" r:id="rId23"/>
    <p:sldId id="845" r:id="rId24"/>
    <p:sldId id="885" r:id="rId25"/>
    <p:sldId id="775" r:id="rId26"/>
    <p:sldId id="776" r:id="rId27"/>
    <p:sldId id="762" r:id="rId28"/>
    <p:sldId id="763" r:id="rId29"/>
    <p:sldId id="764" r:id="rId30"/>
    <p:sldId id="765" r:id="rId31"/>
    <p:sldId id="766" r:id="rId32"/>
    <p:sldId id="767" r:id="rId33"/>
    <p:sldId id="887" r:id="rId34"/>
    <p:sldId id="774" r:id="rId35"/>
    <p:sldId id="881" r:id="rId36"/>
  </p:sldIdLst>
  <p:sldSz cx="12192000" cy="6858000"/>
  <p:notesSz cx="6858000" cy="9144000"/>
  <p:embeddedFontLst>
    <p:embeddedFont>
      <p:font typeface="Cambria Math" panose="02040503050406030204" pitchFamily="18" charset="0"/>
      <p:regular r:id="rId38"/>
    </p:embeddedFont>
    <p:embeddedFont>
      <p:font typeface="Consolas" panose="020B0609020204030204" pitchFamily="49" charset="0"/>
      <p:regular r:id="rId39"/>
      <p:bold r:id="rId40"/>
      <p:italic r:id="rId41"/>
      <p:bold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4.fntdata"/></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0:34:37.573"/>
    </inkml:context>
    <inkml:brush xml:id="br0">
      <inkml:brushProperty name="width" value="0.05292" units="cm"/>
      <inkml:brushProperty name="height" value="0.05292" units="cm"/>
      <inkml:brushProperty name="color" value="#FF0000"/>
    </inkml:brush>
  </inkml:definitions>
  <inkml:trace contextRef="#ctx0" brushRef="#br0">11676 6251 0,'0'0'0,"0"0"0,0 8 15,0 18 1,-9 33-16,-33 43 16,-10 34-1,-7 18-15,-1-18 16,17-43 0,26-8-16,0 9 15,17-26-15,17-17 31,0-26-31,17 1 16,52-18-16,33-25 16,1-17-1,-1-8-15,18-1 16,16 9 0,1 0-16,34 9 15,25 8 1,-25 0-1,8 17-15,18 17 16,-1 0-16,-8 0 16,-17 17-1,-9 25 1,9 1-16,-26-1 16,-34 1-16,8-9 15,1 0 1,-26-9-1,-26-16-15,-17-18 16,-16 1-16,-1-1 16,-8-16-1,-18-1-15,1-8 16,-1-25 0,-8-35-16,-8-33 15,-18-1 1,-8-25-16,9-17 15,-1 17 1,1 77 0</inkml:trace>
  <inkml:trace contextRef="#ctx0" brushRef="#br0" timeOffset="730.34">21841 7144 0,'0'0'0,"8"0"0,35 8 16,68 9-16,68-8 16,69-18-16,59 9 15,9-8 1,51-1-16</inkml:trace>
  <inkml:trace contextRef="#ctx0" brushRef="#br0" timeOffset="74462.28">8253 8249 0,'0'0'0,"0"0"0,0 0 0,0 0 0,0-8 16,0 8-1,0 0 1,0 0-16,0 0 16,0 0-1,-8-9-15,-9 1 16,-43-1 0,-68-8-16,8 0 15,69 9 1,17 8-16,-51 0 15,-146 0-15,61 0 16,101 0 0,-195 0-1,25 0-15,179 25 16,-205 103 0,9 16-16,17-33 15,0-26 1,154-42-16,-188 101 15,34-8 1,162-59 0,-153 33-16,16-16 15,138 67-15,-78 27 16,-25-112 0,76-16-16,43 16 15,26 26 1,0 17-16,17-34 15,9-51 1,8-8-16,0 8 16,0 0-1,0 0-15,0 0 16,0-9-16,0-8 16,8-8-1,18-1-15,25 1 16,-17-1-1,-8-8-15,-18 0 16,1 0 0,-9 0-1,-17 9-15,-17 25 16,-1 17 0,1 26-16,9-1 15,-1 1-15,-34 84 16,-16 43-1,7-85 1,-16 68-16,0 43 16,42-94-1,26 94-15,34-1 16,68-76-16,35 111 16,-43-77-1,-35-85-15,1 102 16,-9-25-1,120-26 1,42 34-16,-111-59 16,86-1-16,42-42 15,-110-51 1,127-17 0,9 9-16,-119-18 15,127 1 1,-33-1-1,-138 1-15,78-18 0,34 1 16,-86-1 0,-51 9-1,-16 0-15,-10 0 16,-16 0 0,-1-8-16,1-1 15,-1-8-15,1-17 16,-1-34-1,1 0 1,-1 0-16,-8 17 16,0 0-16,0 9 15,9-9 1,0-17 0,-1-34-16,1-18 15,-9 27 1,25 8-16,18-9 15,34-67 1,-1-9 0,-33 76-16,-9 9 15,0-42-15,-42-18 16,-43 17 0,-26 26-16,9 17 15,8-25-15,-43-26 16,-76-9-1,34 69-15,85 33 16,-102-8 0,-43-17-1,94 25-15,26 9 16,-77-25 0,-26 8-16,86 8 15,59 18 1,9-1-16,17 1 15,0-1 1,0 9-16,8 0 16,1 0-16,-1 0 15,9 0 1,17-8 0,43-9-16,59-17 15,-16 8-15,-43 18 16,59-26-16,86-9 15,-51 1 17,-35-9-32,103-18 15,-34 27-15,51-35 16,25-25-16,35-17 16,-17 17-1,-9 9 1,0-1-16,-154 18 15,26-35 1,1 26 0,-44 34-16,-25-9 15,-52-16-15,-33-1 16,-52-8 0,-42 0-16,8 0 15,-43-60-15,-93-25 16,-69 9-1</inkml:trace>
  <inkml:trace contextRef="#ctx0" brushRef="#br0" timeOffset="102177.44">29386 1735 0,'0'0'15,"0"0"-15,0 0 0,0 0 0,0-9 16,0-8-1,0 9-15,0 8 16,0 0 0,-9 0-16,-16 0 15,-61 8 1,-67 43 0,25 68-16,59 18 15,44-52 1,8 25-16,0 52 15,8-18 1,26-50-16,137-18 16,8-16-16,-8-43 15,93-17 1,-85-43 0,-17-76-16,35-25 15,-87 76 1,-50-26-16,-51-67 0,-69 8 15,-34 50 1,-94 18 0,0 26-16,52 42 15,-52-17 1,51 8-16,77 35 16,52-1-16</inkml:trace>
  <inkml:trace contextRef="#ctx0" brushRef="#br0" timeOffset="103017.41">29121 2815 0,'-8'0'0,"-35"25"0,-25 18 0,-1 8 16,-101 51 0,-69 34-16,-111-8 15,68-9 1,120 42-16,-60-8 15,103-93-15,76-34 16,17-18 0,18 1-1</inkml:trace>
  <inkml:trace contextRef="#ctx0" brushRef="#br0" timeOffset="103415.15">29924 3351 0,'0'0'0,"0"0"0,25 42 16,52 35-16,0 16 15,8 9 1,0-25-16,-25-18 16,-17-7-1,-26-27-15</inkml:trace>
  <inkml:trace contextRef="#ctx0" brushRef="#br0" timeOffset="103962.52">27218 4074 0,'0'-9'0,"-9"1"0,1-9 15,-9 0 1,-34 0-16,-35 8 15,-33 26-15,-9 34 32,-34 43-32,-26 25 15,43 8-15,59 35 0,35-9 32,34-42-32,51 33 15,120 18 1,-1-69-1,52-67-15,34-43 16,-42-60-16,7-16 16,-67 33-1,-43 1-15,-34-9 16,-26-9 0,-34-8-16,-60 0 15,-68-9-15,17 43 16,77 43-1</inkml:trace>
  <inkml:trace contextRef="#ctx0" brushRef="#br0" timeOffset="104433.06">30982 4414 0,'-9'0'0,"-16"0"15,-61 0-15,-33 17 16,-9 17 0,-9 8-16,-50 43 15,24 0 1,78-17-16,25-8 16,35 0-1,8 16-15,93 52 16,95-1-1,51-33-15,26-26 16,-95-43 0,-76-33-16,-9-35 15,1-50 1,-52-77-16,-69-51 16,-93-26-1,-94-34-15</inkml:trace>
  <inkml:trace contextRef="#ctx0" brushRef="#br0" timeOffset="119605.17">18000 15682 0,'0'0'0,"-8"0"0,-52-8 15,-94-35-15,9-16 16,-26-43 0,-59-26-16,76 52 15,52 33-15,-9 9 16,9 0-1,-1 0 1,26 8-16,35 9 16,8 17-1,17 0-15,-1 9 16,1 16 0,17 35-16,43 85 15,25-1-15,1-59 16,16-8-1,-17 8-15,-34-34 16,-8-17 0,-17-17-1,-1-9-15,-16-16 16,-18-9-16,-25-17 16,-26-17-1,-34-17-15,26-17 16,25 8-1,9 9-15,-1 0 16,1 17 0,26 17-1,8 17-15,17 0 16,17-9-16,51 1 16,60-1-1,43 18-15,68 8 16,34 8-1,60-8 1,51 9-16</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0:40:58.964"/>
    </inkml:context>
    <inkml:brush xml:id="br0">
      <inkml:brushProperty name="width" value="0.05292" units="cm"/>
      <inkml:brushProperty name="height" value="0.05292" units="cm"/>
      <inkml:brushProperty name="color" value="#FF0000"/>
    </inkml:brush>
  </inkml:definitions>
  <inkml:trace contextRef="#ctx0" brushRef="#br0">24888 2926 0,'0'0'16,"-9"0"-16,1 17 0,-1 8 15,1 18-15,-9 8 16,0 8-16,0-8 16,8 0-1,0 9-15,-8 16 16,-8 35-16,-1-1 15,18-42 1,8-25-16,0-18 16,0 1-1,17-18 1,25-25 0,35-42-16,-8-18 0,24-16 15,10 8 1,16-9-1,1-8-15,-35 34 16,-34 26 0,18 16-1,-1 18-15,0 25 0,0 42 16,-8 9 0,0 17-1,0 51-15,-26 0 16,-17-42-1,-9-43 1,1-26-16,8 1 0,0-18 31</inkml:trace>
  <inkml:trace contextRef="#ctx0" brushRef="#br0" timeOffset="268">26672 3546 0,'0'0'0,"0"9"0,34 8 15,26 0 1,25-9-16,9-25 16,-17-8-1,-26-1-15,-8-16 16,-26 25 0</inkml:trace>
  <inkml:trace contextRef="#ctx0" brushRef="#br0" timeOffset="561.4">28123 2679 0,'0'0'0,"0"17"0,0 51 15,8 43 1,-8 25-16,-17-9 16,-17 1-1,-26 33-15,0-16 16,9-35 0,9-33-16,25-43 15</inkml:trace>
  <inkml:trace contextRef="#ctx0" brushRef="#br0" timeOffset="1267.85">25349 4507 0,'0'0'0,"0"0"0,8 26 16,18 25-16,17 8 15,-9-25-15,8 0 16,35 0 0,9-8-1,-1-26-15,9-9 16,-17-16-16,-26-9 16,-8-9-1,-18 1-15,-16-1 16,-9 9-1,-26-8 1,-25 8 0,-17 8-16,-35 35 0,-8 42 15,-25 59 1,16 18 0,1-9-16,16 9 15,52-1 1,34-33-16,25-35 15,18-8 1,42 0-16,26-8 16,26-18-1,25 1 1,17-18-16,137 9 16</inkml:trace>
  <inkml:trace contextRef="#ctx0" brushRef="#br0" timeOffset="1913.74">27030 4439 0,'0'0'0,"0"0"0,0 0 16,0 0-1,0 0-15,0 17 16,0 26-1,-8 25-15,-1 17 16,-8 17 0,0-8-16,0-18 15,8-8 1,1-17-16,-1-8 16,9-18-1,0-16-15,-8-1 16,8 1-1,-9-18-15,-8-8 16,-8-8 0,-18-1-16,0 1 15,-8 8 1,0 0-16,8 17 16,9 0-1,8 17-15,9 0 16,0 17-1,0 0-15,17 0 16,0 0 0,9-9-16,8 1 15,0-1 1,8-8-16,18 0 16,-17 0-1</inkml:trace>
  <inkml:trace contextRef="#ctx0" brushRef="#br0" timeOffset="2518.88">27329 5358 0,'0'0'0,"-9"0"0,1 8 16,-9 1-1,0-1 1,0 1-16,0-1 16,-1 1-1,18-1-15,0-8 16,9 0-16,17 0 15,16-8 1,27-1-16,-1 1 16,-17-9-1,-17 8 1,-8 9-16,-18 0 16,1 0-16,-1 0 15,-8 9 1,0 8-1,-8 8-15,-1 18 16,1 25 0,-18 25-16,1 18 15,-10-17-15,1-35 16,-17-8 0,-26 9-1,-17-9-15,-25-17 0,-1-17 31,18-26-31,25 1 16,26-18-16,0 1 16,17-18-1,25-50 1,9 25 0</inkml:trace>
  <inkml:trace contextRef="#ctx0" brushRef="#br0" timeOffset="3024.55">28302 5400 0,'0'0'0,"8"0"0,18 0 0,17 9 15,8-18 1,17 1 0,9-18-16,-9-16 15,-17-1-15,-25 1 16,-9-1-1,-17 1 1,-17-1-16,-17 1 16,-34-1-16,-35 35 15,-8 16 1,17 26-16,1 34 16,16 43-1,34-1-15,43 9 16,43 17-1,8-42-15,26-26 16,93-17 0,1-51-16,-120-17 15</inkml:trace>
  <inkml:trace contextRef="#ctx0" brushRef="#br0" timeOffset="3357.1">29659 5230 0,'0'0'0,"-17"17"0,-9 17 16,1-8-16,-1-1 15,0 1-15,-8-9 16,17-9 0,0 1-16,17 8 15,9 0 1,33 25 0,44 18-1,16 16-15,-25 1 0,-34-9 16,-9 9-1,-34-9-15,-60 17 16,-102-17 0,-154-9-1</inkml:trace>
  <inkml:trace contextRef="#ctx0" brushRef="#br0" timeOffset="20070.05">16925 1956 0,'0'0'0</inkml:trace>
  <inkml:trace contextRef="#ctx0" brushRef="#br0" timeOffset="20490.57">16925 1735 0,'0'0'0,"0"0"0,0 0 0,0 0 16,0 0 0,0 0-16,0 0 15,-9 0 1,-42 34-16,-86 59 15,-8 18 1,69-34-16,24-9 16,10 17-1,-18 25-15,9 35 16,25-18 0,35-42-16,16 9 15,9 25 1,86 9-16,59-26 15,-59-51 1,76-26-16,34-25 16,-127-34-1,42-59-15,17-18 16,-42 0 0,-44-50-16,-59 8 15,-68-17 1,-51-34-16,-69 25 15,-68 43 1,-196 85-16,25 51 16</inkml:trace>
  <inkml:trace contextRef="#ctx0" brushRef="#br0" timeOffset="23129.83">17983 2934 0,'0'0'15,"0"17"-15,0 26 0,0 16 16,9 18 0,-1-18-16,43 26 15,52 26 1,33 25-16,-33-43 15,-69-42 1,17-8-16,69 16 16,161 52-1</inkml:trace>
  <inkml:trace contextRef="#ctx0" brushRef="#br0" timeOffset="23864.06">19835 3767 0,'0'0'0,"0"0"0,0 0 16,0 0 0,0 0-16,0 0 15,-8 0 1,-18-8-1,-8 8-15,8 0 16,-16 8-16,-52 1 16,-26-1-1,18 9-15,8 1 16,34-1 0,9 25-16,-43 26 15,-17 51 1,9 17-16,16 0 15,52 34 1,77 0-16,51-59 16,-9-60-1,129 0 1,-10-34-16,-24-51 16,59-51-16,-86-17 15,-76 8 1,-34-16-1,-9-35-15,-77-33 16,-119-1 0,-60 26-16,-77-17 15</inkml:trace>
  <inkml:trace contextRef="#ctx0" brushRef="#br0" timeOffset="26037.57">16379 3104 0,'0'0'0,"0"9"0,-18 16 0,-16 26 31,-8 0-31,-27 26 15,-50 16 1,-1 9-16,9 9 16,-17-18-1,0-16-15,17-26 16,60-34-16,17-8 16,26-9-1</inkml:trace>
  <inkml:trace contextRef="#ctx0" brushRef="#br0" timeOffset="26528.59">14774 3853 0,'0'0'0,"0"0"0,0 0 16,0 0-16,0 0 16,0 0-1,0 0-15,0 0 16,0 8-16,-9 9 16,-33 34-1,-35 34 1,-25 34-16,-26 26 15,34-1 1,42-8-16,27-17 16,16-16-16,69-10 15,85 1 1,0-43 0,60-43-16,26-33 15,-61-35 1,44-59-16,-35-17 15,-77 8-15,-42-8 16,-43 0 0,-77 17-16,-127 0 15,-206 68 1,-119 102-16,111 26 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0:37:51.461"/>
    </inkml:context>
    <inkml:brush xml:id="br0">
      <inkml:brushProperty name="width" value="0.05292" units="cm"/>
      <inkml:brushProperty name="height" value="0.05292" units="cm"/>
      <inkml:brushProperty name="color" value="#FF0000"/>
    </inkml:brush>
  </inkml:definitions>
  <inkml:trace contextRef="#ctx0" brushRef="#br0">15815 2985 0,'0'0'0,"-8"0"0,-1 17 0,-16 0 15,-1 17-15,0 0 16,1 9 0,-1-1-16,1 1 15,-1-1 1,0 9-16,-8 9 15,0 8 1,8-17 0,9-9-16,17 1 15,0-18-15,26 1 32,34-9-32,17-17 15,34-26-15,68-16 16,-9-1-1,-16 1-15,34-1 16,0 18 0,-1-1-1,10 9-15,-35 17 0,-9 9 16,18-9 0,0 25-1,-35 1 1,1-1-16,8 9 0,-34 0 15,-26-8 1,-25-1 0,-17 1-1,-18-9-15,1-9 16,-9 1 0,-8-1-16,-1 1 15,1-1 1,-1-8-16,1 0 15,-9-8-15,17-26 0,17-17 16,0-34 15,0-9-31,-8 18 16,-18 8 0,1 0-16,-1 0 0,1-9 31,-9-8-31,9 0 0,-9-17 15,8 0-15,-8 17 16,-8 0 0,-1 8 15,0 9-31,-16 17 16,-1 0-16,1 0 15,-18 0 1,0 0-16,1 0 15,-18 0 1,0 9-16,-17-10 16,-8 1-1,-26 0-15,0 0 16,-8 17 0,-9-8-16,-18-9 15,1 8 1,-25 9-16,-1 0 15,0 0 1,1 9-16,-1 8 16,26 8-1,17 9-15,0 9 16,17-1 0,25-8-16,44 9 15,8-1 1,17 1-16,-1-1 15,1 9 1,17 0-16,0 9 16,9 16-1,-1 1-15,10 8 16,-10 0 0,1 8-16,-1 26 15,-16 18 1,-27 58-16,-16 43 15,17 9-15,9-35 16,25-33 0,17-9-16,-9-68 15</inkml:trace>
  <inkml:trace contextRef="#ctx0" brushRef="#br0" timeOffset="14485.07">9098 5018 0,'0'0'0,"0"0"0,17 0 16,26 25-1,8 1-15,-25-1 0,213 43 16,145 34 0</inkml:trace>
  <inkml:trace contextRef="#ctx0" brushRef="#br0" timeOffset="74579.03">9337 4916 0,'0'0'0,"0"0"0,0 0 16,0 0-16,0 0 16,0 0-1,0 8-15,0 26 16,-8 26-1,-1 8 1,1 0-16,-1-17 16,1-9-1,-1-16-15,0-1 16,9-16 0,0-1-1,0 1-15,0-18 0,9-8 16,25-8-16,43-26 31,25 0-31,1 8 16,-26 26-16,-26 17 15,-26 9 1,-7-1 0,7 18-16,35 16 15,17 1 1,8-1-16,-8-8 0,0-8 15,-26-9 17,-17-9-32,-8 1 15,-1-18 1,-8-8-16,0-34 16,9-42-16,-9-9 15,-8-17 1,-1-17-16,9-145 15</inkml:trace>
  <inkml:trace contextRef="#ctx0" brushRef="#br0" timeOffset="76481.78">11625 4950 0,'0'0'0,"0"0"15,0 0-15,0 0 16,17 17 0,0 8-16,0 9 15,0 17-15,-9 0 16,1 9 0,-1-18-1,-8 1 1,0-18-16,0-8 15,0-8-15,0-1 16,0-8 0,9-8-16,42-9 15,18-17 1,-18 0-16,8-9 16,44 1-1,25 8-15,-9 8 16,-42 26-1,-26 0-15,-25 0 16,8 17 0,17 17-1,1 9-15,-10-18 16,-16-16 0,-18-1-16,1 1 15,-9-18 1,-9-16-16,-8-35 15,0-25 1,9 34-16</inkml:trace>
  <inkml:trace contextRef="#ctx0" brushRef="#br0" timeOffset="77729.39">13332 4865 0,'0'0'0,"0"0"0,8 8 16,9 1-16,0 8 0,9 25 31,-1 26-31,-16 26 15,0-9-15,-9-17 0,0-26 32,17 1-17,8-18-15,9 1 16,9-18 0,42 1-16,18-9 15,-1-9 1,9-8-16,-34 0 15,-34 0-15,8 0 16,17 17 0,-8 0-16,-17 0 15,-18 0 1,1 0-16,-18 0 0,1 0 31,-1 0-15,-8-8-16,-17-35 15,-17-50 1,-8-35-16,24 60 16</inkml:trace>
  <inkml:trace contextRef="#ctx0" brushRef="#br0" timeOffset="80120.16">22216 5060 0,'0'0'0,"0"0"0,0 9 16,18 8-16,16 0 16,68-9-1,86 1-15,51-1 16,34 1-1,51 8-15,-51 0 16,1 8 0,101 26-1</inkml:trace>
  <inkml:trace contextRef="#ctx0" brushRef="#br0" timeOffset="83630.75">16361 5987 0,'0'0'0,"-8"9"0,-9 25 0,-17 25 16,-9 9-16,0 9 15,9-1 1,0-16-16,17-18 15,9-16 1,8-1 0,0-16-16,17 8 15,17 0-15,8-9 16,-7 1 0,33-18-1,17 9 1,18-8-16,16 8 15,-25 0-15,-34 0 16,25 0 0,9 17-16,-17-9 15,-26 1 1,-25-1-16,-1 1 16,-16-1-16,-1-8 15,-8 0-15,0 0 16,0-8 15,0-52-31,17-93 16,26-161-16</inkml:trace>
  <inkml:trace contextRef="#ctx0" brushRef="#br0" timeOffset="88359.48">12589 3759 0,'0'0'0,"0"0"0,0 0 15,0 0-15,0 0 16,0 0 0,0 0-16,0 0 15,0 0 1,0 0-16,0 0 15,0 8 1,-8 9-16,-10 0 16,-7 1-1,-18-10-15,0 1 16,-16-1 0,-1 9-16,-17 9 15,9 8 1,17 8-16,-18 18 15,-16-1 1,25-8-16,9-8 16,17-1-1,0 1-15,17-9 16,-9 8 0,1 26-16,-1 34 15,9 9 1,8-26-16,9-26 15,0 1 1,17 8-16,0 17 16,1 0-1,-1 9-15,17-1 16,0-25 0,0-25-1,9-1-15,-9-8 16,9-8-16,42-9 15,9 0 1,0-9-16,0-8 16,-26-8-1,-8-1-15,25-16 16,17-18 0,1-25-16,-9-25 15,-18 8-15,-24 8 16,-18 9-1,-17-8 1,-17-18-16,-17 0 16,-9 1-1,-16-1-15,-1-16 16,-8-1 0,-9-8-16,9 17 15,-9 17 1,-17 0-1,0 17-15,-17 9 16,-8 7 0,25 18-16,9 9 15,-9 8-15,-8 17 16,-26 25 0,-17 26-16,8 26 15,18 17 1,8-1-1,34-16-15,18-1 0,16-25 32,17-25-32</inkml:trace>
  <inkml:trace contextRef="#ctx0" brushRef="#br0" timeOffset="89680.89">19084 4950 0,'0'0'0,"0"0"0,0 0 16,0 0-16,0 0 16,0 0-16,0 0 15,0 0 1,0 0-1,-8-9-15,-1 1 16,1-1 0,-10 1-16,-7 8 15,-18 8 1,-8 18-16,-43 16 16,0 9-1,34 0-15,1 9 16,-1-1-1,0 9-15,0-8 16,18-9-16,8 8 16,17 9-1,17 0 1,17 17-16,17 1 16,0-10-16,-8-8 15,-1-8 1,-8-18-16,0 1 31,9-1-31,17 1 16,25-9-16,9-17 15,8-17-15,-8-9 0,-9-25 32,9-17-17,17-17-15,-9-17 16,-25-8-1,-17 8-15,-26-9 16,-34-8 0,-35 0-16,-24-17 15,-27 0 1,-42-9-16,-26 18 16,-8 42-1,-137-17-15</inkml:trace>
  <inkml:trace contextRef="#ctx0" brushRef="#br0" timeOffset="92276.56">24999 1216 0,'0'0'0,"0"0"0,0 0 16,0 0-16,0 0 15,0 0 1,-9 0-16,-8 0 15,-25-8 1,-35-18 0,-26-25-16,18-8 15,42-1-15,9 0 16,0 9 0,8 9-1,1 8-15,8 0 16,-9 17-1,1 0-15,-1 8 16,-8 18-16,-34 50 16,-9 43-1,-9 26 1,1 34-16,34 42 16,17-26-1,0 1-15,-18 25 16,1-68-16,17-42 15,8 25 1,18 0 0,16-17-16,9-34 15,0-17 1,9-17-16,0-9 16,-1 1-1,35-9-15,25-9 16,9 1-16,9-1 15,-26 1 1,-26-9-16,-9 0 16,27-9-1,-10 1-15,-16-1 16,-17 9 0</inkml:trace>
  <inkml:trace contextRef="#ctx0" brushRef="#br0" timeOffset="92525.99">23958 1879 0,'0'0'0,"25"43"0,69 25 16,43 9 0,-35-35-16,-42-16 15,8-18 1,26 1-16,-34-1 16</inkml:trace>
  <inkml:trace contextRef="#ctx0" brushRef="#br0" timeOffset="92965.71">25340 2551 0,'0'0'0,"9"9"15,16 33-15,1 1 16,-17-1 0,-1 1-16,-8 42 15,-17 26 1,-17 16-16,-17-25 16,-26-8-1,0 16-15,34-8 16,26-8-1,0-43-15,17-34 16</inkml:trace>
  <inkml:trace contextRef="#ctx0" brushRef="#br0" timeOffset="93229.37">24982 2254 0,'0'0'0,"0"0"16,8 17-16,26 25 15,52 18-15,50 8 16,-8-34-1,-25-26-15,50-50 16,138-94 0</inkml:trace>
  <inkml:trace contextRef="#ctx0" brushRef="#br0" timeOffset="94305.41">27986 1038 0,'0'0'0,"0"0"16,0 0-16,-8 0 15,-1 0 1,-17 8-16,1 9 15,-18-8 1,-34 16-16,-17 9 16,-8 9-1,-17-1-15,25 1 16,34-1 0,0 9-16,0 9 15,18-1-15,8-8 0,25 9 31,18-1-15,8-8-16,42 9 16,44-1-16,25-8 15,-17-17 1,-9-16 0,35-1-16,8-43 15,-77 9 1</inkml:trace>
  <inkml:trace contextRef="#ctx0" brushRef="#br0" timeOffset="94828.13">26996 2441 0,'0'0'0,"0"0"0,9 0 15,16 8-15,1 1 16,-1-1 0,1 1-16,8-9 31,51-9-31,52-16 16,-9 8-1,-34-9-15,0-8 16,-26 9-16</inkml:trace>
  <inkml:trace contextRef="#ctx0" brushRef="#br0" timeOffset="95775.75">30453 1114 0,'0'0'0,"0"0"0,-9 0 16,-8-8-16,-17-9 15,-17-9 1,-35-8-1,-25-34-15,35 25 16,16-8-16,-17 9 16,-8 8-1,-1 0 1,-8 17-16,18 0 16,16 17-16,9 17 15,-9 25 1,-17 18-1,9 33-15,8 10 16,17-1-16,1 42 16,-1 9-1,17-34-15,-8 17 16,0-8-16,0-9 31,8-17-31,1-8 16,8-9-1,0-26-15,8-8 16,1-17-16,8-8 16,0-9-1,0-9-15,0 1 16,8-1 0,43 1-16,26-1 15,26-16 1,-18-1-1,-34 1-15,35-1 16,59-8-16,-17 0 16,-34 9-1,-35-1 1,-25 1-16,-17 8 16</inkml:trace>
  <inkml:trace contextRef="#ctx0" brushRef="#br0" timeOffset="96025.59">29249 1590 0,'0'0'0,"17"0"16,35 9-16,41 16 15,27 1 1,8-18-16,-68-8 16</inkml:trace>
  <inkml:trace contextRef="#ctx0" brushRef="#br0" timeOffset="116625.31">3303 10911 0,'0'0'0,"-9"0"0,1 0 15,-9 9-15,0 8 16,0 0-1,0 25 1,0 26-16,17 17 16,17 0-16,25 51 15,10 52 1,-35-35-16,0-17 16,-9 68-16,1-34 15,-9-34 1,0 17-16,25 0 15,10-42 1,-1-43 0,8-26-1,-25-25-15</inkml:trace>
  <inkml:trace contextRef="#ctx0" brushRef="#br0" timeOffset="116906.15">3918 11651 0,'0'0'0,"0"0"0,0-8 15,-9-1-15,-25 1 16,-51 8-1,-52 25 1,-42 43-16,-77 26 16,59-18-16,78 1 15,-103 67 1,26-16 0,153-86-16</inkml:trace>
  <inkml:trace contextRef="#ctx0" brushRef="#br0" timeOffset="117448.28">4728 9882 0,'0'0'0,"0"0"0,0 0 15,0 0 1,0 0-16,0 0 15,9 9 1,25 25-16,34 42 16,-8 18-1,17 42-15,25 17 16,-16-8-16,-18-9 16,9 0-1,0 17-15,-26-26 16,-26-67-1</inkml:trace>
  <inkml:trace contextRef="#ctx0" brushRef="#br0" timeOffset="117722.43">5249 10656 0,'-9'0'0,"-33"0"0,-69 26 16,-68 42 0,-1 17-1,52-17-15,9-9 16,-9 9-1,0 9-15,60-35 16</inkml:trace>
  <inkml:trace contextRef="#ctx0" brushRef="#br0" timeOffset="118101.59">5829 11524 0,'0'0'0,"0"8"0,17 52 16,26 67-1,8 26-15,-8-25 16,-9-26 0,-8 0-1,8 0-15,17-26 16,26-24-16,-34-35 15</inkml:trace>
  <inkml:trace contextRef="#ctx0" brushRef="#br0" timeOffset="118327.53">6555 11991 0,'-17'0'0,"-86"0"15,-76 17 1,-34 9-16,-9 8 16,17-9-16,-17 1 15,60-18 1,94-16-1,42 8-15</inkml:trace>
  <inkml:trace contextRef="#ctx0" brushRef="#br0" timeOffset="118786.97">8091 9185 0,'0'0'0,"0"0"0,0 0 15,0 0 1,0 0-16,0 0 16,0 25-16,17 18 15,9 25 1,8 25-1,9 35-15,33 34 16,1-26 0,-8-17-16,-18-26 15,8-16 1,-24-43-16</inkml:trace>
  <inkml:trace contextRef="#ctx0" brushRef="#br0" timeOffset="119006.57">8962 9542 0,'-17'0'0,"-86"0"0,-119 17 15,17 0-15,9 17 16,-9 9 0,43-9-16,43-9 15,67-8 1</inkml:trace>
  <inkml:trace contextRef="#ctx0" brushRef="#br0" timeOffset="119444.13">11881 10631 0,'0'0'0,"0"0"0,-9 0 15,1 17 1,-18 34-16,-8 42 16,0 9-1,0 9 1,16 16-16,44 1 16,34 16-1,34 18-15,-9-26 16,-42-68-16</inkml:trace>
  <inkml:trace contextRef="#ctx0" brushRef="#br0" timeOffset="119740.05">12307 11277 0,'-8'0'0,"-35"-9"16,-76-16-16,-78 8 0,18 8 31,0 9-31,-26 0 15,43 9 1,68 8-16,34 17 16,43-17-1</inkml:trace>
  <inkml:trace contextRef="#ctx0" brushRef="#br0" timeOffset="120135.48">12828 12127 0,'0'17'0,"34"60"0,43 67 15,0 27 1,-9-1-16,26-9 15,8-16 1,1-9-16,-9-17 16,-26-17-16,-34-25 15,-17-52 1</inkml:trace>
  <inkml:trace contextRef="#ctx0" brushRef="#br0" timeOffset="120383.48">13852 13071 0,'-8'0'0,"-9"-8"0,-69-35 31,-76-25-16,-26 26-15,-25 8 16,-43 25-16,0 18 16,-17 16-1,59 1-15,146-9 0</inkml:trace>
  <inkml:trace contextRef="#ctx0" brushRef="#br0" timeOffset="-183519.69">27653 5996 0,'0'0'0,"-8"0"0,-1 34 0,-8 34 16,-9 34-16,-8-17 31,9-17-31,-1-17 15,1-9 1,-1-16-16,9-9 16,0-9-16,8 1 15,9-1-15,0-8 16,17-34 0,60-68-1,8-17 1,-16 34-16,16 17 0,9 9 15,0 16 1,-17 18 0,-18 16-16,-7 9 15,-18 17 1,0 34 0,0 68-16,-17 17 15,-8-51-15,-9-42 16,0-18-1,8 1 1,1-18-16,-9 1 16</inkml:trace>
  <inkml:trace contextRef="#ctx0" brushRef="#br0" timeOffset="-183217.25">28823 6208 0,'0'0'0,"0"0"0,0 0 16,0 9-1,42-1 1,52-8-16,26-17 16,-27 0-1,-33-8-15,-9-1 16,9 1-16,-26 8 16</inkml:trace>
  <inkml:trace contextRef="#ctx0" brushRef="#br0" timeOffset="-182929.91">29924 5604 0,'0'0'0,"0"34"0,0 77 15,-9 119 1,-25 33-16,-43 52 16,0-43-1,-17 0 1</inkml:trace>
  <inkml:trace contextRef="#ctx0" brushRef="#br0" timeOffset="-182140.75">26851 3759 0,'0'0'0,"0"8"0,-9 26 15,1 43 1,-1 51-16,1 16 16,-26 9-1,0 34-15,16-17 16,1-68-16,9-42 15,-1-17 1,9-9-16,0-17 16</inkml:trace>
  <inkml:trace contextRef="#ctx0" brushRef="#br0" timeOffset="-181597.89">27389 3921 0,'0'0'0,"0"8"0,8 35 0,1 16 16,-1 9 0,1 0-16,-1-8 15,1-1 1,-1 1-16,1 8 15,-9-9 1,0 1 0,-9-18-16,9-16 15,0-1-15,0-16 16,0-1 0,0-25-1,17-25-15,26-43 16,17-34-1,0-9-15,-18 35 0,-8 25 32,-16 17-32,-10 17 0,1 8 31,-9 18-31</inkml:trace>
  <inkml:trace contextRef="#ctx0" brushRef="#br0" timeOffset="-181185.66">28456 3546 0,'-9'17'0,"-8"68"0,-26 77 15,18 17 1,16-26-1,-8-26-15,0 18 16,0 16-16,0-16 16,0-43-1,8-8-15,1-26 16,8-34 0,0-17-1</inkml:trace>
  <inkml:trace contextRef="#ctx0" brushRef="#br0" timeOffset="-180897.86">28976 4252 0,'0'0'0,"9"0"0,25 26 16,43 8-1,8-9-15,17-16 16,18-9-1,-60 0-15</inkml:trace>
  <inkml:trace contextRef="#ctx0" brushRef="#br0" timeOffset="-180643.87">30376 4006 0,'-17'42'0,"-43"111"16,-34 119-16,34-51 0,9-33 15,0 75 1,25 77-16</inkml:trace>
  <inkml:trace contextRef="#ctx0" brushRef="#br0" timeOffset="-160140.2">24504 10784 0,'0'0'0,"0"0"16,0 0-16,0 0 16,0-9-1,0 1 1,0-9-16,0 0 15,0 0-15,0 17 16,8 0 0,52 25-1,77 26-15,-1 9 16,35 16 0,85 35-16,17 16 15,0 9-15,-17 26 16,34 51-1,18 25-15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0:45:48.577"/>
    </inkml:context>
    <inkml:brush xml:id="br0">
      <inkml:brushProperty name="width" value="0.05292" units="cm"/>
      <inkml:brushProperty name="height" value="0.05292" units="cm"/>
      <inkml:brushProperty name="color" value="#FF0000"/>
    </inkml:brush>
  </inkml:definitions>
  <inkml:trace contextRef="#ctx0" brushRef="#br0">2876 11923 0,'0'0'0,"0"0"0,0 0 0,0 0 15,0 0 1,0 0 0</inkml:trace>
  <inkml:trace contextRef="#ctx0" brushRef="#br0" timeOffset="3072.18">19332 13037 0,'0'0'0,"0"17"0,-9 34 0,1 34 31,-1 0-15,-17 9 0,-8 25-16,-8 17 15,-1-8-15,26-26 16,0-34 0,8-9-16,9 1 15,17 16 1,35 1-16,33-9 15,26-17 1,25-17-16,35-17 16,0-34-1,-9-8-15,17-9 16,0-1 0,-51 1-16,-42-8 15,-18 8 1,-42 25-16</inkml:trace>
  <inkml:trace contextRef="#ctx0" brushRef="#br0" timeOffset="3316.85">19929 13684 0,'-8'8'0,"-18"69"0,-34 93 16,-8 51-1,17-25-15,17-43 16,8 17 0,9-17-16,8-60 15,9-50 1</inkml:trace>
  <inkml:trace contextRef="#ctx0" brushRef="#br0" timeOffset="3885.49">20996 13420 0,'0'0'16,"0"0"-16,0 0 0,0 0 16,17 17-1,26 0-15,25 17 16,26 0-1,0 17-15,-26 0 16,-25-8-16,-18 8 16,-16 17-16,-26 8 31,-43 18-15,-17-9-16,9-17 15,17-17-15,8-17 16,9-9-16,17-16 15,0-1-15,25 9 32,26 26-32,52 25 0,42 26 15,8-18 1,-16 1 0,-43 16-16,-35 9 15,-33-8 1,-52-9-16,-127 17 15,-215-26 1,-127-101 0,111-43-16</inkml:trace>
  <inkml:trace contextRef="#ctx0" brushRef="#br0" timeOffset="38624.1">8151 11387 0,'0'0'0,"0"-8"0,-9-9 0,1-9 15,-1-8 1,1 0-16,-1 0 15,1 9 1,-1-1-16,-8 1 16,0-1-1,-9 1 1,1-1-16,-26 1 16,-9 8-1,0 8-15,-25 18 16,-9 33-1,-17 18-15,0 33 16,0 18-16,26 17 16,16 16-1,18 1 1,0 16-16,8 9 16,18-8-16,8 0 15,8-9 1,18-17-1,8-17-15,17 0 16,26-9-16,25 1 16,34-26-1,35-17 1,34-17-16,0-34 16,-9-17-16,17-34 15,-8-26 1,-17-8-16,-18-25 15,-25-1 1,-25-25 0,-27-17-16,-24-34 15,-27 0 1,-33 34-16,-43-9 16,-52 1-16,-42 42 15,-9 34 1,-33 34-16,7 25 15,10 18 1,25 8-16,85 0 16</inkml:trace>
  <inkml:trace contextRef="#ctx0" brushRef="#br0" timeOffset="39062.04">7058 11745 0,'0'0'0,"0"0"0,17 25 15,60 60 1,51 43-16,17 8 16,9 17-16,0 9 15,-26 16 1,-17-8-16,-9 0 15,-17-8-15,-8-9 32,0-25-32,-9-26 15,-8-43-15,-9-33 16,-8-26-16,8-17 16,17-102-1,69-171-15</inkml:trace>
  <inkml:trace contextRef="#ctx0" brushRef="#br0" timeOffset="39251.4">8603 11864 0,'0'0'0,"0"0"15,-17 8-15,-77 43 16,-68 51-1,-17 26-15,-26 8 16,-8 0 0,-26-25-16,-94 8 15</inkml:trace>
  <inkml:trace contextRef="#ctx0" brushRef="#br0" timeOffset="45301.84">5915 10818 0,'0'0'0,"0"0"0,0 0 15,0 0-15,0 0 16,-9 0-16,1 17 16,-18 8-1,-25 18-15,-17 33 31,8 26-31,9 0 16,-1 26-16,10 34 16,-9 8-1,8-34 1,0 0-16,9 25 16,8-25-1,18-25-15,8 0 0,25 8 16,18-17-1,8-26 1,18-16-16,50-26 16,26-26-1,-17-42-15,9-42 16,8-18 0,-17 1-16,-17-1 15,-43-17 1,-8 1-16,0-1 15,-9 18 1,-34-18-16,-34-25 16,-9 9-1,-42 16-15,-77 0 16,-60 35 0,-119 76-1,-60 42-15</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0:50:05.336"/>
    </inkml:context>
    <inkml:brush xml:id="br0">
      <inkml:brushProperty name="width" value="0.05292" units="cm"/>
      <inkml:brushProperty name="height" value="0.05292" units="cm"/>
      <inkml:brushProperty name="color" value="#FF0000"/>
    </inkml:brush>
  </inkml:definitions>
  <inkml:trace contextRef="#ctx0" brushRef="#br0">6828 14049 0,'0'0'0,"8"-8"0,10-1 16,-1-8 0,0 0-16,25-8 15,10-9-15,-1 8 16,68 9-1,95 17-15,-52 9 16,26 16 0,51 1-1,-26-1-15,43 1 16,-77-1 0,-34-8-16,26-8 15,-51-9-15,-44-9 16,-33-8-1,-26-8-15,-34-35 16,-77-42 0,-17 9-1,43 25-15,-26 8 16,0 1 0,17 25-16,26 17 15,17 0 1,17 8-16,0 9 15,17 0-15,8 0 16,44 0 0,33 17-1,69 17-15,59 26 16,-77 8 0,-33 25-16,-9 35 15,-60-9 1,-34 0-16,-60 43 15,-145 42-15,-17-43 16,-42-8 0,33-8-1,206-103-15</inkml:trace>
  <inkml:trace contextRef="#ctx0" brushRef="#br0" timeOffset="83345.62">8654 5996 0,'0'0'0,"-8"-9"0,-1 1 0,-8-1 16,0 1-16,0 8 16,9 0-1,-9 0 1,-9 17-16,0 25 16,-16 26-1,8 34-15,8 0 16,0-8-1,-16 33-15,16 9 16,9-16 0,0-35-16,0-17 15,0-17 1,17-17-16,0-9 16,0-8-16,17-8 15,8-1 1,18 1-16,8-1 15,26-16 1,8-1-16,-16 1 16,8-1-1,16 9-15,1 0 16,17 0-16,9 17 31,-1 0-31,18 0 16,8 0-1,-17-8-15,17 8 16,17 0 0,-8 0-16,-18 8 15,1 9 1,8 0-16,-8-8 16,-35-18-1,-25-8-15,17-8 16,-9-18-1,-17 1-15,-25 8 16,-17 0-16,-9 0 16,-9-9-1,-8-25 1,-8-17-16,-9-25 0,-18-18 16,18 1-1,26-44-15,42-75 31,60-103-31</inkml:trace>
  <inkml:trace contextRef="#ctx0" brushRef="#br0" timeOffset="90459.05">11471 7611 0,'0'0'0,"0"0"0,0-8 0,0-1 16,0 9-16,0 0 15,0 0 1,0 9-16,9 17 16,-1 25-1,-8 51-15,-8 8 16,-10-25 0,1-25-16,0-18 15,17 1 1,0-1-1,0 1-15,9-18 0,25 9 32,34 9-32,52-18 15,8-8 1,8-17-16,18-8 16,0-18-16,8 1 31,26-18-31,16 18 15,18-1-15,26 9 16,-35 9 0,9 8-1,26-9-15,8 9 16,0 9-16,-9-1 16,-8 9-1,0-8 1,-17-1-16,-34 1 15,-17-1-15,-18 1 16,-50-1 0,-27 1-16,-33-1 15,-17-8 1,-18 0 0,1 0-16,-9 0 15,-9-8 1,1-26-16,-18-43 15,18 26-15</inkml:trace>
  <inkml:trace contextRef="#ctx0" brushRef="#br0" timeOffset="93328.29">25656 8258 0,'60'0'0,"264"8"15,248-8-15,-154-25 0</inkml:trace>
  <inkml:trace contextRef="#ctx0" brushRef="#br0" timeOffset="106473.75">15679 4414 0,'0'0'0,"17"8"0,17 26 0,171 68 16,128 26-1,127-69-15,300-101 16,-316-9 0</inkml:trace>
  <inkml:trace contextRef="#ctx0" brushRef="#br0" timeOffset="113276.91">10976 8726 0,'0'0'16,"0"17"-16,0 0 0,0 17 16,0 8-16,0 9 15,8 9 1,1-1-16,0 1 16,-1-18-1,-8 9-15,0 9 16,0 16-1,17 18-15,0-26 16,0-9 0,9-16-16,-1-17 15,18-1 1,25-16-16,9-18 16,-26-16-1,26-1-15,26-8 16,8 0-1,8 0-15,-33 17 16,-18 8 0,26-8-1,8 17-15,-8 0 16,-9 0 0,-16 9-16,-18-1 15,-17 1-15,-8-1 16,-9 1-1,0-9 1,0-9-16,0 1 16,0-18-1,0 1-15,0-1 16,0-8-16,-8 26 16</inkml:trace>
  <inkml:trace contextRef="#ctx0" brushRef="#br0" timeOffset="114919.71">17701 9066 0,'0'0'0,"0"0"0,0 8 0,0 9 15,0 17 1,0 0-16,0 9 15,0 8 1,0 0-16,18 8 16,7-8-1,18 9-15,8-9 16,0-25 0,26-9-16,43-9 15,25-8 1,-34-8-16,8 8 15,60 0 1,-8 0 0,8 0-16,60 8 15,-51-8 1,0 0-16,51 17 16,-43 0-16,17 17 15,-25-8 1,-43-9-16,0 8 15,-8 1 1,-35-1-16,-33-16 16,-35-1-1,-9-8-15,-16-8 16,-1-9 0,1-68-16,-9 17 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0:53:21.672"/>
    </inkml:context>
    <inkml:brush xml:id="br0">
      <inkml:brushProperty name="width" value="0.05292" units="cm"/>
      <inkml:brushProperty name="height" value="0.05292" units="cm"/>
      <inkml:brushProperty name="color" value="#FF0000"/>
    </inkml:brush>
  </inkml:definitions>
  <inkml:trace contextRef="#ctx0" brushRef="#br0">16379 10979 0,'0'0'0,"0"0"0,0 0 0,0 0 16,0 0-16,0 0 15,0 0 1,0 0-16,0 0 15,-9 0 1,-8 0-16,-34 9 16,-26 16-1,-25 26-15,16-8 16,35 8 0,8 8-16,9 9 15,-9 34 1,1 35-16,-1-1 15,0-34 1,1 8-16,-9 60 16,25-8-1,17-69 1,26-8-16,35 18 16,-1-18-16,34-17 15,112-9-15,-35-50 16,8-52-1,52-33 1,-77 8-16,-8-34 16,25-60-1,-34-8 1,-60 8-16,-42-25 0,-69 9 16,-68-1-1,-136 0 1,-137 52-16,-103 110 15,78 51 1</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0:56:08.646"/>
    </inkml:context>
    <inkml:brush xml:id="br0">
      <inkml:brushProperty name="width" value="0.05292" units="cm"/>
      <inkml:brushProperty name="height" value="0.05292" units="cm"/>
      <inkml:brushProperty name="color" value="#FF0000"/>
    </inkml:brush>
  </inkml:definitions>
  <inkml:trace contextRef="#ctx0" brushRef="#br0">6051 5970 0,'0'0'0,"0"0"0,0 0 0,-8 0 0,-9-8 15,-17-1-15,-18 1 16,-16-18-1,-17 1 1,8-1 0,34 9-16,26 9 15,0-1-15,0 9 16,8 0 0,-16 0-1,-1 0-15,1 17 16,-18 9-1,9 8-15,0 25 0,17 52 16,0 42 0,17 0-1,0 17-15,-9 34 16,0-17 0,-16 0-1,-9 17-15,-9 0 16,0 18-1,-16-18-15,-1-26 16,17-16 0,18-9-16,8-34 15,8-34-15,9-17 16,0-17 0,0-25-16,0-1 15,0 1 1,0-9-1,0 0-15,26 17 16,25 0 0,17 0-16,26 17 15,0-9 1,34 1-16,85 16 16,-33-8-1,93-8-15,119-1 16</inkml:trace>
  <inkml:trace contextRef="#ctx0" brushRef="#br0" timeOffset="1855.86">2603 7229 0,'0'0'0,"0"0"16,0 0-16,0 0 16,0 0-1,0 0 1,0 0-16,0 8 16,0 35-1,-8 16-15,-1 35 16,-17 8-1,1 17 1,-1-8-16,9-43 16,9-34-16,8-9 15,0-16-15,0-18 16,34-16 0,26-43-1,25-34 1,17-26-16,18-8 15,16 8 1,-25 43-16,0 26 16,-8 42-16,-18 34 15,-8 76 1,-17 77-16,-60 86 16,-26 101-1</inkml:trace>
  <inkml:trace contextRef="#ctx0" brushRef="#br0" timeOffset="52711.38">10600 7203 0,'0'0'0,"0"0"0,9 0 16,-1 9-16,10 8 16,-1 0-1,0 17-15,0 0 16,17 8 0,9 9-1,-1-8-15,1-1 16,0-8-16,42 17 15,17 9 1,9-9 0,-17-17-16,-34-8 15,-26-18 1,-8-16-16,-18 8 16</inkml:trace>
  <inkml:trace contextRef="#ctx0" brushRef="#br0" timeOffset="53010.28">10984 6974 0,'0'0'0,"0"0"0,-8 0 0,-18 25 16,-59 26-1,-77 51 1,-34 51-16,8 17 16,0-16-16,51 16 15,69-34 1,43-77-16</inkml:trace>
  <inkml:trace contextRef="#ctx0" brushRef="#br0" timeOffset="53864.28">9807 6982 0,'0'0'0,"0"9"0,17 33 16,68 43-16,69 34 15,-18-34 1,1-25 0,34-1-16,-1-25 15,-8 0 1,9-8-16,-17 16 16,-35 1-1,-76-26-15</inkml:trace>
  <inkml:trace contextRef="#ctx0" brushRef="#br0" timeOffset="55045.76">9875 8555 0,'0'0'0,"0"0"0,0 0 0,-9-8 16,-8-1-1,-17 1-15,0-9 16,-9 17 0,-8 0-16,-9 8 15,-8 9 1,0 9-16,8 17 15,9 8 1,8 17-16,9 8 16,26 1-1,8-18-15,8-16 16,9-9 0,34-9-16,35-25 15,25-25 1,-17-18-16,-26-16 15,0-1 1,0 1-16,-33 16 16,-10 18-1,-16 8-15,-1 0 16,1 17 0,-18 8-16,1 18 15,-9 33 1,-9 43-16,-8 34 15,8-8 1,35-18-16,-1-59 16</inkml:trace>
  <inkml:trace contextRef="#ctx0" brushRef="#br0" timeOffset="135695.43">2065 8037 0,'0'0'0,"0"17"0,9 17 15,25 34-15,-8 42 16,-9 26-1,-26-17-15,-16-8 16,-9-17 0,16-26-16,18-26 15,9-16-15,8-1 16,17-16 0,-8-18-1,34-8-15,51-8 16,8-9-1,9 17-15,-43 0 16,35 17 0,76 8-16,-34 26 15,-42 17 1,51 34-16,16 0 16,-76-34-1,-60-25-15,-25-1 16,-9-16-1,-8-9-15,8-26 16,8-59 0,9-42-16,9-52 15,17-153-15</inkml:trace>
  <inkml:trace contextRef="#ctx0" brushRef="#br0" timeOffset="141563.09">7758 7637 0,'0'0'0,"0"0"0,0 0 16</inkml:trace>
  <inkml:trace contextRef="#ctx0" brushRef="#br0" timeOffset="141965.51">7758 7637 0,'0'0'0,"0"0"0,17 0 15,9 0 1,-9 0-1,0 0-15,0 17 16,17 0-16,0 17 16,-8 0-1,0 0-15,-18 0 16,1 17 0,-9 26-16,-9-18 15,1-25 1,-1 0-1,-8 0-15,9-8 16,-1-1-16,9-16 16,0-1-16,0 1 15,0-9 17,0 0-32,26 8 0,25 1 15,26-18 1,34 1-1,51 8-15,-9-9 0,18 1 32,51 8-32,-26 8 15,9-8-15,43 17 16,76 0 0</inkml:trace>
  <inkml:trace contextRef="#ctx0" brushRef="#br0" timeOffset="161713.54">2492 2730 0,'0'0'0,"0"0"0,0 0 0,0 0 16,0 0-1,0 0 1,0 17-16,-17 51 16,-17 43-1,-9 25-15,1 0 0,16-9 31,9 1-31,8-18 16,35-25 0,51-8-16,51 8 15,34-25 1,43-18-16,-9-8 0,43-8 31,26-18-31,-18-8 16,26-25-1,9-9-15,17-17 0,17 0 16,-26 8 0,8-8-1,-50 8 1,-69 9-16,0 0 16,-59 0-16,-26 9 15,-9-26 1,18-26-1,-18 1-15,-25-1 0,-18-16 32,-25-26-32,-8-154 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02:58.832"/>
    </inkml:context>
    <inkml:brush xml:id="br0">
      <inkml:brushProperty name="width" value="0.05292" units="cm"/>
      <inkml:brushProperty name="height" value="0.05292" units="cm"/>
      <inkml:brushProperty name="color" value="#FF0000"/>
    </inkml:brush>
  </inkml:definitions>
  <inkml:trace contextRef="#ctx0" brushRef="#br0">16925 9380 0,'0'0'0,"0"0"0,-9-8 15,-8-1-15,-25-16 16,-27-9 0,-33 8-1,-1 1-15,18 25 16,-43 0-16,-68 25 16,-1 9-1,1 26-15,-9-1 16,77-16-1,26-9 1,16-17-16,27-8 16,16-1-16,26-8 15</inkml:trace>
  <inkml:trace contextRef="#ctx0" brushRef="#br0" timeOffset="324.77">15175 9227 0,'0'0'0,"-8"0"0,-9 17 0,-26 17 16,0 9-1,-17 8-15,-8-9 16,17 9-1,8 9-15,1 8 16,-10-8 0,18-1-16,17-16 15,17-1-15,26 9 16,51 9 0,93-1-1,-25-16-15,-8-9 16,170 17-16</inkml:trace>
  <inkml:trace contextRef="#ctx0" brushRef="#br0" timeOffset="13659.08">3841 9780 0,'0'0'0,"0"0"0,0 0 0,0 0 16,0 17-16,0 0 0,8 9 31,1 8-31,-1 8 16,1 1-1,-9 8 1,8-9-16,1-8 16,17 0-1,16 0-15,18-8 16,42-18-16,1-8 16,-9-17-1,51-17 1,43-17-16,-43 0 15,-9 9 1,43-1-16,-25 18 0,0 8 31,33 8-31,-16 9 0,0 9 16,25-1 0,-17-16-1,9-1-15,26 1 16,-44-9-1,1 8 1,17 1-16,-26 8 16,-17 0-1,-8 0-15,-9 0 16,-26 0 0,-25 8-16,-26 1 15,-25-9 1,-1 0-16,-16 0 15,-1-9 1,1 1-16,-1-26 16,1-34-1,-1-34-15,-16-9 16,8 34 0,0 43-16</inkml:trace>
  <inkml:trace contextRef="#ctx0" brushRef="#br0" timeOffset="14672.71">8782 9508 0,'0'0'15,"0"0"-15,0 0 0,18 26 16,-1 8-16,0 0 15,8 8 1,-8-8-16,0 0 16,0 9-1,1 8 1,7 17-16,9 17 16,-8-9-16,0 1 15,8-18 1,0-16-16,8-18 15,10-8 1,33-8 0,17-9-16,18-9 15,8-16 1,9-9-16,16 8 16,1 1-1,-9 8-15,17 8 16,43 1-1,-17 8-15,25 0 16,26 8 0,17 9-16,26 0 15,8 9 1,0-1-16,-17-8 16,9 0-1,-18 0-15,-16-8 16,-35 8-1,-25 0-15,-51-9 16,-52 1-16,-42-9 16,-18 0-1,-8-9 1,0-16-16,-8-43 16,-1-77-16,10-152 15</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02:55.565"/>
    </inkml:context>
    <inkml:brush xml:id="br0">
      <inkml:brushProperty name="width" value="0.05292" units="cm"/>
      <inkml:brushProperty name="height" value="0.05292" units="cm"/>
      <inkml:brushProperty name="color" value="#FF0000"/>
    </inkml:brush>
  </inkml:definitions>
  <inkml:trace contextRef="#ctx0" brushRef="#br0">12043 9491 0,'0'0'0,"0"0"0,-9-9 0,-8 1 16,-25-9-1,-69-9-15,-17 1 16,59 8 0,35 8-16,9 1 15,-27-1 1,-50 1-16,-77 8 16,51 8-1,85 1-15,-8 8 16,-35 0-1,-67 17-15,8 0 16,68-17 0,9 8-16,-60 1 15,-60 8 1,60-25-16,68-1 16,9 1-1,-9-1-15,9 1 16,8-9-1,18-9-15,8 1 16,17 8 0</inkml:trace>
  <inkml:trace contextRef="#ctx0" brushRef="#br0" timeOffset="352.64">9858 9321 0,'0'0'0,"0"0"16,0 0-16,0 0 15,0 0-15,0 0 16,0 0 0,0 0-16,0 0 15,-9 0-15,-16 17 32,-18 8-32,-17 18 15,-8 16 1,-9 10-1,9-10-15,25 1 16,18-18-16,16-16 16,26-9-16,34 8 15,43 1 1,-8-1 0,-1 1-16,26 8 0,-26 8 31,-8 1-31,-43-18 15</inkml:trace>
  <inkml:trace contextRef="#ctx0" brushRef="#br0" timeOffset="34315.69">3875 9499 0,'0'0'0,"0"0"0,0 0 0,-9 0 16,1 17-1,-9 18-15,-9 16 16,-8-9-16,17-8 16,0-8-1,0-1-15,8-8 16,9 9-1,0-9-15,0 0 16,0 0 0,0-9-1,9 1-15,8-1 32,17-8-32,9-8 0,33-1 15,35-8 1,26 0-16,17-8 15,16 8 1,18 0-16,8 0 16,-8 17-1,8 0 1,1 8-16,-9 9 16,-1 0-1,10 17-15,16 17 16,-34-8-1,9 16-15,17 1 16,-43-9 0,9-17-16,16 0 15,-24-17 1,7-26-16,1 1 16,-17-1-16,-18-8 15,1-8 1,-9-1-1,-26 1-15,-34-1 16,-16 9-16,-18 0 16,-9 0-1,1-8-15,0-18 16,-9-16 0,8-43-16,-16 42 15</inkml:trace>
  <inkml:trace contextRef="#ctx0" brushRef="#br0" timeOffset="125324.44">9977 16754 0,'0'0'0,"0"0"0,0 0 16,-8-9-16,-1 1 15,1-1-15,-1 1 16,9 8-1,0 0 1,-8 0-16,-1 0 16,-8 0-1,-26 8-15,-42 1 16,-52-18 0,35 9-16,25 0 15,-59 0 1,-69-8-16,51 8 15,26 8 1,-102 1-16,51-1 16,33-8-16,-93 0 15,52 9 1,25-18 0,-52-8-16,43-8 15,-25-9 1,-9 0-16,43 0 15,-17 17 1,-17 0-16,33 0 16,-33 0-1,0 0-15,59-17 16,18-17 0,-9-9-16,0 1 15,17 16 1,25 9-16,-7 0 15,-10 8 1,18 9-16,-18 0 16,9 17-1,18 17-15,-18 0 16,8 0 0,10 1-16,-10-1 15,9 0 1,18 0-16,16-9 15,9 9 1,0-8-16,8 8 16,1 0-1,-10 8-15,-7 35 16,-9 25 0,8 17-16,0 17 15,9 25 1,17-8-16,8-34 15,9-25 1,0 0-16,9-18 16,-9-16-1,8-9-15,-8-9 0,9 1 32,-9-1-32,0-8 15,9 0 1,-1 0-16,1 0 15,8 0 1,0-8-16,8-1 16,1 1-1,17-18-15,42 1 16,34-1 0,10-8-16,-10 9 15,26 8 1,60 0-16,-51 8 15,8 18-15,60 8 16,-43 8 0,9-8-1,42 0-15,1-8 16,8-9-16,-26-9 16,34 9-1,1-8 1,-1-1-16,1 1 15,8-1 1,0 1-16,-8-9 16,16-9-16,-8 1 15,0-9 1,-42-9 0,-1-8-16,-8 0 15,-77 17 1,0 0-16,8 0 15,-8 0 1,-34 9-16,-42-1 16,-10 9-1,-8 0-15,-8 0 16,-9 0-16,-8 0 16,-1 0-1,-8 0-15,0-8 16,0-1-1,-8-8 1,-10-8-16,-7-18 16,-9-8-1,0-8-15,-1-9 0,1-17 32,17-43-17,9 9-15,16 68 16</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04:31.195"/>
    </inkml:context>
    <inkml:brush xml:id="br0">
      <inkml:brushProperty name="width" value="0.05292" units="cm"/>
      <inkml:brushProperty name="height" value="0.05292" units="cm"/>
      <inkml:brushProperty name="color" value="#FF0000"/>
    </inkml:brush>
  </inkml:definitions>
  <inkml:trace contextRef="#ctx0" brushRef="#br0">5778 6021 0,'0'0'0,"0"0"0,0 0 15,0 0 1,-8 0-16,-1 17 0,-17 26 31,-8 25-31,9 8 16,8-8-16,17-8 16,0-18-1,0 1 1,0-18-16,8-8 15,9 9 1,9-9-16,25 0 16,26 0-1,8-9-15,52-16 0,42-1 16,-17-16 0,0-9-1,60 8 1,-8 1-16,42-1 15,17 9 1,51 9-16,18-1 16,-52 1-1,119-1-15,-33 18 16,-77-18 0,93 9-16,-50 9 15,-52-1 1,0-8-16,-8 9 15,-35 8 1,-33-9-16,-35 1 16,-34-1-1,-26 1-15,-33-1 16,-35 1 0,-25-9-16,-9 0 15,-9 0 1,-16-9-1,-9-8-15,-35-42 16,10-35-16,25 43 16</inkml:trace>
  <inkml:trace contextRef="#ctx0" brushRef="#br0" timeOffset="5177.43">22899 6480 0,'0'0'0,"9"0"0,16 17 15,18 0 1,8 9 0,35 8-16,-1 0 15,77 0 1,94 0-16,171 9 16,59-9-1,-33-17-15,93 0 16,9-9-1,42 9-15,-25 0 16,-60 0 0,-8 0-16,-18-8 15,-85-1 1</inkml:trace>
  <inkml:trace contextRef="#ctx0" brushRef="#br0" timeOffset="25845.92">25980 2840 0,'0'0'0,"0"0"0,0 9 16,-8 25 0,-1 26-16,-16 25 15,-1 0 1,0 17-16,-8 8 15,-8 18-15,8-1 16,-18 1 0,-7 25-16,7 0 15,1-17 1,26-51 0,7-34-16,10-25 15,-1-18-15,1 1 16,-1-9-16,-25-26 15,-17-33 1,-26-26 0,0 0-16,18 25 15,16 18-15,9 25 16,17 0 0,0 17-16,8 8 31,1 18-31,-1 50 15,-8 26 1,17-17-16,0-8 16,17-9-16,17-9 15,34-16 1,52-35 0,34-33-16,42-43 15,34-85 1,52-94-16</inkml:trace>
  <inkml:trace contextRef="#ctx0" brushRef="#br0" timeOffset="49942.58">4327 8317 0,'0'0'0,"-8"17"0,-9 51 0,0 26 16,8-35-1,-8 10-15,8 33 16,9-9 0,0-25-16,17-8 15,1-18 1,-1-8-16,8-8 15,-8-1 1,0-16-16,-8-1 16,8-8-1,34-8-15,35-9 16,24-9 0,1-8-16,-34 9 15,-17-1 1,51-16-16,60-1 15,-35 9 1,-33 9-16,50-1 16,35 18-1,-60 8-15,0 0 16,60 8 0,-26 1-16,-43-1 15,44-8 1,41 0-1,-67-8-15,17-1 16,51 1-16,-60 16 16,-26 9-1,43-8-15,18 8 16,-52 0 0,17-9-16,59 1 15,-50-9-15,8-9 16,69-8-1,-78 9 1,1 8-16,59 0 16,-59 8-1,-9 1-15,77-1 16,-51-8 0,-9 0-16,68 0 15,-51 0-15,9-8 16,60-1-1,-52 1-15,17-1 32,-16 1-32,25-1 15,34 9-15,-77 0 16,26-8 0,-9 8-16,0-9 15,52 9 1,-69 0-1,0-8-15,52 8 16,-52 0 0,34 0-16,-8 0 15,9-9-15,42 1 0,-43-1 16,9 9 0,-26 0-1,9-8 1,43-1-1,-35 9-15,9 9 16,-34-1 0,-1-16-16,10 8 15,-52 0-15,-43 0 16,-8 0 0,9 0-1,-27 0-15,-24 0 16,-27 0-1,1 0-15,-9 0 16,-9 0 0,1 0-16,-9-9 15,8-25 1,10-25-16,7-86 16,35-170-1</inkml:trace>
  <inkml:trace contextRef="#ctx0" brushRef="#br0" timeOffset="121264.58">2817 12085 0,'0'0'0,"0"0"0,17-26 16,59-16-16,52 8 15,-8-9-15,-1-8 16,69-42 0,0-18-16,-51 26 15,8 0 1,8 34 0,-33 17-16,-43 0 15,-43 17-15,-9 0 16,-16 8-1,-35 9 1,-85 9-16,-8-1 16,25 1-1,-17-9-15,34 0 16,26 8 0,17-8-16,17 0 15,8 0 1,9 0-16,0 0 15,26-8 1,8-1-16,17 1 16,34 8-1,-8 0-15,-17 17 16,-9 8 0,-8 27-16,-17 33 15,-18 17 1,-16-17-16,-18 0 15,-17 42 1,26-59-16</inkml:trace>
  <inkml:trace contextRef="#ctx0" brushRef="#br0" timeOffset="-126820.11">18299 14432 0,'0'0'0,"0"0"0,0 0 15,0 0-15,0 0 16,0 0-16,0 0 16,0 0-1,0 9 1,0 8-16,0 8 15,0 1 1,-9-9-16,9 17 16,0 8-16,0 1 15,0-1 1,9-8-16,8-8 16,9-1-1,8 1-15,-9-9 16,1-9-1,17 9 1,33 9-16,1-9 16,26 0-1,8 0-15,0-17 16,25-17-16,35-9 16,-9 9-1,-8 0 1,42 0-16,-34 9 15,17-1 1,26 9-16,-43 0 16,-17 0-1,18 9-15,-10-1 16,-25 9 0,-17 0-16,0 0 15,-25-8-15,-27 8 16,-8-9-1,-16 1 1,-10-1-16,-8-8 16,-8 9-1,-9-18-15,0-8 16,-9-25-16,1-18 16,-1 26-1</inkml:trace>
  <inkml:trace contextRef="#ctx0" brushRef="#br0" timeOffset="-123926.74">24333 14364 0,'0'0'0,"0"0"0,0 0 15,0 0 1,0 0-16,-8 0 16,-1 17-1,-8 26-15,-9 25 16,1 0 0,8 17-16,0 0 15,8-9 1,9-16-16,9-18 15,8-8-15,0-8 16,17-1 0,17 1-1,34-1-15,18-16 16,25-1 0,26-8-16,16-8 15,9-1 1,18 1-16,-1-9 15,9-9 1,0 9-16,8-8 16,1-1-1,-10-8-15,-16 9 16,8-1 0,-16 9-16,-61 0 15,-33 9 1,-35 8-16,-26 0 15,-16 0 1,-1 0-16,1 0 16,-9 0-1,-9-9-15,1 1 16,-18-9 0,1-34-16,8-17 15,25-43 1,43-161-16</inkml:trace>
  <inkml:trace contextRef="#ctx0" brushRef="#br0" timeOffset="-119947.99">7058 16286 0,'0'0'0,"0"0"0,0 0 16,0 17-16,0 0 15,0 17 1,9 0-16,-1 0 15,1 0-15,0 9 16,-1 16 0,1 9-1,-1 26-15,-8 16 16,0 9 0,0-17-16,0-17 15,9-25-15,8 0 16,8-18-1,9 1 1,1-18-16,16 1 16,0-18-1,17 1-15,18-18 16,25-8 0,8-8-16,1-1 15,8 9-15,17-8 16,-9 8-1,1 0 1,-1 0-16,1 0 16,-9 8-1,0 9-15,0 17 16,-8-8-16,-18 8 16,-25 0-1,-26-9-15,-17 1 16,-8-1-1,-9 1-15,-9-1 16,1-8 0,-9-8-1,0-18 1,-9-59-16,1-68 16,-1-136-16</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06:01.574"/>
    </inkml:context>
    <inkml:brush xml:id="br0">
      <inkml:brushProperty name="width" value="0.05292" units="cm"/>
      <inkml:brushProperty name="height" value="0.05292" units="cm"/>
      <inkml:brushProperty name="color" value="#FF0000"/>
    </inkml:brush>
  </inkml:definitions>
  <inkml:trace contextRef="#ctx0" brushRef="#br0">2962 5902 0,'0'0'0,"0"0"0,0 0 0,-9 0 15,1 0 1,-10 0-16,10 0 16,-18 9-1,1-9-15,-26-9 16,-9 1 0,0 8-16,0 0 15,-8 8 1,0 1-1,17-1-15,-1 9 16,18-8-16,0-1 16,0 1-1,-9 8 1,9 0-16,-9 0 16,1 17-1,-1 17-15,0 17 16,-8 0-16,17-9 15,0-16 1,8-1-16,9-8 16,-8 9-1,-1-1 1,9 18-16,8 16 16,18 1-1,8-9-15,17-8 16,0-1-16,0-16 15,1-1 1,-1-8 0,17 0-16,0 0 15,-8-8-15,25 8 16,17 0 0,18-9-16,-1-8 15,-8-8 1,-26-18-1,18 1-15,25-1 16,0 1 0,-17 8-16,-9 0 15,-17-9-15,35 9 16,25-8 0,-17-1-1,0 1-15,0-9 16,17 0-16,8 0 15,-16 0 1,-9 0 0,8 0-16,1 8 15,-1 1 1,-8-1-16,0 1 16,8-1-1,9 1-15,0-9 16,-17 0-1,0 8-15,9 1 16,-1 8 0,1 0-16,-9 0 15,8 0 1,9-9-16,9-8 16,-9 0-1,0 9-15,8-1 16,-8 1-1,-8-1-15,8 9 16,17 0 0,9 0-16,-26 9 15,0 8 1,17 8-16,9-8 16,-26 0-1,17 0-15,17-8 16,-9-1-1,-7 9-15,-1-8 16,8-9 0,-16 8-16,-1 1 15,-8-1 1,9 9 0,-9 9-16,9-9 15,16 8-15,-16-8 16,-26 0-1,-9-8-15,18 8 0,-9 0 16,-1 0 0,-7-9-1,8 9 1,17 0-16,-9 0 16,-8-8-16,-17-1 31,-26 1-31,18-1 15,8-8-15,-9-8 16,0-1-16,-8-8 31,0-8-31,0 8 16,-9-9-16,-8 1 0,0-1 31,-18-8-31,1 0 16,-9 0-1,-8 0-15,-1 0 16,-8 9-16,-8-9 16,-1-9-16,1 9 31,-9 0-31,-9-8 16,1-1-1,-18-8-15,-25-9 16,-9 9-1,-16 0-15,7 17 16,-8 0 0,1 0-16,-1 17 15,-34-8 1,-26-1 0,1 9-16,-26 9 15,-9 8 1,0 0-16,-8 0 15,-17 0 1,8 0-16,-17-9 16,-8 9-1,8 9-15,-17-1 16,0 1-16,-17-18 16,17 9-1,-8 0-15,-18 9 16,9-1-1,-17-16-15,9-1 16,-1 1 0,18-9-16,-9-9 15,8 9 1,1-8 0,-9 8-16,17-9 15,-26 9-15,-8 0 16,0 0-1,-8 9-15,-9-1 16,17 1 0,0 8-16,-9 8 15,9-8 1,0 17 0,8-8-16,18-1 15,-1-8 1,27 0-16,33-8 15,-42-9 1,-103-17-16</inkml:trace>
  <inkml:trace contextRef="#ctx0" brushRef="#br0" timeOffset="3144.31">7818 17213 0,'0'0'0,"-9"0"0,-8 0 0,9-8 15,-18-1 1,-25-16-16,-17-18 15,-26 0 1,-17-8-16,26 9 16,33 8-1,1 17-15,-51-9 16,-69 1 0,17 8-1,52 17-15,-69-9 16,-8 1-1,43-1-15,-1-8 16,-59 0 0,25 9-16,9 8 15,-60 17-15,43 8 16,25-8 0,-68 0-1,60 9-15,34-1 16,-77 9-1,34-8-15,69 16 16,-60 18-16,-26 8 16,51-25-1,35-9 1,-17 8-16,-27 18 16,27-1-1,51-16-15,34-1 0,8-8 16,9-8-1,0-1 1,8-8 0,1 9-1,8-9-15,0 17 16,0-9-16,8 1 16,9-9-16,35 17 15,41 17 1,1-9-1,-25-16-15,7 8 16,87-9 0,7 1-16,-67-18 15,8 9 1,76 0-16,-7-8 0,-69 8 31,59 0-31,44-9 16,-78-8-1,26-8-15,60-1 0,-85 1 32,25-18-32,60 1 15,-77 8 1,34 0-16,43 0 16,-85 0-1,16 0 1,52 0-16,-60 8 15,-8 1-15,16-1 16,10-8 0,-18 9-16,-26-1 15,9-16-15,-8-18 16,-9 1 0,-34-18-1,-26 1-15,-17-18 16,-34 1-1,-51-43 1,-103-69-16,-59 1 16,-60-8-1</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06:58.391"/>
    </inkml:context>
    <inkml:brush xml:id="br0">
      <inkml:brushProperty name="width" value="0.05292" units="cm"/>
      <inkml:brushProperty name="height" value="0.05292" units="cm"/>
      <inkml:brushProperty name="color" value="#FF0000"/>
    </inkml:brush>
  </inkml:definitions>
  <inkml:trace contextRef="#ctx0" brushRef="#br0">5539 5672 0,'0'0'0,"0"0"0,0 0 0,0 0 0,0 17 16,0 9-1,-8 25-15,-1 0 16,-16 0-1,-1-8-15,0-9 16,1 0-16,8 0 31,0-9-31,8 1 16,9 8 0,0 0-16,17-9 15,0 1-15,9-9 0,-9-9 31,51 1-15,35-1-16,25-8 16,-17-8-1,-26-1-15,34 1 16,26-1 0,-17 9-16,-34 0 15,26 0 1,42 9-16,0-1 15,-42 1 1,25-1-16,51 1 16,-51-1-1,17-8-15,69 0 16,-69-8 0,0-9-16,51 0 15,-59 8 1,-9-8-16,17 9 15,-25 8 1,-35 0-16,-16 0 16,8 17-1,-18-9-15,-24 1 16,-18-1 0,-9 1-16,-8-9 15,-8 0 1,-1 0-16,1 0 15,-9 0 1,0 0-16,0-9 16,-9-8-1,-16-34-15,-1-17 16,-8-25 0,0-18-16,17 18 15,8 50 1</inkml:trace>
  <inkml:trace contextRef="#ctx0" brushRef="#br0" timeOffset="1061.09">2287 5775 0,'0'0'0,"0"0"0,0 8 15,9 9 1,-1 0 0,1 0-16,0 9 15,-1 8 1,1 0-16,-9 0 16,0 0-1,0 17-15,0-9 16,0 1-16,0-9 15,8 0 1,9-9 0,9 1-16,16-9 15,18-9-15,26 1 16,-18-18 0,0 1-16,26-1 15,8 1 1,9-9-1,-8 0-15,8 0 16,17 0 0,8 0-16,-8 17 15,-17 0 1,0 0-16,0 8 16,-8-8-16,-9 9 15,-18-9 1,-24 0-16,-1 0 15,0 0 1,-8 8 0,-1-8-16,-16 9 15,0-9 1,-1 0-16,-8 0 16,0 0-1,0-9-15,0 1 16,-8-1-1,-1 1-15,1-9 16,0-9 0,-18-16-16,0 25 15</inkml:trace>
  <inkml:trace contextRef="#ctx0" brushRef="#br0" timeOffset="6002.61">2253 6889 0,'0'0'0,"0"0"0,0 0 16,0 0-1,0 0-15,0 0 16,0 0 0,0 0-16,0 0 15,0 17 1,9 0-16,-1 0 15,9 8 1,0 1-16,-8-1 16,0 1-1,-1-9-15,9 0 16,0 0 0,9 0-16,16-9 15,10 1 1,-1-9-16,0 8 15,26 1-15,-9-9 16,-8 0 0,-9 8-1,0 1-15,1-1 16,-10 1 0,1-1-16,-17 1 15,-1-9 1,-8 0-16,-8 0 15,-1 0-15,1 0 16,-1 0 0,1 0-16,-1-9 15,9 1 1,1-9-16,-1-9 16,17-16-1,-17 16 1</inkml:trace>
  <inkml:trace contextRef="#ctx0" brushRef="#br0" timeOffset="12811.42">3918 9823 0,'0'0'0,"0"25"0,0 18 16,0 16-16,0-16 15,0-18-15,0-8 16,0-8-1,0-1-15,0-8 16,0 0 0,0 0-1</inkml:trace>
  <inkml:trace contextRef="#ctx0" brushRef="#br0" timeOffset="14178.86">3371 9125 0,'0'0'0,"0"0"0,0 0 0,0 0 16,0 0-1,0 0-15,0 0 16,0 9 0,0-1-16,0 9 15,0 0-15,0 0 31,0 17-31,0 0 16,0 17 0,9 0-16,-1 9 15,-8-9-15,0-9 16,9 1-16,8 0 16,0-9-1,17-9 1,9 1-16,8-1 15,17-16 1,-8-1 0,-9-8-16,-17 0 0,-8 0 15,0 0 1,25 0 0,34 0-1,26 0-15,17-8 0,-51-1 31,0 1-31,42-1 16,26 1 0,-8-1-16,-52 1 15,26 8 1,43 8-16,-9-8 16,-43 9-16,1-1 15,25 9 1,8 0-1,-16-8-15,-52-1 16,-25 1 0,-9-9-16,9 8 0,8 1 31,-8-9-31,-18 0 16,1 8-1,-18-8-15,1 0 16,-1 0-1,1 0-15,-9 0 16,0 0 0,0 0-16,0 0 15,0 0 1,0 0-16,0 0 16,0 0-1,0 0-15,0 0 16,0 0-1,0 0-15,0 0 16,17 0 0,-8 0-16</inkml:trace>
  <inkml:trace contextRef="#ctx0" brushRef="#br0" timeOffset="15552.18">6085 9763 0,'0'0'16,"0"0"-16,0 0 0,0 0 15,0 0 1,0 0-16,0 0 16,0 0-16,0 0 15,0 0 1,0 0-16,0 0 16,0 0-1,0 0-15,0-17 16,-8-25-1,8-69-15,8-178 16</inkml:trace>
  <inkml:trace contextRef="#ctx0" brushRef="#br0" timeOffset="24754.01">5676 10316 0,'17'0'0,"60"8"0,42 1 15,60 8-15,60-9 16,17-8-16,35-8 16,41 8-1,-16-17-15,26-9 16</inkml:trace>
  <inkml:trace contextRef="#ctx0" brushRef="#br0" timeOffset="30669.55">5744 14339 0,'0'0'0,"0"0"0,0 8 16,0 18-1,0 8-15,0 0 16,0 0-1,0 0-15,-9 0 16,1 0 0,-1 8-16,9-16 15,0-1 1,0-8-16,0-8 16,0-1-1,9 1-15,-1-1 16,1 1-1,8-1-15,0 1 16,17-9 0,9 0-1,8-9-15,0 1 16,18-1-16,25-8 16,-9 9-1,0 8-15,9 0 16,17 0-16,17 0 15,0-9 1,0 9 0,-8-8-16,16 8 15,-8 0 1,-25 0-16,-1 0 16,-8 8-16,8-8 15,1 17 1,-18-8-16,-17-1 15,-8 1 1,-17-1 0,-18 1-16,-16-1 15,0-8-15,-1 0 16,1 0 0,-9-8-16,8-1 15,1-16 1,8-18-16,0 26 15</inkml:trace>
  <inkml:trace contextRef="#ctx0" brushRef="#br0" timeOffset="77523.86">9337 13879 0,'0'0'0,"0"0"0,-8 0 15,-1 17-15,1 0 16,8-8 0,0-1-1,0 1-15,17-18 16,85-25 0,69-17-16,-26 9 15,77-1 1,-9 18-16,9 33 15,34 18 1,43 8-16,-9 17 16,17 0-1,-8 8-15,-26-8 16,17-17 0,-8 0-16,0 34 15,8 60-15,-43 0 16,-110-43-1,85 59 1,-51 18-16,-78-26 16,35 17-1,18 60-15,-53-52 16,-41-50 0,-18 42-16,-34 34 0,-60-43 31,-51-16-16,0 8-15,-34 34 16,-60-25-16,17-69 16,-85-8-16,9-25 15,-1-18 1,-34-16 0,35-26-1,-35-17-15,26 0 16,0 8-1,17-8-15,17 0 16,8 9 0,44-9-16,59 8 15,-26 9 1,0 0-16,35-8 16,51 8-16,33 0 15,18 0 1,0 0-1,0 0-15,9 0 16,8 0 0,8 8-16,18 1 15,8 8-15,-8 17 16,-1 17 0,1 17-1,-18 8-15,-25 1 16,-34 8-1,8 0-15,9-17 16,-8 0-16,7-17 16,18-9-1,17-16-15,0-1 16,94 18 0,77-1-16,34 9 15,51 9 1,-60-26-16,-153-17 15</inkml:trace>
  <inkml:trace contextRef="#ctx0" brushRef="#br0" timeOffset="78266.48">9312 14602 0,'0'0'0,"0"0"0,0 0 16,0-8-1,0-1-15,0-16 16,8-1-1,-8-8-15,-8 0 16,-1 0 0,-25 9-1,-34-9-15,-26 17 16,0 0-16,34 0 16,26 8-1,0 1-15,8-9 16,9 8-1,0 0-15,17 1 16,0-1 0,17-16-16,43-1 15,42-8 1,-8 9-16,-25 8 16,-27 0-1,-8-9-15,18-42 16,-18 17-1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10:44.924"/>
    </inkml:context>
    <inkml:brush xml:id="br0">
      <inkml:brushProperty name="width" value="0.05292" units="cm"/>
      <inkml:brushProperty name="height" value="0.05292" units="cm"/>
      <inkml:brushProperty name="color" value="#FF0000"/>
    </inkml:brush>
  </inkml:definitions>
  <inkml:trace contextRef="#ctx0" brushRef="#br0">5351 7501 0,'0'0'0,"-8"-9"0,-1 1 16,1-1-16,-1 9 15,-16 0 1,-27 0-16,1 0 16,9 17-1,7 0-15,-7 17 16,-18 26 0,-8 34-16,-18 33 15,35-8 1,8-25-1,-8 25-15,-8 17 16,16-9-16,0-16 16,9-9-1,8 17 1,9 9-16,0-1 16,9-8-16,8 0 15,0 0 1,0-8-1,0-9-15,8-25 16,18-1-16,17 18 16,8-1-1,0 1-15,0-18 16,9-8 0,0-8-1,-18-9-15,10 0 16,33 25-16,17 1 15,18 0 1,-9-18 0,-17-8-16,17-8 15,17-1-15,0-16 16,-34-9 0,-35-9-16,10 1 15,7-1 1,-24 1-16,-18-1 15,-9-8 1,-8 0-16,-8 0 16,0 0-1,-1 0-15,-8 0 16,0 0 0,-17 0-1,-9 0-15,1 0 16,-26-8-1,-35-18-15,-8 1 16,-25-26 0,16 0-16,35-9 15,-9-16-15,-17-1 16,9 9 0,-26-26-1,-8-16-15,33-1 16,1-8-16,-9 0 15,9-8 1,8-18-16,17 9 16,0 17-1,1-34-15,16 17 16,26 17 0,17-17-16,26-26 15,25 0 1,8 35-16,1 16 15,17-16-15,0 16 32,-17 26-32,25 0 15,9 9 1,-9 16-16,9 0 16,0 1-16,-43 16 15,26 1 1,17 8-1,-17 17-15,-1 0 16,10 17 0,-18 0-16,-17 0 0,-17 0 15,-8 8 1,0 1 0,-1-1-16,-16 1 15,-1-9 1,1 0-16,-1 0 15,1 0 1,-9 0 0,0 0-16,0 0 15,-17-9 1,-34 1-16,-9-9 16,-25 0-16,-9 8 15,8 1 1,27 8-1,-18 17-15,-17 8 16,-9 26 0,-16 26-16,8 8 0,26 9 15,-1 16 1,18 18 0,0-1-16,17 18 15,-1 16 1,10 9-16,8 35 15,8 7 1,26-16-16,8 16 16,10-41-1,16-35 1,34 17-16,17 0 16,18-26-16,42-16 15,26-9-15,50-26 16,44-25-1,76-34 1</inkml:trace>
  <inkml:trace contextRef="#ctx0" brushRef="#br0" timeOffset="23286.62">7707 9244 0,'0'0'0,"0"0"16,0 0-16,0 0 15,0 0-15,0 0 16,0 0 0,0 0-1,0 0-15,0 0 16,0 0-16,-8 0 15,-10 0 1,-7 9 0,-18-1-16,0-8 15,1 0 1,-18 0-16,-17-8 16,18 8-1,24 0-15,-7 0 16,-27 17-1,-7 0-15,-10 8 16,1 1 0,0 8-16,16-9 15,27 9 1,-1 9-16,-8 17 16,8 8-1,0-9-15,9 1 16,17 8-1,26-9-15,8 1 16,8-18 0,27 18-16,41-1 15,44-8-15,-17-17 16,-1-8 0,43-1-1,9 1-15,-18-18 16,10 9-16,16 9 15,-17-9 1,-17-17-16,34-9 16,-34 1-1,-34-9-15,17-9 16,-8-16 0,-9-1-16,-26-8 15,-16-8 1,-18-18-1,-9-25-15,-25 0 16,-17 9 0,-25-1-16,-26 0 15,-52-8 1,-42-8-16,-34 16 16,-43 26-1,-68 17-15,-77 51 16,-34 34-1,-52 26-15,-76 25 16,119-26-16</inkml:trace>
  <inkml:trace contextRef="#ctx0" brushRef="#br0" timeOffset="28364.43">7972 10205 0,'0'0'0,"-9"-8"0,-8-1 0,-34-16 31,0-9-31,8 17 16,-34 0 0,-25 8-16,-9 9 15,0 17 1,17 9-16,-17 16 0,-17 1 15,-17 16 1,17 1 0,42-1-1,1 9-15,17 1 16,25-18 0,18 8-16,16-16 15,26 8 1,17 0-16,43 17 15,77 25 1,-1-25-16,61 0 16,42-8-1,0-18-15,17-8 16,-9-8 0,1-9-16,17-9 15,-9-8 1,0-17-16,-8-17 15,-1-17 1,1-8-16,-60-1 16,-26 1-1,0-9-15,-51-9 16,-51 9 0,-17 17-1,-18-8-15,-16-9 16,-18 8-16,-25-17 15,-42-16 1,-61-26-16,-51 17 16,-42 0-1,-69 17-15,-33 17 16,-18 17 0,-60 42-1,-68 35-15,-42 33 0,-27 26 16,129-8-1</inkml:trace>
  <inkml:trace contextRef="#ctx0" brushRef="#br0" timeOffset="34429.94">10959 9857 0,'0'0'0,"0"0"0,0 0 15,0 0-15,0 0 16,0 0 0,8 17-16,1 0 15,418 161-15,-427-178 16,8 0-1,1 0-15,8-8 16,34-9 0,69-43-1,8 1-15,-43 16 0,-34 18 32,-17 8-32,-8 8 15,-1-25-15,-7-34 16,-27-42-1,-51-10 1,-51 10-16,9 59 16,51 17-1,-26-26-15,-85-16 16,-18-1 0,78 35-16,17 16 15,-77 1 1,-18-1-16,86 9 15,52 17 1,8-8-16,8 8 16,-8-9-1,17 1-15,8-9 16,9-9 0,0-8-16,0 9 15,9-1 1,25-8-16,-8 0 15,-1 17 1,-16 0-16,-1 0 16,1 9-1,-18-1 1,1 1-16,-9 8 16,0 0-16,-18 0 15,-24 17 1,-18 25-16,17 9 15,26 9 1,60 33-16,25 1 16,94-9-1,60 0-15,85 8 16</inkml:trace>
  <inkml:trace contextRef="#ctx0" brushRef="#br0" timeOffset="46705.37">13673 11864 0,'0'0'0,"0"0"0,0 0 0,0 0 15,0 0 1,0 0-16,0 0 16,0 0-1,0 0-15,0 0 16,0 0 0,0 0-1,9 0-15,16 0 16,26 0-1,18 8-15,7 1 16,1-1 0,-26-8-16,-16 0 15,-1 0-15,25 0 16,27 0 0,16 9-16,1-1 15,-9 1 1,-43-9-1,-9 0-15,27 0 16,16 0-16,0 8 16,9 9-1,9-8 1,-44-1-16,35 1 16,43-9-16,8 0 15,-43 8 1,-42 1-16,-9-1 15,35 9 1,33 0 0,18 0-16,-26 0 15,-17 0-15,51 0 16,25 0 0,-42-8-16,-8-9 15,68 8 1,-18-8-1,-50 0-15,33 9 16,52-1-16,-60 1 16,26-18-1,68 9-15,-77 0 16,43-8 0,8 8-16,-59 0 15,42 8 1,1 1-16,-69-1 15,34 9 1,43 0 0,-69 9-16,9-1 15,60 9-15,-51 0 16,-35-17 0,52 9-16,-9-1 15,-51-16 1,-51 0-1,-9-1-15,0 1 16,-8-1 0,0 1-16,-18-1 15,-8 1 1,-8-1-16,-1-8 16,1 0-1,-9 0-15,0 0 16,0 0-1,-9-8-15,1-1 16,-18 1 0,-25-18-1,-26-8-15,-17 0 16,-8 8-16,17 9 16,16 0-1,-16 0 1,-17 0-16,8 0 15,-26 9-15,9-1 16,9 1 0,-9-1-16,-9 9 15,-8-8 1,17 8-16,-8 0 0,-26-9 31,0 1-31,8-1 16,9 9-1,-34 0-15,8 0 16,18-8-16,-1 8 16,-33-9-1,33 9 1,26-8-16,-26-1 16,-25 1-1,17-1-15,17 1 16,-8 8-1,-18-9-15,17-8 0,18 9 16,-18 8 15,-16-9-31,25 9 16,8 0-16,-25 0 16,-17 9-1,8-1 1,1 1-16,-44-1 15,44 1-15,25-9 16,-26 0 0,1-9-1,24 9-15,1 0 16,-76 0-16,33 9 16,43-1-1,-60 9 1,17 0-16,43-8 15,-25-9 1,-18-9-16,43 1 16,68-1-16,18 1 15,7-9 1,1-17 0,26 17-16</inkml:trace>
  <inkml:trace contextRef="#ctx0" brushRef="#br0" timeOffset="58459.72">9747 13539 0,'0'0'0,"0"0"0,0 0 0,0 0 15,0 0 1,0 9-16,-9 16 16,1 26-1,-1 51-15,-8 17 16,0-8 0,9-18-16,8-8 15,0-17 1,0-17-1,0-25-15,0 0 16,8-18-16,9 1 16,26-18-1,34-16-15,51-27 16,17 1 0,17-8-1,9 8-15,-1 17 0,27 8 31,8 9-31,16 17 16,10 17-16,8 9 16,8 8-1,-16 0-15,-9 8 16,0-16 0,-18-9-16,-7-9 15,-18-16-15,-42-1 31,-18 1-31,-42-1 16,-17 1 0,-18-1-16,-16 1 15,-9-1 1,0 1-16,-8-1 16,-1-16-1,-8 16-15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13:27.109"/>
    </inkml:context>
    <inkml:brush xml:id="br0">
      <inkml:brushProperty name="width" value="0.05292" units="cm"/>
      <inkml:brushProperty name="height" value="0.05292" units="cm"/>
      <inkml:brushProperty name="color" value="#FF0000"/>
    </inkml:brush>
  </inkml:definitions>
  <inkml:trace contextRef="#ctx0" brushRef="#br0">10626 8343 0,'0'0'0,"0"0"0,0 0 0,-9 0 0,1-9 31,-18 1-31,1 8 0,-18 0 16,-8 0 0,-17 17-1,-9 8 1,-17 26-16,0 9 15,-8 16-15,8 18 16,0 8-16,0 9 31,17-1-31,9-16 16,8-9-16,9 0 16,8 0-1,26 8 1,9-8-16,16-8 0,9-9 15,0-8 1,17-1 0,9 1-16,42-1 0,9-16 31,34-9-15,60 0-16,-17-26 15,17-8 1,33-25-16,10-9 15,25-26-15,-9 9 16,1-8 0,-18-1-16,9-42 15,9-26-15,-1-16 0,18-18 32,-69 9-17,-16 0 1,7-25-16,-25-1 15,-16-8 1,-10 8-16,-33 18 16,-27-9-1,-16 0-15,-43 33 16,-25 10-16,-26-18 16,-26 26-1,-34 26-15,-51 16 16,-43 18-1,-42 33-15,-18 26 16,-8 26 0,-17 50-1,-9 52-15,-68 42 16,9 17 0</inkml:trace>
  <inkml:trace contextRef="#ctx0" brushRef="#br0" timeOffset="6632.07">16140 12595 0,'0'0'0,"0"0"0,-9 0 0,-8 0 15,-9-8 1,-8 8-16,-34 0 0,-17 8 15,-1 9 1,1 17 0,-9 9-16,0 8 15,-25 34 1,8 25 0,34-16-16,26 8 15,-1 8 1,10 27-16,16-1 15,18-17-15,16 0 16,18 8 0,34-8-1,42 0-15,52-8 16,33-17 0,35-18-16,43-16 0,16-1 31,10-16-31,7-18 15,10-8-15,-18-25 16,9-26 0,25-9-1,-17-8-15,-8-8 16,-26-1-16,-51-8 16,8-43-1,-33-8 1,-69 17-16,-17 9 15,0-18 1,-18-16-16,-33 25 16,-26 0-1,-34 8-15,-25-25 16,-35-9 0,-17 9-16,-17 26 15,-76-9 1,-27 17-16,1 25 15,-34 1 1,-44 33-16,-33 26 16,-43 26-1,17 16-15,9-8 16,-69 9 0,69-1-16,8 1 15,-17 16 1,26 9-16,-60 17 15,34-17-15,35 0 16,25-17 0,34-17-1,17 0-15,77 0 16,-1 17 0,-127 60-16</inkml:trace>
  <inkml:trace contextRef="#ctx0" brushRef="#br0" timeOffset="8597.65">17966 7246 0,'0'0'15,"-17"0"-15,-26 0 0,-25-9 16,-9 1-16,9-1 16,-9 9-1,9 0 1,0 9-16,-1-1 16,1 9-1,0 0-15,17 0 16,-1 0-1,-7 17-15,-1 0 16,0 26 0,-8 33-16,17 10 15,8-1-15,0 25 16,1 43 0,7-8-16,10-18 15,8 52 1,0-9-1,8-17-15,9 43 16,0-9-16,9 8 16,8 18-1,0-34-15,8 25 16,1-9 0,8 1-1,17 8-15,18-34 16,16 9-1,-8-1-15,-9-33 16,17 34-16,1-1 16,8-42-1,17 26-15,-9-9 16,-17-34 0,9 9-1,0-1-15,0-8 16,0-8-1,0-18-15,8 1 16,1-9 0,8-8-16,0-18 15,0 1-15,-9-18 16,9 1 0,8-18-16,1 1 15,16-18 1,-8-16-1,9-1-15,0-25 16,-35-8 0,-8-9-16,0-17 0,-17-9 15,-9-16 1,0-9 0,-17-17-16,-17-17 15,-8-18 1,-17-16-1,-18 0-15,-17-17 16,-8-17 0,-17 9-16,-9 7 15,1-16 1,-1 17-16,-8-8 16,-1-26-16,1 16 15,-17-16 1,-9-17-16,17 34 15,-8-43 1,-1 18 0,-16 8-16,-35-34 15,9 34-15,26-35 16,-1 18 0,1-17-16,-26-17 15,9 17 1,8-9-1,-17 26-15,-43-42 16,-17 16 0,-42-8-16,-35-26 15</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15:19.990"/>
    </inkml:context>
    <inkml:brush xml:id="br0">
      <inkml:brushProperty name="width" value="0.05292" units="cm"/>
      <inkml:brushProperty name="height" value="0.05292" units="cm"/>
      <inkml:brushProperty name="color" value="#FF0000"/>
    </inkml:brush>
  </inkml:definitions>
  <inkml:trace contextRef="#ctx0" brushRef="#br0">9209 6021 0,'0'0'0,"0"-8"0,-8-1 0,-1-16 0,9-1 16,0-16-1,0-18 1,9 26-16</inkml:trace>
  <inkml:trace contextRef="#ctx0" brushRef="#br0" timeOffset="1040.68">9141 4958 0,'0'0'0,"0"0"0,0 0 16,0 0-1,-9 9-15,1 8 16,-1 25 0,-16 43-16,-1 17 15,1-8 1,-1 16-16,0 69 16,1-26-1,8-68-15,8-25 16,9 8-1,0-9-15,17-16 16,0-1 0,0-16-16,0-1 15,26 9 1,17-8-16,0-18 16,-18 1-1,35-1-15,17 1 0,-9-1 31,1 1-31,-10 8 16,-7-9 0,-35 1-1,-9-1-15,1 1 16,-9-9-16,9 8 16,8-8-1,0-8-15,0-26 16,9-26-1,-9-8 1,-8-17-16,-1-51 16,-16 0-16,-1 8 15,-8 35 1,0-1-16,9 1 16,-1 8-1,1 8-15,-1 18 16,1 25-1,-1 17-15,-8 0 16,0 8 0,0 9-1,0 0-15,0 0 16,-17-8-16,-59 8 16,-70 0-1,-93 0 1,-68 17-16,-60 0 15</inkml:trace>
  <inkml:trace contextRef="#ctx0" brushRef="#br0" timeOffset="16055.24">28336 5485 0,'0'0'0,"0"0"0,0 0 15,9 0 1,-1 0-16,1 0 15,-1 0 1,1 17-16,-1 17 16,1 17-1,-9 17-15,-9 1 16,1-1 0,-1-9-16,-8 1 15,9-18 1,-1-16-16,9-1 15,0 1 1,0-9 0,17 0-16,9 0 15,16-9 1,10 1-16,24-9 16,27-9-1,33-8-15,1 9 16,8 8-16,9-9 15,16 1 1,10 16 0,33-16-16,17 16 0,9 1 15,17-1 1,-17 1 0,-17-1-1,-34 1-15,-34-18 16,-9 1-1,-60-1-15,-51 1 16</inkml:trace>
  <inkml:trace contextRef="#ctx0" brushRef="#br0" timeOffset="16863.53">2834 7059 0,'0'0'0,"0"0"0,0 0 16,34 0-1,43 8 1,42 1-16,9-1 16,103-8-1,144 17 1</inkml:trace>
  <inkml:trace contextRef="#ctx0" brushRef="#br0" timeOffset="18860.61">10959 6548 0,'0'0'0,"0"0"0,0 0 16,0-8-16,0-1 15,-9 1 1,-16-18-16,-9 9 0,-1 0 31,1 0-31,0 9 16,17 8-1,0 0-15,0 0 16,8 0 0,1 8-16,-1 1 15,9-1 1,0 9-16,-8 17 15,-9 77 1,-9 42-16,9-42 16,9-43-1,-10 17-15,18 34 16,0-9 0,0-25-16,9-34 15,0-25 1,8-9-16,8-9 15,35-25 1,0-25-16,-9-18 16,34-16-1,60 8-15,0 25 16,-42 18 0,-26 8-16,34 8 15,0 9 1,-18 0-16,-24 0 15,-27 0 1,-16 0-16,-9 0 16,-8 0-1,-1 0-15,1 0 16,-9 0 0,0 0-16,-9-8 15,-16-18 1,-27-33-1,-7-52-15,16 1 16,9 25-16,0-18 16,0-24-1,8-1-15,17 35 16,1 33-16,-1 26 16,1 0-1,-1 17 1,1 9-16,-35 8 15,-59 8-15,-35 9 16,18 9 0,-44-1-16,-169 18 31</inkml:trace>
  <inkml:trace contextRef="#ctx0" brushRef="#br0" timeOffset="65524.23">16361 7492 0,'0'0'0,"0"0"0,18 0 15,67 0-15,77-25 16,120-26 0,68-9-16,8-8 15,26-8 1</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17:28.505"/>
    </inkml:context>
    <inkml:brush xml:id="br0">
      <inkml:brushProperty name="width" value="0.05292" units="cm"/>
      <inkml:brushProperty name="height" value="0.05292" units="cm"/>
      <inkml:brushProperty name="color" value="#FF0000"/>
    </inkml:brush>
  </inkml:definitions>
  <inkml:trace contextRef="#ctx0" brushRef="#br0">17206 16643 0,'0'0'0,"-8"-8"0,-9-1 0,-17-8 15,-26 0 1,-8-8-16,-35-1 15,-25 9 1,-8-8-16,16 16 16,26 18-1,0 8-15,-17 25 16,-17 26 0,-8 17-16,8 17 15,0 17 1,8-17-16,9-8 15,43-17 1,17-18-16,17-8 16,17 17-1,0 0-15,17 0 16,0 9 0,0-9-16,34 0 15,26 8 1,16-16-1,27-9-15,-9 0 0,34-9 16,51 1 0,-8-9-16,33-8 15,35-1 1,-8-8 0,8-8-16,-17 8 15,8-9 1,-8 1-16,17-9 15,26 8 1,-1-8-16,9-8 16,26-1-1,8 1-15,-8-9 0,-17-17 16,-52-9 0,-25 9-1,-43-9 1,0 1-1,-8-18-15,-17-8 16,-18 0 0,-34 0-16,-16 0 15,-18 0-15,-34 9 16,-17-9 0,-34-17-16,-26 0 15,-59 8 1,-103 0-1,-86 18-15,-59 16 0,-51 26 32,8 0-32,-33 17 15,33 9 1,17-9-16,-50 8 16,-18-8-1,60 0-15</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18:29.377"/>
    </inkml:context>
    <inkml:brush xml:id="br0">
      <inkml:brushProperty name="width" value="0.05292" units="cm"/>
      <inkml:brushProperty name="height" value="0.05292" units="cm"/>
      <inkml:brushProperty name="color" value="#FF0000"/>
    </inkml:brush>
  </inkml:definitions>
  <inkml:trace contextRef="#ctx0" brushRef="#br0">3593 10214 0,'0'0'0,"0"0"0,0 0 0,-8 0 16,-9 0-1,-52 34-15,-42 17 16,-8 25 0,-26 35-16,-26 25 15,9 0 1,25 34-16,9 17 16,-8 9-16,8 0 15,42-9 1,10-9-1,-10 9-15,1 0 16,-35-25 0,35-9-16,25-34 15,26-8-15,9-1 16,16-16 0,18-9-16,33 0 15,27-9 1,33-16-16,35-43 31,50-34-31,44-17 16,16-26-16,1 1 15,-9 8 1,17 0-16,8 0 16,-8 8-1,-25-8-15,-9 0 16,-26 0-16,-8-8 15,0-1 1,8-8 0,9 0-1,17 0-15,-18 9 16,1-10-16,0 10 16,0-1-1,17 9 1,0 0-16,17-8 0,0 8 31,8-17-31,9 8 16,-8-8-1,16-8-15,-16-1 16,17 1-16,-1-1 16,9 9-16,9 0 15,-9 0-15,-17 8 16,17-16 15,9-18-31,-18 9 16,-8 0-16,-51 9 0,-17-1 31,-17-8-15,-9 0-16,-26 17 15,-42 0 1,-34 0-16,-17 0 15,-18 0 1,-16-9-16,-18 1 16,-25-35-1,-43-16-15,-25 8 16,-43 25 0,-77 1-16,-17 24 15,-34 18 1,-17 17-16,0 17 15,-26 0 1,0 0-16,-34-8 16,34-1-1,-25 1-15,-18 8 16,9 17 0,-42 8-16,-1-16 15,43 8 1,-8 17-16,-60 8 15,42 9-15,-25 34 32,-94 26-32,-43 68 0,-8 42 15,-60 51 1,-77 68 0,69-17-16,247-127 15</inkml:trace>
  <inkml:trace contextRef="#ctx0" brushRef="#br0" timeOffset="8462.2">13357 11387 0,'0'0'0,"0"0"0,0 0 15,-8-8-15,-26-9 16,-18-34-16,-7-9 16,-18 1-1,-9-1 1,-7 9-16,-1 0 15,-9 17 1,1 9-16,-18 8 16,-42 17-1,-26 8-15,-8 26 16,-26 9 0,-8 8-16,8 8 15,-34 1 1,8-1-16,1 1 15,8-9 1,-9 0 0,9 9-16,-8-1 15,-18 1-15,18-9 16,8-9 0,25 1-16,-8-1 15,9-16 1,-17-1-1,33 1-15,35-1 16,-51 18-16,-1 16 16,27 9-1,-35 26 1,8 8-16,1 0 16,0 9-1,16 25-15,-16 34 16,34-26-1,16 18-15,-7 25 16,33-42 0,-8 25-16,-9 25 15,18-25 1,-9 34-16,8-8 16,18-17-1,-9 16-15,25-25 16,35-25-1,17-18-15,8 1 16,9 0 0,17-18-16,26 18 15,16 33-15,26-8 16,18-51 0,33 17-1,43 26-15,-8-17 16,8-26-16,25-17 15,-7-26 1,41 9 0,27 0-16,16 0 15,27 26 1,-27-18-16,-8 1 16,0-17-1,-9-26-15,1-17 16,16 0-16,9-9 15,1-8 1,-1 0 0,-43 0-16,9 0 15,-43 9 1,9-9-16,25 8 16,-25 1-1,17 8-15,-9 8 16,-8 1-1,34-1-15,-26-8 16,9-8 0,34-9-16,-34-9 15,17-8 1,0-8-16,8-1 16,9 1-1,-9-1-15,27 9 16,-10 9-1,18-26-15,-18-9 16,9-34 0,-8-16-16,-18-1 15,9 1 1,9 16-16,16-16 16,18-43-1,-18-9-15,-8 18 16,1-18-1,-53-17-15,-7 1 16,-18-9 0,0-34-16,-8-1 15,-18-16 1,-16-8 0,-9 8-16,-34 17 0,-17 8 31,-18 17-31,-24 1 15,-18 16 1,-17-8-16,-17 8 16,-9-8-16,-17 0 15,1 0 1,-18 26-16,-8 8 16,8 8-1,0 17-15,-25 1 0,-35-1 31,-16 18-31,-1 25 16,-25 0 0,-9-9-16,-8 9 15,-17-8-15,-9 16 16,9 18 0,-52-9-1,-16-1-15,-52 10 16,-60-1-1,35 9-15,-69 26 16,9 8 0</inkml:trace>
  <inkml:trace contextRef="#ctx0" brushRef="#br0" timeOffset="25716.35">8740 4482 0,'51'-17'0,"222"-17"0,154 8 16,-43 35-1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19:05.928"/>
    </inkml:context>
    <inkml:brush xml:id="br0">
      <inkml:brushProperty name="width" value="0.05292" units="cm"/>
      <inkml:brushProperty name="height" value="0.05292" units="cm"/>
      <inkml:brushProperty name="color" value="#FF0000"/>
    </inkml:brush>
  </inkml:definitions>
  <inkml:trace contextRef="#ctx0" brushRef="#br0">13127 5162 0,'0'0'0,"0"0"0,0 0 16,0 9-16,42 33 16,52 1-1,34-1-15,26-16 16,128-26 0,68-26-16,-18-8 15,70-17 1,110 0-16,42 26 15,-152 16 1</inkml:trace>
  <inkml:trace contextRef="#ctx0" brushRef="#br0" timeOffset="13839.1">8279 6115 0,'8'0'0,"35"-9"16,68 1-16,17 8 16,60 8-16,68 9 15,-9 9 1,18-18-16,119 9 0,26-17 16,-103-42-1,43-52-15</inkml:trace>
  <inkml:trace contextRef="#ctx0" brushRef="#br0" timeOffset="17544.61">11932 7101 0,'0'0'16,"0"0"-16,0 0 15,0 0-15,0 0 16,0 0-16,-9 0 16,1 9-1,-18 25 1,1 25-16,8 26 16,-1 17-1,18-34-15,0-25 16,26-9-1,8 8-15,9-16 16,25-9 0,43 0-16,43 0 15,-1-8-15,18-18 16,42 1 0,9-1-1,17 1-15,-34-1 16,9 0-16,7 1 31,-16 8-31,26 8 16,-35 1-16,-17 8 15,26 0 1,-34 9-16,-1-9 0,27 0 31,-52-9-15,-34 1-16,17-1 15,-9-8-15,-25-8 16,-25-1 0,-10 9-16,-16-8 15,-17 8 1,-9 0-16,-9 0 16,1 0-1,-1-9 1,1 1-16,-18-9 15,-8-17-15,-8-18 16,7-50 0,10 43-1</inkml:trace>
  <inkml:trace contextRef="#ctx0" brushRef="#br0" timeOffset="20578.86">18785 7059 0,'0'0'0,"0"0"0,0 0 15,0 0 1,0 0 0,0 0-16,0 0 15,0 0 1,0 0-16,0 0 15,0 0 1,0 0-16,0 0 16,0 0-1,0 0 1,0 0-16,0 0 16,0 0-1,0 0-15,0 0 16,0 0-16,0 0 15,-8 8-15,-1 9 16,-8 0 0,0 17-1,-8 9 1,8 8-16,-1-9 16,10-8-1,8-8-15,0-1 0,0 1 16,0-1-1,8 1 1,1-1 0,8 1-16,0-1 15,0 1-15,0-1 16,9-8 0,25-8-1,9-1-15,25 1 16,26-18-16,26 1 15,16-9 1,9-17 0,35 17-16,-18 8 15,17-8 1,43 17-16,-25 9 16,16 8-1,1-9-15,-1 9 16,18-8-1,8-1-15,0 1 16,-17 8 0,-17 0-16,-35-9 15,-7 10 1,-10-1-16,-33-9 16,-35 1-1,-8-1-15,-26 1 16,-25-1-1,-17 1-15,-18-9 16,1-9 0,-18-8-16,-16-34 15,-35-34 1,0-26-16,9-16 16,34-9-1,25 68-15</inkml:trace>
  <inkml:trace contextRef="#ctx0" brushRef="#br0" timeOffset="24972.26">11326 8402 0,'0'0'0,"0"0"0,0 17 0,-9 0 16,1 9-1,-1-1 1,9 9-16,0 0 16,0 1-1,0-1-15,17 0 16,9 0-1,8 8 1,0-16-16,26-1 16,34-8-16,17-17 15,8-8 1,9-1-16,43-8 16,8 0-1,18 9-15,16-9 16,-17 8-1,26 1-15,17 16 16,-17-16 0,17 8-1,-17 8-15,0 1 16,8-1-16,18 1 16,8-9-1,8-9 1,10 9-16,-10-8 15,-8 8-15,-8 0 16,8-9 0,0 9-16,-9-8 15,1-1 1,-9 1 0,0-1-1,8 9-15,9 0 16,9 0-16,-26 9 15,0-9-15,17 0 16,-17 0 0,-9 17-16,-16 8 15,-1-8 1,9 0 0,0-8-1,8 8-15,18-9 16,8 1-16,0-1 15,-17 1 1,-9-1-16,9 1 16,-8-1-1,-18-16-15,-17-1 16,-16 9 0,-1 0-16,0 0 15,-25 0 1,-26 0-16,0 0 0,-9 0 31,-42-8-31,-26 8 16,-16 0-16,-10-9 15,-16 1 1,-1-18-16,1-16 16,-18-18-1,-16-33-15,-1 41 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3-04T21:20:41.602"/>
    </inkml:context>
    <inkml:brush xml:id="br0">
      <inkml:brushProperty name="width" value="0.05292" units="cm"/>
      <inkml:brushProperty name="height" value="0.05292" units="cm"/>
      <inkml:brushProperty name="color" value="#FF0000"/>
    </inkml:brush>
  </inkml:definitions>
  <inkml:trace contextRef="#ctx0" brushRef="#br0">14765 16124 0,'0'-8'0,"-8"-9"0,-43-26 0,-308-135 0,240 169 0,-60 9 0,-9 0 16,-34 26-1,-17 8-15,17-9 16,17 1 0,9 8-16,17 17 15,8 8 1,34-16-16,43 8 16,26 0-1,17 26-15,17 8 16,17 0-16,17 8 15,8-16 1,26 25 0,43 8-16,26 1 15,25-9 1,42-25-16,61-9 16,42-17-16,9-34 15,33-26 1,-7-8-16,-10-17 15,-16 0 1,-17-34-16,8-26 16,-17 1-1,-9-18 1,-33-8-16,-35 26 16,-51 16-1,-51 9-15,-35 0 16,-42-42-1,-102-35-15,-180-25 16,-204 8-16,-120 60 16,-68 94-1,255 25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75DE9E-3E2B-49A4-BE4E-F3618449E8DE}"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1A3574-2292-4E4A-AB4C-8C6FBD4B38BE}" type="slidenum">
              <a:rPr lang="en-US" smtClean="0"/>
              <a:t>‹#›</a:t>
            </a:fld>
            <a:endParaRPr lang="en-US"/>
          </a:p>
        </p:txBody>
      </p:sp>
    </p:spTree>
    <p:extLst>
      <p:ext uri="{BB962C8B-B14F-4D97-AF65-F5344CB8AC3E}">
        <p14:creationId xmlns:p14="http://schemas.microsoft.com/office/powerpoint/2010/main" val="4153027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set of edges from the graph, which forms a tree with all of the nodes in a graph. Subset of the edges, which has no cycles, and connects all the nodes.</a:t>
            </a:r>
          </a:p>
        </p:txBody>
      </p:sp>
      <p:sp>
        <p:nvSpPr>
          <p:cNvPr id="4" name="Slide Number Placeholder 3"/>
          <p:cNvSpPr>
            <a:spLocks noGrp="1"/>
          </p:cNvSpPr>
          <p:nvPr>
            <p:ph type="sldNum" sz="quarter" idx="5"/>
          </p:nvPr>
        </p:nvSpPr>
        <p:spPr/>
        <p:txBody>
          <a:bodyPr/>
          <a:lstStyle/>
          <a:p>
            <a:fld id="{528D9EFC-C18D-9343-8FAC-BB521FE639CB}" type="slidenum">
              <a:rPr lang="en-US" smtClean="0"/>
              <a:t>4</a:t>
            </a:fld>
            <a:endParaRPr lang="en-US"/>
          </a:p>
        </p:txBody>
      </p:sp>
    </p:spTree>
    <p:extLst>
      <p:ext uri="{BB962C8B-B14F-4D97-AF65-F5344CB8AC3E}">
        <p14:creationId xmlns:p14="http://schemas.microsoft.com/office/powerpoint/2010/main" val="65398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some examples of edges that cross the cut and edges that do not</a:t>
            </a:r>
          </a:p>
        </p:txBody>
      </p:sp>
      <p:sp>
        <p:nvSpPr>
          <p:cNvPr id="4" name="Slide Number Placeholder 3"/>
          <p:cNvSpPr>
            <a:spLocks noGrp="1"/>
          </p:cNvSpPr>
          <p:nvPr>
            <p:ph type="sldNum" sz="quarter" idx="5"/>
          </p:nvPr>
        </p:nvSpPr>
        <p:spPr/>
        <p:txBody>
          <a:bodyPr/>
          <a:lstStyle/>
          <a:p>
            <a:fld id="{528D9EFC-C18D-9343-8FAC-BB521FE639CB}" type="slidenum">
              <a:rPr lang="en-US" smtClean="0"/>
              <a:t>18</a:t>
            </a:fld>
            <a:endParaRPr lang="en-US"/>
          </a:p>
        </p:txBody>
      </p:sp>
    </p:spTree>
    <p:extLst>
      <p:ext uri="{BB962C8B-B14F-4D97-AF65-F5344CB8AC3E}">
        <p14:creationId xmlns:p14="http://schemas.microsoft.com/office/powerpoint/2010/main" val="1779161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19</a:t>
            </a:fld>
            <a:endParaRPr lang="en-US"/>
          </a:p>
        </p:txBody>
      </p:sp>
    </p:spTree>
    <p:extLst>
      <p:ext uri="{BB962C8B-B14F-4D97-AF65-F5344CB8AC3E}">
        <p14:creationId xmlns:p14="http://schemas.microsoft.com/office/powerpoint/2010/main" val="37751409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20</a:t>
            </a:fld>
            <a:endParaRPr lang="en-US"/>
          </a:p>
        </p:txBody>
      </p:sp>
    </p:spTree>
    <p:extLst>
      <p:ext uri="{BB962C8B-B14F-4D97-AF65-F5344CB8AC3E}">
        <p14:creationId xmlns:p14="http://schemas.microsoft.com/office/powerpoint/2010/main" val="996569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21</a:t>
            </a:fld>
            <a:endParaRPr lang="en-US"/>
          </a:p>
        </p:txBody>
      </p:sp>
    </p:spTree>
    <p:extLst>
      <p:ext uri="{BB962C8B-B14F-4D97-AF65-F5344CB8AC3E}">
        <p14:creationId xmlns:p14="http://schemas.microsoft.com/office/powerpoint/2010/main" val="795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22</a:t>
            </a:fld>
            <a:endParaRPr lang="en-US"/>
          </a:p>
        </p:txBody>
      </p:sp>
    </p:spTree>
    <p:extLst>
      <p:ext uri="{BB962C8B-B14F-4D97-AF65-F5344CB8AC3E}">
        <p14:creationId xmlns:p14="http://schemas.microsoft.com/office/powerpoint/2010/main" val="2062189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take any cut at all in the graph, then the least weight edge across that cut is guaranteed to be part of some minimum spanning tree. The least weight edge that crosses any cut in . </a:t>
            </a:r>
          </a:p>
          <a:p>
            <a:r>
              <a:rPr lang="en-US" dirty="0"/>
              <a:t>We need a bit more mechanics to make this work for </a:t>
            </a:r>
            <a:r>
              <a:rPr lang="en-US" dirty="0" err="1"/>
              <a:t>kruskals</a:t>
            </a:r>
            <a:r>
              <a:rPr lang="en-US" dirty="0"/>
              <a:t>. </a:t>
            </a:r>
          </a:p>
          <a:p>
            <a:r>
              <a:rPr lang="en-US" dirty="0"/>
              <a:t>Suppose A is a subset of a minimum spanning tree, meaning, we are on our way to building. There is a minimum spanning tree T, where every edge in A is part of this minimum spanning tree T</a:t>
            </a:r>
          </a:p>
          <a:p>
            <a:endParaRPr lang="en-US" dirty="0"/>
          </a:p>
          <a:p>
            <a:r>
              <a:rPr lang="en-US" dirty="0"/>
              <a:t>Define some cut (S,V-S), which A respects. It is safe to add e to A and we will have made more progress</a:t>
            </a:r>
          </a:p>
          <a:p>
            <a:endParaRPr lang="en-US" dirty="0"/>
          </a:p>
          <a:p>
            <a:r>
              <a:rPr lang="en-US" dirty="0"/>
              <a:t>Repeat v-1 times. If we know we can start with some arbitrary subset, then we can add this edge e . There is some minimum spanning tree that has this edge </a:t>
            </a:r>
            <a:r>
              <a:rPr lang="en-US" dirty="0" err="1"/>
              <a:t>f,g</a:t>
            </a:r>
            <a:r>
              <a:rPr lang="en-US" dirty="0"/>
              <a:t>. If I used some other edge instead, an</a:t>
            </a:r>
          </a:p>
        </p:txBody>
      </p:sp>
      <p:sp>
        <p:nvSpPr>
          <p:cNvPr id="4" name="Slide Number Placeholder 3"/>
          <p:cNvSpPr>
            <a:spLocks noGrp="1"/>
          </p:cNvSpPr>
          <p:nvPr>
            <p:ph type="sldNum" sz="quarter" idx="5"/>
          </p:nvPr>
        </p:nvSpPr>
        <p:spPr/>
        <p:txBody>
          <a:bodyPr/>
          <a:lstStyle/>
          <a:p>
            <a:fld id="{528D9EFC-C18D-9343-8FAC-BB521FE639CB}" type="slidenum">
              <a:rPr lang="en-US" smtClean="0"/>
              <a:t>23</a:t>
            </a:fld>
            <a:endParaRPr lang="en-US"/>
          </a:p>
        </p:txBody>
      </p:sp>
    </p:spTree>
    <p:extLst>
      <p:ext uri="{BB962C8B-B14F-4D97-AF65-F5344CB8AC3E}">
        <p14:creationId xmlns:p14="http://schemas.microsoft.com/office/powerpoint/2010/main" val="34927179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8D9EFC-C18D-9343-8FAC-BB521FE639CB}" type="slidenum">
              <a:rPr lang="en-US" smtClean="0"/>
              <a:t>35</a:t>
            </a:fld>
            <a:endParaRPr lang="en-US"/>
          </a:p>
        </p:txBody>
      </p:sp>
    </p:spTree>
    <p:extLst>
      <p:ext uri="{BB962C8B-B14F-4D97-AF65-F5344CB8AC3E}">
        <p14:creationId xmlns:p14="http://schemas.microsoft.com/office/powerpoint/2010/main" val="2052700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3/4/2026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customXml" Target="../ink/ink4.xml"/></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4000.png"/><Relationship Id="rId7" Type="http://schemas.openxmlformats.org/officeDocument/2006/relationships/customXml" Target="../ink/ink14.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customXml" Target="../ink/ink15.xml"/></Relationships>
</file>

<file path=ppt/slides/_rels/slide2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customXml" Target="../ink/ink16.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customXml" Target="../ink/ink17.xml"/><Relationship Id="rId5" Type="http://schemas.openxmlformats.org/officeDocument/2006/relationships/image" Target="../media/image81.png"/><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90.png"/></Relationships>
</file>

<file path=ppt/slides/_rels/slide3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72.png"/><Relationship Id="rId7" Type="http://schemas.openxmlformats.org/officeDocument/2006/relationships/customXml" Target="../ink/ink19.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140.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23: Minimum Spanning Trees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2</a:t>
            </a:fld>
            <a:endParaRPr lang="en-US"/>
          </a:p>
        </p:txBody>
      </p:sp>
      <p:sp>
        <p:nvSpPr>
          <p:cNvPr id="81" name="TextBox 80"/>
          <p:cNvSpPr txBox="1"/>
          <p:nvPr/>
        </p:nvSpPr>
        <p:spPr>
          <a:xfrm>
            <a:off x="3826554" y="1981200"/>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1524000" y="2954679"/>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
        <p:nvSpPr>
          <p:cNvPr id="3" name="TextBox 2">
            <a:extLst>
              <a:ext uri="{FF2B5EF4-FFF2-40B4-BE49-F238E27FC236}">
                <a16:creationId xmlns:a16="http://schemas.microsoft.com/office/drawing/2014/main" id="{82C49112-775C-40F3-328C-7074B0D9E178}"/>
              </a:ext>
            </a:extLst>
          </p:cNvPr>
          <p:cNvSpPr txBox="1"/>
          <p:nvPr/>
        </p:nvSpPr>
        <p:spPr>
          <a:xfrm>
            <a:off x="7391400" y="3651896"/>
            <a:ext cx="3733800" cy="830997"/>
          </a:xfrm>
          <a:prstGeom prst="rect">
            <a:avLst/>
          </a:prstGeom>
          <a:noFill/>
        </p:spPr>
        <p:txBody>
          <a:bodyPr wrap="square" rtlCol="0">
            <a:spAutoFit/>
          </a:bodyPr>
          <a:lstStyle/>
          <a:p>
            <a:r>
              <a:rPr lang="en-US" sz="2400" dirty="0"/>
              <a:t>Note: A tree does not need a root, but they often do!</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7E9DFE68-8EEB-2337-B0F5-49A55E4A721A}"/>
                  </a:ext>
                </a:extLst>
              </p14:cNvPr>
              <p14:cNvContentPartPr/>
              <p14:nvPr/>
            </p14:nvContentPartPr>
            <p14:xfrm>
              <a:off x="1256760" y="596880"/>
              <a:ext cx="9918720" cy="5097960"/>
            </p14:xfrm>
          </p:contentPart>
        </mc:Choice>
        <mc:Fallback>
          <p:pic>
            <p:nvPicPr>
              <p:cNvPr id="5" name="Ink 4">
                <a:extLst>
                  <a:ext uri="{FF2B5EF4-FFF2-40B4-BE49-F238E27FC236}">
                    <a16:creationId xmlns:a16="http://schemas.microsoft.com/office/drawing/2014/main" id="{7E9DFE68-8EEB-2337-B0F5-49A55E4A721A}"/>
                  </a:ext>
                </a:extLst>
              </p:cNvPr>
              <p:cNvPicPr/>
              <p:nvPr/>
            </p:nvPicPr>
            <p:blipFill>
              <a:blip r:embed="rId3"/>
              <a:stretch>
                <a:fillRect/>
              </a:stretch>
            </p:blipFill>
            <p:spPr>
              <a:xfrm>
                <a:off x="1247400" y="587520"/>
                <a:ext cx="9937440" cy="5116680"/>
              </a:xfrm>
              <a:prstGeom prst="rect">
                <a:avLst/>
              </a:prstGeom>
            </p:spPr>
          </p:pic>
        </mc:Fallback>
      </mc:AlternateContent>
    </p:spTree>
    <p:extLst>
      <p:ext uri="{BB962C8B-B14F-4D97-AF65-F5344CB8AC3E}">
        <p14:creationId xmlns:p14="http://schemas.microsoft.com/office/powerpoint/2010/main" val="139321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Tree</a:t>
            </a:r>
          </a:p>
        </p:txBody>
      </p:sp>
      <p:sp>
        <p:nvSpPr>
          <p:cNvPr id="4" name="Slide Number Placeholder 3"/>
          <p:cNvSpPr>
            <a:spLocks noGrp="1"/>
          </p:cNvSpPr>
          <p:nvPr>
            <p:ph type="sldNum" sz="quarter" idx="12"/>
          </p:nvPr>
        </p:nvSpPr>
        <p:spPr/>
        <p:txBody>
          <a:bodyPr/>
          <a:lstStyle/>
          <a:p>
            <a:fld id="{86BADE50-950A-4D58-BFB2-FA2C6A8B385D}" type="slidenum">
              <a:rPr lang="en-US" smtClean="0"/>
              <a:t>3</a:t>
            </a:fld>
            <a:endParaRPr lang="en-US"/>
          </a:p>
        </p:txBody>
      </p:sp>
      <p:sp>
        <p:nvSpPr>
          <p:cNvPr id="81" name="TextBox 80"/>
          <p:cNvSpPr txBox="1"/>
          <p:nvPr/>
        </p:nvSpPr>
        <p:spPr>
          <a:xfrm>
            <a:off x="3572922" y="1767131"/>
            <a:ext cx="6841446" cy="523220"/>
          </a:xfrm>
          <a:prstGeom prst="rect">
            <a:avLst/>
          </a:prstGeom>
          <a:noFill/>
        </p:spPr>
        <p:txBody>
          <a:bodyPr wrap="square" rtlCol="0">
            <a:spAutoFit/>
          </a:bodyPr>
          <a:lstStyle/>
          <a:p>
            <a:r>
              <a:rPr lang="en-US" sz="2800" dirty="0"/>
              <a:t>A connected graph with no cycles</a:t>
            </a:r>
          </a:p>
        </p:txBody>
      </p:sp>
      <p:grpSp>
        <p:nvGrpSpPr>
          <p:cNvPr id="45" name="Group 44"/>
          <p:cNvGrpSpPr/>
          <p:nvPr/>
        </p:nvGrpSpPr>
        <p:grpSpPr>
          <a:xfrm>
            <a:off x="838200" y="3037502"/>
            <a:ext cx="4600060" cy="2539233"/>
            <a:chOff x="0" y="3020093"/>
            <a:chExt cx="7044346" cy="3888478"/>
          </a:xfrm>
        </p:grpSpPr>
        <p:cxnSp>
          <p:nvCxnSpPr>
            <p:cNvPr id="46" name="Straight Connector 45"/>
            <p:cNvCxnSpPr>
              <a:stCxn id="75" idx="7"/>
              <a:endCxn id="76" idx="2"/>
            </p:cNvCxnSpPr>
            <p:nvPr/>
          </p:nvCxnSpPr>
          <p:spPr>
            <a:xfrm flipV="1">
              <a:off x="438102" y="3276727"/>
              <a:ext cx="1492916" cy="96260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75" idx="4"/>
              <a:endCxn id="77" idx="1"/>
            </p:cNvCxnSpPr>
            <p:nvPr/>
          </p:nvCxnSpPr>
          <p:spPr>
            <a:xfrm>
              <a:off x="256634" y="4677433"/>
              <a:ext cx="857899" cy="10462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8" idx="3"/>
              <a:endCxn id="77"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8" idx="5"/>
              <a:endCxn id="80"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8" idx="7"/>
              <a:endCxn id="79"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2" idx="1"/>
              <a:endCxn id="79" idx="4"/>
            </p:cNvCxnSpPr>
            <p:nvPr/>
          </p:nvCxnSpPr>
          <p:spPr>
            <a:xfrm flipH="1" flipV="1">
              <a:off x="4211133" y="3585751"/>
              <a:ext cx="865200" cy="262808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2" idx="0"/>
              <a:endCxn id="84"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3"/>
              <a:endCxn id="82"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3" name="TextBox 62"/>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4" name="TextBox 63"/>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5" name="TextBox 64"/>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8" name="TextBox 67"/>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9" name="TextBox 68"/>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2" name="TextBox 71"/>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sp>
          <p:nvSpPr>
            <p:cNvPr id="75" name="Oval 74"/>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6" name="Oval 75"/>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7" name="Oval 76"/>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8" name="Oval 77"/>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9" name="Oval 78"/>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0" name="Oval 79"/>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6" name="Straight Arrow Connector 5">
            <a:extLst>
              <a:ext uri="{FF2B5EF4-FFF2-40B4-BE49-F238E27FC236}">
                <a16:creationId xmlns:a16="http://schemas.microsoft.com/office/drawing/2014/main" id="{814B9351-8123-8F52-4CD4-6C6B823CF5F8}"/>
              </a:ext>
            </a:extLst>
          </p:cNvPr>
          <p:cNvCxnSpPr>
            <a:cxnSpLocks/>
          </p:cNvCxnSpPr>
          <p:nvPr/>
        </p:nvCxnSpPr>
        <p:spPr>
          <a:xfrm>
            <a:off x="5715000" y="4393443"/>
            <a:ext cx="2380337"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DFC8856-E9CC-3DCF-3EF8-487736D9AFEF}"/>
              </a:ext>
            </a:extLst>
          </p:cNvPr>
          <p:cNvSpPr txBox="1"/>
          <p:nvPr/>
        </p:nvSpPr>
        <p:spPr>
          <a:xfrm>
            <a:off x="5795923" y="4505528"/>
            <a:ext cx="2218490" cy="1015663"/>
          </a:xfrm>
          <a:prstGeom prst="rect">
            <a:avLst/>
          </a:prstGeom>
          <a:noFill/>
        </p:spPr>
        <p:txBody>
          <a:bodyPr wrap="square" rtlCol="0">
            <a:spAutoFit/>
          </a:bodyPr>
          <a:lstStyle/>
          <a:p>
            <a:pPr algn="ctr"/>
            <a:r>
              <a:rPr lang="en-US" sz="2000" dirty="0"/>
              <a:t>Pick some arbitrary root node and rearrange tree</a:t>
            </a:r>
          </a:p>
        </p:txBody>
      </p:sp>
      <p:grpSp>
        <p:nvGrpSpPr>
          <p:cNvPr id="10" name="Group 9">
            <a:extLst>
              <a:ext uri="{FF2B5EF4-FFF2-40B4-BE49-F238E27FC236}">
                <a16:creationId xmlns:a16="http://schemas.microsoft.com/office/drawing/2014/main" id="{E62074AB-04E0-874F-A8BE-823B71612508}"/>
              </a:ext>
            </a:extLst>
          </p:cNvPr>
          <p:cNvGrpSpPr/>
          <p:nvPr/>
        </p:nvGrpSpPr>
        <p:grpSpPr>
          <a:xfrm>
            <a:off x="7938409" y="2385230"/>
            <a:ext cx="3392183" cy="3583802"/>
            <a:chOff x="103797" y="2167861"/>
            <a:chExt cx="5194652" cy="5488089"/>
          </a:xfrm>
        </p:grpSpPr>
        <p:cxnSp>
          <p:nvCxnSpPr>
            <p:cNvPr id="11" name="Straight Connector 10">
              <a:extLst>
                <a:ext uri="{FF2B5EF4-FFF2-40B4-BE49-F238E27FC236}">
                  <a16:creationId xmlns:a16="http://schemas.microsoft.com/office/drawing/2014/main" id="{295B5E48-0E06-F87B-090A-FDE7E46A4CAA}"/>
                </a:ext>
              </a:extLst>
            </p:cNvPr>
            <p:cNvCxnSpPr>
              <a:cxnSpLocks/>
              <a:stCxn id="27" idx="4"/>
              <a:endCxn id="28" idx="0"/>
            </p:cNvCxnSpPr>
            <p:nvPr/>
          </p:nvCxnSpPr>
          <p:spPr>
            <a:xfrm flipH="1">
              <a:off x="360432" y="6006802"/>
              <a:ext cx="620681" cy="110863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1362F6B-F9FB-52AE-7686-8AE895BA8A35}"/>
                </a:ext>
              </a:extLst>
            </p:cNvPr>
            <p:cNvCxnSpPr>
              <a:cxnSpLocks/>
              <a:stCxn id="27" idx="0"/>
              <a:endCxn id="29" idx="4"/>
            </p:cNvCxnSpPr>
            <p:nvPr/>
          </p:nvCxnSpPr>
          <p:spPr>
            <a:xfrm flipV="1">
              <a:off x="981113" y="4326957"/>
              <a:ext cx="1215769" cy="116657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7DB70C2-DA5E-2134-DCCC-E1D4FCFCDDFC}"/>
                </a:ext>
              </a:extLst>
            </p:cNvPr>
            <p:cNvCxnSpPr>
              <a:cxnSpLocks/>
              <a:stCxn id="30" idx="4"/>
              <a:endCxn id="29" idx="0"/>
            </p:cNvCxnSpPr>
            <p:nvPr/>
          </p:nvCxnSpPr>
          <p:spPr>
            <a:xfrm flipH="1">
              <a:off x="2196882" y="2681130"/>
              <a:ext cx="959580" cy="113256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B839841-D580-E180-8587-AED2C70B575D}"/>
                </a:ext>
              </a:extLst>
            </p:cNvPr>
            <p:cNvCxnSpPr>
              <a:cxnSpLocks/>
              <a:stCxn id="30" idx="4"/>
              <a:endCxn id="32" idx="0"/>
            </p:cNvCxnSpPr>
            <p:nvPr/>
          </p:nvCxnSpPr>
          <p:spPr>
            <a:xfrm flipH="1">
              <a:off x="3107177" y="2681130"/>
              <a:ext cx="49285" cy="11803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9AD3250-E015-BFB4-E91B-676D01E146A2}"/>
                </a:ext>
              </a:extLst>
            </p:cNvPr>
            <p:cNvCxnSpPr>
              <a:cxnSpLocks/>
              <a:stCxn id="30" idx="4"/>
              <a:endCxn id="31" idx="0"/>
            </p:cNvCxnSpPr>
            <p:nvPr/>
          </p:nvCxnSpPr>
          <p:spPr>
            <a:xfrm>
              <a:off x="3156463" y="2681130"/>
              <a:ext cx="1423562" cy="124029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B8DEE96-852B-0FF1-467D-FE1E85A3DFF8}"/>
                </a:ext>
              </a:extLst>
            </p:cNvPr>
            <p:cNvCxnSpPr>
              <a:cxnSpLocks/>
              <a:stCxn id="33" idx="0"/>
              <a:endCxn id="31" idx="4"/>
            </p:cNvCxnSpPr>
            <p:nvPr/>
          </p:nvCxnSpPr>
          <p:spPr>
            <a:xfrm flipV="1">
              <a:off x="3778501" y="4434694"/>
              <a:ext cx="801524" cy="121383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5E383C4-D12A-3AF6-ACB6-522536DB4186}"/>
                </a:ext>
              </a:extLst>
            </p:cNvPr>
            <p:cNvCxnSpPr>
              <a:stCxn id="33" idx="0"/>
              <a:endCxn id="35" idx="3"/>
            </p:cNvCxnSpPr>
            <p:nvPr/>
          </p:nvCxnSpPr>
          <p:spPr>
            <a:xfrm flipH="1">
              <a:off x="2674817" y="5648524"/>
              <a:ext cx="1103685" cy="191270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CD6442A-2062-9578-AE99-09AB7ADA60EA}"/>
                </a:ext>
              </a:extLst>
            </p:cNvPr>
            <p:cNvCxnSpPr>
              <a:cxnSpLocks/>
              <a:stCxn id="34" idx="0"/>
              <a:endCxn id="33" idx="6"/>
            </p:cNvCxnSpPr>
            <p:nvPr/>
          </p:nvCxnSpPr>
          <p:spPr>
            <a:xfrm flipH="1" flipV="1">
              <a:off x="4035134" y="5905159"/>
              <a:ext cx="1006682" cy="123752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68DCA50-D24A-A8D4-2B98-3E0134926F96}"/>
                </a:ext>
              </a:extLst>
            </p:cNvPr>
            <p:cNvSpPr txBox="1"/>
            <p:nvPr/>
          </p:nvSpPr>
          <p:spPr>
            <a:xfrm>
              <a:off x="679833" y="6418769"/>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1ECCEE7-4267-DFB3-3DFE-EF9576FF5DCC}"/>
                </a:ext>
              </a:extLst>
            </p:cNvPr>
            <p:cNvSpPr txBox="1"/>
            <p:nvPr/>
          </p:nvSpPr>
          <p:spPr>
            <a:xfrm>
              <a:off x="4538475" y="5950391"/>
              <a:ext cx="641186" cy="565580"/>
            </a:xfrm>
            <a:prstGeom prst="rect">
              <a:avLst/>
            </a:prstGeom>
            <a:noFill/>
          </p:spPr>
          <p:txBody>
            <a:bodyPr wrap="none" rtlCol="0">
              <a:spAutoFit/>
            </a:bodyPr>
            <a:lstStyle/>
            <a:p>
              <a:r>
                <a:rPr lang="en-US" dirty="0">
                  <a:solidFill>
                    <a:srgbClr val="00B050"/>
                  </a:solidFill>
                </a:rPr>
                <a:t>11</a:t>
              </a:r>
            </a:p>
          </p:txBody>
        </p:sp>
        <p:sp>
          <p:nvSpPr>
            <p:cNvPr id="21" name="TextBox 20">
              <a:extLst>
                <a:ext uri="{FF2B5EF4-FFF2-40B4-BE49-F238E27FC236}">
                  <a16:creationId xmlns:a16="http://schemas.microsoft.com/office/drawing/2014/main" id="{FDE59403-12BF-EC74-8F44-0C2FA5923758}"/>
                </a:ext>
              </a:extLst>
            </p:cNvPr>
            <p:cNvSpPr txBox="1"/>
            <p:nvPr/>
          </p:nvSpPr>
          <p:spPr>
            <a:xfrm>
              <a:off x="3274857" y="6462052"/>
              <a:ext cx="461990" cy="565580"/>
            </a:xfrm>
            <a:prstGeom prst="rect">
              <a:avLst/>
            </a:prstGeom>
            <a:noFill/>
          </p:spPr>
          <p:txBody>
            <a:bodyPr wrap="none" rtlCol="0">
              <a:spAutoFit/>
            </a:bodyPr>
            <a:lstStyle/>
            <a:p>
              <a:r>
                <a:rPr lang="en-US" dirty="0">
                  <a:solidFill>
                    <a:srgbClr val="00B050"/>
                  </a:solidFill>
                </a:rPr>
                <a:t>9</a:t>
              </a:r>
            </a:p>
          </p:txBody>
        </p:sp>
        <p:sp>
          <p:nvSpPr>
            <p:cNvPr id="22" name="TextBox 21">
              <a:extLst>
                <a:ext uri="{FF2B5EF4-FFF2-40B4-BE49-F238E27FC236}">
                  <a16:creationId xmlns:a16="http://schemas.microsoft.com/office/drawing/2014/main" id="{B5CBC42B-2460-448F-0BE9-18789810EB5A}"/>
                </a:ext>
              </a:extLst>
            </p:cNvPr>
            <p:cNvSpPr txBox="1"/>
            <p:nvPr/>
          </p:nvSpPr>
          <p:spPr>
            <a:xfrm>
              <a:off x="4323391" y="4794118"/>
              <a:ext cx="461990" cy="565580"/>
            </a:xfrm>
            <a:prstGeom prst="rect">
              <a:avLst/>
            </a:prstGeom>
            <a:noFill/>
          </p:spPr>
          <p:txBody>
            <a:bodyPr wrap="none" rtlCol="0">
              <a:spAutoFit/>
            </a:bodyPr>
            <a:lstStyle/>
            <a:p>
              <a:r>
                <a:rPr lang="en-US" dirty="0">
                  <a:solidFill>
                    <a:srgbClr val="00B050"/>
                  </a:solidFill>
                </a:rPr>
                <a:t>5</a:t>
              </a:r>
            </a:p>
          </p:txBody>
        </p:sp>
        <p:sp>
          <p:nvSpPr>
            <p:cNvPr id="23" name="TextBox 22">
              <a:extLst>
                <a:ext uri="{FF2B5EF4-FFF2-40B4-BE49-F238E27FC236}">
                  <a16:creationId xmlns:a16="http://schemas.microsoft.com/office/drawing/2014/main" id="{4783BDEE-3D41-BDBE-702B-F9854CD60C79}"/>
                </a:ext>
              </a:extLst>
            </p:cNvPr>
            <p:cNvSpPr txBox="1"/>
            <p:nvPr/>
          </p:nvSpPr>
          <p:spPr>
            <a:xfrm>
              <a:off x="3247983" y="3220315"/>
              <a:ext cx="461990" cy="565580"/>
            </a:xfrm>
            <a:prstGeom prst="rect">
              <a:avLst/>
            </a:prstGeom>
            <a:noFill/>
          </p:spPr>
          <p:txBody>
            <a:bodyPr wrap="none" rtlCol="0">
              <a:spAutoFit/>
            </a:bodyPr>
            <a:lstStyle/>
            <a:p>
              <a:r>
                <a:rPr lang="en-US" dirty="0">
                  <a:solidFill>
                    <a:srgbClr val="00B050"/>
                  </a:solidFill>
                </a:rPr>
                <a:t>3</a:t>
              </a:r>
            </a:p>
          </p:txBody>
        </p:sp>
        <p:sp>
          <p:nvSpPr>
            <p:cNvPr id="24" name="TextBox 23">
              <a:extLst>
                <a:ext uri="{FF2B5EF4-FFF2-40B4-BE49-F238E27FC236}">
                  <a16:creationId xmlns:a16="http://schemas.microsoft.com/office/drawing/2014/main" id="{56652F18-D776-0CDA-C04D-4BD6556CC684}"/>
                </a:ext>
              </a:extLst>
            </p:cNvPr>
            <p:cNvSpPr txBox="1"/>
            <p:nvPr/>
          </p:nvSpPr>
          <p:spPr>
            <a:xfrm>
              <a:off x="3914004" y="2713654"/>
              <a:ext cx="461990" cy="565580"/>
            </a:xfrm>
            <a:prstGeom prst="rect">
              <a:avLst/>
            </a:prstGeom>
            <a:noFill/>
          </p:spPr>
          <p:txBody>
            <a:bodyPr wrap="none" rtlCol="0">
              <a:spAutoFit/>
            </a:bodyPr>
            <a:lstStyle/>
            <a:p>
              <a:r>
                <a:rPr lang="en-US" dirty="0">
                  <a:solidFill>
                    <a:srgbClr val="00B050"/>
                  </a:solidFill>
                </a:rPr>
                <a:t>7</a:t>
              </a:r>
            </a:p>
          </p:txBody>
        </p:sp>
        <p:sp>
          <p:nvSpPr>
            <p:cNvPr id="25" name="TextBox 24">
              <a:extLst>
                <a:ext uri="{FF2B5EF4-FFF2-40B4-BE49-F238E27FC236}">
                  <a16:creationId xmlns:a16="http://schemas.microsoft.com/office/drawing/2014/main" id="{52734CC1-30ED-56B3-D51A-8048D93905C0}"/>
                </a:ext>
              </a:extLst>
            </p:cNvPr>
            <p:cNvSpPr txBox="1"/>
            <p:nvPr/>
          </p:nvSpPr>
          <p:spPr>
            <a:xfrm>
              <a:off x="2215026" y="2822995"/>
              <a:ext cx="592661" cy="565580"/>
            </a:xfrm>
            <a:prstGeom prst="rect">
              <a:avLst/>
            </a:prstGeom>
            <a:noFill/>
          </p:spPr>
          <p:txBody>
            <a:bodyPr wrap="squar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0201C03-F000-EC0B-C871-FB48390AE8BF}"/>
                </a:ext>
              </a:extLst>
            </p:cNvPr>
            <p:cNvSpPr txBox="1"/>
            <p:nvPr/>
          </p:nvSpPr>
          <p:spPr>
            <a:xfrm>
              <a:off x="917153" y="4492406"/>
              <a:ext cx="641186" cy="565580"/>
            </a:xfrm>
            <a:prstGeom prst="rect">
              <a:avLst/>
            </a:prstGeom>
            <a:noFill/>
          </p:spPr>
          <p:txBody>
            <a:bodyPr wrap="none" rtlCol="0">
              <a:spAutoFit/>
            </a:bodyPr>
            <a:lstStyle/>
            <a:p>
              <a:r>
                <a:rPr lang="en-US" dirty="0">
                  <a:solidFill>
                    <a:srgbClr val="00B050"/>
                  </a:solidFill>
                </a:rPr>
                <a:t>12</a:t>
              </a:r>
            </a:p>
          </p:txBody>
        </p:sp>
        <p:sp>
          <p:nvSpPr>
            <p:cNvPr id="27" name="Oval 26">
              <a:extLst>
                <a:ext uri="{FF2B5EF4-FFF2-40B4-BE49-F238E27FC236}">
                  <a16:creationId xmlns:a16="http://schemas.microsoft.com/office/drawing/2014/main" id="{1B9386D4-A998-E36B-4B06-03BFE29CA068}"/>
                </a:ext>
              </a:extLst>
            </p:cNvPr>
            <p:cNvSpPr/>
            <p:nvPr/>
          </p:nvSpPr>
          <p:spPr>
            <a:xfrm>
              <a:off x="724479" y="5493534"/>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28" name="Oval 27">
              <a:extLst>
                <a:ext uri="{FF2B5EF4-FFF2-40B4-BE49-F238E27FC236}">
                  <a16:creationId xmlns:a16="http://schemas.microsoft.com/office/drawing/2014/main" id="{AD3770A0-E51C-2735-6C5F-075C6FA8C4DF}"/>
                </a:ext>
              </a:extLst>
            </p:cNvPr>
            <p:cNvSpPr/>
            <p:nvPr/>
          </p:nvSpPr>
          <p:spPr>
            <a:xfrm>
              <a:off x="103797" y="7115438"/>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29" name="Oval 28">
              <a:extLst>
                <a:ext uri="{FF2B5EF4-FFF2-40B4-BE49-F238E27FC236}">
                  <a16:creationId xmlns:a16="http://schemas.microsoft.com/office/drawing/2014/main" id="{8BCEF2AC-0734-215E-2611-177DC96C1691}"/>
                </a:ext>
              </a:extLst>
            </p:cNvPr>
            <p:cNvSpPr/>
            <p:nvPr/>
          </p:nvSpPr>
          <p:spPr>
            <a:xfrm>
              <a:off x="1940248" y="38136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0" name="Oval 29">
              <a:extLst>
                <a:ext uri="{FF2B5EF4-FFF2-40B4-BE49-F238E27FC236}">
                  <a16:creationId xmlns:a16="http://schemas.microsoft.com/office/drawing/2014/main" id="{BCBA3BF1-43E4-45B3-CD6D-622F188094D8}"/>
                </a:ext>
              </a:extLst>
            </p:cNvPr>
            <p:cNvSpPr/>
            <p:nvPr/>
          </p:nvSpPr>
          <p:spPr>
            <a:xfrm>
              <a:off x="2899828" y="216786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1" name="Oval 30">
              <a:extLst>
                <a:ext uri="{FF2B5EF4-FFF2-40B4-BE49-F238E27FC236}">
                  <a16:creationId xmlns:a16="http://schemas.microsoft.com/office/drawing/2014/main" id="{A88DFC64-437F-BCD3-4159-7007D4F96B90}"/>
                </a:ext>
              </a:extLst>
            </p:cNvPr>
            <p:cNvSpPr/>
            <p:nvPr/>
          </p:nvSpPr>
          <p:spPr>
            <a:xfrm>
              <a:off x="4323391" y="392142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2" name="Oval 31">
              <a:extLst>
                <a:ext uri="{FF2B5EF4-FFF2-40B4-BE49-F238E27FC236}">
                  <a16:creationId xmlns:a16="http://schemas.microsoft.com/office/drawing/2014/main" id="{B2EBDBD4-5B95-24EF-04DA-F85558A87E99}"/>
                </a:ext>
              </a:extLst>
            </p:cNvPr>
            <p:cNvSpPr/>
            <p:nvPr/>
          </p:nvSpPr>
          <p:spPr>
            <a:xfrm>
              <a:off x="2850543" y="3861502"/>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33" name="Oval 32">
              <a:extLst>
                <a:ext uri="{FF2B5EF4-FFF2-40B4-BE49-F238E27FC236}">
                  <a16:creationId xmlns:a16="http://schemas.microsoft.com/office/drawing/2014/main" id="{64570069-DAA7-3158-8209-3C31A8642835}"/>
                </a:ext>
              </a:extLst>
            </p:cNvPr>
            <p:cNvSpPr/>
            <p:nvPr/>
          </p:nvSpPr>
          <p:spPr>
            <a:xfrm>
              <a:off x="3521867" y="5648524"/>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34" name="Oval 33">
              <a:extLst>
                <a:ext uri="{FF2B5EF4-FFF2-40B4-BE49-F238E27FC236}">
                  <a16:creationId xmlns:a16="http://schemas.microsoft.com/office/drawing/2014/main" id="{C1D510CD-21FF-979D-ABAD-69F10C1CF1F4}"/>
                </a:ext>
              </a:extLst>
            </p:cNvPr>
            <p:cNvSpPr/>
            <p:nvPr/>
          </p:nvSpPr>
          <p:spPr>
            <a:xfrm>
              <a:off x="4785182" y="714268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35" name="Oval 34">
              <a:extLst>
                <a:ext uri="{FF2B5EF4-FFF2-40B4-BE49-F238E27FC236}">
                  <a16:creationId xmlns:a16="http://schemas.microsoft.com/office/drawing/2014/main" id="{70514C6D-660F-465B-78B4-1C10ADEDA1CF}"/>
                </a:ext>
              </a:extLst>
            </p:cNvPr>
            <p:cNvSpPr/>
            <p:nvPr/>
          </p:nvSpPr>
          <p:spPr>
            <a:xfrm>
              <a:off x="2599650" y="7123131"/>
              <a:ext cx="513267" cy="51326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FBBF651C-0009-BBD1-913D-DCDA0BD39C3C}"/>
                  </a:ext>
                </a:extLst>
              </p14:cNvPr>
              <p14:cNvContentPartPr/>
              <p14:nvPr/>
            </p14:nvContentPartPr>
            <p14:xfrm>
              <a:off x="5115960" y="624600"/>
              <a:ext cx="5635440" cy="1573920"/>
            </p14:xfrm>
          </p:contentPart>
        </mc:Choice>
        <mc:Fallback>
          <p:pic>
            <p:nvPicPr>
              <p:cNvPr id="3" name="Ink 2">
                <a:extLst>
                  <a:ext uri="{FF2B5EF4-FFF2-40B4-BE49-F238E27FC236}">
                    <a16:creationId xmlns:a16="http://schemas.microsoft.com/office/drawing/2014/main" id="{FBBF651C-0009-BBD1-913D-DCDA0BD39C3C}"/>
                  </a:ext>
                </a:extLst>
              </p:cNvPr>
              <p:cNvPicPr/>
              <p:nvPr/>
            </p:nvPicPr>
            <p:blipFill>
              <a:blip r:embed="rId3"/>
              <a:stretch>
                <a:fillRect/>
              </a:stretch>
            </p:blipFill>
            <p:spPr>
              <a:xfrm>
                <a:off x="5106600" y="615240"/>
                <a:ext cx="5654160" cy="1592640"/>
              </a:xfrm>
              <a:prstGeom prst="rect">
                <a:avLst/>
              </a:prstGeom>
            </p:spPr>
          </p:pic>
        </mc:Fallback>
      </mc:AlternateContent>
    </p:spTree>
    <p:extLst>
      <p:ext uri="{BB962C8B-B14F-4D97-AF65-F5344CB8AC3E}">
        <p14:creationId xmlns:p14="http://schemas.microsoft.com/office/powerpoint/2010/main" val="37611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4</a:t>
            </a:fld>
            <a:endParaRPr lang="en-US"/>
          </a:p>
        </p:txBody>
      </p:sp>
      <p:grpSp>
        <p:nvGrpSpPr>
          <p:cNvPr id="5" name="Group 4"/>
          <p:cNvGrpSpPr/>
          <p:nvPr/>
        </p:nvGrpSpPr>
        <p:grpSpPr>
          <a:xfrm>
            <a:off x="762000" y="2679355"/>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Tree</a:t>
                </a:r>
                <a:r>
                  <a:rPr lang="en-US" sz="2800" dirty="0">
                    <a:solidFill>
                      <a:srgbClr val="7030A0"/>
                    </a:solidFill>
                  </a:rPr>
                  <a:t>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723" t="-5732" b="-171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6495239" y="2528745"/>
                <a:ext cx="5105399" cy="461665"/>
              </a:xfrm>
              <a:prstGeom prst="rect">
                <a:avLst/>
              </a:prstGeom>
              <a:noFill/>
            </p:spPr>
            <p:txBody>
              <a:bodyPr wrap="square" rtlCol="0">
                <a:spAutoFit/>
              </a:bodyPr>
              <a:lstStyle/>
              <a:p>
                <a:r>
                  <a:rPr lang="en-US" sz="2400" dirty="0"/>
                  <a:t>How many edges does </a:t>
                </a:r>
                <a14:m>
                  <m:oMath xmlns:m="http://schemas.openxmlformats.org/officeDocument/2006/math">
                    <m:r>
                      <a:rPr lang="en-US" sz="2400" i="1" smtClean="0">
                        <a:solidFill>
                          <a:srgbClr val="7030A0"/>
                        </a:solidFill>
                        <a:latin typeface="Cambria Math" panose="02040503050406030204" pitchFamily="18" charset="0"/>
                      </a:rPr>
                      <m:t>𝑇</m:t>
                    </m:r>
                  </m:oMath>
                </a14:m>
                <a:r>
                  <a:rPr lang="en-US" sz="2400" dirty="0"/>
                  <a:t> have?</a:t>
                </a:r>
              </a:p>
            </p:txBody>
          </p:sp>
        </mc:Choice>
        <mc:Fallback xmlns="">
          <p:sp>
            <p:nvSpPr>
              <p:cNvPr id="45" name="TextBox 44"/>
              <p:cNvSpPr txBox="1">
                <a:spLocks noRot="1" noChangeAspect="1" noMove="1" noResize="1" noEditPoints="1" noAdjustHandles="1" noChangeArrowheads="1" noChangeShapeType="1" noTextEdit="1"/>
              </p:cNvSpPr>
              <p:nvPr/>
            </p:nvSpPr>
            <p:spPr>
              <a:xfrm>
                <a:off x="6495239" y="2528745"/>
                <a:ext cx="5105399" cy="461665"/>
              </a:xfrm>
              <a:prstGeom prst="rect">
                <a:avLst/>
              </a:prstGeom>
              <a:blipFill>
                <a:blip r:embed="rId4"/>
                <a:stretch>
                  <a:fillRect l="-1790"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6515197" y="2955790"/>
                <a:ext cx="99168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a:rPr>
                        <m:t>𝑉</m:t>
                      </m:r>
                      <m:r>
                        <a:rPr lang="en-US" sz="2400" i="1" smtClean="0">
                          <a:latin typeface="Cambria Math"/>
                        </a:rPr>
                        <m:t>−1</m:t>
                      </m:r>
                    </m:oMath>
                  </m:oMathPara>
                </a14:m>
                <a:endParaRPr lang="en-US"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6515197" y="2955790"/>
                <a:ext cx="991682" cy="461665"/>
              </a:xfrm>
              <a:prstGeom prst="rect">
                <a:avLst/>
              </a:prstGeom>
              <a:blipFill>
                <a:blip r:embed="rId5"/>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B246D666-609F-D15B-7C0C-7CF1070E52BC}"/>
              </a:ext>
            </a:extLst>
          </p:cNvPr>
          <p:cNvSpPr txBox="1"/>
          <p:nvPr/>
        </p:nvSpPr>
        <p:spPr>
          <a:xfrm>
            <a:off x="590843" y="5522096"/>
            <a:ext cx="4940126" cy="1200329"/>
          </a:xfrm>
          <a:prstGeom prst="rect">
            <a:avLst/>
          </a:prstGeom>
          <a:noFill/>
          <a:ln w="57150">
            <a:solidFill>
              <a:schemeClr val="accent6"/>
            </a:solidFill>
          </a:ln>
        </p:spPr>
        <p:txBody>
          <a:bodyPr wrap="square" rtlCol="0">
            <a:spAutoFit/>
          </a:bodyPr>
          <a:lstStyle/>
          <a:p>
            <a:r>
              <a:rPr lang="en-US" sz="2400" dirty="0"/>
              <a:t>Any set of V-1 edges in the graph that doesn’t have any cycles is guaranteed to be a spanning tree!</a:t>
            </a:r>
          </a:p>
        </p:txBody>
      </p:sp>
      <p:sp>
        <p:nvSpPr>
          <p:cNvPr id="47" name="TextBox 46">
            <a:extLst>
              <a:ext uri="{FF2B5EF4-FFF2-40B4-BE49-F238E27FC236}">
                <a16:creationId xmlns:a16="http://schemas.microsoft.com/office/drawing/2014/main" id="{133E7E20-EA93-8035-694F-E8CD7FC041CD}"/>
              </a:ext>
            </a:extLst>
          </p:cNvPr>
          <p:cNvSpPr txBox="1"/>
          <p:nvPr/>
        </p:nvSpPr>
        <p:spPr>
          <a:xfrm>
            <a:off x="6752341" y="5530248"/>
            <a:ext cx="5247534" cy="1200329"/>
          </a:xfrm>
          <a:prstGeom prst="rect">
            <a:avLst/>
          </a:prstGeom>
          <a:noFill/>
          <a:ln w="57150">
            <a:solidFill>
              <a:schemeClr val="accent6"/>
            </a:solidFill>
          </a:ln>
        </p:spPr>
        <p:txBody>
          <a:bodyPr wrap="square" rtlCol="0">
            <a:spAutoFit/>
          </a:bodyPr>
          <a:lstStyle/>
          <a:p>
            <a:r>
              <a:rPr lang="en-US" sz="2400" dirty="0"/>
              <a:t>Any set of V-1 edges that connects all the nodes in the graph is guaranteed to be a spanning tree!</a:t>
            </a:r>
          </a:p>
        </p:txBody>
      </p:sp>
      <p:grpSp>
        <p:nvGrpSpPr>
          <p:cNvPr id="48" name="Group 47">
            <a:extLst>
              <a:ext uri="{FF2B5EF4-FFF2-40B4-BE49-F238E27FC236}">
                <a16:creationId xmlns:a16="http://schemas.microsoft.com/office/drawing/2014/main" id="{4732E8A7-037B-299E-EC21-146EAA9F2D88}"/>
              </a:ext>
            </a:extLst>
          </p:cNvPr>
          <p:cNvGrpSpPr/>
          <p:nvPr/>
        </p:nvGrpSpPr>
        <p:grpSpPr>
          <a:xfrm>
            <a:off x="7826703" y="3036374"/>
            <a:ext cx="2958368" cy="2356017"/>
            <a:chOff x="1432702" y="2862182"/>
            <a:chExt cx="5611644" cy="4115955"/>
          </a:xfrm>
        </p:grpSpPr>
        <p:cxnSp>
          <p:nvCxnSpPr>
            <p:cNvPr id="49" name="Straight Connector 48">
              <a:extLst>
                <a:ext uri="{FF2B5EF4-FFF2-40B4-BE49-F238E27FC236}">
                  <a16:creationId xmlns:a16="http://schemas.microsoft.com/office/drawing/2014/main" id="{BB1FCFD3-C026-5AAC-D60C-83FF379DE935}"/>
                </a:ext>
              </a:extLst>
            </p:cNvPr>
            <p:cNvCxnSpPr>
              <a:stCxn id="77" idx="7"/>
              <a:endCxn id="78" idx="2"/>
            </p:cNvCxnSpPr>
            <p:nvPr/>
          </p:nvCxnSpPr>
          <p:spPr>
            <a:xfrm flipV="1">
              <a:off x="1915935" y="4084623"/>
              <a:ext cx="860255" cy="67622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C7A50C1-9A37-A27F-9C2F-363F3EDF672D}"/>
                </a:ext>
              </a:extLst>
            </p:cNvPr>
            <p:cNvCxnSpPr>
              <a:cxnSpLocks/>
              <a:stCxn id="78" idx="0"/>
              <a:endCxn id="81" idx="2"/>
            </p:cNvCxnSpPr>
            <p:nvPr/>
          </p:nvCxnSpPr>
          <p:spPr>
            <a:xfrm flipV="1">
              <a:off x="3032824" y="3329118"/>
              <a:ext cx="921675" cy="49887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CA9C25D-6CEA-61D1-6AB4-B1C80269C912}"/>
                </a:ext>
              </a:extLst>
            </p:cNvPr>
            <p:cNvCxnSpPr>
              <a:cxnSpLocks/>
              <a:stCxn id="82" idx="2"/>
              <a:endCxn id="79" idx="0"/>
            </p:cNvCxnSpPr>
            <p:nvPr/>
          </p:nvCxnSpPr>
          <p:spPr>
            <a:xfrm flipH="1">
              <a:off x="3078045" y="5895825"/>
              <a:ext cx="619819" cy="48474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71986DD-D33F-E38A-309A-5D0E2B885B60}"/>
                </a:ext>
              </a:extLst>
            </p:cNvPr>
            <p:cNvCxnSpPr>
              <a:stCxn id="80" idx="5"/>
              <a:endCxn id="82" idx="0"/>
            </p:cNvCxnSpPr>
            <p:nvPr/>
          </p:nvCxnSpPr>
          <p:spPr>
            <a:xfrm flipH="1" flipV="1">
              <a:off x="3954499" y="5639190"/>
              <a:ext cx="911556" cy="126378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31AFA3C-C91A-CDEA-ACAA-3352375B4A59}"/>
                </a:ext>
              </a:extLst>
            </p:cNvPr>
            <p:cNvCxnSpPr>
              <a:cxnSpLocks/>
              <a:stCxn id="82" idx="0"/>
              <a:endCxn id="83" idx="3"/>
            </p:cNvCxnSpPr>
            <p:nvPr/>
          </p:nvCxnSpPr>
          <p:spPr>
            <a:xfrm flipV="1">
              <a:off x="3954498" y="5198948"/>
              <a:ext cx="687764" cy="440242"/>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745BA8-4A73-452A-9E27-DF08ED825568}"/>
                </a:ext>
              </a:extLst>
            </p:cNvPr>
            <p:cNvCxnSpPr>
              <a:cxnSpLocks/>
              <a:stCxn id="83" idx="0"/>
              <a:endCxn id="81" idx="4"/>
            </p:cNvCxnSpPr>
            <p:nvPr/>
          </p:nvCxnSpPr>
          <p:spPr>
            <a:xfrm flipH="1" flipV="1">
              <a:off x="4211133" y="3585751"/>
              <a:ext cx="612597" cy="117509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B48D2F75-FF97-A6FD-7227-0DCB98A33297}"/>
                </a:ext>
              </a:extLst>
            </p:cNvPr>
            <p:cNvCxnSpPr>
              <a:stCxn id="85" idx="2"/>
              <a:endCxn id="81"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FCD1DC2-563F-2AED-163C-335329BD4AE1}"/>
                </a:ext>
              </a:extLst>
            </p:cNvPr>
            <p:cNvCxnSpPr>
              <a:stCxn id="84" idx="1"/>
              <a:endCxn id="85"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09035A85-5020-B35B-AD20-9E681E5CA401}"/>
                </a:ext>
              </a:extLst>
            </p:cNvPr>
            <p:cNvSpPr txBox="1"/>
            <p:nvPr/>
          </p:nvSpPr>
          <p:spPr>
            <a:xfrm>
              <a:off x="1432702" y="3694097"/>
              <a:ext cx="641186" cy="565580"/>
            </a:xfrm>
            <a:prstGeom prst="rect">
              <a:avLst/>
            </a:prstGeom>
            <a:noFill/>
          </p:spPr>
          <p:txBody>
            <a:bodyPr wrap="none" rtlCol="0">
              <a:spAutoFit/>
            </a:bodyPr>
            <a:lstStyle/>
            <a:p>
              <a:r>
                <a:rPr lang="en-US" dirty="0">
                  <a:solidFill>
                    <a:srgbClr val="00B050"/>
                  </a:solidFill>
                </a:rPr>
                <a:t>10</a:t>
              </a:r>
            </a:p>
          </p:txBody>
        </p:sp>
        <p:sp>
          <p:nvSpPr>
            <p:cNvPr id="63" name="TextBox 62">
              <a:extLst>
                <a:ext uri="{FF2B5EF4-FFF2-40B4-BE49-F238E27FC236}">
                  <a16:creationId xmlns:a16="http://schemas.microsoft.com/office/drawing/2014/main" id="{72230D9B-D3FF-72D2-7566-8CE0A951D8E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4" name="TextBox 63">
              <a:extLst>
                <a:ext uri="{FF2B5EF4-FFF2-40B4-BE49-F238E27FC236}">
                  <a16:creationId xmlns:a16="http://schemas.microsoft.com/office/drawing/2014/main" id="{E97089D1-DF55-1B4D-80F6-9E14ECEAC5A0}"/>
                </a:ext>
              </a:extLst>
            </p:cNvPr>
            <p:cNvSpPr txBox="1"/>
            <p:nvPr/>
          </p:nvSpPr>
          <p:spPr>
            <a:xfrm>
              <a:off x="4536221" y="5277579"/>
              <a:ext cx="461991" cy="565580"/>
            </a:xfrm>
            <a:prstGeom prst="rect">
              <a:avLst/>
            </a:prstGeom>
            <a:noFill/>
          </p:spPr>
          <p:txBody>
            <a:bodyPr wrap="none" rtlCol="0">
              <a:spAutoFit/>
            </a:bodyPr>
            <a:lstStyle/>
            <a:p>
              <a:r>
                <a:rPr lang="en-US" dirty="0">
                  <a:solidFill>
                    <a:srgbClr val="00B050"/>
                  </a:solidFill>
                </a:rPr>
                <a:t>6</a:t>
              </a:r>
            </a:p>
          </p:txBody>
        </p:sp>
        <p:sp>
          <p:nvSpPr>
            <p:cNvPr id="67" name="TextBox 66">
              <a:extLst>
                <a:ext uri="{FF2B5EF4-FFF2-40B4-BE49-F238E27FC236}">
                  <a16:creationId xmlns:a16="http://schemas.microsoft.com/office/drawing/2014/main" id="{6896A68C-DC18-069D-8EF1-BF1CAAF70828}"/>
                </a:ext>
              </a:extLst>
            </p:cNvPr>
            <p:cNvSpPr txBox="1"/>
            <p:nvPr/>
          </p:nvSpPr>
          <p:spPr>
            <a:xfrm>
              <a:off x="3909734" y="4009737"/>
              <a:ext cx="461991" cy="565580"/>
            </a:xfrm>
            <a:prstGeom prst="rect">
              <a:avLst/>
            </a:prstGeom>
            <a:noFill/>
          </p:spPr>
          <p:txBody>
            <a:bodyPr wrap="none" rtlCol="0">
              <a:spAutoFit/>
            </a:bodyPr>
            <a:lstStyle/>
            <a:p>
              <a:r>
                <a:rPr lang="en-US" dirty="0">
                  <a:solidFill>
                    <a:srgbClr val="00B050"/>
                  </a:solidFill>
                </a:rPr>
                <a:t>5</a:t>
              </a:r>
            </a:p>
          </p:txBody>
        </p:sp>
        <p:sp>
          <p:nvSpPr>
            <p:cNvPr id="68" name="TextBox 67">
              <a:extLst>
                <a:ext uri="{FF2B5EF4-FFF2-40B4-BE49-F238E27FC236}">
                  <a16:creationId xmlns:a16="http://schemas.microsoft.com/office/drawing/2014/main" id="{91C82AF7-EEF1-367B-4071-91228A4BA732}"/>
                </a:ext>
              </a:extLst>
            </p:cNvPr>
            <p:cNvSpPr txBox="1"/>
            <p:nvPr/>
          </p:nvSpPr>
          <p:spPr>
            <a:xfrm>
              <a:off x="4738592" y="3105602"/>
              <a:ext cx="461991" cy="565580"/>
            </a:xfrm>
            <a:prstGeom prst="rect">
              <a:avLst/>
            </a:prstGeom>
            <a:noFill/>
          </p:spPr>
          <p:txBody>
            <a:bodyPr wrap="none" rtlCol="0">
              <a:spAutoFit/>
            </a:bodyPr>
            <a:lstStyle/>
            <a:p>
              <a:r>
                <a:rPr lang="en-US" dirty="0">
                  <a:solidFill>
                    <a:srgbClr val="00B050"/>
                  </a:solidFill>
                </a:rPr>
                <a:t>8</a:t>
              </a:r>
            </a:p>
          </p:txBody>
        </p:sp>
        <p:sp>
          <p:nvSpPr>
            <p:cNvPr id="69" name="TextBox 68">
              <a:extLst>
                <a:ext uri="{FF2B5EF4-FFF2-40B4-BE49-F238E27FC236}">
                  <a16:creationId xmlns:a16="http://schemas.microsoft.com/office/drawing/2014/main" id="{DF100153-71BB-201E-DD9B-1B83D7288D68}"/>
                </a:ext>
              </a:extLst>
            </p:cNvPr>
            <p:cNvSpPr txBox="1"/>
            <p:nvPr/>
          </p:nvSpPr>
          <p:spPr>
            <a:xfrm>
              <a:off x="3854912" y="6131659"/>
              <a:ext cx="461991" cy="565580"/>
            </a:xfrm>
            <a:prstGeom prst="rect">
              <a:avLst/>
            </a:prstGeom>
            <a:noFill/>
          </p:spPr>
          <p:txBody>
            <a:bodyPr wrap="none" rtlCol="0">
              <a:spAutoFit/>
            </a:bodyPr>
            <a:lstStyle/>
            <a:p>
              <a:r>
                <a:rPr lang="en-US" dirty="0">
                  <a:solidFill>
                    <a:srgbClr val="00B050"/>
                  </a:solidFill>
                </a:rPr>
                <a:t>3</a:t>
              </a:r>
            </a:p>
          </p:txBody>
        </p:sp>
        <p:sp>
          <p:nvSpPr>
            <p:cNvPr id="72" name="TextBox 71">
              <a:extLst>
                <a:ext uri="{FF2B5EF4-FFF2-40B4-BE49-F238E27FC236}">
                  <a16:creationId xmlns:a16="http://schemas.microsoft.com/office/drawing/2014/main" id="{B7D3B4F1-3D28-4241-4D3D-ACC1D26EF3ED}"/>
                </a:ext>
              </a:extLst>
            </p:cNvPr>
            <p:cNvSpPr txBox="1"/>
            <p:nvPr/>
          </p:nvSpPr>
          <p:spPr>
            <a:xfrm>
              <a:off x="2710541" y="5534614"/>
              <a:ext cx="461991" cy="565580"/>
            </a:xfrm>
            <a:prstGeom prst="rect">
              <a:avLst/>
            </a:prstGeom>
            <a:noFill/>
          </p:spPr>
          <p:txBody>
            <a:bodyPr wrap="none" rtlCol="0">
              <a:spAutoFit/>
            </a:bodyPr>
            <a:lstStyle/>
            <a:p>
              <a:r>
                <a:rPr lang="en-US" dirty="0">
                  <a:solidFill>
                    <a:srgbClr val="00B050"/>
                  </a:solidFill>
                </a:rPr>
                <a:t>1</a:t>
              </a:r>
            </a:p>
          </p:txBody>
        </p:sp>
        <p:sp>
          <p:nvSpPr>
            <p:cNvPr id="73" name="TextBox 72">
              <a:extLst>
                <a:ext uri="{FF2B5EF4-FFF2-40B4-BE49-F238E27FC236}">
                  <a16:creationId xmlns:a16="http://schemas.microsoft.com/office/drawing/2014/main" id="{3FC12340-5B23-53AD-68B9-3680DE43A75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7" name="Oval 76">
              <a:extLst>
                <a:ext uri="{FF2B5EF4-FFF2-40B4-BE49-F238E27FC236}">
                  <a16:creationId xmlns:a16="http://schemas.microsoft.com/office/drawing/2014/main" id="{D9736B80-672C-C04B-9780-CA42CA5B6B80}"/>
                </a:ext>
              </a:extLst>
            </p:cNvPr>
            <p:cNvSpPr/>
            <p:nvPr/>
          </p:nvSpPr>
          <p:spPr>
            <a:xfrm>
              <a:off x="1477834" y="468568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8" name="Oval 77">
              <a:extLst>
                <a:ext uri="{FF2B5EF4-FFF2-40B4-BE49-F238E27FC236}">
                  <a16:creationId xmlns:a16="http://schemas.microsoft.com/office/drawing/2014/main" id="{40E8B5E5-D8AF-9E8D-0807-7036E6AB40A8}"/>
                </a:ext>
              </a:extLst>
            </p:cNvPr>
            <p:cNvSpPr/>
            <p:nvPr/>
          </p:nvSpPr>
          <p:spPr>
            <a:xfrm>
              <a:off x="2776190" y="3827989"/>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9" name="Oval 78">
              <a:extLst>
                <a:ext uri="{FF2B5EF4-FFF2-40B4-BE49-F238E27FC236}">
                  <a16:creationId xmlns:a16="http://schemas.microsoft.com/office/drawing/2014/main" id="{1C702440-AE84-0B68-ADB0-B32BC6A29136}"/>
                </a:ext>
              </a:extLst>
            </p:cNvPr>
            <p:cNvSpPr/>
            <p:nvPr/>
          </p:nvSpPr>
          <p:spPr>
            <a:xfrm>
              <a:off x="2821411" y="6380566"/>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80" name="Oval 79">
              <a:extLst>
                <a:ext uri="{FF2B5EF4-FFF2-40B4-BE49-F238E27FC236}">
                  <a16:creationId xmlns:a16="http://schemas.microsoft.com/office/drawing/2014/main" id="{312E0FF9-FFA2-AE93-FB5F-F5FF6F537C6A}"/>
                </a:ext>
              </a:extLst>
            </p:cNvPr>
            <p:cNvSpPr/>
            <p:nvPr/>
          </p:nvSpPr>
          <p:spPr>
            <a:xfrm>
              <a:off x="4427954" y="646487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1" name="Oval 80">
              <a:extLst>
                <a:ext uri="{FF2B5EF4-FFF2-40B4-BE49-F238E27FC236}">
                  <a16:creationId xmlns:a16="http://schemas.microsoft.com/office/drawing/2014/main" id="{B79F8115-BE43-37A0-9FF2-7B4FA47DB6F1}"/>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2" name="Oval 81">
              <a:extLst>
                <a:ext uri="{FF2B5EF4-FFF2-40B4-BE49-F238E27FC236}">
                  <a16:creationId xmlns:a16="http://schemas.microsoft.com/office/drawing/2014/main" id="{72A56ACB-13B5-892C-2F2F-A7DC5A3F0B05}"/>
                </a:ext>
              </a:extLst>
            </p:cNvPr>
            <p:cNvSpPr/>
            <p:nvPr/>
          </p:nvSpPr>
          <p:spPr>
            <a:xfrm>
              <a:off x="3697864" y="5639190"/>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3" name="Oval 82">
              <a:extLst>
                <a:ext uri="{FF2B5EF4-FFF2-40B4-BE49-F238E27FC236}">
                  <a16:creationId xmlns:a16="http://schemas.microsoft.com/office/drawing/2014/main" id="{BDA74340-C69D-11B5-05AA-510AD29F8B7F}"/>
                </a:ext>
              </a:extLst>
            </p:cNvPr>
            <p:cNvSpPr/>
            <p:nvPr/>
          </p:nvSpPr>
          <p:spPr>
            <a:xfrm>
              <a:off x="4567096" y="4760847"/>
              <a:ext cx="513267" cy="5132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4" name="Oval 83">
              <a:extLst>
                <a:ext uri="{FF2B5EF4-FFF2-40B4-BE49-F238E27FC236}">
                  <a16:creationId xmlns:a16="http://schemas.microsoft.com/office/drawing/2014/main" id="{2907B891-FA67-28DA-A775-33D2EB40722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BC402565-3583-0D56-D32B-78A89581E3AF}"/>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cxnSp>
        <p:nvCxnSpPr>
          <p:cNvPr id="102" name="Straight Arrow Connector 101">
            <a:extLst>
              <a:ext uri="{FF2B5EF4-FFF2-40B4-BE49-F238E27FC236}">
                <a16:creationId xmlns:a16="http://schemas.microsoft.com/office/drawing/2014/main" id="{A0D96096-B668-BCED-AFCA-D174D94FAD09}"/>
              </a:ext>
            </a:extLst>
          </p:cNvPr>
          <p:cNvCxnSpPr>
            <a:cxnSpLocks/>
          </p:cNvCxnSpPr>
          <p:nvPr/>
        </p:nvCxnSpPr>
        <p:spPr>
          <a:xfrm>
            <a:off x="5678896" y="4180475"/>
            <a:ext cx="15601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4178988F-28B9-6EB1-7F46-3F25C3DD6855}"/>
              </a:ext>
            </a:extLst>
          </p:cNvPr>
          <p:cNvSpPr txBox="1"/>
          <p:nvPr/>
        </p:nvSpPr>
        <p:spPr>
          <a:xfrm>
            <a:off x="5399973" y="4348596"/>
            <a:ext cx="2015433" cy="923330"/>
          </a:xfrm>
          <a:prstGeom prst="rect">
            <a:avLst/>
          </a:prstGeom>
          <a:noFill/>
        </p:spPr>
        <p:txBody>
          <a:bodyPr wrap="square" rtlCol="0">
            <a:spAutoFit/>
          </a:bodyPr>
          <a:lstStyle/>
          <a:p>
            <a:pPr algn="ctr"/>
            <a:r>
              <a:rPr lang="en-US" dirty="0"/>
              <a:t>Pick some arbitrary root node and rearrange tree</a:t>
            </a: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ED1520F1-2ACB-B586-DE8F-F451482B5DAA}"/>
                  </a:ext>
                </a:extLst>
              </p14:cNvPr>
              <p14:cNvContentPartPr/>
              <p14:nvPr/>
            </p14:nvContentPartPr>
            <p14:xfrm>
              <a:off x="878760" y="260280"/>
              <a:ext cx="10084680" cy="4589640"/>
            </p14:xfrm>
          </p:contentPart>
        </mc:Choice>
        <mc:Fallback>
          <p:pic>
            <p:nvPicPr>
              <p:cNvPr id="3" name="Ink 2">
                <a:extLst>
                  <a:ext uri="{FF2B5EF4-FFF2-40B4-BE49-F238E27FC236}">
                    <a16:creationId xmlns:a16="http://schemas.microsoft.com/office/drawing/2014/main" id="{ED1520F1-2ACB-B586-DE8F-F451482B5DAA}"/>
                  </a:ext>
                </a:extLst>
              </p:cNvPr>
              <p:cNvPicPr/>
              <p:nvPr/>
            </p:nvPicPr>
            <p:blipFill>
              <a:blip r:embed="rId7"/>
              <a:stretch>
                <a:fillRect/>
              </a:stretch>
            </p:blipFill>
            <p:spPr>
              <a:xfrm>
                <a:off x="869400" y="250920"/>
                <a:ext cx="10103400" cy="4608360"/>
              </a:xfrm>
              <a:prstGeom prst="rect">
                <a:avLst/>
              </a:prstGeom>
            </p:spPr>
          </p:pic>
        </mc:Fallback>
      </mc:AlternateContent>
    </p:spTree>
    <p:extLst>
      <p:ext uri="{BB962C8B-B14F-4D97-AF65-F5344CB8AC3E}">
        <p14:creationId xmlns:p14="http://schemas.microsoft.com/office/powerpoint/2010/main" val="226818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02"/>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6"/>
                                        </p:tgtEl>
                                        <p:attrNameLst>
                                          <p:attrName>style.visibility</p:attrName>
                                        </p:attrNameLst>
                                      </p:cBhvr>
                                      <p:to>
                                        <p:strVal val="visible"/>
                                      </p:to>
                                    </p:set>
                                    <p:animEffect transition="in" filter="fade">
                                      <p:cBhvr>
                                        <p:cTn id="20" dur="500"/>
                                        <p:tgtEl>
                                          <p:spTgt spid="4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4" grpId="0" animBg="1"/>
      <p:bldP spid="47" grpId="0" animBg="1"/>
      <p:bldP spid="1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Minimum Spanning Tree</a:t>
            </a:r>
          </a:p>
        </p:txBody>
      </p:sp>
      <p:sp>
        <p:nvSpPr>
          <p:cNvPr id="4" name="Slide Number Placeholder 3"/>
          <p:cNvSpPr>
            <a:spLocks noGrp="1"/>
          </p:cNvSpPr>
          <p:nvPr>
            <p:ph type="sldNum" sz="quarter" idx="12"/>
          </p:nvPr>
        </p:nvSpPr>
        <p:spPr/>
        <p:txBody>
          <a:bodyPr/>
          <a:lstStyle/>
          <a:p>
            <a:fld id="{86BADE50-950A-4D58-BFB2-FA2C6A8B385D}" type="slidenum">
              <a:rPr lang="en-US" smtClean="0"/>
              <a:t>5</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A Tree </a:t>
                </a:r>
                <a14:m>
                  <m:oMath xmlns:m="http://schemas.openxmlformats.org/officeDocument/2006/math">
                    <m:r>
                      <a:rPr lang="en-US" sz="2800" b="1" i="1" smtClean="0">
                        <a:solidFill>
                          <a:schemeClr val="accent2">
                            <a:lumMod val="75000"/>
                          </a:schemeClr>
                        </a:solidFill>
                        <a:latin typeface="Cambria Math"/>
                      </a:rPr>
                      <m:t>𝑻</m:t>
                    </m:r>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𝑉</m:t>
                        </m:r>
                      </m:e>
                      <m:sub>
                        <m:r>
                          <a:rPr lang="en-US" sz="2800" i="1">
                            <a:latin typeface="Cambria Math"/>
                          </a:rPr>
                          <m:t>𝑇</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𝐸</m:t>
                        </m:r>
                      </m:e>
                      <m:sub>
                        <m:r>
                          <a:rPr lang="en-US" sz="2800" i="1">
                            <a:latin typeface="Cambria Math"/>
                          </a:rPr>
                          <m:t>𝑇</m:t>
                        </m:r>
                      </m:sub>
                    </m:sSub>
                    <m:r>
                      <a:rPr lang="en-US" sz="2800" i="1">
                        <a:latin typeface="Cambria Math"/>
                      </a:rPr>
                      <m:t>)</m:t>
                    </m:r>
                  </m:oMath>
                </a14:m>
                <a:r>
                  <a:rPr lang="en-US" sz="2800" dirty="0"/>
                  <a:t> which connects (“spans”) all the nodes in a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that has minimal </a:t>
                </a:r>
                <a:r>
                  <a:rPr lang="en-US" sz="2800" dirty="0">
                    <a:solidFill>
                      <a:srgbClr val="0070C0"/>
                    </a:solidFill>
                  </a:rPr>
                  <a:t>cost</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b="-118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6553200" y="3015806"/>
                <a:ext cx="4285143" cy="103233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70C0"/>
                          </a:solidFill>
                          <a:latin typeface="Cambria Math"/>
                        </a:rPr>
                        <m:t>𝐶𝑜𝑠𝑡</m:t>
                      </m:r>
                      <m:d>
                        <m:dPr>
                          <m:ctrlPr>
                            <a:rPr lang="en-US" sz="2400" i="1">
                              <a:solidFill>
                                <a:srgbClr val="0070C0"/>
                              </a:solidFill>
                              <a:latin typeface="Cambria Math" panose="02040503050406030204" pitchFamily="18" charset="0"/>
                            </a:rPr>
                          </m:ctrlPr>
                        </m:dPr>
                        <m:e>
                          <m:r>
                            <a:rPr lang="en-US" sz="2400" i="1">
                              <a:solidFill>
                                <a:srgbClr val="0070C0"/>
                              </a:solidFill>
                              <a:latin typeface="Cambria Math"/>
                            </a:rPr>
                            <m:t>𝑇</m:t>
                          </m:r>
                        </m:e>
                      </m:d>
                      <m:r>
                        <a:rPr lang="en-US" sz="2400" i="1">
                          <a:solidFill>
                            <a:srgbClr val="0070C0"/>
                          </a:solidFill>
                          <a:latin typeface="Cambria Math"/>
                        </a:rPr>
                        <m:t>=</m:t>
                      </m:r>
                      <m:nary>
                        <m:naryPr>
                          <m:chr m:val="∑"/>
                          <m:supHide m:val="on"/>
                          <m:ctrlPr>
                            <a:rPr lang="en-US" sz="2400" i="1">
                              <a:solidFill>
                                <a:srgbClr val="0070C0"/>
                              </a:solidFill>
                              <a:latin typeface="Cambria Math" panose="02040503050406030204" pitchFamily="18" charset="0"/>
                            </a:rPr>
                          </m:ctrlPr>
                        </m:naryPr>
                        <m:sub>
                          <m:r>
                            <a:rPr lang="en-US" sz="2400" i="1">
                              <a:solidFill>
                                <a:srgbClr val="0070C0"/>
                              </a:solidFill>
                              <a:latin typeface="Cambria Math"/>
                            </a:rPr>
                            <m:t>𝑒</m:t>
                          </m:r>
                          <m:r>
                            <a:rPr lang="en-US" sz="2400" i="1">
                              <a:solidFill>
                                <a:srgbClr val="0070C0"/>
                              </a:solidFill>
                              <a:latin typeface="Cambria Math"/>
                            </a:rPr>
                            <m:t>∈</m:t>
                          </m:r>
                          <m:sSub>
                            <m:sSubPr>
                              <m:ctrlPr>
                                <a:rPr lang="en-US" sz="2400" i="1">
                                  <a:solidFill>
                                    <a:srgbClr val="0070C0"/>
                                  </a:solidFill>
                                  <a:latin typeface="Cambria Math" panose="02040503050406030204" pitchFamily="18" charset="0"/>
                                </a:rPr>
                              </m:ctrlPr>
                            </m:sSubPr>
                            <m:e>
                              <m:r>
                                <a:rPr lang="en-US" sz="2400" i="1">
                                  <a:solidFill>
                                    <a:srgbClr val="0070C0"/>
                                  </a:solidFill>
                                  <a:latin typeface="Cambria Math"/>
                                </a:rPr>
                                <m:t>𝐸</m:t>
                              </m:r>
                            </m:e>
                            <m:sub>
                              <m:r>
                                <a:rPr lang="en-US" sz="2400" i="1">
                                  <a:solidFill>
                                    <a:srgbClr val="0070C0"/>
                                  </a:solidFill>
                                  <a:latin typeface="Cambria Math"/>
                                </a:rPr>
                                <m:t>𝑇</m:t>
                              </m:r>
                            </m:sub>
                          </m:sSub>
                        </m:sub>
                        <m:sup/>
                        <m:e>
                          <m:r>
                            <a:rPr lang="en-US" sz="2400" i="1">
                              <a:solidFill>
                                <a:srgbClr val="0070C0"/>
                              </a:solidFill>
                              <a:latin typeface="Cambria Math"/>
                            </a:rPr>
                            <m:t>𝑤</m:t>
                          </m:r>
                          <m:r>
                            <a:rPr lang="en-US" sz="2400" i="1">
                              <a:solidFill>
                                <a:srgbClr val="0070C0"/>
                              </a:solidFill>
                              <a:latin typeface="Cambria Math"/>
                            </a:rPr>
                            <m:t>(</m:t>
                          </m:r>
                          <m:r>
                            <a:rPr lang="en-US" sz="2400" i="1">
                              <a:solidFill>
                                <a:srgbClr val="0070C0"/>
                              </a:solidFill>
                              <a:latin typeface="Cambria Math"/>
                            </a:rPr>
                            <m:t>𝑒</m:t>
                          </m:r>
                          <m:r>
                            <a:rPr lang="en-US" sz="2400" i="1">
                              <a:solidFill>
                                <a:srgbClr val="0070C0"/>
                              </a:solidFill>
                              <a:latin typeface="Cambria Math"/>
                            </a:rPr>
                            <m:t>)</m:t>
                          </m:r>
                        </m:e>
                      </m:nary>
                    </m:oMath>
                  </m:oMathPara>
                </a14:m>
                <a:endParaRPr lang="en-US" sz="2400" dirty="0">
                  <a:solidFill>
                    <a:srgbClr val="0070C0"/>
                  </a:solidFill>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6553200" y="3015806"/>
                <a:ext cx="4285143" cy="1032334"/>
              </a:xfrm>
              <a:prstGeom prst="rect">
                <a:avLst/>
              </a:prstGeom>
              <a:blipFill>
                <a:blip r:embed="rId3"/>
                <a:stretch>
                  <a:fillRect/>
                </a:stretch>
              </a:blipFill>
            </p:spPr>
            <p:txBody>
              <a:bodyPr/>
              <a:lstStyle/>
              <a:p>
                <a:r>
                  <a:rPr lang="en-US">
                    <a:noFill/>
                  </a:rPr>
                  <a:t> </a:t>
                </a:r>
              </a:p>
            </p:txBody>
          </p:sp>
        </mc:Fallback>
      </mc:AlternateContent>
      <p:grpSp>
        <p:nvGrpSpPr>
          <p:cNvPr id="3" name="Group 2">
            <a:extLst>
              <a:ext uri="{FF2B5EF4-FFF2-40B4-BE49-F238E27FC236}">
                <a16:creationId xmlns:a16="http://schemas.microsoft.com/office/drawing/2014/main" id="{A22F159F-B80A-C157-4C96-C4642078A9E5}"/>
              </a:ext>
            </a:extLst>
          </p:cNvPr>
          <p:cNvGrpSpPr/>
          <p:nvPr/>
        </p:nvGrpSpPr>
        <p:grpSpPr>
          <a:xfrm>
            <a:off x="762000" y="2679355"/>
            <a:ext cx="4600060" cy="2787240"/>
            <a:chOff x="0" y="2862182"/>
            <a:chExt cx="7044346" cy="4268266"/>
          </a:xfrm>
        </p:grpSpPr>
        <p:cxnSp>
          <p:nvCxnSpPr>
            <p:cNvPr id="45" name="Straight Connector 44">
              <a:extLst>
                <a:ext uri="{FF2B5EF4-FFF2-40B4-BE49-F238E27FC236}">
                  <a16:creationId xmlns:a16="http://schemas.microsoft.com/office/drawing/2014/main" id="{46FED863-865D-634E-ECB4-98C9421DCEDE}"/>
                </a:ext>
              </a:extLst>
            </p:cNvPr>
            <p:cNvCxnSpPr>
              <a:stCxn id="73" idx="7"/>
              <a:endCxn id="74"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AC478A7B-4AF0-4466-8C46-32CA092757FF}"/>
                </a:ext>
              </a:extLst>
            </p:cNvPr>
            <p:cNvCxnSpPr>
              <a:stCxn id="74" idx="6"/>
              <a:endCxn id="77"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F4D0174-2F50-6989-7D9D-8E42553A4399}"/>
                </a:ext>
              </a:extLst>
            </p:cNvPr>
            <p:cNvCxnSpPr>
              <a:stCxn id="73" idx="4"/>
              <a:endCxn id="75"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61DFCEE-5B37-42E7-E069-80A51075AB07}"/>
                </a:ext>
              </a:extLst>
            </p:cNvPr>
            <p:cNvCxnSpPr>
              <a:stCxn id="76" idx="3"/>
              <a:endCxn id="75"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8238A83-2035-0A88-D168-55BEAC018F0F}"/>
                </a:ext>
              </a:extLst>
            </p:cNvPr>
            <p:cNvCxnSpPr>
              <a:stCxn id="78" idx="2"/>
              <a:endCxn id="75"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23DD847-FC1A-3342-87DF-099C5B727BED}"/>
                </a:ext>
              </a:extLst>
            </p:cNvPr>
            <p:cNvCxnSpPr>
              <a:stCxn id="76" idx="5"/>
              <a:endCxn id="78" idx="0"/>
            </p:cNvCxnSpPr>
            <p:nvPr/>
          </p:nvCxnSpPr>
          <p:spPr>
            <a:xfrm>
              <a:off x="3012447" y="4930617"/>
              <a:ext cx="91067" cy="146468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A1DD3D6-370A-4B71-567E-21A14FC24BA6}"/>
                </a:ext>
              </a:extLst>
            </p:cNvPr>
            <p:cNvCxnSpPr>
              <a:stCxn id="76" idx="7"/>
              <a:endCxn id="77"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899F5F0-0B4D-6AFB-6EED-E566CADE2301}"/>
                </a:ext>
              </a:extLst>
            </p:cNvPr>
            <p:cNvCxnSpPr>
              <a:stCxn id="78" idx="6"/>
              <a:endCxn id="79" idx="3"/>
            </p:cNvCxnSpPr>
            <p:nvPr/>
          </p:nvCxnSpPr>
          <p:spPr>
            <a:xfrm flipV="1">
              <a:off x="3360148" y="6576771"/>
              <a:ext cx="1716185" cy="75166"/>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25F6022-9090-6527-1F59-0D333B0A25F8}"/>
                </a:ext>
              </a:extLst>
            </p:cNvPr>
            <p:cNvCxnSpPr>
              <a:stCxn id="79" idx="1"/>
              <a:endCxn id="77"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364D8E9-F116-78BE-D38D-FB6DF5360082}"/>
                </a:ext>
              </a:extLst>
            </p:cNvPr>
            <p:cNvCxnSpPr>
              <a:stCxn id="81" idx="2"/>
              <a:endCxn id="77"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A99EBB7-705E-2A11-7ECF-BB31578054FE}"/>
                </a:ext>
              </a:extLst>
            </p:cNvPr>
            <p:cNvCxnSpPr>
              <a:stCxn id="79" idx="0"/>
              <a:endCxn id="81"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7882B70-80F0-4A51-62D8-EF4AA5C73C39}"/>
                </a:ext>
              </a:extLst>
            </p:cNvPr>
            <p:cNvCxnSpPr>
              <a:stCxn id="80" idx="1"/>
              <a:endCxn id="81"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0252944-E4E9-DA1B-75B1-987F6F2CB6C1}"/>
                </a:ext>
              </a:extLst>
            </p:cNvPr>
            <p:cNvCxnSpPr>
              <a:stCxn id="80" idx="3"/>
              <a:endCxn id="79"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A0EDE33B-051E-D674-2540-CFC844E09CED}"/>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59" name="TextBox 58">
              <a:extLst>
                <a:ext uri="{FF2B5EF4-FFF2-40B4-BE49-F238E27FC236}">
                  <a16:creationId xmlns:a16="http://schemas.microsoft.com/office/drawing/2014/main" id="{CEE2EC90-E981-0328-C8DE-22E6D940675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0" name="TextBox 59">
              <a:extLst>
                <a:ext uri="{FF2B5EF4-FFF2-40B4-BE49-F238E27FC236}">
                  <a16:creationId xmlns:a16="http://schemas.microsoft.com/office/drawing/2014/main" id="{5CB8DBC3-E8FF-0D9C-4968-E47053F336F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1" name="TextBox 60">
              <a:extLst>
                <a:ext uri="{FF2B5EF4-FFF2-40B4-BE49-F238E27FC236}">
                  <a16:creationId xmlns:a16="http://schemas.microsoft.com/office/drawing/2014/main" id="{BDCB4CC3-8507-9F62-0297-09F77BC88FA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2" name="TextBox 61">
              <a:extLst>
                <a:ext uri="{FF2B5EF4-FFF2-40B4-BE49-F238E27FC236}">
                  <a16:creationId xmlns:a16="http://schemas.microsoft.com/office/drawing/2014/main" id="{3ADE5CD5-1BDB-E7B6-914C-5F441D4C3F80}"/>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3" name="TextBox 62">
              <a:extLst>
                <a:ext uri="{FF2B5EF4-FFF2-40B4-BE49-F238E27FC236}">
                  <a16:creationId xmlns:a16="http://schemas.microsoft.com/office/drawing/2014/main" id="{39E9679D-7B96-B7C7-137B-CA41C79C3B5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4" name="TextBox 63">
              <a:extLst>
                <a:ext uri="{FF2B5EF4-FFF2-40B4-BE49-F238E27FC236}">
                  <a16:creationId xmlns:a16="http://schemas.microsoft.com/office/drawing/2014/main" id="{B7C697DA-259D-BCEA-08FE-3BFC2E1AC16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5" name="TextBox 64">
              <a:extLst>
                <a:ext uri="{FF2B5EF4-FFF2-40B4-BE49-F238E27FC236}">
                  <a16:creationId xmlns:a16="http://schemas.microsoft.com/office/drawing/2014/main" id="{8F86308A-B00B-9267-CFA2-0C2B85CD1CD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6" name="TextBox 65">
              <a:extLst>
                <a:ext uri="{FF2B5EF4-FFF2-40B4-BE49-F238E27FC236}">
                  <a16:creationId xmlns:a16="http://schemas.microsoft.com/office/drawing/2014/main" id="{41FD4E8A-F90E-0EA8-704A-4B6220CDE1E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67" name="TextBox 66">
              <a:extLst>
                <a:ext uri="{FF2B5EF4-FFF2-40B4-BE49-F238E27FC236}">
                  <a16:creationId xmlns:a16="http://schemas.microsoft.com/office/drawing/2014/main" id="{8BC87590-037E-7C03-A0FE-91AE65BF9C0B}"/>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68" name="TextBox 67">
              <a:extLst>
                <a:ext uri="{FF2B5EF4-FFF2-40B4-BE49-F238E27FC236}">
                  <a16:creationId xmlns:a16="http://schemas.microsoft.com/office/drawing/2014/main" id="{7D0A64C3-F7E0-BD6E-D6D6-FAD32C8C54E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69" name="TextBox 68">
              <a:extLst>
                <a:ext uri="{FF2B5EF4-FFF2-40B4-BE49-F238E27FC236}">
                  <a16:creationId xmlns:a16="http://schemas.microsoft.com/office/drawing/2014/main" id="{2B91F130-BC99-801D-8458-0598E9B827B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0" name="TextBox 69">
              <a:extLst>
                <a:ext uri="{FF2B5EF4-FFF2-40B4-BE49-F238E27FC236}">
                  <a16:creationId xmlns:a16="http://schemas.microsoft.com/office/drawing/2014/main" id="{492BC1B4-7483-FAE3-C9EC-5D858D3C84A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1" name="Straight Connector 70">
              <a:extLst>
                <a:ext uri="{FF2B5EF4-FFF2-40B4-BE49-F238E27FC236}">
                  <a16:creationId xmlns:a16="http://schemas.microsoft.com/office/drawing/2014/main" id="{34E69527-8A64-CDC1-7747-4FCEC7E90A1B}"/>
                </a:ext>
              </a:extLst>
            </p:cNvPr>
            <p:cNvCxnSpPr>
              <a:stCxn id="74" idx="4"/>
              <a:endCxn id="75"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5362DECE-9B41-6D2A-F78F-CCECC7131A7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3" name="Oval 72">
              <a:extLst>
                <a:ext uri="{FF2B5EF4-FFF2-40B4-BE49-F238E27FC236}">
                  <a16:creationId xmlns:a16="http://schemas.microsoft.com/office/drawing/2014/main" id="{A0D895B5-75B7-FDAE-7DC6-D295D5E88DD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4" name="Oval 73">
              <a:extLst>
                <a:ext uri="{FF2B5EF4-FFF2-40B4-BE49-F238E27FC236}">
                  <a16:creationId xmlns:a16="http://schemas.microsoft.com/office/drawing/2014/main" id="{3A2C20D9-7FBD-186E-5E72-62EBF462D797}"/>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5" name="Oval 74">
              <a:extLst>
                <a:ext uri="{FF2B5EF4-FFF2-40B4-BE49-F238E27FC236}">
                  <a16:creationId xmlns:a16="http://schemas.microsoft.com/office/drawing/2014/main" id="{EA639342-9B38-ADD3-E106-BFA65EE12E24}"/>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6" name="Oval 75">
              <a:extLst>
                <a:ext uri="{FF2B5EF4-FFF2-40B4-BE49-F238E27FC236}">
                  <a16:creationId xmlns:a16="http://schemas.microsoft.com/office/drawing/2014/main" id="{1D14E2C0-32C5-7FE2-FD84-A373B21D99A8}"/>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77" name="Oval 76">
              <a:extLst>
                <a:ext uri="{FF2B5EF4-FFF2-40B4-BE49-F238E27FC236}">
                  <a16:creationId xmlns:a16="http://schemas.microsoft.com/office/drawing/2014/main" id="{85DD393A-165C-0060-66E3-46AB174E78F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78" name="Oval 77">
              <a:extLst>
                <a:ext uri="{FF2B5EF4-FFF2-40B4-BE49-F238E27FC236}">
                  <a16:creationId xmlns:a16="http://schemas.microsoft.com/office/drawing/2014/main" id="{013A770A-FB03-FDC5-C62C-287C2FB74BF9}"/>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79" name="Oval 78">
              <a:extLst>
                <a:ext uri="{FF2B5EF4-FFF2-40B4-BE49-F238E27FC236}">
                  <a16:creationId xmlns:a16="http://schemas.microsoft.com/office/drawing/2014/main" id="{55C51BB6-D0BF-D410-A63F-8FB7811AAE00}"/>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0" name="Oval 79">
              <a:extLst>
                <a:ext uri="{FF2B5EF4-FFF2-40B4-BE49-F238E27FC236}">
                  <a16:creationId xmlns:a16="http://schemas.microsoft.com/office/drawing/2014/main" id="{2C82F691-9E7B-8D7D-A04C-8A2990C0BBC9}"/>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1" name="Oval 80">
              <a:extLst>
                <a:ext uri="{FF2B5EF4-FFF2-40B4-BE49-F238E27FC236}">
                  <a16:creationId xmlns:a16="http://schemas.microsoft.com/office/drawing/2014/main" id="{FCEFCA23-34BA-5342-172D-BB0D2DDC2DD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679C1ADC-08B2-7CF1-D9F2-2B47F88669D5}"/>
                  </a:ext>
                </a:extLst>
              </p14:cNvPr>
              <p14:cNvContentPartPr/>
              <p14:nvPr/>
            </p14:nvContentPartPr>
            <p14:xfrm>
              <a:off x="1035360" y="3894480"/>
              <a:ext cx="6781680" cy="1564560"/>
            </p14:xfrm>
          </p:contentPart>
        </mc:Choice>
        <mc:Fallback>
          <p:pic>
            <p:nvPicPr>
              <p:cNvPr id="5" name="Ink 4">
                <a:extLst>
                  <a:ext uri="{FF2B5EF4-FFF2-40B4-BE49-F238E27FC236}">
                    <a16:creationId xmlns:a16="http://schemas.microsoft.com/office/drawing/2014/main" id="{679C1ADC-08B2-7CF1-D9F2-2B47F88669D5}"/>
                  </a:ext>
                </a:extLst>
              </p:cNvPr>
              <p:cNvPicPr/>
              <p:nvPr/>
            </p:nvPicPr>
            <p:blipFill>
              <a:blip r:embed="rId5"/>
              <a:stretch>
                <a:fillRect/>
              </a:stretch>
            </p:blipFill>
            <p:spPr>
              <a:xfrm>
                <a:off x="1026000" y="3885120"/>
                <a:ext cx="6800400" cy="1583280"/>
              </a:xfrm>
              <a:prstGeom prst="rect">
                <a:avLst/>
              </a:prstGeom>
            </p:spPr>
          </p:pic>
        </mc:Fallback>
      </mc:AlternateContent>
    </p:spTree>
    <p:extLst>
      <p:ext uri="{BB962C8B-B14F-4D97-AF65-F5344CB8AC3E}">
        <p14:creationId xmlns:p14="http://schemas.microsoft.com/office/powerpoint/2010/main" val="42572091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9379-55B1-C6C5-8AC3-7C78A1BA728D}"/>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A62FB211-6695-3630-37C2-92A9DEA17590}"/>
              </a:ext>
            </a:extLst>
          </p:cNvPr>
          <p:cNvSpPr/>
          <p:nvPr/>
        </p:nvSpPr>
        <p:spPr>
          <a:xfrm>
            <a:off x="3636579" y="4776952"/>
            <a:ext cx="851338" cy="898634"/>
          </a:xfrm>
          <a:custGeom>
            <a:avLst/>
            <a:gdLst>
              <a:gd name="connsiteX0" fmla="*/ 78828 w 851338"/>
              <a:gd name="connsiteY0" fmla="*/ 31531 h 898634"/>
              <a:gd name="connsiteX1" fmla="*/ 0 w 851338"/>
              <a:gd name="connsiteY1" fmla="*/ 583324 h 898634"/>
              <a:gd name="connsiteX2" fmla="*/ 236483 w 851338"/>
              <a:gd name="connsiteY2" fmla="*/ 898634 h 898634"/>
              <a:gd name="connsiteX3" fmla="*/ 740980 w 851338"/>
              <a:gd name="connsiteY3" fmla="*/ 725214 h 898634"/>
              <a:gd name="connsiteX4" fmla="*/ 851338 w 851338"/>
              <a:gd name="connsiteY4" fmla="*/ 268014 h 898634"/>
              <a:gd name="connsiteX5" fmla="*/ 630621 w 851338"/>
              <a:gd name="connsiteY5" fmla="*/ 0 h 898634"/>
              <a:gd name="connsiteX6" fmla="*/ 78828 w 851338"/>
              <a:gd name="connsiteY6" fmla="*/ 31531 h 898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1338" h="898634">
                <a:moveTo>
                  <a:pt x="78828" y="31531"/>
                </a:moveTo>
                <a:lnTo>
                  <a:pt x="0" y="583324"/>
                </a:lnTo>
                <a:lnTo>
                  <a:pt x="236483" y="898634"/>
                </a:lnTo>
                <a:lnTo>
                  <a:pt x="740980" y="725214"/>
                </a:lnTo>
                <a:lnTo>
                  <a:pt x="851338" y="268014"/>
                </a:lnTo>
                <a:lnTo>
                  <a:pt x="630621" y="0"/>
                </a:lnTo>
                <a:lnTo>
                  <a:pt x="78828" y="315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3FF01B-9795-DC59-DD7D-8C00D4C86F15}"/>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4D3D091E-565F-F4D6-F024-01794E236D13}"/>
              </a:ext>
            </a:extLst>
          </p:cNvPr>
          <p:cNvSpPr>
            <a:spLocks noGrp="1"/>
          </p:cNvSpPr>
          <p:nvPr>
            <p:ph type="sldNum" sz="quarter" idx="12"/>
          </p:nvPr>
        </p:nvSpPr>
        <p:spPr/>
        <p:txBody>
          <a:bodyPr/>
          <a:lstStyle/>
          <a:p>
            <a:fld id="{86BADE50-950A-4D58-BFB2-FA2C6A8B385D}" type="slidenum">
              <a:rPr lang="en-US" smtClean="0"/>
              <a:t>6</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1DBDD76-7E22-466A-EEE6-06F7D50FBC83}"/>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smtClean="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D6B8FD34-AE1A-6C6F-610D-CAA355705C97}"/>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E4A157BF-D34E-D5B3-2EDC-10004CF2CF09}"/>
                </a:ext>
              </a:extLst>
            </p:cNvPr>
            <p:cNvCxnSpPr>
              <a:stCxn id="34" idx="7"/>
              <a:endCxn id="35" idx="2"/>
            </p:cNvCxnSpPr>
            <p:nvPr/>
          </p:nvCxnSpPr>
          <p:spPr>
            <a:xfrm flipV="1">
              <a:off x="438102" y="3276727"/>
              <a:ext cx="1492916" cy="96260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922D61E-B1E6-228B-8F73-358DA7F56867}"/>
                </a:ext>
              </a:extLst>
            </p:cNvPr>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711F375-A57F-6878-06F6-0405CC12EDC5}"/>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CA0B742-76F2-E9C5-D004-1CD9060BFDE0}"/>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0BB37A2-B1EF-83FB-1C2B-4CE4720B89EE}"/>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27C51C2-4322-1639-AA13-88326B143148}"/>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366AD3-760A-6888-2598-DD3287886AAB}"/>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213E6E-96C4-A8DE-5880-8DE375A658F0}"/>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5183CBA-2A94-60CA-AC29-CE8DAFA4BA1D}"/>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8BE8D14-00B4-629E-107D-5330B9B7F5B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81B6D3A-F5F1-986D-F9F3-B373721357F1}"/>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5B61119-A5F2-EA4F-EB95-9F2480230C6B}"/>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9580797-F9C0-FCC5-587D-6C863870CC5E}"/>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F171CCA-AD9A-1A63-278F-E1847BF0FF41}"/>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953E8B6F-5AFC-16CE-64C4-1A1AA590940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376FA79F-6287-1CC1-B552-5A4E287ED55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89A81195-F73C-E7CC-A451-0FD0F72AD913}"/>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B94CFC74-12BB-2AB7-2F15-B960D998496D}"/>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73028016-9133-1710-068B-022595324BD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60FEEA6-A5C9-9C7F-9086-32A33E0BC3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ED7BE86-EF50-62EF-354B-9AEBD28A94B0}"/>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55708E66-B2BC-F0F4-DC2D-696D8842C27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7D57B577-B418-30B6-8385-8101D8784D3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67D43F3-8388-82FB-9441-38457CC2463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F7F61D3-7769-C3EC-B588-B4CB6176C1B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90C962FC-BF0B-495B-046E-C5B542CF96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7EB2F0E4-0EED-EBE5-DFBA-FFCE339DDD45}"/>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4F49258-08DA-5AEE-2466-E1179CF2C525}"/>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B89C64DA-0950-A812-F9D4-E9F7C38E3DD0}"/>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8E530A2F-8EA7-AF82-FCD1-0901E1D6336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62174634-64BC-6A5E-0674-8D5E93712E4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6E50DC42-9CCF-632E-DABE-3B6E501B11A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DA3F762D-D90B-74C4-90C9-C8B0BF6B8FC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B0520969-E5B9-E85C-D3BD-68254F497E3E}"/>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8A4CAC2-4ABC-5134-90C0-65AE3B7070A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53716B23-D302-590B-FEDD-8EBE8EECACB0}"/>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5CDCEBD1-2513-38EC-02EB-CC1B546CA16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44" name="Ink 43">
                <a:extLst>
                  <a:ext uri="{FF2B5EF4-FFF2-40B4-BE49-F238E27FC236}">
                    <a16:creationId xmlns:a16="http://schemas.microsoft.com/office/drawing/2014/main" id="{D67ADE16-EFB2-99C0-1C84-90D1A5AD3426}"/>
                  </a:ext>
                </a:extLst>
              </p14:cNvPr>
              <p14:cNvContentPartPr/>
              <p14:nvPr/>
            </p14:nvContentPartPr>
            <p14:xfrm>
              <a:off x="2458080" y="1589040"/>
              <a:ext cx="7273080" cy="3808800"/>
            </p14:xfrm>
          </p:contentPart>
        </mc:Choice>
        <mc:Fallback>
          <p:pic>
            <p:nvPicPr>
              <p:cNvPr id="44" name="Ink 43">
                <a:extLst>
                  <a:ext uri="{FF2B5EF4-FFF2-40B4-BE49-F238E27FC236}">
                    <a16:creationId xmlns:a16="http://schemas.microsoft.com/office/drawing/2014/main" id="{D67ADE16-EFB2-99C0-1C84-90D1A5AD3426}"/>
                  </a:ext>
                </a:extLst>
              </p:cNvPr>
              <p:cNvPicPr/>
              <p:nvPr/>
            </p:nvPicPr>
            <p:blipFill>
              <a:blip r:embed="rId4"/>
              <a:stretch>
                <a:fillRect/>
              </a:stretch>
            </p:blipFill>
            <p:spPr>
              <a:xfrm>
                <a:off x="2448720" y="1579680"/>
                <a:ext cx="7291800" cy="3827520"/>
              </a:xfrm>
              <a:prstGeom prst="rect">
                <a:avLst/>
              </a:prstGeom>
            </p:spPr>
          </p:pic>
        </mc:Fallback>
      </mc:AlternateContent>
    </p:spTree>
    <p:extLst>
      <p:ext uri="{BB962C8B-B14F-4D97-AF65-F5344CB8AC3E}">
        <p14:creationId xmlns:p14="http://schemas.microsoft.com/office/powerpoint/2010/main" val="2815271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6B3A-FB12-9673-2942-BF499C52CD17}"/>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7637F661-72CF-AD91-48DD-4B391BFCB08C}"/>
              </a:ext>
            </a:extLst>
          </p:cNvPr>
          <p:cNvSpPr/>
          <p:nvPr/>
        </p:nvSpPr>
        <p:spPr>
          <a:xfrm>
            <a:off x="3510456" y="3831021"/>
            <a:ext cx="2112579" cy="1813034"/>
          </a:xfrm>
          <a:custGeom>
            <a:avLst/>
            <a:gdLst>
              <a:gd name="connsiteX0" fmla="*/ 0 w 2112579"/>
              <a:gd name="connsiteY0" fmla="*/ 1103586 h 1813034"/>
              <a:gd name="connsiteX1" fmla="*/ 47297 w 2112579"/>
              <a:gd name="connsiteY1" fmla="*/ 1592317 h 1813034"/>
              <a:gd name="connsiteX2" fmla="*/ 362607 w 2112579"/>
              <a:gd name="connsiteY2" fmla="*/ 1813034 h 1813034"/>
              <a:gd name="connsiteX3" fmla="*/ 1213945 w 2112579"/>
              <a:gd name="connsiteY3" fmla="*/ 1292772 h 1813034"/>
              <a:gd name="connsiteX4" fmla="*/ 1986455 w 2112579"/>
              <a:gd name="connsiteY4" fmla="*/ 914400 h 1813034"/>
              <a:gd name="connsiteX5" fmla="*/ 2112579 w 2112579"/>
              <a:gd name="connsiteY5" fmla="*/ 488731 h 1813034"/>
              <a:gd name="connsiteX6" fmla="*/ 2017986 w 2112579"/>
              <a:gd name="connsiteY6" fmla="*/ 0 h 1813034"/>
              <a:gd name="connsiteX7" fmla="*/ 1608083 w 2112579"/>
              <a:gd name="connsiteY7" fmla="*/ 173420 h 1813034"/>
              <a:gd name="connsiteX8" fmla="*/ 0 w 2112579"/>
              <a:gd name="connsiteY8" fmla="*/ 1103586 h 181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2579" h="1813034">
                <a:moveTo>
                  <a:pt x="0" y="1103586"/>
                </a:moveTo>
                <a:lnTo>
                  <a:pt x="47297" y="1592317"/>
                </a:lnTo>
                <a:lnTo>
                  <a:pt x="362607" y="1813034"/>
                </a:lnTo>
                <a:lnTo>
                  <a:pt x="1213945" y="1292772"/>
                </a:lnTo>
                <a:lnTo>
                  <a:pt x="1986455" y="914400"/>
                </a:lnTo>
                <a:lnTo>
                  <a:pt x="2112579" y="488731"/>
                </a:lnTo>
                <a:lnTo>
                  <a:pt x="2017986" y="0"/>
                </a:lnTo>
                <a:lnTo>
                  <a:pt x="1608083" y="173420"/>
                </a:lnTo>
                <a:lnTo>
                  <a:pt x="0" y="1103586"/>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8FB889-4BC9-AF49-59D0-CACBAB2A0952}"/>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FA5B3AD7-74E3-FDD2-D7F0-501EAD6ABDEF}"/>
              </a:ext>
            </a:extLst>
          </p:cNvPr>
          <p:cNvSpPr>
            <a:spLocks noGrp="1"/>
          </p:cNvSpPr>
          <p:nvPr>
            <p:ph type="sldNum" sz="quarter" idx="12"/>
          </p:nvPr>
        </p:nvSpPr>
        <p:spPr/>
        <p:txBody>
          <a:bodyPr/>
          <a:lstStyle/>
          <a:p>
            <a:fld id="{86BADE50-950A-4D58-BFB2-FA2C6A8B385D}" type="slidenum">
              <a:rPr lang="en-US" smtClean="0"/>
              <a:t>7</a:t>
            </a:fld>
            <a:endParaRPr lang="en-US"/>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A04EA69-7676-04A0-3A22-47B6FD334A8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93D6B4EA-97F0-3AAA-38B3-A69E900B0C89}"/>
              </a:ext>
            </a:extLst>
          </p:cNvPr>
          <p:cNvGrpSpPr/>
          <p:nvPr/>
        </p:nvGrpSpPr>
        <p:grpSpPr>
          <a:xfrm>
            <a:off x="3826554" y="4146960"/>
            <a:ext cx="4600060" cy="2787240"/>
            <a:chOff x="0" y="2862182"/>
            <a:chExt cx="7044346" cy="4268266"/>
          </a:xfrm>
        </p:grpSpPr>
        <p:cxnSp>
          <p:nvCxnSpPr>
            <p:cNvPr id="6" name="Straight Connector 5">
              <a:extLst>
                <a:ext uri="{FF2B5EF4-FFF2-40B4-BE49-F238E27FC236}">
                  <a16:creationId xmlns:a16="http://schemas.microsoft.com/office/drawing/2014/main" id="{6B955C67-583B-74F3-55D7-B443229EE83E}"/>
                </a:ext>
              </a:extLst>
            </p:cNvPr>
            <p:cNvCxnSpPr>
              <a:stCxn id="34" idx="7"/>
              <a:endCxn id="35"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4EFBDD-010E-633B-9C10-C19DF84F19A8}"/>
                </a:ext>
              </a:extLst>
            </p:cNvPr>
            <p:cNvCxnSpPr>
              <a:stCxn id="35" idx="6"/>
              <a:endCxn id="38"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ADFFAE-DF0A-57C1-CE3F-3AF45FE3427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177313-8AFE-3EE4-F412-C7F0DF2EF16B}"/>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44CE75-C896-A21B-73EA-94CA06307858}"/>
                </a:ext>
              </a:extLst>
            </p:cNvPr>
            <p:cNvCxnSpPr>
              <a:stCxn id="39" idx="2"/>
              <a:endCxn id="36"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F0AF391-BC47-1AF6-D0C3-7122AE314E21}"/>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AC72C22-10B8-2804-1175-9C7C914C7465}"/>
                </a:ext>
              </a:extLst>
            </p:cNvPr>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78CA3BA-39F2-15AF-4988-985A595D4589}"/>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DBAD995-8386-1A30-74F2-1411A23A5B06}"/>
                </a:ext>
              </a:extLst>
            </p:cNvPr>
            <p:cNvCxnSpPr>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390925-0118-0DCC-3A3C-9BDE3C1DA04A}"/>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F3C4568-64BB-6169-D29E-3C9C2EC1C37F}"/>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2E9F0B4-8994-5C50-02B0-9AF4DD9F1F1A}"/>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67FFFE2-E689-2C91-62DE-98EF2DA3BCC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6EEF6E1-B09D-FE40-A4CC-0B6A61A84024}"/>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2EFB4BF1-7F3D-893C-065C-2063B03712D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0634D4F-71D0-FDC2-7CD2-70A72B8F8BB6}"/>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2" name="TextBox 21">
              <a:extLst>
                <a:ext uri="{FF2B5EF4-FFF2-40B4-BE49-F238E27FC236}">
                  <a16:creationId xmlns:a16="http://schemas.microsoft.com/office/drawing/2014/main" id="{019084B3-921E-B79B-C572-53A08661AA12}"/>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740BFAE0-47B9-993E-B744-DC1ACE6F805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D958BDF2-125D-87C7-D8B3-D3C2B901413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C10B9FF0-F018-E3BE-BB4F-F92C12F73C0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6" name="TextBox 25">
              <a:extLst>
                <a:ext uri="{FF2B5EF4-FFF2-40B4-BE49-F238E27FC236}">
                  <a16:creationId xmlns:a16="http://schemas.microsoft.com/office/drawing/2014/main" id="{B0CA2FD1-A70E-D9F9-2DBE-4EB6A2D385D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33547589-5AB3-A594-B0F9-80594AA365A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1FD08752-5858-A092-580D-0534AA17DBF6}"/>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5F5B2B57-AF0F-DDAC-0548-63383DA6988D}"/>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1705A132-4480-5B97-78D6-7D2F6623B2C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D67785FF-D980-27F5-1A98-5476034F695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5C41CAD6-21C5-2597-4B0A-21B0325E0E80}"/>
                </a:ext>
              </a:extLst>
            </p:cNvPr>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7F7E608-269E-C7F5-B2CF-D1EC1933455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EDC9ABC0-C986-6C78-B579-C1DCFCE213E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C12AE299-0C97-FE7C-A216-5503ADCD8BB8}"/>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826ACB86-E61C-102E-1340-12EDF8769790}"/>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A50BDC01-DA5D-CE82-0B9F-4A75C08EABD9}"/>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BD75A885-9A2A-4006-2862-D3D919A4AB90}"/>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5E81B528-52B4-9D2A-34DD-BE8902D19E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8E95E5A6-0D57-9957-9DD4-F45C35AC7555}"/>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32065C39-E10C-D55F-AD3B-D20DEB47DE8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FE7FDB1-9776-78D0-1CD4-277C6CD1BB2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3">
            <p14:nvContentPartPr>
              <p14:cNvPr id="44" name="Ink 43">
                <a:extLst>
                  <a:ext uri="{FF2B5EF4-FFF2-40B4-BE49-F238E27FC236}">
                    <a16:creationId xmlns:a16="http://schemas.microsoft.com/office/drawing/2014/main" id="{EB57C078-8771-6FCF-FD0B-AEDB3967E7B4}"/>
                  </a:ext>
                </a:extLst>
              </p14:cNvPr>
              <p14:cNvContentPartPr/>
              <p14:nvPr/>
            </p14:nvContentPartPr>
            <p14:xfrm>
              <a:off x="5598360" y="3952440"/>
              <a:ext cx="605520" cy="622080"/>
            </p14:xfrm>
          </p:contentPart>
        </mc:Choice>
        <mc:Fallback>
          <p:pic>
            <p:nvPicPr>
              <p:cNvPr id="44" name="Ink 43">
                <a:extLst>
                  <a:ext uri="{FF2B5EF4-FFF2-40B4-BE49-F238E27FC236}">
                    <a16:creationId xmlns:a16="http://schemas.microsoft.com/office/drawing/2014/main" id="{EB57C078-8771-6FCF-FD0B-AEDB3967E7B4}"/>
                  </a:ext>
                </a:extLst>
              </p:cNvPr>
              <p:cNvPicPr/>
              <p:nvPr/>
            </p:nvPicPr>
            <p:blipFill>
              <a:blip r:embed="rId4"/>
              <a:stretch>
                <a:fillRect/>
              </a:stretch>
            </p:blipFill>
            <p:spPr>
              <a:xfrm>
                <a:off x="5589000" y="3943080"/>
                <a:ext cx="624240" cy="640800"/>
              </a:xfrm>
              <a:prstGeom prst="rect">
                <a:avLst/>
              </a:prstGeom>
            </p:spPr>
          </p:pic>
        </mc:Fallback>
      </mc:AlternateContent>
    </p:spTree>
    <p:extLst>
      <p:ext uri="{BB962C8B-B14F-4D97-AF65-F5344CB8AC3E}">
        <p14:creationId xmlns:p14="http://schemas.microsoft.com/office/powerpoint/2010/main" val="726080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FA47-3D4B-727B-16B7-F2BE9B7DA9F8}"/>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2F4AA011-DA7C-1C84-C76F-02743A877CFA}"/>
              </a:ext>
            </a:extLst>
          </p:cNvPr>
          <p:cNvSpPr/>
          <p:nvPr/>
        </p:nvSpPr>
        <p:spPr>
          <a:xfrm>
            <a:off x="3447394" y="3783724"/>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7A177B-7D96-DB29-D16B-3812AE844494}"/>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F3785D1-864D-324D-D9D6-2052A1F533D4}"/>
              </a:ext>
            </a:extLst>
          </p:cNvPr>
          <p:cNvSpPr>
            <a:spLocks noGrp="1"/>
          </p:cNvSpPr>
          <p:nvPr>
            <p:ph type="sldNum" sz="quarter" idx="12"/>
          </p:nvPr>
        </p:nvSpPr>
        <p:spPr/>
        <p:txBody>
          <a:bodyPr/>
          <a:lstStyle/>
          <a:p>
            <a:fld id="{86BADE50-950A-4D58-BFB2-FA2C6A8B385D}" type="slidenum">
              <a:rPr lang="en-US" smtClean="0"/>
              <a:t>8</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125A981-F1A2-8D80-8445-6388E8FBD438}"/>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68A7C54E-AF56-57FA-338F-2510ED8AB64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0CD668E-10B8-777D-872D-DB77BD398487}"/>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755100F8-6BD4-A51D-6F9E-647C31926DC8}"/>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7CAA160-AD84-3E6E-58C1-69F47DC278F8}"/>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A283B65-721A-E0BD-13BA-859C01E6EB75}"/>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1C68526-4FB6-AD66-C0FD-8EB0D1BF67C1}"/>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7753B1-EADA-7E57-0FC0-1F948D7BD622}"/>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5A8D86-1786-FB84-4439-7DD31E6B50C2}"/>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279F14F-1E49-D115-FE0B-01C5C95AE7BE}"/>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63A10FD-E687-3E0F-1252-9107DC62BCE2}"/>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27FB216-42EB-3865-EC05-19A40D861604}"/>
                </a:ext>
              </a:extLst>
            </p:cNvPr>
            <p:cNvCxnSpPr>
              <a:stCxn id="41" idx="1"/>
              <a:endCxn id="39"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B43F46F-170B-E228-C896-09C326B8B2D2}"/>
                </a:ext>
              </a:extLst>
            </p:cNvPr>
            <p:cNvCxnSpPr>
              <a:stCxn id="44" idx="2"/>
              <a:endCxn id="39"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EEDA2DE-B788-D498-BBB4-7DD16EB90926}"/>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F0F4ADF-E4DA-77C3-3C93-F3C1B2C84173}"/>
                </a:ext>
              </a:extLst>
            </p:cNvPr>
            <p:cNvCxnSpPr>
              <a:stCxn id="42" idx="1"/>
              <a:endCxn id="4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D947D76-FF45-3ABA-D87F-1592A5F6EDB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EDFE052-87DC-E40A-C514-3D116797C776}"/>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16732F1D-EADF-D485-5212-CFE3E9257A2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5F401493-DA0A-FD32-809D-58FE59B6560E}"/>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D850A0C0-DF95-64B4-5DF7-DF526F38C770}"/>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17229C4D-C526-DF27-F7C6-D6C27B9DA88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9661C32B-7A00-1E08-FDBB-1B415373540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8A4A34EF-3BAF-1BBA-168C-E85116C2BE75}"/>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CFE8BD36-BB8A-DE23-26F3-F0E107B953F9}"/>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F5BA23A5-5C01-9C95-A926-A141809981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09ECED86-1DCE-07AE-62C7-197AFA47B572}"/>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4CE9505D-C54E-2F4B-4154-424C4E2DD6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FDB77C59-55FC-B378-4E3C-C27559AC5DCA}"/>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68712624-38BC-AD3D-A15D-8F7804CAB35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80408005-038D-F1EB-2C95-15B7F6A8B966}"/>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A1303496-60F2-AF01-C637-EEBCB688DC4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334C8BA9-526F-C026-4B09-DB3275B696CD}"/>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4531FB89-7FDE-9A29-AFB8-5A6EE1F85A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D8809ACA-16C4-A0D6-C7FD-7A1DAE695BB2}"/>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DACCD3C1-7424-EA4F-ECAF-40E78AE4564E}"/>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7D5A061E-21B8-F9F9-1889-646A3ABE781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E4228F3A-CEA9-B10C-9689-4DBD25A539FF}"/>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335C304E-98CB-ADCF-3E2F-684A5EE02F32}"/>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BEA69499-62D3-0264-B925-5048DDFE21F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D61B8BE7-7A60-6BB0-CA63-3152F5281C6E}"/>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868864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28880E-C27C-7714-FFDE-4B5D9F99ACBB}"/>
            </a:ext>
          </a:extLst>
        </p:cNvPr>
        <p:cNvGrpSpPr/>
        <p:nvPr/>
      </p:nvGrpSpPr>
      <p:grpSpPr>
        <a:xfrm>
          <a:off x="0" y="0"/>
          <a:ext cx="0" cy="0"/>
          <a:chOff x="0" y="0"/>
          <a:chExt cx="0" cy="0"/>
        </a:xfrm>
      </p:grpSpPr>
      <p:sp>
        <p:nvSpPr>
          <p:cNvPr id="3" name="Freeform 2">
            <a:extLst>
              <a:ext uri="{FF2B5EF4-FFF2-40B4-BE49-F238E27FC236}">
                <a16:creationId xmlns:a16="http://schemas.microsoft.com/office/drawing/2014/main" id="{452F6D43-4E7D-4E8B-6A77-604ADC17CBFC}"/>
              </a:ext>
            </a:extLst>
          </p:cNvPr>
          <p:cNvSpPr/>
          <p:nvPr/>
        </p:nvSpPr>
        <p:spPr>
          <a:xfrm>
            <a:off x="3589284" y="3997189"/>
            <a:ext cx="4256689" cy="2822027"/>
          </a:xfrm>
          <a:custGeom>
            <a:avLst/>
            <a:gdLst>
              <a:gd name="connsiteX0" fmla="*/ 0 w 4256689"/>
              <a:gd name="connsiteY0" fmla="*/ 945931 h 2822027"/>
              <a:gd name="connsiteX1" fmla="*/ 0 w 4256689"/>
              <a:gd name="connsiteY1" fmla="*/ 1371600 h 2822027"/>
              <a:gd name="connsiteX2" fmla="*/ 315310 w 4256689"/>
              <a:gd name="connsiteY2" fmla="*/ 1576551 h 2822027"/>
              <a:gd name="connsiteX3" fmla="*/ 725214 w 4256689"/>
              <a:gd name="connsiteY3" fmla="*/ 1387365 h 2822027"/>
              <a:gd name="connsiteX4" fmla="*/ 1466193 w 4256689"/>
              <a:gd name="connsiteY4" fmla="*/ 804041 h 2822027"/>
              <a:gd name="connsiteX5" fmla="*/ 2364827 w 4256689"/>
              <a:gd name="connsiteY5" fmla="*/ 646386 h 2822027"/>
              <a:gd name="connsiteX6" fmla="*/ 2743200 w 4256689"/>
              <a:gd name="connsiteY6" fmla="*/ 772510 h 2822027"/>
              <a:gd name="connsiteX7" fmla="*/ 2932386 w 4256689"/>
              <a:gd name="connsiteY7" fmla="*/ 1434662 h 2822027"/>
              <a:gd name="connsiteX8" fmla="*/ 3515710 w 4256689"/>
              <a:gd name="connsiteY8" fmla="*/ 2743200 h 2822027"/>
              <a:gd name="connsiteX9" fmla="*/ 3862551 w 4256689"/>
              <a:gd name="connsiteY9" fmla="*/ 2822027 h 2822027"/>
              <a:gd name="connsiteX10" fmla="*/ 4256689 w 4256689"/>
              <a:gd name="connsiteY10" fmla="*/ 2506717 h 2822027"/>
              <a:gd name="connsiteX11" fmla="*/ 3909848 w 4256689"/>
              <a:gd name="connsiteY11" fmla="*/ 1765738 h 2822027"/>
              <a:gd name="connsiteX12" fmla="*/ 3310758 w 4256689"/>
              <a:gd name="connsiteY12" fmla="*/ 189186 h 2822027"/>
              <a:gd name="connsiteX13" fmla="*/ 2569779 w 4256689"/>
              <a:gd name="connsiteY13" fmla="*/ 0 h 2822027"/>
              <a:gd name="connsiteX14" fmla="*/ 1340069 w 4256689"/>
              <a:gd name="connsiteY14" fmla="*/ 31531 h 2822027"/>
              <a:gd name="connsiteX15" fmla="*/ 457200 w 4256689"/>
              <a:gd name="connsiteY15" fmla="*/ 315310 h 2822027"/>
              <a:gd name="connsiteX16" fmla="*/ 78827 w 4256689"/>
              <a:gd name="connsiteY16" fmla="*/ 898634 h 2822027"/>
              <a:gd name="connsiteX17" fmla="*/ 0 w 4256689"/>
              <a:gd name="connsiteY17" fmla="*/ 945931 h 2822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256689" h="2822027">
                <a:moveTo>
                  <a:pt x="0" y="945931"/>
                </a:moveTo>
                <a:lnTo>
                  <a:pt x="0" y="1371600"/>
                </a:lnTo>
                <a:lnTo>
                  <a:pt x="315310" y="1576551"/>
                </a:lnTo>
                <a:lnTo>
                  <a:pt x="725214" y="1387365"/>
                </a:lnTo>
                <a:lnTo>
                  <a:pt x="1466193" y="804041"/>
                </a:lnTo>
                <a:lnTo>
                  <a:pt x="2364827" y="646386"/>
                </a:lnTo>
                <a:lnTo>
                  <a:pt x="2743200" y="772510"/>
                </a:lnTo>
                <a:lnTo>
                  <a:pt x="2932386" y="1434662"/>
                </a:lnTo>
                <a:lnTo>
                  <a:pt x="3515710" y="2743200"/>
                </a:lnTo>
                <a:lnTo>
                  <a:pt x="3862551" y="2822027"/>
                </a:lnTo>
                <a:lnTo>
                  <a:pt x="4256689" y="2506717"/>
                </a:lnTo>
                <a:lnTo>
                  <a:pt x="3909848" y="1765738"/>
                </a:lnTo>
                <a:lnTo>
                  <a:pt x="3310758" y="189186"/>
                </a:lnTo>
                <a:lnTo>
                  <a:pt x="2569779" y="0"/>
                </a:lnTo>
                <a:lnTo>
                  <a:pt x="1340069" y="31531"/>
                </a:lnTo>
                <a:lnTo>
                  <a:pt x="457200" y="315310"/>
                </a:lnTo>
                <a:lnTo>
                  <a:pt x="78827" y="898634"/>
                </a:lnTo>
                <a:lnTo>
                  <a:pt x="0" y="945931"/>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8F554F-FCB2-0E04-5AA9-257DF4050C9F}"/>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983352B9-1AD7-8161-B664-B1752691D9C1}"/>
              </a:ext>
            </a:extLst>
          </p:cNvPr>
          <p:cNvSpPr>
            <a:spLocks noGrp="1"/>
          </p:cNvSpPr>
          <p:nvPr>
            <p:ph type="sldNum" sz="quarter" idx="12"/>
          </p:nvPr>
        </p:nvSpPr>
        <p:spPr/>
        <p:txBody>
          <a:bodyPr/>
          <a:lstStyle/>
          <a:p>
            <a:fld id="{86BADE50-950A-4D58-BFB2-FA2C6A8B385D}" type="slidenum">
              <a:rPr lang="en-US" smtClean="0"/>
              <a:t>9</a:t>
            </a:fld>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1F231CB9-27C9-DCA8-FC2C-E9B9626751DA}"/>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5" name="TextBox 4">
                <a:extLst>
                  <a:ext uri="{FF2B5EF4-FFF2-40B4-BE49-F238E27FC236}">
                    <a16:creationId xmlns:a16="http://schemas.microsoft.com/office/drawing/2014/main" id="{9FEDDE88-BC67-D05D-573D-C71900537B98}"/>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2"/>
                <a:stretch>
                  <a:fillRect l="-1474" t="-2717" b="-6793"/>
                </a:stretch>
              </a:blipFill>
            </p:spPr>
            <p:txBody>
              <a:bodyPr/>
              <a:lstStyle/>
              <a:p>
                <a:r>
                  <a:rPr lang="en-US">
                    <a:noFill/>
                  </a:rPr>
                  <a:t> </a:t>
                </a:r>
              </a:p>
            </p:txBody>
          </p:sp>
        </mc:Fallback>
      </mc:AlternateContent>
      <p:grpSp>
        <p:nvGrpSpPr>
          <p:cNvPr id="45" name="Group 44">
            <a:extLst>
              <a:ext uri="{FF2B5EF4-FFF2-40B4-BE49-F238E27FC236}">
                <a16:creationId xmlns:a16="http://schemas.microsoft.com/office/drawing/2014/main" id="{048E75D6-F81C-C45F-CF03-7C9A7853D9B8}"/>
              </a:ext>
            </a:extLst>
          </p:cNvPr>
          <p:cNvGrpSpPr/>
          <p:nvPr/>
        </p:nvGrpSpPr>
        <p:grpSpPr>
          <a:xfrm>
            <a:off x="3826554" y="4146960"/>
            <a:ext cx="4600060" cy="2787240"/>
            <a:chOff x="0" y="2862182"/>
            <a:chExt cx="7044346" cy="4268266"/>
          </a:xfrm>
        </p:grpSpPr>
        <p:cxnSp>
          <p:nvCxnSpPr>
            <p:cNvPr id="46" name="Straight Connector 45">
              <a:extLst>
                <a:ext uri="{FF2B5EF4-FFF2-40B4-BE49-F238E27FC236}">
                  <a16:creationId xmlns:a16="http://schemas.microsoft.com/office/drawing/2014/main" id="{E1621A3B-8EDE-9315-8D71-DF027A116BA4}"/>
                </a:ext>
              </a:extLst>
            </p:cNvPr>
            <p:cNvCxnSpPr>
              <a:stCxn id="112" idx="7"/>
              <a:endCxn id="113"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36CB39C-50B0-6AFB-7393-461F906B7F7E}"/>
                </a:ext>
              </a:extLst>
            </p:cNvPr>
            <p:cNvCxnSpPr>
              <a:stCxn id="113" idx="6"/>
              <a:endCxn id="116"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5A79305-4AA6-A6B9-2F42-071521AB997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E11836F-586F-AD3E-A130-3DCF2CDF025E}"/>
                </a:ext>
              </a:extLst>
            </p:cNvPr>
            <p:cNvCxnSpPr>
              <a:stCxn id="115" idx="3"/>
              <a:endCxn id="114"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8E600066-25F2-2BA6-8CF8-242E8A2A1729}"/>
                </a:ext>
              </a:extLst>
            </p:cNvPr>
            <p:cNvCxnSpPr>
              <a:stCxn id="117" idx="2"/>
              <a:endCxn id="114"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3CD5D51-398A-1134-3246-7DBCAE5AA942}"/>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C5FD18D6-75A4-B89C-1BFA-0DC6F05151B0}"/>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AEFE62CC-D330-4CF6-5E64-AD640B30BA6F}"/>
                </a:ext>
              </a:extLst>
            </p:cNvPr>
            <p:cNvCxnSpPr>
              <a:stCxn id="117" idx="6"/>
              <a:endCxn id="118"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09911AC4-B26A-8C46-9816-DD0219B27E51}"/>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BA2DFEB-D195-93FB-E257-CADC6D268541}"/>
                </a:ext>
              </a:extLst>
            </p:cNvPr>
            <p:cNvCxnSpPr>
              <a:stCxn id="120" idx="2"/>
              <a:endCxn id="116" idx="5"/>
            </p:cNvCxnSpPr>
            <p:nvPr/>
          </p:nvCxnSpPr>
          <p:spPr>
            <a:xfrm flipH="1" flipV="1">
              <a:off x="4392601" y="3510585"/>
              <a:ext cx="913997" cy="495205"/>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5A89267-C6AD-9D49-C3A1-AA0F884103D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29E6588-AFD9-2B62-DE15-9F6154A467CF}"/>
                </a:ext>
              </a:extLst>
            </p:cNvPr>
            <p:cNvCxnSpPr>
              <a:stCxn id="119" idx="1"/>
              <a:endCxn id="120"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EBE6EEA3-5DF5-55AA-EFC7-709F3820107F}"/>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2FD77C20-B6E2-EECE-F45F-883A49565FE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307ADDB6-B973-F1BC-41B2-2290A24010A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4BAC7015-974D-A22A-9172-BAEA840A5F0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100" name="TextBox 99">
              <a:extLst>
                <a:ext uri="{FF2B5EF4-FFF2-40B4-BE49-F238E27FC236}">
                  <a16:creationId xmlns:a16="http://schemas.microsoft.com/office/drawing/2014/main" id="{F059E0CF-B7FA-B54D-22A2-176D9AD3D85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11E584FF-E1FE-59CA-9ED7-8C1CE3E1D81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B2C42AED-7A34-9BE1-C246-EDB1F7B6556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46CE9B6-74B5-A647-AE67-8C97F20D93C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104" name="TextBox 103">
              <a:extLst>
                <a:ext uri="{FF2B5EF4-FFF2-40B4-BE49-F238E27FC236}">
                  <a16:creationId xmlns:a16="http://schemas.microsoft.com/office/drawing/2014/main" id="{D54E17CA-7EA2-D534-021F-8B8054EA581A}"/>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B9516FB7-EE9B-807D-9437-48E7E5B014FF}"/>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DE946B88-B030-F896-25E4-2AC3A21F0971}"/>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D6EA57FB-574B-6475-D978-F31B2E87E07C}"/>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955E34DB-F892-F7E4-5A52-D2C1A689C86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27176125-5F84-C5F9-A580-DC41288587C0}"/>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DF276D47-2FC3-395A-9965-BF4C5D247462}"/>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1DDC12B3-8F0C-AE5B-6F82-FF8EDCADAC33}"/>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25B96F0B-BBB3-AA45-8697-05A6858CB95F}"/>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124E142E-E2C9-041E-2E42-5D1527F75D8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776B3CA0-D49A-2C6D-B734-29BE5D5E0C5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7E22201C-24F6-1753-C89C-3CCE3D690C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51C5E526-F845-9B74-CCB0-6D163717E218}"/>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0EDE3343-C294-7536-9306-AF98E9CBDE28}"/>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06E2697B-D96D-11D9-A0C7-0F04807C0CB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392E6C0E-B33C-A431-38B3-217CCDAA86B7}"/>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7FFE3F34-3A16-FD1B-B249-41DEC29C0CDD}"/>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512409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CEF41-79C0-3A35-61F9-F605B67B7510}"/>
            </a:ext>
          </a:extLst>
        </p:cNvPr>
        <p:cNvGrpSpPr/>
        <p:nvPr/>
      </p:nvGrpSpPr>
      <p:grpSpPr>
        <a:xfrm>
          <a:off x="0" y="0"/>
          <a:ext cx="0" cy="0"/>
          <a:chOff x="0" y="0"/>
          <a:chExt cx="0" cy="0"/>
        </a:xfrm>
      </p:grpSpPr>
      <p:sp>
        <p:nvSpPr>
          <p:cNvPr id="5" name="Freeform 4">
            <a:extLst>
              <a:ext uri="{FF2B5EF4-FFF2-40B4-BE49-F238E27FC236}">
                <a16:creationId xmlns:a16="http://schemas.microsoft.com/office/drawing/2014/main" id="{58BE0161-8235-EB6B-2021-FBA86A0B1D04}"/>
              </a:ext>
            </a:extLst>
          </p:cNvPr>
          <p:cNvSpPr/>
          <p:nvPr/>
        </p:nvSpPr>
        <p:spPr>
          <a:xfrm>
            <a:off x="3557752" y="4038600"/>
            <a:ext cx="4303986" cy="2822028"/>
          </a:xfrm>
          <a:custGeom>
            <a:avLst/>
            <a:gdLst>
              <a:gd name="connsiteX0" fmla="*/ 0 w 4303986"/>
              <a:gd name="connsiteY0" fmla="*/ 898635 h 2822028"/>
              <a:gd name="connsiteX1" fmla="*/ 15765 w 4303986"/>
              <a:gd name="connsiteY1" fmla="*/ 1434662 h 2822028"/>
              <a:gd name="connsiteX2" fmla="*/ 204951 w 4303986"/>
              <a:gd name="connsiteY2" fmla="*/ 1576552 h 2822028"/>
              <a:gd name="connsiteX3" fmla="*/ 756745 w 4303986"/>
              <a:gd name="connsiteY3" fmla="*/ 1403131 h 2822028"/>
              <a:gd name="connsiteX4" fmla="*/ 1576551 w 4303986"/>
              <a:gd name="connsiteY4" fmla="*/ 804041 h 2822028"/>
              <a:gd name="connsiteX5" fmla="*/ 2380593 w 4303986"/>
              <a:gd name="connsiteY5" fmla="*/ 614855 h 2822028"/>
              <a:gd name="connsiteX6" fmla="*/ 2885089 w 4303986"/>
              <a:gd name="connsiteY6" fmla="*/ 867104 h 2822028"/>
              <a:gd name="connsiteX7" fmla="*/ 3042745 w 4303986"/>
              <a:gd name="connsiteY7" fmla="*/ 1592317 h 2822028"/>
              <a:gd name="connsiteX8" fmla="*/ 3452648 w 4303986"/>
              <a:gd name="connsiteY8" fmla="*/ 2680138 h 2822028"/>
              <a:gd name="connsiteX9" fmla="*/ 3909848 w 4303986"/>
              <a:gd name="connsiteY9" fmla="*/ 2822028 h 2822028"/>
              <a:gd name="connsiteX10" fmla="*/ 4146331 w 4303986"/>
              <a:gd name="connsiteY10" fmla="*/ 2412124 h 2822028"/>
              <a:gd name="connsiteX11" fmla="*/ 4303986 w 4303986"/>
              <a:gd name="connsiteY11" fmla="*/ 709448 h 2822028"/>
              <a:gd name="connsiteX12" fmla="*/ 3216165 w 4303986"/>
              <a:gd name="connsiteY12" fmla="*/ 78828 h 2822028"/>
              <a:gd name="connsiteX13" fmla="*/ 1655379 w 4303986"/>
              <a:gd name="connsiteY13" fmla="*/ 0 h 2822028"/>
              <a:gd name="connsiteX14" fmla="*/ 630620 w 4303986"/>
              <a:gd name="connsiteY14" fmla="*/ 362607 h 2822028"/>
              <a:gd name="connsiteX15" fmla="*/ 0 w 4303986"/>
              <a:gd name="connsiteY15" fmla="*/ 898635 h 2822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303986" h="2822028">
                <a:moveTo>
                  <a:pt x="0" y="898635"/>
                </a:moveTo>
                <a:lnTo>
                  <a:pt x="15765" y="1434662"/>
                </a:lnTo>
                <a:lnTo>
                  <a:pt x="204951" y="1576552"/>
                </a:lnTo>
                <a:lnTo>
                  <a:pt x="756745" y="1403131"/>
                </a:lnTo>
                <a:lnTo>
                  <a:pt x="1576551" y="804041"/>
                </a:lnTo>
                <a:lnTo>
                  <a:pt x="2380593" y="614855"/>
                </a:lnTo>
                <a:lnTo>
                  <a:pt x="2885089" y="867104"/>
                </a:lnTo>
                <a:lnTo>
                  <a:pt x="3042745" y="1592317"/>
                </a:lnTo>
                <a:lnTo>
                  <a:pt x="3452648" y="2680138"/>
                </a:lnTo>
                <a:lnTo>
                  <a:pt x="3909848" y="2822028"/>
                </a:lnTo>
                <a:lnTo>
                  <a:pt x="4146331" y="2412124"/>
                </a:lnTo>
                <a:lnTo>
                  <a:pt x="4303986" y="709448"/>
                </a:lnTo>
                <a:lnTo>
                  <a:pt x="3216165" y="78828"/>
                </a:lnTo>
                <a:lnTo>
                  <a:pt x="1655379" y="0"/>
                </a:lnTo>
                <a:lnTo>
                  <a:pt x="630620" y="362607"/>
                </a:lnTo>
                <a:lnTo>
                  <a:pt x="0" y="898635"/>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1CC20E-AB2F-6B69-46CD-C5AD91499820}"/>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0F9AD8FA-776E-46FA-45BF-406058B73283}"/>
              </a:ext>
            </a:extLst>
          </p:cNvPr>
          <p:cNvSpPr>
            <a:spLocks noGrp="1"/>
          </p:cNvSpPr>
          <p:nvPr>
            <p:ph type="sldNum" sz="quarter" idx="12"/>
          </p:nvPr>
        </p:nvSpPr>
        <p:spPr>
          <a:xfrm>
            <a:off x="8737600" y="6356351"/>
            <a:ext cx="2844800" cy="365125"/>
          </a:xfrm>
        </p:spPr>
        <p:txBody>
          <a:bodyPr/>
          <a:lstStyle/>
          <a:p>
            <a:fld id="{86BADE50-950A-4D58-BFB2-FA2C6A8B385D}" type="slidenum">
              <a:rPr lang="en-US" smtClean="0"/>
              <a:t>10</a:t>
            </a:fld>
            <a:endParaRPr lang="en-US"/>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FDF0456-6A42-6E15-60A5-41D20A497322}"/>
                  </a:ext>
                </a:extLst>
              </p:cNvPr>
              <p:cNvSpPr txBox="1"/>
              <p:nvPr/>
            </p:nvSpPr>
            <p:spPr>
              <a:xfrm>
                <a:off x="7739866" y="1343799"/>
                <a:ext cx="2851935" cy="830997"/>
              </a:xfrm>
              <a:prstGeom prst="rect">
                <a:avLst/>
              </a:prstGeom>
              <a:noFill/>
            </p:spPr>
            <p:txBody>
              <a:bodyPr wrap="none" rtlCol="0">
                <a:spAutoFit/>
              </a:bodyPr>
              <a:lstStyle/>
              <a:p>
                <a:r>
                  <a:rPr lang="en-US" sz="2400" dirty="0">
                    <a:solidFill>
                      <a:schemeClr val="accent6">
                        <a:lumMod val="75000"/>
                      </a:schemeClr>
                    </a:solidFill>
                  </a:rPr>
                  <a:t>Keep edges in a Heap</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solidFill>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7739866" y="1343799"/>
                <a:ext cx="2851935" cy="830997"/>
              </a:xfrm>
              <a:prstGeom prst="rect">
                <a:avLst/>
              </a:prstGeom>
              <a:blipFill>
                <a:blip r:embed="rId3"/>
                <a:stretch>
                  <a:fillRect l="-3419" t="-5839" r="-2137" b="-8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032FD98-4DDC-8855-3813-2C9D8FE31F24}"/>
                  </a:ext>
                </a:extLst>
              </p:cNvPr>
              <p:cNvSpPr txBox="1"/>
              <p:nvPr/>
            </p:nvSpPr>
            <p:spPr>
              <a:xfrm>
                <a:off x="1905001" y="1143001"/>
                <a:ext cx="8686800" cy="2246769"/>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a:solidFill>
                          <a:schemeClr val="accent2">
                            <a:lumMod val="75000"/>
                          </a:schemeClr>
                        </a:solidFill>
                        <a:latin typeface="Cambria Math"/>
                      </a:rPr>
                      <m:t>𝐴</m:t>
                    </m:r>
                  </m:oMath>
                </a14:m>
                <a:endParaRPr lang="en-US" sz="2800" dirty="0">
                  <a:solidFill>
                    <a:srgbClr val="7030A0"/>
                  </a:solidFill>
                </a:endParaRPr>
              </a:p>
              <a:p>
                <a:r>
                  <a:rPr lang="en-US" sz="2800" dirty="0"/>
                  <a:t>Pick a </a:t>
                </a:r>
                <a:r>
                  <a:rPr lang="en-US" sz="2800" dirty="0">
                    <a:solidFill>
                      <a:srgbClr val="7030A0"/>
                    </a:solidFill>
                  </a:rPr>
                  <a:t>start node</a:t>
                </a:r>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a:t>
                </a:r>
                <a:r>
                  <a:rPr lang="en-US" sz="2800" dirty="0">
                    <a:solidFill>
                      <a:srgbClr val="FF00FF"/>
                    </a:solidFill>
                  </a:rPr>
                  <a:t>the min-weight edge </a:t>
                </a:r>
                <a:r>
                  <a:rPr lang="en-US" sz="2800" dirty="0"/>
                  <a:t>which connects to node 			in </a:t>
                </a:r>
                <a14:m>
                  <m:oMath xmlns:m="http://schemas.openxmlformats.org/officeDocument/2006/math">
                    <m:r>
                      <a:rPr lang="en-US" sz="2800" i="1" dirty="0">
                        <a:solidFill>
                          <a:schemeClr val="accent2">
                            <a:lumMod val="75000"/>
                          </a:schemeClr>
                        </a:solidFill>
                        <a:latin typeface="Cambria Math"/>
                      </a:rPr>
                      <m:t>𝐴</m:t>
                    </m:r>
                  </m:oMath>
                </a14:m>
                <a:r>
                  <a:rPr lang="en-US" sz="2800" dirty="0">
                    <a:solidFill>
                      <a:srgbClr val="FF33CC"/>
                    </a:solidFill>
                  </a:rPr>
                  <a:t> </a:t>
                </a:r>
                <a:r>
                  <a:rPr lang="en-US" sz="2800" dirty="0"/>
                  <a:t>with a node not in</a:t>
                </a:r>
                <a:r>
                  <a:rPr lang="en-US" sz="2800" dirty="0">
                    <a:solidFill>
                      <a:srgbClr val="FF33CC"/>
                    </a:solidFill>
                  </a:rPr>
                  <a:t> </a:t>
                </a:r>
                <a14:m>
                  <m:oMath xmlns:m="http://schemas.openxmlformats.org/officeDocument/2006/math">
                    <m:r>
                      <a:rPr lang="en-US" sz="2800" i="1" dirty="0">
                        <a:solidFill>
                          <a:schemeClr val="accent2">
                            <a:lumMod val="75000"/>
                          </a:schemeClr>
                        </a:solidFill>
                        <a:latin typeface="Cambria Math"/>
                      </a:rPr>
                      <m:t>𝐴</m:t>
                    </m:r>
                  </m:oMath>
                </a14:m>
                <a:endParaRPr lang="en-US" sz="2800" dirty="0">
                  <a:solidFill>
                    <a:srgbClr val="FF33CC"/>
                  </a:solidFill>
                </a:endParaRPr>
              </a:p>
            </p:txBody>
          </p:sp>
        </mc:Choice>
        <mc:Fallback xmlns="">
          <p:sp>
            <p:nvSpPr>
              <p:cNvPr id="3" name="TextBox 2">
                <a:extLst>
                  <a:ext uri="{FF2B5EF4-FFF2-40B4-BE49-F238E27FC236}">
                    <a16:creationId xmlns:a16="http://schemas.microsoft.com/office/drawing/2014/main" id="{2951A940-9E49-531C-7109-C02D303F5780}"/>
                  </a:ext>
                </a:extLst>
              </p:cNvPr>
              <p:cNvSpPr txBox="1">
                <a:spLocks noRot="1" noChangeAspect="1" noMove="1" noResize="1" noEditPoints="1" noAdjustHandles="1" noChangeArrowheads="1" noChangeShapeType="1" noTextEdit="1"/>
              </p:cNvSpPr>
              <p:nvPr/>
            </p:nvSpPr>
            <p:spPr>
              <a:xfrm>
                <a:off x="1905001" y="1143001"/>
                <a:ext cx="8686800" cy="2246769"/>
              </a:xfrm>
              <a:prstGeom prst="rect">
                <a:avLst/>
              </a:prstGeom>
              <a:blipFill>
                <a:blip r:embed="rId4"/>
                <a:stretch>
                  <a:fillRect l="-1474" t="-2717" b="-6793"/>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D611104-56E3-D6EC-D98F-C2E6A36F86BD}"/>
              </a:ext>
            </a:extLst>
          </p:cNvPr>
          <p:cNvGrpSpPr/>
          <p:nvPr/>
        </p:nvGrpSpPr>
        <p:grpSpPr>
          <a:xfrm>
            <a:off x="3826554" y="4146960"/>
            <a:ext cx="4600060" cy="2787240"/>
            <a:chOff x="0" y="2862182"/>
            <a:chExt cx="7044346" cy="4268266"/>
          </a:xfrm>
        </p:grpSpPr>
        <p:cxnSp>
          <p:nvCxnSpPr>
            <p:cNvPr id="7" name="Straight Connector 6">
              <a:extLst>
                <a:ext uri="{FF2B5EF4-FFF2-40B4-BE49-F238E27FC236}">
                  <a16:creationId xmlns:a16="http://schemas.microsoft.com/office/drawing/2014/main" id="{5BFC5715-7633-84BA-0609-A1F85057716E}"/>
                </a:ext>
              </a:extLst>
            </p:cNvPr>
            <p:cNvCxnSpPr>
              <a:stCxn id="35" idx="7"/>
              <a:endCxn id="36"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19A237-7C93-56D7-9EC9-1FB9A08932E5}"/>
                </a:ext>
              </a:extLst>
            </p:cNvPr>
            <p:cNvCxnSpPr>
              <a:stCxn id="36" idx="6"/>
              <a:endCxn id="39"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1CBD063-7998-297B-885F-CDED66500322}"/>
                </a:ext>
              </a:extLst>
            </p:cNvPr>
            <p:cNvCxnSpPr>
              <a:stCxn id="35" idx="4"/>
              <a:endCxn id="37"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26AB8EA-26EA-4AB5-2147-69719EFE280D}"/>
                </a:ext>
              </a:extLst>
            </p:cNvPr>
            <p:cNvCxnSpPr>
              <a:stCxn id="38" idx="3"/>
              <a:endCxn id="37"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78D4C2-3011-6A47-3909-6534D306816C}"/>
                </a:ext>
              </a:extLst>
            </p:cNvPr>
            <p:cNvCxnSpPr>
              <a:stCxn id="40" idx="2"/>
              <a:endCxn id="37"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2FC8CA-19B3-9D5D-C94F-63C215F61927}"/>
                </a:ext>
              </a:extLst>
            </p:cNvPr>
            <p:cNvCxnSpPr>
              <a:stCxn id="38" idx="5"/>
              <a:endCxn id="40"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F7EAA0B-5FEB-8D17-C27B-82896D850A88}"/>
                </a:ext>
              </a:extLst>
            </p:cNvPr>
            <p:cNvCxnSpPr>
              <a:stCxn id="38" idx="7"/>
              <a:endCxn id="39"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D94FF0-72E5-C704-DD9B-FE90D012C5A3}"/>
                </a:ext>
              </a:extLst>
            </p:cNvPr>
            <p:cNvCxnSpPr>
              <a:stCxn id="40" idx="6"/>
              <a:endCxn id="41"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AD400A6-D31A-5E00-FADA-939AC81D288A}"/>
                </a:ext>
              </a:extLst>
            </p:cNvPr>
            <p:cNvCxnSpPr>
              <a:stCxn id="41" idx="1"/>
              <a:endCxn id="39"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30FFD32-6FEF-6047-4633-782CD5BEE747}"/>
                </a:ext>
              </a:extLst>
            </p:cNvPr>
            <p:cNvCxnSpPr>
              <a:stCxn id="44" idx="2"/>
              <a:endCxn id="39" idx="5"/>
            </p:cNvCxnSpPr>
            <p:nvPr/>
          </p:nvCxnSpPr>
          <p:spPr>
            <a:xfrm flipH="1" flipV="1">
              <a:off x="4392601" y="3510585"/>
              <a:ext cx="913997" cy="495205"/>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D2EFA22-B947-55AF-5F6A-8AC88DB4E4FD}"/>
                </a:ext>
              </a:extLst>
            </p:cNvPr>
            <p:cNvCxnSpPr>
              <a:stCxn id="41" idx="0"/>
              <a:endCxn id="4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DAD4232-C3EC-59BD-B424-C347E68B4767}"/>
                </a:ext>
              </a:extLst>
            </p:cNvPr>
            <p:cNvCxnSpPr>
              <a:stCxn id="42" idx="1"/>
              <a:endCxn id="44"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AB597CD-4834-1B5A-3657-CE5662B435C8}"/>
                </a:ext>
              </a:extLst>
            </p:cNvPr>
            <p:cNvCxnSpPr>
              <a:stCxn id="42" idx="3"/>
              <a:endCxn id="41"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B6D97D68-415A-6746-9242-DCE101A97B3E}"/>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1" name="TextBox 20">
              <a:extLst>
                <a:ext uri="{FF2B5EF4-FFF2-40B4-BE49-F238E27FC236}">
                  <a16:creationId xmlns:a16="http://schemas.microsoft.com/office/drawing/2014/main" id="{4601EA00-0332-9BA4-6724-31DCBAB24E59}"/>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2" name="TextBox 21">
              <a:extLst>
                <a:ext uri="{FF2B5EF4-FFF2-40B4-BE49-F238E27FC236}">
                  <a16:creationId xmlns:a16="http://schemas.microsoft.com/office/drawing/2014/main" id="{C68AEBBB-DC30-6F12-FFF7-18240B54759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3" name="TextBox 22">
              <a:extLst>
                <a:ext uri="{FF2B5EF4-FFF2-40B4-BE49-F238E27FC236}">
                  <a16:creationId xmlns:a16="http://schemas.microsoft.com/office/drawing/2014/main" id="{966A226C-F394-FBD4-1486-FED875CA2EA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4" name="TextBox 23">
              <a:extLst>
                <a:ext uri="{FF2B5EF4-FFF2-40B4-BE49-F238E27FC236}">
                  <a16:creationId xmlns:a16="http://schemas.microsoft.com/office/drawing/2014/main" id="{FD17AE7F-5AD4-C414-7C5D-9DDEFEFD9E5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5" name="TextBox 24">
              <a:extLst>
                <a:ext uri="{FF2B5EF4-FFF2-40B4-BE49-F238E27FC236}">
                  <a16:creationId xmlns:a16="http://schemas.microsoft.com/office/drawing/2014/main" id="{147BB0A3-79D6-FA4D-0E54-E49F9988379B}"/>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6" name="TextBox 25">
              <a:extLst>
                <a:ext uri="{FF2B5EF4-FFF2-40B4-BE49-F238E27FC236}">
                  <a16:creationId xmlns:a16="http://schemas.microsoft.com/office/drawing/2014/main" id="{DDB13256-86BA-EC21-5889-483CF73A6568}"/>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7" name="TextBox 26">
              <a:extLst>
                <a:ext uri="{FF2B5EF4-FFF2-40B4-BE49-F238E27FC236}">
                  <a16:creationId xmlns:a16="http://schemas.microsoft.com/office/drawing/2014/main" id="{F18D999B-610C-63DA-B246-A596005C1C6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2A528698-A24E-12F7-292C-1090C8E8739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9" name="TextBox 28">
              <a:extLst>
                <a:ext uri="{FF2B5EF4-FFF2-40B4-BE49-F238E27FC236}">
                  <a16:creationId xmlns:a16="http://schemas.microsoft.com/office/drawing/2014/main" id="{52325999-CCA1-3E38-ECA1-56D8BDF05B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8EA5FE6B-79D4-5A20-F1B4-48C8FA88875A}"/>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1" name="TextBox 30">
              <a:extLst>
                <a:ext uri="{FF2B5EF4-FFF2-40B4-BE49-F238E27FC236}">
                  <a16:creationId xmlns:a16="http://schemas.microsoft.com/office/drawing/2014/main" id="{C37C97D2-E371-54D6-CD29-73560691DADB}"/>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2" name="TextBox 31">
              <a:extLst>
                <a:ext uri="{FF2B5EF4-FFF2-40B4-BE49-F238E27FC236}">
                  <a16:creationId xmlns:a16="http://schemas.microsoft.com/office/drawing/2014/main" id="{7DB56940-7CD3-16E1-FBAB-B345D2BE852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3" name="Straight Connector 32">
              <a:extLst>
                <a:ext uri="{FF2B5EF4-FFF2-40B4-BE49-F238E27FC236}">
                  <a16:creationId xmlns:a16="http://schemas.microsoft.com/office/drawing/2014/main" id="{241749AC-8A69-37AF-5CF4-F725DC4FBC1C}"/>
                </a:ext>
              </a:extLst>
            </p:cNvPr>
            <p:cNvCxnSpPr>
              <a:stCxn id="36" idx="4"/>
              <a:endCxn id="37"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6EE7EE-A133-9828-714C-68C8849092AD}"/>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5" name="Oval 34">
              <a:extLst>
                <a:ext uri="{FF2B5EF4-FFF2-40B4-BE49-F238E27FC236}">
                  <a16:creationId xmlns:a16="http://schemas.microsoft.com/office/drawing/2014/main" id="{858B37D2-0662-4503-4380-F890725C6B99}"/>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6" name="Oval 35">
              <a:extLst>
                <a:ext uri="{FF2B5EF4-FFF2-40B4-BE49-F238E27FC236}">
                  <a16:creationId xmlns:a16="http://schemas.microsoft.com/office/drawing/2014/main" id="{B643364E-E1BC-46BF-8258-0CAE5DD42CAB}"/>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7" name="Oval 36">
              <a:extLst>
                <a:ext uri="{FF2B5EF4-FFF2-40B4-BE49-F238E27FC236}">
                  <a16:creationId xmlns:a16="http://schemas.microsoft.com/office/drawing/2014/main" id="{26BB4E72-EEC9-32B2-F566-A63005C8795E}"/>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8" name="Oval 37">
              <a:extLst>
                <a:ext uri="{FF2B5EF4-FFF2-40B4-BE49-F238E27FC236}">
                  <a16:creationId xmlns:a16="http://schemas.microsoft.com/office/drawing/2014/main" id="{3FF128E7-A0C9-7ED7-F67C-86DA946D0F4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9" name="Oval 38">
              <a:extLst>
                <a:ext uri="{FF2B5EF4-FFF2-40B4-BE49-F238E27FC236}">
                  <a16:creationId xmlns:a16="http://schemas.microsoft.com/office/drawing/2014/main" id="{47293C51-FB98-DC86-735B-2DC157B0617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0" name="Oval 39">
              <a:extLst>
                <a:ext uri="{FF2B5EF4-FFF2-40B4-BE49-F238E27FC236}">
                  <a16:creationId xmlns:a16="http://schemas.microsoft.com/office/drawing/2014/main" id="{C707FE17-E627-2205-9FDB-59EFA5A9ABE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1" name="Oval 40">
              <a:extLst>
                <a:ext uri="{FF2B5EF4-FFF2-40B4-BE49-F238E27FC236}">
                  <a16:creationId xmlns:a16="http://schemas.microsoft.com/office/drawing/2014/main" id="{2FBD0E08-D127-C5D4-6D20-833993CA45FC}"/>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2" name="Oval 41">
              <a:extLst>
                <a:ext uri="{FF2B5EF4-FFF2-40B4-BE49-F238E27FC236}">
                  <a16:creationId xmlns:a16="http://schemas.microsoft.com/office/drawing/2014/main" id="{ADE17290-2606-75B8-1DEB-0AC3E01563A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4" name="Oval 43">
              <a:extLst>
                <a:ext uri="{FF2B5EF4-FFF2-40B4-BE49-F238E27FC236}">
                  <a16:creationId xmlns:a16="http://schemas.microsoft.com/office/drawing/2014/main" id="{0179F7B1-0F6D-2650-2065-68F00F273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5">
            <p14:nvContentPartPr>
              <p14:cNvPr id="43" name="Ink 42">
                <a:extLst>
                  <a:ext uri="{FF2B5EF4-FFF2-40B4-BE49-F238E27FC236}">
                    <a16:creationId xmlns:a16="http://schemas.microsoft.com/office/drawing/2014/main" id="{A08F0CB1-673D-2EB5-69DD-B597F8A7A739}"/>
                  </a:ext>
                </a:extLst>
              </p14:cNvPr>
              <p14:cNvContentPartPr/>
              <p14:nvPr/>
            </p14:nvContentPartPr>
            <p14:xfrm>
              <a:off x="743400" y="982800"/>
              <a:ext cx="3364920" cy="2376000"/>
            </p14:xfrm>
          </p:contentPart>
        </mc:Choice>
        <mc:Fallback>
          <p:pic>
            <p:nvPicPr>
              <p:cNvPr id="43" name="Ink 42">
                <a:extLst>
                  <a:ext uri="{FF2B5EF4-FFF2-40B4-BE49-F238E27FC236}">
                    <a16:creationId xmlns:a16="http://schemas.microsoft.com/office/drawing/2014/main" id="{A08F0CB1-673D-2EB5-69DD-B597F8A7A739}"/>
                  </a:ext>
                </a:extLst>
              </p:cNvPr>
              <p:cNvPicPr/>
              <p:nvPr/>
            </p:nvPicPr>
            <p:blipFill>
              <a:blip r:embed="rId6"/>
              <a:stretch>
                <a:fillRect/>
              </a:stretch>
            </p:blipFill>
            <p:spPr>
              <a:xfrm>
                <a:off x="734040" y="973440"/>
                <a:ext cx="3383640" cy="2394720"/>
              </a:xfrm>
              <a:prstGeom prst="rect">
                <a:avLst/>
              </a:prstGeom>
            </p:spPr>
          </p:pic>
        </mc:Fallback>
      </mc:AlternateContent>
    </p:spTree>
    <p:extLst>
      <p:ext uri="{BB962C8B-B14F-4D97-AF65-F5344CB8AC3E}">
        <p14:creationId xmlns:p14="http://schemas.microsoft.com/office/powerpoint/2010/main" val="1775738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EEAC9-7C37-ECB7-A7CD-AF4E61E11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B32D87-37A2-ABCD-B0BE-550810A1DABC}"/>
              </a:ext>
            </a:extLst>
          </p:cNvPr>
          <p:cNvSpPr>
            <a:spLocks noGrp="1"/>
          </p:cNvSpPr>
          <p:nvPr>
            <p:ph type="title"/>
          </p:nvPr>
        </p:nvSpPr>
        <p:spPr>
          <a:xfrm>
            <a:off x="609600" y="-198120"/>
            <a:ext cx="10972800" cy="1143000"/>
          </a:xfrm>
        </p:spPr>
        <p:txBody>
          <a:bodyPr>
            <a:normAutofit/>
          </a:bodyPr>
          <a:lstStyle/>
          <a:p>
            <a:r>
              <a:rPr lang="en-US" dirty="0"/>
              <a:t>Dijkstra’s Algorithm</a:t>
            </a:r>
          </a:p>
        </p:txBody>
      </p:sp>
      <p:sp>
        <p:nvSpPr>
          <p:cNvPr id="4" name="Slide Number Placeholder 3">
            <a:extLst>
              <a:ext uri="{FF2B5EF4-FFF2-40B4-BE49-F238E27FC236}">
                <a16:creationId xmlns:a16="http://schemas.microsoft.com/office/drawing/2014/main" id="{1B65BC2E-BE3F-FA30-9DA8-5136E5F49844}"/>
              </a:ext>
            </a:extLst>
          </p:cNvPr>
          <p:cNvSpPr>
            <a:spLocks noGrp="1"/>
          </p:cNvSpPr>
          <p:nvPr>
            <p:ph type="sldNum" sz="quarter" idx="12"/>
          </p:nvPr>
        </p:nvSpPr>
        <p:spPr/>
        <p:txBody>
          <a:bodyPr/>
          <a:lstStyle/>
          <a:p>
            <a:fld id="{86BADE50-950A-4D58-BFB2-FA2C6A8B385D}" type="slidenum">
              <a:rPr lang="en-US" smtClean="0"/>
              <a:t>11</a:t>
            </a:fld>
            <a:endParaRPr lang="en-US"/>
          </a:p>
        </p:txBody>
      </p:sp>
      <p:grpSp>
        <p:nvGrpSpPr>
          <p:cNvPr id="3" name="Group 2">
            <a:extLst>
              <a:ext uri="{FF2B5EF4-FFF2-40B4-BE49-F238E27FC236}">
                <a16:creationId xmlns:a16="http://schemas.microsoft.com/office/drawing/2014/main" id="{660771EA-9555-915E-18A1-84B830B5B5E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9D8A28DD-F046-2F16-E3CB-F5FFBC43D14B}"/>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12BCEA3-7668-EA7C-8451-8BE0D2B3E76B}"/>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C369E16-3C7F-C15C-7F8C-A5A6C421F3E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B03473D-50D9-FB23-4627-9EF7FDEED44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BFD6E70-3227-A3A4-62F6-7948BE537BFD}"/>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1C8D6E0-BFC6-34EC-E413-4A04E6584D85}"/>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DC0B3B8-AA7C-54F3-A8DC-0A220FC0C6C4}"/>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22D5ED5-A07C-B892-6541-F048B8E2266E}"/>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B3E76D-3F5C-2713-6E78-970C8636CE38}"/>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632B3B-003A-06BD-5208-2765B72CDB79}"/>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BCCFAEE-E7C9-96C7-CD4C-8CAB63E6BBDA}"/>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BC89944-951F-A183-A031-C6C8393083D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4959F07-0D51-011D-9199-96A3AE8F584B}"/>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E396D2-4CF4-498C-73B5-43C23C177198}"/>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192031BB-66FE-D133-D12D-4DFCDDC70AF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061FF86D-9794-C0D6-19A1-FCCBAE750711}"/>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B84D2F38-884A-6005-7DC4-9132F5DDAEB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43C6F790-EBF8-CA34-35AA-CE47BFFEF094}"/>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2AAC142A-5621-553A-71B0-FFA5B28EE77A}"/>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A9D920DA-F52A-5CEE-074F-07CE166D3FEB}"/>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BA7D339D-54CD-C459-0779-823A456FE22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CC79FF19-98E0-1CF7-DCF5-4832FD1D3F7A}"/>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A27FF1E8-0947-C6C3-28FF-18C99790CBC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895CD2E6-C331-4EEF-5E4E-CC37659A4D07}"/>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3A559C74-41A8-B38F-65F4-5B2CCC4526B6}"/>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FA451BC6-4EEA-E3FF-AF8A-E8A33DBB24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F25D40E5-EB7F-11B2-25F2-803D795594C3}"/>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AF7FEA7-D62D-CE9A-96EE-FE20D99F37B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62051064-3A9F-3BD5-DEB1-4621DCAE3BD5}"/>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65E4E37B-D1F8-8901-41D8-ADE0A02E6A58}"/>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8DB42B10-C0C6-5CB6-BFF3-11434B890466}"/>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014481ED-B260-6315-B70E-4F516C40EB25}"/>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B3BA9212-9E23-6761-00FE-EC47E3825280}"/>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5438F902-30F5-13E8-DC36-810BFE6FFC8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A01579D5-4AF3-80CF-5106-CB0CCA808784}"/>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68F5B6BC-173F-8912-B198-491F8E97A33B}"/>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439D44B0-EEC1-8B67-BCF1-69FB43B57D42}"/>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2" name="TextBox 41">
            <a:extLst>
              <a:ext uri="{FF2B5EF4-FFF2-40B4-BE49-F238E27FC236}">
                <a16:creationId xmlns:a16="http://schemas.microsoft.com/office/drawing/2014/main" id="{B8A2039D-C121-2B94-2EB4-1CE224AAB7F8}"/>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distance to </a:t>
            </a:r>
            <a:r>
              <a:rPr lang="en-US" sz="2000" dirty="0" err="1"/>
              <a:t>curr</a:t>
            </a:r>
            <a:r>
              <a:rPr lang="en-US" sz="2000" dirty="0"/>
              <a:t>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44" name="Ink 43">
                <a:extLst>
                  <a:ext uri="{FF2B5EF4-FFF2-40B4-BE49-F238E27FC236}">
                    <a16:creationId xmlns:a16="http://schemas.microsoft.com/office/drawing/2014/main" id="{A0066154-B451-ED0F-FF38-878FA82FEEA4}"/>
                  </a:ext>
                </a:extLst>
              </p14:cNvPr>
              <p14:cNvContentPartPr/>
              <p14:nvPr/>
            </p14:nvContentPartPr>
            <p14:xfrm>
              <a:off x="1382760" y="3321720"/>
              <a:ext cx="4710600" cy="392400"/>
            </p14:xfrm>
          </p:contentPart>
        </mc:Choice>
        <mc:Fallback>
          <p:pic>
            <p:nvPicPr>
              <p:cNvPr id="44" name="Ink 43">
                <a:extLst>
                  <a:ext uri="{FF2B5EF4-FFF2-40B4-BE49-F238E27FC236}">
                    <a16:creationId xmlns:a16="http://schemas.microsoft.com/office/drawing/2014/main" id="{A0066154-B451-ED0F-FF38-878FA82FEEA4}"/>
                  </a:ext>
                </a:extLst>
              </p:cNvPr>
              <p:cNvPicPr/>
              <p:nvPr/>
            </p:nvPicPr>
            <p:blipFill>
              <a:blip r:embed="rId3"/>
              <a:stretch>
                <a:fillRect/>
              </a:stretch>
            </p:blipFill>
            <p:spPr>
              <a:xfrm>
                <a:off x="1373400" y="3312360"/>
                <a:ext cx="4729320" cy="411120"/>
              </a:xfrm>
              <a:prstGeom prst="rect">
                <a:avLst/>
              </a:prstGeom>
            </p:spPr>
          </p:pic>
        </mc:Fallback>
      </mc:AlternateContent>
    </p:spTree>
    <p:extLst>
      <p:ext uri="{BB962C8B-B14F-4D97-AF65-F5344CB8AC3E}">
        <p14:creationId xmlns:p14="http://schemas.microsoft.com/office/powerpoint/2010/main" val="325671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2F2B6-E911-8AC4-E6C2-F5C5D61704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8C9725-5009-BCD0-D0FD-EF0FA5066E19}"/>
              </a:ext>
            </a:extLst>
          </p:cNvPr>
          <p:cNvSpPr>
            <a:spLocks noGrp="1"/>
          </p:cNvSpPr>
          <p:nvPr>
            <p:ph type="title"/>
          </p:nvPr>
        </p:nvSpPr>
        <p:spPr>
          <a:xfrm>
            <a:off x="609600" y="-198120"/>
            <a:ext cx="10972800" cy="1143000"/>
          </a:xfrm>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721E9D79-D609-3D43-2D0C-9201505D6D9F}"/>
              </a:ext>
            </a:extLst>
          </p:cNvPr>
          <p:cNvSpPr>
            <a:spLocks noGrp="1"/>
          </p:cNvSpPr>
          <p:nvPr>
            <p:ph type="sldNum" sz="quarter" idx="12"/>
          </p:nvPr>
        </p:nvSpPr>
        <p:spPr/>
        <p:txBody>
          <a:bodyPr/>
          <a:lstStyle/>
          <a:p>
            <a:fld id="{86BADE50-950A-4D58-BFB2-FA2C6A8B385D}" type="slidenum">
              <a:rPr lang="en-US" smtClean="0"/>
              <a:t>12</a:t>
            </a:fld>
            <a:endParaRPr lang="en-US"/>
          </a:p>
        </p:txBody>
      </p:sp>
      <p:grpSp>
        <p:nvGrpSpPr>
          <p:cNvPr id="3" name="Group 2">
            <a:extLst>
              <a:ext uri="{FF2B5EF4-FFF2-40B4-BE49-F238E27FC236}">
                <a16:creationId xmlns:a16="http://schemas.microsoft.com/office/drawing/2014/main" id="{ABA253AE-7449-FAB9-3C14-D35D03327A64}"/>
              </a:ext>
            </a:extLst>
          </p:cNvPr>
          <p:cNvGrpSpPr/>
          <p:nvPr/>
        </p:nvGrpSpPr>
        <p:grpSpPr>
          <a:xfrm>
            <a:off x="7300033" y="434999"/>
            <a:ext cx="4600060" cy="2787240"/>
            <a:chOff x="0" y="2862182"/>
            <a:chExt cx="7044346" cy="4268266"/>
          </a:xfrm>
        </p:grpSpPr>
        <p:cxnSp>
          <p:nvCxnSpPr>
            <p:cNvPr id="5" name="Straight Connector 4">
              <a:extLst>
                <a:ext uri="{FF2B5EF4-FFF2-40B4-BE49-F238E27FC236}">
                  <a16:creationId xmlns:a16="http://schemas.microsoft.com/office/drawing/2014/main" id="{634BBEEB-D42F-4990-4464-2FE480DEF944}"/>
                </a:ext>
              </a:extLst>
            </p:cNvPr>
            <p:cNvCxnSpPr>
              <a:stCxn id="33" idx="7"/>
              <a:endCxn id="34" idx="2"/>
            </p:cNvCxnSpPr>
            <p:nvPr/>
          </p:nvCxnSpPr>
          <p:spPr>
            <a:xfrm flipV="1">
              <a:off x="438102" y="3276727"/>
              <a:ext cx="1492916" cy="96260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D082B11-BD72-5482-AAA5-3518090B1491}"/>
                </a:ext>
              </a:extLst>
            </p:cNvPr>
            <p:cNvCxnSpPr>
              <a:stCxn id="34" idx="6"/>
              <a:endCxn id="37" idx="2"/>
            </p:cNvCxnSpPr>
            <p:nvPr/>
          </p:nvCxnSpPr>
          <p:spPr>
            <a:xfrm>
              <a:off x="2444286" y="3276727"/>
              <a:ext cx="1510213" cy="52390"/>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7984F8-9FE9-7F03-A096-7C7F0E7FB4F5}"/>
                </a:ext>
              </a:extLst>
            </p:cNvPr>
            <p:cNvCxnSpPr>
              <a:stCxn id="33" idx="4"/>
              <a:endCxn id="35" idx="1"/>
            </p:cNvCxnSpPr>
            <p:nvPr/>
          </p:nvCxnSpPr>
          <p:spPr>
            <a:xfrm>
              <a:off x="256634" y="4677433"/>
              <a:ext cx="857899" cy="1046257"/>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03ED5C-056A-77F9-3240-002A2038DCF7}"/>
                </a:ext>
              </a:extLst>
            </p:cNvPr>
            <p:cNvCxnSpPr>
              <a:stCxn id="36" idx="3"/>
              <a:endCxn id="35" idx="7"/>
            </p:cNvCxnSpPr>
            <p:nvPr/>
          </p:nvCxnSpPr>
          <p:spPr>
            <a:xfrm flipH="1">
              <a:off x="1477469" y="4930617"/>
              <a:ext cx="1172042" cy="79307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4A43CBF-EDE6-3C7C-AF31-76F32C78B737}"/>
                </a:ext>
              </a:extLst>
            </p:cNvPr>
            <p:cNvCxnSpPr>
              <a:stCxn id="38" idx="2"/>
              <a:endCxn id="35" idx="5"/>
            </p:cNvCxnSpPr>
            <p:nvPr/>
          </p:nvCxnSpPr>
          <p:spPr>
            <a:xfrm flipH="1" flipV="1">
              <a:off x="1477469" y="6086626"/>
              <a:ext cx="1369411" cy="5653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E71EA1-B6A7-7367-C6EF-CA9B97151083}"/>
                </a:ext>
              </a:extLst>
            </p:cNvPr>
            <p:cNvCxnSpPr>
              <a:stCxn id="36" idx="5"/>
              <a:endCxn id="38" idx="0"/>
            </p:cNvCxnSpPr>
            <p:nvPr/>
          </p:nvCxnSpPr>
          <p:spPr>
            <a:xfrm>
              <a:off x="3012447" y="4930617"/>
              <a:ext cx="91067" cy="146468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C2A29C2-275D-4AD4-0101-F970C2B21386}"/>
                </a:ext>
              </a:extLst>
            </p:cNvPr>
            <p:cNvCxnSpPr>
              <a:stCxn id="36" idx="7"/>
              <a:endCxn id="37" idx="3"/>
            </p:cNvCxnSpPr>
            <p:nvPr/>
          </p:nvCxnSpPr>
          <p:spPr>
            <a:xfrm flipV="1">
              <a:off x="3012447" y="3510585"/>
              <a:ext cx="1017218" cy="105709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71C6779-A509-5008-6BC8-351109619FDD}"/>
                </a:ext>
              </a:extLst>
            </p:cNvPr>
            <p:cNvCxnSpPr>
              <a:stCxn id="38" idx="6"/>
              <a:endCxn id="39" idx="3"/>
            </p:cNvCxnSpPr>
            <p:nvPr/>
          </p:nvCxnSpPr>
          <p:spPr>
            <a:xfrm flipV="1">
              <a:off x="3360148" y="6576771"/>
              <a:ext cx="1716185" cy="75166"/>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7562459-9AB6-4E0A-B0A6-B5826797740E}"/>
                </a:ext>
              </a:extLst>
            </p:cNvPr>
            <p:cNvCxnSpPr>
              <a:stCxn id="39" idx="1"/>
              <a:endCxn id="37" idx="4"/>
            </p:cNvCxnSpPr>
            <p:nvPr/>
          </p:nvCxnSpPr>
          <p:spPr>
            <a:xfrm flipH="1" flipV="1">
              <a:off x="4211133" y="3585751"/>
              <a:ext cx="865200" cy="2628084"/>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462442-E820-86CF-53A6-0A07A50E87E0}"/>
                </a:ext>
              </a:extLst>
            </p:cNvPr>
            <p:cNvCxnSpPr>
              <a:stCxn id="41" idx="2"/>
              <a:endCxn id="37" idx="5"/>
            </p:cNvCxnSpPr>
            <p:nvPr/>
          </p:nvCxnSpPr>
          <p:spPr>
            <a:xfrm flipH="1" flipV="1">
              <a:off x="4392601" y="3510585"/>
              <a:ext cx="913997" cy="495205"/>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2D182A4-121C-F469-BC80-164721FCFE67}"/>
                </a:ext>
              </a:extLst>
            </p:cNvPr>
            <p:cNvCxnSpPr>
              <a:stCxn id="39" idx="0"/>
              <a:endCxn id="41" idx="3"/>
            </p:cNvCxnSpPr>
            <p:nvPr/>
          </p:nvCxnSpPr>
          <p:spPr>
            <a:xfrm flipV="1">
              <a:off x="5257801" y="4187258"/>
              <a:ext cx="123963" cy="195141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2A61C89-9FD7-2DF2-7592-0284084A0C39}"/>
                </a:ext>
              </a:extLst>
            </p:cNvPr>
            <p:cNvCxnSpPr>
              <a:stCxn id="40" idx="1"/>
              <a:endCxn id="41" idx="5"/>
            </p:cNvCxnSpPr>
            <p:nvPr/>
          </p:nvCxnSpPr>
          <p:spPr>
            <a:xfrm flipH="1" flipV="1">
              <a:off x="5744700" y="4187258"/>
              <a:ext cx="861544" cy="674868"/>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248E01-FF94-099F-43F2-C9E62CAB1184}"/>
                </a:ext>
              </a:extLst>
            </p:cNvPr>
            <p:cNvCxnSpPr>
              <a:stCxn id="40" idx="3"/>
              <a:endCxn id="39" idx="6"/>
            </p:cNvCxnSpPr>
            <p:nvPr/>
          </p:nvCxnSpPr>
          <p:spPr>
            <a:xfrm flipH="1">
              <a:off x="5514435" y="5225062"/>
              <a:ext cx="1091809" cy="1170241"/>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4445A10-541D-87E4-4EAC-D6057DBB88B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19" name="TextBox 18">
              <a:extLst>
                <a:ext uri="{FF2B5EF4-FFF2-40B4-BE49-F238E27FC236}">
                  <a16:creationId xmlns:a16="http://schemas.microsoft.com/office/drawing/2014/main" id="{E12D6C41-BE90-6984-BCAB-9CAF7B573B9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0" name="TextBox 19">
              <a:extLst>
                <a:ext uri="{FF2B5EF4-FFF2-40B4-BE49-F238E27FC236}">
                  <a16:creationId xmlns:a16="http://schemas.microsoft.com/office/drawing/2014/main" id="{BE76FD0D-7125-8CD1-450B-4D14D002B944}"/>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1" name="TextBox 20">
              <a:extLst>
                <a:ext uri="{FF2B5EF4-FFF2-40B4-BE49-F238E27FC236}">
                  <a16:creationId xmlns:a16="http://schemas.microsoft.com/office/drawing/2014/main" id="{EC6DF776-22FD-6BA0-F44A-9B20F3E1E23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2" name="TextBox 21">
              <a:extLst>
                <a:ext uri="{FF2B5EF4-FFF2-40B4-BE49-F238E27FC236}">
                  <a16:creationId xmlns:a16="http://schemas.microsoft.com/office/drawing/2014/main" id="{5F0CC144-CAEE-E010-2EA5-97B0A42D4972}"/>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3" name="TextBox 22">
              <a:extLst>
                <a:ext uri="{FF2B5EF4-FFF2-40B4-BE49-F238E27FC236}">
                  <a16:creationId xmlns:a16="http://schemas.microsoft.com/office/drawing/2014/main" id="{A50CC49B-B843-58B2-4928-ADE1020A5FC7}"/>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4" name="TextBox 23">
              <a:extLst>
                <a:ext uri="{FF2B5EF4-FFF2-40B4-BE49-F238E27FC236}">
                  <a16:creationId xmlns:a16="http://schemas.microsoft.com/office/drawing/2014/main" id="{DF77FA66-B397-6D38-E8A0-63B0B5F20CA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7256408E-B471-B412-DABC-FC24C2DB587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6" name="TextBox 25">
              <a:extLst>
                <a:ext uri="{FF2B5EF4-FFF2-40B4-BE49-F238E27FC236}">
                  <a16:creationId xmlns:a16="http://schemas.microsoft.com/office/drawing/2014/main" id="{54E3C01A-E518-7339-36E5-F6FE9164414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7" name="TextBox 26">
              <a:extLst>
                <a:ext uri="{FF2B5EF4-FFF2-40B4-BE49-F238E27FC236}">
                  <a16:creationId xmlns:a16="http://schemas.microsoft.com/office/drawing/2014/main" id="{709754EE-F58C-979F-12E0-81091A1B21E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8" name="TextBox 27">
              <a:extLst>
                <a:ext uri="{FF2B5EF4-FFF2-40B4-BE49-F238E27FC236}">
                  <a16:creationId xmlns:a16="http://schemas.microsoft.com/office/drawing/2014/main" id="{AD7FEE29-F0BB-71C5-1EB9-E6DA93E30299}"/>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29" name="TextBox 28">
              <a:extLst>
                <a:ext uri="{FF2B5EF4-FFF2-40B4-BE49-F238E27FC236}">
                  <a16:creationId xmlns:a16="http://schemas.microsoft.com/office/drawing/2014/main" id="{20A90759-165E-8371-F4C1-B2BF95799263}"/>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0" name="TextBox 29">
              <a:extLst>
                <a:ext uri="{FF2B5EF4-FFF2-40B4-BE49-F238E27FC236}">
                  <a16:creationId xmlns:a16="http://schemas.microsoft.com/office/drawing/2014/main" id="{66985C5F-C30F-CC93-7765-A9DA58DE51A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1" name="Straight Connector 30">
              <a:extLst>
                <a:ext uri="{FF2B5EF4-FFF2-40B4-BE49-F238E27FC236}">
                  <a16:creationId xmlns:a16="http://schemas.microsoft.com/office/drawing/2014/main" id="{A40ABF01-778F-E7CE-8275-962C780BA75D}"/>
                </a:ext>
              </a:extLst>
            </p:cNvPr>
            <p:cNvCxnSpPr>
              <a:stCxn id="34" idx="4"/>
              <a:endCxn id="35" idx="0"/>
            </p:cNvCxnSpPr>
            <p:nvPr/>
          </p:nvCxnSpPr>
          <p:spPr>
            <a:xfrm flipH="1">
              <a:off x="1296001" y="3533361"/>
              <a:ext cx="891651" cy="2115163"/>
            </a:xfrm>
            <a:prstGeom prst="line">
              <a:avLst/>
            </a:prstGeom>
            <a:ln w="571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BAD59429-1311-DD86-71EE-23F015713A32}"/>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3" name="Oval 32">
              <a:extLst>
                <a:ext uri="{FF2B5EF4-FFF2-40B4-BE49-F238E27FC236}">
                  <a16:creationId xmlns:a16="http://schemas.microsoft.com/office/drawing/2014/main" id="{0D5162D0-ACFD-A74C-29C2-D5EBDE5D814D}"/>
                </a:ext>
              </a:extLst>
            </p:cNvPr>
            <p:cNvSpPr/>
            <p:nvPr/>
          </p:nvSpPr>
          <p:spPr>
            <a:xfrm>
              <a:off x="0" y="4164165"/>
              <a:ext cx="513268" cy="513268"/>
            </a:xfrm>
            <a:prstGeom prst="ellipse">
              <a:avLst/>
            </a:prstGeom>
            <a:solidFill>
              <a:srgbClr val="FF0000"/>
            </a:solidFill>
            <a:ln>
              <a:solidFill>
                <a:srgbClr val="FF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p>
          </p:txBody>
        </p:sp>
        <p:sp>
          <p:nvSpPr>
            <p:cNvPr id="34" name="Oval 33">
              <a:extLst>
                <a:ext uri="{FF2B5EF4-FFF2-40B4-BE49-F238E27FC236}">
                  <a16:creationId xmlns:a16="http://schemas.microsoft.com/office/drawing/2014/main" id="{50E7F335-B379-17F2-920E-9D2162C62B83}"/>
                </a:ext>
              </a:extLst>
            </p:cNvPr>
            <p:cNvSpPr/>
            <p:nvPr/>
          </p:nvSpPr>
          <p:spPr>
            <a:xfrm>
              <a:off x="1931018" y="302009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5" name="Oval 34">
              <a:extLst>
                <a:ext uri="{FF2B5EF4-FFF2-40B4-BE49-F238E27FC236}">
                  <a16:creationId xmlns:a16="http://schemas.microsoft.com/office/drawing/2014/main" id="{41D93219-8B72-A2B7-4821-D9B4743CEC45}"/>
                </a:ext>
              </a:extLst>
            </p:cNvPr>
            <p:cNvSpPr/>
            <p:nvPr/>
          </p:nvSpPr>
          <p:spPr>
            <a:xfrm>
              <a:off x="1039367" y="5648524"/>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6" name="Oval 35">
              <a:extLst>
                <a:ext uri="{FF2B5EF4-FFF2-40B4-BE49-F238E27FC236}">
                  <a16:creationId xmlns:a16="http://schemas.microsoft.com/office/drawing/2014/main" id="{40114479-37F8-BB39-88E2-80F7AC75AD5D}"/>
                </a:ext>
              </a:extLst>
            </p:cNvPr>
            <p:cNvSpPr/>
            <p:nvPr/>
          </p:nvSpPr>
          <p:spPr>
            <a:xfrm>
              <a:off x="2574345" y="4492515"/>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Oval 36">
              <a:extLst>
                <a:ext uri="{FF2B5EF4-FFF2-40B4-BE49-F238E27FC236}">
                  <a16:creationId xmlns:a16="http://schemas.microsoft.com/office/drawing/2014/main" id="{304D8C8A-7A1D-6AB2-EC38-7F5F8BF2844D}"/>
                </a:ext>
              </a:extLst>
            </p:cNvPr>
            <p:cNvSpPr/>
            <p:nvPr/>
          </p:nvSpPr>
          <p:spPr>
            <a:xfrm>
              <a:off x="3954499" y="307248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8" name="Oval 37">
              <a:extLst>
                <a:ext uri="{FF2B5EF4-FFF2-40B4-BE49-F238E27FC236}">
                  <a16:creationId xmlns:a16="http://schemas.microsoft.com/office/drawing/2014/main" id="{B8FBFF4B-6404-2153-8FD0-67DC37EEF7CE}"/>
                </a:ext>
              </a:extLst>
            </p:cNvPr>
            <p:cNvSpPr/>
            <p:nvPr/>
          </p:nvSpPr>
          <p:spPr>
            <a:xfrm>
              <a:off x="2846880" y="6395303"/>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Oval 38">
              <a:extLst>
                <a:ext uri="{FF2B5EF4-FFF2-40B4-BE49-F238E27FC236}">
                  <a16:creationId xmlns:a16="http://schemas.microsoft.com/office/drawing/2014/main" id="{0F09029D-DBB1-AE11-9C17-302A1A033CC7}"/>
                </a:ext>
              </a:extLst>
            </p:cNvPr>
            <p:cNvSpPr/>
            <p:nvPr/>
          </p:nvSpPr>
          <p:spPr>
            <a:xfrm>
              <a:off x="5001167" y="6138669"/>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0" name="Oval 39">
              <a:extLst>
                <a:ext uri="{FF2B5EF4-FFF2-40B4-BE49-F238E27FC236}">
                  <a16:creationId xmlns:a16="http://schemas.microsoft.com/office/drawing/2014/main" id="{09A38885-B8D9-A62C-AECE-E9987C566B90}"/>
                </a:ext>
              </a:extLst>
            </p:cNvPr>
            <p:cNvSpPr/>
            <p:nvPr/>
          </p:nvSpPr>
          <p:spPr>
            <a:xfrm>
              <a:off x="6531078" y="4786960"/>
              <a:ext cx="513268" cy="513268"/>
            </a:xfrm>
            <a:prstGeom prst="ellipse">
              <a:avLst/>
            </a:prstGeom>
            <a:solidFill>
              <a:schemeClr val="accent4">
                <a:lumMod val="60000"/>
                <a:lumOff val="4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8</a:t>
              </a:r>
            </a:p>
          </p:txBody>
        </p:sp>
        <p:sp>
          <p:nvSpPr>
            <p:cNvPr id="41" name="Oval 40">
              <a:extLst>
                <a:ext uri="{FF2B5EF4-FFF2-40B4-BE49-F238E27FC236}">
                  <a16:creationId xmlns:a16="http://schemas.microsoft.com/office/drawing/2014/main" id="{ED252027-A702-199B-9ABF-6122EF9C4F8E}"/>
                </a:ext>
              </a:extLst>
            </p:cNvPr>
            <p:cNvSpPr/>
            <p:nvPr/>
          </p:nvSpPr>
          <p:spPr>
            <a:xfrm>
              <a:off x="5306598" y="3749156"/>
              <a:ext cx="513268" cy="513268"/>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p:sp>
        <p:nvSpPr>
          <p:cNvPr id="43" name="TextBox 42">
            <a:extLst>
              <a:ext uri="{FF2B5EF4-FFF2-40B4-BE49-F238E27FC236}">
                <a16:creationId xmlns:a16="http://schemas.microsoft.com/office/drawing/2014/main" id="{C8D35DA3-4696-FC62-3C1D-9E261A57FBC5}"/>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44" name="Ink 43">
                <a:extLst>
                  <a:ext uri="{FF2B5EF4-FFF2-40B4-BE49-F238E27FC236}">
                    <a16:creationId xmlns:a16="http://schemas.microsoft.com/office/drawing/2014/main" id="{187CBF05-5550-0AE2-CD9D-B4005C3791D9}"/>
                  </a:ext>
                </a:extLst>
              </p14:cNvPr>
              <p14:cNvContentPartPr/>
              <p14:nvPr/>
            </p14:nvContentPartPr>
            <p14:xfrm>
              <a:off x="1311840" y="3355560"/>
              <a:ext cx="3024000" cy="3058920"/>
            </p14:xfrm>
          </p:contentPart>
        </mc:Choice>
        <mc:Fallback>
          <p:pic>
            <p:nvPicPr>
              <p:cNvPr id="44" name="Ink 43">
                <a:extLst>
                  <a:ext uri="{FF2B5EF4-FFF2-40B4-BE49-F238E27FC236}">
                    <a16:creationId xmlns:a16="http://schemas.microsoft.com/office/drawing/2014/main" id="{187CBF05-5550-0AE2-CD9D-B4005C3791D9}"/>
                  </a:ext>
                </a:extLst>
              </p:cNvPr>
              <p:cNvPicPr/>
              <p:nvPr/>
            </p:nvPicPr>
            <p:blipFill>
              <a:blip r:embed="rId3"/>
              <a:stretch>
                <a:fillRect/>
              </a:stretch>
            </p:blipFill>
            <p:spPr>
              <a:xfrm>
                <a:off x="1302480" y="3346200"/>
                <a:ext cx="3042720" cy="3077640"/>
              </a:xfrm>
              <a:prstGeom prst="rect">
                <a:avLst/>
              </a:prstGeom>
            </p:spPr>
          </p:pic>
        </mc:Fallback>
      </mc:AlternateContent>
    </p:spTree>
    <p:extLst>
      <p:ext uri="{BB962C8B-B14F-4D97-AF65-F5344CB8AC3E}">
        <p14:creationId xmlns:p14="http://schemas.microsoft.com/office/powerpoint/2010/main" val="637401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9B82F-5885-568B-1066-4E1F37FC2816}"/>
              </a:ext>
            </a:extLst>
          </p:cNvPr>
          <p:cNvSpPr>
            <a:spLocks noGrp="1"/>
          </p:cNvSpPr>
          <p:nvPr>
            <p:ph type="title"/>
          </p:nvPr>
        </p:nvSpPr>
        <p:spPr/>
        <p:txBody>
          <a:bodyPr/>
          <a:lstStyle/>
          <a:p>
            <a:r>
              <a:rPr lang="en-US" dirty="0"/>
              <a:t>Avoiding Decrease Key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A23939E-BE69-6AE0-B047-10E54D08E711}"/>
                  </a:ext>
                </a:extLst>
              </p:cNvPr>
              <p:cNvSpPr>
                <a:spLocks noGrp="1"/>
              </p:cNvSpPr>
              <p:nvPr>
                <p:ph idx="1"/>
              </p:nvPr>
            </p:nvSpPr>
            <p:spPr/>
            <p:txBody>
              <a:bodyPr>
                <a:normAutofit/>
              </a:bodyPr>
              <a:lstStyle/>
              <a:p>
                <a:r>
                  <a:rPr lang="en-US" dirty="0"/>
                  <a:t>Java’s </a:t>
                </a:r>
                <a:r>
                  <a:rPr lang="en-US" dirty="0" err="1">
                    <a:latin typeface="Consolas" panose="020B0609020204030204" pitchFamily="49" charset="0"/>
                  </a:rPr>
                  <a:t>PriorityQueue</a:t>
                </a:r>
                <a:r>
                  <a:rPr lang="en-US" dirty="0"/>
                  <a:t> interface does not have </a:t>
                </a:r>
                <a:r>
                  <a:rPr lang="en-US" dirty="0" err="1">
                    <a:latin typeface="Consolas" panose="020B0609020204030204" pitchFamily="49" charset="0"/>
                  </a:rPr>
                  <a:t>decreaseKey</a:t>
                </a:r>
                <a:endParaRPr lang="en-US" dirty="0">
                  <a:latin typeface="Consolas" panose="020B0609020204030204" pitchFamily="49" charset="0"/>
                </a:endParaRPr>
              </a:p>
              <a:p>
                <a:r>
                  <a:rPr lang="en-US" dirty="0"/>
                  <a:t>Two strategies to avoid this:</a:t>
                </a:r>
              </a:p>
              <a:p>
                <a:pPr lvl="1"/>
                <a:r>
                  <a:rPr lang="en-US" dirty="0"/>
                  <a:t>Allow copies of nodes to be on the PQ:</a:t>
                </a:r>
              </a:p>
              <a:p>
                <a:pPr lvl="2"/>
                <a:r>
                  <a:rPr lang="en-US" dirty="0"/>
                  <a:t>Every time we would want to decrease the key, instead add the node again, then make sure we skip “done” nodes when extracting.</a:t>
                </a:r>
              </a:p>
              <a:p>
                <a:pPr lvl="1"/>
                <a:r>
                  <a:rPr lang="en-US" dirty="0"/>
                  <a:t>Store edges on the priority queue instead of nodes. </a:t>
                </a:r>
              </a:p>
              <a:p>
                <a:pPr lvl="2"/>
                <a:r>
                  <a:rPr lang="en-US" dirty="0"/>
                  <a:t>If the destination of the edge has already been extracted, ignore that edge. Also avoids keeping track of previous nodes.</a:t>
                </a:r>
              </a:p>
              <a:p>
                <a:r>
                  <a:rPr lang="en-US" dirty="0"/>
                  <a:t>Both change the running time from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𝑉</m:t>
                            </m:r>
                          </m:e>
                        </m:func>
                      </m:e>
                    </m:d>
                  </m:oMath>
                </a14:m>
                <a:r>
                  <a:rPr lang="en-US" dirty="0"/>
                  <a:t> to </a:t>
                </a:r>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𝐸</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𝐸</m:t>
                            </m:r>
                          </m:e>
                        </m:func>
                      </m:e>
                    </m:d>
                  </m:oMath>
                </a14:m>
                <a:endParaRPr lang="en-US" dirty="0"/>
              </a:p>
              <a:p>
                <a:pPr lvl="1"/>
                <a:r>
                  <a:rPr lang="en-US" dirty="0"/>
                  <a:t>Since the maximum size of the priority queue is </a:t>
                </a:r>
                <a14:m>
                  <m:oMath xmlns:m="http://schemas.openxmlformats.org/officeDocument/2006/math">
                    <m:r>
                      <a:rPr lang="en-US" b="0" i="1" smtClean="0">
                        <a:latin typeface="Cambria Math" panose="02040503050406030204" pitchFamily="18" charset="0"/>
                      </a:rPr>
                      <m:t>𝐸</m:t>
                    </m:r>
                  </m:oMath>
                </a14:m>
                <a:endParaRPr lang="en-US" dirty="0"/>
              </a:p>
              <a:p>
                <a:pPr lvl="1"/>
                <a:r>
                  <a:rPr lang="en-US" dirty="0"/>
                  <a:t>Because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rPr>
                          <m:t>2</m:t>
                        </m:r>
                      </m:sup>
                    </m:sSup>
                  </m:oMath>
                </a14:m>
                <a:r>
                  <a:rPr lang="en-US" dirty="0"/>
                  <a:t>, the worst case asymptotic running time does not change</a:t>
                </a:r>
              </a:p>
            </p:txBody>
          </p:sp>
        </mc:Choice>
        <mc:Fallback>
          <p:sp>
            <p:nvSpPr>
              <p:cNvPr id="3" name="Content Placeholder 2">
                <a:extLst>
                  <a:ext uri="{FF2B5EF4-FFF2-40B4-BE49-F238E27FC236}">
                    <a16:creationId xmlns:a16="http://schemas.microsoft.com/office/drawing/2014/main" id="{EA23939E-BE69-6AE0-B047-10E54D08E711}"/>
                  </a:ext>
                </a:extLst>
              </p:cNvPr>
              <p:cNvSpPr>
                <a:spLocks noGrp="1" noRot="1" noChangeAspect="1" noMove="1" noResize="1" noEditPoints="1" noAdjustHandles="1" noChangeArrowheads="1" noChangeShapeType="1" noTextEdit="1"/>
              </p:cNvSpPr>
              <p:nvPr>
                <p:ph idx="1"/>
              </p:nvPr>
            </p:nvSpPr>
            <p:spPr>
              <a:blipFill>
                <a:blip r:embed="rId2"/>
                <a:stretch>
                  <a:fillRect l="-1043" t="-2381" b="-182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32847BD-7F47-7039-8D55-B27CC9228FC8}"/>
                  </a:ext>
                </a:extLst>
              </p14:cNvPr>
              <p14:cNvContentPartPr/>
              <p14:nvPr/>
            </p14:nvContentPartPr>
            <p14:xfrm>
              <a:off x="1014120" y="1022400"/>
              <a:ext cx="9482040" cy="5245200"/>
            </p14:xfrm>
          </p:contentPart>
        </mc:Choice>
        <mc:Fallback>
          <p:pic>
            <p:nvPicPr>
              <p:cNvPr id="4" name="Ink 3">
                <a:extLst>
                  <a:ext uri="{FF2B5EF4-FFF2-40B4-BE49-F238E27FC236}">
                    <a16:creationId xmlns:a16="http://schemas.microsoft.com/office/drawing/2014/main" id="{732847BD-7F47-7039-8D55-B27CC9228FC8}"/>
                  </a:ext>
                </a:extLst>
              </p:cNvPr>
              <p:cNvPicPr/>
              <p:nvPr/>
            </p:nvPicPr>
            <p:blipFill>
              <a:blip r:embed="rId4"/>
              <a:stretch>
                <a:fillRect/>
              </a:stretch>
            </p:blipFill>
            <p:spPr>
              <a:xfrm>
                <a:off x="1004760" y="1013040"/>
                <a:ext cx="9500760" cy="5263920"/>
              </a:xfrm>
              <a:prstGeom prst="rect">
                <a:avLst/>
              </a:prstGeom>
            </p:spPr>
          </p:pic>
        </mc:Fallback>
      </mc:AlternateContent>
    </p:spTree>
    <p:extLst>
      <p:ext uri="{BB962C8B-B14F-4D97-AF65-F5344CB8AC3E}">
        <p14:creationId xmlns:p14="http://schemas.microsoft.com/office/powerpoint/2010/main" val="3249974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4778-2718-564F-2FA1-1E9AC1827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F72579-663A-3D5E-F455-8EC5C0F373E8}"/>
              </a:ext>
            </a:extLst>
          </p:cNvPr>
          <p:cNvSpPr>
            <a:spLocks noGrp="1"/>
          </p:cNvSpPr>
          <p:nvPr>
            <p:ph type="title"/>
          </p:nvPr>
        </p:nvSpPr>
        <p:spPr>
          <a:xfrm>
            <a:off x="609600" y="-198120"/>
            <a:ext cx="10972800" cy="1143000"/>
          </a:xfrm>
        </p:spPr>
        <p:txBody>
          <a:bodyPr>
            <a:normAutofit/>
          </a:bodyPr>
          <a:lstStyle/>
          <a:p>
            <a:r>
              <a:rPr lang="en-US" dirty="0"/>
              <a:t>Prim’s Algorithm – Original Recipe</a:t>
            </a:r>
          </a:p>
        </p:txBody>
      </p:sp>
      <p:sp>
        <p:nvSpPr>
          <p:cNvPr id="4" name="Slide Number Placeholder 3">
            <a:extLst>
              <a:ext uri="{FF2B5EF4-FFF2-40B4-BE49-F238E27FC236}">
                <a16:creationId xmlns:a16="http://schemas.microsoft.com/office/drawing/2014/main" id="{BCDE8714-4EB5-2A27-84C1-BDF9ADFF3D2D}"/>
              </a:ext>
            </a:extLst>
          </p:cNvPr>
          <p:cNvSpPr>
            <a:spLocks noGrp="1"/>
          </p:cNvSpPr>
          <p:nvPr>
            <p:ph type="sldNum" sz="quarter" idx="12"/>
          </p:nvPr>
        </p:nvSpPr>
        <p:spPr/>
        <p:txBody>
          <a:bodyPr/>
          <a:lstStyle/>
          <a:p>
            <a:fld id="{86BADE50-950A-4D58-BFB2-FA2C6A8B385D}" type="slidenum">
              <a:rPr lang="en-US" smtClean="0"/>
              <a:t>14</a:t>
            </a:fld>
            <a:endParaRPr lang="en-US"/>
          </a:p>
        </p:txBody>
      </p:sp>
      <p:sp>
        <p:nvSpPr>
          <p:cNvPr id="43" name="TextBox 42">
            <a:extLst>
              <a:ext uri="{FF2B5EF4-FFF2-40B4-BE49-F238E27FC236}">
                <a16:creationId xmlns:a16="http://schemas.microsoft.com/office/drawing/2014/main" id="{86022BA4-0035-46FA-EF75-7DF5D61A02E6}"/>
              </a:ext>
            </a:extLst>
          </p:cNvPr>
          <p:cNvSpPr txBox="1"/>
          <p:nvPr/>
        </p:nvSpPr>
        <p:spPr>
          <a:xfrm>
            <a:off x="524257" y="78138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PQ.decreaseKey</a:t>
            </a:r>
            <a:r>
              <a:rPr lang="en-US" sz="2000" dirty="0"/>
              <a:t>(v, d)</a:t>
            </a:r>
          </a:p>
          <a:p>
            <a:r>
              <a:rPr lang="en-US" sz="2000" dirty="0"/>
              <a:t>Return the spanning tree</a:t>
            </a:r>
          </a:p>
        </p:txBody>
      </p:sp>
    </p:spTree>
    <p:extLst>
      <p:ext uri="{BB962C8B-B14F-4D97-AF65-F5344CB8AC3E}">
        <p14:creationId xmlns:p14="http://schemas.microsoft.com/office/powerpoint/2010/main" val="3500998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15886-B435-B1C3-5229-DAF9B69A8A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4C04D-1A07-8F44-4184-31A06266BF98}"/>
              </a:ext>
            </a:extLst>
          </p:cNvPr>
          <p:cNvSpPr>
            <a:spLocks noGrp="1"/>
          </p:cNvSpPr>
          <p:nvPr>
            <p:ph type="title"/>
          </p:nvPr>
        </p:nvSpPr>
        <p:spPr>
          <a:xfrm>
            <a:off x="609600" y="-198120"/>
            <a:ext cx="10972800" cy="1143000"/>
          </a:xfrm>
        </p:spPr>
        <p:txBody>
          <a:bodyPr>
            <a:normAutofit/>
          </a:bodyPr>
          <a:lstStyle/>
          <a:p>
            <a:r>
              <a:rPr lang="en-US" dirty="0"/>
              <a:t>Prim’s Algorithm – Duplicate Nodes on the PQ</a:t>
            </a:r>
          </a:p>
        </p:txBody>
      </p:sp>
      <p:sp>
        <p:nvSpPr>
          <p:cNvPr id="4" name="Slide Number Placeholder 3">
            <a:extLst>
              <a:ext uri="{FF2B5EF4-FFF2-40B4-BE49-F238E27FC236}">
                <a16:creationId xmlns:a16="http://schemas.microsoft.com/office/drawing/2014/main" id="{068F7CE0-8871-A9B6-7ADD-AAFE9F422028}"/>
              </a:ext>
            </a:extLst>
          </p:cNvPr>
          <p:cNvSpPr>
            <a:spLocks noGrp="1"/>
          </p:cNvSpPr>
          <p:nvPr>
            <p:ph type="sldNum" sz="quarter" idx="12"/>
          </p:nvPr>
        </p:nvSpPr>
        <p:spPr/>
        <p:txBody>
          <a:bodyPr/>
          <a:lstStyle/>
          <a:p>
            <a:fld id="{86BADE50-950A-4D58-BFB2-FA2C6A8B385D}" type="slidenum">
              <a:rPr lang="en-US" smtClean="0"/>
              <a:t>15</a:t>
            </a:fld>
            <a:endParaRPr lang="en-US"/>
          </a:p>
        </p:txBody>
      </p:sp>
      <p:sp>
        <p:nvSpPr>
          <p:cNvPr id="43" name="TextBox 42">
            <a:extLst>
              <a:ext uri="{FF2B5EF4-FFF2-40B4-BE49-F238E27FC236}">
                <a16:creationId xmlns:a16="http://schemas.microsoft.com/office/drawing/2014/main" id="{0E962202-3295-86E4-6880-FF78CC91E046}"/>
              </a:ext>
            </a:extLst>
          </p:cNvPr>
          <p:cNvSpPr txBox="1"/>
          <p:nvPr/>
        </p:nvSpPr>
        <p:spPr>
          <a:xfrm>
            <a:off x="524257" y="642847"/>
            <a:ext cx="6572343" cy="6247864"/>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a:t>
            </a:r>
            <a:r>
              <a:rPr lang="en-US" sz="2000" dirty="0"/>
              <a:t> = </a:t>
            </a:r>
            <a:r>
              <a:rPr lang="en-US" sz="2000" dirty="0" err="1"/>
              <a:t>PQ.extract</a:t>
            </a:r>
            <a:r>
              <a:rPr lang="en-US" sz="2000" dirty="0"/>
              <a:t>()</a:t>
            </a:r>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the edge (previous of </a:t>
            </a:r>
            <a:r>
              <a:rPr lang="en-US" sz="2000" dirty="0" err="1"/>
              <a:t>curr</a:t>
            </a:r>
            <a:r>
              <a:rPr lang="en-US" sz="2000" dirty="0"/>
              <a:t>, </a:t>
            </a:r>
            <a:r>
              <a:rPr lang="en-US" sz="2000" dirty="0" err="1"/>
              <a:t>curr</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PQ.add</a:t>
            </a:r>
            <a:r>
              <a:rPr lang="en-US" sz="2000" dirty="0"/>
              <a:t>(v, d);</a:t>
            </a:r>
          </a:p>
          <a:p>
            <a:r>
              <a:rPr lang="en-US" sz="2000" dirty="0"/>
              <a:t>        if v is not “done” &amp;&amp; d &lt; distance to v:</a:t>
            </a:r>
          </a:p>
          <a:p>
            <a:r>
              <a:rPr lang="en-US" sz="2000" dirty="0"/>
              <a:t>            distance to v = d</a:t>
            </a:r>
          </a:p>
          <a:p>
            <a:r>
              <a:rPr lang="en-US" sz="2000" dirty="0"/>
              <a:t>            previous of v = </a:t>
            </a:r>
            <a:r>
              <a:rPr lang="en-US" sz="2000" dirty="0" err="1"/>
              <a:t>curr</a:t>
            </a:r>
            <a:endParaRPr lang="en-US" sz="2000" dirty="0"/>
          </a:p>
          <a:p>
            <a:r>
              <a:rPr lang="en-US" sz="2000" dirty="0"/>
              <a:t>            </a:t>
            </a:r>
            <a:r>
              <a:rPr lang="en-US" sz="2000" dirty="0" err="1"/>
              <a:t>PQ.</a:t>
            </a:r>
            <a:r>
              <a:rPr lang="en-US" sz="2000" b="1" dirty="0" err="1"/>
              <a:t>add</a:t>
            </a:r>
            <a:r>
              <a:rPr lang="en-US" sz="2000" dirty="0"/>
              <a:t>(v,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42" name="Ink 41">
                <a:extLst>
                  <a:ext uri="{FF2B5EF4-FFF2-40B4-BE49-F238E27FC236}">
                    <a16:creationId xmlns:a16="http://schemas.microsoft.com/office/drawing/2014/main" id="{3046F466-F5FC-20D5-DF68-C3168E480537}"/>
                  </a:ext>
                </a:extLst>
              </p14:cNvPr>
              <p14:cNvContentPartPr/>
              <p14:nvPr/>
            </p14:nvContentPartPr>
            <p14:xfrm>
              <a:off x="636120" y="2121840"/>
              <a:ext cx="3804120" cy="4381200"/>
            </p14:xfrm>
          </p:contentPart>
        </mc:Choice>
        <mc:Fallback>
          <p:pic>
            <p:nvPicPr>
              <p:cNvPr id="42" name="Ink 41">
                <a:extLst>
                  <a:ext uri="{FF2B5EF4-FFF2-40B4-BE49-F238E27FC236}">
                    <a16:creationId xmlns:a16="http://schemas.microsoft.com/office/drawing/2014/main" id="{3046F466-F5FC-20D5-DF68-C3168E480537}"/>
                  </a:ext>
                </a:extLst>
              </p:cNvPr>
              <p:cNvPicPr/>
              <p:nvPr/>
            </p:nvPicPr>
            <p:blipFill>
              <a:blip r:embed="rId3"/>
              <a:stretch>
                <a:fillRect/>
              </a:stretch>
            </p:blipFill>
            <p:spPr>
              <a:xfrm>
                <a:off x="626760" y="2112480"/>
                <a:ext cx="3822840" cy="4399920"/>
              </a:xfrm>
              <a:prstGeom prst="rect">
                <a:avLst/>
              </a:prstGeom>
            </p:spPr>
          </p:pic>
        </mc:Fallback>
      </mc:AlternateContent>
    </p:spTree>
    <p:extLst>
      <p:ext uri="{BB962C8B-B14F-4D97-AF65-F5344CB8AC3E}">
        <p14:creationId xmlns:p14="http://schemas.microsoft.com/office/powerpoint/2010/main" val="1323105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273BB-F0F6-8229-6271-E81E6C027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973FB1-E420-9807-D48C-2B63EAAA9FFA}"/>
              </a:ext>
            </a:extLst>
          </p:cNvPr>
          <p:cNvSpPr>
            <a:spLocks noGrp="1"/>
          </p:cNvSpPr>
          <p:nvPr>
            <p:ph type="title"/>
          </p:nvPr>
        </p:nvSpPr>
        <p:spPr>
          <a:xfrm>
            <a:off x="609600" y="-198120"/>
            <a:ext cx="10972800" cy="1143000"/>
          </a:xfrm>
        </p:spPr>
        <p:txBody>
          <a:bodyPr>
            <a:normAutofit/>
          </a:bodyPr>
          <a:lstStyle/>
          <a:p>
            <a:r>
              <a:rPr lang="en-US" dirty="0"/>
              <a:t>Prim’s Algorithm – Edges on the PQ</a:t>
            </a:r>
          </a:p>
        </p:txBody>
      </p:sp>
      <p:sp>
        <p:nvSpPr>
          <p:cNvPr id="4" name="Slide Number Placeholder 3">
            <a:extLst>
              <a:ext uri="{FF2B5EF4-FFF2-40B4-BE49-F238E27FC236}">
                <a16:creationId xmlns:a16="http://schemas.microsoft.com/office/drawing/2014/main" id="{ED4C4148-3B12-13D8-EC02-4E9655B69E92}"/>
              </a:ext>
            </a:extLst>
          </p:cNvPr>
          <p:cNvSpPr>
            <a:spLocks noGrp="1"/>
          </p:cNvSpPr>
          <p:nvPr>
            <p:ph type="sldNum" sz="quarter" idx="12"/>
          </p:nvPr>
        </p:nvSpPr>
        <p:spPr/>
        <p:txBody>
          <a:bodyPr/>
          <a:lstStyle/>
          <a:p>
            <a:fld id="{86BADE50-950A-4D58-BFB2-FA2C6A8B385D}" type="slidenum">
              <a:rPr lang="en-US" smtClean="0"/>
              <a:t>16</a:t>
            </a:fld>
            <a:endParaRPr lang="en-US"/>
          </a:p>
        </p:txBody>
      </p:sp>
      <p:sp>
        <p:nvSpPr>
          <p:cNvPr id="43" name="TextBox 42">
            <a:extLst>
              <a:ext uri="{FF2B5EF4-FFF2-40B4-BE49-F238E27FC236}">
                <a16:creationId xmlns:a16="http://schemas.microsoft.com/office/drawing/2014/main" id="{A88799A6-2F3B-739D-0464-93E9FDD60B3F}"/>
              </a:ext>
            </a:extLst>
          </p:cNvPr>
          <p:cNvSpPr txBox="1"/>
          <p:nvPr/>
        </p:nvSpPr>
        <p:spPr>
          <a:xfrm>
            <a:off x="524257" y="642847"/>
            <a:ext cx="6572343" cy="5940088"/>
          </a:xfrm>
          <a:prstGeom prst="rect">
            <a:avLst/>
          </a:prstGeom>
          <a:noFill/>
        </p:spPr>
        <p:txBody>
          <a:bodyPr wrap="square" rtlCol="0">
            <a:spAutoFit/>
          </a:bodyPr>
          <a:lstStyle/>
          <a:p>
            <a:r>
              <a:rPr lang="en-US" sz="2000" dirty="0"/>
              <a:t>Distance to start = 0</a:t>
            </a:r>
          </a:p>
          <a:p>
            <a:r>
              <a:rPr lang="en-US" sz="2000" dirty="0"/>
              <a:t>Add the start node to PQ with priority 0</a:t>
            </a:r>
          </a:p>
          <a:p>
            <a:r>
              <a:rPr lang="en-US" sz="2000" dirty="0"/>
              <a:t>Mark start as “seen”</a:t>
            </a:r>
          </a:p>
          <a:p>
            <a:r>
              <a:rPr lang="en-US" sz="2000" dirty="0"/>
              <a:t>While the PQ is not empty:</a:t>
            </a:r>
          </a:p>
          <a:p>
            <a:r>
              <a:rPr lang="en-US" sz="2000" dirty="0"/>
              <a:t>    </a:t>
            </a:r>
            <a:r>
              <a:rPr lang="en-US" sz="2000" dirty="0" err="1"/>
              <a:t>currEdge</a:t>
            </a:r>
            <a:r>
              <a:rPr lang="en-US" sz="2000" dirty="0"/>
              <a:t> = </a:t>
            </a:r>
            <a:r>
              <a:rPr lang="en-US" sz="2000" dirty="0" err="1"/>
              <a:t>PQ.extract</a:t>
            </a:r>
            <a:r>
              <a:rPr lang="en-US" sz="2000" dirty="0"/>
              <a:t>()</a:t>
            </a:r>
          </a:p>
          <a:p>
            <a:r>
              <a:rPr lang="en-US" sz="2000" dirty="0"/>
              <a:t>    </a:t>
            </a:r>
            <a:r>
              <a:rPr lang="en-US" sz="2000" dirty="0" err="1"/>
              <a:t>curr</a:t>
            </a:r>
            <a:r>
              <a:rPr lang="en-US" sz="2000" dirty="0"/>
              <a:t> = </a:t>
            </a:r>
            <a:r>
              <a:rPr lang="en-US" sz="2000" dirty="0" err="1"/>
              <a:t>currEdge.destination</a:t>
            </a:r>
            <a:endParaRPr lang="en-US" sz="2000" dirty="0"/>
          </a:p>
          <a:p>
            <a:r>
              <a:rPr lang="en-US" sz="2000" dirty="0"/>
              <a:t>    </a:t>
            </a:r>
            <a:r>
              <a:rPr lang="en-US" sz="2000" b="1" dirty="0"/>
              <a:t>if(</a:t>
            </a:r>
            <a:r>
              <a:rPr lang="en-US" sz="2000" b="1" dirty="0" err="1"/>
              <a:t>curr</a:t>
            </a:r>
            <a:r>
              <a:rPr lang="en-US" sz="2000" b="1" dirty="0"/>
              <a:t> is “done”) then continue</a:t>
            </a:r>
          </a:p>
          <a:p>
            <a:r>
              <a:rPr lang="en-US" sz="2000" dirty="0"/>
              <a:t>    mark </a:t>
            </a:r>
            <a:r>
              <a:rPr lang="en-US" sz="2000" dirty="0" err="1"/>
              <a:t>curr</a:t>
            </a:r>
            <a:r>
              <a:rPr lang="en-US" sz="2000" dirty="0"/>
              <a:t> as “done”</a:t>
            </a:r>
          </a:p>
          <a:p>
            <a:r>
              <a:rPr lang="en-US" sz="2000" dirty="0"/>
              <a:t>    add </a:t>
            </a:r>
            <a:r>
              <a:rPr lang="en-US" sz="2000" b="1" dirty="0" err="1"/>
              <a:t>currEdge</a:t>
            </a:r>
            <a:r>
              <a:rPr lang="en-US" sz="2000" dirty="0"/>
              <a:t> to the spanning tree</a:t>
            </a:r>
          </a:p>
          <a:p>
            <a:r>
              <a:rPr lang="en-US" sz="2000" dirty="0"/>
              <a:t>    for each neighbor v of </a:t>
            </a:r>
            <a:r>
              <a:rPr lang="en-US" sz="2000" dirty="0" err="1"/>
              <a:t>curr</a:t>
            </a:r>
            <a:r>
              <a:rPr lang="en-US" sz="2000" dirty="0"/>
              <a:t>:</a:t>
            </a:r>
          </a:p>
          <a:p>
            <a:r>
              <a:rPr lang="en-US" sz="2000" dirty="0"/>
              <a:t>        d = weight of (</a:t>
            </a:r>
            <a:r>
              <a:rPr lang="en-US" sz="2000" dirty="0" err="1"/>
              <a:t>curr,v</a:t>
            </a:r>
            <a:r>
              <a:rPr lang="en-US" sz="2000" dirty="0"/>
              <a:t>)</a:t>
            </a:r>
          </a:p>
          <a:p>
            <a:r>
              <a:rPr lang="en-US" sz="2000" dirty="0"/>
              <a:t>        if v is not “seen”:</a:t>
            </a:r>
          </a:p>
          <a:p>
            <a:r>
              <a:rPr lang="en-US" sz="2000" dirty="0"/>
              <a:t>            mark v as “seen”</a:t>
            </a:r>
          </a:p>
          <a:p>
            <a:r>
              <a:rPr lang="en-US" sz="2000" dirty="0"/>
              <a:t>            distance to v = d</a:t>
            </a:r>
          </a:p>
          <a:p>
            <a:r>
              <a:rPr lang="en-US" sz="2000" dirty="0"/>
              <a:t>            </a:t>
            </a:r>
            <a:r>
              <a:rPr lang="en-US" sz="2000" dirty="0" err="1"/>
              <a:t>PQ.add</a:t>
            </a:r>
            <a:r>
              <a:rPr lang="en-US" sz="2000" dirty="0"/>
              <a:t>(</a:t>
            </a:r>
            <a:r>
              <a:rPr lang="en-US" sz="2000" b="1" dirty="0"/>
              <a:t>(</a:t>
            </a:r>
            <a:r>
              <a:rPr lang="en-US" sz="2000" b="1" dirty="0" err="1"/>
              <a:t>curr,v</a:t>
            </a:r>
            <a:r>
              <a:rPr lang="en-US" sz="2000" b="1" dirty="0"/>
              <a:t>)</a:t>
            </a:r>
            <a:r>
              <a:rPr lang="en-US" sz="2000" dirty="0"/>
              <a:t>,d);</a:t>
            </a:r>
          </a:p>
          <a:p>
            <a:r>
              <a:rPr lang="en-US" sz="2000" dirty="0"/>
              <a:t>        if v is not “done” &amp;&amp; d &lt; distance to v:</a:t>
            </a:r>
          </a:p>
          <a:p>
            <a:r>
              <a:rPr lang="en-US" sz="2000" dirty="0"/>
              <a:t>            distance to v = d</a:t>
            </a:r>
          </a:p>
          <a:p>
            <a:r>
              <a:rPr lang="en-US" sz="2000" dirty="0"/>
              <a:t>            </a:t>
            </a:r>
            <a:r>
              <a:rPr lang="en-US" sz="2000" dirty="0" err="1"/>
              <a:t>PQ.</a:t>
            </a:r>
            <a:r>
              <a:rPr lang="en-US" sz="2000" b="1" dirty="0" err="1"/>
              <a:t>add</a:t>
            </a:r>
            <a:r>
              <a:rPr lang="en-US" sz="2000" dirty="0"/>
              <a:t>(</a:t>
            </a:r>
            <a:r>
              <a:rPr lang="en-US" sz="2000" b="1" dirty="0"/>
              <a:t>(</a:t>
            </a:r>
            <a:r>
              <a:rPr lang="en-US" sz="2000" b="1" dirty="0" err="1"/>
              <a:t>curr,v</a:t>
            </a:r>
            <a:r>
              <a:rPr lang="en-US" sz="2000" b="1" dirty="0"/>
              <a:t>)</a:t>
            </a:r>
            <a:r>
              <a:rPr lang="en-US" sz="2000" dirty="0"/>
              <a:t>, d)</a:t>
            </a:r>
          </a:p>
          <a:p>
            <a:r>
              <a:rPr lang="en-US" sz="2000" dirty="0"/>
              <a:t>Return the spanning tree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10E7706-42A6-9D6F-8C6B-05EDBC0A16F0}"/>
                  </a:ext>
                </a:extLst>
              </p14:cNvPr>
              <p14:cNvContentPartPr/>
              <p14:nvPr/>
            </p14:nvContentPartPr>
            <p14:xfrm>
              <a:off x="811080" y="2041920"/>
              <a:ext cx="4443480" cy="4106160"/>
            </p14:xfrm>
          </p:contentPart>
        </mc:Choice>
        <mc:Fallback>
          <p:pic>
            <p:nvPicPr>
              <p:cNvPr id="3" name="Ink 2">
                <a:extLst>
                  <a:ext uri="{FF2B5EF4-FFF2-40B4-BE49-F238E27FC236}">
                    <a16:creationId xmlns:a16="http://schemas.microsoft.com/office/drawing/2014/main" id="{210E7706-42A6-9D6F-8C6B-05EDBC0A16F0}"/>
                  </a:ext>
                </a:extLst>
              </p:cNvPr>
              <p:cNvPicPr/>
              <p:nvPr/>
            </p:nvPicPr>
            <p:blipFill>
              <a:blip r:embed="rId3"/>
              <a:stretch>
                <a:fillRect/>
              </a:stretch>
            </p:blipFill>
            <p:spPr>
              <a:xfrm>
                <a:off x="801720" y="2032560"/>
                <a:ext cx="4462200" cy="4124880"/>
              </a:xfrm>
              <a:prstGeom prst="rect">
                <a:avLst/>
              </a:prstGeom>
            </p:spPr>
          </p:pic>
        </mc:Fallback>
      </mc:AlternateContent>
    </p:spTree>
    <p:extLst>
      <p:ext uri="{BB962C8B-B14F-4D97-AF65-F5344CB8AC3E}">
        <p14:creationId xmlns:p14="http://schemas.microsoft.com/office/powerpoint/2010/main" val="3898898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7F98B-4537-5463-5334-DCF48319548F}"/>
              </a:ext>
            </a:extLst>
          </p:cNvPr>
          <p:cNvSpPr>
            <a:spLocks noGrp="1"/>
          </p:cNvSpPr>
          <p:nvPr>
            <p:ph type="title"/>
          </p:nvPr>
        </p:nvSpPr>
        <p:spPr/>
        <p:txBody>
          <a:bodyPr/>
          <a:lstStyle/>
          <a:p>
            <a:r>
              <a:rPr lang="en-US" dirty="0"/>
              <a:t>Why does this 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1A5609-D041-D5BA-BAE1-FE38219A5DDE}"/>
                  </a:ext>
                </a:extLst>
              </p:cNvPr>
              <p:cNvSpPr>
                <a:spLocks noGrp="1"/>
              </p:cNvSpPr>
              <p:nvPr>
                <p:ph idx="1"/>
              </p:nvPr>
            </p:nvSpPr>
            <p:spPr/>
            <p:txBody>
              <a:bodyPr/>
              <a:lstStyle/>
              <a:p>
                <a:r>
                  <a:rPr lang="en-US" dirty="0"/>
                  <a:t>To argue that Prim’s produces a minimum spanning tree:</a:t>
                </a:r>
              </a:p>
              <a:p>
                <a:pPr lvl="1"/>
                <a:r>
                  <a:rPr lang="en-US" dirty="0"/>
                  <a:t>First we show that Prim’s produces a spanning tree</a:t>
                </a:r>
              </a:p>
              <a:p>
                <a:pPr lvl="2"/>
                <a:r>
                  <a:rPr lang="en-US" dirty="0"/>
                  <a:t>Show two of:</a:t>
                </a:r>
              </a:p>
              <a:p>
                <a:pPr lvl="3"/>
                <a:r>
                  <a:rPr lang="en-US" dirty="0"/>
                  <a:t>Connected</a:t>
                </a:r>
              </a:p>
              <a:p>
                <a:pPr lvl="3"/>
                <a:r>
                  <a:rPr lang="en-US" dirty="0"/>
                  <a:t>Acyclic</a:t>
                </a:r>
              </a:p>
              <a:p>
                <a:pPr lvl="3"/>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−1</m:t>
                    </m:r>
                  </m:oMath>
                </a14:m>
                <a:r>
                  <a:rPr lang="en-US" dirty="0"/>
                  <a:t> edges</a:t>
                </a:r>
              </a:p>
              <a:p>
                <a:pPr lvl="1"/>
                <a:r>
                  <a:rPr lang="en-US" dirty="0"/>
                  <a:t>Then we show that it is a minimum spanning tree</a:t>
                </a:r>
              </a:p>
              <a:p>
                <a:pPr lvl="2"/>
                <a:r>
                  <a:rPr lang="en-US" dirty="0"/>
                  <a:t>Show all edges chosen are MST edges</a:t>
                </a:r>
              </a:p>
              <a:p>
                <a:pPr lvl="3"/>
                <a:r>
                  <a:rPr lang="en-US" dirty="0"/>
                  <a:t>Using the “Cut Theorem”</a:t>
                </a:r>
              </a:p>
            </p:txBody>
          </p:sp>
        </mc:Choice>
        <mc:Fallback xmlns="">
          <p:sp>
            <p:nvSpPr>
              <p:cNvPr id="3" name="Content Placeholder 2">
                <a:extLst>
                  <a:ext uri="{FF2B5EF4-FFF2-40B4-BE49-F238E27FC236}">
                    <a16:creationId xmlns:a16="http://schemas.microsoft.com/office/drawing/2014/main" id="{3F1A5609-D041-D5BA-BAE1-FE38219A5DD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51F7D65-9AE5-C107-F31C-BDF7117DB5AF}"/>
                  </a:ext>
                </a:extLst>
              </p14:cNvPr>
              <p14:cNvContentPartPr/>
              <p14:nvPr/>
            </p14:nvContentPartPr>
            <p14:xfrm>
              <a:off x="1607040" y="2645280"/>
              <a:ext cx="6084000" cy="2511000"/>
            </p14:xfrm>
          </p:contentPart>
        </mc:Choice>
        <mc:Fallback>
          <p:pic>
            <p:nvPicPr>
              <p:cNvPr id="4" name="Ink 3">
                <a:extLst>
                  <a:ext uri="{FF2B5EF4-FFF2-40B4-BE49-F238E27FC236}">
                    <a16:creationId xmlns:a16="http://schemas.microsoft.com/office/drawing/2014/main" id="{E51F7D65-9AE5-C107-F31C-BDF7117DB5AF}"/>
                  </a:ext>
                </a:extLst>
              </p:cNvPr>
              <p:cNvPicPr/>
              <p:nvPr/>
            </p:nvPicPr>
            <p:blipFill>
              <a:blip r:embed="rId4"/>
              <a:stretch>
                <a:fillRect/>
              </a:stretch>
            </p:blipFill>
            <p:spPr>
              <a:xfrm>
                <a:off x="1597680" y="2635920"/>
                <a:ext cx="6102720" cy="2529720"/>
              </a:xfrm>
              <a:prstGeom prst="rect">
                <a:avLst/>
              </a:prstGeom>
            </p:spPr>
          </p:pic>
        </mc:Fallback>
      </mc:AlternateContent>
    </p:spTree>
    <p:extLst>
      <p:ext uri="{BB962C8B-B14F-4D97-AF65-F5344CB8AC3E}">
        <p14:creationId xmlns:p14="http://schemas.microsoft.com/office/powerpoint/2010/main" val="581086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p:cNvSpPr/>
          <p:nvPr/>
        </p:nvSpPr>
        <p:spPr>
          <a:xfrm>
            <a:off x="3093493" y="2374710"/>
            <a:ext cx="5813946" cy="1951630"/>
          </a:xfrm>
          <a:custGeom>
            <a:avLst/>
            <a:gdLst>
              <a:gd name="connsiteX0" fmla="*/ 0 w 5813946"/>
              <a:gd name="connsiteY0" fmla="*/ 818866 h 1951630"/>
              <a:gd name="connsiteX1" fmla="*/ 341194 w 5813946"/>
              <a:gd name="connsiteY1" fmla="*/ 1665027 h 1951630"/>
              <a:gd name="connsiteX2" fmla="*/ 4299044 w 5813946"/>
              <a:gd name="connsiteY2" fmla="*/ 1951630 h 1951630"/>
              <a:gd name="connsiteX3" fmla="*/ 5813946 w 5813946"/>
              <a:gd name="connsiteY3" fmla="*/ 1624084 h 1951630"/>
              <a:gd name="connsiteX4" fmla="*/ 4135271 w 5813946"/>
              <a:gd name="connsiteY4" fmla="*/ 232012 h 1951630"/>
              <a:gd name="connsiteX5" fmla="*/ 2961564 w 5813946"/>
              <a:gd name="connsiteY5" fmla="*/ 900753 h 1951630"/>
              <a:gd name="connsiteX6" fmla="*/ 1746913 w 5813946"/>
              <a:gd name="connsiteY6" fmla="*/ 0 h 1951630"/>
              <a:gd name="connsiteX7" fmla="*/ 0 w 5813946"/>
              <a:gd name="connsiteY7" fmla="*/ 818866 h 195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813946" h="1951630">
                <a:moveTo>
                  <a:pt x="0" y="818866"/>
                </a:moveTo>
                <a:lnTo>
                  <a:pt x="341194" y="1665027"/>
                </a:lnTo>
                <a:lnTo>
                  <a:pt x="4299044" y="1951630"/>
                </a:lnTo>
                <a:lnTo>
                  <a:pt x="5813946" y="1624084"/>
                </a:lnTo>
                <a:lnTo>
                  <a:pt x="4135271" y="232012"/>
                </a:lnTo>
                <a:lnTo>
                  <a:pt x="2961564" y="900753"/>
                </a:lnTo>
                <a:lnTo>
                  <a:pt x="1746913" y="0"/>
                </a:lnTo>
                <a:lnTo>
                  <a:pt x="0" y="818866"/>
                </a:lnTo>
                <a:close/>
              </a:path>
            </a:pathLst>
          </a:custGeom>
          <a:solidFill>
            <a:srgbClr val="00B0F0">
              <a:alpha val="2588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Definition: Cut</a:t>
            </a:r>
          </a:p>
        </p:txBody>
      </p:sp>
      <p:sp>
        <p:nvSpPr>
          <p:cNvPr id="4" name="Slide Number Placeholder 3"/>
          <p:cNvSpPr>
            <a:spLocks noGrp="1"/>
          </p:cNvSpPr>
          <p:nvPr>
            <p:ph type="sldNum" sz="quarter" idx="12"/>
          </p:nvPr>
        </p:nvSpPr>
        <p:spPr/>
        <p:txBody>
          <a:bodyPr/>
          <a:lstStyle/>
          <a:p>
            <a:fld id="{86BADE50-950A-4D58-BFB2-FA2C6A8B385D}" type="slidenum">
              <a:rPr lang="en-US" smtClean="0"/>
              <a:t>18</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954107"/>
              </a:xfrm>
              <a:prstGeom prst="rect">
                <a:avLst/>
              </a:prstGeom>
              <a:noFill/>
            </p:spPr>
            <p:txBody>
              <a:bodyPr wrap="square" rtlCol="0">
                <a:spAutoFit/>
              </a:bodyPr>
              <a:lstStyle/>
              <a:p>
                <a:r>
                  <a:rPr lang="en-US" sz="2800" dirty="0"/>
                  <a:t>A Cut of graph </a:t>
                </a:r>
                <a14:m>
                  <m:oMath xmlns:m="http://schemas.openxmlformats.org/officeDocument/2006/math">
                    <m:r>
                      <a:rPr lang="en-US" sz="2800" i="1">
                        <a:latin typeface="Cambria Math"/>
                      </a:rPr>
                      <m:t>𝐺</m:t>
                    </m:r>
                    <m:r>
                      <a:rPr lang="en-US" sz="2800" i="1">
                        <a:latin typeface="Cambria Math"/>
                      </a:rPr>
                      <m:t>=(</m:t>
                    </m:r>
                    <m:r>
                      <a:rPr lang="en-US" sz="2800" i="1">
                        <a:latin typeface="Cambria Math"/>
                      </a:rPr>
                      <m:t>𝑉</m:t>
                    </m:r>
                    <m:r>
                      <a:rPr lang="en-US" sz="2800" i="1">
                        <a:latin typeface="Cambria Math"/>
                      </a:rPr>
                      <m:t>,</m:t>
                    </m:r>
                    <m:r>
                      <a:rPr lang="en-US" sz="2800" i="1">
                        <a:latin typeface="Cambria Math"/>
                      </a:rPr>
                      <m:t>𝐸</m:t>
                    </m:r>
                    <m:r>
                      <a:rPr lang="en-US" sz="2800" i="1">
                        <a:latin typeface="Cambria Math"/>
                      </a:rPr>
                      <m:t>)</m:t>
                    </m:r>
                  </m:oMath>
                </a14:m>
                <a:r>
                  <a:rPr lang="en-US" sz="2800" dirty="0"/>
                  <a:t> is a partition of the nodes into two sets,  </a:t>
                </a:r>
                <a14:m>
                  <m:oMath xmlns:m="http://schemas.openxmlformats.org/officeDocument/2006/math">
                    <m:r>
                      <a:rPr lang="en-US" sz="2800" i="1">
                        <a:solidFill>
                          <a:srgbClr val="0070C0"/>
                        </a:solidFill>
                        <a:latin typeface="Cambria Math"/>
                      </a:rPr>
                      <m:t>𝑆</m:t>
                    </m:r>
                  </m:oMath>
                </a14:m>
                <a:r>
                  <a:rPr lang="en-US" sz="2800" dirty="0">
                    <a:solidFill>
                      <a:srgbClr val="7030A0"/>
                    </a:solidFill>
                  </a:rPr>
                  <a:t> </a:t>
                </a:r>
                <a:r>
                  <a:rPr lang="en-US" sz="2800" dirty="0"/>
                  <a:t>and</a:t>
                </a:r>
                <a:r>
                  <a:rPr lang="en-US" sz="2800" dirty="0">
                    <a:solidFill>
                      <a:srgbClr val="7030A0"/>
                    </a:solidFill>
                  </a:rPr>
                  <a:t> </a:t>
                </a:r>
                <a14:m>
                  <m:oMath xmlns:m="http://schemas.openxmlformats.org/officeDocument/2006/math">
                    <m:r>
                      <a:rPr lang="en-US" sz="2800" i="1">
                        <a:solidFill>
                          <a:srgbClr val="FF33CC"/>
                        </a:solidFill>
                        <a:latin typeface="Cambria Math"/>
                      </a:rPr>
                      <m:t>𝑉</m:t>
                    </m:r>
                    <m:r>
                      <a:rPr lang="en-US" sz="2800" i="1">
                        <a:solidFill>
                          <a:srgbClr val="FF33CC"/>
                        </a:solidFill>
                        <a:latin typeface="Cambria Math"/>
                      </a:rPr>
                      <m:t>−</m:t>
                    </m:r>
                    <m:r>
                      <a:rPr lang="en-US" sz="2800" i="1">
                        <a:solidFill>
                          <a:srgbClr val="FF33CC"/>
                        </a:solidFill>
                        <a:latin typeface="Cambria Math"/>
                      </a:rPr>
                      <m:t>𝑆</m:t>
                    </m:r>
                  </m:oMath>
                </a14:m>
                <a:endParaRPr lang="en-US" sz="2800" dirty="0">
                  <a:solidFill>
                    <a:srgbClr val="7030A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954107"/>
              </a:xfrm>
              <a:prstGeom prst="rect">
                <a:avLst/>
              </a:prstGeom>
              <a:blipFill>
                <a:blip r:embed="rId3"/>
                <a:stretch>
                  <a:fillRect l="-1613" t="-6579" b="-15789"/>
                </a:stretch>
              </a:blipFill>
            </p:spPr>
            <p:txBody>
              <a:bodyPr/>
              <a:lstStyle/>
              <a:p>
                <a:r>
                  <a:rPr lang="en-US">
                    <a:noFill/>
                  </a:rPr>
                  <a:t> </a:t>
                </a:r>
              </a:p>
            </p:txBody>
          </p:sp>
        </mc:Fallback>
      </mc:AlternateContent>
      <p:grpSp>
        <p:nvGrpSpPr>
          <p:cNvPr id="44" name="Group 43"/>
          <p:cNvGrpSpPr/>
          <p:nvPr/>
        </p:nvGrpSpPr>
        <p:grpSpPr>
          <a:xfrm>
            <a:off x="3532127" y="2450286"/>
            <a:ext cx="4600060" cy="2787240"/>
            <a:chOff x="0" y="2862182"/>
            <a:chExt cx="7044346" cy="4268266"/>
          </a:xfrm>
        </p:grpSpPr>
        <p:cxnSp>
          <p:nvCxnSpPr>
            <p:cNvPr id="45" name="Straight Connector 44"/>
            <p:cNvCxnSpPr>
              <a:stCxn id="111" idx="7"/>
              <a:endCxn id="112" idx="2"/>
            </p:cNvCxnSpPr>
            <p:nvPr/>
          </p:nvCxnSpPr>
          <p:spPr>
            <a:xfrm flipV="1">
              <a:off x="438102" y="3276727"/>
              <a:ext cx="1492916" cy="96260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112" idx="6"/>
              <a:endCxn id="115" idx="2"/>
            </p:cNvCxnSpPr>
            <p:nvPr/>
          </p:nvCxnSpPr>
          <p:spPr>
            <a:xfrm>
              <a:off x="2444286" y="3276727"/>
              <a:ext cx="1510213" cy="523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111" idx="4"/>
              <a:endCxn id="113" idx="1"/>
            </p:cNvCxnSpPr>
            <p:nvPr/>
          </p:nvCxnSpPr>
          <p:spPr>
            <a:xfrm>
              <a:off x="256634" y="4677433"/>
              <a:ext cx="857899" cy="1046257"/>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114" idx="3"/>
              <a:endCxn id="113" idx="7"/>
            </p:cNvCxnSpPr>
            <p:nvPr/>
          </p:nvCxnSpPr>
          <p:spPr>
            <a:xfrm flipH="1">
              <a:off x="1477469" y="4930617"/>
              <a:ext cx="1172042" cy="79307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116" idx="2"/>
              <a:endCxn id="113" idx="5"/>
            </p:cNvCxnSpPr>
            <p:nvPr/>
          </p:nvCxnSpPr>
          <p:spPr>
            <a:xfrm flipH="1" flipV="1">
              <a:off x="1477469" y="6086626"/>
              <a:ext cx="1369411" cy="5653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114" idx="5"/>
              <a:endCxn id="116" idx="0"/>
            </p:cNvCxnSpPr>
            <p:nvPr/>
          </p:nvCxnSpPr>
          <p:spPr>
            <a:xfrm>
              <a:off x="3012447" y="4930617"/>
              <a:ext cx="91067" cy="14646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14" idx="7"/>
              <a:endCxn id="115" idx="3"/>
            </p:cNvCxnSpPr>
            <p:nvPr/>
          </p:nvCxnSpPr>
          <p:spPr>
            <a:xfrm flipV="1">
              <a:off x="3012447" y="3510585"/>
              <a:ext cx="1017218" cy="105709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116" idx="6"/>
              <a:endCxn id="117" idx="3"/>
            </p:cNvCxnSpPr>
            <p:nvPr/>
          </p:nvCxnSpPr>
          <p:spPr>
            <a:xfrm flipV="1">
              <a:off x="3360148" y="6576771"/>
              <a:ext cx="1716185" cy="75166"/>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117" idx="1"/>
              <a:endCxn id="115" idx="4"/>
            </p:cNvCxnSpPr>
            <p:nvPr/>
          </p:nvCxnSpPr>
          <p:spPr>
            <a:xfrm flipH="1" flipV="1">
              <a:off x="4211133" y="3585751"/>
              <a:ext cx="865200" cy="2628084"/>
            </a:xfrm>
            <a:prstGeom prst="line">
              <a:avLst/>
            </a:prstGeom>
            <a:ln w="57150">
              <a:solidFill>
                <a:srgbClr val="0099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119" idx="2"/>
              <a:endCxn id="115" idx="5"/>
            </p:cNvCxnSpPr>
            <p:nvPr/>
          </p:nvCxnSpPr>
          <p:spPr>
            <a:xfrm flipH="1" flipV="1">
              <a:off x="4392601" y="3510585"/>
              <a:ext cx="913997" cy="49520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117" idx="0"/>
              <a:endCxn id="119" idx="3"/>
            </p:cNvCxnSpPr>
            <p:nvPr/>
          </p:nvCxnSpPr>
          <p:spPr>
            <a:xfrm flipV="1">
              <a:off x="5257801" y="4187258"/>
              <a:ext cx="123963" cy="195141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a:stCxn id="118" idx="1"/>
              <a:endCxn id="119" idx="5"/>
            </p:cNvCxnSpPr>
            <p:nvPr/>
          </p:nvCxnSpPr>
          <p:spPr>
            <a:xfrm flipH="1" flipV="1">
              <a:off x="5744700" y="4187258"/>
              <a:ext cx="861544" cy="67486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stCxn id="118" idx="3"/>
              <a:endCxn id="117" idx="6"/>
            </p:cNvCxnSpPr>
            <p:nvPr/>
          </p:nvCxnSpPr>
          <p:spPr>
            <a:xfrm flipH="1">
              <a:off x="5514435" y="5225062"/>
              <a:ext cx="1091809" cy="117024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104" name="TextBox 103"/>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p:cNvCxnSpPr>
              <a:stCxn id="112" idx="4"/>
              <a:endCxn id="113" idx="0"/>
            </p:cNvCxnSpPr>
            <p:nvPr/>
          </p:nvCxnSpPr>
          <p:spPr>
            <a:xfrm flipH="1">
              <a:off x="1296001" y="3533361"/>
              <a:ext cx="891651" cy="2115163"/>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p:cNvSpPr/>
            <p:nvPr/>
          </p:nvSpPr>
          <p:spPr>
            <a:xfrm>
              <a:off x="0" y="416416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p:cNvSpPr/>
            <p:nvPr/>
          </p:nvSpPr>
          <p:spPr>
            <a:xfrm>
              <a:off x="1931018" y="3020093"/>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p:cNvSpPr/>
            <p:nvPr/>
          </p:nvSpPr>
          <p:spPr>
            <a:xfrm>
              <a:off x="1039367" y="5648524"/>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p:cNvSpPr/>
            <p:nvPr/>
          </p:nvSpPr>
          <p:spPr>
            <a:xfrm>
              <a:off x="2574345" y="4492515"/>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p:cNvSpPr/>
            <p:nvPr/>
          </p:nvSpPr>
          <p:spPr>
            <a:xfrm>
              <a:off x="3954499" y="307248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p:cNvSpPr/>
            <p:nvPr/>
          </p:nvSpPr>
          <p:spPr>
            <a:xfrm>
              <a:off x="2846880" y="6395303"/>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p:cNvSpPr/>
            <p:nvPr/>
          </p:nvSpPr>
          <p:spPr>
            <a:xfrm>
              <a:off x="5001167" y="6138669"/>
              <a:ext cx="513268" cy="513268"/>
            </a:xfrm>
            <a:prstGeom prst="ellipse">
              <a:avLst/>
            </a:prstGeom>
            <a:solidFill>
              <a:srgbClr val="FFA7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p:cNvSpPr/>
            <p:nvPr/>
          </p:nvSpPr>
          <p:spPr>
            <a:xfrm>
              <a:off x="6531078" y="4786960"/>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p:cNvSpPr/>
            <p:nvPr/>
          </p:nvSpPr>
          <p:spPr>
            <a:xfrm>
              <a:off x="5306598" y="3749156"/>
              <a:ext cx="513268" cy="513268"/>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6" name="Rectangle 5"/>
              <p:cNvSpPr/>
              <p:nvPr/>
            </p:nvSpPr>
            <p:spPr>
              <a:xfrm>
                <a:off x="3005872" y="3657601"/>
                <a:ext cx="42312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70C0"/>
                          </a:solidFill>
                          <a:latin typeface="Cambria Math"/>
                        </a:rPr>
                        <m:t>𝑆</m:t>
                      </m:r>
                    </m:oMath>
                  </m:oMathPara>
                </a14:m>
                <a:endParaRPr lang="en-US" sz="2400" dirty="0"/>
              </a:p>
            </p:txBody>
          </p:sp>
        </mc:Choice>
        <mc:Fallback xmlns="">
          <p:sp>
            <p:nvSpPr>
              <p:cNvPr id="6" name="Rectangle 5"/>
              <p:cNvSpPr>
                <a:spLocks noRot="1" noChangeAspect="1" noMove="1" noResize="1" noEditPoints="1" noAdjustHandles="1" noChangeArrowheads="1" noChangeShapeType="1" noTextEdit="1"/>
              </p:cNvSpPr>
              <p:nvPr/>
            </p:nvSpPr>
            <p:spPr>
              <a:xfrm>
                <a:off x="3005872" y="3657601"/>
                <a:ext cx="423128"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p:cNvSpPr txBox="1"/>
              <p:nvPr/>
            </p:nvSpPr>
            <p:spPr>
              <a:xfrm>
                <a:off x="1219200" y="5244406"/>
                <a:ext cx="4387812" cy="1384995"/>
              </a:xfrm>
              <a:prstGeom prst="rect">
                <a:avLst/>
              </a:prstGeom>
              <a:noFill/>
            </p:spPr>
            <p:txBody>
              <a:bodyPr wrap="square" rtlCol="0">
                <a:spAutoFit/>
              </a:bodyPr>
              <a:lstStyle/>
              <a:p>
                <a:r>
                  <a:rPr lang="en-US" sz="2800" dirty="0"/>
                  <a:t>Edge </a:t>
                </a:r>
                <a14:m>
                  <m:oMath xmlns:m="http://schemas.openxmlformats.org/officeDocument/2006/math">
                    <m:d>
                      <m:dPr>
                        <m:ctrlPr>
                          <a:rPr lang="en-US" sz="2800" i="1" smtClean="0">
                            <a:solidFill>
                              <a:schemeClr val="accent6"/>
                            </a:solidFill>
                            <a:latin typeface="Cambria Math" panose="02040503050406030204" pitchFamily="18" charset="0"/>
                          </a:rPr>
                        </m:ctrlPr>
                      </m:dPr>
                      <m:e>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1</m:t>
                            </m:r>
                          </m:sub>
                        </m:sSub>
                        <m:r>
                          <a:rPr lang="en-US" sz="2800" i="1">
                            <a:solidFill>
                              <a:schemeClr val="accent6"/>
                            </a:solidFill>
                            <a:latin typeface="Cambria Math"/>
                          </a:rPr>
                          <m:t>,</m:t>
                        </m:r>
                        <m:sSub>
                          <m:sSubPr>
                            <m:ctrlPr>
                              <a:rPr lang="en-US" sz="2800" i="1">
                                <a:solidFill>
                                  <a:schemeClr val="accent6"/>
                                </a:solidFill>
                                <a:latin typeface="Cambria Math" panose="02040503050406030204" pitchFamily="18" charset="0"/>
                              </a:rPr>
                            </m:ctrlPr>
                          </m:sSubPr>
                          <m:e>
                            <m:r>
                              <a:rPr lang="en-US" sz="2800" i="1">
                                <a:solidFill>
                                  <a:schemeClr val="accent6"/>
                                </a:solidFill>
                                <a:latin typeface="Cambria Math"/>
                              </a:rPr>
                              <m:t>𝑣</m:t>
                            </m:r>
                          </m:e>
                          <m:sub>
                            <m:r>
                              <a:rPr lang="en-US" sz="2800" i="1">
                                <a:solidFill>
                                  <a:schemeClr val="accent6"/>
                                </a:solidFill>
                                <a:latin typeface="Cambria Math"/>
                              </a:rPr>
                              <m:t>2</m:t>
                            </m:r>
                          </m:sub>
                        </m:sSub>
                      </m:e>
                    </m:d>
                    <m:r>
                      <a:rPr lang="en-US" sz="2800" i="1">
                        <a:solidFill>
                          <a:schemeClr val="accent6"/>
                        </a:solidFill>
                        <a:latin typeface="Cambria Math"/>
                      </a:rPr>
                      <m:t>∈</m:t>
                    </m:r>
                    <m:r>
                      <a:rPr lang="en-US" sz="2800" i="1">
                        <a:solidFill>
                          <a:schemeClr val="accent6"/>
                        </a:solidFill>
                        <a:latin typeface="Cambria Math"/>
                      </a:rPr>
                      <m:t>𝐸</m:t>
                    </m:r>
                  </m:oMath>
                </a14:m>
                <a:r>
                  <a:rPr lang="en-US" sz="2800" dirty="0">
                    <a:solidFill>
                      <a:schemeClr val="accent6"/>
                    </a:solidFill>
                  </a:rPr>
                  <a:t> crosses </a:t>
                </a:r>
                <a:r>
                  <a:rPr lang="en-US" sz="2800" dirty="0"/>
                  <a:t>a cut if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1</m:t>
                        </m:r>
                      </m:sub>
                    </m:sSub>
                    <m:r>
                      <a:rPr lang="en-US" sz="2800" i="1">
                        <a:latin typeface="Cambria Math"/>
                      </a:rPr>
                      <m:t>∈</m:t>
                    </m:r>
                    <m:r>
                      <a:rPr lang="en-US" sz="2800" i="1">
                        <a:latin typeface="Cambria Math"/>
                      </a:rPr>
                      <m:t>𝑆</m:t>
                    </m:r>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𝑣</m:t>
                        </m:r>
                      </m:e>
                      <m:sub>
                        <m:r>
                          <a:rPr lang="en-US" sz="2800" i="1">
                            <a:latin typeface="Cambria Math"/>
                          </a:rPr>
                          <m:t>2</m:t>
                        </m:r>
                      </m:sub>
                    </m:sSub>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oMath>
                </a14:m>
                <a:r>
                  <a:rPr lang="en-US" sz="2800" dirty="0"/>
                  <a:t> (or opposite), e.g. </a:t>
                </a:r>
                <a14:m>
                  <m:oMath xmlns:m="http://schemas.openxmlformats.org/officeDocument/2006/math">
                    <m:r>
                      <a:rPr lang="en-US" sz="2800" i="1">
                        <a:latin typeface="Cambria Math"/>
                      </a:rPr>
                      <m:t>(</m:t>
                    </m:r>
                    <m:r>
                      <a:rPr lang="en-US" sz="2800" i="1">
                        <a:latin typeface="Cambria Math"/>
                      </a:rPr>
                      <m:t>𝐴</m:t>
                    </m:r>
                    <m:r>
                      <a:rPr lang="en-US" sz="2800" i="1">
                        <a:latin typeface="Cambria Math"/>
                      </a:rPr>
                      <m:t>,</m:t>
                    </m:r>
                    <m:r>
                      <a:rPr lang="en-US" sz="2800" i="1">
                        <a:latin typeface="Cambria Math"/>
                      </a:rPr>
                      <m:t>𝐶</m:t>
                    </m:r>
                    <m:r>
                      <a:rPr lang="en-US" sz="2800" i="1">
                        <a:latin typeface="Cambria Math"/>
                      </a:rPr>
                      <m:t>)</m:t>
                    </m:r>
                  </m:oMath>
                </a14:m>
                <a:r>
                  <a:rPr lang="en-US" sz="2800" dirty="0"/>
                  <a:t> </a:t>
                </a:r>
              </a:p>
            </p:txBody>
          </p:sp>
        </mc:Choice>
        <mc:Fallback xmlns="">
          <p:sp>
            <p:nvSpPr>
              <p:cNvPr id="120" name="TextBox 119"/>
              <p:cNvSpPr txBox="1">
                <a:spLocks noRot="1" noChangeAspect="1" noMove="1" noResize="1" noEditPoints="1" noAdjustHandles="1" noChangeArrowheads="1" noChangeShapeType="1" noTextEdit="1"/>
              </p:cNvSpPr>
              <p:nvPr/>
            </p:nvSpPr>
            <p:spPr>
              <a:xfrm>
                <a:off x="1219200" y="5244406"/>
                <a:ext cx="4387812" cy="1384995"/>
              </a:xfrm>
              <a:prstGeom prst="rect">
                <a:avLst/>
              </a:prstGeom>
              <a:blipFill>
                <a:blip r:embed="rId5"/>
                <a:stretch>
                  <a:fillRect l="-3188" t="-3636"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p:cNvSpPr txBox="1"/>
              <p:nvPr/>
            </p:nvSpPr>
            <p:spPr>
              <a:xfrm>
                <a:off x="6229065" y="5257800"/>
                <a:ext cx="4819935" cy="1384995"/>
              </a:xfrm>
              <a:prstGeom prst="rect">
                <a:avLst/>
              </a:prstGeom>
              <a:noFill/>
            </p:spPr>
            <p:txBody>
              <a:bodyPr wrap="square" rtlCol="0">
                <a:spAutoFit/>
              </a:bodyPr>
              <a:lstStyle/>
              <a:p>
                <a:r>
                  <a:rPr lang="en-US" sz="2800" dirty="0"/>
                  <a:t>A set of edges </a:t>
                </a:r>
                <a14:m>
                  <m:oMath xmlns:m="http://schemas.openxmlformats.org/officeDocument/2006/math">
                    <m:r>
                      <a:rPr lang="en-US" sz="2800" i="1">
                        <a:solidFill>
                          <a:srgbClr val="009900"/>
                        </a:solidFill>
                        <a:latin typeface="Cambria Math"/>
                      </a:rPr>
                      <m:t>𝑅</m:t>
                    </m:r>
                  </m:oMath>
                </a14:m>
                <a:r>
                  <a:rPr lang="en-US" sz="2800" dirty="0">
                    <a:solidFill>
                      <a:srgbClr val="009900"/>
                    </a:solidFill>
                  </a:rPr>
                  <a:t> Respects a cut</a:t>
                </a:r>
                <a:r>
                  <a:rPr lang="en-US" sz="2800" dirty="0"/>
                  <a:t> if no edges cross the cut</a:t>
                </a:r>
              </a:p>
              <a:p>
                <a:r>
                  <a:rPr lang="en-US" sz="2800" dirty="0"/>
                  <a:t>e.g. </a:t>
                </a:r>
                <a14:m>
                  <m:oMath xmlns:m="http://schemas.openxmlformats.org/officeDocument/2006/math">
                    <m:r>
                      <a:rPr lang="en-US" sz="2800" i="1">
                        <a:latin typeface="Cambria Math"/>
                      </a:rPr>
                      <m:t>𝑅</m:t>
                    </m:r>
                    <m:r>
                      <a:rPr lang="en-US" sz="2800" i="1">
                        <a:latin typeface="Cambria Math"/>
                      </a:rPr>
                      <m:t>={</m:t>
                    </m:r>
                    <m:d>
                      <m:dPr>
                        <m:ctrlPr>
                          <a:rPr lang="en-US" sz="2800" i="1">
                            <a:latin typeface="Cambria Math" panose="02040503050406030204" pitchFamily="18" charset="0"/>
                          </a:rPr>
                        </m:ctrlPr>
                      </m:dPr>
                      <m:e>
                        <m:r>
                          <a:rPr lang="en-US" sz="2800" i="1">
                            <a:latin typeface="Cambria Math"/>
                          </a:rPr>
                          <m:t>𝐴</m:t>
                        </m:r>
                        <m:r>
                          <a:rPr lang="en-US" sz="2800" i="1">
                            <a:latin typeface="Cambria Math"/>
                          </a:rPr>
                          <m:t>,</m:t>
                        </m:r>
                        <m:r>
                          <a:rPr lang="en-US" sz="2800" i="1">
                            <a:latin typeface="Cambria Math"/>
                          </a:rPr>
                          <m:t>𝐵</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𝐸</m:t>
                        </m:r>
                        <m:r>
                          <a:rPr lang="en-US" sz="2800" i="1">
                            <a:latin typeface="Cambria Math"/>
                          </a:rPr>
                          <m:t>,</m:t>
                        </m:r>
                        <m:r>
                          <a:rPr lang="en-US" sz="2800" i="1">
                            <a:latin typeface="Cambria Math"/>
                          </a:rPr>
                          <m:t>𝐺</m:t>
                        </m:r>
                      </m:e>
                    </m:d>
                    <m:r>
                      <a:rPr lang="en-US" sz="2800" i="1">
                        <a:latin typeface="Cambria Math"/>
                      </a:rPr>
                      <m:t>,</m:t>
                    </m:r>
                    <m:d>
                      <m:dPr>
                        <m:ctrlPr>
                          <a:rPr lang="en-US" sz="2800" i="1">
                            <a:latin typeface="Cambria Math" panose="02040503050406030204" pitchFamily="18" charset="0"/>
                          </a:rPr>
                        </m:ctrlPr>
                      </m:dPr>
                      <m:e>
                        <m:r>
                          <a:rPr lang="en-US" sz="2800" i="1">
                            <a:latin typeface="Cambria Math"/>
                          </a:rPr>
                          <m:t>𝐹</m:t>
                        </m:r>
                        <m:r>
                          <a:rPr lang="en-US" sz="2800" i="1">
                            <a:latin typeface="Cambria Math"/>
                          </a:rPr>
                          <m:t>,</m:t>
                        </m:r>
                        <m:r>
                          <a:rPr lang="en-US" sz="2800" i="1">
                            <a:latin typeface="Cambria Math"/>
                          </a:rPr>
                          <m:t>𝐺</m:t>
                        </m:r>
                      </m:e>
                    </m:d>
                    <m:r>
                      <a:rPr lang="en-US" sz="2800" i="1">
                        <a:latin typeface="Cambria Math"/>
                      </a:rPr>
                      <m:t>}</m:t>
                    </m:r>
                  </m:oMath>
                </a14:m>
                <a:endParaRPr lang="en-US" sz="2800" dirty="0"/>
              </a:p>
            </p:txBody>
          </p:sp>
        </mc:Choice>
        <mc:Fallback xmlns="">
          <p:sp>
            <p:nvSpPr>
              <p:cNvPr id="121" name="TextBox 120"/>
              <p:cNvSpPr txBox="1">
                <a:spLocks noRot="1" noChangeAspect="1" noMove="1" noResize="1" noEditPoints="1" noAdjustHandles="1" noChangeArrowheads="1" noChangeShapeType="1" noTextEdit="1"/>
              </p:cNvSpPr>
              <p:nvPr/>
            </p:nvSpPr>
            <p:spPr>
              <a:xfrm>
                <a:off x="6229065" y="5257800"/>
                <a:ext cx="4819935" cy="1384995"/>
              </a:xfrm>
              <a:prstGeom prst="rect">
                <a:avLst/>
              </a:prstGeom>
              <a:blipFill>
                <a:blip r:embed="rId6"/>
                <a:stretch>
                  <a:fillRect l="-2362" t="-4545" b="-100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EBEA7654-43EE-C068-5510-060087B335DC}"/>
                  </a:ext>
                </a:extLst>
              </p14:cNvPr>
              <p14:cNvContentPartPr/>
              <p14:nvPr/>
            </p14:nvContentPartPr>
            <p14:xfrm>
              <a:off x="3392280" y="2470680"/>
              <a:ext cx="3917880" cy="2786400"/>
            </p14:xfrm>
          </p:contentPart>
        </mc:Choice>
        <mc:Fallback>
          <p:pic>
            <p:nvPicPr>
              <p:cNvPr id="3" name="Ink 2">
                <a:extLst>
                  <a:ext uri="{FF2B5EF4-FFF2-40B4-BE49-F238E27FC236}">
                    <a16:creationId xmlns:a16="http://schemas.microsoft.com/office/drawing/2014/main" id="{EBEA7654-43EE-C068-5510-060087B335DC}"/>
                  </a:ext>
                </a:extLst>
              </p:cNvPr>
              <p:cNvPicPr/>
              <p:nvPr/>
            </p:nvPicPr>
            <p:blipFill>
              <a:blip r:embed="rId8"/>
              <a:stretch>
                <a:fillRect/>
              </a:stretch>
            </p:blipFill>
            <p:spPr>
              <a:xfrm>
                <a:off x="3382920" y="2461320"/>
                <a:ext cx="3936600" cy="2805120"/>
              </a:xfrm>
              <a:prstGeom prst="rect">
                <a:avLst/>
              </a:prstGeom>
            </p:spPr>
          </p:pic>
        </mc:Fallback>
      </mc:AlternateContent>
    </p:spTree>
    <p:extLst>
      <p:ext uri="{BB962C8B-B14F-4D97-AF65-F5344CB8AC3E}">
        <p14:creationId xmlns:p14="http://schemas.microsoft.com/office/powerpoint/2010/main" val="355962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animEffect transition="in" filter="fade">
                                      <p:cBhvr>
                                        <p:cTn id="7" dur="500"/>
                                        <p:tgtEl>
                                          <p:spTgt spid="1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1"/>
                                        </p:tgtEl>
                                        <p:attrNameLst>
                                          <p:attrName>style.visibility</p:attrName>
                                        </p:attrNameLst>
                                      </p:cBhvr>
                                      <p:to>
                                        <p:strVal val="visible"/>
                                      </p:to>
                                    </p:set>
                                    <p:animEffect transition="in" filter="fade">
                                      <p:cBhvr>
                                        <p:cTn id="12" dur="500"/>
                                        <p:tgtEl>
                                          <p:spTgt spid="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19</a:t>
            </a:fld>
            <a:endParaRPr lang="en-US"/>
          </a:p>
        </p:txBody>
      </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F25C7CBB-7F0B-7580-3AFE-C47970633094}"/>
                  </a:ext>
                </a:extLst>
              </p14:cNvPr>
              <p14:cNvContentPartPr/>
              <p14:nvPr/>
            </p14:nvContentPartPr>
            <p14:xfrm>
              <a:off x="1020240" y="1784880"/>
              <a:ext cx="10348560" cy="912600"/>
            </p14:xfrm>
          </p:contentPart>
        </mc:Choice>
        <mc:Fallback>
          <p:pic>
            <p:nvPicPr>
              <p:cNvPr id="5" name="Ink 4">
                <a:extLst>
                  <a:ext uri="{FF2B5EF4-FFF2-40B4-BE49-F238E27FC236}">
                    <a16:creationId xmlns:a16="http://schemas.microsoft.com/office/drawing/2014/main" id="{F25C7CBB-7F0B-7580-3AFE-C47970633094}"/>
                  </a:ext>
                </a:extLst>
              </p:cNvPr>
              <p:cNvPicPr/>
              <p:nvPr/>
            </p:nvPicPr>
            <p:blipFill>
              <a:blip r:embed="rId5"/>
              <a:stretch>
                <a:fillRect/>
              </a:stretch>
            </p:blipFill>
            <p:spPr>
              <a:xfrm>
                <a:off x="1010880" y="1775520"/>
                <a:ext cx="10367280" cy="931320"/>
              </a:xfrm>
              <a:prstGeom prst="rect">
                <a:avLst/>
              </a:prstGeom>
            </p:spPr>
          </p:pic>
        </mc:Fallback>
      </mc:AlternateContent>
    </p:spTree>
    <p:extLst>
      <p:ext uri="{BB962C8B-B14F-4D97-AF65-F5344CB8AC3E}">
        <p14:creationId xmlns:p14="http://schemas.microsoft.com/office/powerpoint/2010/main" val="2545427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highlight>
                      <a:srgbClr val="FFFF00"/>
                    </a:highlight>
                  </a:rPr>
                  <a:t>If a set of edges </a:t>
                </a:r>
                <a14:m>
                  <m:oMath xmlns:m="http://schemas.openxmlformats.org/officeDocument/2006/math">
                    <m:r>
                      <a:rPr lang="en-US" b="0" i="1" smtClean="0">
                        <a:solidFill>
                          <a:schemeClr val="accent2">
                            <a:lumMod val="75000"/>
                          </a:schemeClr>
                        </a:solidFill>
                        <a:highlight>
                          <a:srgbClr val="FFFF00"/>
                        </a:highlight>
                        <a:latin typeface="Cambria Math"/>
                      </a:rPr>
                      <m:t>𝐴</m:t>
                    </m:r>
                  </m:oMath>
                </a14:m>
                <a:r>
                  <a:rPr lang="en-US" dirty="0">
                    <a:highlight>
                      <a:srgbClr val="FFFF00"/>
                    </a:highlight>
                  </a:rPr>
                  <a:t> is a subset of a minimum spanning tree </a:t>
                </a:r>
                <a14:m>
                  <m:oMath xmlns:m="http://schemas.openxmlformats.org/officeDocument/2006/math">
                    <m:r>
                      <a:rPr lang="en-US" b="0" i="1" smtClean="0">
                        <a:solidFill>
                          <a:srgbClr val="7030A0"/>
                        </a:solidFill>
                        <a:highlight>
                          <a:srgbClr val="FFFF00"/>
                        </a:highlight>
                        <a:latin typeface="Cambria Math"/>
                      </a:rPr>
                      <m:t>𝑇</m:t>
                    </m:r>
                  </m:oMath>
                </a14:m>
                <a:r>
                  <a:rPr lang="en-US" dirty="0">
                    <a:highlight>
                      <a:srgbClr val="FFFF00"/>
                    </a:highlight>
                  </a:rPr>
                  <a:t>, </a:t>
                </a:r>
                <a:r>
                  <a:rPr lang="en-US" dirty="0"/>
                  <a:t>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chemeClr val="accent2">
                            <a:lumMod val="75000"/>
                          </a:schemeClr>
                        </a:solidFill>
                        <a:latin typeface="Cambria Math"/>
                      </a:rPr>
                      <m:t>𝐴</m:t>
                    </m:r>
                  </m:oMath>
                </a14:m>
                <a:r>
                  <a:rPr lang="en-US" dirty="0"/>
                  <a:t> respects. Let </a:t>
                </a:r>
                <a14:m>
                  <m:oMath xmlns:m="http://schemas.openxmlformats.org/officeDocument/2006/math">
                    <m:r>
                      <a:rPr lang="en-US" b="0" i="1" smtClean="0">
                        <a:solidFill>
                          <a:srgbClr val="FF00FF"/>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chemeClr val="accent2">
                            <a:lumMod val="75000"/>
                          </a:schemeClr>
                        </a:solidFill>
                        <a:latin typeface="Cambria Math"/>
                      </a:rPr>
                      <m:t>𝐴</m:t>
                    </m:r>
                    <m:r>
                      <a:rPr lang="en-US" b="0" i="1" dirty="0" smtClean="0">
                        <a:latin typeface="Cambria Math"/>
                      </a:rPr>
                      <m:t>∪</m:t>
                    </m:r>
                    <m:r>
                      <a:rPr lang="en-US" b="0" i="1" dirty="0" smtClean="0">
                        <a:solidFill>
                          <a:srgbClr val="FF00FF"/>
                        </a:solidFill>
                        <a:latin typeface="Cambria Math"/>
                      </a:rPr>
                      <m:t>{</m:t>
                    </m:r>
                    <m:r>
                      <a:rPr lang="en-US" b="0" i="1" dirty="0" smtClean="0">
                        <a:solidFill>
                          <a:srgbClr val="FF00FF"/>
                        </a:solidFill>
                        <a:latin typeface="Cambria Math"/>
                      </a:rPr>
                      <m:t>𝑒</m:t>
                    </m:r>
                    <m:r>
                      <a:rPr lang="en-US" b="0" i="1" dirty="0" smtClean="0">
                        <a:solidFill>
                          <a:srgbClr val="FF00FF"/>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217"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20</a:t>
            </a:fld>
            <a:endParaRPr lang="en-US"/>
          </a:p>
        </p:txBody>
      </p:sp>
      <p:grpSp>
        <p:nvGrpSpPr>
          <p:cNvPr id="5" name="Group 4"/>
          <p:cNvGrpSpPr/>
          <p:nvPr/>
        </p:nvGrpSpPr>
        <p:grpSpPr>
          <a:xfrm>
            <a:off x="3811391" y="3810000"/>
            <a:ext cx="4600060" cy="2787240"/>
            <a:chOff x="0" y="2862182"/>
            <a:chExt cx="7044346" cy="4268266"/>
          </a:xfrm>
        </p:grpSpPr>
        <p:cxnSp>
          <p:nvCxnSpPr>
            <p:cNvPr id="6" name="Straight Connector 5"/>
            <p:cNvCxnSpPr>
              <a:stCxn id="34" idx="7"/>
              <a:endCxn id="35"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5" idx="6"/>
              <a:endCxn id="38"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37" idx="7"/>
              <a:endCxn id="38"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27" name="TextBox 26"/>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p:cNvCxnSpPr>
              <a:stCxn id="35" idx="4"/>
              <a:endCxn id="36"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074757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a:t>
                </a:r>
                <a:r>
                  <a:rPr lang="en-US" dirty="0">
                    <a:highlight>
                      <a:srgbClr val="FFFF00"/>
                    </a:highlight>
                  </a:rPr>
                  <a:t>let </a:t>
                </a:r>
                <a14:m>
                  <m:oMath xmlns:m="http://schemas.openxmlformats.org/officeDocument/2006/math">
                    <m:r>
                      <a:rPr lang="en-US" b="0" i="0"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 </m:t>
                    </m:r>
                    <m:r>
                      <a:rPr lang="en-US" b="0" i="1" smtClean="0">
                        <a:solidFill>
                          <a:srgbClr val="0070C0"/>
                        </a:solidFill>
                        <a:highlight>
                          <a:srgbClr val="FFFF00"/>
                        </a:highlight>
                        <a:latin typeface="Cambria Math"/>
                      </a:rPr>
                      <m:t>𝑉</m:t>
                    </m:r>
                    <m:r>
                      <a:rPr lang="en-US" b="0" i="1" smtClean="0">
                        <a:solidFill>
                          <a:srgbClr val="0070C0"/>
                        </a:solidFill>
                        <a:highlight>
                          <a:srgbClr val="FFFF00"/>
                        </a:highlight>
                        <a:latin typeface="Cambria Math"/>
                      </a:rPr>
                      <m:t>−</m:t>
                    </m:r>
                    <m:r>
                      <a:rPr lang="en-US" b="0" i="1" smtClean="0">
                        <a:solidFill>
                          <a:srgbClr val="0070C0"/>
                        </a:solidFill>
                        <a:highlight>
                          <a:srgbClr val="FFFF00"/>
                        </a:highlight>
                        <a:latin typeface="Cambria Math"/>
                      </a:rPr>
                      <m:t>𝑆</m:t>
                    </m:r>
                    <m:r>
                      <a:rPr lang="en-US" b="0" i="1" smtClean="0">
                        <a:solidFill>
                          <a:srgbClr val="0070C0"/>
                        </a:solidFill>
                        <a:highlight>
                          <a:srgbClr val="FFFF00"/>
                        </a:highlight>
                        <a:latin typeface="Cambria Math"/>
                      </a:rPr>
                      <m:t>)</m:t>
                    </m:r>
                  </m:oMath>
                </a14:m>
                <a:r>
                  <a:rPr lang="en-US" dirty="0">
                    <a:highlight>
                      <a:srgbClr val="FFFF00"/>
                    </a:highlight>
                  </a:rPr>
                  <a:t> be any cut which </a:t>
                </a:r>
                <a14:m>
                  <m:oMath xmlns:m="http://schemas.openxmlformats.org/officeDocument/2006/math">
                    <m:r>
                      <a:rPr lang="en-US" b="0" i="1" smtClean="0">
                        <a:solidFill>
                          <a:srgbClr val="009900"/>
                        </a:solidFill>
                        <a:highlight>
                          <a:srgbClr val="FFFF00"/>
                        </a:highlight>
                        <a:latin typeface="Cambria Math"/>
                      </a:rPr>
                      <m:t>𝐴</m:t>
                    </m:r>
                  </m:oMath>
                </a14:m>
                <a:r>
                  <a:rPr lang="en-US" dirty="0">
                    <a:highlight>
                      <a:srgbClr val="FFFF00"/>
                    </a:highlight>
                  </a:rPr>
                  <a:t> respects. </a:t>
                </a:r>
                <a:r>
                  <a:rPr lang="en-US" dirty="0"/>
                  <a:t>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21</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 name="Group 81">
            <a:extLst>
              <a:ext uri="{FF2B5EF4-FFF2-40B4-BE49-F238E27FC236}">
                <a16:creationId xmlns:a16="http://schemas.microsoft.com/office/drawing/2014/main" id="{08A5621E-F231-62DA-B139-EC78FD1DB0BF}"/>
              </a:ext>
            </a:extLst>
          </p:cNvPr>
          <p:cNvGrpSpPr/>
          <p:nvPr/>
        </p:nvGrpSpPr>
        <p:grpSpPr>
          <a:xfrm>
            <a:off x="3811391" y="3810000"/>
            <a:ext cx="4600060" cy="2787240"/>
            <a:chOff x="0" y="2862182"/>
            <a:chExt cx="7044346" cy="4268266"/>
          </a:xfrm>
        </p:grpSpPr>
        <p:cxnSp>
          <p:nvCxnSpPr>
            <p:cNvPr id="83" name="Straight Connector 82">
              <a:extLst>
                <a:ext uri="{FF2B5EF4-FFF2-40B4-BE49-F238E27FC236}">
                  <a16:creationId xmlns:a16="http://schemas.microsoft.com/office/drawing/2014/main" id="{E25D65D0-971A-40A7-75C7-3EE1CA5E06E3}"/>
                </a:ext>
              </a:extLst>
            </p:cNvPr>
            <p:cNvCxnSpPr>
              <a:stCxn id="111" idx="7"/>
              <a:endCxn id="112"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63D5CD1-3CCD-70A3-89F5-78F4DC5F2C6C}"/>
                </a:ext>
              </a:extLst>
            </p:cNvPr>
            <p:cNvCxnSpPr>
              <a:stCxn id="112" idx="6"/>
              <a:endCxn id="115"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01096541-4BA0-D83C-2B6E-38E0DE7554A6}"/>
                </a:ext>
              </a:extLst>
            </p:cNvPr>
            <p:cNvCxnSpPr>
              <a:stCxn id="111" idx="4"/>
              <a:endCxn id="113"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58CA366-7BD0-EF40-699B-9042551BAC1D}"/>
                </a:ext>
              </a:extLst>
            </p:cNvPr>
            <p:cNvCxnSpPr>
              <a:stCxn id="114" idx="3"/>
              <a:endCxn id="113"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7E25253-987B-C90F-8D48-7C36AC0D5105}"/>
                </a:ext>
              </a:extLst>
            </p:cNvPr>
            <p:cNvCxnSpPr>
              <a:stCxn id="116" idx="2"/>
              <a:endCxn id="113"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0B9773E-8571-7D16-817B-37E7251E04CD}"/>
                </a:ext>
              </a:extLst>
            </p:cNvPr>
            <p:cNvCxnSpPr>
              <a:stCxn id="114" idx="5"/>
              <a:endCxn id="116"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A8FE1AAA-1DD5-FACA-1E64-5BF37B3DCAE0}"/>
                </a:ext>
              </a:extLst>
            </p:cNvPr>
            <p:cNvCxnSpPr>
              <a:stCxn id="114" idx="7"/>
              <a:endCxn id="115"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D0CAE26-84AB-A25E-4FB0-8CAD565F1442}"/>
                </a:ext>
              </a:extLst>
            </p:cNvPr>
            <p:cNvCxnSpPr>
              <a:stCxn id="116" idx="6"/>
              <a:endCxn id="117"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445D3D9B-082A-6F24-BDFC-74EC8D9A5704}"/>
                </a:ext>
              </a:extLst>
            </p:cNvPr>
            <p:cNvCxnSpPr>
              <a:stCxn id="117" idx="1"/>
              <a:endCxn id="115"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9D02D20A-BFF4-54DD-0C40-F50D4C625411}"/>
                </a:ext>
              </a:extLst>
            </p:cNvPr>
            <p:cNvCxnSpPr>
              <a:stCxn id="119" idx="2"/>
              <a:endCxn id="115"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8F96E25-979F-D846-F35E-7EBB22116E6E}"/>
                </a:ext>
              </a:extLst>
            </p:cNvPr>
            <p:cNvCxnSpPr>
              <a:stCxn id="117" idx="0"/>
              <a:endCxn id="119"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3E162F88-188E-8B07-DBA1-0CB8EEBCBD86}"/>
                </a:ext>
              </a:extLst>
            </p:cNvPr>
            <p:cNvCxnSpPr>
              <a:stCxn id="118" idx="1"/>
              <a:endCxn id="119"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2787CE5-4F68-9932-72EC-3B58249B5443}"/>
                </a:ext>
              </a:extLst>
            </p:cNvPr>
            <p:cNvCxnSpPr>
              <a:stCxn id="118" idx="3"/>
              <a:endCxn id="117"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6" name="TextBox 95">
              <a:extLst>
                <a:ext uri="{FF2B5EF4-FFF2-40B4-BE49-F238E27FC236}">
                  <a16:creationId xmlns:a16="http://schemas.microsoft.com/office/drawing/2014/main" id="{43795D95-2EC9-715E-D54A-0618E96E30A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7" name="TextBox 96">
              <a:extLst>
                <a:ext uri="{FF2B5EF4-FFF2-40B4-BE49-F238E27FC236}">
                  <a16:creationId xmlns:a16="http://schemas.microsoft.com/office/drawing/2014/main" id="{05B5B168-41BE-33D7-5038-774443CA983F}"/>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8" name="TextBox 97">
              <a:extLst>
                <a:ext uri="{FF2B5EF4-FFF2-40B4-BE49-F238E27FC236}">
                  <a16:creationId xmlns:a16="http://schemas.microsoft.com/office/drawing/2014/main" id="{C0B69B4A-AE37-07F6-D734-5800B662224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99" name="TextBox 98">
              <a:extLst>
                <a:ext uri="{FF2B5EF4-FFF2-40B4-BE49-F238E27FC236}">
                  <a16:creationId xmlns:a16="http://schemas.microsoft.com/office/drawing/2014/main" id="{9A4EC48A-61D0-7138-1059-A0125D9470E1}"/>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0" name="TextBox 99">
              <a:extLst>
                <a:ext uri="{FF2B5EF4-FFF2-40B4-BE49-F238E27FC236}">
                  <a16:creationId xmlns:a16="http://schemas.microsoft.com/office/drawing/2014/main" id="{353E763E-2FF0-4120-3B24-288D092524F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1" name="TextBox 100">
              <a:extLst>
                <a:ext uri="{FF2B5EF4-FFF2-40B4-BE49-F238E27FC236}">
                  <a16:creationId xmlns:a16="http://schemas.microsoft.com/office/drawing/2014/main" id="{02B8DBF4-4163-38A4-8CE3-FCDD6BA7265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2" name="TextBox 101">
              <a:extLst>
                <a:ext uri="{FF2B5EF4-FFF2-40B4-BE49-F238E27FC236}">
                  <a16:creationId xmlns:a16="http://schemas.microsoft.com/office/drawing/2014/main" id="{B658C8E2-E23F-DE21-AC69-10AB76E467A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3" name="TextBox 102">
              <a:extLst>
                <a:ext uri="{FF2B5EF4-FFF2-40B4-BE49-F238E27FC236}">
                  <a16:creationId xmlns:a16="http://schemas.microsoft.com/office/drawing/2014/main" id="{E7BCC272-212A-86CF-9D17-455658D49D78}"/>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4" name="TextBox 103">
              <a:extLst>
                <a:ext uri="{FF2B5EF4-FFF2-40B4-BE49-F238E27FC236}">
                  <a16:creationId xmlns:a16="http://schemas.microsoft.com/office/drawing/2014/main" id="{32169CA7-F9E5-33B9-A7DD-B2CD3343962D}"/>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5" name="TextBox 104">
              <a:extLst>
                <a:ext uri="{FF2B5EF4-FFF2-40B4-BE49-F238E27FC236}">
                  <a16:creationId xmlns:a16="http://schemas.microsoft.com/office/drawing/2014/main" id="{A042E8CC-DEF3-3AE5-987A-17198333FDA0}"/>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6" name="TextBox 105">
              <a:extLst>
                <a:ext uri="{FF2B5EF4-FFF2-40B4-BE49-F238E27FC236}">
                  <a16:creationId xmlns:a16="http://schemas.microsoft.com/office/drawing/2014/main" id="{A3A08EAD-22B8-70CB-28A2-4B4E36C470F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7" name="TextBox 106">
              <a:extLst>
                <a:ext uri="{FF2B5EF4-FFF2-40B4-BE49-F238E27FC236}">
                  <a16:creationId xmlns:a16="http://schemas.microsoft.com/office/drawing/2014/main" id="{C0CA4916-9195-C899-D2E1-63326529C91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8" name="TextBox 107">
              <a:extLst>
                <a:ext uri="{FF2B5EF4-FFF2-40B4-BE49-F238E27FC236}">
                  <a16:creationId xmlns:a16="http://schemas.microsoft.com/office/drawing/2014/main" id="{2195A8E5-2B33-9235-CA35-F7C57CD9112A}"/>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09" name="Straight Connector 108">
              <a:extLst>
                <a:ext uri="{FF2B5EF4-FFF2-40B4-BE49-F238E27FC236}">
                  <a16:creationId xmlns:a16="http://schemas.microsoft.com/office/drawing/2014/main" id="{D5C59C26-C777-04DF-74BA-29958701CBD7}"/>
                </a:ext>
              </a:extLst>
            </p:cNvPr>
            <p:cNvCxnSpPr>
              <a:stCxn id="112" idx="4"/>
              <a:endCxn id="113"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2CB29B37-C5C6-9F7B-D8C7-88D66C91C4F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1" name="Oval 110">
              <a:extLst>
                <a:ext uri="{FF2B5EF4-FFF2-40B4-BE49-F238E27FC236}">
                  <a16:creationId xmlns:a16="http://schemas.microsoft.com/office/drawing/2014/main" id="{3B5220F6-1BCD-7FBA-56B6-8CC0AC74727C}"/>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2" name="Oval 111">
              <a:extLst>
                <a:ext uri="{FF2B5EF4-FFF2-40B4-BE49-F238E27FC236}">
                  <a16:creationId xmlns:a16="http://schemas.microsoft.com/office/drawing/2014/main" id="{8DF66582-3FCB-9731-D241-97919889C32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3" name="Oval 112">
              <a:extLst>
                <a:ext uri="{FF2B5EF4-FFF2-40B4-BE49-F238E27FC236}">
                  <a16:creationId xmlns:a16="http://schemas.microsoft.com/office/drawing/2014/main" id="{90343102-510A-CA9D-2125-ECA6C8A69BD8}"/>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4" name="Oval 113">
              <a:extLst>
                <a:ext uri="{FF2B5EF4-FFF2-40B4-BE49-F238E27FC236}">
                  <a16:creationId xmlns:a16="http://schemas.microsoft.com/office/drawing/2014/main" id="{1FA7461C-A2FB-6F8D-B6A9-8825A969092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5" name="Oval 114">
              <a:extLst>
                <a:ext uri="{FF2B5EF4-FFF2-40B4-BE49-F238E27FC236}">
                  <a16:creationId xmlns:a16="http://schemas.microsoft.com/office/drawing/2014/main" id="{5DA39FAC-5A88-A220-9769-2A45AB1BF4D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6" name="Oval 115">
              <a:extLst>
                <a:ext uri="{FF2B5EF4-FFF2-40B4-BE49-F238E27FC236}">
                  <a16:creationId xmlns:a16="http://schemas.microsoft.com/office/drawing/2014/main" id="{231FF2A7-3A6E-A08A-79BD-AC89821E07A0}"/>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7" name="Oval 116">
              <a:extLst>
                <a:ext uri="{FF2B5EF4-FFF2-40B4-BE49-F238E27FC236}">
                  <a16:creationId xmlns:a16="http://schemas.microsoft.com/office/drawing/2014/main" id="{DA1F752D-3789-58C2-1B45-DF3F5F1A94A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8" name="Oval 117">
              <a:extLst>
                <a:ext uri="{FF2B5EF4-FFF2-40B4-BE49-F238E27FC236}">
                  <a16:creationId xmlns:a16="http://schemas.microsoft.com/office/drawing/2014/main" id="{E5CA036B-1AC6-A846-4F20-A549339FB358}"/>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19" name="Oval 118">
              <a:extLst>
                <a:ext uri="{FF2B5EF4-FFF2-40B4-BE49-F238E27FC236}">
                  <a16:creationId xmlns:a16="http://schemas.microsoft.com/office/drawing/2014/main" id="{3013F3A0-5AFD-ACAC-E994-E2E040F25000}"/>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26916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a:t>
                </a:r>
                <a:r>
                  <a:rPr lang="en-US" dirty="0">
                    <a:highlight>
                      <a:srgbClr val="FFFF00"/>
                    </a:highlight>
                  </a:rPr>
                  <a:t>Let </a:t>
                </a:r>
                <a14:m>
                  <m:oMath xmlns:m="http://schemas.openxmlformats.org/officeDocument/2006/math">
                    <m:r>
                      <a:rPr lang="en-US" b="0" i="1" smtClean="0">
                        <a:solidFill>
                          <a:schemeClr val="accent6"/>
                        </a:solidFill>
                        <a:highlight>
                          <a:srgbClr val="FFFF00"/>
                        </a:highlight>
                        <a:latin typeface="Cambria Math"/>
                      </a:rPr>
                      <m:t>𝑒</m:t>
                    </m:r>
                  </m:oMath>
                </a14:m>
                <a:r>
                  <a:rPr lang="en-US" dirty="0">
                    <a:highlight>
                      <a:srgbClr val="FFFF00"/>
                    </a:highlight>
                  </a:rPr>
                  <a:t> be the least-weight edge which crosses </a:t>
                </a:r>
                <a14:m>
                  <m:oMath xmlns:m="http://schemas.openxmlformats.org/officeDocument/2006/math">
                    <m:r>
                      <a:rPr lang="en-US" smtClean="0">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 </m:t>
                    </m:r>
                    <m:r>
                      <a:rPr lang="en-US" i="1">
                        <a:solidFill>
                          <a:srgbClr val="0070C0"/>
                        </a:solidFill>
                        <a:highlight>
                          <a:srgbClr val="FFFF00"/>
                        </a:highlight>
                        <a:latin typeface="Cambria Math"/>
                      </a:rPr>
                      <m:t>𝑉</m:t>
                    </m:r>
                    <m:r>
                      <a:rPr lang="en-US" i="1">
                        <a:solidFill>
                          <a:srgbClr val="0070C0"/>
                        </a:solidFill>
                        <a:highlight>
                          <a:srgbClr val="FFFF00"/>
                        </a:highlight>
                        <a:latin typeface="Cambria Math"/>
                      </a:rPr>
                      <m:t>−</m:t>
                    </m:r>
                    <m:r>
                      <a:rPr lang="en-US" i="1">
                        <a:solidFill>
                          <a:srgbClr val="0070C0"/>
                        </a:solidFill>
                        <a:highlight>
                          <a:srgbClr val="FFFF00"/>
                        </a:highlight>
                        <a:latin typeface="Cambria Math"/>
                      </a:rPr>
                      <m:t>𝑆</m:t>
                    </m:r>
                    <m:r>
                      <a:rPr lang="en-US" i="1">
                        <a:solidFill>
                          <a:srgbClr val="0070C0"/>
                        </a:solidFill>
                        <a:highlight>
                          <a:srgbClr val="FFFF00"/>
                        </a:highlight>
                        <a:latin typeface="Cambria Math"/>
                      </a:rPr>
                      <m:t>)</m:t>
                    </m:r>
                  </m:oMath>
                </a14:m>
                <a:r>
                  <a:rPr lang="en-US" dirty="0">
                    <a:highlight>
                      <a:srgbClr val="FFFF00"/>
                    </a:highlight>
                  </a:rPr>
                  <a:t>.</a:t>
                </a:r>
                <a:r>
                  <a:rPr lang="en-US" dirty="0"/>
                  <a:t> </a:t>
                </a:r>
                <a14:m>
                  <m:oMath xmlns:m="http://schemas.openxmlformats.org/officeDocument/2006/math">
                    <m:r>
                      <a:rPr lang="en-US" b="0" i="1" dirty="0" smtClean="0">
                        <a:solidFill>
                          <a:srgbClr val="009900"/>
                        </a:solidFill>
                        <a:latin typeface="Cambria Math"/>
                      </a:rPr>
                      <m:t>𝐴</m:t>
                    </m:r>
                    <m:r>
                      <a:rPr lang="en-US" b="0" i="1" dirty="0" smtClean="0">
                        <a:latin typeface="Cambria Math"/>
                      </a:rPr>
                      <m:t>∪</m:t>
                    </m:r>
                    <m:r>
                      <a:rPr lang="en-US" b="0" i="1" dirty="0" smtClean="0">
                        <a:solidFill>
                          <a:schemeClr val="accent6"/>
                        </a:solidFill>
                        <a:latin typeface="Cambria Math"/>
                      </a:rPr>
                      <m:t>{</m:t>
                    </m:r>
                    <m:r>
                      <a:rPr lang="en-US" b="0" i="1" dirty="0" smtClean="0">
                        <a:solidFill>
                          <a:schemeClr val="accent6"/>
                        </a:solidFill>
                        <a:latin typeface="Cambria Math"/>
                      </a:rPr>
                      <m:t>𝑒</m:t>
                    </m:r>
                    <m:r>
                      <a:rPr lang="en-US" b="0" i="1" dirty="0" smtClean="0">
                        <a:solidFill>
                          <a:schemeClr val="accent6"/>
                        </a:solidFill>
                        <a:latin typeface="Cambria Math"/>
                      </a:rPr>
                      <m:t>}</m:t>
                    </m:r>
                  </m:oMath>
                </a14:m>
                <a:r>
                  <a:rPr lang="en-US" dirty="0">
                    <a:solidFill>
                      <a:schemeClr val="accent6"/>
                    </a:solidFill>
                  </a:rPr>
                  <a:t> </a:t>
                </a:r>
                <a:r>
                  <a:rPr lang="en-US" dirty="0"/>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22</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29198E55-6F42-0FA1-AB6D-7F901B1B1E3D}"/>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BB0E06C9-37D5-43C2-D10D-EA2243A63806}"/>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8110772-2492-C02B-4310-5D9CC40C034C}"/>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AA26F86-1E80-4433-A93E-500D91786BC1}"/>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0F5829-36E1-93B9-1023-B4CE872F5040}"/>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F27E0130-1049-692C-97B0-39F9B2A67C97}"/>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E100C636-6300-261A-D3C1-5BA4508FFAAE}"/>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909C0422-82ED-C933-B089-587208D05813}"/>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5CA4EAA3-EE9B-5FAC-1175-E1FD6BAF4D14}"/>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B5E5BA0C-9E52-4E96-1B91-A5880AFAC78D}"/>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8DE9CC3-339A-8383-B3F4-EC0DBB282861}"/>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472BB70-F9A1-0994-9ADA-AD09EAD5F674}"/>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19F04EFA-F215-1E7A-9941-38A40A8CDEEE}"/>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7326BD7-941A-5B6A-7211-F9DC6B744DA4}"/>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CBD08D3-AF52-7042-E74E-01EF32B14B97}"/>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8C049DBC-3422-0A37-CB72-099103AA9DB6}"/>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D165F027-E404-46B2-D0EA-93D0CCA22479}"/>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3FBBE0D5-C0B1-D739-11E2-1644D84D214B}"/>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A007F4A6-3D60-0077-57F1-D653AB713408}"/>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E8D41F80-DAD5-43C5-02E9-69AD937BF456}"/>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96641B5-9E3B-E579-54DF-FCA2645F4A2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3E477480-EDEF-8037-83F3-A74EB25A498C}"/>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C49DC063-9A25-1942-E7E6-E4732AD74DF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B4B6B344-6A56-12D2-BF05-9B8F10E0C3D2}"/>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B221352B-3758-359E-0CB1-88051947193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D18E2766-6CC3-F313-E9EF-E0FE786BA5EC}"/>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0D2942C2-419B-F804-3AC0-3DF4ADA03A16}"/>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26CBC85E-0A14-5BFD-014A-B37F8F352453}"/>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3C2CECED-E758-56DB-7EAE-66D116E12F1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641085D1-E5B4-63EF-7A5E-B016CFF7C6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EE2E7BF6-A814-794C-3064-3BB36174D2BD}"/>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F8CFDD61-B27F-57E5-F7EC-EB92985B857A}"/>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AD2D2FE8-F573-148E-F38E-42134A01010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631AA3F4-2138-4ABF-8843-F7444A48838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704C0BD1-DE02-FA8A-1D35-832C1B9943E5}"/>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118CD315-BF24-B776-1334-9FC783FEDF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96E0FEB5-1D3D-831B-2050-6C401C0E749C}"/>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62FC4322-2D35-65AB-D3FA-8132A5094D3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015451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Cut Theorem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chor="t"/>
              <a:lstStyle/>
              <a:p>
                <a:pPr marL="0" indent="0">
                  <a:buNone/>
                </a:pPr>
                <a:r>
                  <a:rPr lang="en-US" dirty="0"/>
                  <a:t>If a set of edges </a:t>
                </a:r>
                <a14:m>
                  <m:oMath xmlns:m="http://schemas.openxmlformats.org/officeDocument/2006/math">
                    <m:r>
                      <a:rPr lang="en-US" b="0" i="1" smtClean="0">
                        <a:solidFill>
                          <a:srgbClr val="009900"/>
                        </a:solidFill>
                        <a:latin typeface="Cambria Math"/>
                      </a:rPr>
                      <m:t>𝐴</m:t>
                    </m:r>
                  </m:oMath>
                </a14:m>
                <a:r>
                  <a:rPr lang="en-US" dirty="0"/>
                  <a:t> is a subset of a minimum spanning tree </a:t>
                </a:r>
                <a14:m>
                  <m:oMath xmlns:m="http://schemas.openxmlformats.org/officeDocument/2006/math">
                    <m:r>
                      <a:rPr lang="en-US" b="0" i="1" smtClean="0">
                        <a:solidFill>
                          <a:srgbClr val="7030A0"/>
                        </a:solidFill>
                        <a:latin typeface="Cambria Math"/>
                      </a:rPr>
                      <m:t>𝑇</m:t>
                    </m:r>
                  </m:oMath>
                </a14:m>
                <a:r>
                  <a:rPr lang="en-US" dirty="0"/>
                  <a:t>, let </a:t>
                </a:r>
                <a14:m>
                  <m:oMath xmlns:m="http://schemas.openxmlformats.org/officeDocument/2006/math">
                    <m:r>
                      <a:rPr lang="en-US" b="0" i="0"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 </m:t>
                    </m:r>
                    <m:r>
                      <a:rPr lang="en-US" b="0" i="1" smtClean="0">
                        <a:solidFill>
                          <a:srgbClr val="0070C0"/>
                        </a:solidFill>
                        <a:latin typeface="Cambria Math"/>
                      </a:rPr>
                      <m:t>𝑉</m:t>
                    </m:r>
                    <m:r>
                      <a:rPr lang="en-US" b="0" i="1" smtClean="0">
                        <a:solidFill>
                          <a:srgbClr val="0070C0"/>
                        </a:solidFill>
                        <a:latin typeface="Cambria Math"/>
                      </a:rPr>
                      <m:t>−</m:t>
                    </m:r>
                    <m:r>
                      <a:rPr lang="en-US" b="0" i="1" smtClean="0">
                        <a:solidFill>
                          <a:srgbClr val="0070C0"/>
                        </a:solidFill>
                        <a:latin typeface="Cambria Math"/>
                      </a:rPr>
                      <m:t>𝑆</m:t>
                    </m:r>
                    <m:r>
                      <a:rPr lang="en-US" b="0" i="1" smtClean="0">
                        <a:solidFill>
                          <a:srgbClr val="0070C0"/>
                        </a:solidFill>
                        <a:latin typeface="Cambria Math"/>
                      </a:rPr>
                      <m:t>)</m:t>
                    </m:r>
                  </m:oMath>
                </a14:m>
                <a:r>
                  <a:rPr lang="en-US" dirty="0"/>
                  <a:t> be any cut which </a:t>
                </a:r>
                <a14:m>
                  <m:oMath xmlns:m="http://schemas.openxmlformats.org/officeDocument/2006/math">
                    <m:r>
                      <a:rPr lang="en-US" b="0" i="1" smtClean="0">
                        <a:solidFill>
                          <a:srgbClr val="009900"/>
                        </a:solidFill>
                        <a:latin typeface="Cambria Math"/>
                      </a:rPr>
                      <m:t>𝐴</m:t>
                    </m:r>
                  </m:oMath>
                </a14:m>
                <a:r>
                  <a:rPr lang="en-US" dirty="0"/>
                  <a:t> respects. Let </a:t>
                </a:r>
                <a14:m>
                  <m:oMath xmlns:m="http://schemas.openxmlformats.org/officeDocument/2006/math">
                    <m:r>
                      <a:rPr lang="en-US" b="0" i="1" smtClean="0">
                        <a:solidFill>
                          <a:schemeClr val="accent6"/>
                        </a:solidFill>
                        <a:latin typeface="Cambria Math"/>
                      </a:rPr>
                      <m:t>𝑒</m:t>
                    </m:r>
                  </m:oMath>
                </a14:m>
                <a:r>
                  <a:rPr lang="en-US" dirty="0"/>
                  <a:t> be the least-weight edge which crosses </a:t>
                </a:r>
                <a14:m>
                  <m:oMath xmlns:m="http://schemas.openxmlformats.org/officeDocument/2006/math">
                    <m:r>
                      <a:rPr lang="en-US" smtClean="0">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 </m:t>
                    </m:r>
                    <m:r>
                      <a:rPr lang="en-US" i="1">
                        <a:solidFill>
                          <a:srgbClr val="0070C0"/>
                        </a:solidFill>
                        <a:latin typeface="Cambria Math"/>
                      </a:rPr>
                      <m:t>𝑉</m:t>
                    </m:r>
                    <m:r>
                      <a:rPr lang="en-US" i="1">
                        <a:solidFill>
                          <a:srgbClr val="0070C0"/>
                        </a:solidFill>
                        <a:latin typeface="Cambria Math"/>
                      </a:rPr>
                      <m:t>−</m:t>
                    </m:r>
                    <m:r>
                      <a:rPr lang="en-US" i="1">
                        <a:solidFill>
                          <a:srgbClr val="0070C0"/>
                        </a:solidFill>
                        <a:latin typeface="Cambria Math"/>
                      </a:rPr>
                      <m:t>𝑆</m:t>
                    </m:r>
                    <m:r>
                      <a:rPr lang="en-US" i="1">
                        <a:solidFill>
                          <a:srgbClr val="0070C0"/>
                        </a:solidFill>
                        <a:latin typeface="Cambria Math"/>
                      </a:rPr>
                      <m:t>)</m:t>
                    </m:r>
                  </m:oMath>
                </a14:m>
                <a:r>
                  <a:rPr lang="en-US" dirty="0"/>
                  <a:t>. </a:t>
                </a:r>
                <a14:m>
                  <m:oMath xmlns:m="http://schemas.openxmlformats.org/officeDocument/2006/math">
                    <m:r>
                      <a:rPr lang="en-US" b="0" i="1" dirty="0" smtClean="0">
                        <a:solidFill>
                          <a:srgbClr val="009900"/>
                        </a:solidFill>
                        <a:highlight>
                          <a:srgbClr val="FFFF00"/>
                        </a:highlight>
                        <a:latin typeface="Cambria Math"/>
                      </a:rPr>
                      <m:t>𝐴</m:t>
                    </m:r>
                    <m:r>
                      <a:rPr lang="en-US" b="0" i="1" dirty="0" smtClean="0">
                        <a:highlight>
                          <a:srgbClr val="FFFF00"/>
                        </a:highlight>
                        <a:latin typeface="Cambria Math"/>
                      </a:rPr>
                      <m:t>∪</m:t>
                    </m:r>
                    <m:r>
                      <a:rPr lang="en-US" b="0" i="1" dirty="0" smtClean="0">
                        <a:solidFill>
                          <a:schemeClr val="accent6"/>
                        </a:solidFill>
                        <a:highlight>
                          <a:srgbClr val="FFFF00"/>
                        </a:highlight>
                        <a:latin typeface="Cambria Math"/>
                      </a:rPr>
                      <m:t>{</m:t>
                    </m:r>
                    <m:r>
                      <a:rPr lang="en-US" b="0" i="1" dirty="0" smtClean="0">
                        <a:solidFill>
                          <a:schemeClr val="accent6"/>
                        </a:solidFill>
                        <a:highlight>
                          <a:srgbClr val="FFFF00"/>
                        </a:highlight>
                        <a:latin typeface="Cambria Math"/>
                      </a:rPr>
                      <m:t>𝑒</m:t>
                    </m:r>
                    <m:r>
                      <a:rPr lang="en-US" b="0" i="1" dirty="0" smtClean="0">
                        <a:solidFill>
                          <a:schemeClr val="accent6"/>
                        </a:solidFill>
                        <a:highlight>
                          <a:srgbClr val="FFFF00"/>
                        </a:highlight>
                        <a:latin typeface="Cambria Math"/>
                      </a:rPr>
                      <m:t>}</m:t>
                    </m:r>
                  </m:oMath>
                </a14:m>
                <a:r>
                  <a:rPr lang="en-US" dirty="0">
                    <a:solidFill>
                      <a:schemeClr val="accent6"/>
                    </a:solidFill>
                    <a:highlight>
                      <a:srgbClr val="FFFF00"/>
                    </a:highlight>
                  </a:rPr>
                  <a:t> </a:t>
                </a:r>
                <a:r>
                  <a:rPr lang="en-US" dirty="0">
                    <a:highlight>
                      <a:srgbClr val="FFFF00"/>
                    </a:highlight>
                  </a:rPr>
                  <a:t>is also a subset of a minimum spanning tree.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389" t="-1617" r="-111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23</a:t>
            </a:fld>
            <a:endParaRPr lang="en-US"/>
          </a:p>
        </p:txBody>
      </p:sp>
      <p:sp>
        <p:nvSpPr>
          <p:cNvPr id="44" name="Freeform 43"/>
          <p:cNvSpPr/>
          <p:nvPr/>
        </p:nvSpPr>
        <p:spPr>
          <a:xfrm>
            <a:off x="3604146" y="3811960"/>
            <a:ext cx="5158854" cy="2593075"/>
          </a:xfrm>
          <a:custGeom>
            <a:avLst/>
            <a:gdLst>
              <a:gd name="connsiteX0" fmla="*/ 245660 w 5158854"/>
              <a:gd name="connsiteY0" fmla="*/ 1924335 h 2593075"/>
              <a:gd name="connsiteX1" fmla="*/ 2019869 w 5158854"/>
              <a:gd name="connsiteY1" fmla="*/ 750627 h 2593075"/>
              <a:gd name="connsiteX2" fmla="*/ 2961564 w 5158854"/>
              <a:gd name="connsiteY2" fmla="*/ 1869744 h 2593075"/>
              <a:gd name="connsiteX3" fmla="*/ 3548418 w 5158854"/>
              <a:gd name="connsiteY3" fmla="*/ 2593075 h 2593075"/>
              <a:gd name="connsiteX4" fmla="*/ 4872251 w 5158854"/>
              <a:gd name="connsiteY4" fmla="*/ 2511188 h 2593075"/>
              <a:gd name="connsiteX5" fmla="*/ 5158854 w 5158854"/>
              <a:gd name="connsiteY5" fmla="*/ 1351129 h 2593075"/>
              <a:gd name="connsiteX6" fmla="*/ 3603009 w 5158854"/>
              <a:gd name="connsiteY6" fmla="*/ 54591 h 2593075"/>
              <a:gd name="connsiteX7" fmla="*/ 1583140 w 5158854"/>
              <a:gd name="connsiteY7" fmla="*/ 0 h 2593075"/>
              <a:gd name="connsiteX8" fmla="*/ 0 w 5158854"/>
              <a:gd name="connsiteY8" fmla="*/ 491320 h 2593075"/>
              <a:gd name="connsiteX9" fmla="*/ 245660 w 5158854"/>
              <a:gd name="connsiteY9" fmla="*/ 1924335 h 2593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58854" h="2593075">
                <a:moveTo>
                  <a:pt x="245660" y="1924335"/>
                </a:moveTo>
                <a:lnTo>
                  <a:pt x="2019869" y="750627"/>
                </a:lnTo>
                <a:lnTo>
                  <a:pt x="2961564" y="1869744"/>
                </a:lnTo>
                <a:lnTo>
                  <a:pt x="3548418" y="2593075"/>
                </a:lnTo>
                <a:lnTo>
                  <a:pt x="4872251" y="2511188"/>
                </a:lnTo>
                <a:lnTo>
                  <a:pt x="5158854" y="1351129"/>
                </a:lnTo>
                <a:lnTo>
                  <a:pt x="3603009" y="54591"/>
                </a:lnTo>
                <a:lnTo>
                  <a:pt x="1583140" y="0"/>
                </a:lnTo>
                <a:lnTo>
                  <a:pt x="0" y="491320"/>
                </a:lnTo>
                <a:lnTo>
                  <a:pt x="245660" y="1924335"/>
                </a:lnTo>
                <a:close/>
              </a:path>
            </a:pathLst>
          </a:custGeom>
          <a:solidFill>
            <a:srgbClr val="00B0F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0F2EAC53-DFD4-4BBA-7531-4962D42D278A}"/>
              </a:ext>
            </a:extLst>
          </p:cNvPr>
          <p:cNvGrpSpPr/>
          <p:nvPr/>
        </p:nvGrpSpPr>
        <p:grpSpPr>
          <a:xfrm>
            <a:off x="3811391" y="3810000"/>
            <a:ext cx="4600060" cy="2787240"/>
            <a:chOff x="0" y="2862182"/>
            <a:chExt cx="7044346" cy="4268266"/>
          </a:xfrm>
        </p:grpSpPr>
        <p:cxnSp>
          <p:nvCxnSpPr>
            <p:cNvPr id="84" name="Straight Connector 83">
              <a:extLst>
                <a:ext uri="{FF2B5EF4-FFF2-40B4-BE49-F238E27FC236}">
                  <a16:creationId xmlns:a16="http://schemas.microsoft.com/office/drawing/2014/main" id="{8CEFCCDE-9FE4-B0D1-0ED3-F6C1100A0DDC}"/>
                </a:ext>
              </a:extLst>
            </p:cNvPr>
            <p:cNvCxnSpPr>
              <a:stCxn id="112" idx="7"/>
              <a:endCxn id="113"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816800-6FCD-690D-386F-E28B411A6BF5}"/>
                </a:ext>
              </a:extLst>
            </p:cNvPr>
            <p:cNvCxnSpPr>
              <a:stCxn id="113" idx="6"/>
              <a:endCxn id="116"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A1E34618-651A-3C4F-B1D9-A465341271CB}"/>
                </a:ext>
              </a:extLst>
            </p:cNvPr>
            <p:cNvCxnSpPr>
              <a:stCxn id="112" idx="4"/>
              <a:endCxn id="114"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405D5F1-2AA6-A603-FFDD-16E3CE8A497A}"/>
                </a:ext>
              </a:extLst>
            </p:cNvPr>
            <p:cNvCxnSpPr>
              <a:stCxn id="115" idx="3"/>
              <a:endCxn id="114"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BB87ACB-01DD-7ED4-CE7F-15DC9F4CB24C}"/>
                </a:ext>
              </a:extLst>
            </p:cNvPr>
            <p:cNvCxnSpPr>
              <a:stCxn id="117" idx="2"/>
              <a:endCxn id="114"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6F429E40-AFB3-D3AF-839C-2F0FDDCA8E6C}"/>
                </a:ext>
              </a:extLst>
            </p:cNvPr>
            <p:cNvCxnSpPr>
              <a:stCxn id="115" idx="5"/>
              <a:endCxn id="117"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89382E72-A6AC-43B7-9E54-D488F2BFF039}"/>
                </a:ext>
              </a:extLst>
            </p:cNvPr>
            <p:cNvCxnSpPr>
              <a:stCxn id="115" idx="7"/>
              <a:endCxn id="116"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E8F0648-DB17-6A41-B62A-DC6B2FF9940D}"/>
                </a:ext>
              </a:extLst>
            </p:cNvPr>
            <p:cNvCxnSpPr>
              <a:stCxn id="117" idx="6"/>
              <a:endCxn id="118"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AEC97B9-7C46-AC16-4FF8-46969C130079}"/>
                </a:ext>
              </a:extLst>
            </p:cNvPr>
            <p:cNvCxnSpPr>
              <a:stCxn id="118" idx="1"/>
              <a:endCxn id="116"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2878952-73B0-2A6B-43DB-1C9CF18AB60E}"/>
                </a:ext>
              </a:extLst>
            </p:cNvPr>
            <p:cNvCxnSpPr>
              <a:stCxn id="120" idx="2"/>
              <a:endCxn id="116"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B681C72-F0F5-8A24-3031-423A36170E63}"/>
                </a:ext>
              </a:extLst>
            </p:cNvPr>
            <p:cNvCxnSpPr>
              <a:stCxn id="118" idx="0"/>
              <a:endCxn id="120"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3966A-1EAB-43CD-F4D9-C868A3149ED6}"/>
                </a:ext>
              </a:extLst>
            </p:cNvPr>
            <p:cNvCxnSpPr>
              <a:stCxn id="119" idx="1"/>
              <a:endCxn id="120"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7A0620FA-1A20-DE0E-A00C-3AF50F6EC5C7}"/>
                </a:ext>
              </a:extLst>
            </p:cNvPr>
            <p:cNvCxnSpPr>
              <a:stCxn id="119" idx="3"/>
              <a:endCxn id="118"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CACEF1C3-41F0-5961-C143-6DDC14FDB26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98" name="TextBox 97">
              <a:extLst>
                <a:ext uri="{FF2B5EF4-FFF2-40B4-BE49-F238E27FC236}">
                  <a16:creationId xmlns:a16="http://schemas.microsoft.com/office/drawing/2014/main" id="{C90C5354-7797-C3E5-BEBF-441D2DC9FD9A}"/>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99" name="TextBox 98">
              <a:extLst>
                <a:ext uri="{FF2B5EF4-FFF2-40B4-BE49-F238E27FC236}">
                  <a16:creationId xmlns:a16="http://schemas.microsoft.com/office/drawing/2014/main" id="{F7596B4F-095D-69F7-D81E-CF8AF2236773}"/>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100" name="TextBox 99">
              <a:extLst>
                <a:ext uri="{FF2B5EF4-FFF2-40B4-BE49-F238E27FC236}">
                  <a16:creationId xmlns:a16="http://schemas.microsoft.com/office/drawing/2014/main" id="{C7EC9331-CFE5-92EB-1BBC-FF644D01D124}"/>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101" name="TextBox 100">
              <a:extLst>
                <a:ext uri="{FF2B5EF4-FFF2-40B4-BE49-F238E27FC236}">
                  <a16:creationId xmlns:a16="http://schemas.microsoft.com/office/drawing/2014/main" id="{592181C7-1341-324B-86FD-2D115D2E9BA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102" name="TextBox 101">
              <a:extLst>
                <a:ext uri="{FF2B5EF4-FFF2-40B4-BE49-F238E27FC236}">
                  <a16:creationId xmlns:a16="http://schemas.microsoft.com/office/drawing/2014/main" id="{A7A6B5CA-9A3D-5337-C343-69E050D43F19}"/>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103" name="TextBox 102">
              <a:extLst>
                <a:ext uri="{FF2B5EF4-FFF2-40B4-BE49-F238E27FC236}">
                  <a16:creationId xmlns:a16="http://schemas.microsoft.com/office/drawing/2014/main" id="{7335B4AB-D2F6-C4D6-5992-A396C467F509}"/>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104" name="TextBox 103">
              <a:extLst>
                <a:ext uri="{FF2B5EF4-FFF2-40B4-BE49-F238E27FC236}">
                  <a16:creationId xmlns:a16="http://schemas.microsoft.com/office/drawing/2014/main" id="{16C41094-C55E-A301-C3C5-67806E8A7530}"/>
                </a:ext>
              </a:extLst>
            </p:cNvPr>
            <p:cNvSpPr txBox="1"/>
            <p:nvPr/>
          </p:nvSpPr>
          <p:spPr>
            <a:xfrm>
              <a:off x="3058462" y="5546336"/>
              <a:ext cx="461990" cy="565580"/>
            </a:xfrm>
            <a:prstGeom prst="rect">
              <a:avLst/>
            </a:prstGeom>
            <a:noFill/>
            <a:ln>
              <a:noFill/>
            </a:ln>
          </p:spPr>
          <p:txBody>
            <a:bodyPr wrap="none" rtlCol="0">
              <a:spAutoFit/>
            </a:bodyPr>
            <a:lstStyle/>
            <a:p>
              <a:r>
                <a:rPr lang="en-US" dirty="0">
                  <a:solidFill>
                    <a:srgbClr val="00B050"/>
                  </a:solidFill>
                </a:rPr>
                <a:t>3</a:t>
              </a:r>
            </a:p>
          </p:txBody>
        </p:sp>
        <p:sp>
          <p:nvSpPr>
            <p:cNvPr id="105" name="TextBox 104">
              <a:extLst>
                <a:ext uri="{FF2B5EF4-FFF2-40B4-BE49-F238E27FC236}">
                  <a16:creationId xmlns:a16="http://schemas.microsoft.com/office/drawing/2014/main" id="{748B98D0-7EE0-E22B-3BCC-C681BD2ADB6B}"/>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106" name="TextBox 105">
              <a:extLst>
                <a:ext uri="{FF2B5EF4-FFF2-40B4-BE49-F238E27FC236}">
                  <a16:creationId xmlns:a16="http://schemas.microsoft.com/office/drawing/2014/main" id="{55AD4CD2-DC16-8D2B-C62E-5D290E91BFA8}"/>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107" name="TextBox 106">
              <a:extLst>
                <a:ext uri="{FF2B5EF4-FFF2-40B4-BE49-F238E27FC236}">
                  <a16:creationId xmlns:a16="http://schemas.microsoft.com/office/drawing/2014/main" id="{5BC656BE-F3E8-E01E-54E2-7845CF31B12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108" name="TextBox 107">
              <a:extLst>
                <a:ext uri="{FF2B5EF4-FFF2-40B4-BE49-F238E27FC236}">
                  <a16:creationId xmlns:a16="http://schemas.microsoft.com/office/drawing/2014/main" id="{21173EF3-27BE-8319-3634-8114232E57A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109" name="TextBox 108">
              <a:extLst>
                <a:ext uri="{FF2B5EF4-FFF2-40B4-BE49-F238E27FC236}">
                  <a16:creationId xmlns:a16="http://schemas.microsoft.com/office/drawing/2014/main" id="{EEAE141E-A769-70F2-63BC-DD88A6E462D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110" name="Straight Connector 109">
              <a:extLst>
                <a:ext uri="{FF2B5EF4-FFF2-40B4-BE49-F238E27FC236}">
                  <a16:creationId xmlns:a16="http://schemas.microsoft.com/office/drawing/2014/main" id="{C28835EF-632B-B851-85EF-848F07992844}"/>
                </a:ext>
              </a:extLst>
            </p:cNvPr>
            <p:cNvCxnSpPr>
              <a:stCxn id="113" idx="4"/>
              <a:endCxn id="114"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479D6BEB-1FFE-1A94-9736-41AEC7F00F34}"/>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112" name="Oval 111">
              <a:extLst>
                <a:ext uri="{FF2B5EF4-FFF2-40B4-BE49-F238E27FC236}">
                  <a16:creationId xmlns:a16="http://schemas.microsoft.com/office/drawing/2014/main" id="{44C8A243-AA44-1AD4-8D08-E9956D2C9239}"/>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13" name="Oval 112">
              <a:extLst>
                <a:ext uri="{FF2B5EF4-FFF2-40B4-BE49-F238E27FC236}">
                  <a16:creationId xmlns:a16="http://schemas.microsoft.com/office/drawing/2014/main" id="{2E7C3A5F-D718-7DF2-5D18-A9739746DF8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14" name="Oval 113">
              <a:extLst>
                <a:ext uri="{FF2B5EF4-FFF2-40B4-BE49-F238E27FC236}">
                  <a16:creationId xmlns:a16="http://schemas.microsoft.com/office/drawing/2014/main" id="{92353ED4-E128-966C-E9D4-AA776F8251B1}"/>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15" name="Oval 114">
              <a:extLst>
                <a:ext uri="{FF2B5EF4-FFF2-40B4-BE49-F238E27FC236}">
                  <a16:creationId xmlns:a16="http://schemas.microsoft.com/office/drawing/2014/main" id="{52FD719E-55D4-7229-981A-EAC67C63C0F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116" name="Oval 115">
              <a:extLst>
                <a:ext uri="{FF2B5EF4-FFF2-40B4-BE49-F238E27FC236}">
                  <a16:creationId xmlns:a16="http://schemas.microsoft.com/office/drawing/2014/main" id="{FCAE1762-1309-E4A2-FB17-9558DD9E7079}"/>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17" name="Oval 116">
              <a:extLst>
                <a:ext uri="{FF2B5EF4-FFF2-40B4-BE49-F238E27FC236}">
                  <a16:creationId xmlns:a16="http://schemas.microsoft.com/office/drawing/2014/main" id="{927001B2-E5FD-DC3C-2202-B3220AD842F6}"/>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118" name="Oval 117">
              <a:extLst>
                <a:ext uri="{FF2B5EF4-FFF2-40B4-BE49-F238E27FC236}">
                  <a16:creationId xmlns:a16="http://schemas.microsoft.com/office/drawing/2014/main" id="{9B513570-17A7-75FF-733F-67C7D330AC4E}"/>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9" name="Oval 118">
              <a:extLst>
                <a:ext uri="{FF2B5EF4-FFF2-40B4-BE49-F238E27FC236}">
                  <a16:creationId xmlns:a16="http://schemas.microsoft.com/office/drawing/2014/main" id="{0EB1A036-17B1-2249-347A-AB91BC9EAA2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120" name="Oval 119">
              <a:extLst>
                <a:ext uri="{FF2B5EF4-FFF2-40B4-BE49-F238E27FC236}">
                  <a16:creationId xmlns:a16="http://schemas.microsoft.com/office/drawing/2014/main" id="{325B238E-106C-ADF4-E86A-730D74A8510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C53DB47A-0EAD-0576-19A6-6C2F2F1E9B3E}"/>
                  </a:ext>
                </a:extLst>
              </p14:cNvPr>
              <p14:cNvContentPartPr/>
              <p14:nvPr/>
            </p14:nvContentPartPr>
            <p14:xfrm>
              <a:off x="5506200" y="5936400"/>
              <a:ext cx="2178720" cy="618840"/>
            </p14:xfrm>
          </p:contentPart>
        </mc:Choice>
        <mc:Fallback>
          <p:pic>
            <p:nvPicPr>
              <p:cNvPr id="5" name="Ink 4">
                <a:extLst>
                  <a:ext uri="{FF2B5EF4-FFF2-40B4-BE49-F238E27FC236}">
                    <a16:creationId xmlns:a16="http://schemas.microsoft.com/office/drawing/2014/main" id="{C53DB47A-0EAD-0576-19A6-6C2F2F1E9B3E}"/>
                  </a:ext>
                </a:extLst>
              </p:cNvPr>
              <p:cNvPicPr/>
              <p:nvPr/>
            </p:nvPicPr>
            <p:blipFill>
              <a:blip r:embed="rId5"/>
              <a:stretch>
                <a:fillRect/>
              </a:stretch>
            </p:blipFill>
            <p:spPr>
              <a:xfrm>
                <a:off x="5496840" y="5927040"/>
                <a:ext cx="2197440" cy="637560"/>
              </a:xfrm>
              <a:prstGeom prst="rect">
                <a:avLst/>
              </a:prstGeom>
            </p:spPr>
          </p:pic>
        </mc:Fallback>
      </mc:AlternateContent>
    </p:spTree>
    <p:extLst>
      <p:ext uri="{BB962C8B-B14F-4D97-AF65-F5344CB8AC3E}">
        <p14:creationId xmlns:p14="http://schemas.microsoft.com/office/powerpoint/2010/main" val="394061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17F5-6F5E-C241-2623-B4B91EAD9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A175C-50F6-D8D0-354E-4C6E824E706A}"/>
              </a:ext>
            </a:extLst>
          </p:cNvPr>
          <p:cNvSpPr>
            <a:spLocks noGrp="1"/>
          </p:cNvSpPr>
          <p:nvPr>
            <p:ph type="title"/>
          </p:nvPr>
        </p:nvSpPr>
        <p:spPr/>
        <p:txBody>
          <a:bodyPr>
            <a:normAutofit/>
          </a:bodyPr>
          <a:lstStyle/>
          <a:p>
            <a:r>
              <a:rPr lang="en-US" dirty="0"/>
              <a:t>Proof of Prim’s Algorithm</a:t>
            </a:r>
          </a:p>
        </p:txBody>
      </p:sp>
      <p:sp>
        <p:nvSpPr>
          <p:cNvPr id="4" name="Slide Number Placeholder 3">
            <a:extLst>
              <a:ext uri="{FF2B5EF4-FFF2-40B4-BE49-F238E27FC236}">
                <a16:creationId xmlns:a16="http://schemas.microsoft.com/office/drawing/2014/main" id="{EE921EE0-FB0A-2AE2-CB9B-FC741C110E38}"/>
              </a:ext>
            </a:extLst>
          </p:cNvPr>
          <p:cNvSpPr>
            <a:spLocks noGrp="1"/>
          </p:cNvSpPr>
          <p:nvPr>
            <p:ph type="sldNum" sz="quarter" idx="12"/>
          </p:nvPr>
        </p:nvSpPr>
        <p:spPr/>
        <p:txBody>
          <a:bodyPr/>
          <a:lstStyle/>
          <a:p>
            <a:fld id="{86BADE50-950A-4D58-BFB2-FA2C6A8B385D}" type="slidenum">
              <a:rPr lang="en-US" smtClean="0"/>
              <a:t>24</a:t>
            </a:fld>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EB23D58-9BB2-6485-A4EB-6B5646DD817D}"/>
                  </a:ext>
                </a:extLst>
              </p:cNvPr>
              <p:cNvSpPr txBox="1"/>
              <p:nvPr/>
            </p:nvSpPr>
            <p:spPr>
              <a:xfrm>
                <a:off x="174566" y="1376502"/>
                <a:ext cx="6284423"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connects </a:t>
                </a:r>
              </a:p>
              <a:p>
                <a:r>
                  <a:rPr lang="en-US" sz="2400" dirty="0"/>
                  <a:t>	to a node not currently in the tree</a:t>
                </a:r>
              </a:p>
            </p:txBody>
          </p:sp>
        </mc:Choice>
        <mc:Fallback xmlns="">
          <p:sp>
            <p:nvSpPr>
              <p:cNvPr id="44" name="TextBox 43">
                <a:extLst>
                  <a:ext uri="{FF2B5EF4-FFF2-40B4-BE49-F238E27FC236}">
                    <a16:creationId xmlns:a16="http://schemas.microsoft.com/office/drawing/2014/main" id="{BEB23D58-9BB2-6485-A4EB-6B5646DD817D}"/>
                  </a:ext>
                </a:extLst>
              </p:cNvPr>
              <p:cNvSpPr txBox="1">
                <a:spLocks noRot="1" noChangeAspect="1" noMove="1" noResize="1" noEditPoints="1" noAdjustHandles="1" noChangeArrowheads="1" noChangeShapeType="1" noTextEdit="1"/>
              </p:cNvSpPr>
              <p:nvPr/>
            </p:nvSpPr>
            <p:spPr>
              <a:xfrm>
                <a:off x="174566" y="1376502"/>
                <a:ext cx="6284423" cy="1569660"/>
              </a:xfrm>
              <a:prstGeom prst="rect">
                <a:avLst/>
              </a:prstGeom>
              <a:blipFill>
                <a:blip r:embed="rId2"/>
                <a:stretch>
                  <a:fillRect l="-1552"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8CEB06-CEF3-59DF-EE80-F2F720365DCB}"/>
                  </a:ext>
                </a:extLst>
              </p:cNvPr>
              <p:cNvSpPr txBox="1"/>
              <p:nvPr/>
            </p:nvSpPr>
            <p:spPr>
              <a:xfrm>
                <a:off x="2318729" y="3127866"/>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a:extLst>
                  <a:ext uri="{FF2B5EF4-FFF2-40B4-BE49-F238E27FC236}">
                    <a16:creationId xmlns:a16="http://schemas.microsoft.com/office/drawing/2014/main" id="{9C8CEB06-CEF3-59DF-EE80-F2F720365DCB}"/>
                  </a:ext>
                </a:extLst>
              </p:cNvPr>
              <p:cNvSpPr txBox="1">
                <a:spLocks noRot="1" noChangeAspect="1" noMove="1" noResize="1" noEditPoints="1" noAdjustHandles="1" noChangeArrowheads="1" noChangeShapeType="1" noTextEdit="1"/>
              </p:cNvSpPr>
              <p:nvPr/>
            </p:nvSpPr>
            <p:spPr>
              <a:xfrm>
                <a:off x="2318729" y="3127866"/>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2A9502B-E010-0A06-1643-BFB603C8607F}"/>
                  </a:ext>
                </a:extLst>
              </p:cNvPr>
              <p:cNvSpPr txBox="1"/>
              <p:nvPr/>
            </p:nvSpPr>
            <p:spPr>
              <a:xfrm>
                <a:off x="7016163" y="881383"/>
                <a:ext cx="5210772" cy="5940088"/>
              </a:xfrm>
              <a:prstGeom prst="rect">
                <a:avLst/>
              </a:prstGeom>
              <a:noFill/>
            </p:spPr>
            <p:txBody>
              <a:bodyPr wrap="square" rtlCol="0">
                <a:spAutoFit/>
              </a:bodyPr>
              <a:lstStyle/>
              <a:p>
                <a:r>
                  <a:rPr lang="en-US" sz="2000" b="1" dirty="0"/>
                  <a:t>Proof: By Structural Induction</a:t>
                </a:r>
              </a:p>
              <a:p>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a:t>
                </a:r>
                <a:r>
                  <a:rPr lang="en-US" sz="2000" dirty="0" err="1"/>
                  <a:t>Prims’s</a:t>
                </a:r>
                <a:r>
                  <a:rPr lang="en-US" sz="2000" dirty="0"/>
                  <a:t>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𝐸</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a:t>
                </a:r>
                <a:r>
                  <a:rPr lang="en-US" sz="2000" dirty="0" err="1"/>
                  <a:t>Prims’s</a:t>
                </a:r>
                <a:r>
                  <a:rPr lang="en-US" sz="2000" dirty="0"/>
                  <a:t>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𝐸</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b="0" i="1" smtClean="0">
                        <a:latin typeface="Cambria Math" panose="02040503050406030204" pitchFamily="18" charset="0"/>
                      </a:rPr>
                      <m:t>𝐺</m:t>
                    </m:r>
                  </m:oMath>
                </a14:m>
                <a:r>
                  <a:rPr lang="en-US" sz="2000" dirty="0"/>
                  <a:t> has not been removed from the priority queue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that have been removed from the priority queue</a:t>
                </a:r>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Prim’s only selects MST edges!</a:t>
                </a:r>
              </a:p>
            </p:txBody>
          </p:sp>
        </mc:Choice>
        <mc:Fallback xmlns="">
          <p:sp>
            <p:nvSpPr>
              <p:cNvPr id="8" name="TextBox 7">
                <a:extLst>
                  <a:ext uri="{FF2B5EF4-FFF2-40B4-BE49-F238E27FC236}">
                    <a16:creationId xmlns:a16="http://schemas.microsoft.com/office/drawing/2014/main" id="{F2A9502B-E010-0A06-1643-BFB603C8607F}"/>
                  </a:ext>
                </a:extLst>
              </p:cNvPr>
              <p:cNvSpPr txBox="1">
                <a:spLocks noRot="1" noChangeAspect="1" noMove="1" noResize="1" noEditPoints="1" noAdjustHandles="1" noChangeArrowheads="1" noChangeShapeType="1" noTextEdit="1"/>
              </p:cNvSpPr>
              <p:nvPr/>
            </p:nvSpPr>
            <p:spPr>
              <a:xfrm>
                <a:off x="7016163" y="881383"/>
                <a:ext cx="5210772" cy="5940088"/>
              </a:xfrm>
              <a:prstGeom prst="rect">
                <a:avLst/>
              </a:prstGeom>
              <a:blipFill>
                <a:blip r:embed="rId4"/>
                <a:stretch>
                  <a:fillRect l="-1287" t="-616" r="-1988" b="-924"/>
                </a:stretch>
              </a:blipFill>
            </p:spPr>
            <p:txBody>
              <a:bodyPr/>
              <a:lstStyle/>
              <a:p>
                <a:r>
                  <a:rPr lang="en-US">
                    <a:noFill/>
                  </a:rPr>
                  <a:t> </a:t>
                </a:r>
              </a:p>
            </p:txBody>
          </p:sp>
        </mc:Fallback>
      </mc:AlternateContent>
      <p:sp>
        <p:nvSpPr>
          <p:cNvPr id="3" name="Freeform 2">
            <a:extLst>
              <a:ext uri="{FF2B5EF4-FFF2-40B4-BE49-F238E27FC236}">
                <a16:creationId xmlns:a16="http://schemas.microsoft.com/office/drawing/2014/main" id="{A501FC1E-0DAC-835E-28DC-9B23B8BC695E}"/>
              </a:ext>
            </a:extLst>
          </p:cNvPr>
          <p:cNvSpPr/>
          <p:nvPr/>
        </p:nvSpPr>
        <p:spPr>
          <a:xfrm>
            <a:off x="595137" y="3183276"/>
            <a:ext cx="3578773" cy="1765738"/>
          </a:xfrm>
          <a:custGeom>
            <a:avLst/>
            <a:gdLst>
              <a:gd name="connsiteX0" fmla="*/ 94593 w 3578773"/>
              <a:gd name="connsiteY0" fmla="*/ 1135117 h 1765738"/>
              <a:gd name="connsiteX1" fmla="*/ 0 w 3578773"/>
              <a:gd name="connsiteY1" fmla="*/ 1592317 h 1765738"/>
              <a:gd name="connsiteX2" fmla="*/ 346841 w 3578773"/>
              <a:gd name="connsiteY2" fmla="*/ 1734207 h 1765738"/>
              <a:gd name="connsiteX3" fmla="*/ 756745 w 3578773"/>
              <a:gd name="connsiteY3" fmla="*/ 1765738 h 1765738"/>
              <a:gd name="connsiteX4" fmla="*/ 1545021 w 3578773"/>
              <a:gd name="connsiteY4" fmla="*/ 945931 h 1765738"/>
              <a:gd name="connsiteX5" fmla="*/ 2443655 w 3578773"/>
              <a:gd name="connsiteY5" fmla="*/ 898635 h 1765738"/>
              <a:gd name="connsiteX6" fmla="*/ 3184635 w 3578773"/>
              <a:gd name="connsiteY6" fmla="*/ 1087821 h 1765738"/>
              <a:gd name="connsiteX7" fmla="*/ 3578773 w 3578773"/>
              <a:gd name="connsiteY7" fmla="*/ 520262 h 1765738"/>
              <a:gd name="connsiteX8" fmla="*/ 3247697 w 3578773"/>
              <a:gd name="connsiteY8" fmla="*/ 173421 h 1765738"/>
              <a:gd name="connsiteX9" fmla="*/ 1891862 w 3578773"/>
              <a:gd name="connsiteY9" fmla="*/ 0 h 1765738"/>
              <a:gd name="connsiteX10" fmla="*/ 756745 w 3578773"/>
              <a:gd name="connsiteY10" fmla="*/ 441435 h 1765738"/>
              <a:gd name="connsiteX11" fmla="*/ 94593 w 3578773"/>
              <a:gd name="connsiteY11" fmla="*/ 1135117 h 1765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78773" h="1765738">
                <a:moveTo>
                  <a:pt x="94593" y="1135117"/>
                </a:moveTo>
                <a:lnTo>
                  <a:pt x="0" y="1592317"/>
                </a:lnTo>
                <a:lnTo>
                  <a:pt x="346841" y="1734207"/>
                </a:lnTo>
                <a:lnTo>
                  <a:pt x="756745" y="1765738"/>
                </a:lnTo>
                <a:lnTo>
                  <a:pt x="1545021" y="945931"/>
                </a:lnTo>
                <a:lnTo>
                  <a:pt x="2443655" y="898635"/>
                </a:lnTo>
                <a:lnTo>
                  <a:pt x="3184635" y="1087821"/>
                </a:lnTo>
                <a:lnTo>
                  <a:pt x="3578773" y="520262"/>
                </a:lnTo>
                <a:lnTo>
                  <a:pt x="3247697" y="173421"/>
                </a:lnTo>
                <a:lnTo>
                  <a:pt x="1891862" y="0"/>
                </a:lnTo>
                <a:lnTo>
                  <a:pt x="756745" y="441435"/>
                </a:lnTo>
                <a:lnTo>
                  <a:pt x="94593" y="11351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782CE26-76C7-7F28-827D-A74E43150264}"/>
              </a:ext>
            </a:extLst>
          </p:cNvPr>
          <p:cNvGrpSpPr/>
          <p:nvPr/>
        </p:nvGrpSpPr>
        <p:grpSpPr>
          <a:xfrm>
            <a:off x="974297" y="3546512"/>
            <a:ext cx="4600060" cy="2787240"/>
            <a:chOff x="0" y="2862182"/>
            <a:chExt cx="7044346" cy="4268266"/>
          </a:xfrm>
        </p:grpSpPr>
        <p:cxnSp>
          <p:nvCxnSpPr>
            <p:cNvPr id="10" name="Straight Connector 9">
              <a:extLst>
                <a:ext uri="{FF2B5EF4-FFF2-40B4-BE49-F238E27FC236}">
                  <a16:creationId xmlns:a16="http://schemas.microsoft.com/office/drawing/2014/main" id="{FF8E8C5E-E7B5-DEF0-AA2E-64CF3A3842B3}"/>
                </a:ext>
              </a:extLst>
            </p:cNvPr>
            <p:cNvCxnSpPr>
              <a:stCxn id="38" idx="7"/>
              <a:endCxn id="39" idx="2"/>
            </p:cNvCxnSpPr>
            <p:nvPr/>
          </p:nvCxnSpPr>
          <p:spPr>
            <a:xfrm flipV="1">
              <a:off x="438102" y="3276727"/>
              <a:ext cx="1492916" cy="96260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2EA59D8-AEF9-A743-9625-88A8622ADFF0}"/>
                </a:ext>
              </a:extLst>
            </p:cNvPr>
            <p:cNvCxnSpPr>
              <a:stCxn id="39" idx="6"/>
              <a:endCxn id="42" idx="2"/>
            </p:cNvCxnSpPr>
            <p:nvPr/>
          </p:nvCxnSpPr>
          <p:spPr>
            <a:xfrm>
              <a:off x="2444286" y="3276727"/>
              <a:ext cx="1510213" cy="5239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DD05D1-6499-AAF1-0B80-AD2AB5943165}"/>
                </a:ext>
              </a:extLst>
            </p:cNvPr>
            <p:cNvCxnSpPr>
              <a:stCxn id="38" idx="4"/>
              <a:endCxn id="40"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A677229-4D8F-AD14-2D5B-6A116CF15BD0}"/>
                </a:ext>
              </a:extLst>
            </p:cNvPr>
            <p:cNvCxnSpPr>
              <a:stCxn id="41" idx="3"/>
              <a:endCxn id="40"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404FAAD-8725-2D0F-FE39-07DB672968EB}"/>
                </a:ext>
              </a:extLst>
            </p:cNvPr>
            <p:cNvCxnSpPr>
              <a:stCxn id="43" idx="2"/>
              <a:endCxn id="40"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BA7FD0F-9546-64A9-34E1-5BB4B53A82C0}"/>
                </a:ext>
              </a:extLst>
            </p:cNvPr>
            <p:cNvCxnSpPr>
              <a:stCxn id="41" idx="5"/>
              <a:endCxn id="43"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9E55A5C-EBC1-5DC1-BFF9-1AD067EF8436}"/>
                </a:ext>
              </a:extLst>
            </p:cNvPr>
            <p:cNvCxnSpPr>
              <a:stCxn id="41" idx="7"/>
              <a:endCxn id="42"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85B566B-8D61-7E27-6D82-747ECE9DAB1E}"/>
                </a:ext>
              </a:extLst>
            </p:cNvPr>
            <p:cNvCxnSpPr>
              <a:stCxn id="43" idx="6"/>
              <a:endCxn id="45"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C905D2-EB4A-0052-11FF-E8682388BC6D}"/>
                </a:ext>
              </a:extLst>
            </p:cNvPr>
            <p:cNvCxnSpPr>
              <a:stCxn id="45" idx="1"/>
              <a:endCxn id="42"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FBD4824-270D-0671-F1BE-C6A847C1D7E5}"/>
                </a:ext>
              </a:extLst>
            </p:cNvPr>
            <p:cNvCxnSpPr>
              <a:stCxn id="85" idx="2"/>
              <a:endCxn id="42"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C490F8C-588C-6FDC-B8BB-FD06AD58F62C}"/>
                </a:ext>
              </a:extLst>
            </p:cNvPr>
            <p:cNvCxnSpPr>
              <a:stCxn id="45" idx="0"/>
              <a:endCxn id="85"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DB8FE34-ACC7-B70D-DF0E-CA2C322E80A5}"/>
                </a:ext>
              </a:extLst>
            </p:cNvPr>
            <p:cNvCxnSpPr>
              <a:stCxn id="46" idx="1"/>
              <a:endCxn id="85"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F249CFE-A96B-CEED-BD1B-DAE21A641F4F}"/>
                </a:ext>
              </a:extLst>
            </p:cNvPr>
            <p:cNvCxnSpPr>
              <a:stCxn id="46" idx="3"/>
              <a:endCxn id="45"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FDC0612-D89B-0176-8B80-BF715E376C33}"/>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4" name="TextBox 23">
              <a:extLst>
                <a:ext uri="{FF2B5EF4-FFF2-40B4-BE49-F238E27FC236}">
                  <a16:creationId xmlns:a16="http://schemas.microsoft.com/office/drawing/2014/main" id="{6F01F0E4-1752-3FDA-A2EA-A21D040F6537}"/>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5" name="TextBox 24">
              <a:extLst>
                <a:ext uri="{FF2B5EF4-FFF2-40B4-BE49-F238E27FC236}">
                  <a16:creationId xmlns:a16="http://schemas.microsoft.com/office/drawing/2014/main" id="{41549FB6-C3CB-2F02-CDC1-84E380CC023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26" name="TextBox 25">
              <a:extLst>
                <a:ext uri="{FF2B5EF4-FFF2-40B4-BE49-F238E27FC236}">
                  <a16:creationId xmlns:a16="http://schemas.microsoft.com/office/drawing/2014/main" id="{30F96CCA-2B74-84BC-8CD1-1A988105FB19}"/>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7" name="TextBox 26">
              <a:extLst>
                <a:ext uri="{FF2B5EF4-FFF2-40B4-BE49-F238E27FC236}">
                  <a16:creationId xmlns:a16="http://schemas.microsoft.com/office/drawing/2014/main" id="{BF3B598C-1539-FF2C-4F12-7F1C321B3D2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8" name="TextBox 27">
              <a:extLst>
                <a:ext uri="{FF2B5EF4-FFF2-40B4-BE49-F238E27FC236}">
                  <a16:creationId xmlns:a16="http://schemas.microsoft.com/office/drawing/2014/main" id="{9F063FEE-22B8-49C3-ED21-1E8E722EF9BF}"/>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9" name="TextBox 28">
              <a:extLst>
                <a:ext uri="{FF2B5EF4-FFF2-40B4-BE49-F238E27FC236}">
                  <a16:creationId xmlns:a16="http://schemas.microsoft.com/office/drawing/2014/main" id="{74FE809D-C4DE-0BFF-4AC1-E78C6B4E7B8A}"/>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30" name="TextBox 29">
              <a:extLst>
                <a:ext uri="{FF2B5EF4-FFF2-40B4-BE49-F238E27FC236}">
                  <a16:creationId xmlns:a16="http://schemas.microsoft.com/office/drawing/2014/main" id="{B4F15D19-219C-6072-9474-02770DFA9A06}"/>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1" name="TextBox 30">
              <a:extLst>
                <a:ext uri="{FF2B5EF4-FFF2-40B4-BE49-F238E27FC236}">
                  <a16:creationId xmlns:a16="http://schemas.microsoft.com/office/drawing/2014/main" id="{91EE7E1B-5320-496C-C30C-0C3F91064F0C}"/>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2" name="TextBox 31">
              <a:extLst>
                <a:ext uri="{FF2B5EF4-FFF2-40B4-BE49-F238E27FC236}">
                  <a16:creationId xmlns:a16="http://schemas.microsoft.com/office/drawing/2014/main" id="{75C1CCBC-D255-DB48-666D-39B95CDBE79A}"/>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33" name="TextBox 32">
              <a:extLst>
                <a:ext uri="{FF2B5EF4-FFF2-40B4-BE49-F238E27FC236}">
                  <a16:creationId xmlns:a16="http://schemas.microsoft.com/office/drawing/2014/main" id="{FBE6A953-BB8C-76AF-AA1C-48442EAF074B}"/>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4" name="TextBox 33">
              <a:extLst>
                <a:ext uri="{FF2B5EF4-FFF2-40B4-BE49-F238E27FC236}">
                  <a16:creationId xmlns:a16="http://schemas.microsoft.com/office/drawing/2014/main" id="{80B2C5DF-6888-7A19-7AE6-99E7016C47C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5" name="TextBox 34">
              <a:extLst>
                <a:ext uri="{FF2B5EF4-FFF2-40B4-BE49-F238E27FC236}">
                  <a16:creationId xmlns:a16="http://schemas.microsoft.com/office/drawing/2014/main" id="{BDBAF3CC-0E77-C734-8E7F-5C115CDAF42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6" name="Straight Connector 35">
              <a:extLst>
                <a:ext uri="{FF2B5EF4-FFF2-40B4-BE49-F238E27FC236}">
                  <a16:creationId xmlns:a16="http://schemas.microsoft.com/office/drawing/2014/main" id="{91293E25-EB14-F181-C01C-8FC0DE59E008}"/>
                </a:ext>
              </a:extLst>
            </p:cNvPr>
            <p:cNvCxnSpPr>
              <a:stCxn id="39" idx="4"/>
              <a:endCxn id="40"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5C1956F4-B9E8-E58B-C2BE-3742F7A2132A}"/>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8" name="Oval 37">
              <a:extLst>
                <a:ext uri="{FF2B5EF4-FFF2-40B4-BE49-F238E27FC236}">
                  <a16:creationId xmlns:a16="http://schemas.microsoft.com/office/drawing/2014/main" id="{42839D0F-618E-DEFE-B1B8-00D728889BB3}"/>
                </a:ext>
              </a:extLst>
            </p:cNvPr>
            <p:cNvSpPr/>
            <p:nvPr/>
          </p:nvSpPr>
          <p:spPr>
            <a:xfrm>
              <a:off x="0" y="4164165"/>
              <a:ext cx="513268" cy="513268"/>
            </a:xfrm>
            <a:prstGeom prst="ellipse">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9" name="Oval 38">
              <a:extLst>
                <a:ext uri="{FF2B5EF4-FFF2-40B4-BE49-F238E27FC236}">
                  <a16:creationId xmlns:a16="http://schemas.microsoft.com/office/drawing/2014/main" id="{2549E62B-7837-0E6E-C18E-E6D73188E89C}"/>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40" name="Oval 39">
              <a:extLst>
                <a:ext uri="{FF2B5EF4-FFF2-40B4-BE49-F238E27FC236}">
                  <a16:creationId xmlns:a16="http://schemas.microsoft.com/office/drawing/2014/main" id="{C1D8A0D1-2FCC-B56E-85EF-11FB9400D56B}"/>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1" name="Oval 40">
              <a:extLst>
                <a:ext uri="{FF2B5EF4-FFF2-40B4-BE49-F238E27FC236}">
                  <a16:creationId xmlns:a16="http://schemas.microsoft.com/office/drawing/2014/main" id="{1CEE7DFC-63CF-3BB3-05EE-75FD3C06FCDA}"/>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2" name="Oval 41">
              <a:extLst>
                <a:ext uri="{FF2B5EF4-FFF2-40B4-BE49-F238E27FC236}">
                  <a16:creationId xmlns:a16="http://schemas.microsoft.com/office/drawing/2014/main" id="{4FF37358-19F8-B639-7607-FB0D76EA4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3" name="Oval 42">
              <a:extLst>
                <a:ext uri="{FF2B5EF4-FFF2-40B4-BE49-F238E27FC236}">
                  <a16:creationId xmlns:a16="http://schemas.microsoft.com/office/drawing/2014/main" id="{61C2D8A9-B191-BACF-3AE6-E8FDE6453B57}"/>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5" name="Oval 44">
              <a:extLst>
                <a:ext uri="{FF2B5EF4-FFF2-40B4-BE49-F238E27FC236}">
                  <a16:creationId xmlns:a16="http://schemas.microsoft.com/office/drawing/2014/main" id="{80D01D7C-8270-5B39-B189-6E8F2B7CDB91}"/>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6" name="Oval 45">
              <a:extLst>
                <a:ext uri="{FF2B5EF4-FFF2-40B4-BE49-F238E27FC236}">
                  <a16:creationId xmlns:a16="http://schemas.microsoft.com/office/drawing/2014/main" id="{50AE759C-B4E6-9767-AF32-59A718A6BDD1}"/>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5" name="Oval 84">
              <a:extLst>
                <a:ext uri="{FF2B5EF4-FFF2-40B4-BE49-F238E27FC236}">
                  <a16:creationId xmlns:a16="http://schemas.microsoft.com/office/drawing/2014/main" id="{4B32089C-CACD-2878-3488-B78A322F7918}"/>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F6B2F075-C52D-379F-5E31-053C238567D9}"/>
                  </a:ext>
                </a:extLst>
              </p:cNvPr>
              <p:cNvSpPr txBox="1"/>
              <p:nvPr/>
            </p:nvSpPr>
            <p:spPr>
              <a:xfrm>
                <a:off x="3871012" y="4411806"/>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86" name="TextBox 85">
                <a:extLst>
                  <a:ext uri="{FF2B5EF4-FFF2-40B4-BE49-F238E27FC236}">
                    <a16:creationId xmlns:a16="http://schemas.microsoft.com/office/drawing/2014/main" id="{F6B2F075-C52D-379F-5E31-053C238567D9}"/>
                  </a:ext>
                </a:extLst>
              </p:cNvPr>
              <p:cNvSpPr txBox="1">
                <a:spLocks noRot="1" noChangeAspect="1" noMove="1" noResize="1" noEditPoints="1" noAdjustHandles="1" noChangeArrowheads="1" noChangeShapeType="1" noTextEdit="1"/>
              </p:cNvSpPr>
              <p:nvPr/>
            </p:nvSpPr>
            <p:spPr>
              <a:xfrm>
                <a:off x="3871012" y="4411806"/>
                <a:ext cx="4126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FB2E6EFA-6C08-A1C7-1CAF-CD36B9BDF346}"/>
                  </a:ext>
                </a:extLst>
              </p14:cNvPr>
              <p14:cNvContentPartPr/>
              <p14:nvPr/>
            </p14:nvContentPartPr>
            <p14:xfrm>
              <a:off x="574560" y="1585800"/>
              <a:ext cx="5598720" cy="4694040"/>
            </p14:xfrm>
          </p:contentPart>
        </mc:Choice>
        <mc:Fallback>
          <p:pic>
            <p:nvPicPr>
              <p:cNvPr id="6" name="Ink 5">
                <a:extLst>
                  <a:ext uri="{FF2B5EF4-FFF2-40B4-BE49-F238E27FC236}">
                    <a16:creationId xmlns:a16="http://schemas.microsoft.com/office/drawing/2014/main" id="{FB2E6EFA-6C08-A1C7-1CAF-CD36B9BDF346}"/>
                  </a:ext>
                </a:extLst>
              </p:cNvPr>
              <p:cNvPicPr/>
              <p:nvPr/>
            </p:nvPicPr>
            <p:blipFill>
              <a:blip r:embed="rId7"/>
              <a:stretch>
                <a:fillRect/>
              </a:stretch>
            </p:blipFill>
            <p:spPr>
              <a:xfrm>
                <a:off x="565200" y="1576440"/>
                <a:ext cx="5617440" cy="4712760"/>
              </a:xfrm>
              <a:prstGeom prst="rect">
                <a:avLst/>
              </a:prstGeom>
            </p:spPr>
          </p:pic>
        </mc:Fallback>
      </mc:AlternateContent>
    </p:spTree>
    <p:extLst>
      <p:ext uri="{BB962C8B-B14F-4D97-AF65-F5344CB8AC3E}">
        <p14:creationId xmlns:p14="http://schemas.microsoft.com/office/powerpoint/2010/main" val="549669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3505201" y="3513084"/>
            <a:ext cx="2191407" cy="2049517"/>
          </a:xfrm>
          <a:custGeom>
            <a:avLst/>
            <a:gdLst>
              <a:gd name="connsiteX0" fmla="*/ 220717 w 2191407"/>
              <a:gd name="connsiteY0" fmla="*/ 2049517 h 2049517"/>
              <a:gd name="connsiteX1" fmla="*/ 1734207 w 2191407"/>
              <a:gd name="connsiteY1" fmla="*/ 1103586 h 2049517"/>
              <a:gd name="connsiteX2" fmla="*/ 2191407 w 2191407"/>
              <a:gd name="connsiteY2" fmla="*/ 268014 h 2049517"/>
              <a:gd name="connsiteX3" fmla="*/ 1939158 w 2191407"/>
              <a:gd name="connsiteY3" fmla="*/ 0 h 2049517"/>
              <a:gd name="connsiteX4" fmla="*/ 1387365 w 2191407"/>
              <a:gd name="connsiteY4" fmla="*/ 0 h 2049517"/>
              <a:gd name="connsiteX5" fmla="*/ 362607 w 2191407"/>
              <a:gd name="connsiteY5" fmla="*/ 756745 h 2049517"/>
              <a:gd name="connsiteX6" fmla="*/ 0 w 2191407"/>
              <a:gd name="connsiteY6" fmla="*/ 1340069 h 2049517"/>
              <a:gd name="connsiteX7" fmla="*/ 31531 w 2191407"/>
              <a:gd name="connsiteY7" fmla="*/ 1781504 h 2049517"/>
              <a:gd name="connsiteX8" fmla="*/ 220717 w 2191407"/>
              <a:gd name="connsiteY8" fmla="*/ 2049517 h 20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1407" h="2049517">
                <a:moveTo>
                  <a:pt x="220717" y="2049517"/>
                </a:moveTo>
                <a:lnTo>
                  <a:pt x="1734207" y="1103586"/>
                </a:lnTo>
                <a:lnTo>
                  <a:pt x="2191407" y="268014"/>
                </a:lnTo>
                <a:lnTo>
                  <a:pt x="1939158" y="0"/>
                </a:lnTo>
                <a:lnTo>
                  <a:pt x="1387365" y="0"/>
                </a:lnTo>
                <a:lnTo>
                  <a:pt x="362607" y="756745"/>
                </a:lnTo>
                <a:lnTo>
                  <a:pt x="0" y="1340069"/>
                </a:lnTo>
                <a:lnTo>
                  <a:pt x="31531" y="1781504"/>
                </a:lnTo>
                <a:lnTo>
                  <a:pt x="220717" y="2049517"/>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General MST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25</a:t>
            </a:fld>
            <a:endParaRPr lang="en-US"/>
          </a:p>
        </p:txBody>
      </p:sp>
      <p:grpSp>
        <p:nvGrpSpPr>
          <p:cNvPr id="47" name="Group 46"/>
          <p:cNvGrpSpPr/>
          <p:nvPr/>
        </p:nvGrpSpPr>
        <p:grpSpPr>
          <a:xfrm>
            <a:off x="3826554" y="3537360"/>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1905000" y="1378424"/>
                <a:ext cx="9768839"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r>
                  <a:rPr lang="en-US" sz="2800" dirty="0"/>
                  <a:t> which </a:t>
                </a:r>
                <a14:m>
                  <m:oMath xmlns:m="http://schemas.openxmlformats.org/officeDocument/2006/math">
                    <m:r>
                      <a:rPr lang="en-US" sz="2800" i="1" dirty="0" smtClean="0">
                        <a:solidFill>
                          <a:schemeClr val="accent2">
                            <a:lumMod val="75000"/>
                          </a:schemeClr>
                        </a:solidFill>
                        <a:latin typeface="Cambria Math"/>
                      </a:rPr>
                      <m:t>𝐴</m:t>
                    </m:r>
                  </m:oMath>
                </a14:m>
                <a:r>
                  <a:rPr lang="en-US" sz="2800" dirty="0"/>
                  <a:t> respects (typically implicitly)</a:t>
                </a:r>
              </a:p>
              <a:p>
                <a:r>
                  <a:rPr lang="en-US" sz="2800" dirty="0"/>
                  <a:t>	Add the </a:t>
                </a:r>
                <a:r>
                  <a:rPr lang="en-US" sz="2800" dirty="0">
                    <a:solidFill>
                      <a:srgbClr val="FF00FF"/>
                    </a:solidFill>
                  </a:rPr>
                  <a:t>min-weight edge which crosses</a:t>
                </a:r>
                <a:r>
                  <a:rPr lang="en-US" sz="2800" dirty="0">
                    <a:solidFill>
                      <a:schemeClr val="accent6"/>
                    </a:solidFill>
                  </a:rPr>
                  <a:t> </a:t>
                </a:r>
                <a14:m>
                  <m:oMath xmlns:m="http://schemas.openxmlformats.org/officeDocument/2006/math">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r>
                      <a:rPr lang="en-US" sz="2800" i="1">
                        <a:solidFill>
                          <a:srgbClr val="0070C0"/>
                        </a:solidFill>
                        <a:latin typeface="Cambria Math"/>
                      </a:rPr>
                      <m:t>𝑉</m:t>
                    </m:r>
                    <m:r>
                      <a:rPr lang="en-US" sz="2800" i="1">
                        <a:solidFill>
                          <a:srgbClr val="0070C0"/>
                        </a:solidFill>
                        <a:latin typeface="Cambria Math"/>
                      </a:rPr>
                      <m:t>−</m:t>
                    </m:r>
                    <m:r>
                      <a:rPr lang="en-US" sz="2800" i="1">
                        <a:solidFill>
                          <a:srgbClr val="0070C0"/>
                        </a:solidFill>
                        <a:latin typeface="Cambria Math"/>
                      </a:rPr>
                      <m:t>𝑆</m:t>
                    </m:r>
                    <m:r>
                      <a:rPr lang="en-US" sz="2800" i="1">
                        <a:solidFill>
                          <a:srgbClr val="0070C0"/>
                        </a:solidFill>
                        <a:latin typeface="Cambria Math"/>
                      </a:rPr>
                      <m:t>)</m:t>
                    </m:r>
                  </m:oMath>
                </a14:m>
                <a:endParaRPr lang="en-US" sz="28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905000" y="1378424"/>
                <a:ext cx="9768839" cy="1815882"/>
              </a:xfrm>
              <a:prstGeom prst="rect">
                <a:avLst/>
              </a:prstGeom>
              <a:blipFill>
                <a:blip r:embed="rId2"/>
                <a:stretch>
                  <a:fillRect l="-1311" t="-3020" b="-8725"/>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6C4EEF6C-4B49-713C-FD02-757ADD80FFCF}"/>
                  </a:ext>
                </a:extLst>
              </p14:cNvPr>
              <p14:cNvContentPartPr/>
              <p14:nvPr/>
            </p14:nvContentPartPr>
            <p14:xfrm>
              <a:off x="2980440" y="1846080"/>
              <a:ext cx="5743080" cy="1341360"/>
            </p14:xfrm>
          </p:contentPart>
        </mc:Choice>
        <mc:Fallback>
          <p:pic>
            <p:nvPicPr>
              <p:cNvPr id="5" name="Ink 4">
                <a:extLst>
                  <a:ext uri="{FF2B5EF4-FFF2-40B4-BE49-F238E27FC236}">
                    <a16:creationId xmlns:a16="http://schemas.microsoft.com/office/drawing/2014/main" id="{6C4EEF6C-4B49-713C-FD02-757ADD80FFCF}"/>
                  </a:ext>
                </a:extLst>
              </p:cNvPr>
              <p:cNvPicPr/>
              <p:nvPr/>
            </p:nvPicPr>
            <p:blipFill>
              <a:blip r:embed="rId4"/>
              <a:stretch>
                <a:fillRect/>
              </a:stretch>
            </p:blipFill>
            <p:spPr>
              <a:xfrm>
                <a:off x="2971080" y="1836720"/>
                <a:ext cx="5761800" cy="1360080"/>
              </a:xfrm>
              <a:prstGeom prst="rect">
                <a:avLst/>
              </a:prstGeom>
            </p:spPr>
          </p:pic>
        </mc:Fallback>
      </mc:AlternateContent>
    </p:spTree>
    <p:extLst>
      <p:ext uri="{BB962C8B-B14F-4D97-AF65-F5344CB8AC3E}">
        <p14:creationId xmlns:p14="http://schemas.microsoft.com/office/powerpoint/2010/main" val="2185320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6D583-B9C0-908E-6EA6-D9D0C8E4DF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7EFA7-5A05-2F96-F4AB-82C37741B688}"/>
              </a:ext>
            </a:extLst>
          </p:cNvPr>
          <p:cNvSpPr>
            <a:spLocks noGrp="1"/>
          </p:cNvSpPr>
          <p:nvPr>
            <p:ph type="title"/>
          </p:nvPr>
        </p:nvSpPr>
        <p:spPr/>
        <p:txBody>
          <a:bodyPr>
            <a:normAutofit/>
          </a:bodyPr>
          <a:lstStyle/>
          <a:p>
            <a:r>
              <a:rPr lang="en-US" dirty="0"/>
              <a:t>Prim’s Algorithm</a:t>
            </a:r>
          </a:p>
        </p:txBody>
      </p:sp>
      <p:sp>
        <p:nvSpPr>
          <p:cNvPr id="4" name="Slide Number Placeholder 3">
            <a:extLst>
              <a:ext uri="{FF2B5EF4-FFF2-40B4-BE49-F238E27FC236}">
                <a16:creationId xmlns:a16="http://schemas.microsoft.com/office/drawing/2014/main" id="{56842CE7-8F07-05AA-85EE-D6F4127164B7}"/>
              </a:ext>
            </a:extLst>
          </p:cNvPr>
          <p:cNvSpPr>
            <a:spLocks noGrp="1"/>
          </p:cNvSpPr>
          <p:nvPr>
            <p:ph type="sldNum" sz="quarter" idx="12"/>
          </p:nvPr>
        </p:nvSpPr>
        <p:spPr/>
        <p:txBody>
          <a:bodyPr/>
          <a:lstStyle/>
          <a:p>
            <a:fld id="{86BADE50-950A-4D58-BFB2-FA2C6A8B385D}" type="slidenum">
              <a:rPr lang="en-US" smtClean="0"/>
              <a:t>26</a:t>
            </a:fld>
            <a:endParaRPr lang="en-US"/>
          </a:p>
        </p:txBody>
      </p:sp>
      <p:grpSp>
        <p:nvGrpSpPr>
          <p:cNvPr id="47" name="Group 46">
            <a:extLst>
              <a:ext uri="{FF2B5EF4-FFF2-40B4-BE49-F238E27FC236}">
                <a16:creationId xmlns:a16="http://schemas.microsoft.com/office/drawing/2014/main" id="{12DF9C19-CC14-5423-B6D4-72B4C00EA096}"/>
              </a:ext>
            </a:extLst>
          </p:cNvPr>
          <p:cNvGrpSpPr/>
          <p:nvPr/>
        </p:nvGrpSpPr>
        <p:grpSpPr>
          <a:xfrm>
            <a:off x="3826554" y="4146960"/>
            <a:ext cx="4600060" cy="2787240"/>
            <a:chOff x="0" y="2862182"/>
            <a:chExt cx="7044346" cy="4268266"/>
          </a:xfrm>
        </p:grpSpPr>
        <p:cxnSp>
          <p:nvCxnSpPr>
            <p:cNvPr id="48" name="Straight Connector 47">
              <a:extLst>
                <a:ext uri="{FF2B5EF4-FFF2-40B4-BE49-F238E27FC236}">
                  <a16:creationId xmlns:a16="http://schemas.microsoft.com/office/drawing/2014/main" id="{95E19283-1E03-C62E-AD57-74C492D8C31C}"/>
                </a:ext>
              </a:extLst>
            </p:cNvPr>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A30882-95BC-1C31-24A0-19CC18C2B58A}"/>
                </a:ext>
              </a:extLst>
            </p:cNvPr>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D2D6454-52E4-D4ED-B833-C48B84B55E45}"/>
                </a:ext>
              </a:extLst>
            </p:cNvPr>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DC5352A-138E-705F-3B7A-7B7AC2500052}"/>
                </a:ext>
              </a:extLst>
            </p:cNvPr>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71CDDBF-C839-6F9A-37E9-7339FC127EEE}"/>
                </a:ext>
              </a:extLst>
            </p:cNvPr>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95139C-622C-4617-D903-D2EE7CD0BB4E}"/>
                </a:ext>
              </a:extLst>
            </p:cNvPr>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205F1B8-C2A6-7741-68DE-509AE61F2F85}"/>
                </a:ext>
              </a:extLst>
            </p:cNvPr>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6FDB016-1FA4-5570-5B78-8B0FB4289783}"/>
                </a:ext>
              </a:extLst>
            </p:cNvPr>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2CF5D87-FABD-F052-828F-7920EF7ED6A4}"/>
                </a:ext>
              </a:extLst>
            </p:cNvPr>
            <p:cNvCxnSpPr>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044668FA-5E0A-DC62-A263-05F3BF286076}"/>
                </a:ext>
              </a:extLst>
            </p:cNvPr>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D0D45450-9B15-0B06-4457-EBDF211670ED}"/>
                </a:ext>
              </a:extLst>
            </p:cNvPr>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54CBD0B-F2F2-4DA9-9CE4-9BDB9147CC56}"/>
                </a:ext>
              </a:extLst>
            </p:cNvPr>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01993B48-521B-008D-9BF4-F544F822ECFA}"/>
                </a:ext>
              </a:extLst>
            </p:cNvPr>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6913C5F-2064-71E6-FEFB-15806560C0B5}"/>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a:extLst>
                <a:ext uri="{FF2B5EF4-FFF2-40B4-BE49-F238E27FC236}">
                  <a16:creationId xmlns:a16="http://schemas.microsoft.com/office/drawing/2014/main" id="{A6E2E96B-A0E3-71AB-BCF2-9EB03E66C22D}"/>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a:extLst>
                <a:ext uri="{FF2B5EF4-FFF2-40B4-BE49-F238E27FC236}">
                  <a16:creationId xmlns:a16="http://schemas.microsoft.com/office/drawing/2014/main" id="{29E8C659-384F-D3C1-EE85-BCE15E80ADA5}"/>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7</a:t>
              </a:r>
            </a:p>
          </p:txBody>
        </p:sp>
        <p:sp>
          <p:nvSpPr>
            <p:cNvPr id="64" name="TextBox 63">
              <a:extLst>
                <a:ext uri="{FF2B5EF4-FFF2-40B4-BE49-F238E27FC236}">
                  <a16:creationId xmlns:a16="http://schemas.microsoft.com/office/drawing/2014/main" id="{AE3A631C-B38B-22F7-5AA2-DD4FE837CD0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a:extLst>
                <a:ext uri="{FF2B5EF4-FFF2-40B4-BE49-F238E27FC236}">
                  <a16:creationId xmlns:a16="http://schemas.microsoft.com/office/drawing/2014/main" id="{F8AB4D3C-9803-C126-3159-081093971A5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a:extLst>
                <a:ext uri="{FF2B5EF4-FFF2-40B4-BE49-F238E27FC236}">
                  <a16:creationId xmlns:a16="http://schemas.microsoft.com/office/drawing/2014/main" id="{40F4E5D2-FFFE-0D4C-2FDB-CEF5A11693F0}"/>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a:extLst>
                <a:ext uri="{FF2B5EF4-FFF2-40B4-BE49-F238E27FC236}">
                  <a16:creationId xmlns:a16="http://schemas.microsoft.com/office/drawing/2014/main" id="{6D28E203-26F3-4CEC-4700-97DE417C208F}"/>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6</a:t>
              </a:r>
            </a:p>
          </p:txBody>
        </p:sp>
        <p:sp>
          <p:nvSpPr>
            <p:cNvPr id="68" name="TextBox 67">
              <a:extLst>
                <a:ext uri="{FF2B5EF4-FFF2-40B4-BE49-F238E27FC236}">
                  <a16:creationId xmlns:a16="http://schemas.microsoft.com/office/drawing/2014/main" id="{3018392E-E84B-E357-B676-A03C5AD49393}"/>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a:extLst>
                <a:ext uri="{FF2B5EF4-FFF2-40B4-BE49-F238E27FC236}">
                  <a16:creationId xmlns:a16="http://schemas.microsoft.com/office/drawing/2014/main" id="{9C545E8F-54CD-BF2B-38CC-2A41EB0CCE7E}"/>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a:extLst>
                <a:ext uri="{FF2B5EF4-FFF2-40B4-BE49-F238E27FC236}">
                  <a16:creationId xmlns:a16="http://schemas.microsoft.com/office/drawing/2014/main" id="{635BFB62-D8C3-4F2F-600A-17D22C805AF3}"/>
                </a:ext>
              </a:extLst>
            </p:cNvPr>
            <p:cNvSpPr txBox="1"/>
            <p:nvPr/>
          </p:nvSpPr>
          <p:spPr>
            <a:xfrm>
              <a:off x="2051034" y="5224258"/>
              <a:ext cx="461990" cy="565580"/>
            </a:xfrm>
            <a:prstGeom prst="rect">
              <a:avLst/>
            </a:prstGeom>
            <a:noFill/>
          </p:spPr>
          <p:txBody>
            <a:bodyPr wrap="square" rtlCol="0">
              <a:spAutoFit/>
            </a:bodyPr>
            <a:lstStyle/>
            <a:p>
              <a:r>
                <a:rPr lang="en-US" dirty="0">
                  <a:solidFill>
                    <a:srgbClr val="00B050"/>
                  </a:solidFill>
                </a:rPr>
                <a:t>3</a:t>
              </a:r>
            </a:p>
          </p:txBody>
        </p:sp>
        <p:sp>
          <p:nvSpPr>
            <p:cNvPr id="71" name="TextBox 70">
              <a:extLst>
                <a:ext uri="{FF2B5EF4-FFF2-40B4-BE49-F238E27FC236}">
                  <a16:creationId xmlns:a16="http://schemas.microsoft.com/office/drawing/2014/main" id="{E6B9DAF9-C880-C2CC-747B-D1CEA4FC10D1}"/>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a:extLst>
                <a:ext uri="{FF2B5EF4-FFF2-40B4-BE49-F238E27FC236}">
                  <a16:creationId xmlns:a16="http://schemas.microsoft.com/office/drawing/2014/main" id="{F6B5ADDB-EC17-1203-1AE7-253ECFDAC280}"/>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a:extLst>
                <a:ext uri="{FF2B5EF4-FFF2-40B4-BE49-F238E27FC236}">
                  <a16:creationId xmlns:a16="http://schemas.microsoft.com/office/drawing/2014/main" id="{1CF91206-A52A-0584-2703-0FCC834FB584}"/>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a:extLst>
                <a:ext uri="{FF2B5EF4-FFF2-40B4-BE49-F238E27FC236}">
                  <a16:creationId xmlns:a16="http://schemas.microsoft.com/office/drawing/2014/main" id="{077B9160-79B2-5068-EF0A-20E765636218}"/>
                </a:ext>
              </a:extLst>
            </p:cNvPr>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45B95291-9A8A-8198-4E42-C9808C4006AF}"/>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a:extLst>
                <a:ext uri="{FF2B5EF4-FFF2-40B4-BE49-F238E27FC236}">
                  <a16:creationId xmlns:a16="http://schemas.microsoft.com/office/drawing/2014/main" id="{2FBCFBBC-746B-3A41-3704-30EC49B4C9E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a:extLst>
                <a:ext uri="{FF2B5EF4-FFF2-40B4-BE49-F238E27FC236}">
                  <a16:creationId xmlns:a16="http://schemas.microsoft.com/office/drawing/2014/main" id="{DA9B143F-A5B4-8034-3768-BF340CC969FA}"/>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a:extLst>
                <a:ext uri="{FF2B5EF4-FFF2-40B4-BE49-F238E27FC236}">
                  <a16:creationId xmlns:a16="http://schemas.microsoft.com/office/drawing/2014/main" id="{5FCD9876-1288-1C3D-F72B-D7C81ECA1637}"/>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a:extLst>
                <a:ext uri="{FF2B5EF4-FFF2-40B4-BE49-F238E27FC236}">
                  <a16:creationId xmlns:a16="http://schemas.microsoft.com/office/drawing/2014/main" id="{9881D7B2-D9C0-AD55-4E83-BD6A9D809517}"/>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a:extLst>
                <a:ext uri="{FF2B5EF4-FFF2-40B4-BE49-F238E27FC236}">
                  <a16:creationId xmlns:a16="http://schemas.microsoft.com/office/drawing/2014/main" id="{8AC863D7-62DB-FF54-D077-CF606528F63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a:extLst>
                <a:ext uri="{FF2B5EF4-FFF2-40B4-BE49-F238E27FC236}">
                  <a16:creationId xmlns:a16="http://schemas.microsoft.com/office/drawing/2014/main" id="{2979CB70-2B3C-48C7-AE95-0A9AB5B35A84}"/>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a:extLst>
                <a:ext uri="{FF2B5EF4-FFF2-40B4-BE49-F238E27FC236}">
                  <a16:creationId xmlns:a16="http://schemas.microsoft.com/office/drawing/2014/main" id="{53E0F9DC-C93C-3613-3DB6-C13244DDB29F}"/>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a:extLst>
                <a:ext uri="{FF2B5EF4-FFF2-40B4-BE49-F238E27FC236}">
                  <a16:creationId xmlns:a16="http://schemas.microsoft.com/office/drawing/2014/main" id="{6801B159-AEB5-FF19-37FB-6713A4915A1B}"/>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a:extLst>
                <a:ext uri="{FF2B5EF4-FFF2-40B4-BE49-F238E27FC236}">
                  <a16:creationId xmlns:a16="http://schemas.microsoft.com/office/drawing/2014/main" id="{62DBC57E-4FE8-5B43-99D3-2BD600ED5D9C}"/>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AFF54924-C26C-1F60-9567-2B5C9B2C01CB}"/>
                  </a:ext>
                </a:extLst>
              </p:cNvPr>
              <p:cNvSpPr txBox="1"/>
              <p:nvPr/>
            </p:nvSpPr>
            <p:spPr>
              <a:xfrm>
                <a:off x="1905001" y="1143001"/>
                <a:ext cx="8686800" cy="3108543"/>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FF990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Pick a cut </a:t>
                </a:r>
                <a14:m>
                  <m:oMath xmlns:m="http://schemas.openxmlformats.org/officeDocument/2006/math">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r>
                      <a:rPr lang="en-US" sz="2800" i="1" smtClean="0">
                        <a:solidFill>
                          <a:srgbClr val="0070C0"/>
                        </a:solidFill>
                        <a:latin typeface="Cambria Math"/>
                      </a:rPr>
                      <m:t>𝑉</m:t>
                    </m:r>
                    <m:r>
                      <a:rPr lang="en-US" sz="2800" i="1" smtClean="0">
                        <a:solidFill>
                          <a:srgbClr val="0070C0"/>
                        </a:solidFill>
                        <a:latin typeface="Cambria Math"/>
                      </a:rPr>
                      <m:t>−</m:t>
                    </m:r>
                    <m:r>
                      <a:rPr lang="en-US" sz="2800" i="1" smtClean="0">
                        <a:solidFill>
                          <a:srgbClr val="0070C0"/>
                        </a:solidFill>
                        <a:latin typeface="Cambria Math"/>
                      </a:rPr>
                      <m:t>𝑆</m:t>
                    </m:r>
                    <m:r>
                      <a:rPr lang="en-US" sz="2800" i="1" smtClean="0">
                        <a:solidFill>
                          <a:srgbClr val="0070C0"/>
                        </a:solidFill>
                        <a:latin typeface="Cambria Math"/>
                      </a:rPr>
                      <m:t>)</m:t>
                    </m:r>
                  </m:oMath>
                </a14:m>
                <a:r>
                  <a:rPr lang="en-US" sz="2800" dirty="0"/>
                  <a:t> which </a:t>
                </a:r>
                <a14:m>
                  <m:oMath xmlns:m="http://schemas.openxmlformats.org/officeDocument/2006/math">
                    <m:r>
                      <a:rPr lang="en-US" sz="2800" i="1" dirty="0" smtClean="0">
                        <a:solidFill>
                          <a:srgbClr val="FF9900"/>
                        </a:solidFill>
                        <a:latin typeface="Cambria Math"/>
                      </a:rPr>
                      <m:t>𝐴</m:t>
                    </m:r>
                  </m:oMath>
                </a14:m>
                <a:r>
                  <a:rPr lang="en-US" sz="2800" dirty="0"/>
                  <a:t> respects</a:t>
                </a:r>
              </a:p>
              <a:p>
                <a:r>
                  <a:rPr lang="en-US" sz="2800" dirty="0"/>
                  <a:t>	Add the min-weight edge which crosses </a:t>
                </a:r>
                <a14:m>
                  <m:oMath xmlns:m="http://schemas.openxmlformats.org/officeDocument/2006/math">
                    <m:r>
                      <a:rPr lang="en-US" sz="2800" i="1">
                        <a:latin typeface="Cambria Math"/>
                      </a:rPr>
                      <m:t>(</m:t>
                    </m:r>
                    <m:r>
                      <a:rPr lang="en-US" sz="2800" i="1">
                        <a:latin typeface="Cambria Math"/>
                      </a:rPr>
                      <m:t>𝑆</m:t>
                    </m:r>
                    <m:r>
                      <a:rPr lang="en-US" sz="2800" i="1">
                        <a:latin typeface="Cambria Math"/>
                      </a:rPr>
                      <m:t>,</m:t>
                    </m:r>
                    <m:r>
                      <a:rPr lang="en-US" sz="2800" i="1">
                        <a:latin typeface="Cambria Math"/>
                      </a:rPr>
                      <m:t>𝑉</m:t>
                    </m:r>
                    <m:r>
                      <a:rPr lang="en-US" sz="2800" i="1">
                        <a:latin typeface="Cambria Math"/>
                      </a:rPr>
                      <m:t>−</m:t>
                    </m:r>
                    <m:r>
                      <a:rPr lang="en-US" sz="2800" i="1">
                        <a:latin typeface="Cambria Math"/>
                      </a:rPr>
                      <m:t>𝑆</m:t>
                    </m:r>
                    <m:r>
                      <a:rPr lang="en-US" sz="2800" i="1">
                        <a:latin typeface="Cambria Math"/>
                      </a:rPr>
                      <m:t>)</m:t>
                    </m:r>
                  </m:oMath>
                </a14:m>
                <a:endParaRPr lang="en-US" sz="2800" dirty="0"/>
              </a:p>
              <a:p>
                <a:endParaRPr lang="en-US" sz="2800" dirty="0"/>
              </a:p>
              <a:p>
                <a14:m>
                  <m:oMath xmlns:m="http://schemas.openxmlformats.org/officeDocument/2006/math">
                    <m:r>
                      <a:rPr lang="en-US" sz="2800" i="1" dirty="0">
                        <a:solidFill>
                          <a:srgbClr val="0070C0"/>
                        </a:solidFill>
                        <a:latin typeface="Cambria Math"/>
                      </a:rPr>
                      <m:t>𝑆</m:t>
                    </m:r>
                  </m:oMath>
                </a14:m>
                <a:r>
                  <a:rPr lang="en-US" sz="2800" dirty="0"/>
                  <a:t> is all endpoint of edges in </a:t>
                </a:r>
                <a14:m>
                  <m:oMath xmlns:m="http://schemas.openxmlformats.org/officeDocument/2006/math">
                    <m:r>
                      <a:rPr lang="en-US" sz="2800" i="1" dirty="0" smtClean="0">
                        <a:solidFill>
                          <a:srgbClr val="FF9900"/>
                        </a:solidFill>
                        <a:latin typeface="Cambria Math"/>
                      </a:rPr>
                      <m:t>𝐴</m:t>
                    </m:r>
                  </m:oMath>
                </a14:m>
                <a:endParaRPr lang="en-US" sz="2800" dirty="0">
                  <a:solidFill>
                    <a:srgbClr val="7030A0"/>
                  </a:solidFill>
                </a:endParaRPr>
              </a:p>
              <a:p>
                <a14:m>
                  <m:oMath xmlns:m="http://schemas.openxmlformats.org/officeDocument/2006/math">
                    <m:r>
                      <a:rPr lang="en-US" sz="2800" i="1" dirty="0" smtClean="0">
                        <a:solidFill>
                          <a:srgbClr val="FF00FF"/>
                        </a:solidFill>
                        <a:latin typeface="Cambria Math"/>
                      </a:rPr>
                      <m:t>𝑒</m:t>
                    </m:r>
                  </m:oMath>
                </a14:m>
                <a:r>
                  <a:rPr lang="en-US" sz="2800" dirty="0"/>
                  <a:t> is the min-weight edge that grows the </a:t>
                </a:r>
                <a:r>
                  <a:rPr lang="en-US" sz="2800" dirty="0">
                    <a:solidFill>
                      <a:srgbClr val="FF9900"/>
                    </a:solidFill>
                  </a:rPr>
                  <a:t>tree</a:t>
                </a:r>
              </a:p>
            </p:txBody>
          </p:sp>
        </mc:Choice>
        <mc:Fallback xmlns="">
          <p:sp>
            <p:nvSpPr>
              <p:cNvPr id="43" name="TextBox 42"/>
              <p:cNvSpPr txBox="1">
                <a:spLocks noRot="1" noChangeAspect="1" noMove="1" noResize="1" noEditPoints="1" noAdjustHandles="1" noChangeArrowheads="1" noChangeShapeType="1" noTextEdit="1"/>
              </p:cNvSpPr>
              <p:nvPr/>
            </p:nvSpPr>
            <p:spPr>
              <a:xfrm>
                <a:off x="1905001" y="1143001"/>
                <a:ext cx="8686800" cy="3108543"/>
              </a:xfrm>
              <a:prstGeom prst="rect">
                <a:avLst/>
              </a:prstGeom>
              <a:blipFill>
                <a:blip r:embed="rId2"/>
                <a:stretch>
                  <a:fillRect l="-1474" t="-1965" b="-4715"/>
                </a:stretch>
              </a:blipFill>
            </p:spPr>
            <p:txBody>
              <a:bodyPr/>
              <a:lstStyle/>
              <a:p>
                <a:r>
                  <a:rPr lang="en-US">
                    <a:noFill/>
                  </a:rPr>
                  <a:t> </a:t>
                </a:r>
              </a:p>
            </p:txBody>
          </p:sp>
        </mc:Fallback>
      </mc:AlternateContent>
    </p:spTree>
    <p:extLst>
      <p:ext uri="{BB962C8B-B14F-4D97-AF65-F5344CB8AC3E}">
        <p14:creationId xmlns:p14="http://schemas.microsoft.com/office/powerpoint/2010/main" val="11677519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27</a:t>
            </a:fld>
            <a:endParaRPr lang="en-US"/>
          </a:p>
        </p:txBody>
      </p:sp>
      <mc:AlternateContent xmlns:mc="http://schemas.openxmlformats.org/markup-compatibility/2006" xmlns:a14="http://schemas.microsoft.com/office/drawing/2010/main">
        <mc:Choice Requires="a14">
          <p:sp>
            <p:nvSpPr>
              <p:cNvPr id="43" name="TextBox 42"/>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43" name="TextBox 42"/>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47" name="Group 46"/>
          <p:cNvGrpSpPr/>
          <p:nvPr/>
        </p:nvGrpSpPr>
        <p:grpSpPr>
          <a:xfrm>
            <a:off x="3826554" y="2988890"/>
            <a:ext cx="4600060" cy="2787240"/>
            <a:chOff x="0" y="2862182"/>
            <a:chExt cx="7044346" cy="4268266"/>
          </a:xfrm>
        </p:grpSpPr>
        <p:cxnSp>
          <p:nvCxnSpPr>
            <p:cNvPr id="48" name="Straight Connector 47"/>
            <p:cNvCxnSpPr>
              <a:cxnSpLocks/>
              <a:stCxn id="76" idx="7"/>
              <a:endCxn id="77"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cxnSpLocks/>
              <a:stCxn id="77" idx="6"/>
              <a:endCxn id="80"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cxnSpLocks/>
              <a:stCxn id="79" idx="7"/>
              <a:endCxn id="80"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cxnSpLocks/>
              <a:stCxn id="82" idx="1"/>
              <a:endCxn id="80"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cxnSpLocks/>
              <a:stCxn id="77" idx="4"/>
              <a:endCxn id="78"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5923653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28</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2E79DB7-E929-A736-9B9F-0C97448A45C2}"/>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B2E79DB7-E929-A736-9B9F-0C97448A45C2}"/>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8CD03B2-E35E-5829-5062-63424CE04592}"/>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4DF535B-8B7C-50E9-3B17-AB5F5ED1021C}"/>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8D9DF4B-495F-7877-37A3-24C3AB1B589E}"/>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3845C7C-535A-101D-F94D-045E23922E3E}"/>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14F4BA-54FF-FD69-0117-2AF39221CD79}"/>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7F46536-A9CC-558D-CB8F-7992B9D186A3}"/>
                </a:ext>
              </a:extLst>
            </p:cNvPr>
            <p:cNvCxnSpPr>
              <a:stCxn id="39" idx="2"/>
              <a:endCxn id="36" idx="5"/>
            </p:cNvCxnSpPr>
            <p:nvPr/>
          </p:nvCxnSpPr>
          <p:spPr>
            <a:xfrm flipH="1" flipV="1">
              <a:off x="1477469" y="6086626"/>
              <a:ext cx="1369411" cy="565311"/>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E8C0499-A5F2-2F48-2AE0-D82B792C8089}"/>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7721A20-4F51-C700-9E79-937818B26741}"/>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1C78FBE-81AB-5C9A-3A9D-5106AC0F194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F208EF4-4F04-7BB6-8F0F-228678852CD1}"/>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ED7223E-38C3-9A15-87F8-604047CC7C8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658522-4C9D-BB5C-CFED-BCCE8ECC25E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1920811-4C3B-097E-A12A-BE6EA00B2181}"/>
                </a:ext>
              </a:extLst>
            </p:cNvPr>
            <p:cNvCxnSpPr>
              <a:stCxn id="41" idx="1"/>
              <a:endCxn id="42" idx="5"/>
            </p:cNvCxnSpPr>
            <p:nvPr/>
          </p:nvCxnSpPr>
          <p:spPr>
            <a:xfrm flipH="1" flipV="1">
              <a:off x="5744700" y="4187258"/>
              <a:ext cx="861544" cy="674868"/>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E6B8860-B79A-FE0A-326E-7601FDA487B3}"/>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DA7DB8A-A8F2-9FEA-B535-3CD31FDB516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EE94DEFC-961D-00E3-F54E-37AE1C7560DC}"/>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BEE443A1-4920-D2A0-1778-929159E28E70}"/>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1C2754D-F561-8CED-2397-3683424ED1FF}"/>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3F9F2575-CFB3-7B20-EFC0-CC3B1F4DC6F5}"/>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6C95BEB0-231B-1CD4-30E2-4C9B5803835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9E7042E2-70C4-9FA4-E781-623BC9292D46}"/>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4B057C2C-D58C-5783-E515-F0B9C6F1D93F}"/>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DF8CAFB-35BD-2627-F868-A94D47CA82E3}"/>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FC404C2B-31DC-15CA-31DF-3E5E54DB851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36F4CDF4-7887-BD6B-D7DD-E802D9BE434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66D69EEE-A5A2-31C3-F151-1D77A7A2604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D2CC2DD-3C29-03A6-A78C-75B1356B87EB}"/>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CCD0205D-7BEB-9F8D-CA0F-443D07A9FC10}"/>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BA1795F-9268-FE46-D84B-F9003BCF6DCE}"/>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A8CDE96D-FED8-F3B0-1865-08026CC50D1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24592C7B-9B03-CAC6-BFC4-69DE83C1997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475AB00F-DCB3-D82D-F38F-E752D0E2FDD5}"/>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DF9BE55B-F3A1-4C48-1697-6D1039159C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54DE304D-A193-2721-4964-C8C9769F04A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00E5B77C-D8B7-99FB-261F-F13D6D1247C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7687A341-5414-2B8B-2FBA-476F8A70469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6F559764-D7B8-72F5-9896-6C4646815FCF}"/>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E30BB390-B5A8-74B5-7B5C-B41D822C9A76}"/>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9284502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29</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385FD1-611D-F083-5838-37577C27B65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9385FD1-611D-F083-5838-37577C27B65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1F9377AE-8EEF-436F-D05F-66007B5EBC9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E7CD9B95-94D3-07F7-94DD-4992E0E340D5}"/>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91A553B-DB38-58DB-51D3-AAEA2F9FAC23}"/>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974A5FB-1A1F-777F-F33D-2B62F6522B08}"/>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D85A647-1A66-3366-468B-31891716924E}"/>
                </a:ext>
              </a:extLst>
            </p:cNvPr>
            <p:cNvCxnSpPr>
              <a:stCxn id="37" idx="3"/>
              <a:endCxn id="36" idx="7"/>
            </p:cNvCxnSpPr>
            <p:nvPr/>
          </p:nvCxnSpPr>
          <p:spPr>
            <a:xfrm flipH="1">
              <a:off x="1477469" y="4930617"/>
              <a:ext cx="1172042" cy="79307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39AB73F-51B0-EDD6-39C5-CD1751C40047}"/>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1A5C45C-CD73-3EC8-9A6B-CB4EFF58D15C}"/>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6172D13-F2A5-45CA-C8AD-E9AE3417F48A}"/>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63FA25-9817-DB5F-F164-AB9971AFC918}"/>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FA29A9C-EA2D-AE4A-64F0-323C9B2786B8}"/>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9B8EA1C-E594-449F-DD12-B8CC7AF98C7C}"/>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6F07FBB-75E9-88AB-82A1-7148771ECBC4}"/>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DDB66C8-CE7D-02F7-2482-F7C51A9B210C}"/>
                </a:ext>
              </a:extLst>
            </p:cNvPr>
            <p:cNvCxnSpPr>
              <a:stCxn id="41" idx="1"/>
              <a:endCxn id="42" idx="5"/>
            </p:cNvCxnSpPr>
            <p:nvPr/>
          </p:nvCxnSpPr>
          <p:spPr>
            <a:xfrm flipH="1" flipV="1">
              <a:off x="5744700" y="4187258"/>
              <a:ext cx="861544" cy="674868"/>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798CFAB-C630-E1A3-8C73-7C67BB41A33C}"/>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87214CE-A90C-71BA-B15A-83A919EDA9BA}"/>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82CFF9FE-FDCD-4DF8-DA2F-FF80A922E521}"/>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DAE18296-FAF2-85F8-7D7B-E9A1B61E7D3A}"/>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9322598-DDE7-0190-020A-49C9E75A5EA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26820625-07E1-5AE9-5D91-B15F908B5E6A}"/>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459D47C6-AA36-1847-F3E9-1DC92971201D}"/>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784B587E-825E-DE0B-6035-1E0C23BEE8EE}"/>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8076AEC-A8E4-5C81-E47A-2484871E6F4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D0E6D821-A520-5959-12CB-397949EEF4E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B340E19F-1638-5424-38B2-E08B6FCAFEEA}"/>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7E57AD65-EED6-7BFF-B633-C90AA207D80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9E5D73C-C30F-BAF5-DDC7-037F7FB1EF72}"/>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C3EF1375-DD75-27CC-20B9-5C0970298AFE}"/>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44B870A-EB0C-9EA8-2144-8E74C6CA1AB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533904-594F-55F8-0B7E-F667ECE76F8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09FA5395-9253-FAFB-898B-BDE52F83FA5A}"/>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A5DAE6D6-B337-8334-7298-6C6526E762BF}"/>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FEA68540-B191-57C1-5A77-202C1FD30F86}"/>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E472F004-FE53-7F8E-15E7-2465F7AABEA0}"/>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C817CF0-A2B3-F786-8C42-D4BC84661A4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AAC17C6D-E688-99C7-AD30-18E5A010C68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DD8307A5-0FC0-7CC9-21B3-46BE0AB7D6B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0B7B6ACB-6643-D7BE-AABD-CFA5E6593BD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0DD7F9B6-C51D-F23B-ADCF-039296BFFD03}"/>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3716905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30</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6E68DE-75DC-FA16-0256-FF11F6BA5AD1}"/>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976E68DE-75DC-FA16-0256-FF11F6BA5AD1}"/>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8DD1E701-555A-0BA3-DCBA-47A41E63A7ED}"/>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691C668C-2873-62C5-8F03-5E80B99BBE80}"/>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CB17F74-22D3-B9BE-EFE3-C9C4A27B108F}"/>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167407F-D344-AA40-0125-D5F8D05B0E57}"/>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525E997-FBFB-01E2-E217-80D8944B701A}"/>
                </a:ext>
              </a:extLst>
            </p:cNvPr>
            <p:cNvCxnSpPr>
              <a:stCxn id="37" idx="3"/>
              <a:endCxn id="36" idx="7"/>
            </p:cNvCxnSpPr>
            <p:nvPr/>
          </p:nvCxnSpPr>
          <p:spPr>
            <a:xfrm flipH="1">
              <a:off x="1477469" y="4930617"/>
              <a:ext cx="1172042" cy="793073"/>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420B73C-7EAA-95CB-1803-156B32014089}"/>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2D60C6-7C00-E8F5-44E6-38B0BE6A0E3D}"/>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53F1809-12DF-C878-F53E-A24578E55D3B}"/>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CC9A28-3702-172F-48D5-D73CEB233A23}"/>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E09D42C-C048-1B74-C4EE-E4A28C20B0A9}"/>
                </a:ext>
              </a:extLst>
            </p:cNvPr>
            <p:cNvCxnSpPr>
              <a:cxnSpLocks/>
              <a:stCxn id="40" idx="1"/>
              <a:endCxn id="38" idx="4"/>
            </p:cNvCxnSpPr>
            <p:nvPr/>
          </p:nvCxnSpPr>
          <p:spPr>
            <a:xfrm flipH="1" flipV="1">
              <a:off x="4211133" y="3585751"/>
              <a:ext cx="865200" cy="262808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CB527A-9EF1-5175-33AB-1937362313DE}"/>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00589A0-CE39-580A-2081-C4A479A190B0}"/>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1131D38-B9C5-2166-C994-854FE19CCEF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4D6F622-9DEC-2247-141E-BFC9E7659150}"/>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7401B04-4089-641B-1BA5-48438633BE6F}"/>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681CE17-29B7-A27B-268D-323D971BC6D3}"/>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FAEBF0D3-EA76-478F-6E82-E393259CE80C}"/>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E0554AE6-6F2E-5904-9CD9-3E6CBAD16446}"/>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C59C001C-9A2F-4C67-4F8D-B5B70AD91283}"/>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28FB1709-9F3C-F6E0-A9EF-2841577F37D5}"/>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607C6790-7E1C-83C3-04B1-936260AA2620}"/>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7917ECD0-8E62-2D7D-C280-E05B73A5DC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70040FB0-F7AB-086D-69C2-2E6A90EACE65}"/>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7FC066B-9D5B-222D-96B8-5EB21C4E3077}"/>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D4A597D0-CF7C-E7F7-3CF9-3724DC8D0EA2}"/>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E1955133-A9B2-B2DE-50B9-94448396C1D7}"/>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2E30DC21-C497-A2C0-1BB4-4828E03238C1}"/>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865900C5-4F7B-CD13-5487-8793611F9C3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0C384C19-E181-5740-039C-3E9D7187BD07}"/>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870339FA-2C48-F022-BFA2-ECFFDF971CD6}"/>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3A46F7A6-F11B-E29B-556C-D776754198F4}"/>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1D13C1B8-1767-D08B-14B2-B65BE2BE8FB3}"/>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926592D4-A441-2DBB-137C-5C5F8C1585BF}"/>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F96E06A8-7559-26FB-A75C-53F594EBA637}"/>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CD23B269-3EF3-06CC-D41A-52B48DB2E273}"/>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5B9CFD88-04C4-D351-2108-1ED879ECFB7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8D25C125-7E46-66B4-DF7D-D4FF9E816EA4}"/>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8C29C85C-9D28-BBB2-DEE5-B0FAC4AD2DE7}"/>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10481196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31</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500AF085-92FF-369A-34CE-E6FE15C2C8D5}"/>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500AF085-92FF-369A-34CE-E6FE15C2C8D5}"/>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C96872AA-144F-8C60-CC47-17FA8A8E2CC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709329D7-51C4-54CF-419B-FFCA1D7DA04A}"/>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27630D0-96AD-6AB3-B9D8-4096865419C0}"/>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CD664EC-B58E-F868-D7BC-73AB0D38C003}"/>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F560E50-C2F3-E0BF-A8B6-BEF4D41AB947}"/>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DC57E6C-65A1-DD94-B049-9C65CD34253A}"/>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EC30A07-B393-07A2-AAD0-34E8D5A0FCFE}"/>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7ECE68-21D8-26C8-5FB6-79B0EEFF2EA4}"/>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0DDC489-2122-CBCA-929D-B06703D93E52}"/>
                </a:ext>
              </a:extLst>
            </p:cNvPr>
            <p:cNvCxnSpPr>
              <a:stCxn id="39" idx="6"/>
              <a:endCxn id="40" idx="3"/>
            </p:cNvCxnSpPr>
            <p:nvPr/>
          </p:nvCxnSpPr>
          <p:spPr>
            <a:xfrm flipV="1">
              <a:off x="3360148" y="6576771"/>
              <a:ext cx="1716185" cy="7516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401EFF8-69BD-20DE-1E5F-54EBEE82025F}"/>
                </a:ext>
              </a:extLst>
            </p:cNvPr>
            <p:cNvCxnSpPr>
              <a:cxnSpLocks/>
              <a:stCxn id="40" idx="1"/>
              <a:endCxn id="38" idx="4"/>
            </p:cNvCxnSpPr>
            <p:nvPr/>
          </p:nvCxnSpPr>
          <p:spPr>
            <a:xfrm flipH="1" flipV="1">
              <a:off x="4211133" y="3585751"/>
              <a:ext cx="865200" cy="2628084"/>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E550EA0-8C2E-4889-51E1-EFA5CF593C22}"/>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5B16CB0-ED01-6B15-D990-A80E33B5FD3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4412895-9C71-4E40-520A-DE9929B0839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00A9426-F5F7-E746-54FA-0947F1428D39}"/>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6159B5-9A07-526E-0186-51772DCC2ACC}"/>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531F2BEB-061A-330D-3A68-5BA85E611292}"/>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46BDDF39-E59E-2AA9-7C57-1E347E69B18B}"/>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085D115-EBEB-85D8-F68D-D5003714D7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D0B09A8B-C19A-2B0D-3D0C-B8C4ACE2104C}"/>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C94C7522-6D1A-73EB-212C-C8318CA47B88}"/>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EFC7A2AD-6F48-D34F-3EDF-1C25158D4D7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EC6998F7-3AFD-8B4A-4A7D-2E06761537E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EE8D6CCF-7413-CB37-E19E-AAD6C25C97C7}"/>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9C010B3B-6988-80BB-5920-9F2978EB90A6}"/>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C0E0B98B-4AE1-DD4E-BC1B-D3B62CC47A3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C6DFDECB-37AF-DFA6-DD96-81FFA9959A61}"/>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16FC31FA-9F92-9F3C-7B6B-FE8FB154C792}"/>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4F179521-D120-F662-2F15-BF1ECEF12869}"/>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7F3CBC88-6234-1113-D186-DC2C667F4E4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9DD6F450-AEC0-0FC4-15DE-3545704D2F9B}"/>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5FFCA9F-5331-F108-B305-59482DE4CDB2}"/>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5B5FF919-B977-73E4-7CF4-5B87A78D8EAF}"/>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567A1B40-FF0F-CB24-D083-E7F304F43BFD}"/>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ADBB05E5-201B-A3B1-9D3C-B476CA1104F6}"/>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23DB8648-D0BF-BE9D-2718-3A66DB7D525B}"/>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003C71CF-FB1E-0941-2194-5E60DEA44C2D}"/>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A3AA6042-CA18-0D05-73E3-977593BCAF72}"/>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F42E533B-DFE8-F43F-A0C6-B8729D1945AA}"/>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4278507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Kruskal’s</a:t>
            </a:r>
            <a:r>
              <a:rPr lang="en-US" dirty="0"/>
              <a:t>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32</a:t>
            </a:fld>
            <a:endParaRPr lang="en-US"/>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ADE1AA1-E035-373C-7F0E-0FD7CF0B0823}"/>
                  </a:ext>
                </a:extLst>
              </p:cNvPr>
              <p:cNvSpPr txBox="1"/>
              <p:nvPr/>
            </p:nvSpPr>
            <p:spPr>
              <a:xfrm>
                <a:off x="2354178" y="1378425"/>
                <a:ext cx="7075065" cy="1384995"/>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chemeClr val="accent2">
                            <a:lumMod val="75000"/>
                          </a:schemeClr>
                        </a:solidFill>
                        <a:latin typeface="Cambria Math"/>
                      </a:rPr>
                      <m:t>𝐴</m:t>
                    </m:r>
                  </m:oMath>
                </a14:m>
                <a:endParaRPr lang="en-US" sz="2800" dirty="0">
                  <a:solidFill>
                    <a:srgbClr val="7030A0"/>
                  </a:solidFill>
                </a:endParaRPr>
              </a:p>
              <a:p>
                <a:r>
                  <a:rPr lang="en-US" sz="2800" dirty="0"/>
                  <a:t>Add to </a:t>
                </a:r>
                <a14:m>
                  <m:oMath xmlns:m="http://schemas.openxmlformats.org/officeDocument/2006/math">
                    <m:r>
                      <a:rPr lang="en-US" sz="2800" i="1" smtClean="0">
                        <a:solidFill>
                          <a:schemeClr val="accent2">
                            <a:lumMod val="75000"/>
                          </a:schemeClr>
                        </a:solidFill>
                        <a:latin typeface="Cambria Math"/>
                      </a:rPr>
                      <m:t>𝐴</m:t>
                    </m:r>
                  </m:oMath>
                </a14:m>
                <a:r>
                  <a:rPr lang="en-US" sz="2800" dirty="0"/>
                  <a:t> the </a:t>
                </a:r>
                <a:r>
                  <a:rPr lang="en-US" sz="2800" dirty="0">
                    <a:solidFill>
                      <a:srgbClr val="FF00FF"/>
                    </a:solidFill>
                  </a:rPr>
                  <a:t>lowest-weight edge that does not create a cycle</a:t>
                </a:r>
              </a:p>
            </p:txBody>
          </p:sp>
        </mc:Choice>
        <mc:Fallback xmlns="">
          <p:sp>
            <p:nvSpPr>
              <p:cNvPr id="3" name="TextBox 2">
                <a:extLst>
                  <a:ext uri="{FF2B5EF4-FFF2-40B4-BE49-F238E27FC236}">
                    <a16:creationId xmlns:a16="http://schemas.microsoft.com/office/drawing/2014/main" id="{3ADE1AA1-E035-373C-7F0E-0FD7CF0B0823}"/>
                  </a:ext>
                </a:extLst>
              </p:cNvPr>
              <p:cNvSpPr txBox="1">
                <a:spLocks noRot="1" noChangeAspect="1" noMove="1" noResize="1" noEditPoints="1" noAdjustHandles="1" noChangeArrowheads="1" noChangeShapeType="1" noTextEdit="1"/>
              </p:cNvSpPr>
              <p:nvPr/>
            </p:nvSpPr>
            <p:spPr>
              <a:xfrm>
                <a:off x="2354178" y="1378425"/>
                <a:ext cx="7075065" cy="1384995"/>
              </a:xfrm>
              <a:prstGeom prst="rect">
                <a:avLst/>
              </a:prstGeom>
              <a:blipFill>
                <a:blip r:embed="rId2"/>
                <a:stretch>
                  <a:fillRect l="-1723" t="-3965" r="-1120" b="-11894"/>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24AFBB07-135F-9A25-3017-C12F7CE2AA2B}"/>
              </a:ext>
            </a:extLst>
          </p:cNvPr>
          <p:cNvGrpSpPr/>
          <p:nvPr/>
        </p:nvGrpSpPr>
        <p:grpSpPr>
          <a:xfrm>
            <a:off x="3826554" y="2988890"/>
            <a:ext cx="4600060" cy="2787240"/>
            <a:chOff x="0" y="2862182"/>
            <a:chExt cx="7044346" cy="4268266"/>
          </a:xfrm>
        </p:grpSpPr>
        <p:cxnSp>
          <p:nvCxnSpPr>
            <p:cNvPr id="6" name="Straight Connector 5">
              <a:extLst>
                <a:ext uri="{FF2B5EF4-FFF2-40B4-BE49-F238E27FC236}">
                  <a16:creationId xmlns:a16="http://schemas.microsoft.com/office/drawing/2014/main" id="{8C97CD7D-1C11-D0C9-EC16-FC021A3B41CE}"/>
                </a:ext>
              </a:extLst>
            </p:cNvPr>
            <p:cNvCxnSpPr>
              <a:cxnSpLocks/>
              <a:stCxn id="34" idx="7"/>
              <a:endCxn id="35" idx="2"/>
            </p:cNvCxnSpPr>
            <p:nvPr/>
          </p:nvCxnSpPr>
          <p:spPr>
            <a:xfrm flipV="1">
              <a:off x="438102" y="3276727"/>
              <a:ext cx="1492916" cy="96260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2EFA558-C439-6F07-FFB6-ED0568C106D1}"/>
                </a:ext>
              </a:extLst>
            </p:cNvPr>
            <p:cNvCxnSpPr>
              <a:cxnSpLocks/>
              <a:stCxn id="35" idx="6"/>
              <a:endCxn id="38" idx="2"/>
            </p:cNvCxnSpPr>
            <p:nvPr/>
          </p:nvCxnSpPr>
          <p:spPr>
            <a:xfrm>
              <a:off x="2444286" y="3276727"/>
              <a:ext cx="1510213" cy="52389"/>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4472E43-C503-7B8C-2218-866F9921D1C9}"/>
                </a:ext>
              </a:extLst>
            </p:cNvPr>
            <p:cNvCxnSpPr>
              <a:stCxn id="34" idx="4"/>
              <a:endCxn id="36"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151349-F17F-69A3-E800-9123223CCEFE}"/>
                </a:ext>
              </a:extLst>
            </p:cNvPr>
            <p:cNvCxnSpPr>
              <a:stCxn id="37" idx="3"/>
              <a:endCxn id="36"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1DB0247-2B4C-F5C2-BE35-EA19D7F38871}"/>
                </a:ext>
              </a:extLst>
            </p:cNvPr>
            <p:cNvCxnSpPr>
              <a:stCxn id="39" idx="2"/>
              <a:endCxn id="36"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A9E4CA6-E697-2A2A-2FCF-C2C071E12F07}"/>
                </a:ext>
              </a:extLst>
            </p:cNvPr>
            <p:cNvCxnSpPr>
              <a:stCxn id="37" idx="5"/>
              <a:endCxn id="39"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25E1D61-610C-6058-7E5B-3CBFD0912125}"/>
                </a:ext>
              </a:extLst>
            </p:cNvPr>
            <p:cNvCxnSpPr>
              <a:cxnSpLocks/>
              <a:stCxn id="37" idx="7"/>
              <a:endCxn id="38" idx="3"/>
            </p:cNvCxnSpPr>
            <p:nvPr/>
          </p:nvCxnSpPr>
          <p:spPr>
            <a:xfrm flipV="1">
              <a:off x="3012448"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06E15D8-6615-86C3-B8A4-8E73213EA7FD}"/>
                </a:ext>
              </a:extLst>
            </p:cNvPr>
            <p:cNvCxnSpPr>
              <a:stCxn id="39" idx="6"/>
              <a:endCxn id="40"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B82E192-8511-E53D-4D5B-697DA24B1B49}"/>
                </a:ext>
              </a:extLst>
            </p:cNvPr>
            <p:cNvCxnSpPr>
              <a:cxnSpLocks/>
              <a:stCxn id="40" idx="1"/>
              <a:endCxn id="38"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FA2F1D6-131B-BDD2-DDDC-889D30BB3AD3}"/>
                </a:ext>
              </a:extLst>
            </p:cNvPr>
            <p:cNvCxnSpPr>
              <a:stCxn id="42" idx="2"/>
              <a:endCxn id="38"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056D66-0CFF-49CD-F54D-6EA41BAB32BE}"/>
                </a:ext>
              </a:extLst>
            </p:cNvPr>
            <p:cNvCxnSpPr>
              <a:stCxn id="40" idx="0"/>
              <a:endCxn id="42"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FCED648-FA76-9C24-35A5-551B6C657B87}"/>
                </a:ext>
              </a:extLst>
            </p:cNvPr>
            <p:cNvCxnSpPr>
              <a:stCxn id="41" idx="1"/>
              <a:endCxn id="42"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1B952C-9DDA-72FF-E118-4550F528C3ED}"/>
                </a:ext>
              </a:extLst>
            </p:cNvPr>
            <p:cNvCxnSpPr>
              <a:stCxn id="41" idx="3"/>
              <a:endCxn id="40"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A7085DBC-19CC-3D23-F0E6-9912610EE46B}"/>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0" name="TextBox 19">
              <a:extLst>
                <a:ext uri="{FF2B5EF4-FFF2-40B4-BE49-F238E27FC236}">
                  <a16:creationId xmlns:a16="http://schemas.microsoft.com/office/drawing/2014/main" id="{4EF7E69A-D521-2F46-6710-6D04A0308A05}"/>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1" name="TextBox 20">
              <a:extLst>
                <a:ext uri="{FF2B5EF4-FFF2-40B4-BE49-F238E27FC236}">
                  <a16:creationId xmlns:a16="http://schemas.microsoft.com/office/drawing/2014/main" id="{80A4B4C4-4F39-280A-37C9-800B84F2912D}"/>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2" name="TextBox 21">
              <a:extLst>
                <a:ext uri="{FF2B5EF4-FFF2-40B4-BE49-F238E27FC236}">
                  <a16:creationId xmlns:a16="http://schemas.microsoft.com/office/drawing/2014/main" id="{7A9606BF-9E7B-BEF9-431D-41A6BFDB2AE5}"/>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3" name="TextBox 22">
              <a:extLst>
                <a:ext uri="{FF2B5EF4-FFF2-40B4-BE49-F238E27FC236}">
                  <a16:creationId xmlns:a16="http://schemas.microsoft.com/office/drawing/2014/main" id="{9D4F33EC-0524-972F-613D-E7D1AA70C3E1}"/>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4" name="TextBox 23">
              <a:extLst>
                <a:ext uri="{FF2B5EF4-FFF2-40B4-BE49-F238E27FC236}">
                  <a16:creationId xmlns:a16="http://schemas.microsoft.com/office/drawing/2014/main" id="{F26B6FA1-8307-300B-6382-1122D72C8573}"/>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5" name="TextBox 24">
              <a:extLst>
                <a:ext uri="{FF2B5EF4-FFF2-40B4-BE49-F238E27FC236}">
                  <a16:creationId xmlns:a16="http://schemas.microsoft.com/office/drawing/2014/main" id="{2B229179-4F05-EA99-516E-FF7FFA9A65D2}"/>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6" name="TextBox 25">
              <a:extLst>
                <a:ext uri="{FF2B5EF4-FFF2-40B4-BE49-F238E27FC236}">
                  <a16:creationId xmlns:a16="http://schemas.microsoft.com/office/drawing/2014/main" id="{9D75E26E-08F0-5697-E95C-50A1CFEF913C}"/>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27" name="TextBox 26">
              <a:extLst>
                <a:ext uri="{FF2B5EF4-FFF2-40B4-BE49-F238E27FC236}">
                  <a16:creationId xmlns:a16="http://schemas.microsoft.com/office/drawing/2014/main" id="{BB0C7C04-9080-C4F4-664F-0E6309EE3726}"/>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28" name="TextBox 27">
              <a:extLst>
                <a:ext uri="{FF2B5EF4-FFF2-40B4-BE49-F238E27FC236}">
                  <a16:creationId xmlns:a16="http://schemas.microsoft.com/office/drawing/2014/main" id="{2F309E75-593B-D646-D4DC-24CF7D6E584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29" name="TextBox 28">
              <a:extLst>
                <a:ext uri="{FF2B5EF4-FFF2-40B4-BE49-F238E27FC236}">
                  <a16:creationId xmlns:a16="http://schemas.microsoft.com/office/drawing/2014/main" id="{14425C54-DADA-98F7-A17F-CD1415547073}"/>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0" name="TextBox 29">
              <a:extLst>
                <a:ext uri="{FF2B5EF4-FFF2-40B4-BE49-F238E27FC236}">
                  <a16:creationId xmlns:a16="http://schemas.microsoft.com/office/drawing/2014/main" id="{92266B43-9ED0-67C3-5764-5FCB000DFA78}"/>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1" name="TextBox 30">
              <a:extLst>
                <a:ext uri="{FF2B5EF4-FFF2-40B4-BE49-F238E27FC236}">
                  <a16:creationId xmlns:a16="http://schemas.microsoft.com/office/drawing/2014/main" id="{7058DE3B-7A27-489A-218A-6627A5998B87}"/>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2" name="Straight Connector 31">
              <a:extLst>
                <a:ext uri="{FF2B5EF4-FFF2-40B4-BE49-F238E27FC236}">
                  <a16:creationId xmlns:a16="http://schemas.microsoft.com/office/drawing/2014/main" id="{332BEEAE-23B5-E56E-79F7-CA137299DC8A}"/>
                </a:ext>
              </a:extLst>
            </p:cNvPr>
            <p:cNvCxnSpPr>
              <a:cxnSpLocks/>
              <a:stCxn id="35" idx="4"/>
              <a:endCxn id="36" idx="0"/>
            </p:cNvCxnSpPr>
            <p:nvPr/>
          </p:nvCxnSpPr>
          <p:spPr>
            <a:xfrm flipH="1">
              <a:off x="1296000"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B8BF66DE-5F29-EEE0-5694-477A14139EEC}"/>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4" name="Oval 33">
              <a:extLst>
                <a:ext uri="{FF2B5EF4-FFF2-40B4-BE49-F238E27FC236}">
                  <a16:creationId xmlns:a16="http://schemas.microsoft.com/office/drawing/2014/main" id="{28065CCE-8329-9D31-59C3-29331C40CBB4}"/>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5" name="Oval 34">
              <a:extLst>
                <a:ext uri="{FF2B5EF4-FFF2-40B4-BE49-F238E27FC236}">
                  <a16:creationId xmlns:a16="http://schemas.microsoft.com/office/drawing/2014/main" id="{50E969BE-925D-00EE-163A-25A9FBA78D1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6" name="Oval 35">
              <a:extLst>
                <a:ext uri="{FF2B5EF4-FFF2-40B4-BE49-F238E27FC236}">
                  <a16:creationId xmlns:a16="http://schemas.microsoft.com/office/drawing/2014/main" id="{B5223BE0-245C-B582-7B61-757A046257C9}"/>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7" name="Oval 36">
              <a:extLst>
                <a:ext uri="{FF2B5EF4-FFF2-40B4-BE49-F238E27FC236}">
                  <a16:creationId xmlns:a16="http://schemas.microsoft.com/office/drawing/2014/main" id="{FB3412C6-EAB5-1562-4A36-2B456E3ED0E1}"/>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38" name="Oval 37">
              <a:extLst>
                <a:ext uri="{FF2B5EF4-FFF2-40B4-BE49-F238E27FC236}">
                  <a16:creationId xmlns:a16="http://schemas.microsoft.com/office/drawing/2014/main" id="{8BBC8780-F583-FCFC-777D-8CB77060B5DE}"/>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39" name="Oval 38">
              <a:extLst>
                <a:ext uri="{FF2B5EF4-FFF2-40B4-BE49-F238E27FC236}">
                  <a16:creationId xmlns:a16="http://schemas.microsoft.com/office/drawing/2014/main" id="{8DDF98B2-96D1-A876-50B5-76753E1058FA}"/>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0" name="Oval 39">
              <a:extLst>
                <a:ext uri="{FF2B5EF4-FFF2-40B4-BE49-F238E27FC236}">
                  <a16:creationId xmlns:a16="http://schemas.microsoft.com/office/drawing/2014/main" id="{1E42F507-1ACA-CF98-B7CB-BC4EFD1950C3}"/>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1" name="Oval 40">
              <a:extLst>
                <a:ext uri="{FF2B5EF4-FFF2-40B4-BE49-F238E27FC236}">
                  <a16:creationId xmlns:a16="http://schemas.microsoft.com/office/drawing/2014/main" id="{97AB6A15-A1F2-2C8A-E5E2-E54BA45AB2B6}"/>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2" name="Oval 41">
              <a:extLst>
                <a:ext uri="{FF2B5EF4-FFF2-40B4-BE49-F238E27FC236}">
                  <a16:creationId xmlns:a16="http://schemas.microsoft.com/office/drawing/2014/main" id="{C2E59C4F-8624-4625-CF9F-41986322418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p:spTree>
    <p:extLst>
      <p:ext uri="{BB962C8B-B14F-4D97-AF65-F5344CB8AC3E}">
        <p14:creationId xmlns:p14="http://schemas.microsoft.com/office/powerpoint/2010/main" val="29807069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CF2E1-BEFD-5725-B25A-C1E68B94FF9A}"/>
              </a:ext>
            </a:extLst>
          </p:cNvPr>
          <p:cNvSpPr>
            <a:spLocks noGrp="1"/>
          </p:cNvSpPr>
          <p:nvPr>
            <p:ph type="title"/>
          </p:nvPr>
        </p:nvSpPr>
        <p:spPr/>
        <p:txBody>
          <a:bodyPr/>
          <a:lstStyle/>
          <a:p>
            <a:r>
              <a:rPr lang="en-US" dirty="0"/>
              <a:t>Correctness of Kruskal’s Algorithm</a:t>
            </a:r>
          </a:p>
        </p:txBody>
      </p:sp>
      <p:sp>
        <p:nvSpPr>
          <p:cNvPr id="3" name="Content Placeholder 2">
            <a:extLst>
              <a:ext uri="{FF2B5EF4-FFF2-40B4-BE49-F238E27FC236}">
                <a16:creationId xmlns:a16="http://schemas.microsoft.com/office/drawing/2014/main" id="{83C573EA-C085-E3EC-ED94-ACFD4D8F7CBF}"/>
              </a:ext>
            </a:extLst>
          </p:cNvPr>
          <p:cNvSpPr>
            <a:spLocks noGrp="1"/>
          </p:cNvSpPr>
          <p:nvPr>
            <p:ph idx="1"/>
          </p:nvPr>
        </p:nvSpPr>
        <p:spPr/>
        <p:txBody>
          <a:bodyPr/>
          <a:lstStyle/>
          <a:p>
            <a:r>
              <a:rPr lang="en-US" dirty="0"/>
              <a:t>It’s sufficient to just show that it follows the template of our “General MST Algorithm”</a:t>
            </a:r>
          </a:p>
          <a:p>
            <a:pPr lvl="1"/>
            <a:r>
              <a:rPr lang="en-US" dirty="0"/>
              <a:t>Show that for every edge chosen, it is the least-weight edge which crosses some cut that respects all already-chosen edges.</a:t>
            </a:r>
          </a:p>
        </p:txBody>
      </p:sp>
    </p:spTree>
    <p:extLst>
      <p:ext uri="{BB962C8B-B14F-4D97-AF65-F5344CB8AC3E}">
        <p14:creationId xmlns:p14="http://schemas.microsoft.com/office/powerpoint/2010/main" val="9973857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4725B319-DD00-44D1-E794-5A351AE79045}"/>
              </a:ext>
            </a:extLst>
          </p:cNvPr>
          <p:cNvSpPr/>
          <p:nvPr/>
        </p:nvSpPr>
        <p:spPr>
          <a:xfrm rot="20582944">
            <a:off x="3518844" y="3364566"/>
            <a:ext cx="1084490" cy="3270354"/>
          </a:xfrm>
          <a:prstGeom prst="roundRect">
            <a:avLst/>
          </a:prstGeom>
          <a:solidFill>
            <a:srgbClr val="BFEBFB"/>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Proof of Kruskal’s Algorithm</a:t>
            </a:r>
          </a:p>
        </p:txBody>
      </p:sp>
      <p:sp>
        <p:nvSpPr>
          <p:cNvPr id="4" name="Slide Number Placeholder 3"/>
          <p:cNvSpPr>
            <a:spLocks noGrp="1"/>
          </p:cNvSpPr>
          <p:nvPr>
            <p:ph type="sldNum" sz="quarter" idx="12"/>
          </p:nvPr>
        </p:nvSpPr>
        <p:spPr/>
        <p:txBody>
          <a:bodyPr/>
          <a:lstStyle/>
          <a:p>
            <a:fld id="{86BADE50-950A-4D58-BFB2-FA2C6A8B385D}" type="slidenum">
              <a:rPr lang="en-US" smtClean="0"/>
              <a:t>34</a:t>
            </a:fld>
            <a:endParaRPr lang="en-US"/>
          </a:p>
        </p:txBody>
      </p:sp>
      <p:grpSp>
        <p:nvGrpSpPr>
          <p:cNvPr id="47" name="Group 46"/>
          <p:cNvGrpSpPr/>
          <p:nvPr/>
        </p:nvGrpSpPr>
        <p:grpSpPr>
          <a:xfrm>
            <a:off x="952562" y="3559821"/>
            <a:ext cx="4600060" cy="2787240"/>
            <a:chOff x="0" y="2862182"/>
            <a:chExt cx="7044346" cy="4268266"/>
          </a:xfrm>
        </p:grpSpPr>
        <p:cxnSp>
          <p:nvCxnSpPr>
            <p:cNvPr id="48" name="Straight Connector 47"/>
            <p:cNvCxnSpPr>
              <a:stCxn id="76" idx="7"/>
              <a:endCxn id="77"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77" idx="6"/>
              <a:endCxn id="80"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76" idx="4"/>
              <a:endCxn id="78"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79" idx="3"/>
              <a:endCxn id="78"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81" idx="2"/>
              <a:endCxn id="78"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79" idx="5"/>
              <a:endCxn id="81"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79" idx="7"/>
              <a:endCxn id="80"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81" idx="6"/>
              <a:endCxn id="82"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82" idx="1"/>
              <a:endCxn id="80"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84" idx="2"/>
              <a:endCxn id="80"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82" idx="0"/>
              <a:endCxn id="84"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83" idx="1"/>
              <a:endCxn id="84"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83" idx="3"/>
              <a:endCxn id="82"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62" name="TextBox 61"/>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63" name="TextBox 62"/>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64" name="TextBox 63"/>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65" name="TextBox 64"/>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66" name="TextBox 65"/>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67" name="TextBox 66"/>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68" name="TextBox 67"/>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69" name="TextBox 68"/>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70" name="TextBox 69"/>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71" name="TextBox 70"/>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72" name="TextBox 71"/>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73" name="TextBox 72"/>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74" name="Straight Connector 73"/>
            <p:cNvCxnSpPr>
              <a:stCxn id="77" idx="4"/>
              <a:endCxn id="78"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76" name="Oval 75"/>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7" name="Oval 76"/>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78" name="Oval 77"/>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79" name="Oval 78"/>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0" name="Oval 79"/>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81" name="Oval 80"/>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82" name="Oval 81"/>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83" name="Oval 82"/>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84" name="Oval 83"/>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xmlns:a14="http://schemas.microsoft.com/office/drawing/2010/main">
        <mc:Choice Requires="a14">
          <p:sp>
            <p:nvSpPr>
              <p:cNvPr id="44" name="TextBox 43"/>
              <p:cNvSpPr txBox="1"/>
              <p:nvPr/>
            </p:nvSpPr>
            <p:spPr>
              <a:xfrm>
                <a:off x="709131" y="1376502"/>
                <a:ext cx="6682270" cy="1569660"/>
              </a:xfrm>
              <a:prstGeom prst="rect">
                <a:avLst/>
              </a:prstGeom>
              <a:noFill/>
            </p:spPr>
            <p:txBody>
              <a:bodyPr wrap="square" rtlCol="0">
                <a:spAutoFit/>
              </a:bodyPr>
              <a:lstStyle/>
              <a:p>
                <a:r>
                  <a:rPr lang="en-US" sz="2400" dirty="0"/>
                  <a:t>Start with an empty tree </a:t>
                </a:r>
                <a14:m>
                  <m:oMath xmlns:m="http://schemas.openxmlformats.org/officeDocument/2006/math">
                    <m:r>
                      <a:rPr lang="en-US" sz="2400" i="1" smtClean="0">
                        <a:solidFill>
                          <a:schemeClr val="accent2">
                            <a:lumMod val="75000"/>
                          </a:schemeClr>
                        </a:solidFill>
                        <a:latin typeface="Cambria Math"/>
                      </a:rPr>
                      <m:t>𝐴</m:t>
                    </m:r>
                  </m:oMath>
                </a14:m>
                <a:endParaRPr lang="en-US" sz="2400" dirty="0"/>
              </a:p>
              <a:p>
                <a:r>
                  <a:rPr lang="en-US" sz="2400" dirty="0"/>
                  <a:t>Repeat </a:t>
                </a:r>
                <a14:m>
                  <m:oMath xmlns:m="http://schemas.openxmlformats.org/officeDocument/2006/math">
                    <m:r>
                      <a:rPr lang="en-US" sz="2400" i="1">
                        <a:latin typeface="Cambria Math"/>
                      </a:rPr>
                      <m:t>𝑉</m:t>
                    </m:r>
                    <m:r>
                      <a:rPr lang="en-US" sz="2400" i="1">
                        <a:latin typeface="Cambria Math"/>
                      </a:rPr>
                      <m:t>−1</m:t>
                    </m:r>
                  </m:oMath>
                </a14:m>
                <a:r>
                  <a:rPr lang="en-US" sz="2400" dirty="0"/>
                  <a:t> times:</a:t>
                </a:r>
              </a:p>
              <a:p>
                <a:r>
                  <a:rPr lang="en-US" sz="24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1" y="1376502"/>
                <a:ext cx="6682270" cy="1569660"/>
              </a:xfrm>
              <a:prstGeom prst="rect">
                <a:avLst/>
              </a:prstGeom>
              <a:blipFill>
                <a:blip r:embed="rId2"/>
                <a:stretch>
                  <a:fillRect l="-1367" t="-3113" b="-8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666211" y="611774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666211" y="6117748"/>
                <a:ext cx="363882"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350691"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350691" y="5600132"/>
                <a:ext cx="412613"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14CE1E9-7A86-7C9E-C64B-238BAC41E6A5}"/>
                  </a:ext>
                </a:extLst>
              </p:cNvPr>
              <p:cNvSpPr txBox="1"/>
              <p:nvPr/>
            </p:nvSpPr>
            <p:spPr>
              <a:xfrm>
                <a:off x="6697090" y="1322145"/>
                <a:ext cx="5210772" cy="5016758"/>
              </a:xfrm>
              <a:prstGeom prst="rect">
                <a:avLst/>
              </a:prstGeom>
              <a:noFill/>
            </p:spPr>
            <p:txBody>
              <a:bodyPr wrap="square" rtlCol="0">
                <a:spAutoFit/>
              </a:bodyPr>
              <a:lstStyle/>
              <a:p>
                <a:r>
                  <a:rPr lang="en-US" sz="2000" b="1" dirty="0"/>
                  <a:t>Proof: </a:t>
                </a:r>
                <a:r>
                  <a:rPr lang="en-US" sz="2000" dirty="0"/>
                  <a:t>Suppose we have some arbitrary set of edges </a:t>
                </a:r>
                <a14:m>
                  <m:oMath xmlns:m="http://schemas.openxmlformats.org/officeDocument/2006/math">
                    <m:r>
                      <a:rPr lang="en-US" sz="2000" b="0" i="1" smtClean="0">
                        <a:solidFill>
                          <a:schemeClr val="accent2">
                            <a:lumMod val="75000"/>
                          </a:schemeClr>
                        </a:solidFill>
                        <a:latin typeface="Cambria Math" panose="02040503050406030204" pitchFamily="18" charset="0"/>
                      </a:rPr>
                      <m:t>𝐴</m:t>
                    </m:r>
                  </m:oMath>
                </a14:m>
                <a:r>
                  <a:rPr lang="en-US" sz="2000" dirty="0"/>
                  <a:t> that Kruskal’s has already selected to include in the MST. </a:t>
                </a:r>
                <a14:m>
                  <m:oMath xmlns:m="http://schemas.openxmlformats.org/officeDocument/2006/math">
                    <m:r>
                      <a:rPr lang="en-US" sz="2000" i="1" smtClean="0">
                        <a:solidFill>
                          <a:srgbClr val="FF00FF"/>
                        </a:solidFill>
                        <a:latin typeface="Cambria Math"/>
                      </a:rPr>
                      <m:t>𝑒</m:t>
                    </m:r>
                    <m:r>
                      <a:rPr lang="en-US" sz="2000" i="1" smtClean="0">
                        <a:solidFill>
                          <a:srgbClr val="FF00FF"/>
                        </a:solidFill>
                        <a:latin typeface="Cambria Math"/>
                      </a:rPr>
                      <m:t>=(</m:t>
                    </m:r>
                    <m:r>
                      <a:rPr lang="en-US" sz="2000" b="0" i="1" smtClean="0">
                        <a:solidFill>
                          <a:srgbClr val="FF00FF"/>
                        </a:solidFill>
                        <a:latin typeface="Cambria Math" panose="02040503050406030204" pitchFamily="18" charset="0"/>
                      </a:rPr>
                      <m:t>𝐹</m:t>
                    </m:r>
                    <m:r>
                      <a:rPr lang="en-US" sz="2000" i="1">
                        <a:solidFill>
                          <a:srgbClr val="FF00FF"/>
                        </a:solidFill>
                        <a:latin typeface="Cambria Math"/>
                      </a:rPr>
                      <m:t>,</m:t>
                    </m:r>
                    <m:r>
                      <a:rPr lang="en-US" sz="2000" b="0" i="1" smtClean="0">
                        <a:solidFill>
                          <a:srgbClr val="FF00FF"/>
                        </a:solidFill>
                        <a:latin typeface="Cambria Math" panose="02040503050406030204" pitchFamily="18" charset="0"/>
                      </a:rPr>
                      <m:t>𝐺</m:t>
                    </m:r>
                    <m:r>
                      <a:rPr lang="en-US" sz="2000" i="1">
                        <a:solidFill>
                          <a:srgbClr val="FF00FF"/>
                        </a:solidFill>
                        <a:latin typeface="Cambria Math"/>
                      </a:rPr>
                      <m:t>) </m:t>
                    </m:r>
                  </m:oMath>
                </a14:m>
                <a:r>
                  <a:rPr lang="en-US" sz="2000" dirty="0"/>
                  <a:t>is the edge Kruskal’s selects to add next</a:t>
                </a:r>
              </a:p>
              <a:p>
                <a:endParaRPr lang="en-US" sz="2000" dirty="0"/>
              </a:p>
              <a:p>
                <a:r>
                  <a:rPr lang="en-US" sz="2000" dirty="0"/>
                  <a:t>We know that there cannot exist a path from </a:t>
                </a:r>
                <a14:m>
                  <m:oMath xmlns:m="http://schemas.openxmlformats.org/officeDocument/2006/math">
                    <m:r>
                      <a:rPr lang="en-US" sz="2000" b="0" i="1" smtClean="0">
                        <a:solidFill>
                          <a:schemeClr val="tx1"/>
                        </a:solidFill>
                        <a:latin typeface="Cambria Math" panose="02040503050406030204" pitchFamily="18" charset="0"/>
                      </a:rPr>
                      <m:t>𝐹</m:t>
                    </m:r>
                    <m:r>
                      <a:rPr lang="en-US" sz="2000" b="0" i="1" smtClean="0">
                        <a:solidFill>
                          <a:schemeClr val="accent6"/>
                        </a:solidFill>
                        <a:latin typeface="Cambria Math" panose="02040503050406030204" pitchFamily="18" charset="0"/>
                      </a:rPr>
                      <m:t> </m:t>
                    </m:r>
                  </m:oMath>
                </a14:m>
                <a:r>
                  <a:rPr lang="en-US" sz="2000" dirty="0"/>
                  <a:t>to G using only edges in </a:t>
                </a:r>
                <a14:m>
                  <m:oMath xmlns:m="http://schemas.openxmlformats.org/officeDocument/2006/math">
                    <m:r>
                      <a:rPr lang="en-US" sz="2000" i="1" smtClean="0">
                        <a:solidFill>
                          <a:schemeClr val="accent2">
                            <a:lumMod val="75000"/>
                          </a:schemeClr>
                        </a:solidFill>
                        <a:latin typeface="Cambria Math" panose="02040503050406030204" pitchFamily="18" charset="0"/>
                      </a:rPr>
                      <m:t>𝐴</m:t>
                    </m:r>
                  </m:oMath>
                </a14:m>
                <a:r>
                  <a:rPr lang="en-US" sz="2000" dirty="0"/>
                  <a:t> because </a:t>
                </a:r>
                <a14:m>
                  <m:oMath xmlns:m="http://schemas.openxmlformats.org/officeDocument/2006/math">
                    <m:r>
                      <a:rPr lang="en-US" sz="2000" i="1" smtClean="0">
                        <a:solidFill>
                          <a:srgbClr val="FF00FF"/>
                        </a:solidFill>
                        <a:latin typeface="Cambria Math"/>
                      </a:rPr>
                      <m:t>𝑒</m:t>
                    </m:r>
                  </m:oMath>
                </a14:m>
                <a:r>
                  <a:rPr lang="en-US" sz="2000" dirty="0"/>
                  <a:t> does not cause a cycle</a:t>
                </a:r>
              </a:p>
              <a:p>
                <a:endParaRPr lang="en-US" sz="2000" dirty="0"/>
              </a:p>
              <a:p>
                <a:r>
                  <a:rPr lang="en-US" sz="2000" dirty="0"/>
                  <a:t>We can cut the graph therefore into 2 disjoint sets: </a:t>
                </a:r>
              </a:p>
              <a:p>
                <a:pPr marL="342900" indent="-342900">
                  <a:buFont typeface="Arial" panose="020B0604020202020204" pitchFamily="34" charset="0"/>
                  <a:buChar char="•"/>
                </a:pPr>
                <a:r>
                  <a:rPr lang="en-US" sz="2000" dirty="0">
                    <a:solidFill>
                      <a:srgbClr val="0070C0"/>
                    </a:solidFill>
                  </a:rPr>
                  <a:t>nodes reachable from G using edges in </a:t>
                </a:r>
                <a14:m>
                  <m:oMath xmlns:m="http://schemas.openxmlformats.org/officeDocument/2006/math">
                    <m:r>
                      <a:rPr lang="en-US" sz="2000" b="0" i="1" smtClean="0">
                        <a:solidFill>
                          <a:srgbClr val="0070C0"/>
                        </a:solidFill>
                        <a:latin typeface="Cambria Math" panose="02040503050406030204" pitchFamily="18" charset="0"/>
                      </a:rPr>
                      <m:t>𝐴</m:t>
                    </m:r>
                  </m:oMath>
                </a14:m>
                <a:endParaRPr lang="en-US" sz="2000" dirty="0"/>
              </a:p>
              <a:p>
                <a:pPr marL="342900" indent="-342900">
                  <a:buFont typeface="Arial" panose="020B0604020202020204" pitchFamily="34" charset="0"/>
                  <a:buChar char="•"/>
                </a:pPr>
                <a:r>
                  <a:rPr lang="en-US" sz="2000" dirty="0"/>
                  <a:t>All other nodes</a:t>
                </a:r>
              </a:p>
              <a:p>
                <a:pPr marL="342900" indent="-342900">
                  <a:buFont typeface="Arial" panose="020B0604020202020204" pitchFamily="34" charset="0"/>
                  <a:buChar char="•"/>
                </a:pPr>
                <a:endParaRPr lang="en-US" sz="2000" dirty="0"/>
              </a:p>
              <a:p>
                <a14:m>
                  <m:oMath xmlns:m="http://schemas.openxmlformats.org/officeDocument/2006/math">
                    <m:r>
                      <a:rPr lang="en-US" sz="2000" b="0" i="1" smtClean="0">
                        <a:solidFill>
                          <a:srgbClr val="FF00FF"/>
                        </a:solidFill>
                        <a:latin typeface="Cambria Math" panose="02040503050406030204" pitchFamily="18" charset="0"/>
                      </a:rPr>
                      <m:t>𝑒</m:t>
                    </m:r>
                  </m:oMath>
                </a14:m>
                <a:r>
                  <a:rPr lang="en-US" sz="2000" dirty="0"/>
                  <a:t> is the minimum cost edge that crosses this cut, so by the Cut Theorem, Kruskal’s is optimal!</a:t>
                </a:r>
              </a:p>
            </p:txBody>
          </p:sp>
        </mc:Choice>
        <mc:Fallback xmlns="">
          <p:sp>
            <p:nvSpPr>
              <p:cNvPr id="8" name="TextBox 7">
                <a:extLst>
                  <a:ext uri="{FF2B5EF4-FFF2-40B4-BE49-F238E27FC236}">
                    <a16:creationId xmlns:a16="http://schemas.microsoft.com/office/drawing/2014/main" id="{514CE1E9-7A86-7C9E-C64B-238BAC41E6A5}"/>
                  </a:ext>
                </a:extLst>
              </p:cNvPr>
              <p:cNvSpPr txBox="1">
                <a:spLocks noRot="1" noChangeAspect="1" noMove="1" noResize="1" noEditPoints="1" noAdjustHandles="1" noChangeArrowheads="1" noChangeShapeType="1" noTextEdit="1"/>
              </p:cNvSpPr>
              <p:nvPr/>
            </p:nvSpPr>
            <p:spPr>
              <a:xfrm>
                <a:off x="6697090" y="1322145"/>
                <a:ext cx="5210772" cy="5016758"/>
              </a:xfrm>
              <a:prstGeom prst="rect">
                <a:avLst/>
              </a:prstGeom>
              <a:blipFill>
                <a:blip r:embed="rId5"/>
                <a:stretch>
                  <a:fillRect l="-1288" t="-729" r="-2108" b="-1215"/>
                </a:stretch>
              </a:blipFill>
            </p:spPr>
            <p:txBody>
              <a:bodyPr/>
              <a:lstStyle/>
              <a:p>
                <a:r>
                  <a:rPr lang="en-US">
                    <a:noFill/>
                  </a:rPr>
                  <a:t> </a:t>
                </a:r>
              </a:p>
            </p:txBody>
          </p:sp>
        </mc:Fallback>
      </mc:AlternateContent>
    </p:spTree>
    <p:extLst>
      <p:ext uri="{BB962C8B-B14F-4D97-AF65-F5344CB8AC3E}">
        <p14:creationId xmlns:p14="http://schemas.microsoft.com/office/powerpoint/2010/main" val="274126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2"/>
          <p:cNvSpPr/>
          <p:nvPr/>
        </p:nvSpPr>
        <p:spPr>
          <a:xfrm>
            <a:off x="4642513" y="3505200"/>
            <a:ext cx="2906973" cy="2934268"/>
          </a:xfrm>
          <a:custGeom>
            <a:avLst/>
            <a:gdLst>
              <a:gd name="connsiteX0" fmla="*/ 0 w 2906973"/>
              <a:gd name="connsiteY0" fmla="*/ 0 h 2934268"/>
              <a:gd name="connsiteX1" fmla="*/ 614149 w 2906973"/>
              <a:gd name="connsiteY1" fmla="*/ 2934268 h 2934268"/>
              <a:gd name="connsiteX2" fmla="*/ 1937982 w 2906973"/>
              <a:gd name="connsiteY2" fmla="*/ 2825086 h 2934268"/>
              <a:gd name="connsiteX3" fmla="*/ 2906973 w 2906973"/>
              <a:gd name="connsiteY3" fmla="*/ 1596788 h 2934268"/>
              <a:gd name="connsiteX4" fmla="*/ 1405719 w 2906973"/>
              <a:gd name="connsiteY4" fmla="*/ 68238 h 2934268"/>
              <a:gd name="connsiteX5" fmla="*/ 0 w 2906973"/>
              <a:gd name="connsiteY5" fmla="*/ 0 h 2934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6973" h="2934268">
                <a:moveTo>
                  <a:pt x="0" y="0"/>
                </a:moveTo>
                <a:lnTo>
                  <a:pt x="614149" y="2934268"/>
                </a:lnTo>
                <a:lnTo>
                  <a:pt x="1937982" y="2825086"/>
                </a:lnTo>
                <a:lnTo>
                  <a:pt x="2906973" y="1596788"/>
                </a:lnTo>
                <a:lnTo>
                  <a:pt x="1405719" y="68238"/>
                </a:lnTo>
                <a:lnTo>
                  <a:pt x="0" y="0"/>
                </a:lnTo>
                <a:close/>
              </a:path>
            </a:pathLst>
          </a:custGeom>
          <a:solidFill>
            <a:srgbClr val="00B0F0">
              <a:alpha val="2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normAutofit/>
          </a:bodyPr>
          <a:lstStyle/>
          <a:p>
            <a:r>
              <a:rPr lang="en-US" dirty="0"/>
              <a:t>Kruskal’s Algorithm Runtime</a:t>
            </a:r>
          </a:p>
        </p:txBody>
      </p:sp>
      <p:sp>
        <p:nvSpPr>
          <p:cNvPr id="4" name="Slide Number Placeholder 3"/>
          <p:cNvSpPr>
            <a:spLocks noGrp="1"/>
          </p:cNvSpPr>
          <p:nvPr>
            <p:ph type="sldNum" sz="quarter" idx="12"/>
          </p:nvPr>
        </p:nvSpPr>
        <p:spPr/>
        <p:txBody>
          <a:bodyPr/>
          <a:lstStyle/>
          <a:p>
            <a:fld id="{86BADE50-950A-4D58-BFB2-FA2C6A8B385D}" type="slidenum">
              <a:rPr lang="en-US" smtClean="0"/>
              <a:t>35</a:t>
            </a:fld>
            <a:endParaRPr lang="en-US"/>
          </a:p>
        </p:txBody>
      </p:sp>
      <mc:AlternateContent xmlns:mc="http://schemas.openxmlformats.org/markup-compatibility/2006" xmlns:a14="http://schemas.microsoft.com/office/drawing/2010/main">
        <mc:Choice Requires="a14">
          <p:sp>
            <p:nvSpPr>
              <p:cNvPr id="44" name="TextBox 43"/>
              <p:cNvSpPr txBox="1"/>
              <p:nvPr/>
            </p:nvSpPr>
            <p:spPr>
              <a:xfrm>
                <a:off x="709130" y="1376502"/>
                <a:ext cx="7075065" cy="1815882"/>
              </a:xfrm>
              <a:prstGeom prst="rect">
                <a:avLst/>
              </a:prstGeom>
              <a:noFill/>
            </p:spPr>
            <p:txBody>
              <a:bodyPr wrap="square" rtlCol="0">
                <a:spAutoFit/>
              </a:bodyPr>
              <a:lstStyle/>
              <a:p>
                <a:r>
                  <a:rPr lang="en-US" sz="2800" dirty="0"/>
                  <a:t>Start with an empty tree </a:t>
                </a:r>
                <a14:m>
                  <m:oMath xmlns:m="http://schemas.openxmlformats.org/officeDocument/2006/math">
                    <m:r>
                      <a:rPr lang="en-US" sz="2800" i="1" smtClean="0">
                        <a:solidFill>
                          <a:srgbClr val="7030A0"/>
                        </a:solidFill>
                        <a:latin typeface="Cambria Math"/>
                      </a:rPr>
                      <m:t>𝐴</m:t>
                    </m:r>
                  </m:oMath>
                </a14:m>
                <a:endParaRPr lang="en-US" sz="2800" dirty="0"/>
              </a:p>
              <a:p>
                <a:r>
                  <a:rPr lang="en-US" sz="2800" dirty="0"/>
                  <a:t>Repeat </a:t>
                </a:r>
                <a14:m>
                  <m:oMath xmlns:m="http://schemas.openxmlformats.org/officeDocument/2006/math">
                    <m:r>
                      <a:rPr lang="en-US" sz="2800" i="1">
                        <a:latin typeface="Cambria Math"/>
                      </a:rPr>
                      <m:t>𝑉</m:t>
                    </m:r>
                    <m:r>
                      <a:rPr lang="en-US" sz="2800" i="1">
                        <a:latin typeface="Cambria Math"/>
                      </a:rPr>
                      <m:t>−1</m:t>
                    </m:r>
                  </m:oMath>
                </a14:m>
                <a:r>
                  <a:rPr lang="en-US" sz="2800" dirty="0"/>
                  <a:t> times:</a:t>
                </a:r>
              </a:p>
              <a:p>
                <a:r>
                  <a:rPr lang="en-US" sz="2800" dirty="0"/>
                  <a:t>	Add the min-weight edge that doesn’t 		cause a cycle</a:t>
                </a:r>
              </a:p>
            </p:txBody>
          </p:sp>
        </mc:Choice>
        <mc:Fallback xmlns="">
          <p:sp>
            <p:nvSpPr>
              <p:cNvPr id="44" name="TextBox 43"/>
              <p:cNvSpPr txBox="1">
                <a:spLocks noRot="1" noChangeAspect="1" noMove="1" noResize="1" noEditPoints="1" noAdjustHandles="1" noChangeArrowheads="1" noChangeShapeType="1" noTextEdit="1"/>
              </p:cNvSpPr>
              <p:nvPr/>
            </p:nvSpPr>
            <p:spPr>
              <a:xfrm>
                <a:off x="709130" y="1376502"/>
                <a:ext cx="7075065" cy="1815882"/>
              </a:xfrm>
              <a:prstGeom prst="rect">
                <a:avLst/>
              </a:prstGeom>
              <a:blipFill>
                <a:blip r:embed="rId3"/>
                <a:stretch>
                  <a:fillRect l="-1723" t="-3356" b="-87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6275964" y="5975508"/>
                <a:ext cx="3638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chemeClr val="accent1"/>
                          </a:solidFill>
                          <a:latin typeface="Cambria Math"/>
                        </a:rPr>
                        <m:t>𝑆</m:t>
                      </m:r>
                    </m:oMath>
                  </m:oMathPara>
                </a14:m>
                <a:endParaRPr lang="en-US" dirty="0">
                  <a:solidFill>
                    <a:schemeClr val="accent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6275964" y="5975508"/>
                <a:ext cx="363882"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716604" y="5600132"/>
                <a:ext cx="41261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FF00FF"/>
                          </a:solidFill>
                          <a:latin typeface="Cambria Math"/>
                        </a:rPr>
                        <m:t>𝑒</m:t>
                      </m:r>
                    </m:oMath>
                  </m:oMathPara>
                </a14:m>
                <a:endParaRPr lang="en-US" sz="2400" dirty="0">
                  <a:solidFill>
                    <a:srgbClr val="FF00FF"/>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716604" y="5600132"/>
                <a:ext cx="412613"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7998521" y="2450205"/>
                <a:ext cx="3960291" cy="1200329"/>
              </a:xfrm>
              <a:prstGeom prst="rect">
                <a:avLst/>
              </a:prstGeom>
              <a:noFill/>
            </p:spPr>
            <p:txBody>
              <a:bodyPr wrap="square" rtlCol="0">
                <a:spAutoFit/>
              </a:bodyPr>
              <a:lstStyle/>
              <a:p>
                <a:r>
                  <a:rPr lang="en-US" sz="2400" dirty="0">
                    <a:solidFill>
                      <a:schemeClr val="accent6">
                        <a:lumMod val="75000"/>
                      </a:schemeClr>
                    </a:solidFill>
                  </a:rPr>
                  <a:t>Keep edges in a Disjoint-set data structure (very fancy)</a:t>
                </a:r>
              </a:p>
              <a:p>
                <a:pPr/>
                <a14:m>
                  <m:oMathPara xmlns:m="http://schemas.openxmlformats.org/officeDocument/2006/math">
                    <m:oMathParaPr>
                      <m:jc m:val="centerGroup"/>
                    </m:oMathParaPr>
                    <m:oMath xmlns:m="http://schemas.openxmlformats.org/officeDocument/2006/math">
                      <m:r>
                        <a:rPr lang="en-US" sz="2400" i="1">
                          <a:solidFill>
                            <a:schemeClr val="accent6">
                              <a:lumMod val="75000"/>
                            </a:schemeClr>
                          </a:solidFill>
                          <a:latin typeface="Cambria Math"/>
                        </a:rPr>
                        <m:t>𝑂</m:t>
                      </m:r>
                      <m:d>
                        <m:dPr>
                          <m:ctrlPr>
                            <a:rPr lang="en-US" sz="2400" i="1">
                              <a:solidFill>
                                <a:schemeClr val="accent6">
                                  <a:lumMod val="75000"/>
                                </a:schemeClr>
                              </a:solidFill>
                              <a:latin typeface="Cambria Math" panose="02040503050406030204" pitchFamily="18" charset="0"/>
                            </a:rPr>
                          </m:ctrlPr>
                        </m:dPr>
                        <m:e>
                          <m:r>
                            <a:rPr lang="en-US" sz="2400" i="1">
                              <a:solidFill>
                                <a:schemeClr val="accent6">
                                  <a:lumMod val="75000"/>
                                </a:schemeClr>
                              </a:solidFill>
                              <a:latin typeface="Cambria Math"/>
                            </a:rPr>
                            <m:t>𝐸</m:t>
                          </m:r>
                          <m:r>
                            <a:rPr lang="en-US" sz="2400" i="1">
                              <a:solidFill>
                                <a:schemeClr val="accent6">
                                  <a:lumMod val="75000"/>
                                </a:schemeClr>
                              </a:solidFill>
                              <a:latin typeface="Cambria Math"/>
                            </a:rPr>
                            <m:t> </m:t>
                          </m:r>
                          <m:r>
                            <m:rPr>
                              <m:sty m:val="p"/>
                            </m:rPr>
                            <a:rPr lang="en-US" sz="2400" i="1">
                              <a:solidFill>
                                <a:schemeClr val="accent6">
                                  <a:lumMod val="75000"/>
                                </a:schemeClr>
                              </a:solidFill>
                              <a:latin typeface="Cambria Math"/>
                            </a:rPr>
                            <m:t>log</m:t>
                          </m:r>
                          <m:r>
                            <a:rPr lang="en-US" sz="2400" i="1">
                              <a:solidFill>
                                <a:schemeClr val="accent6">
                                  <a:lumMod val="75000"/>
                                </a:schemeClr>
                              </a:solidFill>
                              <a:latin typeface="Cambria Math"/>
                            </a:rPr>
                            <m:t> </m:t>
                          </m:r>
                          <m:r>
                            <a:rPr lang="en-US" sz="2400" i="1">
                              <a:solidFill>
                                <a:schemeClr val="accent6">
                                  <a:lumMod val="75000"/>
                                </a:schemeClr>
                              </a:solidFill>
                              <a:latin typeface="Cambria Math"/>
                            </a:rPr>
                            <m:t>𝑉</m:t>
                          </m:r>
                        </m:e>
                      </m:d>
                    </m:oMath>
                  </m:oMathPara>
                </a14:m>
                <a:endParaRPr lang="en-US" sz="2400" dirty="0">
                  <a:solidFill>
                    <a:schemeClr val="accent6">
                      <a:lumMod val="75000"/>
                    </a:schemeClr>
                  </a:solidFill>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7998521" y="2450205"/>
                <a:ext cx="3960291" cy="1200329"/>
              </a:xfrm>
              <a:prstGeom prst="rect">
                <a:avLst/>
              </a:prstGeom>
              <a:blipFill>
                <a:blip r:embed="rId6"/>
                <a:stretch>
                  <a:fillRect l="-2308" t="-4061" b="-609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30A89299-D1E7-0674-CB93-3AE7B8388A53}"/>
              </a:ext>
            </a:extLst>
          </p:cNvPr>
          <p:cNvGrpSpPr/>
          <p:nvPr/>
        </p:nvGrpSpPr>
        <p:grpSpPr>
          <a:xfrm>
            <a:off x="2342483" y="3578714"/>
            <a:ext cx="4600060" cy="2787240"/>
            <a:chOff x="0" y="2862182"/>
            <a:chExt cx="7044346" cy="4268266"/>
          </a:xfrm>
        </p:grpSpPr>
        <p:cxnSp>
          <p:nvCxnSpPr>
            <p:cNvPr id="9" name="Straight Connector 8">
              <a:extLst>
                <a:ext uri="{FF2B5EF4-FFF2-40B4-BE49-F238E27FC236}">
                  <a16:creationId xmlns:a16="http://schemas.microsoft.com/office/drawing/2014/main" id="{8906F559-3E37-C08E-5663-4FC40B309D0A}"/>
                </a:ext>
              </a:extLst>
            </p:cNvPr>
            <p:cNvCxnSpPr>
              <a:stCxn id="37" idx="7"/>
              <a:endCxn id="38" idx="2"/>
            </p:cNvCxnSpPr>
            <p:nvPr/>
          </p:nvCxnSpPr>
          <p:spPr>
            <a:xfrm flipV="1">
              <a:off x="438102" y="3276727"/>
              <a:ext cx="1492916" cy="962604"/>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AD237B2-319E-266D-BF25-7FD2425D0E62}"/>
                </a:ext>
              </a:extLst>
            </p:cNvPr>
            <p:cNvCxnSpPr>
              <a:stCxn id="38" idx="6"/>
              <a:endCxn id="41" idx="2"/>
            </p:cNvCxnSpPr>
            <p:nvPr/>
          </p:nvCxnSpPr>
          <p:spPr>
            <a:xfrm>
              <a:off x="2444286" y="3276727"/>
              <a:ext cx="1510213" cy="52390"/>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4588AC2-B796-D9B3-2DB3-BDBE20246951}"/>
                </a:ext>
              </a:extLst>
            </p:cNvPr>
            <p:cNvCxnSpPr>
              <a:stCxn id="37" idx="4"/>
              <a:endCxn id="39" idx="1"/>
            </p:cNvCxnSpPr>
            <p:nvPr/>
          </p:nvCxnSpPr>
          <p:spPr>
            <a:xfrm>
              <a:off x="256634" y="4677433"/>
              <a:ext cx="857899" cy="1046257"/>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0B1FD62-A36E-363C-E317-09978D63B045}"/>
                </a:ext>
              </a:extLst>
            </p:cNvPr>
            <p:cNvCxnSpPr>
              <a:stCxn id="40" idx="3"/>
              <a:endCxn id="39" idx="7"/>
            </p:cNvCxnSpPr>
            <p:nvPr/>
          </p:nvCxnSpPr>
          <p:spPr>
            <a:xfrm flipH="1">
              <a:off x="1477469" y="4930617"/>
              <a:ext cx="1172042" cy="793073"/>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638F63D-DE08-5CBA-09F8-F2DF696C2E83}"/>
                </a:ext>
              </a:extLst>
            </p:cNvPr>
            <p:cNvCxnSpPr>
              <a:stCxn id="42" idx="2"/>
              <a:endCxn id="39" idx="5"/>
            </p:cNvCxnSpPr>
            <p:nvPr/>
          </p:nvCxnSpPr>
          <p:spPr>
            <a:xfrm flipH="1" flipV="1">
              <a:off x="1477469" y="6086626"/>
              <a:ext cx="1369411" cy="565311"/>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A80EC71-A61D-CFBC-D63C-0276932B60A4}"/>
                </a:ext>
              </a:extLst>
            </p:cNvPr>
            <p:cNvCxnSpPr>
              <a:stCxn id="40" idx="5"/>
              <a:endCxn id="42" idx="0"/>
            </p:cNvCxnSpPr>
            <p:nvPr/>
          </p:nvCxnSpPr>
          <p:spPr>
            <a:xfrm>
              <a:off x="3012447" y="4930617"/>
              <a:ext cx="91067" cy="146468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4412562-A79F-79BA-4CE8-12256652237C}"/>
                </a:ext>
              </a:extLst>
            </p:cNvPr>
            <p:cNvCxnSpPr>
              <a:stCxn id="40" idx="7"/>
              <a:endCxn id="41" idx="3"/>
            </p:cNvCxnSpPr>
            <p:nvPr/>
          </p:nvCxnSpPr>
          <p:spPr>
            <a:xfrm flipV="1">
              <a:off x="3012447" y="3510585"/>
              <a:ext cx="1017218" cy="1057096"/>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47AE868-9150-F2A2-76C9-C605E0489F02}"/>
                </a:ext>
              </a:extLst>
            </p:cNvPr>
            <p:cNvCxnSpPr>
              <a:stCxn id="42" idx="6"/>
              <a:endCxn id="43" idx="3"/>
            </p:cNvCxnSpPr>
            <p:nvPr/>
          </p:nvCxnSpPr>
          <p:spPr>
            <a:xfrm flipV="1">
              <a:off x="3360148" y="6576771"/>
              <a:ext cx="1716185" cy="75166"/>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6E9F626-3286-C123-A843-A71A4CD54ABC}"/>
                </a:ext>
              </a:extLst>
            </p:cNvPr>
            <p:cNvCxnSpPr>
              <a:stCxn id="43" idx="1"/>
              <a:endCxn id="41" idx="4"/>
            </p:cNvCxnSpPr>
            <p:nvPr/>
          </p:nvCxnSpPr>
          <p:spPr>
            <a:xfrm flipH="1" flipV="1">
              <a:off x="4211133" y="3585751"/>
              <a:ext cx="865200" cy="2628084"/>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BDBFF1F-CBD6-F01F-1B7C-5E555A95F6C2}"/>
                </a:ext>
              </a:extLst>
            </p:cNvPr>
            <p:cNvCxnSpPr>
              <a:stCxn id="46" idx="2"/>
              <a:endCxn id="41" idx="5"/>
            </p:cNvCxnSpPr>
            <p:nvPr/>
          </p:nvCxnSpPr>
          <p:spPr>
            <a:xfrm flipH="1" flipV="1">
              <a:off x="4392601" y="3510585"/>
              <a:ext cx="913997" cy="495205"/>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7446360-6687-2651-601F-DE486A7009D7}"/>
                </a:ext>
              </a:extLst>
            </p:cNvPr>
            <p:cNvCxnSpPr>
              <a:stCxn id="43" idx="0"/>
              <a:endCxn id="46" idx="3"/>
            </p:cNvCxnSpPr>
            <p:nvPr/>
          </p:nvCxnSpPr>
          <p:spPr>
            <a:xfrm flipV="1">
              <a:off x="5257801" y="4187258"/>
              <a:ext cx="123963" cy="195141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7C6DEB8-5ECF-3371-B51E-3069D2935E25}"/>
                </a:ext>
              </a:extLst>
            </p:cNvPr>
            <p:cNvCxnSpPr>
              <a:stCxn id="45" idx="1"/>
              <a:endCxn id="46" idx="5"/>
            </p:cNvCxnSpPr>
            <p:nvPr/>
          </p:nvCxnSpPr>
          <p:spPr>
            <a:xfrm flipH="1" flipV="1">
              <a:off x="5744700" y="4187258"/>
              <a:ext cx="861544" cy="674868"/>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7BF3B57-BCDD-2B54-925C-A37FACCFF84D}"/>
                </a:ext>
              </a:extLst>
            </p:cNvPr>
            <p:cNvCxnSpPr>
              <a:stCxn id="45" idx="3"/>
              <a:endCxn id="43" idx="6"/>
            </p:cNvCxnSpPr>
            <p:nvPr/>
          </p:nvCxnSpPr>
          <p:spPr>
            <a:xfrm flipH="1">
              <a:off x="5514435" y="5225062"/>
              <a:ext cx="1091809" cy="1170241"/>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2291279-E2AF-93E3-B3BE-70277D606C90}"/>
                </a:ext>
              </a:extLst>
            </p:cNvPr>
            <p:cNvSpPr txBox="1"/>
            <p:nvPr/>
          </p:nvSpPr>
          <p:spPr>
            <a:xfrm>
              <a:off x="767228" y="3195081"/>
              <a:ext cx="641186" cy="565580"/>
            </a:xfrm>
            <a:prstGeom prst="rect">
              <a:avLst/>
            </a:prstGeom>
            <a:noFill/>
          </p:spPr>
          <p:txBody>
            <a:bodyPr wrap="none" rtlCol="0">
              <a:spAutoFit/>
            </a:bodyPr>
            <a:lstStyle/>
            <a:p>
              <a:r>
                <a:rPr lang="en-US" dirty="0">
                  <a:solidFill>
                    <a:srgbClr val="00B050"/>
                  </a:solidFill>
                </a:rPr>
                <a:t>10</a:t>
              </a:r>
            </a:p>
          </p:txBody>
        </p:sp>
        <p:sp>
          <p:nvSpPr>
            <p:cNvPr id="23" name="TextBox 22">
              <a:extLst>
                <a:ext uri="{FF2B5EF4-FFF2-40B4-BE49-F238E27FC236}">
                  <a16:creationId xmlns:a16="http://schemas.microsoft.com/office/drawing/2014/main" id="{533D8137-48D6-160C-9042-A30469576ACE}"/>
                </a:ext>
              </a:extLst>
            </p:cNvPr>
            <p:cNvSpPr txBox="1"/>
            <p:nvPr/>
          </p:nvSpPr>
          <p:spPr>
            <a:xfrm>
              <a:off x="6095562" y="4099030"/>
              <a:ext cx="461990" cy="565580"/>
            </a:xfrm>
            <a:prstGeom prst="rect">
              <a:avLst/>
            </a:prstGeom>
            <a:noFill/>
          </p:spPr>
          <p:txBody>
            <a:bodyPr wrap="none" rtlCol="0">
              <a:spAutoFit/>
            </a:bodyPr>
            <a:lstStyle/>
            <a:p>
              <a:r>
                <a:rPr lang="en-US" dirty="0">
                  <a:solidFill>
                    <a:srgbClr val="00B050"/>
                  </a:solidFill>
                </a:rPr>
                <a:t>2</a:t>
              </a:r>
            </a:p>
          </p:txBody>
        </p:sp>
        <p:sp>
          <p:nvSpPr>
            <p:cNvPr id="24" name="TextBox 23">
              <a:extLst>
                <a:ext uri="{FF2B5EF4-FFF2-40B4-BE49-F238E27FC236}">
                  <a16:creationId xmlns:a16="http://schemas.microsoft.com/office/drawing/2014/main" id="{854A8F65-F8C9-045F-C267-F0823C987ECF}"/>
                </a:ext>
              </a:extLst>
            </p:cNvPr>
            <p:cNvSpPr txBox="1"/>
            <p:nvPr/>
          </p:nvSpPr>
          <p:spPr>
            <a:xfrm>
              <a:off x="3895875" y="6564868"/>
              <a:ext cx="461990" cy="565580"/>
            </a:xfrm>
            <a:prstGeom prst="rect">
              <a:avLst/>
            </a:prstGeom>
            <a:noFill/>
          </p:spPr>
          <p:txBody>
            <a:bodyPr wrap="none" rtlCol="0">
              <a:spAutoFit/>
            </a:bodyPr>
            <a:lstStyle/>
            <a:p>
              <a:r>
                <a:rPr lang="en-US" dirty="0">
                  <a:solidFill>
                    <a:srgbClr val="00B050"/>
                  </a:solidFill>
                </a:rPr>
                <a:t>6</a:t>
              </a:r>
            </a:p>
          </p:txBody>
        </p:sp>
        <p:sp>
          <p:nvSpPr>
            <p:cNvPr id="25" name="TextBox 24">
              <a:extLst>
                <a:ext uri="{FF2B5EF4-FFF2-40B4-BE49-F238E27FC236}">
                  <a16:creationId xmlns:a16="http://schemas.microsoft.com/office/drawing/2014/main" id="{603C1DFD-968C-9C38-EE6E-001663278E47}"/>
                </a:ext>
              </a:extLst>
            </p:cNvPr>
            <p:cNvSpPr txBox="1"/>
            <p:nvPr/>
          </p:nvSpPr>
          <p:spPr>
            <a:xfrm>
              <a:off x="6047348" y="5905158"/>
              <a:ext cx="641186" cy="565580"/>
            </a:xfrm>
            <a:prstGeom prst="rect">
              <a:avLst/>
            </a:prstGeom>
            <a:noFill/>
          </p:spPr>
          <p:txBody>
            <a:bodyPr wrap="none" rtlCol="0">
              <a:spAutoFit/>
            </a:bodyPr>
            <a:lstStyle/>
            <a:p>
              <a:r>
                <a:rPr lang="en-US" dirty="0">
                  <a:solidFill>
                    <a:srgbClr val="00B050"/>
                  </a:solidFill>
                </a:rPr>
                <a:t>11</a:t>
              </a:r>
            </a:p>
          </p:txBody>
        </p:sp>
        <p:sp>
          <p:nvSpPr>
            <p:cNvPr id="26" name="TextBox 25">
              <a:extLst>
                <a:ext uri="{FF2B5EF4-FFF2-40B4-BE49-F238E27FC236}">
                  <a16:creationId xmlns:a16="http://schemas.microsoft.com/office/drawing/2014/main" id="{4E0B706C-253A-460B-DA6F-77573298B6DB}"/>
                </a:ext>
              </a:extLst>
            </p:cNvPr>
            <p:cNvSpPr txBox="1"/>
            <p:nvPr/>
          </p:nvSpPr>
          <p:spPr>
            <a:xfrm>
              <a:off x="5255801" y="4595356"/>
              <a:ext cx="461990" cy="565580"/>
            </a:xfrm>
            <a:prstGeom prst="rect">
              <a:avLst/>
            </a:prstGeom>
            <a:noFill/>
          </p:spPr>
          <p:txBody>
            <a:bodyPr wrap="none" rtlCol="0">
              <a:spAutoFit/>
            </a:bodyPr>
            <a:lstStyle/>
            <a:p>
              <a:r>
                <a:rPr lang="en-US" dirty="0">
                  <a:solidFill>
                    <a:srgbClr val="00B050"/>
                  </a:solidFill>
                </a:rPr>
                <a:t>9</a:t>
              </a:r>
            </a:p>
          </p:txBody>
        </p:sp>
        <p:sp>
          <p:nvSpPr>
            <p:cNvPr id="27" name="TextBox 26">
              <a:extLst>
                <a:ext uri="{FF2B5EF4-FFF2-40B4-BE49-F238E27FC236}">
                  <a16:creationId xmlns:a16="http://schemas.microsoft.com/office/drawing/2014/main" id="{8B7CFE76-53CC-06C8-16D0-CA33A36789E2}"/>
                </a:ext>
              </a:extLst>
            </p:cNvPr>
            <p:cNvSpPr txBox="1"/>
            <p:nvPr/>
          </p:nvSpPr>
          <p:spPr>
            <a:xfrm>
              <a:off x="4119679" y="4462779"/>
              <a:ext cx="461990" cy="565580"/>
            </a:xfrm>
            <a:prstGeom prst="rect">
              <a:avLst/>
            </a:prstGeom>
            <a:noFill/>
          </p:spPr>
          <p:txBody>
            <a:bodyPr wrap="none" rtlCol="0">
              <a:spAutoFit/>
            </a:bodyPr>
            <a:lstStyle/>
            <a:p>
              <a:r>
                <a:rPr lang="en-US" dirty="0">
                  <a:solidFill>
                    <a:srgbClr val="00B050"/>
                  </a:solidFill>
                </a:rPr>
                <a:t>5</a:t>
              </a:r>
            </a:p>
          </p:txBody>
        </p:sp>
        <p:sp>
          <p:nvSpPr>
            <p:cNvPr id="28" name="TextBox 27">
              <a:extLst>
                <a:ext uri="{FF2B5EF4-FFF2-40B4-BE49-F238E27FC236}">
                  <a16:creationId xmlns:a16="http://schemas.microsoft.com/office/drawing/2014/main" id="{741E7349-890C-AEE8-2E6E-1D552D883FCD}"/>
                </a:ext>
              </a:extLst>
            </p:cNvPr>
            <p:cNvSpPr txBox="1"/>
            <p:nvPr/>
          </p:nvSpPr>
          <p:spPr>
            <a:xfrm>
              <a:off x="4582463" y="3299181"/>
              <a:ext cx="461990" cy="565580"/>
            </a:xfrm>
            <a:prstGeom prst="rect">
              <a:avLst/>
            </a:prstGeom>
            <a:noFill/>
          </p:spPr>
          <p:txBody>
            <a:bodyPr wrap="none" rtlCol="0">
              <a:spAutoFit/>
            </a:bodyPr>
            <a:lstStyle/>
            <a:p>
              <a:r>
                <a:rPr lang="en-US" dirty="0">
                  <a:solidFill>
                    <a:srgbClr val="00B050"/>
                  </a:solidFill>
                </a:rPr>
                <a:t>8</a:t>
              </a:r>
            </a:p>
          </p:txBody>
        </p:sp>
        <p:sp>
          <p:nvSpPr>
            <p:cNvPr id="29" name="TextBox 28">
              <a:extLst>
                <a:ext uri="{FF2B5EF4-FFF2-40B4-BE49-F238E27FC236}">
                  <a16:creationId xmlns:a16="http://schemas.microsoft.com/office/drawing/2014/main" id="{E36EA8CF-BFEC-724F-E5BA-CD0A520CE9F4}"/>
                </a:ext>
              </a:extLst>
            </p:cNvPr>
            <p:cNvSpPr txBox="1"/>
            <p:nvPr/>
          </p:nvSpPr>
          <p:spPr>
            <a:xfrm>
              <a:off x="3058462" y="5546336"/>
              <a:ext cx="461990" cy="565580"/>
            </a:xfrm>
            <a:prstGeom prst="rect">
              <a:avLst/>
            </a:prstGeom>
            <a:noFill/>
          </p:spPr>
          <p:txBody>
            <a:bodyPr wrap="none" rtlCol="0">
              <a:spAutoFit/>
            </a:bodyPr>
            <a:lstStyle/>
            <a:p>
              <a:r>
                <a:rPr lang="en-US" dirty="0">
                  <a:solidFill>
                    <a:srgbClr val="00B050"/>
                  </a:solidFill>
                </a:rPr>
                <a:t>3</a:t>
              </a:r>
            </a:p>
          </p:txBody>
        </p:sp>
        <p:sp>
          <p:nvSpPr>
            <p:cNvPr id="30" name="TextBox 29">
              <a:extLst>
                <a:ext uri="{FF2B5EF4-FFF2-40B4-BE49-F238E27FC236}">
                  <a16:creationId xmlns:a16="http://schemas.microsoft.com/office/drawing/2014/main" id="{22F43A2B-13C3-030A-43C8-F74014FDF059}"/>
                </a:ext>
              </a:extLst>
            </p:cNvPr>
            <p:cNvSpPr txBox="1"/>
            <p:nvPr/>
          </p:nvSpPr>
          <p:spPr>
            <a:xfrm>
              <a:off x="3064048" y="3778529"/>
              <a:ext cx="461990" cy="565580"/>
            </a:xfrm>
            <a:prstGeom prst="rect">
              <a:avLst/>
            </a:prstGeom>
            <a:noFill/>
          </p:spPr>
          <p:txBody>
            <a:bodyPr wrap="none" rtlCol="0">
              <a:spAutoFit/>
            </a:bodyPr>
            <a:lstStyle/>
            <a:p>
              <a:r>
                <a:rPr lang="en-US" dirty="0">
                  <a:solidFill>
                    <a:srgbClr val="00B050"/>
                  </a:solidFill>
                </a:rPr>
                <a:t>7</a:t>
              </a:r>
            </a:p>
          </p:txBody>
        </p:sp>
        <p:sp>
          <p:nvSpPr>
            <p:cNvPr id="31" name="TextBox 30">
              <a:extLst>
                <a:ext uri="{FF2B5EF4-FFF2-40B4-BE49-F238E27FC236}">
                  <a16:creationId xmlns:a16="http://schemas.microsoft.com/office/drawing/2014/main" id="{9FAB9643-C79B-739D-7B6A-3A0F54C43A29}"/>
                </a:ext>
              </a:extLst>
            </p:cNvPr>
            <p:cNvSpPr txBox="1"/>
            <p:nvPr/>
          </p:nvSpPr>
          <p:spPr>
            <a:xfrm>
              <a:off x="2051034" y="5224258"/>
              <a:ext cx="461990" cy="565580"/>
            </a:xfrm>
            <a:prstGeom prst="rect">
              <a:avLst/>
            </a:prstGeom>
            <a:noFill/>
          </p:spPr>
          <p:txBody>
            <a:bodyPr wrap="none" rtlCol="0">
              <a:spAutoFit/>
            </a:bodyPr>
            <a:lstStyle/>
            <a:p>
              <a:r>
                <a:rPr lang="en-US" dirty="0">
                  <a:solidFill>
                    <a:srgbClr val="00B050"/>
                  </a:solidFill>
                </a:rPr>
                <a:t>3</a:t>
              </a:r>
            </a:p>
          </p:txBody>
        </p:sp>
        <p:sp>
          <p:nvSpPr>
            <p:cNvPr id="32" name="TextBox 31">
              <a:extLst>
                <a:ext uri="{FF2B5EF4-FFF2-40B4-BE49-F238E27FC236}">
                  <a16:creationId xmlns:a16="http://schemas.microsoft.com/office/drawing/2014/main" id="{B313470F-23FF-E3EF-6018-B34228E96755}"/>
                </a:ext>
              </a:extLst>
            </p:cNvPr>
            <p:cNvSpPr txBox="1"/>
            <p:nvPr/>
          </p:nvSpPr>
          <p:spPr>
            <a:xfrm>
              <a:off x="1885966" y="6404395"/>
              <a:ext cx="461990" cy="565580"/>
            </a:xfrm>
            <a:prstGeom prst="rect">
              <a:avLst/>
            </a:prstGeom>
            <a:noFill/>
          </p:spPr>
          <p:txBody>
            <a:bodyPr wrap="none" rtlCol="0">
              <a:spAutoFit/>
            </a:bodyPr>
            <a:lstStyle/>
            <a:p>
              <a:r>
                <a:rPr lang="en-US" dirty="0">
                  <a:solidFill>
                    <a:srgbClr val="00B050"/>
                  </a:solidFill>
                </a:rPr>
                <a:t>1</a:t>
              </a:r>
            </a:p>
          </p:txBody>
        </p:sp>
        <p:sp>
          <p:nvSpPr>
            <p:cNvPr id="33" name="TextBox 32">
              <a:extLst>
                <a:ext uri="{FF2B5EF4-FFF2-40B4-BE49-F238E27FC236}">
                  <a16:creationId xmlns:a16="http://schemas.microsoft.com/office/drawing/2014/main" id="{7BB77780-578C-ECA0-5DDB-FAD86F8C310D}"/>
                </a:ext>
              </a:extLst>
            </p:cNvPr>
            <p:cNvSpPr txBox="1"/>
            <p:nvPr/>
          </p:nvSpPr>
          <p:spPr>
            <a:xfrm>
              <a:off x="2830979" y="2862182"/>
              <a:ext cx="461990" cy="565580"/>
            </a:xfrm>
            <a:prstGeom prst="rect">
              <a:avLst/>
            </a:prstGeom>
            <a:noFill/>
          </p:spPr>
          <p:txBody>
            <a:bodyPr wrap="none" rtlCol="0">
              <a:spAutoFit/>
            </a:bodyPr>
            <a:lstStyle/>
            <a:p>
              <a:r>
                <a:rPr lang="en-US" dirty="0">
                  <a:solidFill>
                    <a:srgbClr val="00B050"/>
                  </a:solidFill>
                </a:rPr>
                <a:t>8</a:t>
              </a:r>
            </a:p>
          </p:txBody>
        </p:sp>
        <p:sp>
          <p:nvSpPr>
            <p:cNvPr id="34" name="TextBox 33">
              <a:extLst>
                <a:ext uri="{FF2B5EF4-FFF2-40B4-BE49-F238E27FC236}">
                  <a16:creationId xmlns:a16="http://schemas.microsoft.com/office/drawing/2014/main" id="{439D5070-23D1-77FF-BC24-50914A5FB999}"/>
                </a:ext>
              </a:extLst>
            </p:cNvPr>
            <p:cNvSpPr txBox="1"/>
            <p:nvPr/>
          </p:nvSpPr>
          <p:spPr>
            <a:xfrm>
              <a:off x="256634" y="5096526"/>
              <a:ext cx="641186" cy="565580"/>
            </a:xfrm>
            <a:prstGeom prst="rect">
              <a:avLst/>
            </a:prstGeom>
            <a:noFill/>
          </p:spPr>
          <p:txBody>
            <a:bodyPr wrap="none" rtlCol="0">
              <a:spAutoFit/>
            </a:bodyPr>
            <a:lstStyle/>
            <a:p>
              <a:r>
                <a:rPr lang="en-US" dirty="0">
                  <a:solidFill>
                    <a:srgbClr val="00B050"/>
                  </a:solidFill>
                </a:rPr>
                <a:t>12</a:t>
              </a:r>
            </a:p>
          </p:txBody>
        </p:sp>
        <p:cxnSp>
          <p:nvCxnSpPr>
            <p:cNvPr id="35" name="Straight Connector 34">
              <a:extLst>
                <a:ext uri="{FF2B5EF4-FFF2-40B4-BE49-F238E27FC236}">
                  <a16:creationId xmlns:a16="http://schemas.microsoft.com/office/drawing/2014/main" id="{36E71AF4-61A2-B32F-1360-9E74E08CF1A2}"/>
                </a:ext>
              </a:extLst>
            </p:cNvPr>
            <p:cNvCxnSpPr>
              <a:stCxn id="38" idx="4"/>
              <a:endCxn id="39" idx="0"/>
            </p:cNvCxnSpPr>
            <p:nvPr/>
          </p:nvCxnSpPr>
          <p:spPr>
            <a:xfrm flipH="1">
              <a:off x="1296001" y="3533361"/>
              <a:ext cx="891651" cy="2115163"/>
            </a:xfrm>
            <a:prstGeom prst="line">
              <a:avLst/>
            </a:prstGeom>
            <a:ln w="571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3E1F7BE-6E71-8FC1-1BDA-6836E12281F6}"/>
                </a:ext>
              </a:extLst>
            </p:cNvPr>
            <p:cNvSpPr txBox="1"/>
            <p:nvPr/>
          </p:nvSpPr>
          <p:spPr>
            <a:xfrm>
              <a:off x="1414258" y="4262423"/>
              <a:ext cx="461990" cy="565580"/>
            </a:xfrm>
            <a:prstGeom prst="rect">
              <a:avLst/>
            </a:prstGeom>
            <a:noFill/>
          </p:spPr>
          <p:txBody>
            <a:bodyPr wrap="none" rtlCol="0">
              <a:spAutoFit/>
            </a:bodyPr>
            <a:lstStyle/>
            <a:p>
              <a:r>
                <a:rPr lang="en-US" dirty="0">
                  <a:solidFill>
                    <a:srgbClr val="00B050"/>
                  </a:solidFill>
                </a:rPr>
                <a:t>9</a:t>
              </a:r>
            </a:p>
          </p:txBody>
        </p:sp>
        <p:sp>
          <p:nvSpPr>
            <p:cNvPr id="37" name="Oval 36">
              <a:extLst>
                <a:ext uri="{FF2B5EF4-FFF2-40B4-BE49-F238E27FC236}">
                  <a16:creationId xmlns:a16="http://schemas.microsoft.com/office/drawing/2014/main" id="{901C590A-BC76-FDB5-B8EF-809E66904057}"/>
                </a:ext>
              </a:extLst>
            </p:cNvPr>
            <p:cNvSpPr/>
            <p:nvPr/>
          </p:nvSpPr>
          <p:spPr>
            <a:xfrm>
              <a:off x="0" y="416416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8" name="Oval 37">
              <a:extLst>
                <a:ext uri="{FF2B5EF4-FFF2-40B4-BE49-F238E27FC236}">
                  <a16:creationId xmlns:a16="http://schemas.microsoft.com/office/drawing/2014/main" id="{686F68E6-B255-9328-9B0A-C77BAA12F736}"/>
                </a:ext>
              </a:extLst>
            </p:cNvPr>
            <p:cNvSpPr/>
            <p:nvPr/>
          </p:nvSpPr>
          <p:spPr>
            <a:xfrm>
              <a:off x="1931018" y="302009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9" name="Oval 38">
              <a:extLst>
                <a:ext uri="{FF2B5EF4-FFF2-40B4-BE49-F238E27FC236}">
                  <a16:creationId xmlns:a16="http://schemas.microsoft.com/office/drawing/2014/main" id="{41A9FFA7-7275-148C-4604-525062B09D4D}"/>
                </a:ext>
              </a:extLst>
            </p:cNvPr>
            <p:cNvSpPr/>
            <p:nvPr/>
          </p:nvSpPr>
          <p:spPr>
            <a:xfrm>
              <a:off x="1039367" y="5648524"/>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40" name="Oval 39">
              <a:extLst>
                <a:ext uri="{FF2B5EF4-FFF2-40B4-BE49-F238E27FC236}">
                  <a16:creationId xmlns:a16="http://schemas.microsoft.com/office/drawing/2014/main" id="{6D745206-45D4-2AFC-7DED-E4069E84824C}"/>
                </a:ext>
              </a:extLst>
            </p:cNvPr>
            <p:cNvSpPr/>
            <p:nvPr/>
          </p:nvSpPr>
          <p:spPr>
            <a:xfrm>
              <a:off x="2574345" y="449251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41" name="Oval 40">
              <a:extLst>
                <a:ext uri="{FF2B5EF4-FFF2-40B4-BE49-F238E27FC236}">
                  <a16:creationId xmlns:a16="http://schemas.microsoft.com/office/drawing/2014/main" id="{632D2336-DD33-3415-C503-01DB63E07C8D}"/>
                </a:ext>
              </a:extLst>
            </p:cNvPr>
            <p:cNvSpPr/>
            <p:nvPr/>
          </p:nvSpPr>
          <p:spPr>
            <a:xfrm>
              <a:off x="3954499" y="307248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42" name="Oval 41">
              <a:extLst>
                <a:ext uri="{FF2B5EF4-FFF2-40B4-BE49-F238E27FC236}">
                  <a16:creationId xmlns:a16="http://schemas.microsoft.com/office/drawing/2014/main" id="{96B6C5BD-B641-4819-A698-43026CD7E8A2}"/>
                </a:ext>
              </a:extLst>
            </p:cNvPr>
            <p:cNvSpPr/>
            <p:nvPr/>
          </p:nvSpPr>
          <p:spPr>
            <a:xfrm>
              <a:off x="2846880" y="639530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43" name="Oval 42">
              <a:extLst>
                <a:ext uri="{FF2B5EF4-FFF2-40B4-BE49-F238E27FC236}">
                  <a16:creationId xmlns:a16="http://schemas.microsoft.com/office/drawing/2014/main" id="{FBD596A2-4E8F-C2B2-993F-5653C1E46209}"/>
                </a:ext>
              </a:extLst>
            </p:cNvPr>
            <p:cNvSpPr/>
            <p:nvPr/>
          </p:nvSpPr>
          <p:spPr>
            <a:xfrm>
              <a:off x="5001167" y="6138669"/>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45" name="Oval 44">
              <a:extLst>
                <a:ext uri="{FF2B5EF4-FFF2-40B4-BE49-F238E27FC236}">
                  <a16:creationId xmlns:a16="http://schemas.microsoft.com/office/drawing/2014/main" id="{FDE420EF-112E-8919-360D-601908DD7EFA}"/>
                </a:ext>
              </a:extLst>
            </p:cNvPr>
            <p:cNvSpPr/>
            <p:nvPr/>
          </p:nvSpPr>
          <p:spPr>
            <a:xfrm>
              <a:off x="6531078" y="478696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a:t>
              </a:r>
            </a:p>
          </p:txBody>
        </p:sp>
        <p:sp>
          <p:nvSpPr>
            <p:cNvPr id="46" name="Oval 45">
              <a:extLst>
                <a:ext uri="{FF2B5EF4-FFF2-40B4-BE49-F238E27FC236}">
                  <a16:creationId xmlns:a16="http://schemas.microsoft.com/office/drawing/2014/main" id="{05FA8AC5-474E-3627-3A36-278663E1D51B}"/>
                </a:ext>
              </a:extLst>
            </p:cNvPr>
            <p:cNvSpPr/>
            <p:nvPr/>
          </p:nvSpPr>
          <p:spPr>
            <a:xfrm>
              <a:off x="5306598" y="3749156"/>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grpSp>
      <mc:AlternateContent xmlns:mc="http://schemas.openxmlformats.org/markup-compatibility/2006">
        <mc:Choice xmlns:p14="http://schemas.microsoft.com/office/powerpoint/2010/main" Requires="p14">
          <p:contentPart p14:bwMode="auto" r:id="rId7">
            <p14:nvContentPartPr>
              <p14:cNvPr id="47" name="Ink 46">
                <a:extLst>
                  <a:ext uri="{FF2B5EF4-FFF2-40B4-BE49-F238E27FC236}">
                    <a16:creationId xmlns:a16="http://schemas.microsoft.com/office/drawing/2014/main" id="{5FDE108A-0F5C-14BF-4E63-379FBA0F8347}"/>
                  </a:ext>
                </a:extLst>
              </p14:cNvPr>
              <p14:cNvContentPartPr/>
              <p14:nvPr/>
            </p14:nvContentPartPr>
            <p14:xfrm>
              <a:off x="4329360" y="5667120"/>
              <a:ext cx="1508760" cy="569880"/>
            </p14:xfrm>
          </p:contentPart>
        </mc:Choice>
        <mc:Fallback>
          <p:pic>
            <p:nvPicPr>
              <p:cNvPr id="47" name="Ink 46">
                <a:extLst>
                  <a:ext uri="{FF2B5EF4-FFF2-40B4-BE49-F238E27FC236}">
                    <a16:creationId xmlns:a16="http://schemas.microsoft.com/office/drawing/2014/main" id="{5FDE108A-0F5C-14BF-4E63-379FBA0F8347}"/>
                  </a:ext>
                </a:extLst>
              </p:cNvPr>
              <p:cNvPicPr/>
              <p:nvPr/>
            </p:nvPicPr>
            <p:blipFill>
              <a:blip r:embed="rId8"/>
              <a:stretch>
                <a:fillRect/>
              </a:stretch>
            </p:blipFill>
            <p:spPr>
              <a:xfrm>
                <a:off x="4320000" y="5657760"/>
                <a:ext cx="1527480" cy="588600"/>
              </a:xfrm>
              <a:prstGeom prst="rect">
                <a:avLst/>
              </a:prstGeom>
            </p:spPr>
          </p:pic>
        </mc:Fallback>
      </mc:AlternateContent>
    </p:spTree>
    <p:extLst>
      <p:ext uri="{BB962C8B-B14F-4D97-AF65-F5344CB8AC3E}">
        <p14:creationId xmlns:p14="http://schemas.microsoft.com/office/powerpoint/2010/main" val="3213267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36514</TotalTime>
  <Words>3920</Words>
  <Application>Microsoft Office PowerPoint</Application>
  <PresentationFormat>Widescreen</PresentationFormat>
  <Paragraphs>976</Paragraphs>
  <Slides>35</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Aptos</vt:lpstr>
      <vt:lpstr>Arial</vt:lpstr>
      <vt:lpstr>Calibri</vt:lpstr>
      <vt:lpstr>Cambria Math</vt:lpstr>
      <vt:lpstr>Consolas</vt:lpstr>
      <vt:lpstr>Calibri Light</vt:lpstr>
      <vt:lpstr>Office Theme</vt:lpstr>
      <vt:lpstr>CSE 332 Winter 2026 Lecture 23: Minimum Spanning Trees</vt:lpstr>
      <vt:lpstr>Definition: Tree</vt:lpstr>
      <vt:lpstr>Definition: Tree</vt:lpstr>
      <vt:lpstr>Definition: Spanning Tree</vt:lpstr>
      <vt:lpstr>Definition: Minimum Spanning Tree</vt:lpstr>
      <vt:lpstr>Prim’s Algorithm</vt:lpstr>
      <vt:lpstr>Prim’s Algorithm</vt:lpstr>
      <vt:lpstr>Prim’s Algorithm</vt:lpstr>
      <vt:lpstr>Prim’s Algorithm</vt:lpstr>
      <vt:lpstr>Prim’s Algorithm</vt:lpstr>
      <vt:lpstr>Dijkstra’s Algorithm</vt:lpstr>
      <vt:lpstr>Prim’s Algorithm</vt:lpstr>
      <vt:lpstr>Avoiding Decrease Key</vt:lpstr>
      <vt:lpstr>Prim’s Algorithm – Original Recipe</vt:lpstr>
      <vt:lpstr>Prim’s Algorithm – Duplicate Nodes on the PQ</vt:lpstr>
      <vt:lpstr>Prim’s Algorithm – Edges on the PQ</vt:lpstr>
      <vt:lpstr>Why does this work?</vt:lpstr>
      <vt:lpstr>Definition: Cut</vt:lpstr>
      <vt:lpstr>Cut Theorem</vt:lpstr>
      <vt:lpstr>Cut Theorem</vt:lpstr>
      <vt:lpstr>Cut Theorem</vt:lpstr>
      <vt:lpstr>Cut Theorem</vt:lpstr>
      <vt:lpstr>Cut Theorem</vt:lpstr>
      <vt:lpstr>Proof of Prim’s Algorithm</vt:lpstr>
      <vt:lpstr>General MST Algorithm</vt:lpstr>
      <vt:lpstr>Prim’s Algorithm</vt:lpstr>
      <vt:lpstr>Kruskal’s Algorithm</vt:lpstr>
      <vt:lpstr>Kruskal’s Algorithm</vt:lpstr>
      <vt:lpstr>Kruskal’s Algorithm</vt:lpstr>
      <vt:lpstr>Kruskal’s Algorithm</vt:lpstr>
      <vt:lpstr>Kruskal’s Algorithm</vt:lpstr>
      <vt:lpstr>Kruskal’s Algorithm</vt:lpstr>
      <vt:lpstr>Correctness of Kruskal’s Algorithm</vt:lpstr>
      <vt:lpstr>Proof of Kruskal’s Algorithm</vt:lpstr>
      <vt:lpstr>Kruskal’s Algorithm Runtime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307</cp:revision>
  <dcterms:created xsi:type="dcterms:W3CDTF">2023-10-13T16:06:42Z</dcterms:created>
  <dcterms:modified xsi:type="dcterms:W3CDTF">2026-03-04T21:29:46Z</dcterms:modified>
</cp:coreProperties>
</file>