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5"/>
  </p:notesMasterIdLst>
  <p:sldIdLst>
    <p:sldId id="256" r:id="rId2"/>
    <p:sldId id="258" r:id="rId3"/>
    <p:sldId id="263" r:id="rId4"/>
    <p:sldId id="268" r:id="rId5"/>
    <p:sldId id="269" r:id="rId6"/>
    <p:sldId id="454" r:id="rId7"/>
    <p:sldId id="271" r:id="rId8"/>
    <p:sldId id="270" r:id="rId9"/>
    <p:sldId id="272" r:id="rId10"/>
    <p:sldId id="455" r:id="rId11"/>
    <p:sldId id="274" r:id="rId12"/>
    <p:sldId id="275" r:id="rId13"/>
    <p:sldId id="276" r:id="rId14"/>
    <p:sldId id="456" r:id="rId15"/>
    <p:sldId id="467" r:id="rId16"/>
    <p:sldId id="278" r:id="rId17"/>
    <p:sldId id="279" r:id="rId18"/>
    <p:sldId id="280" r:id="rId19"/>
    <p:sldId id="281" r:id="rId20"/>
    <p:sldId id="282" r:id="rId21"/>
    <p:sldId id="284" r:id="rId22"/>
    <p:sldId id="283" r:id="rId23"/>
    <p:sldId id="285" r:id="rId24"/>
    <p:sldId id="286" r:id="rId25"/>
    <p:sldId id="468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300" r:id="rId39"/>
    <p:sldId id="299" r:id="rId40"/>
    <p:sldId id="301" r:id="rId41"/>
    <p:sldId id="302" r:id="rId42"/>
    <p:sldId id="303" r:id="rId43"/>
    <p:sldId id="305" r:id="rId44"/>
  </p:sldIdLst>
  <p:sldSz cx="12192000" cy="6858000"/>
  <p:notesSz cx="6858000" cy="9144000"/>
  <p:embeddedFontLst>
    <p:embeddedFont>
      <p:font typeface="Cambria Math" panose="02040503050406030204" pitchFamily="18" charset="0"/>
      <p:regular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53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33:42.8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4182 14798 0,'0'0'0,"0"0"0,0 0 0,0 0 0,0-9 0,0 9 0,0-8 0,17-9 16,17 0-16,35 0 15,59 8 1,59 9 0,44 9-1,-9 8-15,-17 0 16,17 17 0,8 0-16,0 0 15,-33-9-15,-1 1 16,-17-9-1,-25-9 1,-43 1-16,-26-1 16,-17-8-16,-33 9 15,-10-9-15,-16 0 16,-9 0 0,-17 0-1,-43-9 1,-102-8-16,-60-17 15,-43 9 1,-8-1-16,26 1 16,8 8-1,0 8-15,0 9 16,51 9 0,-43-1-16,44 1 15,84-9 1,35 0-16,25 8 15,26-8-15,0 0 16,17 9 0,86 25-16,110 8 15,179 9 1,61 0 0,-61-8-1</inkml:trace>
  <inkml:trace contextRef="#ctx0" brushRef="#br0" timeOffset="12028.37">14194 13539 0,'0'0'0,"-9"0"16,1 0-16,-18 0 16,0 9-1,-8 8 1,-8 0-16,-18 17 16,-17 0-1,0 8-15,26 9 16,-9 0-1,0 17-15,1 0 16,7 0 0,18 0-16,0 17 15,17 0 1,26 9-16,33 0 0,1-26 31,42 0-31,69 8 16,0-16-1,42-9-15,43 0 16,-26-17 0,26 0-16,-8-17 0,-9-9 15,8 1 1,-34-9 0,9 0-1,-26-26-15,-8 1 0,8-18 16,-25 9 15,-43 0-31,-17-8 16,-9-9-1,-25 17-15,-17-9 16,-26 1-16,-26-35 0,-51-16 16,-51-27-1,-59-16-15,-18 17 31,0 34-15,-34 9-16,-8 16 0,-18 18 16,-16 16-16,8 9 15,0 17 17,-17 17-32,34 0 0,42 26 15,27 8 1,-95 59-1</inkml:trace>
  <inkml:trace contextRef="#ctx0" brushRef="#br0" timeOffset="13110.98">20168 13760 0,'0'0'0,"0"0"0,-8 0 0,-1-8 16,-17-1 0,1 1-1,-35-1 1,-51-8-16,-17 0 15,0 9-15,9 8 16,-1 0-16,-16 17 31,7 17-31,1 17 16,9 0 0,-9 25-16,17 1 15,26-9 1,33-17-16,10 0 15,16 17-15,18 17 16,33 17 0,35 9-16,34-9 15,34-9-15,34-8 16,17-8 0,35-18-1,16-16 1,1-1-16,16-16 15,1-9-15,8-9 16,-9 1 0,-16-1-1,-10-25-15,10-8 16,-18-9 0,-42 0-16,-26-17 15,-17 0 1,-25-9-16,-18 1 15,-25-9-15,-26 0 16,-17 8-16,-34-25 16,-43-8-1,-51-9 1,-43-18 0,-59-7-16,0 42 15,-52 25 1,-25 9-1,0 26-15,-26 8 16,43 25-16,34 9 16,68 17-1,111-17-15</inkml:trace>
  <inkml:trace contextRef="#ctx0" brushRef="#br0" timeOffset="14078.97">26134 13845 0,'0'0'0,"0"0"0,-9-8 0,1-1 16,-9 1-1,0-9-15,-9 8 16,-25 1 0,-17-9-1,-69 8 1,-25 9-16,25 9 16,9 8-1,-8 8-15,-9 9 16,17 26-1,17 8-15,8 17 16,9-9 0,18 1-16,16 8 0,17 26 15,26 8-15,34-17 32,52 8-17,33-16-15,43-1 0,43 1 16,25-9-16,26-17 31,26-34-15,16-9-16,1-16 15,0-18 1,-1-16-16,-16-9 16,-26 0-1,-26-9-15,-16-8 16,-61 0-1,-16 0-15,-18 0 16,-17-25 0,-16-26-16,-27 8 15,-42-8 1,-42 0-16,-61-25 16,-110-44-1,-60 35-15,-52 26 16,-76 16-1,17 9-15,-8 34 16,-61 34 0,-8 9-16,69 8 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34:28.0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10421 9780 0,'0'0'0,"0"0"0,0 0 0,0 0 16,0-8-16,17-1 31,43 9-31,85 0 15,9 0-15,68 9 32,34 16-32,68 1 0,86-18 15</inkml:trace>
  <inkml:trace contextRef="#ctx0" brushRef="#br0" timeOffset="697.44">15295 9882 0,'0'0'0,"0"0"0,0 0 0,0 0 16,17-8-1,60-1-15,68-8 16,51 17 0,86 34-16,144 51 15,-16 34 1,0 9-1,-9-26-15</inkml:trace>
  <inkml:trace contextRef="#ctx0" brushRef="#br0" timeOffset="19384.56">24504 1803 0,'43'8'0,"127"18"15,35 16-15,25-16 16,-33-26-16,-27-17 15,78-9 1,-77-16-16,-26-1 16,51-8-16,-42 26 0,-103 16 31</inkml:trace>
  <inkml:trace contextRef="#ctx0" brushRef="#br0" timeOffset="20243.48">24751 1905 0,'0'0'0,"-8"0"0,-9 17 0,-17 17 16,-26 26-1,-77 33 1,-93 26-16,-43 0 16,17-17-1,34-8-15,0-9 16,43 0 0,68-17-16,17-17 15,17-17 1,26-8-16,17-18 15,17-16 1,25-18 0,18-42-16,16-26 15,-16 1 1,25-1-16,0 26 16,-16 43-16,-27 8 15,1 8 1,-1 9-1,-16 0-15,-9 9 16,-9 8-16,-25 25 16,-26 26-1,9 0-15,8 0 16,26 9 0,0-9-1,17-8-15,8-1 16,18-8-1,50 0-15,18-8 16,68-26 0,69-17-16,110-34 15</inkml:trace>
  <inkml:trace contextRef="#ctx0" brushRef="#br0" timeOffset="22222.33">26134 2271 0,'0'0'0,"0"0"0,0 0 16,0 0-1,0 0 1,0 0-16,0 0 15,0 0 1,0 0-16,17 0 16,34 25-16,69 18 15,-1 8 1,1 8 0,8 1-16,8-1 15,-16 1 1,-35-18-16,-25 1 0,0-9 15,-18-17 1,-25-9 0</inkml:trace>
  <inkml:trace contextRef="#ctx0" brushRef="#br0" timeOffset="22597.45">27457 2381 0,'0'0'0,"34"26"0,43 33 15,-17 9-15,-18-8 32,-16 8-17,0 0-15,8 0 16,-9 0 0,1-8-16,-18-18 15,1 1 1,-18-18-16,-16 1 15,8-9 1</inkml:trace>
  <inkml:trace contextRef="#ctx0" brushRef="#br0" timeOffset="30564.48">14800 12059 0,'0'0'0,"0"0"16,0 0-16,8 0 15,26 0 1,26 0-16,34 9 0,60 8 31,85 0-31,68 8 0,43-8 16</inkml:trace>
  <inkml:trace contextRef="#ctx0" brushRef="#br0" timeOffset="32509.86">15542 13386 0,'0'0'0,"0"0"0,0 0 0,43 0 16,85 9 0,153-9-1,232 17-15,-95 17 16</inkml:trace>
  <inkml:trace contextRef="#ctx0" brushRef="#br0" timeOffset="35159.1">14023 14134 0,'0'0'0,"0"0"0,-9 26 15,1 33-15,-1 10 16,1 16-1,-1 0 1,1-17-16,-1-9 16,1-16-16,8-18 15,0 1 1,0-9 0,8-9-16,9 1 15,60-1-15,68-25 0,17-17 31,52-25-31,16-9 16,9 17 0,9 17-1,25 8-15,0 9 16,0 9 0,-8 16-16,-26-8 0,-26 17 15,-42 17 1,-52-8-1,-59-1 1,-26-16-16,-25-1 16,-1-8-16,-8-8 15,0-1 1,-8-25 0,-35-59-16,-85-171 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40:53.7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5829 8088 0,'0'0'0,"-8"-9"0,-1-8 0,1-8 0,-18-1 16,-8 1 0,-17-9-16,17 17 15,-26 8 1,-34 9-16,-17 26 15,-8 8 1,8 8-16,17 18 16,-17 25-1,-9 8-15,1 1 16,16-18 0,35 18-16,0 0 0,-9-1 15,0 9 1,9 0-1,17-8-15,-18 8 16,-7 0 0,24-9-1,18-16-15,17 8 16,0 9 0,9-9-16,8-17 15,17 0 1,8 8-16,9-8 15,18-8 1,7-1-16,27 1 16,-1-9-1,9 0-15,25 0 16,18-9 0,-18-8-16,-8-8 0,17-1 15,18-8 1,-18 9-1,0-1 1,34 1-16,26-17 16,-26-1-1,0-8 1,9-8-16,-43-1 16,0 1-16,25-18 15,1 9 1,-18 8-1,18-25-15,42 0 16,-42-8-16,25 8 16,35-9-1,-35-8-15,-8 9 16,16-1 0,-33-8-1,0 9-15,42-9 16,-25 0-16,-9-9 15,-9-8 1,10 9 0,-27 8-16,-33 8 15,16-8 1,-8-9-16,-17 9 16,-17-8-1,-9-1-15,-25 9 16,-18 0-16,-16 9 15,-9-1 1,-17 1 0,-43-18-16,-42-16 15,-18 8 1,1 0-16,-27-9 16,-16-16-16,-8 16 15,-10 9 1,-7 0-16,-10 0 15,-25 0 1,0 0 0,-17 0-16,-25 0 15,-9 17 1,-34 8-16,-18 9 16,1 9-16,-26 25 15,-34 17 1,8 8-16,9 18 15,-51 42 1,34 8 0</inkml:trace>
  <inkml:trace contextRef="#ctx0" brushRef="#br0" timeOffset="21739.85">29633 8071 0,'0'0'0,"0"0"0,34 0 0,69 0 16,85-17-16,25-26 15,17-8 1,9 0-16,-59 26 16,-35 16-1,8 26-15,-33 43 16,-43 16 0,-52 43-16,-59 68 15,-77 43 1,-51 59-16,-17 9 15,8-26 1,26-51-16,26-34 16,8-8-16,59-86 15,35-59 1,0-8-16,17-18 16,0-25-1,17-76 1,26-103-16,25-67 15,9-69 1,8 9-16,-16 0 16,-27 33-16,-25 69 15,-8 26 1,-18 59 0,1 25-16,-1 34 15,1 35 1,8 8-16,0 17 15,0 8-15,0 9 16,0 17 0,34 85-16,26 111 15,-1 93 1,-16 26 0,-26 51-16,0-52 15,-8-59 1,8-16-16,-9-18 15,1-77 1,-9-93-16,0-34 16,0-17-1,-9-8-15,-33-69 16,-86-127 0,-94-119-16,-43-26 15,-59-50 1,-60-27-16,17 69 15,51 102-15</inkml:trace>
  <inkml:trace contextRef="#ctx0" brushRef="#br0" timeOffset="-168304.67">21261 12297 0,'-18'9'0,"-67"25"0,-94 34 0,-17 17 16,-1 9 0,-8 16-16,1 1 15,16-1-15,9 9 16,-9 51-16,26 18 31,-9 58-31,0 43 16,9 9-1,8-9-15,18-17 16,8-8 0,17 8-16,17-25 15,17-1 1,0 9-16,-8 35 16,34-52-1,25-51-15,18-9 16,8-50-1,17-34-15,17-9 16,9 8 0,25 1-16,17 8 15,1 0 1,-1-17-16,34 68 16,35 17-1,-26-42-15,-17-60 16,43-9-16,51-8 15,-26-17 1,68-8 0,-8-26-16,17-26 15,26 1-15,8-1 16,9-25 0,34-68-1,25-51-15,-68 59 16,120-25-1,17-76-15,-86 42 16,43-34 0,60-52-16,-34 44 15,-1-43-15,-7 8 32,41-25-32,10-9 15,-44 9-15,-16-34 16,8 0-1,26-34-15,-60 33 16,-9-7 0,18-26-16,-52 42 15,-42-8-15,-35 0 16,1-9 0,-1-8-16,1 8 15,-1-17 1,-42 35-1,9-60-15,-27 8 16,-33 43 0,-17 8-16,-52 9 15,-34 25 1,-42 18-16,-26 16 16,-26-8-16,-25 34 15,-26 34 1,-34 17-1,-17 17-15,-52-1 0,-24 35 32,-18 26-17,-26 16-15,-25 26 16,-9 26-16,-17 8 16,-76 25-16,67 18 15,-16 33-15,-60 35 16,111-9-1,8 0-15,-17 17 16,-42 51 0,-69 34-1,52-34 1,-69 69-16,-17-18 16,-17 17-1,26-9 1,-9 10-16,-34 41 15,-42 9 1,-18 9-16,0 25 16,17 9-1,52-9-15,-26 85 16,-9 43 0,27-26-16,169-153 15</inkml:trace>
  <inkml:trace contextRef="#ctx0" brushRef="#br0" timeOffset="-46232.19">31861 5511 0,'0'0'0,"-9"17"15,-8 68-15,-25 43 16,-27 25-16,-16 42 16,-17 9-16,-43-17 15,-9-25 1,43-17-1,51-43-15,9-43 16,8-16-16,-8-26 16,-9-26-16,-16-67 31,-1-43-31,8 0 16,18 16-16,17 10 15,9 33 1,16 35-16,9 8 15,0 0 1,0 17 0,0 0-16,0 0 15,0 0-15,0 25 16,9 69-16,33 85 31,52 8-31,26-60 16,33-42-16,95-34 15,93-51 1,35-17-16</inkml:trace>
  <inkml:trace contextRef="#ctx0" brushRef="#br0" timeOffset="-37411.52">9337 4703 0,'0'0'0,"0"0"0,0-9 16,0-16-16,51-43 31,69-17-31,42-17 16,43-51 0,25 8-16,-67 43 15,-18 34 1,0 17-16,-26 26 15,-42 16 1,-26 18-16,-17 50 0,-17 103 16,-68 84-1,-43 26 1,-17 1-16,-8-10 16,16-33-1,1-35-15,8-24 16,17-69-16,18-34 31,7-34-31,18-17 16,9-26-1,-27-76-15,1-85 16,17-94 0,17-33-16,9 8 15,16-18 1,9 35-16,9 26 15,-1 59 1,1 16-16,25 44 0,-8 50 31,-1 35-31,10 25 0,16 42 32,43 77-32,0 77 15,-9 76-15,-25 43 0,-26-1 31,-8-16-15,-17-51-16,-1-60 16,-16-68-1,-1-34-15,-16-9 16,-1-16 0,-16-9-16,-35-9 15,-43-16 1,-50-52-16,-78-67 15,-16-52 1,25-25-16,-34-17 16,43 17-1,33 25-15,18 9 16,43-34 0,-35-119-16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41:25.1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6324 10911 0,'-8'0'0,"-35"-8"0,-8-1 0,-34 1 16,-52-1-16,-34 18 15,-16 16 1,7 18 0,1 25-16,43 25 15,16 52-15,-34 93 16,61-34-1,58-34 1,52 43-16,52-43 16,59-60-16,102-16 15,86-43-15,-17-59 32,34-60-32,-1-60 15,-33-68 1,-26-8-1,-111 26-15,-42-1 0,-94 26 16,-86 8 0,-179 1-1,-316 84 1,-85 188-16,256 33 16</inkml:trace>
  <inkml:trace contextRef="#ctx0" brushRef="#br0" timeOffset="6445.24">24000 10818 0,'-17'0'0,"-60"17"0,-93 34 16,-35 34-16,17 34 16,0 25-1,60-8-15,69-8 16,24 0-1,35-43 1,60-17-16,68-17 16,51-34-16,60-68 15,-25-51 1,-52-26 0,0 1-16,-17-35 15,-34 0-15,-51 60 16,-35 9-1,-25-18 1,-34-16-16,9 67 16</inkml:trace>
  <inkml:trace contextRef="#ctx0" brushRef="#br0" timeOffset="6704.93">23949 11821 0,'9'0'0,"67"34"0,87 68 0,7 17 15,-42-17 1,-8-8-16,-9-18 15,-26-24 1,-17-18-16,9-9 16,-26-8-1</inkml:trace>
  <inkml:trace contextRef="#ctx0" brushRef="#br0" timeOffset="7079.35">25929 12510 0,'0'0'0,"-8"-8"0,-27 8 0,-75 17 16,-78 42 0,0 35-16,9 8 15,42-17 1,60-26-16,52-16 15,25-18-15,51 9 16,94-17 0,60-25-1,-17-26 1,-26-17-16,-43-17 0,-42 0 16,-43 8-1,-25 9 1,-26 9-16,-52-1 15,-50 9 1,59 26-16</inkml:trace>
  <inkml:trace contextRef="#ctx0" brushRef="#br0" timeOffset="7319.17">26143 13326 0,'0'0'0,"0"9"0,17 34 15,25 33 1,27 9-1,24-8-15,10-1 16,8-16-16,-60-35 16</inkml:trace>
  <inkml:trace contextRef="#ctx0" brushRef="#br0" timeOffset="7712.51">27218 13964 0,'-17'0'0,"-60"17"0,-68 9 16,0 8 0,34 8-16,43-16 15,25-1 1,34 9-16,44 17 16,67 9-16,69-17 15,16-43 1,-7-43-1,-27-8-15,-33 8 16,-43-16 0,-35 8-16,-33 8 15,-9 26 1</inkml:trace>
  <inkml:trace contextRef="#ctx0" brushRef="#br0" timeOffset="8078.87">27508 14517 0,'0'0'0,"0"0"0,17 9 0,51 25 15,43 25 1,17 18-16,-17-9 15,9 8 1,-26-8 0,-43-8-16,-34-26 15</inkml:trace>
  <inkml:trace contextRef="#ctx0" brushRef="#br0" timeOffset="8469.61">28942 15351 0,'0'0'16,"0"0"-16,-9-9 0,-8-8 0,-17 0 31,-34 0-31,-34 9 0,-44 16 15,1 26 1,34 0-16,35 0 16,24 9-16,27-18 15,33 1 17,35-1-32,51-8 15,51-34-15,-8-17 16,-27-17-16,-24-8 15,-43 8 1,-26 8 0,-17 35-16</inkml:trace>
  <inkml:trace contextRef="#ctx0" brushRef="#br0" timeOffset="8895.46">28823 15742 0,'0'0'0,"0"0"0,0 0 16,17 17-1,34 34-15,43 25 16,17 18 0,0-9-16,-18-17 31,-50-43-31</inkml:trace>
  <inkml:trace contextRef="#ctx0" brushRef="#br0" timeOffset="9308.09">30436 16669 0,'-9'-9'0,"-25"-8"16,-43-8-16,-34-18 16,-25 18-16,-1 8 31,9 25-31,17 9 16,34 0-1,26 0 1,25 9-16,26 8 15,52 17 1,33 0-16,26-9 16,17-8-1,-9-17-15,-50-25 16,-35-1 0,-17-16-16,-34-35 15,-120-67 1,-153-69-16,-34-8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59:03.8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17608 11370 0,'0'0'0,"0"0"0,0 0 0,0 0 0,0 0 16</inkml:trace>
  <inkml:trace contextRef="#ctx0" brushRef="#br0" timeOffset="2974.04">7707 4261 0,'0'0'0,"-8"0"0,-10-9 16,-33-8-16,-51 9 16,-52 25-1,-68 59-15,-25 52 16,59 16-1,26 26-15,25 35 16,52-1 0,68-17-16,51 59 15,51-24 1,26-52-16,120 8 16,8-67-1,25-94-15,26-68 16,18-77-1,16-59-15,-42-51 16,-18 0 0,-67 25-16,-27 9 15,-76 34 1,-68 59-16,-35-16 16,-59-1-16,-154 9 15,-179 85 1,-68 119-16,-35 77 15,111-18 1</inkml:trace>
  <inkml:trace contextRef="#ctx0" brushRef="#br0" timeOffset="4056.64">7152 7263 0,'0'0'16,"-8"0"-16,-1 0 0,-16 17 16,-18 0-16,-8 25 15,-9 9 1,-42 43-16,-9 16 16,34 10-1,0 24-15,9-8 16,16 9-16,27 8 15,42 0 1,26-17-16,51 0 16,110-8-1,44-43 1,25-85-16,43-60 16,-43-8-1,-9-25-15,27-69 16,-44-17-1,-33-16-15,-35-1 16,-77 1 0,-59-1-16,-103 0 15,-128 18 1,-170 67-16,-171 94 16,119 34-1</inkml:trace>
  <inkml:trace contextRef="#ctx0" brushRef="#br0" timeOffset="5437.53">6802 10945 0,'-8'0'16,"-1"26"-16,-8 33 0,0 18 0,9 16 15,-9 18 17,8 34-32,18-9 15,16-26-15,18-16 16,42-18 0,9-16-16,51-43 15,77-43 1,-26-42-16,18-93 15,8-43 1,-77 8-16,-60 0 16,-34 35-1,-42 16-15,-43 35 16,-35 33 0,-93 35-16,-136 76 15,-78 59 1</inkml:trace>
  <inkml:trace contextRef="#ctx0" brushRef="#br0" timeOffset="5981.75">6828 13896 0,'-9'0'0,"-16"51"15,-26 68-15,-9 77 0,34 17 16,26-9-1,43-17 1,51-43 0,34-33-16,34-43 15,60-51 1,-9-60-16,-8-84 16,17-94-16,-51-60 15,-35-25 1,-50 17-1,-69 34-15,-111 34 16,-179-1 0,-69 27-16</inkml:trace>
  <inkml:trace contextRef="#ctx0" brushRef="#br0" timeOffset="12752.43">17471 10648 0,'0'0'0,"0"0"0,-9 0 0,-25 17 16,-68 68-1,-52 42-15,-25 18 16,0-18 0,17-16-16,34-35 15,68-25 1,17-25-16,26-18 16,17-8-1,-8-17-15,8-25 16,-9-43-1,9 17-15,0 25 16,0 18-16,0 16 16,0 18-1,-8 25-15,-1 42 16,-25 26 0,-17 26-1,-1-9-15,10-34 16,16-34-1,35-8-15,59-18 16,171-16-16,68-26 16,26-34-1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46:22.9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5479 5579 0,'0'0'0,"0"0"0,0 0 0,-8 25 16,8 9 0,0 17-16,-9 9 15,1 8 1,-1 0-16,1-8 16,-1-18-1,9 1-15,0-9 16,26 8-1,17 9-15,16-8 16,27 8-16,33-9 16,52 1-1,25-18 1,60-16-16,17-18 16,26-16-1,8-1-15,43 18 0,51 8 31,-42-9-31,16 9 16,52 9-16,-9 8 16,26-9-1,-17-16-15,34 16 16,34 18 0,-43-1-16,0 9 15,9 9 1,-60 16-16,43 9 0,51 0 31,-34-33-15,-17-10-16,-51-16 15,-18-1 1,9 1-16,-102-1 16,-26-8-1,-17 0-15,-94-8 16,-8-26-1,-9-26-15,-43 0 16,-25-16 0,-18-9-16,-25-43 15,-34-33 1,-59-120-16</inkml:trace>
  <inkml:trace contextRef="#ctx0" brushRef="#br0" timeOffset="3541.73">15295 4890 0,'0'0'0,"0"0"0,0 0 15,0 0 1,-9 9 0,1 8-16,-18 0 15,0 17-15,-16 0 16,-1 0-16,-8 0 16,17 0-1,0 0 1,-1 17-16,1 0 15,0 8 1,-9 18-16,9-9 16,0-9-1,17-8 1,17 17-16,17 9 16,17 8-1,26 9-15,17-9 16,59-17-1,44-9-15,-27-25 16,18-25 0,0-18-16,-26-8 15,-9-25 1,18-18-16,-35-8 16,-42-8-16,-8-9 15,-27-18 1,-16-16-1,-18 9-15,-25-9 16,-42-34 0,-44-9-16,-33 43 15,-78 26 1,-25 33-16,-34 51 16,0 26-16,43 69 15,-95 67 1</inkml:trace>
  <inkml:trace contextRef="#ctx0" brushRef="#br0" timeOffset="14181.75">2834 5205 0,'0'0'0,"0"0"0,0 0 15,0 0-15,0 0 16,8 0-1,9 17-15,-8 25 16,-1 43 0,-8 34-16,0 17 15,-8-8 1,-18-9 0,9 0-16,0-17 15,17-8 1,17-18-16,17 1 15,26-18-15,42-8 16,78-17 0,33-25-1,26-9-15,17-9 16,-17 1 0,-17 8-16,-51 0 15,-18 0-15,-8 0 16,-42 8-1,-44 1-15,-16-1 16,-17 1 0,-9-9-16,-9 0 15,1-9 1,-1-33 0,-8-43-16,-8-68 15,-1-17 1,1-9-16,-18-127 15</inkml:trace>
  <inkml:trace contextRef="#ctx0" brushRef="#br0" timeOffset="16308.51">5735 6149 0,'0'0'0,"0"0"0,0 0 15,0 0-15,0 0 16,0 0 0,0 0-16,9 0 15,34 8 1,42 9-1,77 0-15,43-8 16,17-18-16,17 1 16,-9-9-1,26 0-15,26-17 16,34-9 0,42-16-1,52 8-15,0 8 16,-35 18-1,-42 33-15,-26 9 16,-51 17-16,-51 0 16,-51 0-1,-35-8 1,-42-18-16,-26 1 16,-25-9-1,-9 0-15,-8 0 16,-1 0-16,-25 0 15,-77-9 1,-111-8-16,-85 0 16,-51 9-1,-26-1-15,17 1 16,-17-1 0,8 1-16,61-1 15,7-8 1,27 0-1,33 0-15,27 0 16,41 0 0,-41 9-16,33-1 15,43 1-15,25-1 16,35 9 0,25 0-1,26 0-15,9 0 16,42 0-1,0 0-15</inkml:trace>
  <inkml:trace contextRef="#ctx0" brushRef="#br0" timeOffset="16627.46">15192 6880 0,'17'0'0,"86"26"0,93 8 16,-51 0-16,-34 0 15,-43-9-15</inkml:trace>
  <inkml:trace contextRef="#ctx0" brushRef="#br0" timeOffset="17640.55">15337 7535 0,'0'0'0,"0"0"0,0 0 0,0 0 16,0 0-1,0 0-15,0-17 16,0-26 0,9-33-1,16-26-15,18-17 16,-9 0 0,9-17-16,0-9 15,-9-8 1,17 0-16,-8 17 0,-18 34 15,-8 17 1,-8 25 0,-18 26-16,-8 17 15,-43 34 1,-59 34-16,-35 51 16,-16 26-1,33-18 1,35-25-16,50-25 15,27-35 1,8 1-16,17-18 16,0-8-16,8-8 15,26-18 1,26-25 0,34-25-16,0-9 15,0 17 1,-9 17-16,-8 25 15,-17 18 1,8 16-16,9 18 16,8 25-1,1 42-15,7 9 16,10 0-16,-43-50 16</inkml:trace>
  <inkml:trace contextRef="#ctx0" brushRef="#br0" timeOffset="26207.11">5471 13003 0,'0'0'0,"-9"9"0,1 8 0,-1 17 16,1 0-1,8 17-15,-9 8 16,1 26-16,-1 9 16,9-17-1,0-18 1,17 9-16,26-8 15,25-18 1,60-25-16,77-42 16,34-18-16,26-8 31,8 0-31,8 17 16,1 9-1,17 25-15,-1 34 16,10 17-1,-10-9-15,-41 18 16,-36-1-16,-33 1 16,-34-9-1,-52-9-15,-16-16 16,-27-18 0,-16 1-1,-17-18-15,-1-8 16,-8-17-1,0-51-15,-17-51 16,-34-136-16</inkml:trace>
  <inkml:trace contextRef="#ctx0" brushRef="#br0" timeOffset="29823.59">9875 13003 0,'0'0'0,"0"0"0,0 0 15,0 0 1</inkml:trace>
  <inkml:trace contextRef="#ctx0" brushRef="#br0" timeOffset="30797.2">10165 12986 0,'0'0'0,"0"0"16,0 0-16,0-8 31,0-1-31,0 9 16,0 0-1,0 0 1,0 0-16,0 9 16,0 8-1,0 17-15,-8 8 16,-1 9 0,1 17-16,-1 9 15,0-9-15,9-8 16,0-9-1,0-9-15,0-8 16,0-8 0,0-1-1,0-8-15,9 0 16,8 0-16,0-8 16,26 8-1,34 0-15,16 0 16,-7 0-1,16-9-15,60-8 16,35 9 0,-10-18-16,44 1 15,8-9 1,8 8 0,1 1-16,-26-1 15,25 9 1,1-8-16,8 8 15,-9-9-15,9 9 16,18 0 0,7 9-16,1-1 15,0-8 1,-1 9 0,1-9-16,8 8 15,-34 1-15,26-9 16,8 0-1,17-9 1,-8 9-16,34 0 16,0 0-16,8 0 15,18 9 1,-35-1-16,9-8 16,34 9-1,-43-1 1,35 9-16,25 0 15,-43 9-15,17-9 16,27 8-16,-70 1 16,-24-1-1,-27-16 1,-25 8 0,-26-9-16,-50-8 0,-1 0 15,-9 0 1,-33-8-1,-26-1-15,-17 1 16,-18-9 0,-16 0-16,-17 0 15,-1-9 1,1-8 0,-9-25-16,-9-43 0,1 51 31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47:54.2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3627 4899 0,'0'0'0,"-8"0"0,-18 8 16,-34 18-16,1 8 15,-1 0-15,-17 17 16,-34 25-16,-17 26 15,-34 26 1,-26 50-16,-34 52 16,9 8-16,25 0 15,0 9 1,60-9-16,35-8 31,24-43-31,27-26 16,33-25-1,35-25-15,16 0 0,61 16 16,16-16 0,9-18-1,-17-8 1,-8-17-16,-9 9 16,-26-18-1,-26 9-15,-16 0 16,-34 26-1,-35 25-15,-34-8 16,-51 16 0,-43-16-16,-8-26 15,25-26 1,44-25-16,50-8 16,17-18-1,17 1-15,26-9 16,26 0-1,42 17-15,43 17 16,34 0 0,-8 25-16,-18 18 15,-16 34 1,-60 42-16,-9 51 16,-26 51-1,-42 8-15,-34 18 16,0 8-1,16-8-15,78-34 16,68-26 0,213 17-16,205-26 15,34-76 1,-144-42 0</inkml:trace>
  <inkml:trace contextRef="#ctx0" brushRef="#br0" timeOffset="7877.69">1408 13267 0,'0'0'0,"0"0"0,0 0 0,43-17 15,42-17-15,69-9 16,42 1 0,-51-1-16,35-8 15,-1 17 1,-34 26-16,-43 16 15,-33 9 1,-10 26-16,-25 25 16,-59 85-1,-52 34-15,-42-17 16,-9-25 0,17-35-16,25-33 15,18-35 1,8-8-16,9-34 15,8-17 1,9-68-16,17-68 16,34-42-1,34-18-15,9 17 16,8 9-16,18 34 16,-18 43-1,-8 42 1,-9 25-16,0 18 15,0 33 1,35 69-16,16 59 16,-8 42-1,-17 26-15,-17-42 16,-26-26-16,-17-8 16,-17-26-1,-26-26 1,-34-8-16,-33-8 15,-27-35 1,-51-42-16,-25-51 16,0-59-16,-60-60 15,8-43 1,86 17-16,8-84 16,-8-52-1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53:04.2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28148 6574 0,'0'8'0,"26"26"0,51 69 0,51 33 16,-9 0-16,-16-34 15,8-9 1,0-8 0,-9-17-1,0 9-15,-16-1 16,-18-8-16,-34-42 16</inkml:trace>
  <inkml:trace contextRef="#ctx0" brushRef="#br0" timeOffset="301.72">28916 6906 0,'0'0'0,"-8"0"0,-26 0 0,-69 34 16,-67 42-1,-69 9-15,-120 0 16,-93-59-1,59-26-15</inkml:trace>
  <inkml:trace contextRef="#ctx0" brushRef="#br0" timeOffset="5025">27295 2628 0,'0'0'0,"0"0"0,0 0 0,0 0 16,0 0-1,0 0-15,0 0 16,0 0 0,-9 0-16,1 0 15,-18 8 1,0 9-16,-16 17 15,-9 17-15,-18 17 16,-16 26 0,-17 17-1,-9 25-15,-9 17 16,18-17-16,33-9 16,27-16-1,25 8-15,8 17 16,26 17-1,26-25 1,17-26-16,42 0 16,86-26-1,25-42-15,26-42 16,17-52 0,-25-25-16,-35-42 15,-25-18 1,-52 9-1,-25-26-15,-34-25 16,-52-17-16,-85-8 16,-102-43-1,-77 8-15,0 94 16,-77 51 0,-102 42-16,-9 86 15,52 33 1</inkml:trace>
  <inkml:trace contextRef="#ctx0" brushRef="#br0" timeOffset="47204.11">26672 4473 0,'0'0'0,"0"0"0,0 0 0,0 0 15,0 0 1,0 0-16</inkml:trace>
  <inkml:trace contextRef="#ctx0" brushRef="#br0" timeOffset="48142.01">25630 4788 0,'0'0'0,"0"0"16,0-8-16,0 8 15,0 0 1,-8-9-16,-1 0 0,1 1 31,-26-1-31,-18 1 16,-16-9-16,-17 17 15,-9 0 1,17 8 0,-17 18-16,-17 8 15,9 9 1,-18 8-16,9 17 16,26 0-1,0 17-15,-1 8 16,18 9-1,8 26-15,9 42 16,26 0 0,25 9-16,25 50 15,35-42 1,17-42-16,-9 17 16,17-9-1,69-26-15,-17-59 16,16-34-16,103-17 15,9-17 1,25-68 0,-51-42-16,-34-26 15,17-1-15,-94-16 16,0-42 0,-9 16-16,-59-8 15,-60-17 1,-68 17-1,-112-9-15,-110 18 0,-111 59 32,-85 59-32,-35 52 15,52 50-15,50 52 16,18 59 0,60 34-1</inkml:trace>
  <inkml:trace contextRef="#ctx0" brushRef="#br0" timeOffset="50158.3">26049 7339 0,'0'0'0,"-9"0"15,-25 26-15,-17 25 16,8-9 0,0 18-16,1 25 15,-18 43 1,-34 76-16,-60 59 15,-102 111 1,-111 103-16,-8-18 16,34-25-1,84-120-15,87-84 16,59-77 0,77-85-16,42-42 15,69-9 1,-9-17-16</inkml:trace>
  <inkml:trace contextRef="#ctx0" brushRef="#br0" timeOffset="50854.79">26040 7331 0,'0'0'0,"26"25"0,42 69 16,34 59-1,1 34-15,-9 43 16,51 33-16,17 35 16,-8 8-1,50 9 1,27 17-16,-35-52 16,18 9-16,-18-25 15,-8-34 1,-1-26-16,-50-43 15,-26-42 1,0-25-16,-17-18 16,-43-33-1,-8-18 1,-18 1-16,-16-18 16,-1 1-1,1-1-15,-9-16 16,8-1-1,-8-8-15,-17-17 16,-25-25 0,-18-9-16,-25 8 15,-78 9-15,-41 9 16,-87 25-16,-50 0 31,-77 8-31,-77 9 16,-26-8-1,-51-9-15,-8 0 16,34 8 0,51-8-16,93 0 15</inkml:trace>
  <inkml:trace contextRef="#ctx0" brushRef="#br0" timeOffset="53861.03">28831 10443 0,'0'0'0,"0"0"0,-17 0 0,-9 9 16,-8-1-1,0 1-15,0-9 16,0 0 0,17 0-16,0 0 15,-9 0 1,0-9-16,-8 1 15,-25 8 1,-18 0-16,8 0 16,-7 17-1,7 0-15,1 0 16,0 9 0,17-1-16,8 1 15,0 8 1,-8 8-16,0 26 15,17 9 1,17-9-16,17 0 16,17 8-1,25 18-15,35 16 16,26-16 0,-1-18-16,35-7 15,16-18 1,-16-34-16,8-17 15,9-9 1,-26-25 0,-26-8-16,-17-1 15,-25 0-15,-9 1 16,-25-1 0,-18-8-16,-8-8 15,-34-35 1,-43-33-1,-25 8-15,-26 8 16,9 18-16,-10 16 16,-33 9-1,-17 8-15,-111-42 16</inkml:trace>
  <inkml:trace contextRef="#ctx0" brushRef="#br0" timeOffset="65356.7">28831 10716 0,'0'0'0,"0"0"0,0 0 16,0 0-16,0 0 0,0 0 31,0 0-31,-8-9 16,-10 1-1,-16-9-15,-25-9 0,-1 9 32,-8 0-32,-1 9 15,10-9 1,16 8 0,-8 1-16,-26-9 15,-17 17-15,0 8 16,-8 18-1,-9 33-15,8 35 16,35 16 0,25 18-16,26-1 15,26-16 1,42-9-16,43 9 16,59-1-1,27-25-15,7-34 16,27-17-1,8-34-15,-17-25 16,-35-26 0,-25-17-1,-25-26-15,-26-17 16,-43-16 0,-34-43-16,-60-17 15,-76 8 1,-60 9-16,-52 8 15,18 60-15,-18 51 16,-25 43 0,0 67-16,9 43 15,-52 43 1</inkml:trace>
  <inkml:trace contextRef="#ctx0" brushRef="#br0" timeOffset="93235.19">27209 2560 0,'-8'0'0,"-43"34"0,-52 8 0,9 1 16,35-1-1,-10 1-15,-25-1 16,-25 27 0,-43 24-16,-17 35 15,-69 67 1,-102 86-16,-60 51 15,-85 42 1,-34 42-16,34 35 16,68 0-1,60-51-15,0-26 16,43 9 0,34-18-1,17-59-15,17-16 16,42-52-16,61-77 15,33-42-15,43-42 16,43-43 0,17-17-16,9-26 31,8 1-31</inkml:trace>
  <inkml:trace contextRef="#ctx0" brushRef="#br0" timeOffset="94009.54">27448 2764 0,'0'0'0,"26"34"0,17 34 0,85 60 16,68 76 0,52 25-1,25-8-15,34 18 16,-34-18-1,9 17-15,-26 0 16,-69-17-16,27 60 16,-1 25-1,26 34 1,-8-8-16,25 16 16,8-7-1,9-18-15,1 25 16,-61-75-1,0 16-15,-25-26 16,-77-59-16,-26-8 16,-8-34-1,8-1-15,-8-8 16,-17-42 0,-17-35-1,-18-25-15,-8-17 16,-8-17-1,-1-8-15,1-1 16,-9 1-16,0-9 16,0 0-1,0 0 1,0 0-16,0-9 16,0 9-1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57:16.0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3670 8709 0,'0'0'16,"0"0"-16,0-9 0,0-42 0,-9 34 0,-8 0 16,-25-8-16,-18 7 15,9 18 1,-17 9-16,-26 8 15,8 17-15,-16 9 16,-9 8 0,0 17-1,-9 17-15,-8 17 16,-8 25 0,-9 18-16,8 16 15,1 35 1,-1 34-16,9 8 15,17-17 1,17 0-16,-8 0 16,25 0-1,17-17-15,18-34 16,42 1 0,17-35-16,25-34 15,44-17 1,33-9-16,35-8 15,17 0 1,-18 0-16,-33 17 16,-9 17-1,-43 18-15,-34 41 16,-43 18 0,-33-1-16,-44 60 15,-16-16 1,-26-18-16,0-26 15,17-33 1,17-35-16,9-33 16,17-9-1,25-26-15,9-16 16,17-1 0,8 1-16,18 8 15,33 0 1,69 9-16,26-1 15,51-8 1,-9 26-16,-34 33 16,-34 60-1,-86 162-15,-101 170 16,-104 93 0,18-102-16,111-204 15,119-42 1,86-34-16,136-86 15,231-169 1,-103-43-16</inkml:trace>
  <inkml:trace contextRef="#ctx0" brushRef="#br0" timeOffset="5082.7">3423 10154 0,'0'0'0,"0"0"0,-9 17 0,0 9 15,9-1 1,0 1-16,0-1 16,0-8-1,18 9-15,-1 8 16,17 0 0,0 0-16,26 0 15,16-8 1,35-9-1,17 0-15,-8-9 16,8-8-16,17 0 16,26 0-1,-26 0 1,8 0-16,18 9 16,0-1-1,25 9-15,35-17 16,-1-25-16,26-1 15,-17 1 1,-9-1 0,1 9-16,-1-9 15,1 1 1,8 8-16,8 8 16,-16 18-1,16-1-15,-16 1 16,-18 8-1,9 0-15,-17 0 16,-17 0-16,-9 0 16,-17 0-1,-17 0 1,-8-8-16,-1-9 16,-33-9-1,-18 1-15,-34-1 16,-17 1-1,-8-1-15,-9-8 16,-8-9-16,-9-25 31,-9-8-31,-17-1 16,1-25-16,8 43 16</inkml:trace>
  <inkml:trace contextRef="#ctx0" brushRef="#br0" timeOffset="6165.85">5957 10809 0,'0'0'0,"0"0"0,-8 9 16,-1 16-16,1 35 0,-1 16 15,1 1 1,-1 8 0,9 8-16,0-8 15,0-25 1,9-18 0,16-7-16,35-10 15,51-8 1,17-25-16,51-35 15,18-17-15,-44 18 16,35 8 0,-9 8-16,-8 9 15,42 9 1,18 8-16,16 0 16,9 0-16,17 8 31,26 9-31,17 0 15,8 9 1,-25-9-16,-17 17 16,8 8-1,-9-7-15,10-10 16,33-8 0,17-8-16,52-1 15,-9 1 1,-43-9-16,18 17 15,8 0 1,-17-17-16,17 8 16,-51-8-1,-35-8-15,-33-1 16,-43 9 0,-35 0-16,-76 0 15,-34 0 1,-17-8-16,-9-1 15,0-25 1,-8-25-16,-9-27 16,-9-16-1,1-25-15,16-145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0:58:37.8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7955 5485 0,'0'0'0,"0"0"0,0 17 0,8 17 16,1 0 0,-1 26-1,-16 34-15,-1-1 16,-16 26 0,-27 17-16,1-17 15,8-8-15,18-35 31,8-25-31,8-25 16,9-1 0,26-8-16,25 0 15,69 9 1,-1-9-16,9-26 0,34 1 16,-8-9-1,-26-9 1,8-8-16,52 9 15,-34-9 1,-1 25-16,69 9 16,-34 9-16,8 8 15,43 8 1,-34 1 0,26 16-1,-52-8-15,0-17 16,77 0-1,-8-17-15,16 0 16,9 0 0,9 9-16,0-1 15,-9 9 1,8 9-16,-7-9 16,-10 0-16,1 0 0,-26-8 31,17-1-31,-51 1 15,-35-18 1,52 18-16,-85-1 0,-52 1 16,9 8 15,-34-9-31,-18 1 0,-16-9 31,-17-9-31,-1-8 16,1-34-1,-1-51-15,18-43 16,16-76 0,10 9-16,33-1 15,86-93 1</inkml:trace>
  <inkml:trace contextRef="#ctx0" brushRef="#br0" timeOffset="1698.74">8475 5060 0,'0'0'0,"-8"0"15,-18 0-15,-34 9 16,-25 8-16,25 0 15,9 0 1,8 0 0,-8 8-16,-9 35 15,-33 50-15,-18 43 16,8 26 0,18 25-1,42-17 1,17-25-16,35-18 15,34-25-15,59-25 16,52-26 0,68-42-1,17-35-15,0-34 16,17-33 0,-17-26-16,-17-26 0,-52-8 15,-33-17 1,-35 9-16,-51-1 15,-25 0 1,-43 9-16,-43 26 16,-51-1-1,-68 18-15,-17 16 16,-69 43 0,-42 34-16,-34 68 31,-26 51-31,34 43 15,-9 16-15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0:20.0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9866 7577 0,'0'0'0,"0"0"0,0 0 0,0 0 0,0-8 16,0-1 0,0 1-16,0-1 15,26 9 1,34 0-16,51 9 15,34 16 1,17 9-16,17 1 16,9-10-16,42-16 15,44-26 1,24-17-16,35-9 16,26-8-1,8 17 1,-17 34-16,-9 34 15,-42 17-15,-26 26 16,68 33 0</inkml:trace>
  <inkml:trace contextRef="#ctx0" brushRef="#br0" timeOffset="20199.34">8791 9108 0,'0'0'0,"34"0"0,43-8 16,60-9-16,-35 0 15,-68 8 1</inkml:trace>
  <inkml:trace contextRef="#ctx0" brushRef="#br0" timeOffset="20798.28">9866 8921 0,'0'0'15,"0"0"-15,0 0 0,-8 17 16,-1 26-1,-16 42-15,-9 25 16,8-8 0,9 0-16,0 0 15,0 9 1,0-17-16,0-18 16,8-16-1,9-9-15,0-9 16,9-16-1,25 8-15,34-9 16,26-8 0,42-25-16,52-26 15,26-9-15,8 1 16,8-1 0,-8 18-16,25-1 15,-8 18 1,17 8-1,0 8-15,-17 9 16,18 0-16,-1-8 16,8 8-1,-8 0 1,-34 0-16,-26 0 16,-51-9-16,-25 1 15,-35-1 1,-33 1-1,-27-9-15,1-9 16,-9-16 0,8-60-16,10-60 15,24-93-15,18-60 16,34-42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2:50.1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21073 4295 0,'0'0'0,"0"0"0,-9 0 0,1 0 0,-18 17 0,-17 0 15,-25 25-15,-9 26 16,1 9 0,-27 8-1,9-9 1,0-16-16,-17 17 15,35 16 1,24-8-16,10 17 16,8-8-16,-1 16 15,27 35-15,25 8 16,0-17 0,77-25-16,77-18 15,-52-50 1,-8-26-1,128-9 1,-60 1-16,-8-26 16,85-43-1,-111-42-15,-25-26 16,59-16-16,0-26 16,-77 0-1,-50 25-15,-27-16 16,-16-35-1,-52 43 1,-119 8-16,8 26 16,-110 51-1,-52 43-15,43 76 16,-51 17 0,67-17-16,-84 0 15</inkml:trace>
  <inkml:trace contextRef="#ctx0" brushRef="#br0" timeOffset="10434.42">20168 6140 0,'0'0'0,"0"0"0,0 0 0,0 0 16,-8 0-1,-18 17-15,-42 9 16,-69 16 0,-34 18-16,-25 42 15,-26 25 1,9 1-16,-35 8 16,26 9-1,43-9 1,8-26-16,61-42 15,58-42 1,35-9-16</inkml:trace>
  <inkml:trace contextRef="#ctx0" brushRef="#br0" timeOffset="10888.88">17992 7526 0,'0'0'0,"0"0"0,0 0 16,-9 0 0,-16 34-16,-78 35 15,-76 33 1,-52 17-16,1 8 15,51-16 1,25 16 0,26 18-16,51-18 15,69 1-15,67 25 16,27-25-16,76-43 16,51-34-1,-25-85-15,51-60 16,-60-16-1,-68-43 1,26-52-16,17 1 16,-52 17-16,-59 34 15,-60 26 1,-86-18-16,-110 43 16,-43 59-1,-77 43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3:52.71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21798 3989 0,'0'8'0,"0"77"0,0 34 0,-8 26 15,-1 101-15,9-67 16,0-145 0,0-8-16,0-9 15,128 17 1,51-34-16,1-128 16,101-51-1,-101 60-15,-35-59 16,34-18-1,-77 94-15,-50 9 16,-61-10 0,-76 1-16,-26 34 15,-86 43 1,-25 42-16,171 0 16</inkml:trace>
  <inkml:trace contextRef="#ctx0" brushRef="#br0" timeOffset="328.73">21858 4839 0,'-9'9'0,"-50"25"0,-121 76 16,-16 35-1,17 8-15,-51-9 16,84-42-1,104-25-15,16-18 16,18-33 0</inkml:trace>
  <inkml:trace contextRef="#ctx0" brushRef="#br0" timeOffset="738.69">20569 5834 0,'-17'9'0,"-17"16"0,-51 35 16,-18 25 0,-16 51-1,-43 34 1,-1-34-16,44-34 0,76-17 31,9 0-31,26-17 16,59-25-1,85-35-15,86-84 16,34-35-16,-76-17 16,-52-59-1,-17 34 1,-60 43-16,-68-1 15,-69 1 1,-136 42-16,-230 85 16,42 42-1</inkml:trace>
  <inkml:trace contextRef="#ctx0" brushRef="#br0" timeOffset="29577.55">22336 8751 0,'0'0'0,"0"0"0,0 0 0,-9 17 15,1 26 1,-18 50-16,-16 18 0,16-43 16,17-26-1,18-8-15,17-8 31,42-1-31,137-8 0,17-25 32,25-69-32,-25-42 15,-128 17 1,8-8-16,18-43 16,-52-35-1,-42 61 1,-69 33-16,-34 1 15,-85 50 1,-43 52-16,-93 42 16</inkml:trace>
  <inkml:trace contextRef="#ctx0" brushRef="#br0" timeOffset="29925.54">22575 9372 0,'-9'-9'0,"-25"1"0,-51-1 16,-52 18-1,-42 33 1,-26 26-16,18 18 16,-1 16-16,60-26 15,85-42 1</inkml:trace>
  <inkml:trace contextRef="#ctx0" brushRef="#br0" timeOffset="30294.19">20774 10299 0,'-8'8'0,"-27"26"15,-33 43-15,-9 17 16,26-9-16,17-26 16,17-8-1,17-8-15,25-1 16,27 1-1,50-18 1,77-25-16,9-34 0,-17-59 31,-18-35-31,-50-17 0,-60 18 32,-52 8-32,-76 8 15,25 60 1</inkml:trace>
  <inkml:trace contextRef="#ctx0" brushRef="#br0" timeOffset="30612.13">19793 11277 0,'-9'-9'0,"-25"9"0,-26 0 15,-34 9 1,-17 16-16,-42 35 15,-35 34 1,17 8-16,18-9 16,33-8-16,60-42 15</inkml:trace>
  <inkml:trace contextRef="#ctx0" brushRef="#br0" timeOffset="31007.93">18325 11787 0,'-9'0'0,"-34"17"0,-76 43 0,-43 33 16,17 1-1,-1 8 1,1 8-16,51-33 16,43-17-16,34-18 15,17-16 1,51-9-16,77-17 16,69-43-1,25-42-15,-43-9 31,-43 1-31,-50-1 16,-44 1 0,-50 33-16,-77 18 15,-197-18 1</inkml:trace>
  <inkml:trace contextRef="#ctx0" brushRef="#br0" timeOffset="31297.12">17428 13029 0,'0'0'0,"-17"8"0,-25 18 15,-52 25 1,-68 17-16,-52 25 16,-50 44-1,8 7 1,51-8-16,25 9 16,61-26-1,59-51-15,43-34 16</inkml:trace>
  <inkml:trace contextRef="#ctx0" brushRef="#br0" timeOffset="31679.42">15832 14007 0,'-17'8'0,"-68"26"0,-60 34 0,-9 26 16,9 25 0,17 17-1,34 26-15,43 16 16,77-50-1,33-43-15,1-34 16,60-26-16,76 1 16,-17-69-1,9-118-15,25-26 16,-34-9-16,-33-42 16,-44 51-1,-51-17 1,-8-128-16</inkml:trace>
  <inkml:trace contextRef="#ctx0" brushRef="#br0" timeOffset="32092.81">23702 9678 0,'0'0'0,"8"17"0,35 60 15,59 50 1,52 35-1,17-26-15,-1-26 16,9-16 0,26-26-16,103 34 15</inkml:trace>
  <inkml:trace contextRef="#ctx0" brushRef="#br0" timeOffset="32448.81">25989 10784 0,'-9'-9'0,"-16"9"0,-9 9 16,-52 33-1,-25 35-15,-8 25 16,25-26-1,34-33-15,26-18 16,17-16 0,17-1-16,17-8 15,68-8 1,69-18-16,25-16 16,-17-18-1,-34-16-15,-59 16 16,-44 18-1,-25 8-15,-42 17 16,16 17 0</inkml:trace>
  <inkml:trace contextRef="#ctx0" brushRef="#br0" timeOffset="32815.76">26262 11592 0,'0'0'0,"0"0"0,17 42 15,43 52 1,42 16 0,9 1-16,9-1 15,-9-16-15,0-1 16,-9 1-1,-34-34-15,-42-43 16</inkml:trace>
  <inkml:trace contextRef="#ctx0" brushRef="#br0" timeOffset="33278.18">27858 12842 0,'-8'0'16,"-10"-9"-16,-24 9 0,-52 17 15,-60 17-15,-8 17 16,17-8 0,17-1-16,34-16 15,34 8-15,26 17 16,60 25-16,59 9 31,103 1-31,51-44 16,26-59-1,-18-34-15,-93-26 16,-43-8-16,-26 0 0,-68-8 31,-17 50-31</inkml:trace>
  <inkml:trace contextRef="#ctx0" brushRef="#br0" timeOffset="33566.97">28046 13871 0,'0'0'0,"0"0"0,25 17 16,18 25 0,42 35-16,35 16 15,34 35 1,-9-9-16,8-8 15,44-9 1,110 0-16</inkml:trace>
  <inkml:trace contextRef="#ctx0" brushRef="#br0" timeOffset="33912.4">29770 14670 0,'-17'-8'0,"-77"8"0,-85 8 15,-43 43 1,25 17 0,44 9-16,25 16 15,68-8 1,52-8-16,50 8 15,155 17 1,84-42-16,18-60 16,17-43-1,-69 1-15,-59-35 16,-77 0-16,-51 9 16,-52-17-1,-213-76-15,-127-43 16</inkml:trace>
  <inkml:trace contextRef="#ctx0" brushRef="#br0" timeOffset="40142.21">22165 7637 0,'0'0'16,"-8"0"-16,-18 26 0,1 33 0,-1 43 15,9 9 1,-9 8 0,-8 51-16,0 17 15,-17-8-15,-9 33 16,34-25-1,9-59-15,9-1 16,8-8 0,34-17-1,51-8-15,52-26 16,34-17 0,59-8-16,-17-18 15,1-8 1,8 0-16,-18 9 15,18-1-15,-59-8 16,-78-8 0,-42-1-1,-1-8-15,-16 0 16,-1-8 0,1-18-16,17-50 0,34-77 15,25-77 1,26-17-1,0-16-15,0-1 16,-17 34 0,-17 43-16,-26 34 15,-34 51 1,-25 34-16,-1 34 16,-8 17-1,-8 0 1,-1 9-16,-25-1 15,-43-8-15,-34 0 16,-17-8 0,-85-9-16,-103-9 15,-111 9 1,-119 25 0,-68 9-16,195 9 15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5:22.2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25016 4218 0,'-9'0'0,"-25"9"16,-68 33-16,-35 26 0,43 34 15,1 60-15,-10-18 16,26-16-1,52 34-15,59-9 16,8-60 0,52-25-16,111 0 15,-26-51 1,60-68-16,9-42 16,-129-26-1,27-9 1,-27-25-16,-42 0 15,-60 34-15,-43 25 16,-42 18-16,-69 8 16,-102 51-1,-102 34 1</inkml:trace>
  <inkml:trace contextRef="#ctx0" brushRef="#br0" timeOffset="275.01">24504 5273 0,'0'0'0,"0"0"0,0 0 16,0 0-16,0 0 15,-17 8 1,-52 26-16,-101 34 16,-35 0-1,26-25-15,17-1 16,51-16 0,68-18-16,26-8 15</inkml:trace>
  <inkml:trace contextRef="#ctx0" brushRef="#br0" timeOffset="619.72">23394 5724 0,'-8'0'0,"-43"25"0,-103 60 16,-42 34-1,-1 0 1,1 0-16,17-17 16,25-8-16,69-35 15,42-16 1,35-9 0,42 0-16,145-17 15,128-34 1,18-85-16,-52-51 15,-69-17-15,-16-9 16,-77 26 0,-85 8-16,-77 9 15,8 77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5:43.058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27218 5451 0,'0'0'0,"0"0"0,0 0 0,-9 0 15,-16 9-15,-26-1 16,-60-8-16,-9 17 31,52 0-31,0 34 16,-103 60 0,-25 17-1,85-43-15,59-9 0,18 18 31,17-1-31,51 9 16,120-8-16,42-43 16,77-51-1,-51-43-15,-17-67 0,17 8 32,-120 34-17,-42-9-15,0-25 16,-17-8-1,-35 24-15,-25 10 16,-60-1 0,-76 26-16,-146-8 15</inkml:trace>
  <inkml:trace contextRef="#ctx0" brushRef="#br0" timeOffset="300.52">25963 6659 0,'-34'17'0,"-68"43"0,8 8 0,17 0 16,0 0-1,9-17 1,25-26-16,9-16 16,9-1-16,16 1 15</inkml:trace>
  <inkml:trace contextRef="#ctx0" brushRef="#br0" timeOffset="632.57">24845 7110 0,'-8'0'0,"-44"8"0,-33 26 16,25 26-16,18 16 15,16-16 1,9-9 0,0-17-16,34-9 15,77 1 1,42-18-16,-25-33 16,52-52-16,24-16 15,-67 33 1,-52 9-1,-25 0-15,-18 0 16,-33 0 0,-120 17-16,-188-8 0</inkml:trace>
  <inkml:trace contextRef="#ctx0" brushRef="#br0" timeOffset="1064.38">23923 7765 0,'-8'0'0,"-35"25"0,-51 26 0,-8 0 16,17-8-1,25-1-15,0 1 16,-17-1 0,9-16-16,8-1 15,-34 9 1,0 9 0,35-1-16,8-8 15,25-17-15</inkml:trace>
  <inkml:trace contextRef="#ctx0" brushRef="#br0" timeOffset="1575.26">21773 8904 0,'-9'0'0,"-16"43"0,-35 33 15,-9 26 1,-7 34 0,24 0-16,35-34 15,43-25 1,42-9-16,9-25 15,77-52 1,93-67-16,-8-78 16,26-7-16,-77 8 15,-112 8 1,-33 26 0,-34 9-16,-69 8 15,-94 42 1,-162 0-16</inkml:trace>
  <inkml:trace contextRef="#ctx0" brushRef="#br0" timeOffset="1918.6">21363 9899 0,'-17'9'0,"-26"16"0,-85 60 16,-60 26-16,35-26 16,8-9-1,8-8-15,35-34 16,16-17-16,61-17 16</inkml:trace>
  <inkml:trace contextRef="#ctx0" brushRef="#br0" timeOffset="2199.69">20014 10418 0,'-25'8'0,"-69"69"0,-26 42 16,52-8-16,26 8 15,16-9 1,26-33-16,0-26 16,34-26-16,103-33 15,50-69-15,44-50 16,16-43 0,-42-17-1,17 25-15,60-8 16</inkml:trace>
  <inkml:trace contextRef="#ctx0" brushRef="#br0" timeOffset="2647.09">27303 6727 0,'0'0'0,"0"0"0,0 0 16,0 0-16,9 9 15,8 8 1,0 25-16,26 26 15,25 17 1,26-17-16,0 0 16,-43-25-1</inkml:trace>
  <inkml:trace contextRef="#ctx0" brushRef="#br0" timeOffset="2996.94">28780 7424 0,'-17'0'0,"-34"26"0,-43 16 15,-17 18 1,8 8-16,9-8 15,1-18 1,41-16-16,18-18 16,17 1-1,26-1-15,25-8 16,68-17-16,95-8 16,-35-18-1,-43-16 1,-25 7-16,-43 10 15,-34-18-15,-25 35 32</inkml:trace>
  <inkml:trace contextRef="#ctx0" brushRef="#br0" timeOffset="3315.47">28840 8062 0,'0'0'0,"0"0"0,17 17 0,17 34 16,26 34-16,33 9 16,18 16-1,-25-25-15,-18-17 16,26-8 0,-34-34-1</inkml:trace>
  <inkml:trace contextRef="#ctx0" brushRef="#br0" timeOffset="3736.07">30137 8921 0,'-17'-8'0,"-26"8"0,-17 0 15,-25 17-15,-9 0 16,34 8-1,18 1-15,16-1 16,9-8 0,17-8-16,9 8 15,25-9-15,8 1 16,27-18 0,67-33-16,26-35 15,-34 9 1,-34-8-1,-17-9-15,-51 51 16</inkml:trace>
  <inkml:trace contextRef="#ctx0" brushRef="#br0" timeOffset="4082.82">30589 9125 0,'0'0'16,"0"0"-16,9 34 16,16 51-16,27 43 15,33 25 1,0-17-16,-33-42 16,-18-35-1,0-8 1,-17-17-16,-9-17 15</inkml:trace>
  <inkml:trace contextRef="#ctx0" brushRef="#br0" timeOffset="4433.14">31554 9984 0,'0'0'0,"-17"0"0,-43 17 0,-94 26 16,1 8 0,-10 25-16,-16 18 15,51-26-15,68 0 16,78 26-1,84 8-15,86 0 16,68-51-16,-9-43 16,1-50-1,-78-26 1,-67-26-16,-18-34 16,-59-16-16,-43-145 15</inkml:trace>
  <inkml:trace contextRef="#ctx0" brushRef="#br1" timeOffset="16599.53">25699 6880 0,'0'0'0,"0"-8"0,0-1 0,-9-16 0,1-1 16,-9-8 0,-9-8-1,-17-1-15,-34 0 16,-59 18-1,-43 25-15,-9 43 16,-25 16-16,16 35 16,27 33-1,24 9-15,36-17 16,41-8 0,27 16-1,42 9-15,85 9 16,34-26-1,61-17-15,76-42 16,-43-77-16,52-68 16,-35-17-1,-76 17 1,8-35-16,-68 1 16,-60 26-16,-60-26 15,-93-34 1,-146 25-1,-127 52-15,-1 42 16</inkml:trace>
  <inkml:trace contextRef="#ctx0" brushRef="#br1" timeOffset="17257.37">29010 6957 0,'-8'0'0,"-69"17"0,-128 59 16,-59 35-16,-10 8 15,-58 42 1,33 1-1,120-43-15,68 17 16,51 9 0,43-18-16,85 18 15,120-1 1,94-50-16,33-77 16,1-94-1,-60-33 1,-68-52-16,8-76 15,-51-42-15,-93-18 16,-104 17 0,-118 26-16,-86-9 15</inkml:trace>
  <inkml:trace contextRef="#ctx0" brushRef="#br1" timeOffset="30633.96">13844 6234 0,'-9'-9'0,"1"1"0,-18-1 0,9-8 0,-17 9 16,-34-9 0,-43 25-16,-17 26 15,17 17 1,17 17-16,0 51 16,-9 60-16,18 0 15,51-18 1,51-8-1,34-17-15,43-34 16,85-42 0,26-60-16,34-77 15,17-42 1,-42-8-16,-10-52 16,-33 1-16,-60 24 15,-43 10 1,-42 25-16,-52 8 31,-50 9-31,-70 34 16,-101 43-16,-103 33 15</inkml:trace>
  <inkml:trace contextRef="#ctx0" brushRef="#br1" timeOffset="30987.27">12982 7586 0,'-9'0'0,"-8"0"0,-34 0 15,-77 25-15,-60 35 16,-34 25-16,-8 17 16,33 0-1,10 0 1,50-25-16,52-35 15,42-25 1,35-8-16,8-9 16</inkml:trace>
  <inkml:trace contextRef="#ctx0" brushRef="#br1" timeOffset="31331.66">11104 8590 0,'-43'17'0,"-93"68"0,-52 76 15,9 26-15,17-8 16,51-18 0,51-25-16,43-59 15,34-34 1,34-9-16,94-43 15,86-93-15,25-51 16,8-34 0,-50 0-16,-52 25 15,-43 1 1,-33-1-16,-44 9 16,-25 34-1,-34 34 1,-8 34-16,8 42 15</inkml:trace>
  <inkml:trace contextRef="#ctx0" brushRef="#br1" timeOffset="31635.54">13912 7586 0,'0'0'0,"17"25"0,17 27 15,34 41-15,35 18 16,33-1-1,27-16 1,-18-35-16,25-16 16,27-18-1,101 1-15</inkml:trace>
  <inkml:trace contextRef="#ctx0" brushRef="#br1" timeOffset="32057.97">16071 8113 0,'-25'9'0,"-35"33"0,-85 52 16,-43 25-1,9-17-15,17 9 16,34-26-16,42-9 16,44 9-16,33 17 15,52-8 1,85-9-16,102-26 16,60-50-1,9-86 1,-17-67-16,-60 8 15,-52-26-15,-59 0 16,-51 1 0,-51 16-1,-103 35-15,-179-52 16</inkml:trace>
  <inkml:trace contextRef="#ctx0" brushRef="#br1" timeOffset="33829.08">9841 9542 0,'0'0'0,"-9"-8"0,1-1 15,-1 0 1,-16 1-16,-35 8 31,-60 0-31,-33 17 16,-9 34-16,-9 17 15,17 9-15,26 8 16,9 17 0,8 0-1,17-17-15,26-26 16,42-33-16</inkml:trace>
  <inkml:trace contextRef="#ctx0" brushRef="#br1" timeOffset="34207.69">7699 10350 0,'-18'8'0,"-58"52"0,-69 59 0,-9 51 15,34 0 17,52-42-32,34-9 15,43-34-15,33-26 16,78-25-16,76-42 31,60-94-31,9-51 16,-61 0-1,-41-9-15,-52 9 16,-52 17 0,-59 25-16,-94 26 15,-204 34 1,-266 136-16,155 17 15</inkml:trace>
  <inkml:trace contextRef="#ctx0" brushRef="#br1" timeOffset="48330.7">2296 5664 0,'8'-9'0,"69"-33"0,77-26 0,34-17 15,51-51 1,-43 0 0,-25 17-16,51-9 0,-60 26 31,-85 51-31,-9 34 0,9 51 31,-9 68-31,-34 119 16,-51 85-1,-17-25-15,0-51 16,17-9 0,8-60-16,-8-84 15,-9-26 1,1-26-16,-18 1 15,0-35 1,-25-118-16,-9-69 16,26-84-1,17-27-15,34 52 16,17 26 0,9 42-16,-1 25 15,1 51-15,8 52 16,-8 25-1,16 25 1,35 60-16,26 85 16,-1 86-1,-17 50-15,-25 0 16,-9-25 0,-17-43-16,-8-17 15,-17-60 1,-9-67-16,-9-18 15,0-16 1,-25-9-16,-60-34 0,-59-77 16,-35-42-1,-51-59 1,0-35 0,26 34-16,-18 26 15,26 43 1,-85-26-16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6:52.481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20535 5902 0,'0'0'0,"0"0"0,0 9 16,9 16-16,-1 9 15,9 17 1,0 9-16,-8-9 15,-1 8 1,1-16 0,-1-1-16,10-8 15,-10-8-15,9-1 16,17-8 0,43 9-16,60-18 15,8-25 1,17-17-16,60-17 15,-26 9 1,9-1 0,-9 1-16,9 8 15,34 8 1,-17 1-16,0 8 16,0 0-1,34 8-15,17 1 16,-8 8-16,-9 17 15,0 8 1,17 9 0,-43 0-16,26 9 15,-8-1 1,42 1-16,-8-18 16,-9 1-16,-17-9 15,8 8 1,9 9-16,1 0 15,-1 0 1,-9-8 0,-50 8-16,-52-17 0,9 17 31,-35-9-31,-34-8 16,9 0-1,-17-8-15,-25 0 16,-10-18-16,10 0 15,7-16-15,-16-18 16,-17-16 0,0-1-1,-18-25 1,1-8-16,-18-18 0,-8 52 16</inkml:trace>
  <inkml:trace contextRef="#ctx0" brushRef="#br0" timeOffset="2706.99">9858 6633 0,'0'0'0,"0"0"0,0 0 16,0 0-16,8 26 0,9 25 31,18 26-15,-1 16-16,-9 1 16,1-9-1,-9 0-15,9 0 16,-1-9-16,9-8 15,9-8 1,25-9 0,26-17-16,51-17 15,43-26 1,17-25-16,17 0 16,-51 9-16,-61 16 0,-7 18 31,-9 16-31,-17 9 0,-9 9 31,0 8-15,0 0-16,-16-8 15,-1-18 1,0 1-16,9-18 16,-18 1-1,1-18-15,-9-25 16,18-60-1,-1-50-15,-9-35 16,-16 18 0,8 8-16,51-119 15</inkml:trace>
  <inkml:trace contextRef="#ctx0" brushRef="#br0" timeOffset="3943.48">20168 6889 0,'0'0'0,"0"0"0,0 0 16,-8-9 0,-1 1-16,0 8 15,1 0 1,-1 0-16,-16 8 16,-1 18-1,1 25-15,-1 17 16,0 25-1,9 1-15,9-18 16,8-16 0,0-9-16,17-9 15,8 1 1,35-9-16,51 0 16,60-9-1,17-8-15,-9-17 16,17 0-1,0-8-15,-25-1 16,8 9 0,1 0-1,-1 0-15,17 0 16,0 0-16,9 9 16,-8 8-1,-1 0 1,9 9-16,-60-9 15,-26-9-15,26-8 16,-8-8 0,-18-18-16,-33 0 15,-35 1 1,-8-18 0,-18 1-16,-25-18 15,-25-25-15,-35-25 16,-34-26-1,43 76-15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07:36.91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828 10639 0,'0'0'0,"0"0"0,0-17 0,25-34 16,-7-25-16,24-1 15,35-102-15,0-16 16,-9-1 0,17-76-1,9 59-15,0 43 16,26 0 0,-26 43-16,-9 59 15,-8 25-15,-17 35 16,8 33-1,9 77 1,-1 68-16,1 60 16,-8 17-1,-10 8-15,-7-26 16,-27-33-16,-8-9 31,0-51-31,0-59 0,9-26 16,-9-34-1,-8-17 1</inkml:trace>
  <inkml:trace contextRef="#ctx0" brushRef="#br0" timeOffset="269.89">1178 9627 0,'0'0'0,"0"0"0,8 17 0,26 9 31,35-1-31,50 1 16,69-18-1,68-42-15,0-42 16,60-35 0</inkml:trace>
  <inkml:trace contextRef="#ctx0" brushRef="#br0" timeOffset="1308.24">8526 3283 0,'0'0'0,"0"0"0,0 17 15,-8 51 1,-1 42-16,-8 1 16,0 8-16,-8 17 15,-1 17 1,-8 9-1,-17 8-15,-9 17 16,0-17 0,0-42-16,18-35 15,16-42 1,9-17-16,17-17 16,0-25-16,9-35 15,25-110 1,25-68-1,10-9-15,-1 9 16,17 34 0,-8 25-16,0 26 15,0 34-15,17 34 16,17 26 0,0 16-1,-9 35-15,-8 16 16,-17 18-16,-18 16 15,-24 9-15,-27 17 32,-25 9-32,-26 0 15,-16-9 1,-10-17-16,18-17 16,9-26-1,7 1-15,18-18 16,9 1-16,8-9 15,8 0 1,44 0 0,41 8-16,10 35 15,-1 16 1,-16 35-16,-18 33 16,-34 18-1,-43-26-15,-50 9 16,-69 42-1,-77-26-15,-34-50 16,-17-52 0,34-67-16,17-77 15,17-51 1,60-94-16,9-110 16</inkml:trace>
  <inkml:trace contextRef="#ctx0" brushRef="#br0" timeOffset="1998.78">24436 1735 0,'0'0'0,"-9"-9"0,-34 9 15,-33 17 1,-44 26-1,-51 25 1,-25 9-16,17-9 16,34 0-1,25 25-15,52-8 16,34 0 0,51 34-16,94 60 15,94 8 1,42-59-16,35-52 15,-43-42 1,77-8-16</inkml:trace>
  <inkml:trace contextRef="#ctx0" brushRef="#br0" timeOffset="2826.08">20373 10809 0,'0'9'0,"-9"50"0,-8 60 0,-8 51 16,-9 26 0,-35 8-16,-16-8 15,-9-18-15,-8-33 16,16-43-1,27-34-15,16-26 16,26-16 0,8-18-1,9-8-15,0-25 16,9 8 0</inkml:trace>
  <inkml:trace contextRef="#ctx0" brushRef="#br0" timeOffset="3116.76">20202 11302 0,'0'0'0,"0"-17"0,26-25 16,16-9-16,18 0 15,9 17-15,7 8 16,35 18 0,17 16-1,0 18-15,-17 16 16,0 18-1,9 42 1,-26 34-16,-43 26 0,-34 42 16,-60 8-1,-59 9 1,-69-8 0,-68-68-16,-68-43 15,-26-60-15,-17-67 31,-68-94-31,51-26 16</inkml:trace>
  <inkml:trace contextRef="#ctx0" brushRef="#br0" timeOffset="-168217.72">3030 13250 0,'0'0'0,"-9"0"0,-8 0 0,-8-9 15,-1 1-15,9-1 16,0 1-1,0-1-15,8 9 16,9 0 0,-8 0-1,-1 9-15,-16 8 16,-35 17-16,-17 17 16,9 9-1,-18-9-15,1 8 16,25-8-16,9 9 15,9-1 1,16-16-16,17-9 16,9-17-1</inkml:trace>
  <inkml:trace contextRef="#ctx0" brushRef="#br0" timeOffset="-167162.23">1929 13539 0,'0'0'0,"0"0"0,0 0 16,-17 34-1,0 34-15,-9 34 16,1 0 0,-1-17-16,17-8 15,-16 8-15,33 8 16,9-16-1,18-17-15,7-9 16,1-26 0,34-8-1,8-25-15,-34-26 16,35-43 0,25 0-16,17 9 15,-60 43 1</inkml:trace>
  <inkml:trace contextRef="#ctx0" brushRef="#br0" timeOffset="-137891.66">6768 14245 0,'0'0'0,"0"0"0,0-9 0,0-8 15,17-8 1,0-1-16,9-16 15,8-26-15,17-9 16,-8 18 0,-9 16-1,-8 18-15,-1 8 16,-8 17 0,0 34-16,-8 17 15,0 17 1,-18 51-16,-8 25 15,-17-16-15,8-34 16,1 8 0,8 8-16,-1-25 15,10-25 1,8-1 0,8-25-16,10-8 15,16-18-15,-17-8 16</inkml:trace>
  <inkml:trace contextRef="#ctx0" brushRef="#br0" timeOffset="-137701.8">6623 14985 0,'0'0'0,"0"0"0,0 0 16,0 0-16,17 8 15,51 26 1,78 9-16,58-18 16,52-16-16,111-1 15</inkml:trace>
  <inkml:trace contextRef="#ctx0" brushRef="#br0" timeOffset="-130273.39">964 14908 0,'0'0'0,"0"0"0,0 0 16,0 0-16,9-8 31,25-1-31,9 1 0,34-1 31,25-16-15,35-1-16,-9 1 16,-9 8-1,-8 0-15,-9 0 16,-59 8-16</inkml:trace>
  <inkml:trace contextRef="#ctx0" brushRef="#br0" timeOffset="-129949.58">2671 14611 0,'0'0'0,"0"0"0,-8 0 0,-1 8 16,-16 43-16,-1 43 16,9 25-1,9 0 1,8-60-16</inkml:trace>
  <inkml:trace contextRef="#ctx0" brushRef="#br0" timeOffset="-71970.31">14996 2977 0,'0'0'0,"0"0"0,0 0 16,0 0-16,0 0 15,0 0-15,-9 0 16,1 8 0,-18 18-16,-16 16 15,-10 26 1,-7 34-16,-44 17 16,-25 0-16,17-34 15,34-51 1,35-8-1,25-18-15,0-16 16,0-9 0,-1-34-16,10 17 15</inkml:trace>
  <inkml:trace contextRef="#ctx0" brushRef="#br0" timeOffset="-71758.1">13903 3470 0,'0'0'0,"0"8"0,0 35 0,17 16 15,26 1 1,8-1-16,1-16 16,-1-26-16,34-9 15,18-25 1,25-25-16,-17-18 15,-60 35 1</inkml:trace>
  <inkml:trace contextRef="#ctx0" brushRef="#br0" timeOffset="-70397.17">13101 4916 0,'0'0'16,"0"0"-16,0 0 15,-8 0-15,-1 0 16,1 0-16,-1-9 15,0 9-15,1-8 32,-1 8-32,1 0 15,8 0 1,0 0 0,0 0-16,0 0 15,0 0 1,0 0-16,0 0 15,0 0 1,0 0-16,0 0 16,-9-9-1,1 1-15,-1-1 16,-16 1 0,-1-1-16,-17 1 15,-33-1 1,-1 1-16,-9 8 15,-67 34 1,-35 34-16,26 25 16,8 26-16,-16 0 15,33 9 1,26 25-16,-8 17 16,8-25-1,17-9-15,25 0 16,35-26-1,34-33-15,26 8 16,8-17 0,9-17-16,-1-9 15,-8-16 1,-8-1-16,-9-16 16,-8-1-1,-1-8-15,-8 0 16,0 0-1,0 0 1,-8-8-16,-9-1 16,-18-8-16,-16-8 15,-43-1 1,9 1-16,-17 8 16,-43 8-1,-26 26 1,-34 43-16,-25 34 15,59 8-15,60-9 16,-17 52 0,8 33-1,35 9-15,42 9 16,35 17 0,50-18-16,44-50 15,187-26-15,120-9 16</inkml:trace>
  <inkml:trace contextRef="#ctx0" brushRef="#br0" timeOffset="-66914.08">12324 3759 0,'0'0'15,"0"0"-15,0 0 0,0 0 16,0 0 0,0 0-1,26 0 1,17 8-16,-1-8 15,-7 0-15,7 9 16,9-1 0,1 9-1,-10 18-15,1-1 16,-17 0 0,-1 0-16,-16 0 15,-1-9 1,-16 9-16,-9 0 15,-26 9 1,0-9-16,9-9 16,9 1-1,16-9-15,9 0 16,43 8 0,119 18-16,77-9 15,94-9 1</inkml:trace>
  <inkml:trace contextRef="#ctx0" brushRef="#br0" timeOffset="-63016.78">16865 3249 0,'0'0'0,"0"0"0,0 0 0,0 0 16,0 0-16,9 0 16,33 0-1,35 17 1,43 0-16,-1 8 16,1-8-16,101-8 15,-33 8 1,-43-9-1,60 18 1,-43 8-16,-76 0 16,-35-9-1,-17 18-15,-8 25 16,-9 8-16,-34-8 16,-18 0-1,1-8 1,0-17-16,0-9 15,17-26 1,0 1-16,0-18 0,0 1 16,8-1 15,9 9-31,0 0 0,0 0 31,0 0-31,0 0 16,9 0-16,-9 0 15,0 0 1,0 26-16,-9 16 16,-8 1-1,0-9-15,17-9 16,9 1-16,50-9 31,78-9-31,93-33 16,-25-9-16,-162 17 15</inkml:trace>
  <inkml:trace contextRef="#ctx0" brushRef="#br0" timeOffset="-58572.86">19630 3266 0,'0'0'0,"-8"0"0,-26 17 0,-26 8 15,-42 52 1,-26 42-16,34 0 16,51-34-1,26-17 1,0 9-16,34 8 16,68-26-16,43-33 15,-34-43 1,9-26-16,50-25 15,-16-51-15,-43-26 16,-94 43 0,-77 0-16,-102 9 31,-137-9-31</inkml:trace>
  <inkml:trace contextRef="#ctx0" brushRef="#br0" timeOffset="-37465.76">13050 6234 0,'0'0'0,"-9"0"16,1 0-16,-26 34 15,-17 42-15,-18 69 16,1 42 0,25-25-1,26-94-15</inkml:trace>
  <inkml:trace contextRef="#ctx0" brushRef="#br0" timeOffset="-36444.73">17300 5928 0,'0'0'0,"0"0"0,9 8 0,16 35 16,10 42-1,-1 85 1,-85 153-16,-60 60 16</inkml:trace>
  <inkml:trace contextRef="#ctx0" brushRef="#br0" timeOffset="-32114.7">10959 9244 0,'0'0'0,"0"0"0,0 0 15,0 0-15,0 0 16,0 0 0,0 0-16,-9 9 31,-8 8-31,-51 34 16,-26 25-1,9-8-15,25-17 16,17-8-1,35 0-15,25-9 16,43 0-16,25 0 16,0-34-1,60-34 1,52-26-16,-52-8 16,-85 0-1,-18 8-15,-16 9 16,-35-17-1,-59-8-15,-51 16 16,-163-33 0</inkml:trace>
  <inkml:trace contextRef="#ctx0" brushRef="#br0" timeOffset="-30674.65">12043 8360 0,'0'0'0,"0"0"0,0 0 0,0 0 0,0-9 16,0 1-1,0-1-15,0 1 16,0-1 0,17-16-1,26-1-15,25 9 16,26 9 0,8-1-1,-59 1-15</inkml:trace>
  <inkml:trace contextRef="#ctx0" brushRef="#br0" timeOffset="-30413.74">12802 7935 0,'0'0'0,"-8"8"0,-1 43 0,1 51 16,-9 60-1,-17 135-15</inkml:trace>
  <inkml:trace contextRef="#ctx0" brushRef="#br0" timeOffset="-26663.08">15226 7399 0,'0'0'0,"17"8"0,77 43 0,94 26 0,128 59 16</inkml:trace>
  <inkml:trace contextRef="#ctx0" brushRef="#br0" timeOffset="12879.44">20714 8215 0,'9'0'0,"76"0"0</inkml:trace>
  <inkml:trace contextRef="#ctx0" brushRef="#br0" timeOffset="18824.95">22882 5962 0,'26'0'0,"119"42"0,94 35 0,60 16 16,-18 9-16,-25-8 16,103 16-1</inkml:trace>
  <inkml:trace contextRef="#ctx0" brushRef="#br0" timeOffset="23605.55">25588 8343 0,'0'0'0,"0"0"0,0 0 16,0 0-16,0 0 16,0 0-1,34 17-15,60 8 16,68 1 0,60-18-16,42-8 15,44-17 1,-52-34-1,34-42-15</inkml:trace>
  <inkml:trace contextRef="#ctx0" brushRef="#br0" timeOffset="27615.86">26885 6234 0,'34'-9'0,"43"1"0,162-1 16,85 43-16,26 0 15,162 34 1,-93 9-1</inkml:trace>
  <inkml:trace contextRef="#ctx0" brushRef="#br0" timeOffset="33146.15">24504 4057 0,'0'0'0,"0"0"0,17 8 16,111 26-16,102 26 0,180-1 0,222-16 15,153-1 1,-358-33 0</inkml:trace>
  <inkml:trace contextRef="#ctx0" brushRef="#br0" timeOffset="38072.12">22788 5375 0,'0'0'0,"0"0"0,9 0 0,-1 0 0,9 0 31,18 0-31,-10 0 16,-8 0 0,-8 0-16,-1 0 15,1 0 1,-1 0-16,-8 0 16,9 0-1,-9 0-15,0 0 16,0 0-1,-9-9-15,-16-8 16,-43-8 0,-52 16-16,-42 18 15,-43 33 1,-8 43 0,16 26-16,27-1 15,-1 10-15,17 16 16,52-26-1,51-8 1,25 0-16,35 0 16,67 9-1,78-1-15,68-33 16,111 8-16</inkml:trace>
  <inkml:trace contextRef="#ctx0" brushRef="#br0" timeOffset="45385.21">27064 5069 0,'0'0'0,"0"0"0,0 0 16,0 0-1,0 0-15,-8 0 16,-9-9 0,-17 1-16,-52-1 15,9 1 1,18-1-16,-35 9 15,-51 17 1,0 17-16,17 26 16,-26 42-1,-25 8-15,34 9 16,51 17 0,34 35-16,43-1 15,102 0 1,120 8-16,162-25 15,26-34 1</inkml:trace>
  <inkml:trace contextRef="#ctx0" brushRef="#br0" timeOffset="58001.59">30965 5979 0,'0'0'0,"0"0"0,162 34 0,213 17 0,78-51 15,-52-43 1</inkml:trace>
  <inkml:trace contextRef="#ctx0" brushRef="#br0" timeOffset="59904.99">28925 3861 0,'0'0'0,"8"0"0,27 17 0,76 17 16,59 9-1,52-1-15,-26-16 16,35-9 0,25-26-16,60-42 15</inkml:trace>
  <inkml:trace contextRef="#ctx0" brushRef="#br0" timeOffset="67438.54">25323 3342 0,'0'0'0,"0"0"0,0 0 0,0 0 15,-8-8 1,-9-1-1,-26 1-15,-51-1 16,-60 9 0,-59 26-16,-26 33 15,-26 1-15,26 16 16,18 9 0,41 0-16,10 17 31,-1 18-31,34-10 15,35-25 1,42-17-16,35 0 16,25-8-16,34-1 15,34-16-15,26-1 16,-9-25 0,9-8-16,9-9 15,-44 0 1,-25 0-16,-8 0 15,-17 0 1,-18-9 0,-17 1-16,-76-9 15,-86-9-15,-51 26 16,-34 26 0,-17 42-1,0 25 1,-9 26-16,0 43 15,9 68 1,34 59-16,85-26 16,95-50-16,84 17 0,103-18 31,102-76-31,120-34 16</inkml:trace>
  <inkml:trace contextRef="#ctx0" brushRef="#br0" timeOffset="71220.36">25050 1471 0,'0'0'0,"0"0"0,0 0 16,0 0-1,26 17-15,8 0 16,8-8 0,10-1-16,7 9 15,1 0 1,0 0 0,-26-8-16,-8-1 15,-18 9-15,-8 9 16,-34 42-16,-77 42 15,0 1 1,60-26-16,0 0 31,17-17-31,17-8 16,17-18-16,0-16 16,59 8-16,103-17 15,163-34 1</inkml:trace>
  <inkml:trace contextRef="#ctx0" brushRef="#br0" timeOffset="73478.17">30726 1760 0,'0'0'15,"0"0"-15,17-8 0,34-1 16,0-16 0,-8-1-16,-9 1 15,17 8 1,9 0-16,-26 0 16,-8 8-1,-9 9 1,-9 0-16,1 26 0,-26 33 15,-17 52 1,8 8 0,1 26-16,-10-18 15,10-33 1,-9-9-16,8-34 16,9-26-1,0 1-15,17-18 16,0-8-16</inkml:trace>
  <inkml:trace contextRef="#ctx0" brushRef="#br0" timeOffset="73682.74">30470 2339 0,'0'0'0,"0"0"0,25 17 0,78 25 16,59 18 0,94-1-16,17-16 15,43-1 1</inkml:trace>
  <inkml:trace contextRef="#ctx0" brushRef="#br0" timeOffset="75896.19">27201 2228 0,'0'0'0,"0"0"0,17 9 15,94 25 1,128 0-16,111-26 15,153-50 1,-84 8 0</inkml:trace>
  <inkml:trace contextRef="#ctx0" brushRef="#br0" timeOffset="108546.9">17471 17825 0,'0'0'0,"0"0"0,26 0 16,16 0-16,35 0 0,34 0 15,43 9 1,93-9-16,18 8 31,25-8-15,43 0-16,-43 0 15,77 0 1,34-17-16</inkml:trace>
  <inkml:trace contextRef="#ctx0" brushRef="#br0" timeOffset="108964.74">21739 17936 0,'0'0'0,"0"0"0,0 0 0,0 0 16,51-17-16,119-17 16,44 0-1,59 0-15,9 8 16,-1 9-16,9 26 31,-16 25-31,93 0 16</inkml:trace>
  <inkml:trace contextRef="#ctx0" brushRef="#br0" timeOffset="109367.93">25596 18225 0,'0'0'0,"0"0"0,9 0 16,59-17-16,77-17 16,52-25-1,67-1 1,52 0-16,-43 18 16,43 16-1,-52 9-15,44 0 16</inkml:trace>
  <inkml:trace contextRef="#ctx0" brushRef="#br0" timeOffset="109644.79">27969 15963 0,'0'0'0,"17"0"0,77 0 0,213 25 31,69 18-31,-18-1 0,43 9 31</inkml:trace>
  <inkml:trace contextRef="#ctx0" brushRef="#br0" timeOffset="112721.79">21286 15682 0,'0'0'0,"0"0"0,0 0 0,0 0 16,0 0-1,0 0-15,0 0 16,0 0-16,0 17 15,9 17 1,16 17 0,27 9-16,-1-1 15,0-8-15,9 9 16,-9-18 0,-8-16-1,-9-9-15,-17 0 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17:16.475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1989 13692 0,'0'9'0,"-9"50"15,1 35-15,-9 178 0,34-247 0,17-16 0,25-18 16,10-8-1,25-8-15,25-18 16,26 1-16,-17-1 16,-25 18-1,33 25 1,35 0-16,-26 17 16,-8 0-16,59 17 15,-34-17 1,-42-9-16,33-8 15,-8 9 1,-25-1 0,-52-8-16,-25 0 15,-1-8-15,-16-1 16,0 1 0,-18-1-1,1 1-15,-1-26 16,-8-26-1,-8-42 1,8 0-16,0-25 16,8-86-16,18 34 15,51-42-15,68-127 32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1:18:49.499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23966 6004 0,'0'0'0,"0"0"0,0-8 0,0-1 0,0 1 0,0-1 16,0 1-1,0 8-15,0-9 16,-17 1-16,-17-1 16,-17 1-1,-9-1-15,-8 1 16,-18-1-16,18-8 16,34 17-1,8 0-15,-16 0 16,-35 0-1,-17 0-15,-17 9 32,9-9-32,42 8 15,17 1-15,-17-1 16,1 1 0,7-1-1,10 1-15,8 8 16,-1 0-1,10 0-15,-1 8 16,1-8 0,-9 9-16,8-1 15,9 1 1,0-9 0,0 8-16,17 1 15,0-1-15,8 1 16,9-9-1,0 0-15,9 8 0,17 9 32,8-8-32,-8-1 15,-18-8 1,1-8-16,-1-1 16,27 9-16,16 9 31,-8-1-31,-1-8 15,18 0-15,9-8 16,-35-1 0,-26 1-1,18-1-15,34 9 16,8 9 0,1-9-16,-1 0 15,0 8-15,-25-16 16,-26 0-1,34-1 1,35 1-16,8-1 16,0-8-1,-26 9-15,-25-9 16,42 0 0,26 8-16,0-8 15,-17 9 1,-60-18-16,18 1 15,33-1 1,9-8-16,9 0 16,-35 0-1,-25 8-15,25-8 16,17 0 0,1 9-16,-9-1 15,-17-8 1,-26 0-16,-9 0 15,-16 0-15,-9 0 16,-8 0 0,-1 9-1,1-9-15,-1-9 16,-16 1 0,-9-9-16,-17-17 15,-9 0 1,-8-17-16,-26-17 15,0 8-15,26 18 16,17 25 0,-26-17-16,-17 0 15,0 8 1,18 9-16,-35-8 16,8 16-1,35 9 1,-34 0-16,-52 0 15,-16 17-15,7 0 16,-7 8 0,-52 9-1,26 0-15,-18 35 16,-16-1 0,-9 0-16,-42 8 15,25-8 1,-77 17-16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124.png"/><Relationship Id="rId18" Type="http://schemas.openxmlformats.org/officeDocument/2006/relationships/image" Target="../media/image170.png"/><Relationship Id="rId3" Type="http://schemas.openxmlformats.org/officeDocument/2006/relationships/image" Target="../media/image210.png"/><Relationship Id="rId21" Type="http://schemas.openxmlformats.org/officeDocument/2006/relationships/image" Target="../media/image23.png"/><Relationship Id="rId7" Type="http://schemas.openxmlformats.org/officeDocument/2006/relationships/image" Target="../media/image610.png"/><Relationship Id="rId12" Type="http://schemas.openxmlformats.org/officeDocument/2006/relationships/image" Target="../media/image1110.png"/><Relationship Id="rId17" Type="http://schemas.openxmlformats.org/officeDocument/2006/relationships/image" Target="../media/image160.png"/><Relationship Id="rId2" Type="http://schemas.openxmlformats.org/officeDocument/2006/relationships/image" Target="../media/image21.png"/><Relationship Id="rId16" Type="http://schemas.openxmlformats.org/officeDocument/2006/relationships/image" Target="../media/image150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11" Type="http://schemas.openxmlformats.org/officeDocument/2006/relationships/image" Target="../media/image1010.png"/><Relationship Id="rId24" Type="http://schemas.openxmlformats.org/officeDocument/2006/relationships/image" Target="../media/image26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23" Type="http://schemas.openxmlformats.org/officeDocument/2006/relationships/image" Target="../media/image25.png"/><Relationship Id="rId10" Type="http://schemas.openxmlformats.org/officeDocument/2006/relationships/image" Target="../media/image910.png"/><Relationship Id="rId19" Type="http://schemas.openxmlformats.org/officeDocument/2006/relationships/image" Target="../media/image180.png"/><Relationship Id="rId4" Type="http://schemas.openxmlformats.org/officeDocument/2006/relationships/image" Target="../media/image310.png"/><Relationship Id="rId9" Type="http://schemas.openxmlformats.org/officeDocument/2006/relationships/image" Target="../media/image810.png"/><Relationship Id="rId14" Type="http://schemas.openxmlformats.org/officeDocument/2006/relationships/image" Target="../media/image130.png"/><Relationship Id="rId22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0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7.png"/><Relationship Id="rId16" Type="http://schemas.openxmlformats.org/officeDocument/2006/relationships/image" Target="../media/image3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0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9" Type="http://schemas.openxmlformats.org/officeDocument/2006/relationships/image" Target="../media/image82.png"/><Relationship Id="rId21" Type="http://schemas.openxmlformats.org/officeDocument/2006/relationships/image" Target="../media/image64.png"/><Relationship Id="rId34" Type="http://schemas.openxmlformats.org/officeDocument/2006/relationships/image" Target="../media/image77.png"/><Relationship Id="rId42" Type="http://schemas.openxmlformats.org/officeDocument/2006/relationships/image" Target="../media/image171.png"/><Relationship Id="rId7" Type="http://schemas.openxmlformats.org/officeDocument/2006/relationships/image" Target="../media/image50.png"/><Relationship Id="rId2" Type="http://schemas.openxmlformats.org/officeDocument/2006/relationships/image" Target="../media/image41.png"/><Relationship Id="rId16" Type="http://schemas.openxmlformats.org/officeDocument/2006/relationships/image" Target="../media/image59.png"/><Relationship Id="rId29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32" Type="http://schemas.openxmlformats.org/officeDocument/2006/relationships/image" Target="../media/image75.png"/><Relationship Id="rId37" Type="http://schemas.openxmlformats.org/officeDocument/2006/relationships/image" Target="../media/image80.png"/><Relationship Id="rId40" Type="http://schemas.openxmlformats.org/officeDocument/2006/relationships/image" Target="../media/image83.png"/><Relationship Id="rId45" Type="http://schemas.openxmlformats.org/officeDocument/2006/relationships/image" Target="../media/image88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28" Type="http://schemas.openxmlformats.org/officeDocument/2006/relationships/image" Target="../media/image71.png"/><Relationship Id="rId36" Type="http://schemas.openxmlformats.org/officeDocument/2006/relationships/image" Target="../media/image79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31" Type="http://schemas.openxmlformats.org/officeDocument/2006/relationships/image" Target="../media/image74.png"/><Relationship Id="rId44" Type="http://schemas.openxmlformats.org/officeDocument/2006/relationships/image" Target="../media/image8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Relationship Id="rId30" Type="http://schemas.openxmlformats.org/officeDocument/2006/relationships/image" Target="../media/image73.png"/><Relationship Id="rId35" Type="http://schemas.openxmlformats.org/officeDocument/2006/relationships/image" Target="../media/image78.png"/><Relationship Id="rId43" Type="http://schemas.openxmlformats.org/officeDocument/2006/relationships/image" Target="../media/image86.png"/><Relationship Id="rId8" Type="http://schemas.openxmlformats.org/officeDocument/2006/relationships/image" Target="../media/image51.png"/><Relationship Id="rId3" Type="http://schemas.openxmlformats.org/officeDocument/2006/relationships/image" Target="../media/image181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33" Type="http://schemas.openxmlformats.org/officeDocument/2006/relationships/image" Target="../media/image76.png"/><Relationship Id="rId38" Type="http://schemas.openxmlformats.org/officeDocument/2006/relationships/image" Target="../media/image81.png"/><Relationship Id="rId46" Type="http://schemas.openxmlformats.org/officeDocument/2006/relationships/image" Target="../media/image200.png"/><Relationship Id="rId20" Type="http://schemas.openxmlformats.org/officeDocument/2006/relationships/image" Target="../media/image63.png"/><Relationship Id="rId41" Type="http://schemas.openxmlformats.org/officeDocument/2006/relationships/image" Target="../media/image84.png"/></Relationships>
</file>

<file path=ppt/slides/_rels/slide4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75.png"/><Relationship Id="rId26" Type="http://schemas.openxmlformats.org/officeDocument/2006/relationships/image" Target="../media/image83.png"/><Relationship Id="rId39" Type="http://schemas.openxmlformats.org/officeDocument/2006/relationships/image" Target="../media/image115.png"/><Relationship Id="rId21" Type="http://schemas.openxmlformats.org/officeDocument/2006/relationships/image" Target="../media/image78.png"/><Relationship Id="rId34" Type="http://schemas.openxmlformats.org/officeDocument/2006/relationships/image" Target="../media/image110.png"/><Relationship Id="rId42" Type="http://schemas.openxmlformats.org/officeDocument/2006/relationships/image" Target="../media/image118.png"/><Relationship Id="rId7" Type="http://schemas.openxmlformats.org/officeDocument/2006/relationships/image" Target="../media/image94.png"/><Relationship Id="rId2" Type="http://schemas.openxmlformats.org/officeDocument/2006/relationships/image" Target="../media/image46.png"/><Relationship Id="rId16" Type="http://schemas.openxmlformats.org/officeDocument/2006/relationships/image" Target="../media/image103.png"/><Relationship Id="rId29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06.png"/><Relationship Id="rId32" Type="http://schemas.openxmlformats.org/officeDocument/2006/relationships/image" Target="../media/image411.png"/><Relationship Id="rId37" Type="http://schemas.openxmlformats.org/officeDocument/2006/relationships/image" Target="../media/image113.png"/><Relationship Id="rId40" Type="http://schemas.openxmlformats.org/officeDocument/2006/relationships/image" Target="../media/image116.png"/><Relationship Id="rId45" Type="http://schemas.openxmlformats.org/officeDocument/2006/relationships/image" Target="../media/image121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23" Type="http://schemas.openxmlformats.org/officeDocument/2006/relationships/image" Target="../media/image80.png"/><Relationship Id="rId28" Type="http://schemas.openxmlformats.org/officeDocument/2006/relationships/image" Target="../media/image107.png"/><Relationship Id="rId36" Type="http://schemas.openxmlformats.org/officeDocument/2006/relationships/image" Target="../media/image112.png"/><Relationship Id="rId10" Type="http://schemas.openxmlformats.org/officeDocument/2006/relationships/image" Target="../media/image97.png"/><Relationship Id="rId19" Type="http://schemas.openxmlformats.org/officeDocument/2006/relationships/image" Target="../media/image76.png"/><Relationship Id="rId31" Type="http://schemas.openxmlformats.org/officeDocument/2006/relationships/image" Target="../media/image88.png"/><Relationship Id="rId44" Type="http://schemas.openxmlformats.org/officeDocument/2006/relationships/image" Target="../media/image120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5.png"/><Relationship Id="rId27" Type="http://schemas.openxmlformats.org/officeDocument/2006/relationships/image" Target="../media/image84.png"/><Relationship Id="rId30" Type="http://schemas.openxmlformats.org/officeDocument/2006/relationships/image" Target="../media/image87.png"/><Relationship Id="rId35" Type="http://schemas.openxmlformats.org/officeDocument/2006/relationships/image" Target="../media/image111.png"/><Relationship Id="rId43" Type="http://schemas.openxmlformats.org/officeDocument/2006/relationships/image" Target="../media/image119.png"/><Relationship Id="rId8" Type="http://schemas.openxmlformats.org/officeDocument/2006/relationships/image" Target="../media/image95.png"/><Relationship Id="rId3" Type="http://schemas.openxmlformats.org/officeDocument/2006/relationships/image" Target="../media/image311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82.png"/><Relationship Id="rId33" Type="http://schemas.openxmlformats.org/officeDocument/2006/relationships/image" Target="../media/image109.png"/><Relationship Id="rId38" Type="http://schemas.openxmlformats.org/officeDocument/2006/relationships/image" Target="../media/image114.png"/><Relationship Id="rId46" Type="http://schemas.openxmlformats.org/officeDocument/2006/relationships/image" Target="../media/image122.png"/><Relationship Id="rId20" Type="http://schemas.openxmlformats.org/officeDocument/2006/relationships/image" Target="../media/image77.png"/><Relationship Id="rId41" Type="http://schemas.openxmlformats.org/officeDocument/2006/relationships/image" Target="../media/image11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8: AVL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attempts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865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7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850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7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835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7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99167" r="-22397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99167" r="-13986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99167" r="-976" b="-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B20EE2B-E7E8-8C69-4B9C-A8D2A9ABD1C9}"/>
                  </a:ext>
                </a:extLst>
              </p14:cNvPr>
              <p14:cNvContentPartPr/>
              <p14:nvPr/>
            </p14:nvContentPartPr>
            <p14:xfrm>
              <a:off x="1505520" y="4874040"/>
              <a:ext cx="8680320" cy="612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B20EE2B-E7E8-8C69-4B9C-A8D2A9ABD1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6160" y="4864680"/>
                <a:ext cx="8699040" cy="631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2B5E9-06A8-32A2-7716-F22B52B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B297E-7EE5-3C68-FD59-6C568325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7763"/>
            <a:ext cx="10515600" cy="4351338"/>
          </a:xfrm>
        </p:spPr>
        <p:txBody>
          <a:bodyPr/>
          <a:lstStyle/>
          <a:p>
            <a:r>
              <a:rPr lang="en-US" dirty="0"/>
              <a:t>Binary Tree</a:t>
            </a:r>
          </a:p>
          <a:p>
            <a:pPr lvl="1"/>
            <a:r>
              <a:rPr lang="en-US" dirty="0"/>
              <a:t>Definition:</a:t>
            </a:r>
          </a:p>
          <a:p>
            <a:pPr lvl="2"/>
            <a:r>
              <a:rPr lang="en-US" dirty="0"/>
              <a:t>Tree where each node has at most 2 children</a:t>
            </a:r>
          </a:p>
          <a:p>
            <a:r>
              <a:rPr lang="en-US" dirty="0"/>
              <a:t>Order Property</a:t>
            </a:r>
          </a:p>
          <a:p>
            <a:pPr lvl="1"/>
            <a:r>
              <a:rPr lang="en-US" dirty="0"/>
              <a:t>All keys in the left subtree are smaller than the root</a:t>
            </a:r>
          </a:p>
          <a:p>
            <a:pPr lvl="1"/>
            <a:r>
              <a:rPr lang="en-US" dirty="0"/>
              <a:t>All keys in the right subtree are larger than the root</a:t>
            </a:r>
          </a:p>
          <a:p>
            <a:pPr lvl="1"/>
            <a:r>
              <a:rPr lang="en-US" dirty="0"/>
              <a:t>Consequence: cannot have repeated values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71E9C4-A101-FA4C-0659-721A14214FB9}"/>
              </a:ext>
            </a:extLst>
          </p:cNvPr>
          <p:cNvGrpSpPr/>
          <p:nvPr/>
        </p:nvGrpSpPr>
        <p:grpSpPr>
          <a:xfrm>
            <a:off x="5719609" y="-50800"/>
            <a:ext cx="6172672" cy="2998788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790789-87A7-46C0-EA6C-2277D13D78EE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A295B32-4297-8096-ECFD-F8DF78979C08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B6D470-F748-CAA2-B85B-F5670795C1A8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D716C2-27E6-7E2D-7139-2D180A5286B4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18C3C5-E267-10AD-79B8-85A8152A145D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E710BDE-CE64-A054-63A0-910654063B2A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D2F92E-73DC-0C75-E9E1-B514E3CDE03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B0BCFA-A5E6-EA50-A0E5-4E556987C546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4C1969-2C20-D8A3-AF4D-89148C62640C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44E483-8BEE-9320-2C66-83FC9EA0B1AE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371AA0-D30E-E312-E5A8-C884765372F5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3C3A7-61D8-70EC-4EEE-3D6FE811705B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F9A90-2C43-EFB7-CB66-282BFFEA2185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EEC53A-1AFB-D890-5A14-FFCEFA2A15B8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BA74E8D-B454-F5F2-6149-D711F44D4890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2211060-D69A-92CF-3F0C-77A1BD53CDBE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0372726-C603-E467-D286-87E153C707A7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A60F7A7-49B6-D3FB-4D60-A56ED328C93B}"/>
                  </a:ext>
                </a:extLst>
              </p14:cNvPr>
              <p14:cNvContentPartPr/>
              <p14:nvPr/>
            </p14:nvContentPartPr>
            <p14:xfrm>
              <a:off x="3751560" y="609120"/>
              <a:ext cx="6265440" cy="46908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A60F7A7-49B6-D3FB-4D60-A56ED328C9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2200" y="599760"/>
                <a:ext cx="6284160" cy="470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988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F6548-9D98-39FE-74B0-AE28060A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these BSTs?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5AD0C-4A2B-9A16-4E21-6AB1559EA083}"/>
              </a:ext>
            </a:extLst>
          </p:cNvPr>
          <p:cNvGrpSpPr/>
          <p:nvPr/>
        </p:nvGrpSpPr>
        <p:grpSpPr>
          <a:xfrm>
            <a:off x="200248" y="1567009"/>
            <a:ext cx="4036614" cy="2762801"/>
            <a:chOff x="131609" y="2379747"/>
            <a:chExt cx="4036614" cy="27628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16A6EC8-5DF8-4AA2-99AA-01038135CE44}"/>
                </a:ext>
              </a:extLst>
            </p:cNvPr>
            <p:cNvSpPr/>
            <p:nvPr/>
          </p:nvSpPr>
          <p:spPr>
            <a:xfrm>
              <a:off x="2259363" y="237974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9805804-F2DC-C6FD-B8E9-574ACB44AD21}"/>
                </a:ext>
              </a:extLst>
            </p:cNvPr>
            <p:cNvSpPr/>
            <p:nvPr/>
          </p:nvSpPr>
          <p:spPr>
            <a:xfrm>
              <a:off x="1556072" y="3043035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B2B5938-265F-ABFC-25F4-5D8918243D7E}"/>
                </a:ext>
              </a:extLst>
            </p:cNvPr>
            <p:cNvSpPr/>
            <p:nvPr/>
          </p:nvSpPr>
          <p:spPr>
            <a:xfrm>
              <a:off x="2943201" y="300747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F0C916-C4B6-92D6-8494-EA5DFFA91B3D}"/>
                </a:ext>
              </a:extLst>
            </p:cNvPr>
            <p:cNvSpPr/>
            <p:nvPr/>
          </p:nvSpPr>
          <p:spPr>
            <a:xfrm>
              <a:off x="820352" y="379936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91AC77-7F7D-F3E6-C149-208F5C5970A9}"/>
                </a:ext>
              </a:extLst>
            </p:cNvPr>
            <p:cNvSpPr/>
            <p:nvPr/>
          </p:nvSpPr>
          <p:spPr>
            <a:xfrm>
              <a:off x="3555712" y="369755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1FA898-5F86-702E-BACF-23EAF0ED22D9}"/>
                </a:ext>
              </a:extLst>
            </p:cNvPr>
            <p:cNvSpPr/>
            <p:nvPr/>
          </p:nvSpPr>
          <p:spPr>
            <a:xfrm>
              <a:off x="131609" y="453003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BF02345-0F06-9D9F-427F-6826149A089F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2078883" y="2902558"/>
              <a:ext cx="270180" cy="2301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FF37D10-ECAB-4C4B-8186-21080F7EB02A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2782174" y="2902558"/>
              <a:ext cx="250727" cy="1946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3B40EF5-F8EE-E10F-696D-062B8556F3FC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1343163" y="3565846"/>
              <a:ext cx="302609" cy="323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4C5E63E-B3AA-4E99-B718-95F43830258A}"/>
                </a:ext>
              </a:extLst>
            </p:cNvPr>
            <p:cNvCxnSpPr>
              <a:cxnSpLocks/>
              <a:stCxn id="12" idx="7"/>
              <a:endCxn id="8" idx="3"/>
            </p:cNvCxnSpPr>
            <p:nvPr/>
          </p:nvCxnSpPr>
          <p:spPr>
            <a:xfrm flipV="1">
              <a:off x="654420" y="4322171"/>
              <a:ext cx="255632" cy="297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5BC7B60-9565-522D-D281-1C17537B9FCE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3466012" y="3530286"/>
              <a:ext cx="179400" cy="2569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0884F94-B209-66BE-9805-70530BB7643C}"/>
              </a:ext>
            </a:extLst>
          </p:cNvPr>
          <p:cNvGrpSpPr/>
          <p:nvPr/>
        </p:nvGrpSpPr>
        <p:grpSpPr>
          <a:xfrm>
            <a:off x="6758024" y="2938268"/>
            <a:ext cx="3877904" cy="3796337"/>
            <a:chOff x="41909" y="1095926"/>
            <a:chExt cx="3877904" cy="3796337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48C104B-2AC3-76E9-2B47-DAB7FCAFA33F}"/>
                </a:ext>
              </a:extLst>
            </p:cNvPr>
            <p:cNvSpPr/>
            <p:nvPr/>
          </p:nvSpPr>
          <p:spPr>
            <a:xfrm>
              <a:off x="2032627" y="237198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9204F87-3913-03CF-D0FF-35DB4BAA0656}"/>
                </a:ext>
              </a:extLst>
            </p:cNvPr>
            <p:cNvSpPr/>
            <p:nvPr/>
          </p:nvSpPr>
          <p:spPr>
            <a:xfrm>
              <a:off x="1339516" y="302554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7C5F20C-29FD-AE0D-F4C5-50410235796D}"/>
                </a:ext>
              </a:extLst>
            </p:cNvPr>
            <p:cNvSpPr/>
            <p:nvPr/>
          </p:nvSpPr>
          <p:spPr>
            <a:xfrm>
              <a:off x="2694793" y="172896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8EF4C2-E99D-433A-7E38-FD10C7AE2AA5}"/>
                </a:ext>
              </a:extLst>
            </p:cNvPr>
            <p:cNvSpPr/>
            <p:nvPr/>
          </p:nvSpPr>
          <p:spPr>
            <a:xfrm>
              <a:off x="674261" y="3667241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766E27F-8D6C-3E0B-4F79-2A655295B958}"/>
                </a:ext>
              </a:extLst>
            </p:cNvPr>
            <p:cNvSpPr/>
            <p:nvPr/>
          </p:nvSpPr>
          <p:spPr>
            <a:xfrm>
              <a:off x="3307302" y="1095926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54C4440-F81A-3A7F-27E9-725F1CAA06F4}"/>
                </a:ext>
              </a:extLst>
            </p:cNvPr>
            <p:cNvSpPr/>
            <p:nvPr/>
          </p:nvSpPr>
          <p:spPr>
            <a:xfrm>
              <a:off x="41909" y="427975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7012BB1-0ABB-B4AD-2F57-9C1110B619BB}"/>
                </a:ext>
              </a:extLst>
            </p:cNvPr>
            <p:cNvCxnSpPr>
              <a:cxnSpLocks/>
              <a:stCxn id="25" idx="3"/>
              <a:endCxn id="26" idx="7"/>
            </p:cNvCxnSpPr>
            <p:nvPr/>
          </p:nvCxnSpPr>
          <p:spPr>
            <a:xfrm flipH="1">
              <a:off x="1862327" y="2894791"/>
              <a:ext cx="260000" cy="220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783DAE3-3D5D-15E4-B689-776BBAEF2CA2}"/>
                </a:ext>
              </a:extLst>
            </p:cNvPr>
            <p:cNvCxnSpPr>
              <a:cxnSpLocks/>
              <a:stCxn id="25" idx="7"/>
              <a:endCxn id="27" idx="3"/>
            </p:cNvCxnSpPr>
            <p:nvPr/>
          </p:nvCxnSpPr>
          <p:spPr>
            <a:xfrm flipV="1">
              <a:off x="2555438" y="2251773"/>
              <a:ext cx="229055" cy="209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5E6B326-F8D7-83A0-7746-675AF1939561}"/>
                </a:ext>
              </a:extLst>
            </p:cNvPr>
            <p:cNvCxnSpPr>
              <a:stCxn id="28" idx="7"/>
              <a:endCxn id="26" idx="3"/>
            </p:cNvCxnSpPr>
            <p:nvPr/>
          </p:nvCxnSpPr>
          <p:spPr>
            <a:xfrm flipV="1">
              <a:off x="1197072" y="3548353"/>
              <a:ext cx="232144" cy="208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325648F-1B77-2F45-09C7-4D83E88B0D3C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564720" y="4190052"/>
              <a:ext cx="199241" cy="179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18FA16-BC35-AB0B-3154-ED1E47669354}"/>
                </a:ext>
              </a:extLst>
            </p:cNvPr>
            <p:cNvCxnSpPr>
              <a:cxnSpLocks/>
              <a:stCxn id="29" idx="3"/>
              <a:endCxn id="27" idx="7"/>
            </p:cNvCxnSpPr>
            <p:nvPr/>
          </p:nvCxnSpPr>
          <p:spPr>
            <a:xfrm flipH="1">
              <a:off x="3217604" y="1618737"/>
              <a:ext cx="179398" cy="1999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DE8E303-07A5-0FEA-D6A9-AA75413C8B43}"/>
              </a:ext>
            </a:extLst>
          </p:cNvPr>
          <p:cNvGrpSpPr/>
          <p:nvPr/>
        </p:nvGrpSpPr>
        <p:grpSpPr>
          <a:xfrm>
            <a:off x="5894880" y="334374"/>
            <a:ext cx="4036614" cy="2762801"/>
            <a:chOff x="5413263" y="1203158"/>
            <a:chExt cx="4036614" cy="2762801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DE93E5E-47AF-DA70-5553-9B15F4248E19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0D95083-1032-E089-E0A6-2DDC0645E5CD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40CD5BB-759D-9930-59D7-E866E894F84D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AFB0B45-1D09-7FB3-2584-B1C055243DC8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E7364C8-CE67-2CDD-F323-1DB8BA6ED0FC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7B236FA-64A2-FF24-C027-2E1851FDA694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469DE87-EE49-BE73-3F23-F86634871488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93B9DA36-B4DF-1C20-A4FD-670899389501}"/>
                  </a:ext>
                </a:extLst>
              </p:cNvPr>
              <p:cNvCxnSpPr>
                <a:cxnSpLocks/>
                <a:stCxn id="58" idx="3"/>
                <a:endCxn id="5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5C94700-070A-B561-8ADC-5D4F8C148F03}"/>
                  </a:ext>
                </a:extLst>
              </p:cNvPr>
              <p:cNvCxnSpPr>
                <a:cxnSpLocks/>
                <a:stCxn id="58" idx="5"/>
                <a:endCxn id="6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A3319A1F-7FEA-B5E1-183D-B46A7BD98F7A}"/>
                  </a:ext>
                </a:extLst>
              </p:cNvPr>
              <p:cNvCxnSpPr>
                <a:stCxn id="61" idx="7"/>
                <a:endCxn id="5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FDEE638-D040-5710-1D02-39AA593813D4}"/>
                  </a:ext>
                </a:extLst>
              </p:cNvPr>
              <p:cNvCxnSpPr>
                <a:cxnSpLocks/>
                <a:stCxn id="63" idx="7"/>
                <a:endCxn id="6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4BFAE1A-394A-A2F5-3B40-B82D2E654900}"/>
                  </a:ext>
                </a:extLst>
              </p:cNvPr>
              <p:cNvCxnSpPr>
                <a:stCxn id="62" idx="1"/>
                <a:endCxn id="6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FA0846D-5821-0C57-9E29-76E3C1337D8F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250BAC-0A03-1B48-1E20-909F0F10479D}"/>
                </a:ext>
              </a:extLst>
            </p:cNvPr>
            <p:cNvCxnSpPr>
              <a:cxnSpLocks/>
              <a:stCxn id="69" idx="1"/>
              <a:endCxn id="5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BACDE4A-98B0-022C-87D8-15AEA4022316}"/>
              </a:ext>
            </a:extLst>
          </p:cNvPr>
          <p:cNvGrpSpPr/>
          <p:nvPr/>
        </p:nvGrpSpPr>
        <p:grpSpPr>
          <a:xfrm>
            <a:off x="2376685" y="3800627"/>
            <a:ext cx="4036614" cy="2762801"/>
            <a:chOff x="5413263" y="1203158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CEFED0A-5C34-B6F0-549E-4E88321F4178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1714744-621D-F5E0-3846-0DE7B9124DEE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E982F01-E273-B8BE-B119-E2CC24AD004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860A6C0-91DB-9D6E-4E29-D2DA63F0461F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A5ED5B8-C63A-1E80-38DD-8981EBB048FF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801A08-6C6E-24D9-1F1A-23D7CC5BB202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A063D3F-1277-6121-2D74-062102099201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621B54F0-6F9E-6234-A5A1-BF7815089EA1}"/>
                  </a:ext>
                </a:extLst>
              </p:cNvPr>
              <p:cNvCxnSpPr>
                <a:cxnSpLocks/>
                <a:stCxn id="13" idx="3"/>
                <a:endCxn id="16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5AF691C-C423-88A5-793D-69792CD41AA7}"/>
                  </a:ext>
                </a:extLst>
              </p:cNvPr>
              <p:cNvCxnSpPr>
                <a:cxnSpLocks/>
                <a:stCxn id="13" idx="5"/>
                <a:endCxn id="18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50A1733-3E9B-E375-CD65-075CED3234CA}"/>
                  </a:ext>
                </a:extLst>
              </p:cNvPr>
              <p:cNvCxnSpPr>
                <a:stCxn id="20" idx="7"/>
                <a:endCxn id="16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97CF2A-3C8F-10A1-2382-29256DF9A85E}"/>
                  </a:ext>
                </a:extLst>
              </p:cNvPr>
              <p:cNvCxnSpPr>
                <a:cxnSpLocks/>
                <a:stCxn id="36" idx="7"/>
                <a:endCxn id="20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EDE9409-B167-DA3A-92F3-63FF2E4C3C11}"/>
                  </a:ext>
                </a:extLst>
              </p:cNvPr>
              <p:cNvCxnSpPr>
                <a:stCxn id="22" idx="1"/>
                <a:endCxn id="18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9CB6E68-1D64-B8A9-6FEF-CE6C62F71FBC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59C2F0-D084-076D-73BD-249FCD714F8D}"/>
                </a:ext>
              </a:extLst>
            </p:cNvPr>
            <p:cNvCxnSpPr>
              <a:cxnSpLocks/>
              <a:stCxn id="9" idx="1"/>
              <a:endCxn id="16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AAA807BF-81C5-1A83-500D-ADFFBEFED946}"/>
                  </a:ext>
                </a:extLst>
              </p14:cNvPr>
              <p14:cNvContentPartPr/>
              <p14:nvPr/>
            </p14:nvContentPartPr>
            <p14:xfrm>
              <a:off x="1416600" y="1224720"/>
              <a:ext cx="10069200" cy="54133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AAA807BF-81C5-1A83-500D-ADFFBEFED94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07240" y="1215360"/>
                <a:ext cx="10087920" cy="543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263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B08E2-751D-F879-3C45-BB45A603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Why not use an array?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represented a heap using an array, finding children/parents by index</a:t>
                </a:r>
              </a:p>
              <a:p>
                <a:r>
                  <a:rPr lang="en-US" dirty="0"/>
                  <a:t>We will represent BSTs with nodes and references. Why?</a:t>
                </a:r>
              </a:p>
              <a:p>
                <a:pPr lvl="1"/>
                <a:r>
                  <a:rPr lang="en-US" dirty="0"/>
                  <a:t>We might have “gaps” in our tree</a:t>
                </a:r>
              </a:p>
              <a:p>
                <a:pPr lvl="1"/>
                <a:r>
                  <a:rPr lang="en-US" dirty="0"/>
                  <a:t>Memory!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7045B5E-EAE4-53CA-521D-338D45D0C1F7}"/>
                  </a:ext>
                </a:extLst>
              </p14:cNvPr>
              <p14:cNvContentPartPr/>
              <p14:nvPr/>
            </p14:nvContentPartPr>
            <p14:xfrm>
              <a:off x="1708200" y="3823920"/>
              <a:ext cx="9249120" cy="2241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7045B5E-EAE4-53CA-521D-338D45D0C1F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98840" y="3814560"/>
                <a:ext cx="9267840" cy="2260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59920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{</a:t>
            </a:r>
          </a:p>
          <a:p>
            <a:pPr marL="0" indent="0">
              <a:buNone/>
            </a:pPr>
            <a:r>
              <a:rPr lang="en-US" dirty="0"/>
              <a:t>	if (key ==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 </a:t>
            </a:r>
          </a:p>
          <a:p>
            <a:pPr marL="0" indent="0">
              <a:buNone/>
            </a:pPr>
            <a:r>
              <a:rPr lang="en-US" dirty="0"/>
              <a:t>	return Null;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6BF1178-AC57-CB84-5988-B65DCB6E8202}"/>
                  </a:ext>
                </a:extLst>
              </p14:cNvPr>
              <p14:cNvContentPartPr/>
              <p14:nvPr/>
            </p14:nvContentPartPr>
            <p14:xfrm>
              <a:off x="2273760" y="1521720"/>
              <a:ext cx="4065480" cy="3952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6BF1178-AC57-CB84-5988-B65DCB6E82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64400" y="1512360"/>
                <a:ext cx="4084200" cy="397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0917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6835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Note: Insert happens only at the leaves!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D5429AD2-65CB-26B7-152D-903FABAAB8A8}"/>
                  </a:ext>
                </a:extLst>
              </p14:cNvPr>
              <p14:cNvContentPartPr/>
              <p14:nvPr/>
            </p14:nvContentPartPr>
            <p14:xfrm>
              <a:off x="1010880" y="1702080"/>
              <a:ext cx="7558920" cy="33102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D5429AD2-65CB-26B7-152D-903FABAAB8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1520" y="1692720"/>
                <a:ext cx="7577640" cy="3328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7298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if (root == Null){ </a:t>
            </a:r>
            <a:r>
              <a:rPr lang="en-US" dirty="0" err="1"/>
              <a:t>this.root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parent = Null;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parent = root;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!= Null){ </a:t>
            </a:r>
            <a:r>
              <a:rPr lang="en-US" dirty="0" err="1"/>
              <a:t>root.value</a:t>
            </a:r>
            <a:r>
              <a:rPr lang="en-US" dirty="0"/>
              <a:t> = value; }</a:t>
            </a:r>
          </a:p>
          <a:p>
            <a:pPr marL="0" indent="0">
              <a:buNone/>
            </a:pPr>
            <a:r>
              <a:rPr lang="en-US" dirty="0"/>
              <a:t>	else if (key &lt; </a:t>
            </a:r>
            <a:r>
              <a:rPr lang="en-US" dirty="0" err="1"/>
              <a:t>parent.key</a:t>
            </a:r>
            <a:r>
              <a:rPr lang="en-US" dirty="0"/>
              <a:t>){ </a:t>
            </a:r>
            <a:r>
              <a:rPr lang="en-US" dirty="0" err="1"/>
              <a:t>parent.left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else{ </a:t>
            </a:r>
            <a:r>
              <a:rPr lang="en-US" dirty="0" err="1"/>
              <a:t>parent.right</a:t>
            </a:r>
            <a:r>
              <a:rPr lang="en-US" dirty="0"/>
              <a:t> = new Node (key, value);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3235347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// Now root is the node to delete, what happens next?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5C70D90-DE89-1489-BD43-BF318D4FFD96}"/>
                  </a:ext>
                </a:extLst>
              </p14:cNvPr>
              <p14:cNvContentPartPr/>
              <p14:nvPr/>
            </p14:nvContentPartPr>
            <p14:xfrm>
              <a:off x="420840" y="1763640"/>
              <a:ext cx="990000" cy="32943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5C70D90-DE89-1489-BD43-BF318D4FFD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1480" y="1754280"/>
                <a:ext cx="1008720" cy="3313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5258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6AF61-C0E9-5358-15F9-71C3896E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– 3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CEAC8-3204-C998-083A-0CA3CB38D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0 Children (i.e. it’s a leaf)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1 Child</a:t>
            </a:r>
          </a:p>
          <a:p>
            <a:pPr lvl="1"/>
            <a:r>
              <a:rPr lang="en-US" dirty="0"/>
              <a:t>Replace the deleted node with its child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2 Children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Replace the deleted with the largest node to its left or else the smallest node to its right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AC3D59-3E05-191D-A7BF-6AC36E848F5B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33A002-A754-52F5-FA72-68624BE2C8D0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08219CE-3255-59E4-61D6-419B3BAFB9D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2142312F-4523-0F4A-18D6-D202467C630B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EB78B0BF-9986-AD99-C54F-D7B175C1C6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7B86446-8709-F970-19FA-1560746A8F8B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12845EA2-0AD9-0332-93AD-E32D492ACF75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5DC21F3-A9FD-FEF7-D158-D2B83E668A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2595E8C-ACCE-26C0-95A6-DF31D51FB63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B09B76C-5533-8CEE-1C8E-C13D430D6C0A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C6BA5A95-4800-75BA-5CE6-E383F92011EB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AC4D699-B4C5-E5A7-F3D0-4965AD3CEF52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BE01189-9D86-9F73-E90F-C51F6D57DB47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6CAF12A-D2DF-12A3-D54E-B3E2AADBEE87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D0412F1-A696-4E74-5C2D-01D272BC7D1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0FEBA68-EB7A-A625-123F-3DFEFE9705FD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46FB638-874C-F8CE-DA66-D385D2D1E61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rgbClr val="FF646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C35A3DD-4BC9-7373-F046-80248E667B84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A20141-63E4-638D-8E70-95A8CD7079FC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9F92928-0AF8-46E7-0CF2-997221C964DA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0AF6A4B-64CA-6576-7FBC-873CACEC4B08}"/>
                  </a:ext>
                </a:extLst>
              </p14:cNvPr>
              <p14:cNvContentPartPr/>
              <p14:nvPr/>
            </p14:nvContentPartPr>
            <p14:xfrm>
              <a:off x="7494120" y="857160"/>
              <a:ext cx="4332600" cy="33620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0AF6A4B-64CA-6576-7FBC-873CACEC4B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84760" y="847800"/>
                <a:ext cx="4351320" cy="3380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214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DD992-8A3B-FA6D-C215-0B6ED397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 and 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04EE-D13B-45D9-058D-3DB66EC3D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 of a BST:</a:t>
            </a:r>
          </a:p>
          <a:p>
            <a:pPr lvl="1"/>
            <a:r>
              <a:rPr lang="en-US" dirty="0"/>
              <a:t>Right-most Thing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Min of a BST:</a:t>
            </a:r>
          </a:p>
          <a:p>
            <a:pPr lvl="1"/>
            <a:r>
              <a:rPr lang="en-US" dirty="0"/>
              <a:t>Left-most Thing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BF0BCB-E919-4887-EA0E-2950E757CB98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9003D4F-20EE-2715-9BC2-D19DE4581AEE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8D83DF-C06D-6B78-1A7C-F817960D477A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A2EDFBE-0A1B-19F2-557F-3B1A84B931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5E32266-34D1-3723-EBDF-C9A36280C46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1D17E1C-7320-E465-2AF6-0DFBD16C3748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82C6223-5B81-9C2F-51F0-9A31796FD9C1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DE529F80-9D8C-AD5B-0003-47F0052FA1C6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3DB1C023-75B2-F46B-74A7-E401043679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B93E87A-6C9B-1D2C-C84A-2AA38EABAC4D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DE72BA0-DEC4-4371-557B-FD0A27B58A1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14E1AA9-03DC-F6A2-880E-44E821AD716D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46D2F62-F574-C773-B0F2-218AD20D8DB1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265655F-9185-06A5-BD36-032DE2A30AAE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2F28718-ABD4-67D4-B846-AEAE833BCF68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F8DDC98-3F89-07C7-160A-648B352778FE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676F51E-8B90-CBD3-7E71-086AF7DF6FD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BD72FE-0A5E-9EC8-90AC-E805731A3D95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A2F8EA-25C5-E8CC-7AA6-AA386BB59595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D5ECE53-FA8D-7B43-2013-D57B557F7DCC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317041B-3D3A-8B57-9A2C-1609D76990ED}"/>
              </a:ext>
            </a:extLst>
          </p:cNvPr>
          <p:cNvSpPr txBox="1"/>
          <p:nvPr/>
        </p:nvSpPr>
        <p:spPr>
          <a:xfrm>
            <a:off x="4450489" y="1515664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maxNode</a:t>
            </a:r>
            <a:r>
              <a:rPr lang="en-US" dirty="0"/>
              <a:t>(root){</a:t>
            </a:r>
          </a:p>
          <a:p>
            <a:r>
              <a:rPr lang="en-US" dirty="0"/>
              <a:t>	if (root == Null){ return Null; }</a:t>
            </a:r>
          </a:p>
          <a:p>
            <a:r>
              <a:rPr lang="en-US" dirty="0"/>
              <a:t>	while (</a:t>
            </a:r>
            <a:r>
              <a:rPr lang="en-US" dirty="0" err="1"/>
              <a:t>root.right</a:t>
            </a:r>
            <a:r>
              <a:rPr lang="en-US" dirty="0"/>
              <a:t> != Null){</a:t>
            </a:r>
          </a:p>
          <a:p>
            <a:r>
              <a:rPr lang="en-US" dirty="0"/>
              <a:t>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root;</a:t>
            </a:r>
          </a:p>
          <a:p>
            <a:r>
              <a:rPr lang="en-US" dirty="0"/>
              <a:t>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A3E0CB-96F1-9F4E-AA9E-AFD3225402CD}"/>
              </a:ext>
            </a:extLst>
          </p:cNvPr>
          <p:cNvSpPr txBox="1"/>
          <p:nvPr/>
        </p:nvSpPr>
        <p:spPr>
          <a:xfrm>
            <a:off x="4450489" y="4145638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minNode</a:t>
            </a:r>
            <a:r>
              <a:rPr lang="en-US" dirty="0"/>
              <a:t>(root){</a:t>
            </a:r>
          </a:p>
          <a:p>
            <a:r>
              <a:rPr lang="en-US" dirty="0"/>
              <a:t>	if (root == Null){ return Null; }</a:t>
            </a:r>
          </a:p>
          <a:p>
            <a:r>
              <a:rPr lang="en-US" dirty="0"/>
              <a:t>	while (</a:t>
            </a:r>
            <a:r>
              <a:rPr lang="en-US" dirty="0" err="1"/>
              <a:t>root.left</a:t>
            </a:r>
            <a:r>
              <a:rPr lang="en-US" dirty="0"/>
              <a:t> != Null){</a:t>
            </a:r>
          </a:p>
          <a:p>
            <a:r>
              <a:rPr lang="en-US" dirty="0"/>
              <a:t>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root;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2177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if (root has no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Null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one child){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that child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two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either the max from the left or min from the right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3729F6F-C3E6-2965-C8A8-CDF68C9790FC}"/>
                  </a:ext>
                </a:extLst>
              </p14:cNvPr>
              <p14:cNvContentPartPr/>
              <p14:nvPr/>
            </p14:nvContentPartPr>
            <p14:xfrm>
              <a:off x="491760" y="3085920"/>
              <a:ext cx="5162040" cy="3196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3729F6F-C3E6-2965-C8A8-CDF68C9790F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400" y="3076560"/>
                <a:ext cx="5180760" cy="3215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6729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8D2-3B25-68DF-253C-F021135B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0637-A613-A9E7-519E-9AD94EB6A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87991-6266-62EE-BEE3-DDCD294DF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if (root == Null){ return; } // key not present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== key){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FF0000"/>
                </a:solidFill>
              </a:rPr>
              <a:t>if (root has no children) { return Null;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one child) { return that child;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two children) {return </a:t>
            </a:r>
            <a:r>
              <a:rPr lang="en-US" dirty="0" err="1">
                <a:solidFill>
                  <a:srgbClr val="FF0000"/>
                </a:solidFill>
              </a:rPr>
              <a:t>removeMax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root.left</a:t>
            </a:r>
            <a:r>
              <a:rPr lang="en-US" dirty="0">
                <a:solidFill>
                  <a:srgbClr val="FF0000"/>
                </a:solidFill>
              </a:rPr>
              <a:t>);}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 { </a:t>
            </a:r>
            <a:r>
              <a:rPr lang="en-US" dirty="0" err="1"/>
              <a:t>root.right</a:t>
            </a:r>
            <a:r>
              <a:rPr lang="en-US" dirty="0"/>
              <a:t> = delete(key, </a:t>
            </a:r>
            <a:r>
              <a:rPr lang="en-US" dirty="0" err="1"/>
              <a:t>root.right</a:t>
            </a:r>
            <a:r>
              <a:rPr lang="en-US" dirty="0"/>
              <a:t>); }</a:t>
            </a:r>
          </a:p>
          <a:p>
            <a:pPr marL="0" indent="0">
              <a:buNone/>
            </a:pPr>
            <a:r>
              <a:rPr lang="en-US" dirty="0"/>
              <a:t>	else { </a:t>
            </a:r>
            <a:r>
              <a:rPr lang="en-US" dirty="0" err="1"/>
              <a:t>root.left</a:t>
            </a:r>
            <a:r>
              <a:rPr lang="en-US" dirty="0"/>
              <a:t> = delete(key, </a:t>
            </a:r>
            <a:r>
              <a:rPr lang="en-US" dirty="0" err="1"/>
              <a:t>root.left</a:t>
            </a:r>
            <a:r>
              <a:rPr lang="en-US" dirty="0"/>
              <a:t>); }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3061E36-B68E-3844-0FB4-D07CB8A59E36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C00FB46-1775-1E8D-BA80-A93F1F121BF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3E2A454-89C6-127B-EEDC-99911058E492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C3DFA3AD-01DB-A6BE-8B5E-EA3CB1053BA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C4C4165-1130-AEE5-61C5-4DE2D95EA5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A39E2EB3-E5B7-3DE3-3F62-F2B09ABA2673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E9FB5A6-B0C6-BAFA-8D92-7609CFD2317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42CFA475-7883-AB14-A0D1-C3DF86F38D5D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B72759D-0EAB-AFEF-0BB4-FA089BCB030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A019D8E7-3242-85A5-59A4-389BF853E2D0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4F23168-F205-C5B7-7E6A-14F06968361F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1FE7DCC-114A-9A06-B5EE-CECB8ED7F293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1A82CAD-1880-2C4B-0C5A-19B5669309F8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B96F06EA-B6F9-E0D8-313A-EBB0BD27F9F7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E69FDC4-D3A5-1174-0261-BE45E67AE3E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7285EB2-EF93-8085-1F22-7AE90F8D0C74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5B8BB4-D860-4551-F696-A573D5767851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EB9E36-AE08-FB14-D41D-B0E6DF9762B3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10FEEE-2316-3BA5-CD0A-B7FE0EB615E7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AA4587B-2D59-D07E-BF69-10F62C0E0D85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352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B8EB7-6A92-650F-ABB6-D01E0E9C2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68B37-F1ED-0BE8-1F25-50E0D4A17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 of Find, insert, Delete:</a:t>
                </a:r>
              </a:p>
              <a:p>
                <a:pPr lvl="1"/>
                <a:r>
                  <a:rPr lang="en-US" dirty="0"/>
                  <a:t>Worst case running time matches height of the tree</a:t>
                </a:r>
              </a:p>
              <a:p>
                <a:r>
                  <a:rPr lang="en-US" dirty="0"/>
                  <a:t>What is the maximum height of a BST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nodes?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68B37-F1ED-0BE8-1F25-50E0D4A17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681E42-DA50-A718-EE5B-A9AF2E22B52D}"/>
                  </a:ext>
                </a:extLst>
              </p14:cNvPr>
              <p14:cNvContentPartPr/>
              <p14:nvPr/>
            </p14:nvContentPartPr>
            <p14:xfrm>
              <a:off x="2614680" y="1809360"/>
              <a:ext cx="3076200" cy="6282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681E42-DA50-A718-EE5B-A9AF2E22B5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05320" y="1800000"/>
                <a:ext cx="3094920" cy="64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0959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68E-2A60-489B-E1DA-978D05AAE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the worst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CD3BB-6320-6788-1CFA-3AF70EDAC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get a better worst case running time?</a:t>
            </a:r>
          </a:p>
          <a:p>
            <a:pPr lvl="1"/>
            <a:r>
              <a:rPr lang="en-US" dirty="0"/>
              <a:t>Add rules about the shape of our BST</a:t>
            </a:r>
          </a:p>
          <a:p>
            <a:r>
              <a:rPr lang="en-US" dirty="0"/>
              <a:t>AVL Tree</a:t>
            </a:r>
          </a:p>
          <a:p>
            <a:pPr lvl="1"/>
            <a:r>
              <a:rPr lang="en-US" dirty="0"/>
              <a:t>A BST with some shape rules</a:t>
            </a:r>
          </a:p>
          <a:p>
            <a:pPr lvl="2"/>
            <a:r>
              <a:rPr lang="en-US" dirty="0"/>
              <a:t>Algorithms need to change to accommodate those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7F53CEF-6746-1ACE-C1BD-37C20859A9CD}"/>
                  </a:ext>
                </a:extLst>
              </p14:cNvPr>
              <p14:cNvContentPartPr/>
              <p14:nvPr/>
            </p14:nvContentPartPr>
            <p14:xfrm>
              <a:off x="3164760" y="2700360"/>
              <a:ext cx="2074320" cy="906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7F53CEF-6746-1ACE-C1BD-37C20859A9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5400" y="2691000"/>
                <a:ext cx="2093040" cy="92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4880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8BB1-416B-D0E8-3322-4EB4D87A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“Balanced” Binary Search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4F05E-58AF-CEFF-09EC-B606D49F8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get better running times by having “shorter” trees</a:t>
            </a:r>
          </a:p>
          <a:p>
            <a:r>
              <a:rPr lang="en-US" dirty="0"/>
              <a:t>Trees get tall due to them being “sparse” (many one-child nodes)</a:t>
            </a:r>
          </a:p>
          <a:p>
            <a:r>
              <a:rPr lang="en-US" dirty="0"/>
              <a:t>Idea: modify how we insert/delete to keep the tree more “full”</a:t>
            </a:r>
          </a:p>
          <a:p>
            <a:pPr lvl="1"/>
            <a:r>
              <a:rPr lang="en-US" dirty="0"/>
              <a:t>Encourage Branches!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583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1: Both Subtrees of Root have same #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AFA1B3-131D-0779-046F-526552441EC5}"/>
                  </a:ext>
                </a:extLst>
              </p14:cNvPr>
              <p14:cNvContentPartPr/>
              <p14:nvPr/>
            </p14:nvContentPartPr>
            <p14:xfrm>
              <a:off x="6000840" y="1515600"/>
              <a:ext cx="2028240" cy="1736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AFA1B3-131D-0779-046F-526552441EC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91480" y="1506240"/>
                <a:ext cx="2046960" cy="175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300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2: Both Subtrees of Root have same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8BF4F64-7465-B015-ACFC-5AE0B0E0F95F}"/>
                  </a:ext>
                </a:extLst>
              </p14:cNvPr>
              <p14:cNvContentPartPr/>
              <p14:nvPr/>
            </p14:nvContentPartPr>
            <p14:xfrm>
              <a:off x="5404680" y="1292040"/>
              <a:ext cx="5561640" cy="4240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8BF4F64-7465-B015-ACFC-5AE0B0E0F9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95320" y="1282680"/>
                <a:ext cx="5580360" cy="425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8425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3: Both Subtrees of every Node have same #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77FA8A5-7A2D-E43A-25DD-9E2681DDB3F4}"/>
                  </a:ext>
                </a:extLst>
              </p14:cNvPr>
              <p14:cNvContentPartPr/>
              <p14:nvPr/>
            </p14:nvContentPartPr>
            <p14:xfrm>
              <a:off x="7964280" y="1518480"/>
              <a:ext cx="1346040" cy="8485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77FA8A5-7A2D-E43A-25DD-9E2681DDB3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54920" y="1509120"/>
                <a:ext cx="1364760" cy="867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50552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4: Both Subtrees of every Node have same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AF911AA-238E-449F-CB35-9193B6299452}"/>
                  </a:ext>
                </a:extLst>
              </p14:cNvPr>
              <p14:cNvContentPartPr/>
              <p14:nvPr/>
            </p14:nvContentPartPr>
            <p14:xfrm>
              <a:off x="826560" y="1634760"/>
              <a:ext cx="10723680" cy="2434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AF911AA-238E-449F-CB35-9193B62994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7200" y="1625400"/>
                <a:ext cx="10742400" cy="2453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1549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F296A-CD42-45E7-98AD-FD7A3DA1C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912D5-9A57-CAC1-DDCB-41C25F19F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Binary Search tree that maintains that the left and right subtrees of every node have heights that differ by at most one.</a:t>
            </a:r>
          </a:p>
          <a:p>
            <a:pPr lvl="1"/>
            <a:r>
              <a:rPr lang="en-US" dirty="0"/>
              <a:t>height of left subtree and height of right subtree off by at most 1</a:t>
            </a:r>
          </a:p>
          <a:p>
            <a:pPr lvl="1"/>
            <a:r>
              <a:rPr lang="en-US" dirty="0"/>
              <a:t>Not too weak (ensures trees are short)</a:t>
            </a:r>
          </a:p>
          <a:p>
            <a:pPr lvl="1"/>
            <a:r>
              <a:rPr lang="en-US" dirty="0"/>
              <a:t>Not too strong (works for any number of nodes)</a:t>
            </a:r>
          </a:p>
          <a:p>
            <a:pPr lvl="1"/>
            <a:endParaRPr lang="en-US" dirty="0"/>
          </a:p>
          <a:p>
            <a:r>
              <a:rPr lang="en-US" dirty="0"/>
              <a:t>Idea of AVL Tree:</a:t>
            </a:r>
          </a:p>
          <a:p>
            <a:pPr lvl="1"/>
            <a:r>
              <a:rPr lang="en-US" dirty="0"/>
              <a:t>When you insert/delete nodes, if tree is “out of balance” then modify the tree</a:t>
            </a:r>
          </a:p>
          <a:p>
            <a:pPr lvl="1"/>
            <a:r>
              <a:rPr lang="en-US" dirty="0"/>
              <a:t>Modification = “rotation”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C2CEAA0-B4C5-10D1-F2ED-398D826886FD}"/>
                  </a:ext>
                </a:extLst>
              </p14:cNvPr>
              <p14:cNvContentPartPr/>
              <p14:nvPr/>
            </p14:nvContentPartPr>
            <p14:xfrm>
              <a:off x="3548880" y="2124720"/>
              <a:ext cx="7027200" cy="664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C2CEAA0-B4C5-10D1-F2ED-398D826886F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39520" y="2115360"/>
                <a:ext cx="7045920" cy="683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0673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472F6-F13B-0DF1-EAC1-489ECC357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it an AVL Tree?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FED6D48-5E24-DB75-D3E3-5C0CADE034A2}"/>
              </a:ext>
            </a:extLst>
          </p:cNvPr>
          <p:cNvGrpSpPr/>
          <p:nvPr/>
        </p:nvGrpSpPr>
        <p:grpSpPr>
          <a:xfrm>
            <a:off x="6506103" y="36832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6C65F57-BD07-C988-424F-1901022809A5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172DECA-9CF4-C026-86F8-572305EFD80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7FF0475-5D75-CF0C-8136-97716851B36C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23AC4B6-DB7D-5890-6A64-477F6C6C77B8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670C748E-BB84-63E7-3213-F881B3FCA272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E897EFF-5936-9183-FECD-3B544ACA850D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79B86E-3CF0-510F-C36F-A7094EAC53C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E9170083-3386-CC9C-2F47-3E3DFFB093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6AADA609-CF5E-9A2D-FC7B-2E6E8FF30D5F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2B2485C-2006-6033-2BAB-D5B86A851849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043BCBC-FB82-358D-6CAC-1B72D1A66D2E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D15677C-2B5C-0A79-A3E3-44466038678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5E1EA23F-2B79-BEC8-27A7-575927BA69A6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B715D8A-7190-742D-28F2-786E284A0C79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FACD5366-1226-5B29-2497-C3943C29A7D2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BF5B753-8D05-CE5A-92EE-C6616E123724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61E78EB-6045-B14F-AF7D-FA0D62FF5057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80912B2-A430-F9D7-2FA2-998B5E70FC17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CEA98E0-23E4-F960-98AF-5A2FF311D2E1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9F6F06-42B4-2D4F-4E64-F28A916FCD8E}"/>
              </a:ext>
            </a:extLst>
          </p:cNvPr>
          <p:cNvGrpSpPr/>
          <p:nvPr/>
        </p:nvGrpSpPr>
        <p:grpSpPr>
          <a:xfrm>
            <a:off x="7614255" y="194375"/>
            <a:ext cx="4036614" cy="2762801"/>
            <a:chOff x="8079280" y="365125"/>
            <a:chExt cx="4036614" cy="276280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E49278E-15F7-4ACF-73F5-AE4768B4526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C55DBE0B-4748-1E4C-9541-AD320B2A2AA4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D8F0EF91-F5F4-DD5D-FE6E-31B40A9AC1F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B9C2789A-81AF-240E-7951-D8B035D4B1A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C5F0A19E-6C85-B11B-1660-E214D2991E0E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F7CC55A5-6AEC-196F-77B3-8C6CFB33D3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F00F48B-D865-C5B3-BE04-5A5EA58F271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04AF09A6-3DB3-6DC5-9B08-35F67C09028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9929D1CC-D926-457D-D10B-143825F02C4F}"/>
                    </a:ext>
                  </a:extLst>
                </p:cNvPr>
                <p:cNvCxnSpPr>
                  <a:cxnSpLocks/>
                  <a:stCxn id="33" idx="3"/>
                  <a:endCxn id="3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E919BDA-0900-6F51-8AE4-138A92B2654C}"/>
                    </a:ext>
                  </a:extLst>
                </p:cNvPr>
                <p:cNvCxnSpPr>
                  <a:cxnSpLocks/>
                  <a:stCxn id="33" idx="5"/>
                  <a:endCxn id="3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419E6C1-CA0E-F43A-CF76-1A0FD37DF99E}"/>
                    </a:ext>
                  </a:extLst>
                </p:cNvPr>
                <p:cNvCxnSpPr>
                  <a:stCxn id="36" idx="7"/>
                  <a:endCxn id="3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5C80C6C-CA87-0991-FE96-B02A5C8446BD}"/>
                    </a:ext>
                  </a:extLst>
                </p:cNvPr>
                <p:cNvCxnSpPr>
                  <a:cxnSpLocks/>
                  <a:stCxn id="38" idx="7"/>
                  <a:endCxn id="3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6D336028-1575-EB9B-C2C5-E47D29C6B79E}"/>
                    </a:ext>
                  </a:extLst>
                </p:cNvPr>
                <p:cNvCxnSpPr>
                  <a:stCxn id="37" idx="1"/>
                  <a:endCxn id="3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854C72C-2029-C4D8-4E58-32F76F1BC1A6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FE95C4B-7A54-4A81-0651-1BC490B1BF99}"/>
                  </a:ext>
                </a:extLst>
              </p:cNvPr>
              <p:cNvCxnSpPr>
                <a:cxnSpLocks/>
                <a:stCxn id="31" idx="1"/>
                <a:endCxn id="3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FE62612-5ADD-9CBC-FA67-EED45768DD9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47D72AF-E02B-2A3B-0F0F-92115EBC3ED7}"/>
                </a:ext>
              </a:extLst>
            </p:cNvPr>
            <p:cNvCxnSpPr>
              <a:cxnSpLocks/>
              <a:stCxn id="26" idx="7"/>
              <a:endCxn id="3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FC08893-2388-742F-D45D-63DD3B061FF7}"/>
              </a:ext>
            </a:extLst>
          </p:cNvPr>
          <p:cNvGrpSpPr/>
          <p:nvPr/>
        </p:nvGrpSpPr>
        <p:grpSpPr>
          <a:xfrm>
            <a:off x="3248333" y="775823"/>
            <a:ext cx="3424103" cy="2762801"/>
            <a:chOff x="8079280" y="365125"/>
            <a:chExt cx="3424103" cy="276280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1736A0D-A719-101D-1443-26D1F0A4D459}"/>
                </a:ext>
              </a:extLst>
            </p:cNvPr>
            <p:cNvGrpSpPr/>
            <p:nvPr/>
          </p:nvGrpSpPr>
          <p:grpSpPr>
            <a:xfrm>
              <a:off x="8079280" y="365125"/>
              <a:ext cx="3424103" cy="2762801"/>
              <a:chOff x="5413263" y="1203158"/>
              <a:chExt cx="3424103" cy="2762801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33BF0D4-1C80-D90C-A05A-3A1DC0B725C8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3424103" cy="2762801"/>
                <a:chOff x="131609" y="2379747"/>
                <a:chExt cx="3424103" cy="2762801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1DE79445-BB58-84F5-ADD5-DEC87E933CC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5FBEDC7-4459-4241-74B9-C25B45F5E924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1E873FA-A193-775F-E517-22B6C7F8F07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F77CBDA4-D791-6573-555B-1C05112A5A80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1B93B657-1689-96E9-3CD1-39A6AFDCF784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211FEF2B-4A3C-2857-705F-C27137816CCA}"/>
                    </a:ext>
                  </a:extLst>
                </p:cNvPr>
                <p:cNvCxnSpPr>
                  <a:cxnSpLocks/>
                  <a:stCxn id="51" idx="3"/>
                  <a:endCxn id="52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99BCE812-C3F3-290B-21D4-64D41E37BD24}"/>
                    </a:ext>
                  </a:extLst>
                </p:cNvPr>
                <p:cNvCxnSpPr>
                  <a:cxnSpLocks/>
                  <a:stCxn id="51" idx="5"/>
                  <a:endCxn id="53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F354A69-FB65-CE1F-143E-C254F58D4EE2}"/>
                    </a:ext>
                  </a:extLst>
                </p:cNvPr>
                <p:cNvCxnSpPr>
                  <a:stCxn id="54" idx="7"/>
                  <a:endCxn id="52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C702CCE-7CE3-ACF3-0CE2-488EA3CA4BF6}"/>
                    </a:ext>
                  </a:extLst>
                </p:cNvPr>
                <p:cNvCxnSpPr>
                  <a:cxnSpLocks/>
                  <a:stCxn id="56" idx="7"/>
                  <a:endCxn id="54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960D4F3-55A0-29FD-9364-574982274237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91B0700-4838-780B-291A-426BCA38A292}"/>
                  </a:ext>
                </a:extLst>
              </p:cNvPr>
              <p:cNvCxnSpPr>
                <a:cxnSpLocks/>
                <a:stCxn id="49" idx="1"/>
                <a:endCxn id="52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B7D1CCC-9844-B58D-10FD-DEACE300229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4AEA43FC-AAEC-5D17-3A64-602B247A31FE}"/>
                </a:ext>
              </a:extLst>
            </p:cNvPr>
            <p:cNvCxnSpPr>
              <a:cxnSpLocks/>
              <a:stCxn id="46" idx="7"/>
              <a:endCxn id="49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A1538D4-DB3F-F0C7-08AA-E0235DA7DCDD}"/>
              </a:ext>
            </a:extLst>
          </p:cNvPr>
          <p:cNvGrpSpPr/>
          <p:nvPr/>
        </p:nvGrpSpPr>
        <p:grpSpPr>
          <a:xfrm>
            <a:off x="950879" y="3544785"/>
            <a:ext cx="2612151" cy="2757506"/>
            <a:chOff x="9503743" y="365125"/>
            <a:chExt cx="2612151" cy="275750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27CFB66F-9ED2-35C1-3299-FED15AFDAFC5}"/>
                </a:ext>
              </a:extLst>
            </p:cNvPr>
            <p:cNvGrpSpPr/>
            <p:nvPr/>
          </p:nvGrpSpPr>
          <p:grpSpPr>
            <a:xfrm>
              <a:off x="9503743" y="365125"/>
              <a:ext cx="2612151" cy="1930319"/>
              <a:chOff x="6837726" y="1203158"/>
              <a:chExt cx="2612151" cy="1930319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069196BE-31FA-F4A1-82AB-1BB164A23454}"/>
                  </a:ext>
                </a:extLst>
              </p:cNvPr>
              <p:cNvGrpSpPr/>
              <p:nvPr/>
            </p:nvGrpSpPr>
            <p:grpSpPr>
              <a:xfrm>
                <a:off x="6837726" y="1203158"/>
                <a:ext cx="2612151" cy="1930319"/>
                <a:chOff x="1556072" y="2379747"/>
                <a:chExt cx="2612151" cy="1930319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8F0470A7-2E15-6253-E0E8-9905C1C11D2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7FC6A5A0-3610-1B0B-2F52-E7E941F716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3AF3B191-9F2E-0D59-5DDB-EAF05869733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58255D38-D5E3-5580-E8CC-03127A6E34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F4FDFEDC-199E-75E7-33CE-AAF0945EDC8C}"/>
                    </a:ext>
                  </a:extLst>
                </p:cNvPr>
                <p:cNvCxnSpPr>
                  <a:cxnSpLocks/>
                  <a:stCxn id="69" idx="3"/>
                  <a:endCxn id="70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ACB3BF2C-BA27-2F51-24A8-F788881E359C}"/>
                    </a:ext>
                  </a:extLst>
                </p:cNvPr>
                <p:cNvCxnSpPr>
                  <a:cxnSpLocks/>
                  <a:stCxn id="69" idx="5"/>
                  <a:endCxn id="71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9E7B233F-4AB5-0D44-1FA3-83ECC69D5BCE}"/>
                    </a:ext>
                  </a:extLst>
                </p:cNvPr>
                <p:cNvCxnSpPr>
                  <a:stCxn id="73" idx="1"/>
                  <a:endCxn id="71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B226864B-C381-4B00-2C1C-E4A9DB3B5B8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24FCD201-2759-B496-3D9D-11D0A4042338}"/>
                  </a:ext>
                </a:extLst>
              </p:cNvPr>
              <p:cNvCxnSpPr>
                <a:cxnSpLocks/>
                <a:stCxn id="67" idx="1"/>
                <a:endCxn id="70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D6B2586-DA4B-8D8C-1582-996ECC02AB3F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7DEFAD0-8D4C-290A-0CCF-552C0C5AE42B}"/>
                </a:ext>
              </a:extLst>
            </p:cNvPr>
            <p:cNvCxnSpPr>
              <a:cxnSpLocks/>
              <a:stCxn id="64" idx="7"/>
              <a:endCxn id="67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ED188AB-ED6A-53DA-313A-1B6A65BFD169}"/>
                  </a:ext>
                </a:extLst>
              </p14:cNvPr>
              <p14:cNvContentPartPr/>
              <p14:nvPr/>
            </p14:nvContentPartPr>
            <p14:xfrm>
              <a:off x="298080" y="529560"/>
              <a:ext cx="11350440" cy="6031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ED188AB-ED6A-53DA-313A-1B6A65BFD16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8720" y="520200"/>
                <a:ext cx="11369160" cy="605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2262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6D083-B54D-058B-9F1C-70C846514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E6A60-9EF8-CC19-2E6D-91930DA4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it an AVL Tree?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5F1A1C-6D12-F9F9-D102-FFD875307732}"/>
              </a:ext>
            </a:extLst>
          </p:cNvPr>
          <p:cNvGrpSpPr/>
          <p:nvPr/>
        </p:nvGrpSpPr>
        <p:grpSpPr>
          <a:xfrm>
            <a:off x="6506103" y="36832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D1AE03F-B8F4-7F6C-458C-E3089094B6D9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4D0B1ED-72F2-7609-EECA-37564A256AE0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4FC26629-D4A4-4877-2A29-7D449684BB3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9CAA12-C15D-5899-FEDE-5C4E04EF67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D3D70EA-D73F-D234-0A96-3521EC78E73F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2BF51135-79A2-6B7B-3EA4-6498001487E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838633B-0DE2-4529-9896-F83D31001ADB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BCD958B8-43D7-AEE6-DC88-F7D944231450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45CAB59-CED0-40B4-472F-9046412F8365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98A97B2-948F-2889-BA7D-8D456704AF00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55651DC2-88DA-C223-3269-422F3F18E96E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40EA64C-3F5E-953A-66B7-63F68B44599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883F182-A26D-9CCB-424D-0BFDC522939D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9BFD85F-7F13-DB15-EC9F-B23C23365BC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6385CDC-5210-4D68-5162-A76E8976B400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15A614E-2567-2846-785D-40BA47A0CD8D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F65CF4E-37B9-80A6-B703-BD24F64EE94A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39BE171-0FA5-B93B-B646-5380FDCEFF1D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8035554-CB41-12BC-01C7-0EF1B51BF663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A6A0AB-BF20-925F-794F-2D27E92D60A3}"/>
              </a:ext>
            </a:extLst>
          </p:cNvPr>
          <p:cNvGrpSpPr/>
          <p:nvPr/>
        </p:nvGrpSpPr>
        <p:grpSpPr>
          <a:xfrm>
            <a:off x="7614255" y="194375"/>
            <a:ext cx="4036614" cy="2762801"/>
            <a:chOff x="8079280" y="365125"/>
            <a:chExt cx="4036614" cy="276280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786FF62-F6D6-4AB0-63B1-19DE33ED1E87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56F58DAB-C197-6360-7792-F578DFA7E536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69115BD3-5BCE-B86B-CEDE-A190E067D47D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9E149999-AFCF-543E-455B-570A6FC2658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6AE5E0AD-CF4B-75E9-8C7A-1159214213B2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356BE8D-1484-5304-6C54-3B0276AF574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3A28B2C-E186-AFBC-3022-1095BFF9005F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F91423AC-490C-ED5F-6778-5EF4A3D8BEF1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90C38827-1B3A-AD9B-2266-17B3171DE310}"/>
                    </a:ext>
                  </a:extLst>
                </p:cNvPr>
                <p:cNvCxnSpPr>
                  <a:cxnSpLocks/>
                  <a:stCxn id="33" idx="3"/>
                  <a:endCxn id="3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95C2D549-98FB-09D6-AE7F-6AA96FB9BD42}"/>
                    </a:ext>
                  </a:extLst>
                </p:cNvPr>
                <p:cNvCxnSpPr>
                  <a:cxnSpLocks/>
                  <a:stCxn id="33" idx="5"/>
                  <a:endCxn id="3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87537CA-491A-AE5D-6C08-132A9DA4621D}"/>
                    </a:ext>
                  </a:extLst>
                </p:cNvPr>
                <p:cNvCxnSpPr>
                  <a:stCxn id="36" idx="7"/>
                  <a:endCxn id="3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F2FC09-4878-915E-1827-D0EC57964BEC}"/>
                    </a:ext>
                  </a:extLst>
                </p:cNvPr>
                <p:cNvCxnSpPr>
                  <a:cxnSpLocks/>
                  <a:stCxn id="38" idx="7"/>
                  <a:endCxn id="3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0D29E7C-C59F-7989-CAFB-CA149089DC40}"/>
                    </a:ext>
                  </a:extLst>
                </p:cNvPr>
                <p:cNvCxnSpPr>
                  <a:stCxn id="37" idx="1"/>
                  <a:endCxn id="3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1B77C09-C96B-745A-4F9F-9816478FEE70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1B79A0CC-58EA-461C-94F0-2324BAEC3BC1}"/>
                  </a:ext>
                </a:extLst>
              </p:cNvPr>
              <p:cNvCxnSpPr>
                <a:cxnSpLocks/>
                <a:stCxn id="31" idx="1"/>
                <a:endCxn id="3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ACDDAB4-B0E8-E567-6D19-E26A38AA55B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77FC101-7DC5-436B-E430-9BF018FEA965}"/>
                </a:ext>
              </a:extLst>
            </p:cNvPr>
            <p:cNvCxnSpPr>
              <a:cxnSpLocks/>
              <a:stCxn id="26" idx="7"/>
              <a:endCxn id="3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9D27363-3D3C-32E8-696C-D2785DDA379D}"/>
              </a:ext>
            </a:extLst>
          </p:cNvPr>
          <p:cNvGrpSpPr/>
          <p:nvPr/>
        </p:nvGrpSpPr>
        <p:grpSpPr>
          <a:xfrm>
            <a:off x="3248333" y="775823"/>
            <a:ext cx="3424103" cy="2762801"/>
            <a:chOff x="8079280" y="365125"/>
            <a:chExt cx="3424103" cy="276280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5555162-28A9-AEBD-F2C3-CB4BD139B201}"/>
                </a:ext>
              </a:extLst>
            </p:cNvPr>
            <p:cNvGrpSpPr/>
            <p:nvPr/>
          </p:nvGrpSpPr>
          <p:grpSpPr>
            <a:xfrm>
              <a:off x="8079280" y="365125"/>
              <a:ext cx="3424103" cy="2762801"/>
              <a:chOff x="5413263" y="1203158"/>
              <a:chExt cx="3424103" cy="2762801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AB970A81-5546-979C-F061-1A50AE1829A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3424103" cy="2762801"/>
                <a:chOff x="131609" y="2379747"/>
                <a:chExt cx="3424103" cy="2762801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B44B982F-910E-BEBA-EC5B-FAFC556DFDB2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2380CA75-AD77-6683-0BC9-7F2C016D5F1C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D3042753-F7E9-F5C5-75B9-E6367053EB2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12E8D3CB-288A-18A3-75C2-1C1C4362383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938691F0-1B46-0C00-5685-07E6648962AF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64164C29-FB40-6241-EEAF-BA4155007881}"/>
                    </a:ext>
                  </a:extLst>
                </p:cNvPr>
                <p:cNvCxnSpPr>
                  <a:cxnSpLocks/>
                  <a:stCxn id="51" idx="3"/>
                  <a:endCxn id="52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87862A3-31B7-516B-409B-6EEE9DC334CF}"/>
                    </a:ext>
                  </a:extLst>
                </p:cNvPr>
                <p:cNvCxnSpPr>
                  <a:cxnSpLocks/>
                  <a:stCxn id="51" idx="5"/>
                  <a:endCxn id="53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66F22DD-94ED-62FA-419D-6A3704EF46F4}"/>
                    </a:ext>
                  </a:extLst>
                </p:cNvPr>
                <p:cNvCxnSpPr>
                  <a:stCxn id="54" idx="7"/>
                  <a:endCxn id="52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E899DEC-198A-EFA6-4A26-83BA99D8F0A1}"/>
                    </a:ext>
                  </a:extLst>
                </p:cNvPr>
                <p:cNvCxnSpPr>
                  <a:cxnSpLocks/>
                  <a:stCxn id="56" idx="7"/>
                  <a:endCxn id="54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0F6329C-0CCA-027A-A5C6-EF2ACB33F89E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20DC127A-1C6F-762E-EB07-B117220FFFE9}"/>
                  </a:ext>
                </a:extLst>
              </p:cNvPr>
              <p:cNvCxnSpPr>
                <a:cxnSpLocks/>
                <a:stCxn id="49" idx="1"/>
                <a:endCxn id="52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76EDC3A-9FC7-1881-08F2-3E94ACE57A45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121F7C5-006C-BD0F-6B92-F4FF84805015}"/>
                </a:ext>
              </a:extLst>
            </p:cNvPr>
            <p:cNvCxnSpPr>
              <a:cxnSpLocks/>
              <a:stCxn id="46" idx="7"/>
              <a:endCxn id="49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C7A89FB-08E8-642E-B3EF-9AC6FE527A42}"/>
              </a:ext>
            </a:extLst>
          </p:cNvPr>
          <p:cNvGrpSpPr/>
          <p:nvPr/>
        </p:nvGrpSpPr>
        <p:grpSpPr>
          <a:xfrm>
            <a:off x="950879" y="3544785"/>
            <a:ext cx="2612151" cy="2757506"/>
            <a:chOff x="9503743" y="365125"/>
            <a:chExt cx="2612151" cy="275750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56BC58F-7B20-46E4-E4A9-389677C91272}"/>
                </a:ext>
              </a:extLst>
            </p:cNvPr>
            <p:cNvGrpSpPr/>
            <p:nvPr/>
          </p:nvGrpSpPr>
          <p:grpSpPr>
            <a:xfrm>
              <a:off x="9503743" y="365125"/>
              <a:ext cx="2612151" cy="1930319"/>
              <a:chOff x="6837726" y="1203158"/>
              <a:chExt cx="2612151" cy="1930319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FD895E71-8E91-0BD6-98EC-AC78CC386D60}"/>
                  </a:ext>
                </a:extLst>
              </p:cNvPr>
              <p:cNvGrpSpPr/>
              <p:nvPr/>
            </p:nvGrpSpPr>
            <p:grpSpPr>
              <a:xfrm>
                <a:off x="6837726" y="1203158"/>
                <a:ext cx="2612151" cy="1930319"/>
                <a:chOff x="1556072" y="2379747"/>
                <a:chExt cx="2612151" cy="1930319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497ED62B-A82D-0F21-7D3A-41097C01E50D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FC9EA922-3ADA-822B-7B90-74B530637BF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2B9142CE-593B-1D9A-915D-AB273E67B10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C98E5B71-1C38-F289-235A-C1F00BB825D5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26275589-EE23-A1B9-6728-6A2973866D68}"/>
                    </a:ext>
                  </a:extLst>
                </p:cNvPr>
                <p:cNvCxnSpPr>
                  <a:cxnSpLocks/>
                  <a:stCxn id="69" idx="3"/>
                  <a:endCxn id="70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9E202C90-7DF1-73FA-B13B-1C3139CC6CE7}"/>
                    </a:ext>
                  </a:extLst>
                </p:cNvPr>
                <p:cNvCxnSpPr>
                  <a:cxnSpLocks/>
                  <a:stCxn id="69" idx="5"/>
                  <a:endCxn id="71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4B9A0D4A-668D-0DDF-D8F3-E922BA9AA868}"/>
                    </a:ext>
                  </a:extLst>
                </p:cNvPr>
                <p:cNvCxnSpPr>
                  <a:stCxn id="73" idx="1"/>
                  <a:endCxn id="71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5C51FAB-C430-D174-7366-A52A4AD3666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336F9DD-D10A-0DF8-9F2F-FAFE89DBF406}"/>
                  </a:ext>
                </a:extLst>
              </p:cNvPr>
              <p:cNvCxnSpPr>
                <a:cxnSpLocks/>
                <a:stCxn id="67" idx="1"/>
                <a:endCxn id="70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91A308E-3459-0E58-45D3-7B81CC98A08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B23422E-BC3B-EFAA-861F-264672211BB1}"/>
                </a:ext>
              </a:extLst>
            </p:cNvPr>
            <p:cNvCxnSpPr>
              <a:cxnSpLocks/>
              <a:stCxn id="64" idx="7"/>
              <a:endCxn id="67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ABD1AC7-858A-D0A4-7B32-D9B1FB0CBE70}"/>
              </a:ext>
            </a:extLst>
          </p:cNvPr>
          <p:cNvSpPr txBox="1"/>
          <p:nvPr/>
        </p:nvSpPr>
        <p:spPr>
          <a:xfrm>
            <a:off x="10264820" y="2540000"/>
            <a:ext cx="1425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Balanced!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90DE21-C1A0-22E0-07FF-9216DF18BE03}"/>
              </a:ext>
            </a:extLst>
          </p:cNvPr>
          <p:cNvSpPr txBox="1"/>
          <p:nvPr/>
        </p:nvSpPr>
        <p:spPr>
          <a:xfrm>
            <a:off x="10325663" y="5840626"/>
            <a:ext cx="1425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Balanced!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C17867-3513-85D5-D22A-6E9F2CD5ABBE}"/>
              </a:ext>
            </a:extLst>
          </p:cNvPr>
          <p:cNvSpPr txBox="1"/>
          <p:nvPr/>
        </p:nvSpPr>
        <p:spPr>
          <a:xfrm>
            <a:off x="6059925" y="534355"/>
            <a:ext cx="1957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 Balanced!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C6E91A-33C1-8B28-B015-5FF36CEE5C4E}"/>
              </a:ext>
            </a:extLst>
          </p:cNvPr>
          <p:cNvSpPr txBox="1"/>
          <p:nvPr/>
        </p:nvSpPr>
        <p:spPr>
          <a:xfrm>
            <a:off x="1941373" y="5878160"/>
            <a:ext cx="1957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 Balanced!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ABB28F-A9F5-FFDD-EEA4-696DD2BEBF19}"/>
              </a:ext>
            </a:extLst>
          </p:cNvPr>
          <p:cNvSpPr txBox="1"/>
          <p:nvPr/>
        </p:nvSpPr>
        <p:spPr>
          <a:xfrm>
            <a:off x="655034" y="1565930"/>
            <a:ext cx="2295485" cy="92333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“Problem” Node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Its children’s heights differ by more than 1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8A47E61-B721-8511-73ED-8E0813B8DEA5}"/>
              </a:ext>
            </a:extLst>
          </p:cNvPr>
          <p:cNvCxnSpPr>
            <a:cxnSpLocks/>
            <a:stCxn id="61" idx="3"/>
            <a:endCxn id="51" idx="2"/>
          </p:cNvCxnSpPr>
          <p:nvPr/>
        </p:nvCxnSpPr>
        <p:spPr>
          <a:xfrm flipV="1">
            <a:off x="2950519" y="1082079"/>
            <a:ext cx="2425568" cy="945516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4408432B-8D1B-7363-AC02-381CA116EA99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flipH="1">
            <a:off x="1257135" y="2489260"/>
            <a:ext cx="545642" cy="1718813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6B944813-FC92-A545-9732-DCF8C4015C5E}"/>
                  </a:ext>
                </a:extLst>
              </p14:cNvPr>
              <p14:cNvContentPartPr/>
              <p14:nvPr/>
            </p14:nvContentPartPr>
            <p14:xfrm>
              <a:off x="703800" y="4549680"/>
              <a:ext cx="983520" cy="5482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6B944813-FC92-A545-9732-DCF8C4015C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4440" y="4540320"/>
                <a:ext cx="1002240" cy="56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807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2C746-9E0B-4BF1-07D4-D40FC8365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AVL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C3DFC-1CE9-ABD9-C43C-C9A23894B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node has:</a:t>
            </a:r>
          </a:p>
          <a:p>
            <a:pPr lvl="1"/>
            <a:r>
              <a:rPr lang="en-US" dirty="0"/>
              <a:t>Key</a:t>
            </a:r>
          </a:p>
          <a:p>
            <a:pPr lvl="1"/>
            <a:r>
              <a:rPr lang="en-US" dirty="0"/>
              <a:t>Value</a:t>
            </a:r>
          </a:p>
          <a:p>
            <a:pPr lvl="1"/>
            <a:r>
              <a:rPr lang="en-US" dirty="0"/>
              <a:t>Height</a:t>
            </a:r>
          </a:p>
          <a:p>
            <a:pPr lvl="1"/>
            <a:r>
              <a:rPr lang="en-US" dirty="0"/>
              <a:t>Left child</a:t>
            </a:r>
          </a:p>
          <a:p>
            <a:pPr lvl="1"/>
            <a:r>
              <a:rPr lang="en-US" dirty="0"/>
              <a:t>Right child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958A99F-1847-D481-774A-4D5DC6C2A082}"/>
              </a:ext>
            </a:extLst>
          </p:cNvPr>
          <p:cNvGrpSpPr/>
          <p:nvPr/>
        </p:nvGrpSpPr>
        <p:grpSpPr>
          <a:xfrm>
            <a:off x="3539383" y="3429000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49C7837-8FCE-03E5-B43B-D5786CA97DEC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28F52BD-A626-46F3-0B20-3B43E12338BE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9902920-9B9B-F235-C92C-129C755D98B1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1C89C41-C239-559E-18AD-16F32BAA828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DD073998-69BD-852D-E52E-E4ABAC12EC09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67C3CEE6-E524-6DC2-066A-F19263E7A5FF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2AB9C0D-005F-CB10-E03E-815B7F18034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D9C9BF70-9C22-F8E9-51DC-724A3C055068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74AED30-E541-52CC-7D47-5C935247ACA5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1AEB5754-167C-FAB7-7842-07573304766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F9F1289-A234-47A9-98FA-5391A7849F50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2FDC785-9C50-940B-BC1D-6AC211CEF5F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914ECBC6-29E7-0891-3C78-0BCCFF411029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C55E1D-9C78-D397-45F2-164276F161C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4411E5F-8F50-D821-E798-A1FD5F1BF1E9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60367F-F5D8-42D7-D52B-D0D0E584C2ED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085FB90-BCD8-0D52-466E-B3B448756507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15AD15-2F6E-6EE8-90BA-3900986D859E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107BD38-6042-9E3E-96FA-10756B9A3D16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53BFBD5E-6EA4-FD3F-C513-68CB7389664F}"/>
              </a:ext>
            </a:extLst>
          </p:cNvPr>
          <p:cNvSpPr/>
          <p:nvPr/>
        </p:nvSpPr>
        <p:spPr>
          <a:xfrm>
            <a:off x="7379046" y="893128"/>
            <a:ext cx="2703512" cy="27035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Key = 9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Value = “hello”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Height = 3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Left = Node 3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Right = Node 10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113039-E331-7A90-AF46-D6AE59F8D33D}"/>
              </a:ext>
            </a:extLst>
          </p:cNvPr>
          <p:cNvCxnSpPr>
            <a:cxnSpLocks/>
            <a:stCxn id="13" idx="1"/>
            <a:endCxn id="24" idx="1"/>
          </p:cNvCxnSpPr>
          <p:nvPr/>
        </p:nvCxnSpPr>
        <p:spPr>
          <a:xfrm flipV="1">
            <a:off x="5756837" y="1289048"/>
            <a:ext cx="2018129" cy="222965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679B63-6FB9-9E76-66BB-7076A2014A3F}"/>
              </a:ext>
            </a:extLst>
          </p:cNvPr>
          <p:cNvCxnSpPr>
            <a:cxnSpLocks/>
            <a:stCxn id="13" idx="4"/>
            <a:endCxn id="24" idx="4"/>
          </p:cNvCxnSpPr>
          <p:nvPr/>
        </p:nvCxnSpPr>
        <p:spPr>
          <a:xfrm flipV="1">
            <a:off x="5973393" y="3596640"/>
            <a:ext cx="2757409" cy="44487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A470B27-92CB-3E0E-2AF4-43A10F6290E4}"/>
                  </a:ext>
                </a:extLst>
              </p14:cNvPr>
              <p14:cNvContentPartPr/>
              <p14:nvPr/>
            </p14:nvContentPartPr>
            <p14:xfrm>
              <a:off x="8108640" y="2032920"/>
              <a:ext cx="1278360" cy="3862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A470B27-92CB-3E0E-2AF4-43A10F6290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99280" y="2023560"/>
                <a:ext cx="1297080" cy="40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39565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F648-E67F-3270-9ABE-65A9508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Inserting into an 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DC7C8-A176-31A9-28EA-8DF97A719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Starts out the same way as BST:</a:t>
            </a:r>
          </a:p>
          <a:p>
            <a:pPr lvl="1"/>
            <a:r>
              <a:rPr lang="en-US" dirty="0"/>
              <a:t>“Find” where the new node should go</a:t>
            </a:r>
          </a:p>
          <a:p>
            <a:pPr lvl="1"/>
            <a:r>
              <a:rPr lang="en-US" dirty="0"/>
              <a:t>Put it in the right place (it will be a leaf)</a:t>
            </a:r>
          </a:p>
          <a:p>
            <a:r>
              <a:rPr lang="en-US" dirty="0"/>
              <a:t>Next check the balance</a:t>
            </a:r>
          </a:p>
          <a:p>
            <a:pPr lvl="1"/>
            <a:r>
              <a:rPr lang="en-US" dirty="0"/>
              <a:t>If the tree is still balanced, you’re done!</a:t>
            </a:r>
          </a:p>
          <a:p>
            <a:pPr lvl="1"/>
            <a:r>
              <a:rPr lang="en-US" dirty="0"/>
              <a:t>Otherwise we need to do rotations</a:t>
            </a:r>
          </a:p>
        </p:txBody>
      </p:sp>
    </p:spTree>
    <p:extLst>
      <p:ext uri="{BB962C8B-B14F-4D97-AF65-F5344CB8AC3E}">
        <p14:creationId xmlns:p14="http://schemas.microsoft.com/office/powerpoint/2010/main" val="22487419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09937D-E5F3-D019-530B-7A92F0280754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3CF9AB-9F73-CE56-ECC0-821520B6D007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E641959-57F1-A5D6-D64A-7E1F2F411725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E0B26C9B-5408-C183-74CF-17A2C191F54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D1D87951-98E5-8B68-5B32-53881174B3CA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7A231894-7ABB-1CCE-DB1B-2CCA89E0F42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9A67541-A9FD-4C8C-787E-BADB8E57B97C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8408EF0-E522-19E4-0E14-56CE513DC7E2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93B0A94-C79F-9A6D-40B4-69747128026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1099560-4C15-3239-2340-87B6716CD622}"/>
                    </a:ext>
                  </a:extLst>
                </p:cNvPr>
                <p:cNvCxnSpPr>
                  <a:cxnSpLocks/>
                  <a:stCxn id="34" idx="3"/>
                  <a:endCxn id="35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851001-F32E-C7EA-CA0A-E7DA8D38ACEB}"/>
                    </a:ext>
                  </a:extLst>
                </p:cNvPr>
                <p:cNvCxnSpPr>
                  <a:cxnSpLocks/>
                  <a:stCxn id="34" idx="5"/>
                  <a:endCxn id="36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CA0DEC1-6E23-A49D-1D6D-2BC63400A91A}"/>
                    </a:ext>
                  </a:extLst>
                </p:cNvPr>
                <p:cNvCxnSpPr>
                  <a:stCxn id="37" idx="7"/>
                  <a:endCxn id="35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BB1F9E-86E7-0890-9EF8-C42D04BFD1CD}"/>
                    </a:ext>
                  </a:extLst>
                </p:cNvPr>
                <p:cNvCxnSpPr>
                  <a:cxnSpLocks/>
                  <a:stCxn id="39" idx="7"/>
                  <a:endCxn id="37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015FB79-7546-7518-3DA4-4F5FF4D0F4CE}"/>
                    </a:ext>
                  </a:extLst>
                </p:cNvPr>
                <p:cNvCxnSpPr>
                  <a:stCxn id="38" idx="1"/>
                  <a:endCxn id="36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1223B37-4E68-3E4C-7455-07D7569E4B6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991FAB1-8E77-1558-030F-17257C90BEC0}"/>
                  </a:ext>
                </a:extLst>
              </p:cNvPr>
              <p:cNvCxnSpPr>
                <a:cxnSpLocks/>
                <a:stCxn id="32" idx="1"/>
                <a:endCxn id="35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AA47EE7-C232-A1F3-F15F-0E1E9ECAF9EE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FF8B556-BF39-9168-1287-2F7A38F0A6BA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AEDB08B-C0DB-02A2-6E90-BE3FB91E8ED7}"/>
                </a:ext>
              </a:extLst>
            </p:cNvPr>
            <p:cNvCxnSpPr>
              <a:cxnSpLocks/>
              <a:stCxn id="27" idx="1"/>
              <a:endCxn id="37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030A45F-F212-B052-04BA-2ED658B17A52}"/>
                </a:ext>
              </a:extLst>
            </p:cNvPr>
            <p:cNvCxnSpPr>
              <a:cxnSpLocks/>
              <a:stCxn id="28" idx="1"/>
              <a:endCxn id="32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7767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EA20C27-94E3-EF82-B066-C6C9318383F2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B51145B-4143-BFCB-7640-8FD8DDFF7D48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2A3938F-B46C-93BC-ED09-2F255984F82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B7675288-6037-34B7-9E5C-D6D7949784B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704ECC7-9CA7-1E83-E3A9-2656F12C935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20E0282-7434-FCEC-F4C6-75332C51EE8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6EAA6EF-5E4C-14CF-6468-FF1412C4541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648D38D-39F5-CD24-C125-A3F92C192133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9B5CC251-E35B-0E4A-E608-C8D59CFA39B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257813C4-9171-1F70-AB27-FB5B3EBADCFE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81CB6E9-1646-FA1B-F36F-61E19B529632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4BECAB9-FB3B-AF93-8D29-10B949671677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FFE59C21-08AC-00A0-4ADA-A7361360A9F3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2642F43-8430-EC8F-D864-873EE7842B1A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9DD00EA-A418-BE18-C681-27FFFB3C4A1E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A12A2BC-B31E-4941-BFBF-ADA0D02D45AF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A19C799-DA8A-2F26-DC27-7578D35C4651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328692A-BCEB-ADDA-8859-370CE004120D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C1A7374-71FD-FD69-A95F-94455213B14E}"/>
                </a:ext>
              </a:extLst>
            </p:cNvPr>
            <p:cNvCxnSpPr>
              <a:cxnSpLocks/>
              <a:stCxn id="6" idx="1"/>
              <a:endCxn id="16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A6DE27-BF70-6AE9-235C-E0A675DF8B03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4281515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Balanced!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186EDC3-E416-05CF-9067-F30AA73EF314}"/>
              </a:ext>
            </a:extLst>
          </p:cNvPr>
          <p:cNvSpPr/>
          <p:nvPr/>
        </p:nvSpPr>
        <p:spPr>
          <a:xfrm>
            <a:off x="3634272" y="4929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DDBCDF-B0E8-9E3D-618B-C5949394660A}"/>
              </a:ext>
            </a:extLst>
          </p:cNvPr>
          <p:cNvCxnSpPr>
            <a:cxnSpLocks/>
            <a:stCxn id="3" idx="7"/>
            <a:endCxn id="45" idx="3"/>
          </p:cNvCxnSpPr>
          <p:nvPr/>
        </p:nvCxnSpPr>
        <p:spPr>
          <a:xfrm flipV="1">
            <a:off x="4157083" y="4720700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926A37C-DC4E-1DF1-E0A9-8D20590D823C}"/>
              </a:ext>
            </a:extLst>
          </p:cNvPr>
          <p:cNvSpPr txBox="1"/>
          <p:nvPr/>
        </p:nvSpPr>
        <p:spPr>
          <a:xfrm>
            <a:off x="4954854" y="2433907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235826-B7EF-1706-1639-379D27BA4AB3}"/>
              </a:ext>
            </a:extLst>
          </p:cNvPr>
          <p:cNvSpPr txBox="1"/>
          <p:nvPr/>
        </p:nvSpPr>
        <p:spPr>
          <a:xfrm>
            <a:off x="7527071" y="2442666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1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>
            <a:off x="5691768" y="1025131"/>
            <a:ext cx="1919157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445333" y="663181"/>
            <a:ext cx="47803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right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6733F92-11CD-5111-7D00-6232BBC3E73A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D2AF4A6-4D89-1783-6181-E32934CFF5AC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33C35221-1551-0D95-4C4E-31EB65B01FA1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14D850BE-CEF1-9E8A-F61D-6A75E110BF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BC64D0A1-366D-B24D-FF5C-8FCE0550DE07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D267B3C8-CF39-D972-D499-9B466E3823DE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BC524C98-F5EC-5235-543A-3DE282D01080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627DA89-CC89-5735-2F3D-1D6FDB0871B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6D11AC06-F107-E470-6719-E5EF9432BECC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94ECF9E-B94A-29E8-FF3E-B4E8FB25E852}"/>
                    </a:ext>
                  </a:extLst>
                </p:cNvPr>
                <p:cNvCxnSpPr>
                  <a:cxnSpLocks/>
                  <a:stCxn id="40" idx="3"/>
                  <a:endCxn id="41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786165BC-A4F3-4267-136E-7BD1A73A2C6D}"/>
                    </a:ext>
                  </a:extLst>
                </p:cNvPr>
                <p:cNvCxnSpPr>
                  <a:cxnSpLocks/>
                  <a:stCxn id="40" idx="5"/>
                  <a:endCxn id="42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26B6B665-BDEE-47DB-3C75-935F780313D8}"/>
                    </a:ext>
                  </a:extLst>
                </p:cNvPr>
                <p:cNvCxnSpPr>
                  <a:stCxn id="43" idx="7"/>
                  <a:endCxn id="41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852F46-B979-52F6-E71D-FAF66FE1C2D6}"/>
                    </a:ext>
                  </a:extLst>
                </p:cNvPr>
                <p:cNvCxnSpPr>
                  <a:cxnSpLocks/>
                  <a:stCxn id="45" idx="7"/>
                  <a:endCxn id="43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C5382030-36B7-D8B2-23CF-5E65197EE9CC}"/>
                    </a:ext>
                  </a:extLst>
                </p:cNvPr>
                <p:cNvCxnSpPr>
                  <a:stCxn id="44" idx="1"/>
                  <a:endCxn id="42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DC1F8CA-D134-02B9-8C5E-5669AEFDE40A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ED3D65B-D98F-3587-4AE2-40AAC38105E7}"/>
                  </a:ext>
                </a:extLst>
              </p:cNvPr>
              <p:cNvCxnSpPr>
                <a:cxnSpLocks/>
                <a:stCxn id="38" idx="1"/>
                <a:endCxn id="41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A47DF7D-077F-F394-C67E-662BC972EC19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92400DA-713E-E427-658F-8DA98C8225CE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CB30EAD-7061-219B-8773-2928FEFF31F6}"/>
                </a:ext>
              </a:extLst>
            </p:cNvPr>
            <p:cNvCxnSpPr>
              <a:cxnSpLocks/>
              <a:stCxn id="33" idx="1"/>
              <a:endCxn id="43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8AFBD25-F6C3-4DFD-B3CE-0BF40BF4A6B2}"/>
                </a:ext>
              </a:extLst>
            </p:cNvPr>
            <p:cNvCxnSpPr>
              <a:cxnSpLocks/>
              <a:stCxn id="34" idx="1"/>
              <a:endCxn id="38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7992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1785856-F7D1-1BE1-9B43-95957522BAE1}"/>
              </a:ext>
            </a:extLst>
          </p:cNvPr>
          <p:cNvSpPr/>
          <p:nvPr/>
        </p:nvSpPr>
        <p:spPr>
          <a:xfrm>
            <a:off x="3580150" y="422722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4F1625-A24E-B7B0-B1AC-C8E0AA472E32}"/>
              </a:ext>
            </a:extLst>
          </p:cNvPr>
          <p:cNvCxnSpPr>
            <a:cxnSpLocks/>
            <a:stCxn id="24" idx="7"/>
            <a:endCxn id="31" idx="3"/>
          </p:cNvCxnSpPr>
          <p:nvPr/>
        </p:nvCxnSpPr>
        <p:spPr>
          <a:xfrm flipV="1">
            <a:off x="4102961" y="4018515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82C9481F-D7BC-8ABC-11A8-B4300A0C0DB3}"/>
              </a:ext>
            </a:extLst>
          </p:cNvPr>
          <p:cNvSpPr/>
          <p:nvPr/>
        </p:nvSpPr>
        <p:spPr>
          <a:xfrm>
            <a:off x="5922824" y="2052895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8A91F7B-A613-0646-466D-43229D2C4A7A}"/>
              </a:ext>
            </a:extLst>
          </p:cNvPr>
          <p:cNvSpPr/>
          <p:nvPr/>
        </p:nvSpPr>
        <p:spPr>
          <a:xfrm>
            <a:off x="7153615" y="26753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9714349-EA9A-CCD0-2ABA-2B6D452F9BF1}"/>
              </a:ext>
            </a:extLst>
          </p:cNvPr>
          <p:cNvSpPr/>
          <p:nvPr/>
        </p:nvSpPr>
        <p:spPr>
          <a:xfrm>
            <a:off x="4976644" y="27650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73B59CC-F80F-4B37-754E-66C6371FECF2}"/>
              </a:ext>
            </a:extLst>
          </p:cNvPr>
          <p:cNvSpPr/>
          <p:nvPr/>
        </p:nvSpPr>
        <p:spPr>
          <a:xfrm>
            <a:off x="7766126" y="33654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AC67DE9-1785-5DC7-A02E-6284D5D2A787}"/>
              </a:ext>
            </a:extLst>
          </p:cNvPr>
          <p:cNvSpPr/>
          <p:nvPr/>
        </p:nvSpPr>
        <p:spPr>
          <a:xfrm>
            <a:off x="4287901" y="34957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EE4E21-1B14-9375-2511-1BC1E65A2337}"/>
              </a:ext>
            </a:extLst>
          </p:cNvPr>
          <p:cNvCxnSpPr>
            <a:cxnSpLocks/>
            <a:stCxn id="27" idx="3"/>
            <a:endCxn id="29" idx="7"/>
          </p:cNvCxnSpPr>
          <p:nvPr/>
        </p:nvCxnSpPr>
        <p:spPr>
          <a:xfrm flipH="1">
            <a:off x="5499455" y="2575706"/>
            <a:ext cx="513069" cy="2790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B275A34-A9F7-C85C-BB55-634C2014360D}"/>
              </a:ext>
            </a:extLst>
          </p:cNvPr>
          <p:cNvCxnSpPr>
            <a:cxnSpLocks/>
            <a:stCxn id="27" idx="5"/>
            <a:endCxn id="28" idx="1"/>
          </p:cNvCxnSpPr>
          <p:nvPr/>
        </p:nvCxnSpPr>
        <p:spPr>
          <a:xfrm>
            <a:off x="6445635" y="2575706"/>
            <a:ext cx="797680" cy="1893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158A8A7-DA91-BFC7-267E-EE1ADC2AFAD1}"/>
              </a:ext>
            </a:extLst>
          </p:cNvPr>
          <p:cNvCxnSpPr>
            <a:cxnSpLocks/>
            <a:stCxn id="31" idx="7"/>
            <a:endCxn id="29" idx="3"/>
          </p:cNvCxnSpPr>
          <p:nvPr/>
        </p:nvCxnSpPr>
        <p:spPr>
          <a:xfrm flipV="1">
            <a:off x="4810712" y="3287838"/>
            <a:ext cx="255632" cy="297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3DD9D-DC3F-D4C3-E8E4-F8B734534E7A}"/>
              </a:ext>
            </a:extLst>
          </p:cNvPr>
          <p:cNvCxnSpPr>
            <a:stCxn id="30" idx="1"/>
            <a:endCxn id="28" idx="5"/>
          </p:cNvCxnSpPr>
          <p:nvPr/>
        </p:nvCxnSpPr>
        <p:spPr>
          <a:xfrm flipH="1" flipV="1">
            <a:off x="7676426" y="3198138"/>
            <a:ext cx="179400" cy="2569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04B4E082-BB37-0C81-B004-42FD2C72E8FE}"/>
              </a:ext>
            </a:extLst>
          </p:cNvPr>
          <p:cNvSpPr/>
          <p:nvPr/>
        </p:nvSpPr>
        <p:spPr>
          <a:xfrm>
            <a:off x="6460050" y="3364665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744E3A4-71E3-012A-3763-6DB759ED05E2}"/>
              </a:ext>
            </a:extLst>
          </p:cNvPr>
          <p:cNvCxnSpPr>
            <a:cxnSpLocks/>
            <a:stCxn id="36" idx="7"/>
            <a:endCxn id="28" idx="3"/>
          </p:cNvCxnSpPr>
          <p:nvPr/>
        </p:nvCxnSpPr>
        <p:spPr>
          <a:xfrm flipV="1">
            <a:off x="6982861" y="3198138"/>
            <a:ext cx="260454" cy="2562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A736EB0C-D686-901A-6CDA-A53FEEA51789}"/>
              </a:ext>
            </a:extLst>
          </p:cNvPr>
          <p:cNvSpPr/>
          <p:nvPr/>
        </p:nvSpPr>
        <p:spPr>
          <a:xfrm>
            <a:off x="5665098" y="3490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D91E44A-41B0-649E-E8D4-175EB89A8E5C}"/>
              </a:ext>
            </a:extLst>
          </p:cNvPr>
          <p:cNvSpPr/>
          <p:nvPr/>
        </p:nvSpPr>
        <p:spPr>
          <a:xfrm>
            <a:off x="7139078" y="419259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384D818-7216-A412-CF36-4301D0D15CB8}"/>
              </a:ext>
            </a:extLst>
          </p:cNvPr>
          <p:cNvCxnSpPr>
            <a:cxnSpLocks/>
            <a:stCxn id="38" idx="1"/>
            <a:endCxn id="29" idx="5"/>
          </p:cNvCxnSpPr>
          <p:nvPr/>
        </p:nvCxnSpPr>
        <p:spPr>
          <a:xfrm flipH="1" flipV="1">
            <a:off x="5499455" y="3287838"/>
            <a:ext cx="255343" cy="2922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BF1CD2-9993-6FB5-B8A1-B746AB10DD80}"/>
              </a:ext>
            </a:extLst>
          </p:cNvPr>
          <p:cNvCxnSpPr>
            <a:cxnSpLocks/>
            <a:stCxn id="39" idx="1"/>
            <a:endCxn id="36" idx="5"/>
          </p:cNvCxnSpPr>
          <p:nvPr/>
        </p:nvCxnSpPr>
        <p:spPr>
          <a:xfrm flipH="1" flipV="1">
            <a:off x="6982861" y="3887476"/>
            <a:ext cx="245917" cy="394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98A7DE07-5484-68E4-9D71-0213507A7CD5}"/>
              </a:ext>
            </a:extLst>
          </p:cNvPr>
          <p:cNvSpPr/>
          <p:nvPr/>
        </p:nvSpPr>
        <p:spPr>
          <a:xfrm>
            <a:off x="8402719" y="419259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E89871-2215-25E8-8732-EAC76B4C17C0}"/>
              </a:ext>
            </a:extLst>
          </p:cNvPr>
          <p:cNvCxnSpPr>
            <a:cxnSpLocks/>
            <a:stCxn id="30" idx="5"/>
            <a:endCxn id="42" idx="1"/>
          </p:cNvCxnSpPr>
          <p:nvPr/>
        </p:nvCxnSpPr>
        <p:spPr>
          <a:xfrm>
            <a:off x="8288937" y="3888218"/>
            <a:ext cx="203482" cy="394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5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Rotation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left child the new root</a:t>
                </a:r>
              </a:p>
              <a:p>
                <a:r>
                  <a:rPr lang="en-US" dirty="0"/>
                  <a:t>Make the old root the right child of the new</a:t>
                </a:r>
              </a:p>
              <a:p>
                <a:r>
                  <a:rPr lang="en-US" dirty="0"/>
                  <a:t>Make the new root’s right subtree the old root’s left subtree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F7EE3BEE-6549-5A90-A178-CB843F41D093}"/>
              </a:ext>
            </a:extLst>
          </p:cNvPr>
          <p:cNvGrpSpPr/>
          <p:nvPr/>
        </p:nvGrpSpPr>
        <p:grpSpPr>
          <a:xfrm>
            <a:off x="7578756" y="3457458"/>
            <a:ext cx="3385877" cy="2496093"/>
            <a:chOff x="7175930" y="136853"/>
            <a:chExt cx="3385877" cy="24960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/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/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/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/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/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962564D-E372-F50C-5980-C112EF7ECA4D}"/>
                </a:ext>
              </a:extLst>
            </p:cNvPr>
            <p:cNvCxnSpPr>
              <a:cxnSpLocks/>
              <a:stCxn id="36" idx="3"/>
              <a:endCxn id="35" idx="0"/>
            </p:cNvCxnSpPr>
            <p:nvPr/>
          </p:nvCxnSpPr>
          <p:spPr>
            <a:xfrm flipH="1">
              <a:off x="7884578" y="659664"/>
              <a:ext cx="633751" cy="1127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9A738FD-1682-5EB7-685E-AE958F861694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 flipH="1">
              <a:off x="8888009" y="1295206"/>
              <a:ext cx="325932" cy="2837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69BC999-CE86-9682-91DC-E9C0F86021D7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8951440" y="659664"/>
              <a:ext cx="262501" cy="20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1A19D79-2582-DF96-4EE4-A322DE8F4EFA}"/>
                </a:ext>
              </a:extLst>
            </p:cNvPr>
            <p:cNvCxnSpPr>
              <a:cxnSpLocks/>
              <a:stCxn id="38" idx="0"/>
              <a:endCxn id="34" idx="5"/>
            </p:cNvCxnSpPr>
            <p:nvPr/>
          </p:nvCxnSpPr>
          <p:spPr>
            <a:xfrm flipH="1" flipV="1">
              <a:off x="9647052" y="1295206"/>
              <a:ext cx="372267" cy="2911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/>
                <p:nvPr/>
              </p:nvSpPr>
              <p:spPr>
                <a:xfrm>
                  <a:off x="7175930" y="202043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5930" y="2020435"/>
                  <a:ext cx="612511" cy="612511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946C4ED-4422-1E95-01CC-240395B3A549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H="1" flipV="1">
              <a:off x="7482185" y="1751989"/>
              <a:ext cx="1" cy="268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88549AC5-13F6-C0FF-FEBC-7A399516549C}"/>
              </a:ext>
            </a:extLst>
          </p:cNvPr>
          <p:cNvSpPr/>
          <p:nvPr/>
        </p:nvSpPr>
        <p:spPr>
          <a:xfrm>
            <a:off x="5315019" y="4410070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Rotation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ECBA3C8-A102-5ECE-C2C8-45E18D336C3D}"/>
              </a:ext>
            </a:extLst>
          </p:cNvPr>
          <p:cNvGrpSpPr/>
          <p:nvPr/>
        </p:nvGrpSpPr>
        <p:grpSpPr>
          <a:xfrm>
            <a:off x="726067" y="3346577"/>
            <a:ext cx="3585521" cy="3413842"/>
            <a:chOff x="726067" y="3227705"/>
            <a:chExt cx="3585521" cy="341384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DCD005-FB82-BD66-A847-A2A9C4AA4C48}"/>
                </a:ext>
              </a:extLst>
            </p:cNvPr>
            <p:cNvGrpSpPr/>
            <p:nvPr/>
          </p:nvGrpSpPr>
          <p:grpSpPr>
            <a:xfrm>
              <a:off x="726067" y="3344160"/>
              <a:ext cx="3585521" cy="3297387"/>
              <a:chOff x="7048051" y="131613"/>
              <a:chExt cx="3585521" cy="329738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/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/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/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/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B7B1586-83AD-014F-F29B-ED7281AEF95D}"/>
                  </a:ext>
                </a:extLst>
              </p:cNvPr>
              <p:cNvCxnSpPr>
                <a:cxnSpLocks/>
                <a:stCxn id="6" idx="3"/>
                <a:endCxn id="5" idx="0"/>
              </p:cNvCxnSpPr>
              <p:nvPr/>
            </p:nvCxnSpPr>
            <p:spPr>
              <a:xfrm flipH="1">
                <a:off x="7756699" y="1295207"/>
                <a:ext cx="325932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A6ADD7-48CD-EBB0-0667-39AD6203B8F4}"/>
                  </a:ext>
                </a:extLst>
              </p:cNvPr>
              <p:cNvCxnSpPr>
                <a:cxnSpLocks/>
                <a:stCxn id="6" idx="5"/>
                <a:endCxn id="7" idx="0"/>
              </p:cNvCxnSpPr>
              <p:nvPr/>
            </p:nvCxnSpPr>
            <p:spPr>
              <a:xfrm>
                <a:off x="8515742" y="1295207"/>
                <a:ext cx="372267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A816D49-A49E-3DD3-C079-EE0D995FB3A7}"/>
                  </a:ext>
                </a:extLst>
              </p:cNvPr>
              <p:cNvCxnSpPr>
                <a:cxnSpLocks/>
                <a:stCxn id="6" idx="7"/>
                <a:endCxn id="4" idx="3"/>
              </p:cNvCxnSpPr>
              <p:nvPr/>
            </p:nvCxnSpPr>
            <p:spPr>
              <a:xfrm flipV="1">
                <a:off x="8515742" y="654424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B6498DDE-3587-8F96-6A1C-4AB53C4EC313}"/>
                  </a:ext>
                </a:extLst>
              </p:cNvPr>
              <p:cNvCxnSpPr>
                <a:cxnSpLocks/>
                <a:stCxn id="8" idx="0"/>
                <a:endCxn id="4" idx="5"/>
              </p:cNvCxnSpPr>
              <p:nvPr/>
            </p:nvCxnSpPr>
            <p:spPr>
              <a:xfrm flipH="1" flipV="1">
                <a:off x="9340109" y="654424"/>
                <a:ext cx="750975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/>
                  <p:nvPr/>
                </p:nvSpPr>
                <p:spPr>
                  <a:xfrm>
                    <a:off x="7048051" y="281648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48051" y="2816489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0E83608A-477E-6324-E54F-86966C47F633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7354306" y="2548043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/>
                <p:nvPr/>
              </p:nvSpPr>
              <p:spPr>
                <a:xfrm>
                  <a:off x="735435" y="459520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435" y="4595206"/>
                  <a:ext cx="7737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/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/>
                <p:nvPr/>
              </p:nvSpPr>
              <p:spPr>
                <a:xfrm>
                  <a:off x="1157833" y="378614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7833" y="3786141"/>
                  <a:ext cx="7737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/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/>
                <p:nvPr/>
              </p:nvSpPr>
              <p:spPr>
                <a:xfrm>
                  <a:off x="3343276" y="387916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43276" y="3879162"/>
                  <a:ext cx="369781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/>
              <p:nvPr/>
            </p:nvSpPr>
            <p:spPr>
              <a:xfrm>
                <a:off x="7493545" y="4002706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545" y="4002706"/>
                <a:ext cx="773738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/>
              <p:nvPr/>
            </p:nvSpPr>
            <p:spPr>
              <a:xfrm>
                <a:off x="8903142" y="4124889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142" y="4124889"/>
                <a:ext cx="773738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/>
              <p:nvPr/>
            </p:nvSpPr>
            <p:spPr>
              <a:xfrm>
                <a:off x="8197681" y="3322521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681" y="3322521"/>
                <a:ext cx="7737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/>
              <p:nvPr/>
            </p:nvSpPr>
            <p:spPr>
              <a:xfrm>
                <a:off x="8967387" y="4738555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387" y="4738555"/>
                <a:ext cx="369781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/>
              <p:nvPr/>
            </p:nvSpPr>
            <p:spPr>
              <a:xfrm>
                <a:off x="10038951" y="4738555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8951" y="4738555"/>
                <a:ext cx="369781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819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32446E4-9138-A2A4-E19E-29B53DF03839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CBD8AE1-725E-4680-44A4-75821DD1C63E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6EA20C27-94E3-EF82-B066-C6C9318383F2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8B51145B-4143-BFCB-7640-8FD8DDFF7D48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0" name="Group 9">
                    <a:extLst>
                      <a:ext uri="{FF2B5EF4-FFF2-40B4-BE49-F238E27FC236}">
                        <a16:creationId xmlns:a16="http://schemas.microsoft.com/office/drawing/2014/main" id="{92A3938F-B46C-93BC-ED09-2F255984F827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B7675288-6037-34B7-9E5C-D6D7949784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B704ECC7-9CA7-1E83-E3A9-2656F12C93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B20E0282-7434-FCEC-F4C6-75332C51E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06EAA6EF-5E4C-14CF-6468-FF1412C454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8648D38D-39F5-CD24-C125-A3F92C1921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9B5CC251-E35B-0E4A-E608-C8D59CFA39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9" name="Straight Connector 18">
                      <a:extLst>
                        <a:ext uri="{FF2B5EF4-FFF2-40B4-BE49-F238E27FC236}">
                          <a16:creationId xmlns:a16="http://schemas.microsoft.com/office/drawing/2014/main" id="{257813C4-9171-1F70-AB27-FB5B3EBADCFE}"/>
                        </a:ext>
                      </a:extLst>
                    </p:cNvPr>
                    <p:cNvCxnSpPr>
                      <a:cxnSpLocks/>
                      <a:stCxn id="13" idx="3"/>
                      <a:endCxn id="14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>
                      <a:extLst>
                        <a:ext uri="{FF2B5EF4-FFF2-40B4-BE49-F238E27FC236}">
                          <a16:creationId xmlns:a16="http://schemas.microsoft.com/office/drawing/2014/main" id="{381CB6E9-1646-FA1B-F36F-61E19B529632}"/>
                        </a:ext>
                      </a:extLst>
                    </p:cNvPr>
                    <p:cNvCxnSpPr>
                      <a:cxnSpLocks/>
                      <a:stCxn id="13" idx="5"/>
                      <a:endCxn id="15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Straight Connector 20">
                      <a:extLst>
                        <a:ext uri="{FF2B5EF4-FFF2-40B4-BE49-F238E27FC236}">
                          <a16:creationId xmlns:a16="http://schemas.microsoft.com/office/drawing/2014/main" id="{64BECAB9-FB3B-AF93-8D29-10B949671677}"/>
                        </a:ext>
                      </a:extLst>
                    </p:cNvPr>
                    <p:cNvCxnSpPr>
                      <a:stCxn id="16" idx="7"/>
                      <a:endCxn id="14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FFE59C21-08AC-00A0-4ADA-A7361360A9F3}"/>
                        </a:ext>
                      </a:extLst>
                    </p:cNvPr>
                    <p:cNvCxnSpPr>
                      <a:cxnSpLocks/>
                      <a:stCxn id="18" idx="7"/>
                      <a:endCxn id="16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72642F43-8430-EC8F-D864-873EE7842B1A}"/>
                        </a:ext>
                      </a:extLst>
                    </p:cNvPr>
                    <p:cNvCxnSpPr>
                      <a:stCxn id="17" idx="1"/>
                      <a:endCxn id="15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79DD00EA-A418-BE18-C681-27FFFB3C4A1E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2" name="Straight Connector 11">
                    <a:extLst>
                      <a:ext uri="{FF2B5EF4-FFF2-40B4-BE49-F238E27FC236}">
                        <a16:creationId xmlns:a16="http://schemas.microsoft.com/office/drawing/2014/main" id="{0A12A2BC-B31E-4941-BFBF-ADA0D02D45AF}"/>
                      </a:ext>
                    </a:extLst>
                  </p:cNvPr>
                  <p:cNvCxnSpPr>
                    <a:cxnSpLocks/>
                    <a:stCxn id="11" idx="0"/>
                    <a:endCxn id="14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A19C799-DA8A-2F26-DC27-7578D35C4651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FC1A7374-71FD-FD69-A95F-94455213B14E}"/>
                    </a:ext>
                  </a:extLst>
                </p:cNvPr>
                <p:cNvCxnSpPr>
                  <a:cxnSpLocks/>
                  <a:stCxn id="6" idx="1"/>
                  <a:endCxn id="16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493EE81-79AC-DE68-9A1F-CDA7EA42D76A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6F75729-F65E-C4F4-74CB-2513D6DBF1FD}"/>
                  </a:ext>
                </a:extLst>
              </p:cNvPr>
              <p:cNvCxnSpPr>
                <a:cxnSpLocks/>
                <a:stCxn id="3" idx="1"/>
                <a:endCxn id="17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FBF94FE-1225-CB32-42BB-5EC453023FB8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FFC1A-2EDE-F427-E8D4-554C6D0317D9}"/>
                </a:ext>
              </a:extLst>
            </p:cNvPr>
            <p:cNvCxnSpPr>
              <a:cxnSpLocks/>
              <a:stCxn id="40" idx="0"/>
              <a:endCxn id="15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91887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Balanced!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348110" y="1696358"/>
            <a:ext cx="49845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left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10B0969-2DC8-E369-208A-DA6169430CAA}"/>
              </a:ext>
            </a:extLst>
          </p:cNvPr>
          <p:cNvSpPr/>
          <p:nvPr/>
        </p:nvSpPr>
        <p:spPr>
          <a:xfrm>
            <a:off x="8900553" y="48051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BF52FE1-BD1F-28E9-967F-5676B0189442}"/>
              </a:ext>
            </a:extLst>
          </p:cNvPr>
          <p:cNvCxnSpPr>
            <a:cxnSpLocks/>
            <a:stCxn id="52" idx="1"/>
            <a:endCxn id="111" idx="5"/>
          </p:cNvCxnSpPr>
          <p:nvPr/>
        </p:nvCxnSpPr>
        <p:spPr>
          <a:xfrm flipH="1" flipV="1">
            <a:off x="8810853" y="4715404"/>
            <a:ext cx="179400" cy="179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31B4431-1959-3D11-4655-89732DFF56CB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896F7C7-534A-BA83-2083-347AFDB97A18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5A1733A1-39DF-181D-8445-504416FEB180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722102BA-7EB1-3CC8-6B87-3FCB4314BAE3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16" name="Group 115">
                    <a:extLst>
                      <a:ext uri="{FF2B5EF4-FFF2-40B4-BE49-F238E27FC236}">
                        <a16:creationId xmlns:a16="http://schemas.microsoft.com/office/drawing/2014/main" id="{40FE6087-5C60-8EFC-C759-F31170E270EB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81A86D9D-A8BC-BEBB-ACF9-27675DAB40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20" name="Oval 119">
                      <a:extLst>
                        <a:ext uri="{FF2B5EF4-FFF2-40B4-BE49-F238E27FC236}">
                          <a16:creationId xmlns:a16="http://schemas.microsoft.com/office/drawing/2014/main" id="{A57F424B-C58D-2697-834B-452478446D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21" name="Oval 120">
                      <a:extLst>
                        <a:ext uri="{FF2B5EF4-FFF2-40B4-BE49-F238E27FC236}">
                          <a16:creationId xmlns:a16="http://schemas.microsoft.com/office/drawing/2014/main" id="{EFCBFD94-EE5F-3AF9-39E0-B4B10543E8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22" name="Oval 121">
                      <a:extLst>
                        <a:ext uri="{FF2B5EF4-FFF2-40B4-BE49-F238E27FC236}">
                          <a16:creationId xmlns:a16="http://schemas.microsoft.com/office/drawing/2014/main" id="{D3A23E20-3CB0-87BC-0099-DC459E7A00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23" name="Oval 122">
                      <a:extLst>
                        <a:ext uri="{FF2B5EF4-FFF2-40B4-BE49-F238E27FC236}">
                          <a16:creationId xmlns:a16="http://schemas.microsoft.com/office/drawing/2014/main" id="{8DD9A857-00C8-54C7-1978-1A88523D9C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24" name="Oval 123">
                      <a:extLst>
                        <a:ext uri="{FF2B5EF4-FFF2-40B4-BE49-F238E27FC236}">
                          <a16:creationId xmlns:a16="http://schemas.microsoft.com/office/drawing/2014/main" id="{53A96E6E-A6B1-7011-C366-6002F16619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2671A4FC-C97C-8D2A-9E81-C0F57BD1E072}"/>
                        </a:ext>
                      </a:extLst>
                    </p:cNvPr>
                    <p:cNvCxnSpPr>
                      <a:cxnSpLocks/>
                      <a:stCxn id="119" idx="3"/>
                      <a:endCxn id="120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18E43C2C-053B-2FFA-A3C0-95EF3D43DEEA}"/>
                        </a:ext>
                      </a:extLst>
                    </p:cNvPr>
                    <p:cNvCxnSpPr>
                      <a:cxnSpLocks/>
                      <a:stCxn id="119" idx="5"/>
                      <a:endCxn id="121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D4483605-8E24-A998-E0BA-7F7BC322B54D}"/>
                        </a:ext>
                      </a:extLst>
                    </p:cNvPr>
                    <p:cNvCxnSpPr>
                      <a:stCxn id="122" idx="7"/>
                      <a:endCxn id="120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8" name="Straight Connector 127">
                      <a:extLst>
                        <a:ext uri="{FF2B5EF4-FFF2-40B4-BE49-F238E27FC236}">
                          <a16:creationId xmlns:a16="http://schemas.microsoft.com/office/drawing/2014/main" id="{17EA3640-F0AB-3515-A0ED-7F01750FF9CF}"/>
                        </a:ext>
                      </a:extLst>
                    </p:cNvPr>
                    <p:cNvCxnSpPr>
                      <a:cxnSpLocks/>
                      <a:stCxn id="124" idx="7"/>
                      <a:endCxn id="122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9" name="Straight Connector 128">
                      <a:extLst>
                        <a:ext uri="{FF2B5EF4-FFF2-40B4-BE49-F238E27FC236}">
                          <a16:creationId xmlns:a16="http://schemas.microsoft.com/office/drawing/2014/main" id="{543CC303-32F1-6884-6C24-F7F185458274}"/>
                        </a:ext>
                      </a:extLst>
                    </p:cNvPr>
                    <p:cNvCxnSpPr>
                      <a:stCxn id="123" idx="1"/>
                      <a:endCxn id="121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8BA96AB7-84DA-A8F0-5521-204310BFF733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ECAA481E-776D-9B89-B8FD-403378272D14}"/>
                      </a:ext>
                    </a:extLst>
                  </p:cNvPr>
                  <p:cNvCxnSpPr>
                    <a:cxnSpLocks/>
                    <a:stCxn id="117" idx="0"/>
                    <a:endCxn id="120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A3302FBF-673C-34CF-7EC7-65E7FC047B38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92304523-CC16-84B8-325C-4329D7B2AF56}"/>
                    </a:ext>
                  </a:extLst>
                </p:cNvPr>
                <p:cNvCxnSpPr>
                  <a:cxnSpLocks/>
                  <a:stCxn id="114" idx="1"/>
                  <a:endCxn id="122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F99CA63D-421D-0FEC-0398-481D99062410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9562526B-32DD-4639-8BFB-3BE6AD2C2AF6}"/>
                  </a:ext>
                </a:extLst>
              </p:cNvPr>
              <p:cNvCxnSpPr>
                <a:cxnSpLocks/>
                <a:stCxn id="111" idx="1"/>
                <a:endCxn id="123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C321388-EEEE-EAFE-94E4-295071FEF5FB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7C393D2-AA50-0F70-D168-B8CB09AF8565}"/>
                </a:ext>
              </a:extLst>
            </p:cNvPr>
            <p:cNvCxnSpPr>
              <a:cxnSpLocks/>
              <a:stCxn id="108" idx="0"/>
              <a:endCxn id="121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FB723C54-63EC-6DE8-BA12-643E13A12FC3}"/>
              </a:ext>
            </a:extLst>
          </p:cNvPr>
          <p:cNvSpPr txBox="1"/>
          <p:nvPr/>
        </p:nvSpPr>
        <p:spPr>
          <a:xfrm rot="2221255">
            <a:off x="8601562" y="4136113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E9359697-2338-D819-5D10-8C6111F51754}"/>
              </a:ext>
            </a:extLst>
          </p:cNvPr>
          <p:cNvSpPr txBox="1"/>
          <p:nvPr/>
        </p:nvSpPr>
        <p:spPr>
          <a:xfrm rot="20288515">
            <a:off x="6736461" y="4308694"/>
            <a:ext cx="1158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=-1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 flipH="1">
            <a:off x="7187861" y="2924063"/>
            <a:ext cx="1639005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5533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0588142-BA3E-214A-5F91-4641F9260F24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A2B72C-3787-FADF-273F-8EFDEB4113C1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0ACB14-EB47-703E-DD87-A3F1F2D8DD59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FCCAEE77-93ED-0577-3519-0BE15EA2B58A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7CB93A83-875B-9031-7072-EAA750E4F3BA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2DA4BADD-BD84-1D65-6F34-911460C260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F6628CEA-2BED-8F15-29D4-04C515C3C7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D82CEA20-3D90-9CDB-6145-EE3D68EC42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C71173B0-3AC1-D397-A5F8-45A759F35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533412E-9EAE-77B6-2680-1BB250C0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F6653EAB-CF92-DEBF-F06A-D237E8EAB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E8FBF119-F10A-E70F-C0C1-02D1344DA65F}"/>
                        </a:ext>
                      </a:extLst>
                    </p:cNvPr>
                    <p:cNvCxnSpPr>
                      <a:cxnSpLocks/>
                      <a:stCxn id="16" idx="3"/>
                      <a:endCxn id="17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957BD4C3-36E7-353E-BB50-27F28FA99852}"/>
                        </a:ext>
                      </a:extLst>
                    </p:cNvPr>
                    <p:cNvCxnSpPr>
                      <a:cxnSpLocks/>
                      <a:stCxn id="16" idx="5"/>
                      <a:endCxn id="18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>
                      <a:extLst>
                        <a:ext uri="{FF2B5EF4-FFF2-40B4-BE49-F238E27FC236}">
                          <a16:creationId xmlns:a16="http://schemas.microsoft.com/office/drawing/2014/main" id="{44D0C602-88EC-28E1-0AEB-C7FCBFBF1429}"/>
                        </a:ext>
                      </a:extLst>
                    </p:cNvPr>
                    <p:cNvCxnSpPr>
                      <a:stCxn id="19" idx="7"/>
                      <a:endCxn id="17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" name="Straight Connector 24">
                      <a:extLst>
                        <a:ext uri="{FF2B5EF4-FFF2-40B4-BE49-F238E27FC236}">
                          <a16:creationId xmlns:a16="http://schemas.microsoft.com/office/drawing/2014/main" id="{B3BFD3E6-80D7-C7DF-7AD5-855E06F45B88}"/>
                        </a:ext>
                      </a:extLst>
                    </p:cNvPr>
                    <p:cNvCxnSpPr>
                      <a:cxnSpLocks/>
                      <a:stCxn id="21" idx="7"/>
                      <a:endCxn id="19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" name="Straight Connector 25">
                      <a:extLst>
                        <a:ext uri="{FF2B5EF4-FFF2-40B4-BE49-F238E27FC236}">
                          <a16:creationId xmlns:a16="http://schemas.microsoft.com/office/drawing/2014/main" id="{86E39809-0AB7-8376-C608-D4413B311DE4}"/>
                        </a:ext>
                      </a:extLst>
                    </p:cNvPr>
                    <p:cNvCxnSpPr>
                      <a:stCxn id="20" idx="1"/>
                      <a:endCxn id="18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B529E4C8-B415-7106-BF86-FEF8E6D36950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5" name="Straight Connector 14">
                    <a:extLst>
                      <a:ext uri="{FF2B5EF4-FFF2-40B4-BE49-F238E27FC236}">
                        <a16:creationId xmlns:a16="http://schemas.microsoft.com/office/drawing/2014/main" id="{EF2EE05A-0721-4CAF-3B48-766628E89B24}"/>
                      </a:ext>
                    </a:extLst>
                  </p:cNvPr>
                  <p:cNvCxnSpPr>
                    <a:cxnSpLocks/>
                    <a:stCxn id="14" idx="0"/>
                    <a:endCxn id="17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E61B257E-2ABA-7A4A-4B7F-B3C6FBFBB6C5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0E128ED-F352-D598-5852-55CCCA74DB6D}"/>
                    </a:ext>
                  </a:extLst>
                </p:cNvPr>
                <p:cNvCxnSpPr>
                  <a:cxnSpLocks/>
                  <a:stCxn id="11" idx="1"/>
                  <a:endCxn id="19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70EDA9A-0F72-9D02-B87D-BB7B1AE1D91E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20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CF606FF-5AFD-CD0E-72DD-0FDCC5448A87}"/>
                  </a:ext>
                </a:extLst>
              </p:cNvPr>
              <p:cNvCxnSpPr>
                <a:cxnSpLocks/>
                <a:stCxn id="8" idx="1"/>
                <a:endCxn id="20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B0842E4-0F10-4833-6EED-5DA6E1A35AEE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A352AA8-ED33-0160-5DBE-E55F432391BF}"/>
                </a:ext>
              </a:extLst>
            </p:cNvPr>
            <p:cNvCxnSpPr>
              <a:cxnSpLocks/>
              <a:stCxn id="5" idx="0"/>
              <a:endCxn id="18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Oval 26">
            <a:extLst>
              <a:ext uri="{FF2B5EF4-FFF2-40B4-BE49-F238E27FC236}">
                <a16:creationId xmlns:a16="http://schemas.microsoft.com/office/drawing/2014/main" id="{F840B66A-9063-6327-AA78-D06A587F2ED7}"/>
              </a:ext>
            </a:extLst>
          </p:cNvPr>
          <p:cNvSpPr/>
          <p:nvPr/>
        </p:nvSpPr>
        <p:spPr>
          <a:xfrm>
            <a:off x="7348110" y="4192593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62B4773-3E77-95DD-3111-2661C2B0A23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654366" y="3923519"/>
            <a:ext cx="121959" cy="269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994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Rotation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right child the new root</a:t>
                </a:r>
              </a:p>
              <a:p>
                <a:r>
                  <a:rPr lang="en-US" dirty="0"/>
                  <a:t>Make the old root the left child of the new</a:t>
                </a:r>
              </a:p>
              <a:p>
                <a:r>
                  <a:rPr lang="en-US" dirty="0"/>
                  <a:t>Make the new root’s left subtree the old root’s right subtree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  <a:blipFill>
                <a:blip r:embed="rId2"/>
                <a:stretch>
                  <a:fillRect l="-1043" t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F7EE3BEE-6549-5A90-A178-CB843F41D093}"/>
              </a:ext>
            </a:extLst>
          </p:cNvPr>
          <p:cNvGrpSpPr/>
          <p:nvPr/>
        </p:nvGrpSpPr>
        <p:grpSpPr>
          <a:xfrm>
            <a:off x="1617721" y="3522256"/>
            <a:ext cx="3289741" cy="3302627"/>
            <a:chOff x="7342089" y="136853"/>
            <a:chExt cx="3289741" cy="33026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/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/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/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/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/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962564D-E372-F50C-5980-C112EF7ECA4D}"/>
                </a:ext>
              </a:extLst>
            </p:cNvPr>
            <p:cNvCxnSpPr>
              <a:cxnSpLocks/>
              <a:stCxn id="36" idx="3"/>
              <a:endCxn id="35" idx="0"/>
            </p:cNvCxnSpPr>
            <p:nvPr/>
          </p:nvCxnSpPr>
          <p:spPr>
            <a:xfrm flipH="1">
              <a:off x="7884578" y="659664"/>
              <a:ext cx="633751" cy="1127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9A738FD-1682-5EB7-685E-AE958F861694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 flipH="1">
              <a:off x="8888009" y="1295206"/>
              <a:ext cx="325932" cy="2837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69BC999-CE86-9682-91DC-E9C0F86021D7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8951440" y="659664"/>
              <a:ext cx="262501" cy="20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1A19D79-2582-DF96-4EE4-A322DE8F4EFA}"/>
                </a:ext>
              </a:extLst>
            </p:cNvPr>
            <p:cNvCxnSpPr>
              <a:cxnSpLocks/>
              <a:stCxn id="38" idx="0"/>
              <a:endCxn id="34" idx="5"/>
            </p:cNvCxnSpPr>
            <p:nvPr/>
          </p:nvCxnSpPr>
          <p:spPr>
            <a:xfrm flipH="1" flipV="1">
              <a:off x="9647052" y="1295206"/>
              <a:ext cx="372267" cy="2911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/>
                <p:nvPr/>
              </p:nvSpPr>
              <p:spPr>
                <a:xfrm>
                  <a:off x="10019319" y="282696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9319" y="2826969"/>
                  <a:ext cx="612511" cy="612511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946C4ED-4422-1E95-01CC-240395B3A549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H="1" flipV="1">
              <a:off x="10325574" y="2558523"/>
              <a:ext cx="1" cy="268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88549AC5-13F6-C0FF-FEBC-7A399516549C}"/>
              </a:ext>
            </a:extLst>
          </p:cNvPr>
          <p:cNvSpPr/>
          <p:nvPr/>
        </p:nvSpPr>
        <p:spPr>
          <a:xfrm>
            <a:off x="5315019" y="4291198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Left Rotation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ECBA3C8-A102-5ECE-C2C8-45E18D336C3D}"/>
              </a:ext>
            </a:extLst>
          </p:cNvPr>
          <p:cNvGrpSpPr/>
          <p:nvPr/>
        </p:nvGrpSpPr>
        <p:grpSpPr>
          <a:xfrm>
            <a:off x="7628306" y="3393143"/>
            <a:ext cx="3527516" cy="2616071"/>
            <a:chOff x="892226" y="3227705"/>
            <a:chExt cx="3527516" cy="261607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DCD005-FB82-BD66-A847-A2A9C4AA4C48}"/>
                </a:ext>
              </a:extLst>
            </p:cNvPr>
            <p:cNvGrpSpPr/>
            <p:nvPr/>
          </p:nvGrpSpPr>
          <p:grpSpPr>
            <a:xfrm>
              <a:off x="892226" y="3344160"/>
              <a:ext cx="3527516" cy="2499616"/>
              <a:chOff x="7214210" y="131613"/>
              <a:chExt cx="3527516" cy="249961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/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/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/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/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B7B1586-83AD-014F-F29B-ED7281AEF95D}"/>
                  </a:ext>
                </a:extLst>
              </p:cNvPr>
              <p:cNvCxnSpPr>
                <a:cxnSpLocks/>
                <a:stCxn id="6" idx="3"/>
                <a:endCxn id="5" idx="0"/>
              </p:cNvCxnSpPr>
              <p:nvPr/>
            </p:nvCxnSpPr>
            <p:spPr>
              <a:xfrm flipH="1">
                <a:off x="7756699" y="1295207"/>
                <a:ext cx="325932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A6ADD7-48CD-EBB0-0667-39AD6203B8F4}"/>
                  </a:ext>
                </a:extLst>
              </p:cNvPr>
              <p:cNvCxnSpPr>
                <a:cxnSpLocks/>
                <a:stCxn id="6" idx="5"/>
                <a:endCxn id="7" idx="0"/>
              </p:cNvCxnSpPr>
              <p:nvPr/>
            </p:nvCxnSpPr>
            <p:spPr>
              <a:xfrm>
                <a:off x="8515742" y="1295207"/>
                <a:ext cx="372267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A816D49-A49E-3DD3-C079-EE0D995FB3A7}"/>
                  </a:ext>
                </a:extLst>
              </p:cNvPr>
              <p:cNvCxnSpPr>
                <a:cxnSpLocks/>
                <a:stCxn id="6" idx="7"/>
                <a:endCxn id="4" idx="3"/>
              </p:cNvCxnSpPr>
              <p:nvPr/>
            </p:nvCxnSpPr>
            <p:spPr>
              <a:xfrm flipV="1">
                <a:off x="8515742" y="654424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B6498DDE-3587-8F96-6A1C-4AB53C4EC313}"/>
                  </a:ext>
                </a:extLst>
              </p:cNvPr>
              <p:cNvCxnSpPr>
                <a:cxnSpLocks/>
                <a:stCxn id="8" idx="0"/>
                <a:endCxn id="4" idx="5"/>
              </p:cNvCxnSpPr>
              <p:nvPr/>
            </p:nvCxnSpPr>
            <p:spPr>
              <a:xfrm flipH="1" flipV="1">
                <a:off x="9340109" y="654424"/>
                <a:ext cx="750975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/>
                  <p:nvPr/>
                </p:nvSpPr>
                <p:spPr>
                  <a:xfrm>
                    <a:off x="10129215" y="201871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9215" y="2018718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0E83608A-477E-6324-E54F-86966C47F633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10435470" y="1750272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/>
                <p:nvPr/>
              </p:nvSpPr>
              <p:spPr>
                <a:xfrm>
                  <a:off x="1131726" y="4604871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726" y="4604871"/>
                  <a:ext cx="369781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/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/>
                <p:nvPr/>
              </p:nvSpPr>
              <p:spPr>
                <a:xfrm>
                  <a:off x="1157833" y="3786141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7833" y="3786141"/>
                  <a:ext cx="773737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/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/>
                <p:nvPr/>
              </p:nvSpPr>
              <p:spPr>
                <a:xfrm>
                  <a:off x="3006743" y="385823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6743" y="3858231"/>
                  <a:ext cx="7737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/>
              <p:nvPr/>
            </p:nvSpPr>
            <p:spPr>
              <a:xfrm>
                <a:off x="1780247" y="3937443"/>
                <a:ext cx="4583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247" y="3937443"/>
                <a:ext cx="45837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/>
              <p:nvPr/>
            </p:nvSpPr>
            <p:spPr>
              <a:xfrm>
                <a:off x="2775405" y="4157987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405" y="4157987"/>
                <a:ext cx="773737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/>
              <p:nvPr/>
            </p:nvSpPr>
            <p:spPr>
              <a:xfrm>
                <a:off x="2070487" y="3387319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487" y="3387319"/>
                <a:ext cx="7737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/>
              <p:nvPr/>
            </p:nvSpPr>
            <p:spPr>
              <a:xfrm>
                <a:off x="2840193" y="4803353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193" y="4803353"/>
                <a:ext cx="369781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/>
              <p:nvPr/>
            </p:nvSpPr>
            <p:spPr>
              <a:xfrm>
                <a:off x="3635693" y="4822513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693" y="4822513"/>
                <a:ext cx="773738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84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left subtree was deeper then rotate right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right subtree was deeper then rotate left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37A4C-AE25-0094-226B-7CBE929413AE}"/>
              </a:ext>
            </a:extLst>
          </p:cNvPr>
          <p:cNvSpPr txBox="1"/>
          <p:nvPr/>
        </p:nvSpPr>
        <p:spPr>
          <a:xfrm>
            <a:off x="9174480" y="3302000"/>
            <a:ext cx="2814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This is incomplete!</a:t>
            </a:r>
          </a:p>
          <a:p>
            <a:r>
              <a:rPr lang="en-US" dirty="0">
                <a:solidFill>
                  <a:srgbClr val="FF0000"/>
                </a:solidFill>
              </a:rPr>
              <a:t>There are some cases where this doesn’t work!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F213B004-97DB-03A7-6A1C-75CCF67C4A77}"/>
              </a:ext>
            </a:extLst>
          </p:cNvPr>
          <p:cNvSpPr/>
          <p:nvPr/>
        </p:nvSpPr>
        <p:spPr>
          <a:xfrm>
            <a:off x="8539480" y="3302000"/>
            <a:ext cx="421640" cy="8737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B0E231-ACD0-4376-13A9-B2E3CECC7E75}"/>
              </a:ext>
            </a:extLst>
          </p:cNvPr>
          <p:cNvSpPr/>
          <p:nvPr/>
        </p:nvSpPr>
        <p:spPr>
          <a:xfrm>
            <a:off x="5250577" y="44859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066E91-6261-28B5-79EA-F2337E950C4B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5160877" y="5008810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E8085A8-8ACA-A61B-DDE5-2348D2C8504B}"/>
              </a:ext>
            </a:extLst>
          </p:cNvPr>
          <p:cNvSpPr/>
          <p:nvPr/>
        </p:nvSpPr>
        <p:spPr>
          <a:xfrm>
            <a:off x="4638066" y="51513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ADC63A-4A00-8681-FD15-37E6D5EFF908}"/>
              </a:ext>
            </a:extLst>
          </p:cNvPr>
          <p:cNvSpPr/>
          <p:nvPr/>
        </p:nvSpPr>
        <p:spPr>
          <a:xfrm>
            <a:off x="5250576" y="579343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C7C-3A85-4014-3B0D-4A34EF2B9B8A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5160877" y="5674154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73665DF-E9D2-6454-316C-8563B3AE523A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8C5308-D447-67FD-BBB9-A04E53DB1131}"/>
              </a:ext>
            </a:extLst>
          </p:cNvPr>
          <p:cNvCxnSpPr>
            <a:cxnSpLocks/>
            <a:stCxn id="14" idx="3"/>
            <a:endCxn id="16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A845875-D65B-ADE5-49C8-573AA1ABCC45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3A1A1638-F1A8-3ACC-6CEB-132BD8676A70}"/>
              </a:ext>
            </a:extLst>
          </p:cNvPr>
          <p:cNvSpPr/>
          <p:nvPr/>
        </p:nvSpPr>
        <p:spPr>
          <a:xfrm>
            <a:off x="2602969" y="4900194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7DA40D0-AF2C-3155-5C7D-33072472EB44}"/>
              </a:ext>
            </a:extLst>
          </p:cNvPr>
          <p:cNvSpPr/>
          <p:nvPr/>
        </p:nvSpPr>
        <p:spPr>
          <a:xfrm>
            <a:off x="6464931" y="4900193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Rotation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8424B86-5ECA-32CB-E562-5238E76E7D74}"/>
              </a:ext>
            </a:extLst>
          </p:cNvPr>
          <p:cNvSpPr/>
          <p:nvPr/>
        </p:nvSpPr>
        <p:spPr>
          <a:xfrm>
            <a:off x="9210288" y="452727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EBB2B0-BB57-A284-8E49-E3E2892CF64D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9733099" y="5050085"/>
            <a:ext cx="179399" cy="164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18CDB0E3-5691-3556-AC39-F712FA0F1510}"/>
              </a:ext>
            </a:extLst>
          </p:cNvPr>
          <p:cNvSpPr/>
          <p:nvPr/>
        </p:nvSpPr>
        <p:spPr>
          <a:xfrm>
            <a:off x="9822798" y="5124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A6407C6-210A-1A8E-09B1-48436A1DED4D}"/>
              </a:ext>
            </a:extLst>
          </p:cNvPr>
          <p:cNvSpPr/>
          <p:nvPr/>
        </p:nvSpPr>
        <p:spPr>
          <a:xfrm>
            <a:off x="9210287" y="58347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61A9C9-0AC1-6F87-74B4-7E8BE75D14AE}"/>
              </a:ext>
            </a:extLst>
          </p:cNvPr>
          <p:cNvCxnSpPr>
            <a:cxnSpLocks/>
            <a:stCxn id="23" idx="3"/>
            <a:endCxn id="24" idx="7"/>
          </p:cNvCxnSpPr>
          <p:nvPr/>
        </p:nvCxnSpPr>
        <p:spPr>
          <a:xfrm flipH="1">
            <a:off x="9733098" y="5647737"/>
            <a:ext cx="179400" cy="2766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78310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LL: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right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RR: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left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LR: If we inserted into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RL: If we inserted into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19D6ED-3387-8B72-28D4-14AAF129AEBD}"/>
              </a:ext>
            </a:extLst>
          </p:cNvPr>
          <p:cNvSpPr txBox="1"/>
          <p:nvPr/>
        </p:nvSpPr>
        <p:spPr>
          <a:xfrm>
            <a:off x="8046720" y="5345966"/>
            <a:ext cx="3769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</a:rPr>
              <a:t>Cases LR and RL require 2 rotations!</a:t>
            </a:r>
          </a:p>
        </p:txBody>
      </p:sp>
    </p:spTree>
    <p:extLst>
      <p:ext uri="{BB962C8B-B14F-4D97-AF65-F5344CB8AC3E}">
        <p14:creationId xmlns:p14="http://schemas.microsoft.com/office/powerpoint/2010/main" val="2074913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8BB0-634C-0E06-0E55-88F3C06A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C4D3C-5855-79DC-21CA-F4FF5C8D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deepest problem node:</a:t>
            </a:r>
          </a:p>
          <a:p>
            <a:pPr lvl="1"/>
            <a:r>
              <a:rPr lang="en-US" dirty="0"/>
              <a:t>Rotate left at the left child</a:t>
            </a:r>
          </a:p>
          <a:p>
            <a:pPr lvl="1"/>
            <a:r>
              <a:rPr lang="en-US" dirty="0"/>
              <a:t>Rotate right at the problem node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67EFC82-BEF2-2666-E744-53FFED95DD5C}"/>
              </a:ext>
            </a:extLst>
          </p:cNvPr>
          <p:cNvSpPr/>
          <p:nvPr/>
        </p:nvSpPr>
        <p:spPr>
          <a:xfrm>
            <a:off x="4516498" y="42694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A37623-312C-AF43-EBC3-2909908D157A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4426798" y="4792254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3A1332B-AF7A-F4E1-4459-C37D21CAA899}"/>
              </a:ext>
            </a:extLst>
          </p:cNvPr>
          <p:cNvSpPr/>
          <p:nvPr/>
        </p:nvSpPr>
        <p:spPr>
          <a:xfrm>
            <a:off x="3903987" y="493478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F4987C-AE8F-B3EA-BABC-33BC2679C7B5}"/>
              </a:ext>
            </a:extLst>
          </p:cNvPr>
          <p:cNvSpPr/>
          <p:nvPr/>
        </p:nvSpPr>
        <p:spPr>
          <a:xfrm>
            <a:off x="4516497" y="557687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68EBC17-CE55-6EAD-3F0A-10577D40A671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4426798" y="5457598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7CBF2A2-742F-6A7A-261C-E848A712AAA6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A37A59-9056-E0BA-1B9F-BC09D014B49C}"/>
              </a:ext>
            </a:extLst>
          </p:cNvPr>
          <p:cNvCxnSpPr>
            <a:cxnSpLocks/>
            <a:stCxn id="9" idx="3"/>
            <a:endCxn id="11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13BFB7D-C4B0-C514-C2C8-7C7F32ED2FA8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5F72CE5-F998-3ACA-89F8-5D891F7ADFC3}"/>
              </a:ext>
            </a:extLst>
          </p:cNvPr>
          <p:cNvSpPr/>
          <p:nvPr/>
        </p:nvSpPr>
        <p:spPr>
          <a:xfrm>
            <a:off x="2233450" y="4673138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1673636-A52E-5ADC-7259-70CBC20C0255}"/>
              </a:ext>
            </a:extLst>
          </p:cNvPr>
          <p:cNvSpPr/>
          <p:nvPr/>
        </p:nvSpPr>
        <p:spPr>
          <a:xfrm>
            <a:off x="7948509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8FDAA3-1AF5-A991-98C9-E90C7382FE4C}"/>
              </a:ext>
            </a:extLst>
          </p:cNvPr>
          <p:cNvCxnSpPr>
            <a:cxnSpLocks/>
            <a:stCxn id="13" idx="3"/>
            <a:endCxn id="15" idx="7"/>
          </p:cNvCxnSpPr>
          <p:nvPr/>
        </p:nvCxnSpPr>
        <p:spPr>
          <a:xfrm flipH="1">
            <a:off x="7858809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1511884-6514-33CD-4747-F65C563228FE}"/>
              </a:ext>
            </a:extLst>
          </p:cNvPr>
          <p:cNvSpPr/>
          <p:nvPr/>
        </p:nvSpPr>
        <p:spPr>
          <a:xfrm>
            <a:off x="7335998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B1F6B7-AF1F-43B9-4EFF-686D75FC1B54}"/>
              </a:ext>
            </a:extLst>
          </p:cNvPr>
          <p:cNvCxnSpPr>
            <a:cxnSpLocks/>
            <a:stCxn id="15" idx="3"/>
            <a:endCxn id="17" idx="7"/>
          </p:cNvCxnSpPr>
          <p:nvPr/>
        </p:nvCxnSpPr>
        <p:spPr>
          <a:xfrm flipH="1">
            <a:off x="7273021" y="5580111"/>
            <a:ext cx="152677" cy="250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D02E25E-9633-F215-A570-AFE6223E36A1}"/>
              </a:ext>
            </a:extLst>
          </p:cNvPr>
          <p:cNvSpPr/>
          <p:nvPr/>
        </p:nvSpPr>
        <p:spPr>
          <a:xfrm>
            <a:off x="6750210" y="57405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3829990-E44A-C9E6-2A7B-8CE2CDBE4B38}"/>
              </a:ext>
            </a:extLst>
          </p:cNvPr>
          <p:cNvSpPr/>
          <p:nvPr/>
        </p:nvSpPr>
        <p:spPr>
          <a:xfrm>
            <a:off x="5312373" y="4623731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Left at 5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29D90F-F2DA-6969-758B-433DB919A22D}"/>
              </a:ext>
            </a:extLst>
          </p:cNvPr>
          <p:cNvSpPr/>
          <p:nvPr/>
        </p:nvSpPr>
        <p:spPr>
          <a:xfrm>
            <a:off x="8714196" y="4810802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Right at 9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26D1A8-61E4-E223-6F4B-C98A1AD87DE1}"/>
              </a:ext>
            </a:extLst>
          </p:cNvPr>
          <p:cNvSpPr/>
          <p:nvPr/>
        </p:nvSpPr>
        <p:spPr>
          <a:xfrm>
            <a:off x="10811057" y="481858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34475-D6E2-BCA3-8F72-C5F2E7FF07AC}"/>
              </a:ext>
            </a:extLst>
          </p:cNvPr>
          <p:cNvCxnSpPr>
            <a:cxnSpLocks/>
            <a:stCxn id="21" idx="3"/>
            <a:endCxn id="23" idx="7"/>
          </p:cNvCxnSpPr>
          <p:nvPr/>
        </p:nvCxnSpPr>
        <p:spPr>
          <a:xfrm flipH="1">
            <a:off x="10721357" y="5341393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76E6958E-81CD-4735-D2BE-7985977B05FD}"/>
              </a:ext>
            </a:extLst>
          </p:cNvPr>
          <p:cNvSpPr/>
          <p:nvPr/>
        </p:nvSpPr>
        <p:spPr>
          <a:xfrm>
            <a:off x="10198546" y="5483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72ACBD0-46C0-DF87-864E-F608F3A30754}"/>
              </a:ext>
            </a:extLst>
          </p:cNvPr>
          <p:cNvSpPr/>
          <p:nvPr/>
        </p:nvSpPr>
        <p:spPr>
          <a:xfrm>
            <a:off x="11423792" y="547571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3AAA8F0-7C9E-DAB3-6C20-5E649D55451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1334093" y="5356435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8770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in General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left child’s right subtree</a:t>
                </a:r>
              </a:p>
              <a:p>
                <a:r>
                  <a:rPr lang="en-US" dirty="0"/>
                  <a:t>Rotate left at the left child</a:t>
                </a:r>
              </a:p>
              <a:p>
                <a:r>
                  <a:rPr lang="en-US" dirty="0"/>
                  <a:t>Rotate right at the unbalanced node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  <a:blipFill>
                <a:blip r:embed="rId2"/>
                <a:stretch>
                  <a:fillRect l="-1043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/>
              <p:nvPr/>
            </p:nvSpPr>
            <p:spPr>
              <a:xfrm>
                <a:off x="3147296" y="3743675"/>
                <a:ext cx="1340568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</a:t>
                </a:r>
              </a:p>
              <a:p>
                <a:pPr algn="ctr"/>
                <a:r>
                  <a:rPr lang="en-US" sz="1400" dirty="0"/>
                  <a:t>Left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296" y="3743675"/>
                <a:ext cx="1340568" cy="1105505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74201A59-A51B-31FF-D7D6-0994EDC48DEF}"/>
              </a:ext>
            </a:extLst>
          </p:cNvPr>
          <p:cNvGrpSpPr/>
          <p:nvPr/>
        </p:nvGrpSpPr>
        <p:grpSpPr>
          <a:xfrm>
            <a:off x="41937" y="3425666"/>
            <a:ext cx="3470746" cy="3365086"/>
            <a:chOff x="25572" y="2621130"/>
            <a:chExt cx="3470746" cy="33650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/>
                <p:nvPr/>
              </p:nvSpPr>
              <p:spPr>
                <a:xfrm>
                  <a:off x="1628660" y="273758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660" y="2737585"/>
                  <a:ext cx="612511" cy="612511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/>
                <p:nvPr/>
              </p:nvSpPr>
              <p:spPr>
                <a:xfrm>
                  <a:off x="25572" y="4174420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72" y="4174420"/>
                  <a:ext cx="1084977" cy="1204653"/>
                </a:xfrm>
                <a:prstGeom prst="triangl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/>
                <p:nvPr/>
              </p:nvSpPr>
              <p:spPr>
                <a:xfrm>
                  <a:off x="804293" y="337836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293" y="3378368"/>
                  <a:ext cx="612511" cy="612511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/>
                <p:nvPr/>
              </p:nvSpPr>
              <p:spPr>
                <a:xfrm>
                  <a:off x="1095397" y="4725122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5397" y="4725122"/>
                  <a:ext cx="869999" cy="653951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/>
                <p:nvPr/>
              </p:nvSpPr>
              <p:spPr>
                <a:xfrm>
                  <a:off x="2420567" y="3364232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0567" y="3364232"/>
                  <a:ext cx="1075751" cy="1237660"/>
                </a:xfrm>
                <a:prstGeom prst="triangl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BCA999-8DC0-9098-FB48-AE1087F593CA}"/>
                </a:ext>
              </a:extLst>
            </p:cNvPr>
            <p:cNvCxnSpPr>
              <a:cxnSpLocks/>
              <a:stCxn id="30" idx="3"/>
              <a:endCxn id="29" idx="0"/>
            </p:cNvCxnSpPr>
            <p:nvPr/>
          </p:nvCxnSpPr>
          <p:spPr>
            <a:xfrm flipH="1">
              <a:off x="568061" y="3901179"/>
              <a:ext cx="325932" cy="27324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744797F-F7DE-97F3-FF6E-70DC1DDCA740}"/>
                </a:ext>
              </a:extLst>
            </p:cNvPr>
            <p:cNvCxnSpPr>
              <a:cxnSpLocks/>
              <a:stCxn id="30" idx="5"/>
              <a:endCxn id="59" idx="1"/>
            </p:cNvCxnSpPr>
            <p:nvPr/>
          </p:nvCxnSpPr>
          <p:spPr>
            <a:xfrm>
              <a:off x="1327104" y="3901179"/>
              <a:ext cx="394676" cy="1831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410D731-C65C-498A-7568-D9E87AB56EF3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1327104" y="3260396"/>
              <a:ext cx="391256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DE51A72-E1F3-12DE-B72B-9ADDA8C223D5}"/>
                </a:ext>
              </a:extLst>
            </p:cNvPr>
            <p:cNvCxnSpPr>
              <a:cxnSpLocks/>
              <a:stCxn id="32" idx="0"/>
              <a:endCxn id="28" idx="5"/>
            </p:cNvCxnSpPr>
            <p:nvPr/>
          </p:nvCxnSpPr>
          <p:spPr>
            <a:xfrm flipH="1" flipV="1">
              <a:off x="2151471" y="3260396"/>
              <a:ext cx="806972" cy="1038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/>
                <p:nvPr/>
              </p:nvSpPr>
              <p:spPr>
                <a:xfrm>
                  <a:off x="239209" y="394002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209" y="3940026"/>
                  <a:ext cx="36978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/>
                <p:nvPr/>
              </p:nvSpPr>
              <p:spPr>
                <a:xfrm>
                  <a:off x="932166" y="4044644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2166" y="4044644"/>
                  <a:ext cx="77373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/>
                <p:nvPr/>
              </p:nvSpPr>
              <p:spPr>
                <a:xfrm>
                  <a:off x="291179" y="317956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179" y="3179566"/>
                  <a:ext cx="77373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/>
                <p:nvPr/>
              </p:nvSpPr>
              <p:spPr>
                <a:xfrm>
                  <a:off x="968556" y="2621130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8556" y="2621130"/>
                  <a:ext cx="77373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/>
                <p:nvPr/>
              </p:nvSpPr>
              <p:spPr>
                <a:xfrm>
                  <a:off x="2476622" y="3272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6622" y="3272587"/>
                  <a:ext cx="369781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/>
                <p:nvPr/>
              </p:nvSpPr>
              <p:spPr>
                <a:xfrm>
                  <a:off x="1632080" y="399463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2080" y="3994639"/>
                  <a:ext cx="612511" cy="612511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/>
                <p:nvPr/>
              </p:nvSpPr>
              <p:spPr>
                <a:xfrm>
                  <a:off x="1970408" y="4725122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0408" y="4725122"/>
                  <a:ext cx="869999" cy="653951"/>
                </a:xfrm>
                <a:prstGeom prst="triangle">
                  <a:avLst/>
                </a:prstGeom>
                <a:blipFill>
                  <a:blip r:embed="rId1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EF9D228-EBDD-4AE6-93FE-BA18C66B99A2}"/>
                </a:ext>
              </a:extLst>
            </p:cNvPr>
            <p:cNvCxnSpPr>
              <a:cxnSpLocks/>
              <a:stCxn id="59" idx="3"/>
              <a:endCxn id="31" idx="0"/>
            </p:cNvCxnSpPr>
            <p:nvPr/>
          </p:nvCxnSpPr>
          <p:spPr>
            <a:xfrm flipH="1">
              <a:off x="1530397" y="4517450"/>
              <a:ext cx="191383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D9059CC-8849-ADB1-E738-A6B2C00EDEBD}"/>
                </a:ext>
              </a:extLst>
            </p:cNvPr>
            <p:cNvCxnSpPr>
              <a:cxnSpLocks/>
              <a:stCxn id="59" idx="5"/>
              <a:endCxn id="63" idx="0"/>
            </p:cNvCxnSpPr>
            <p:nvPr/>
          </p:nvCxnSpPr>
          <p:spPr>
            <a:xfrm>
              <a:off x="2154891" y="4517450"/>
              <a:ext cx="250517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/>
                <p:nvPr/>
              </p:nvSpPr>
              <p:spPr>
                <a:xfrm>
                  <a:off x="1302483" y="5507530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2483" y="5507530"/>
                  <a:ext cx="476146" cy="47614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284A82A-4A90-A421-C3CD-653404692203}"/>
                </a:ext>
              </a:extLst>
            </p:cNvPr>
            <p:cNvCxnSpPr>
              <a:cxnSpLocks/>
              <a:stCxn id="70" idx="0"/>
              <a:endCxn id="31" idx="3"/>
            </p:cNvCxnSpPr>
            <p:nvPr/>
          </p:nvCxnSpPr>
          <p:spPr>
            <a:xfrm flipH="1" flipV="1">
              <a:off x="1530397" y="5379073"/>
              <a:ext cx="10159" cy="12845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/>
                <p:nvPr/>
              </p:nvSpPr>
              <p:spPr>
                <a:xfrm>
                  <a:off x="2162524" y="5510070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2524" y="5510070"/>
                  <a:ext cx="476146" cy="47614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9F048E1-C759-B57C-AD51-051719B5F906}"/>
                </a:ext>
              </a:extLst>
            </p:cNvPr>
            <p:cNvCxnSpPr>
              <a:cxnSpLocks/>
              <a:stCxn id="76" idx="0"/>
              <a:endCxn id="63" idx="3"/>
            </p:cNvCxnSpPr>
            <p:nvPr/>
          </p:nvCxnSpPr>
          <p:spPr>
            <a:xfrm flipV="1">
              <a:off x="2400597" y="5379073"/>
              <a:ext cx="4811" cy="1309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97EE6A6-E40F-28B2-A707-C9D5A101EAE6}"/>
              </a:ext>
            </a:extLst>
          </p:cNvPr>
          <p:cNvGrpSpPr/>
          <p:nvPr/>
        </p:nvGrpSpPr>
        <p:grpSpPr>
          <a:xfrm>
            <a:off x="3777627" y="3313028"/>
            <a:ext cx="3837793" cy="3469270"/>
            <a:chOff x="4378760" y="2820523"/>
            <a:chExt cx="3837793" cy="34692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/>
                <p:nvPr/>
              </p:nvSpPr>
              <p:spPr>
                <a:xfrm>
                  <a:off x="6531775" y="2936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775" y="2936978"/>
                  <a:ext cx="612511" cy="612511"/>
                </a:xfrm>
                <a:prstGeom prst="ellipse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/>
                <p:nvPr/>
              </p:nvSpPr>
              <p:spPr>
                <a:xfrm>
                  <a:off x="4378760" y="5046478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8760" y="5046478"/>
                  <a:ext cx="1084977" cy="1204653"/>
                </a:xfrm>
                <a:prstGeom prst="triangle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/>
                <p:nvPr/>
              </p:nvSpPr>
              <p:spPr>
                <a:xfrm>
                  <a:off x="5707408" y="3577761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7408" y="3577761"/>
                  <a:ext cx="612511" cy="612511"/>
                </a:xfrm>
                <a:prstGeom prst="ellipse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/>
                <p:nvPr/>
              </p:nvSpPr>
              <p:spPr>
                <a:xfrm>
                  <a:off x="7140802" y="3563625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02" y="3563625"/>
                  <a:ext cx="1075751" cy="1237660"/>
                </a:xfrm>
                <a:prstGeom prst="triangle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D174F5B-EC74-7DF2-ABEF-633091780687}"/>
                </a:ext>
              </a:extLst>
            </p:cNvPr>
            <p:cNvCxnSpPr>
              <a:cxnSpLocks/>
              <a:stCxn id="137" idx="3"/>
              <a:endCxn id="159" idx="7"/>
            </p:cNvCxnSpPr>
            <p:nvPr/>
          </p:nvCxnSpPr>
          <p:spPr>
            <a:xfrm flipH="1">
              <a:off x="5663346" y="4100572"/>
              <a:ext cx="133762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7B8D9F9-6416-E827-E795-6F3123793DD2}"/>
                </a:ext>
              </a:extLst>
            </p:cNvPr>
            <p:cNvCxnSpPr>
              <a:cxnSpLocks/>
              <a:stCxn id="137" idx="5"/>
            </p:cNvCxnSpPr>
            <p:nvPr/>
          </p:nvCxnSpPr>
          <p:spPr>
            <a:xfrm>
              <a:off x="6230219" y="4100572"/>
              <a:ext cx="394676" cy="1831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60C68CB-DC8A-D45B-E834-15874F4A15CE}"/>
                </a:ext>
              </a:extLst>
            </p:cNvPr>
            <p:cNvCxnSpPr>
              <a:cxnSpLocks/>
              <a:stCxn id="137" idx="7"/>
              <a:endCxn id="135" idx="3"/>
            </p:cNvCxnSpPr>
            <p:nvPr/>
          </p:nvCxnSpPr>
          <p:spPr>
            <a:xfrm flipV="1">
              <a:off x="6230219" y="3459789"/>
              <a:ext cx="391256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1D349555-8247-C1D8-969C-2A99C7630775}"/>
                </a:ext>
              </a:extLst>
            </p:cNvPr>
            <p:cNvCxnSpPr>
              <a:cxnSpLocks/>
              <a:stCxn id="139" idx="0"/>
              <a:endCxn id="135" idx="5"/>
            </p:cNvCxnSpPr>
            <p:nvPr/>
          </p:nvCxnSpPr>
          <p:spPr>
            <a:xfrm flipH="1" flipV="1">
              <a:off x="7054586" y="3459789"/>
              <a:ext cx="624092" cy="1038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/>
                <p:nvPr/>
              </p:nvSpPr>
              <p:spPr>
                <a:xfrm>
                  <a:off x="4582437" y="488869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2437" y="4888692"/>
                  <a:ext cx="3697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/>
                <p:nvPr/>
              </p:nvSpPr>
              <p:spPr>
                <a:xfrm>
                  <a:off x="5194294" y="3378959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4294" y="3378959"/>
                  <a:ext cx="77373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/>
                <p:nvPr/>
              </p:nvSpPr>
              <p:spPr>
                <a:xfrm>
                  <a:off x="5871671" y="282052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1671" y="2820523"/>
                  <a:ext cx="773738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/>
                <p:nvPr/>
              </p:nvSpPr>
              <p:spPr>
                <a:xfrm>
                  <a:off x="7379737" y="347198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737" y="3471980"/>
                  <a:ext cx="36978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B8816186-073F-043E-FC13-8FAA2A388594}"/>
                </a:ext>
              </a:extLst>
            </p:cNvPr>
            <p:cNvGrpSpPr/>
            <p:nvPr/>
          </p:nvGrpSpPr>
          <p:grpSpPr>
            <a:xfrm>
              <a:off x="5587925" y="5031239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1E1B38D-B8F5-89BD-8822-57A80C5777D7}"/>
                  </a:ext>
                </a:extLst>
              </p:cNvPr>
              <p:cNvCxnSpPr>
                <a:cxnSpLocks/>
                <a:stCxn id="153" idx="0"/>
                <a:endCxn id="138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3ADB01-DD8A-7E18-1091-482C3EF244C6}"/>
                </a:ext>
              </a:extLst>
            </p:cNvPr>
            <p:cNvGrpSpPr/>
            <p:nvPr/>
          </p:nvGrpSpPr>
          <p:grpSpPr>
            <a:xfrm>
              <a:off x="6194563" y="4283732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28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0972C351-F425-B44E-0B07-B669029C0077}"/>
                  </a:ext>
                </a:extLst>
              </p:cNvPr>
              <p:cNvCxnSpPr>
                <a:cxnSpLocks/>
                <a:stCxn id="155" idx="0"/>
                <a:endCxn id="15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/>
                <p:nvPr/>
              </p:nvSpPr>
              <p:spPr>
                <a:xfrm>
                  <a:off x="5140535" y="425965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0535" y="4259650"/>
                  <a:ext cx="612511" cy="612511"/>
                </a:xfrm>
                <a:prstGeom prst="ellipse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C4B5B0F-33AE-6957-F3BD-9DD89F822A3F}"/>
                </a:ext>
              </a:extLst>
            </p:cNvPr>
            <p:cNvCxnSpPr>
              <a:cxnSpLocks/>
              <a:stCxn id="159" idx="3"/>
            </p:cNvCxnSpPr>
            <p:nvPr/>
          </p:nvCxnSpPr>
          <p:spPr>
            <a:xfrm flipH="1">
              <a:off x="4904303" y="4782461"/>
              <a:ext cx="325932" cy="27324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DAE403D-175A-E073-47F4-74F08CC347DC}"/>
                </a:ext>
              </a:extLst>
            </p:cNvPr>
            <p:cNvCxnSpPr>
              <a:cxnSpLocks/>
              <a:stCxn id="159" idx="5"/>
              <a:endCxn id="138" idx="0"/>
            </p:cNvCxnSpPr>
            <p:nvPr/>
          </p:nvCxnSpPr>
          <p:spPr>
            <a:xfrm>
              <a:off x="5663346" y="4782461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/>
                <p:nvPr/>
              </p:nvSpPr>
              <p:spPr>
                <a:xfrm>
                  <a:off x="4605876" y="405937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05876" y="4059371"/>
                  <a:ext cx="773738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5E38041-E10B-4A4D-A3C2-68BEEB799918}"/>
              </a:ext>
            </a:extLst>
          </p:cNvPr>
          <p:cNvGrpSpPr/>
          <p:nvPr/>
        </p:nvGrpSpPr>
        <p:grpSpPr>
          <a:xfrm>
            <a:off x="8270097" y="3441735"/>
            <a:ext cx="3918102" cy="2771603"/>
            <a:chOff x="8140409" y="588651"/>
            <a:chExt cx="3918102" cy="27716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/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/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99054CB1-B927-D8F8-9D76-8BEA4252BC30}"/>
                </a:ext>
              </a:extLst>
            </p:cNvPr>
            <p:cNvGrpSpPr/>
            <p:nvPr/>
          </p:nvGrpSpPr>
          <p:grpSpPr>
            <a:xfrm>
              <a:off x="9176854" y="2097292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457CD7AD-B073-71BC-32B2-1F83D3698991}"/>
                  </a:ext>
                </a:extLst>
              </p:cNvPr>
              <p:cNvCxnSpPr>
                <a:cxnSpLocks/>
                <a:stCxn id="174" idx="0"/>
                <a:endCxn id="173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/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blipFill>
                  <a:blip r:embed="rId3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B368218B-D599-293E-8520-1EDF1AF788AE}"/>
                </a:ext>
              </a:extLst>
            </p:cNvPr>
            <p:cNvCxnSpPr>
              <a:cxnSpLocks/>
              <a:stCxn id="176" idx="3"/>
              <a:endCxn id="170" idx="0"/>
            </p:cNvCxnSpPr>
            <p:nvPr/>
          </p:nvCxnSpPr>
          <p:spPr>
            <a:xfrm flipH="1">
              <a:off x="8682898" y="1848514"/>
              <a:ext cx="136266" cy="2640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8E236D99-EEC0-660E-D756-8D23C54FBEEC}"/>
                </a:ext>
              </a:extLst>
            </p:cNvPr>
            <p:cNvCxnSpPr>
              <a:cxnSpLocks/>
              <a:stCxn id="176" idx="5"/>
              <a:endCxn id="173" idx="0"/>
            </p:cNvCxnSpPr>
            <p:nvPr/>
          </p:nvCxnSpPr>
          <p:spPr>
            <a:xfrm>
              <a:off x="9252275" y="1848514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/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blipFill>
                  <a:blip r:embed="rId3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5D3DFF8-4333-B418-38AD-CF4E9D93458D}"/>
                </a:ext>
              </a:extLst>
            </p:cNvPr>
            <p:cNvCxnSpPr>
              <a:cxnSpLocks/>
              <a:stCxn id="179" idx="3"/>
              <a:endCxn id="176" idx="7"/>
            </p:cNvCxnSpPr>
            <p:nvPr/>
          </p:nvCxnSpPr>
          <p:spPr>
            <a:xfrm flipH="1">
              <a:off x="9252275" y="1176789"/>
              <a:ext cx="534237" cy="238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/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blipFill>
                  <a:blip r:embed="rId3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33CF570-0BE4-CFC1-9D13-EDE157E161A5}"/>
                </a:ext>
              </a:extLst>
            </p:cNvPr>
            <p:cNvCxnSpPr>
              <a:cxnSpLocks/>
              <a:stCxn id="179" idx="5"/>
              <a:endCxn id="184" idx="1"/>
            </p:cNvCxnSpPr>
            <p:nvPr/>
          </p:nvCxnSpPr>
          <p:spPr>
            <a:xfrm>
              <a:off x="10219623" y="1176789"/>
              <a:ext cx="579255" cy="222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9C87E80-31C8-E02F-3628-0BCC11D8902C}"/>
                </a:ext>
              </a:extLst>
            </p:cNvPr>
            <p:cNvGrpSpPr/>
            <p:nvPr/>
          </p:nvGrpSpPr>
          <p:grpSpPr>
            <a:xfrm>
              <a:off x="10108368" y="2099160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39"/>
                    <a:stretch>
                      <a:fillRect b="-45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B8ED8602-70AC-B60A-9584-F249BE0C49F5}"/>
                  </a:ext>
                </a:extLst>
              </p:cNvPr>
              <p:cNvCxnSpPr>
                <a:cxnSpLocks/>
                <a:stCxn id="191" idx="0"/>
                <a:endCxn id="19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B1F243D2-573D-DDB7-0020-990CC6487B3C}"/>
                </a:ext>
              </a:extLst>
            </p:cNvPr>
            <p:cNvCxnSpPr>
              <a:cxnSpLocks/>
              <a:stCxn id="190" idx="0"/>
              <a:endCxn id="184" idx="3"/>
            </p:cNvCxnSpPr>
            <p:nvPr/>
          </p:nvCxnSpPr>
          <p:spPr>
            <a:xfrm flipV="1">
              <a:off x="10543368" y="1832436"/>
              <a:ext cx="255510" cy="2667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/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9E3D8FA9-E98C-9904-CBAA-D3635057EA08}"/>
                </a:ext>
              </a:extLst>
            </p:cNvPr>
            <p:cNvCxnSpPr>
              <a:cxnSpLocks/>
              <a:stCxn id="184" idx="5"/>
              <a:endCxn id="200" idx="0"/>
            </p:cNvCxnSpPr>
            <p:nvPr/>
          </p:nvCxnSpPr>
          <p:spPr>
            <a:xfrm>
              <a:off x="11231989" y="1832436"/>
              <a:ext cx="288647" cy="2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/>
                <p:nvPr/>
              </p:nvSpPr>
              <p:spPr>
                <a:xfrm>
                  <a:off x="8451648" y="10449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1648" y="1044905"/>
                  <a:ext cx="773738" cy="369332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/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/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/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/>
              <p:nvPr/>
            </p:nvSpPr>
            <p:spPr>
              <a:xfrm>
                <a:off x="7390965" y="3689910"/>
                <a:ext cx="1287919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Right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0965" y="3689910"/>
                <a:ext cx="1287919" cy="1105505"/>
              </a:xfrm>
              <a:prstGeom prst="rightArrow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8263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RL in General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right child’s left subtree</a:t>
                </a:r>
              </a:p>
              <a:p>
                <a:r>
                  <a:rPr lang="en-US" dirty="0"/>
                  <a:t>Rotate right at the right child</a:t>
                </a:r>
              </a:p>
              <a:p>
                <a:r>
                  <a:rPr lang="en-US" dirty="0"/>
                  <a:t>Rotate left at the unbalanced node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  <a:blipFill>
                <a:blip r:embed="rId2"/>
                <a:stretch>
                  <a:fillRect l="-1043" t="-2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/>
              <p:nvPr/>
            </p:nvSpPr>
            <p:spPr>
              <a:xfrm>
                <a:off x="3025687" y="3743675"/>
                <a:ext cx="1213048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Right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687" y="3743675"/>
                <a:ext cx="1213048" cy="1105505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10C3AA56-9E9C-D85E-FA44-02B025396446}"/>
              </a:ext>
            </a:extLst>
          </p:cNvPr>
          <p:cNvGrpSpPr/>
          <p:nvPr/>
        </p:nvGrpSpPr>
        <p:grpSpPr>
          <a:xfrm>
            <a:off x="102706" y="3496659"/>
            <a:ext cx="3693255" cy="3248631"/>
            <a:chOff x="102706" y="3496659"/>
            <a:chExt cx="3693255" cy="32486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/>
                <p:nvPr/>
              </p:nvSpPr>
              <p:spPr>
                <a:xfrm>
                  <a:off x="1450820" y="349665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820" y="3496659"/>
                  <a:ext cx="612511" cy="612511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/>
                <p:nvPr/>
              </p:nvSpPr>
              <p:spPr>
                <a:xfrm>
                  <a:off x="102706" y="4414804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06" y="4414804"/>
                  <a:ext cx="1084977" cy="1204653"/>
                </a:xfrm>
                <a:prstGeom prst="triangl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/>
                <p:nvPr/>
              </p:nvSpPr>
              <p:spPr>
                <a:xfrm>
                  <a:off x="2169594" y="414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9594" y="4149747"/>
                  <a:ext cx="612511" cy="612511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/>
                <p:nvPr/>
              </p:nvSpPr>
              <p:spPr>
                <a:xfrm>
                  <a:off x="917557" y="5484196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557" y="5484196"/>
                  <a:ext cx="869999" cy="653951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/>
                <p:nvPr/>
              </p:nvSpPr>
              <p:spPr>
                <a:xfrm>
                  <a:off x="2720210" y="4904914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0210" y="4904914"/>
                  <a:ext cx="1075751" cy="1237660"/>
                </a:xfrm>
                <a:prstGeom prst="triangl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BCA999-8DC0-9098-FB48-AE1087F593CA}"/>
                </a:ext>
              </a:extLst>
            </p:cNvPr>
            <p:cNvCxnSpPr>
              <a:cxnSpLocks/>
              <a:stCxn id="28" idx="3"/>
              <a:endCxn id="29" idx="0"/>
            </p:cNvCxnSpPr>
            <p:nvPr/>
          </p:nvCxnSpPr>
          <p:spPr>
            <a:xfrm flipH="1">
              <a:off x="645195" y="4019470"/>
              <a:ext cx="895325" cy="3953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744797F-F7DE-97F3-FF6E-70DC1DDCA740}"/>
                </a:ext>
              </a:extLst>
            </p:cNvPr>
            <p:cNvCxnSpPr>
              <a:cxnSpLocks/>
              <a:stCxn id="30" idx="3"/>
              <a:endCxn id="59" idx="7"/>
            </p:cNvCxnSpPr>
            <p:nvPr/>
          </p:nvCxnSpPr>
          <p:spPr>
            <a:xfrm flipH="1">
              <a:off x="1977051" y="4672558"/>
              <a:ext cx="282243" cy="1708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410D731-C65C-498A-7568-D9E87AB56EF3}"/>
                </a:ext>
              </a:extLst>
            </p:cNvPr>
            <p:cNvCxnSpPr>
              <a:cxnSpLocks/>
              <a:stCxn id="30" idx="1"/>
              <a:endCxn id="28" idx="5"/>
            </p:cNvCxnSpPr>
            <p:nvPr/>
          </p:nvCxnSpPr>
          <p:spPr>
            <a:xfrm flipH="1" flipV="1">
              <a:off x="1973631" y="4019470"/>
              <a:ext cx="285663" cy="2199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DE51A72-E1F3-12DE-B72B-9ADDA8C223D5}"/>
                </a:ext>
              </a:extLst>
            </p:cNvPr>
            <p:cNvCxnSpPr>
              <a:cxnSpLocks/>
              <a:stCxn id="32" idx="0"/>
              <a:endCxn id="30" idx="5"/>
            </p:cNvCxnSpPr>
            <p:nvPr/>
          </p:nvCxnSpPr>
          <p:spPr>
            <a:xfrm flipH="1" flipV="1">
              <a:off x="2692405" y="4672558"/>
              <a:ext cx="565681" cy="2323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/>
                <p:nvPr/>
              </p:nvSpPr>
              <p:spPr>
                <a:xfrm>
                  <a:off x="352905" y="4252409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5" y="4252409"/>
                  <a:ext cx="36978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/>
                <p:nvPr/>
              </p:nvSpPr>
              <p:spPr>
                <a:xfrm>
                  <a:off x="957078" y="454819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078" y="4548191"/>
                  <a:ext cx="77373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/>
                <p:nvPr/>
              </p:nvSpPr>
              <p:spPr>
                <a:xfrm>
                  <a:off x="1525171" y="412109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5171" y="4121093"/>
                  <a:ext cx="77373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/>
                <p:nvPr/>
              </p:nvSpPr>
              <p:spPr>
                <a:xfrm>
                  <a:off x="769980" y="3592372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980" y="3592372"/>
                  <a:ext cx="77373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/>
                <p:nvPr/>
              </p:nvSpPr>
              <p:spPr>
                <a:xfrm>
                  <a:off x="2910336" y="478681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0336" y="4786812"/>
                  <a:ext cx="369781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/>
                <p:nvPr/>
              </p:nvSpPr>
              <p:spPr>
                <a:xfrm>
                  <a:off x="1454240" y="475371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40" y="4753713"/>
                  <a:ext cx="612511" cy="612511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/>
                <p:nvPr/>
              </p:nvSpPr>
              <p:spPr>
                <a:xfrm>
                  <a:off x="1792568" y="5484196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568" y="5484196"/>
                  <a:ext cx="869999" cy="653951"/>
                </a:xfrm>
                <a:prstGeom prst="triangle">
                  <a:avLst/>
                </a:prstGeom>
                <a:blipFill>
                  <a:blip r:embed="rId1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EF9D228-EBDD-4AE6-93FE-BA18C66B99A2}"/>
                </a:ext>
              </a:extLst>
            </p:cNvPr>
            <p:cNvCxnSpPr>
              <a:cxnSpLocks/>
              <a:stCxn id="59" idx="3"/>
              <a:endCxn id="31" idx="0"/>
            </p:cNvCxnSpPr>
            <p:nvPr/>
          </p:nvCxnSpPr>
          <p:spPr>
            <a:xfrm flipH="1">
              <a:off x="1352557" y="5276524"/>
              <a:ext cx="191383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D9059CC-8849-ADB1-E738-A6B2C00EDEBD}"/>
                </a:ext>
              </a:extLst>
            </p:cNvPr>
            <p:cNvCxnSpPr>
              <a:cxnSpLocks/>
              <a:stCxn id="59" idx="5"/>
              <a:endCxn id="63" idx="0"/>
            </p:cNvCxnSpPr>
            <p:nvPr/>
          </p:nvCxnSpPr>
          <p:spPr>
            <a:xfrm>
              <a:off x="1977051" y="5276524"/>
              <a:ext cx="250517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/>
                <p:nvPr/>
              </p:nvSpPr>
              <p:spPr>
                <a:xfrm>
                  <a:off x="1124643" y="6266604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4643" y="6266604"/>
                  <a:ext cx="476146" cy="47614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284A82A-4A90-A421-C3CD-653404692203}"/>
                </a:ext>
              </a:extLst>
            </p:cNvPr>
            <p:cNvCxnSpPr>
              <a:cxnSpLocks/>
              <a:stCxn id="70" idx="0"/>
              <a:endCxn id="31" idx="3"/>
            </p:cNvCxnSpPr>
            <p:nvPr/>
          </p:nvCxnSpPr>
          <p:spPr>
            <a:xfrm flipH="1" flipV="1">
              <a:off x="1352557" y="6138147"/>
              <a:ext cx="10159" cy="12845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/>
                <p:nvPr/>
              </p:nvSpPr>
              <p:spPr>
                <a:xfrm>
                  <a:off x="1984684" y="6269144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4684" y="6269144"/>
                  <a:ext cx="476146" cy="47614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9F048E1-C759-B57C-AD51-051719B5F906}"/>
                </a:ext>
              </a:extLst>
            </p:cNvPr>
            <p:cNvCxnSpPr>
              <a:cxnSpLocks/>
              <a:stCxn id="76" idx="0"/>
              <a:endCxn id="63" idx="3"/>
            </p:cNvCxnSpPr>
            <p:nvPr/>
          </p:nvCxnSpPr>
          <p:spPr>
            <a:xfrm flipV="1">
              <a:off x="2222757" y="6138147"/>
              <a:ext cx="4811" cy="1309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5E38041-E10B-4A4D-A3C2-68BEEB799918}"/>
              </a:ext>
            </a:extLst>
          </p:cNvPr>
          <p:cNvGrpSpPr/>
          <p:nvPr/>
        </p:nvGrpSpPr>
        <p:grpSpPr>
          <a:xfrm>
            <a:off x="8270097" y="3441735"/>
            <a:ext cx="3918102" cy="2771603"/>
            <a:chOff x="8140409" y="588651"/>
            <a:chExt cx="3918102" cy="27716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/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/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99054CB1-B927-D8F8-9D76-8BEA4252BC30}"/>
                </a:ext>
              </a:extLst>
            </p:cNvPr>
            <p:cNvGrpSpPr/>
            <p:nvPr/>
          </p:nvGrpSpPr>
          <p:grpSpPr>
            <a:xfrm>
              <a:off x="9176854" y="2097292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457CD7AD-B073-71BC-32B2-1F83D3698991}"/>
                  </a:ext>
                </a:extLst>
              </p:cNvPr>
              <p:cNvCxnSpPr>
                <a:cxnSpLocks/>
                <a:stCxn id="174" idx="0"/>
                <a:endCxn id="173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/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B368218B-D599-293E-8520-1EDF1AF788AE}"/>
                </a:ext>
              </a:extLst>
            </p:cNvPr>
            <p:cNvCxnSpPr>
              <a:cxnSpLocks/>
              <a:stCxn id="176" idx="3"/>
              <a:endCxn id="170" idx="0"/>
            </p:cNvCxnSpPr>
            <p:nvPr/>
          </p:nvCxnSpPr>
          <p:spPr>
            <a:xfrm flipH="1">
              <a:off x="8682898" y="1848514"/>
              <a:ext cx="136266" cy="2640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8E236D99-EEC0-660E-D756-8D23C54FBEEC}"/>
                </a:ext>
              </a:extLst>
            </p:cNvPr>
            <p:cNvCxnSpPr>
              <a:cxnSpLocks/>
              <a:stCxn id="176" idx="5"/>
              <a:endCxn id="173" idx="0"/>
            </p:cNvCxnSpPr>
            <p:nvPr/>
          </p:nvCxnSpPr>
          <p:spPr>
            <a:xfrm>
              <a:off x="9252275" y="1848514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/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5D3DFF8-4333-B418-38AD-CF4E9D93458D}"/>
                </a:ext>
              </a:extLst>
            </p:cNvPr>
            <p:cNvCxnSpPr>
              <a:cxnSpLocks/>
              <a:stCxn id="179" idx="3"/>
              <a:endCxn id="176" idx="7"/>
            </p:cNvCxnSpPr>
            <p:nvPr/>
          </p:nvCxnSpPr>
          <p:spPr>
            <a:xfrm flipH="1">
              <a:off x="9252275" y="1176789"/>
              <a:ext cx="534237" cy="238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/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33CF570-0BE4-CFC1-9D13-EDE157E161A5}"/>
                </a:ext>
              </a:extLst>
            </p:cNvPr>
            <p:cNvCxnSpPr>
              <a:cxnSpLocks/>
              <a:stCxn id="179" idx="5"/>
              <a:endCxn id="184" idx="1"/>
            </p:cNvCxnSpPr>
            <p:nvPr/>
          </p:nvCxnSpPr>
          <p:spPr>
            <a:xfrm>
              <a:off x="10219623" y="1176789"/>
              <a:ext cx="579255" cy="222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9C87E80-31C8-E02F-3628-0BCC11D8902C}"/>
                </a:ext>
              </a:extLst>
            </p:cNvPr>
            <p:cNvGrpSpPr/>
            <p:nvPr/>
          </p:nvGrpSpPr>
          <p:grpSpPr>
            <a:xfrm>
              <a:off x="10108368" y="2099160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25"/>
                    <a:stretch>
                      <a:fillRect b="-45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B8ED8602-70AC-B60A-9584-F249BE0C49F5}"/>
                  </a:ext>
                </a:extLst>
              </p:cNvPr>
              <p:cNvCxnSpPr>
                <a:cxnSpLocks/>
                <a:stCxn id="191" idx="0"/>
                <a:endCxn id="19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B1F243D2-573D-DDB7-0020-990CC6487B3C}"/>
                </a:ext>
              </a:extLst>
            </p:cNvPr>
            <p:cNvCxnSpPr>
              <a:cxnSpLocks/>
              <a:stCxn id="190" idx="0"/>
              <a:endCxn id="184" idx="3"/>
            </p:cNvCxnSpPr>
            <p:nvPr/>
          </p:nvCxnSpPr>
          <p:spPr>
            <a:xfrm flipV="1">
              <a:off x="10543368" y="1832436"/>
              <a:ext cx="255510" cy="2667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/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9E3D8FA9-E98C-9904-CBAA-D3635057EA08}"/>
                </a:ext>
              </a:extLst>
            </p:cNvPr>
            <p:cNvCxnSpPr>
              <a:cxnSpLocks/>
              <a:stCxn id="184" idx="5"/>
              <a:endCxn id="200" idx="0"/>
            </p:cNvCxnSpPr>
            <p:nvPr/>
          </p:nvCxnSpPr>
          <p:spPr>
            <a:xfrm>
              <a:off x="11231989" y="1832436"/>
              <a:ext cx="288647" cy="2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/>
                <p:nvPr/>
              </p:nvSpPr>
              <p:spPr>
                <a:xfrm>
                  <a:off x="8272434" y="1174212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2434" y="1174212"/>
                  <a:ext cx="77373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/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/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/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/>
              <p:nvPr/>
            </p:nvSpPr>
            <p:spPr>
              <a:xfrm>
                <a:off x="7072247" y="3750990"/>
                <a:ext cx="1240599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Left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247" y="3750990"/>
                <a:ext cx="1240599" cy="1105505"/>
              </a:xfrm>
              <a:prstGeom prst="rightArrow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A77DECA6-C80C-5701-7DE1-06AC88937B23}"/>
              </a:ext>
            </a:extLst>
          </p:cNvPr>
          <p:cNvGrpSpPr/>
          <p:nvPr/>
        </p:nvGrpSpPr>
        <p:grpSpPr>
          <a:xfrm>
            <a:off x="4114944" y="3281195"/>
            <a:ext cx="3755568" cy="3442284"/>
            <a:chOff x="4183702" y="3313028"/>
            <a:chExt cx="3755568" cy="344228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/>
                <p:nvPr/>
              </p:nvSpPr>
              <p:spPr>
                <a:xfrm>
                  <a:off x="5199860" y="3614836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9860" y="3614836"/>
                  <a:ext cx="612511" cy="612511"/>
                </a:xfrm>
                <a:prstGeom prst="ellipse">
                  <a:avLst/>
                </a:prstGeom>
                <a:blipFill>
                  <a:blip r:embed="rId3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/>
                <p:nvPr/>
              </p:nvSpPr>
              <p:spPr>
                <a:xfrm>
                  <a:off x="4183702" y="4289248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3702" y="4289248"/>
                  <a:ext cx="1084977" cy="1204653"/>
                </a:xfrm>
                <a:prstGeom prst="triangle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/>
                <p:nvPr/>
              </p:nvSpPr>
              <p:spPr>
                <a:xfrm>
                  <a:off x="6102674" y="411129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2674" y="4111293"/>
                  <a:ext cx="612511" cy="612511"/>
                </a:xfrm>
                <a:prstGeom prst="ellipse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/>
                <p:nvPr/>
              </p:nvSpPr>
              <p:spPr>
                <a:xfrm>
                  <a:off x="6863519" y="5486122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3519" y="5486122"/>
                  <a:ext cx="1075751" cy="1237660"/>
                </a:xfrm>
                <a:prstGeom prst="triangle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D174F5B-EC74-7DF2-ABEF-633091780687}"/>
                </a:ext>
              </a:extLst>
            </p:cNvPr>
            <p:cNvCxnSpPr>
              <a:cxnSpLocks/>
              <a:stCxn id="137" idx="5"/>
              <a:endCxn id="159" idx="1"/>
            </p:cNvCxnSpPr>
            <p:nvPr/>
          </p:nvCxnSpPr>
          <p:spPr>
            <a:xfrm>
              <a:off x="6625485" y="4634104"/>
              <a:ext cx="151335" cy="1869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60C68CB-DC8A-D45B-E834-15874F4A15CE}"/>
                </a:ext>
              </a:extLst>
            </p:cNvPr>
            <p:cNvCxnSpPr>
              <a:cxnSpLocks/>
              <a:stCxn id="137" idx="1"/>
              <a:endCxn id="135" idx="5"/>
            </p:cNvCxnSpPr>
            <p:nvPr/>
          </p:nvCxnSpPr>
          <p:spPr>
            <a:xfrm flipH="1" flipV="1">
              <a:off x="5722671" y="4137647"/>
              <a:ext cx="469703" cy="633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1D349555-8247-C1D8-969C-2A99C7630775}"/>
                </a:ext>
              </a:extLst>
            </p:cNvPr>
            <p:cNvCxnSpPr>
              <a:cxnSpLocks/>
              <a:stCxn id="139" idx="0"/>
              <a:endCxn id="159" idx="5"/>
            </p:cNvCxnSpPr>
            <p:nvPr/>
          </p:nvCxnSpPr>
          <p:spPr>
            <a:xfrm flipH="1" flipV="1">
              <a:off x="7209931" y="5254194"/>
              <a:ext cx="191464" cy="2319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/>
                <p:nvPr/>
              </p:nvSpPr>
              <p:spPr>
                <a:xfrm>
                  <a:off x="4356795" y="414015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795" y="4140155"/>
                  <a:ext cx="369781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/>
                <p:nvPr/>
              </p:nvSpPr>
              <p:spPr>
                <a:xfrm>
                  <a:off x="5467770" y="421517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7770" y="4215176"/>
                  <a:ext cx="773738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/>
                <p:nvPr/>
              </p:nvSpPr>
              <p:spPr>
                <a:xfrm>
                  <a:off x="5270538" y="3313028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538" y="3313028"/>
                  <a:ext cx="773738" cy="369332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/>
                <p:nvPr/>
              </p:nvSpPr>
              <p:spPr>
                <a:xfrm>
                  <a:off x="7043103" y="53445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3103" y="5344545"/>
                  <a:ext cx="369781" cy="369332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B8816186-073F-043E-FC13-8FAA2A388594}"/>
                </a:ext>
              </a:extLst>
            </p:cNvPr>
            <p:cNvGrpSpPr/>
            <p:nvPr/>
          </p:nvGrpSpPr>
          <p:grpSpPr>
            <a:xfrm>
              <a:off x="5444564" y="4879593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1E1B38D-B8F5-89BD-8822-57A80C5777D7}"/>
                  </a:ext>
                </a:extLst>
              </p:cNvPr>
              <p:cNvCxnSpPr>
                <a:cxnSpLocks/>
                <a:stCxn id="153" idx="0"/>
                <a:endCxn id="138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3ADB01-DD8A-7E18-1091-482C3EF244C6}"/>
                </a:ext>
              </a:extLst>
            </p:cNvPr>
            <p:cNvGrpSpPr/>
            <p:nvPr/>
          </p:nvGrpSpPr>
          <p:grpSpPr>
            <a:xfrm>
              <a:off x="6130081" y="5494218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43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0972C351-F425-B44E-0B07-B669029C0077}"/>
                  </a:ext>
                </a:extLst>
              </p:cNvPr>
              <p:cNvCxnSpPr>
                <a:cxnSpLocks/>
                <a:stCxn id="155" idx="0"/>
                <a:endCxn id="15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/>
                <p:nvPr/>
              </p:nvSpPr>
              <p:spPr>
                <a:xfrm>
                  <a:off x="6687120" y="473138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120" y="4731383"/>
                  <a:ext cx="612511" cy="612511"/>
                </a:xfrm>
                <a:prstGeom prst="ellipse">
                  <a:avLst/>
                </a:prstGeom>
                <a:blipFill>
                  <a:blip r:embed="rId4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/>
                <p:nvPr/>
              </p:nvSpPr>
              <p:spPr>
                <a:xfrm>
                  <a:off x="6076964" y="4826344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6964" y="4826344"/>
                  <a:ext cx="773738" cy="369332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AD35802-B314-EB92-AE84-8AE7647C1D0C}"/>
                </a:ext>
              </a:extLst>
            </p:cNvPr>
            <p:cNvCxnSpPr>
              <a:cxnSpLocks/>
              <a:stCxn id="159" idx="3"/>
              <a:endCxn id="150" idx="0"/>
            </p:cNvCxnSpPr>
            <p:nvPr/>
          </p:nvCxnSpPr>
          <p:spPr>
            <a:xfrm flipH="1">
              <a:off x="6565081" y="5254194"/>
              <a:ext cx="211739" cy="2400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CBED269-3ABC-4229-FFCC-10436A813B7C}"/>
                </a:ext>
              </a:extLst>
            </p:cNvPr>
            <p:cNvCxnSpPr>
              <a:cxnSpLocks/>
              <a:stCxn id="137" idx="3"/>
              <a:endCxn id="138" idx="0"/>
            </p:cNvCxnSpPr>
            <p:nvPr/>
          </p:nvCxnSpPr>
          <p:spPr>
            <a:xfrm flipH="1">
              <a:off x="5879564" y="4634104"/>
              <a:ext cx="312810" cy="2454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8AE3F03-F6A8-38DC-86AA-AF599D392549}"/>
                </a:ext>
              </a:extLst>
            </p:cNvPr>
            <p:cNvCxnSpPr>
              <a:cxnSpLocks/>
              <a:stCxn id="136" idx="0"/>
              <a:endCxn id="135" idx="3"/>
            </p:cNvCxnSpPr>
            <p:nvPr/>
          </p:nvCxnSpPr>
          <p:spPr>
            <a:xfrm flipV="1">
              <a:off x="4726191" y="4137647"/>
              <a:ext cx="563369" cy="1516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0935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5781" cy="4351338"/>
          </a:xfrm>
        </p:spPr>
        <p:txBody>
          <a:bodyPr>
            <a:normAutofit/>
          </a:bodyPr>
          <a:lstStyle/>
          <a:p>
            <a:r>
              <a:rPr lang="en-US" dirty="0"/>
              <a:t>After a BST insertion, update the heights of the node’s ancestors</a:t>
            </a:r>
          </a:p>
          <a:p>
            <a:r>
              <a:rPr lang="en-US" dirty="0"/>
              <a:t>From leaf to root, check if each node is 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inserted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right</a:t>
            </a:r>
          </a:p>
          <a:p>
            <a:pPr lvl="1"/>
            <a:r>
              <a:rPr lang="en-US" dirty="0"/>
              <a:t>Case RR: If we inserted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left</a:t>
            </a:r>
          </a:p>
          <a:p>
            <a:pPr lvl="1"/>
            <a:r>
              <a:rPr lang="en-US" dirty="0"/>
              <a:t>Case LR: If we inserted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left at the left child and then rotate right at the root</a:t>
            </a:r>
          </a:p>
          <a:p>
            <a:pPr lvl="1"/>
            <a:r>
              <a:rPr lang="en-US" dirty="0"/>
              <a:t>Case RL: If we inserted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right at the right child and then rotate left at the root</a:t>
            </a:r>
          </a:p>
          <a:p>
            <a:r>
              <a:rPr lang="en-US" dirty="0"/>
              <a:t>Done after either reaching the root or applying </a:t>
            </a:r>
            <a:r>
              <a:rPr lang="en-US" b="1" dirty="0"/>
              <a:t>one</a:t>
            </a:r>
            <a:r>
              <a:rPr lang="en-US" dirty="0"/>
              <a:t> of the above cases</a:t>
            </a:r>
          </a:p>
        </p:txBody>
      </p:sp>
    </p:spTree>
    <p:extLst>
      <p:ext uri="{BB962C8B-B14F-4D97-AF65-F5344CB8AC3E}">
        <p14:creationId xmlns:p14="http://schemas.microsoft.com/office/powerpoint/2010/main" val="29213257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Tldr</a:t>
            </a:r>
            <a:r>
              <a:rPr lang="en-US" dirty="0"/>
              <a:t>: same cases, reverse direction of rotation, may need to repeat with ancestors</a:t>
            </a:r>
          </a:p>
          <a:p>
            <a:r>
              <a:rPr lang="en-US" dirty="0"/>
              <a:t>After a BST deletion, update the heights of the node’s ancestors</a:t>
            </a:r>
          </a:p>
          <a:p>
            <a:r>
              <a:rPr lang="en-US" dirty="0"/>
              <a:t>From leaf to root, check if each node is unbalanced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deleted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</a:p>
          <a:p>
            <a:pPr lvl="1"/>
            <a:r>
              <a:rPr lang="en-US" dirty="0"/>
              <a:t>Case RR: If we deleted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</a:p>
          <a:p>
            <a:pPr lvl="1"/>
            <a:r>
              <a:rPr lang="en-US" dirty="0"/>
              <a:t>Case LR: If we deleted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  <a:r>
              <a:rPr lang="en-US" dirty="0"/>
              <a:t> at the left child and then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  <a:r>
              <a:rPr lang="en-US" dirty="0"/>
              <a:t> at the root</a:t>
            </a:r>
          </a:p>
          <a:p>
            <a:pPr lvl="1"/>
            <a:r>
              <a:rPr lang="en-US" dirty="0"/>
              <a:t>Case RL: If we deleted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 left</a:t>
            </a:r>
            <a:r>
              <a:rPr lang="en-US" dirty="0"/>
              <a:t> at the right child and then </a:t>
            </a:r>
            <a:r>
              <a:rPr lang="en-US" dirty="0">
                <a:solidFill>
                  <a:srgbClr val="FF0000"/>
                </a:solidFill>
              </a:rPr>
              <a:t>rotate right</a:t>
            </a:r>
            <a:r>
              <a:rPr lang="en-US" dirty="0"/>
              <a:t> at the root</a:t>
            </a:r>
          </a:p>
          <a:p>
            <a:r>
              <a:rPr lang="en-US" dirty="0">
                <a:solidFill>
                  <a:srgbClr val="FF0000"/>
                </a:solidFill>
              </a:rPr>
              <a:t>Continue checking until reach the root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96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19518</TotalTime>
  <Words>2810</Words>
  <Application>Microsoft Office PowerPoint</Application>
  <PresentationFormat>Widescreen</PresentationFormat>
  <Paragraphs>730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Calibri Light</vt:lpstr>
      <vt:lpstr>Cambria Math</vt:lpstr>
      <vt:lpstr>Calibri</vt:lpstr>
      <vt:lpstr>Arial</vt:lpstr>
      <vt:lpstr>Office Theme</vt:lpstr>
      <vt:lpstr>CSE 332 Winter 2026 Lecture 8: AVL Trees</vt:lpstr>
      <vt:lpstr>Dictionary (Map) ADT</vt:lpstr>
      <vt:lpstr>Naïve attempts</vt:lpstr>
      <vt:lpstr>Binary Search Tree</vt:lpstr>
      <vt:lpstr>Are these BSTs?</vt:lpstr>
      <vt:lpstr>Aside: Why not use an array?</vt:lpstr>
      <vt:lpstr>Find Operation (recursive)</vt:lpstr>
      <vt:lpstr>Find Operation (iterative)</vt:lpstr>
      <vt:lpstr>Insert Operation (recursive)</vt:lpstr>
      <vt:lpstr>Insert Operation (iterative)</vt:lpstr>
      <vt:lpstr>Delete Operation (iterative)</vt:lpstr>
      <vt:lpstr>Delete – 3 Cases</vt:lpstr>
      <vt:lpstr>Finding the Max and Min</vt:lpstr>
      <vt:lpstr>Delete Operation (iterative)</vt:lpstr>
      <vt:lpstr>Delete Operation (recursive)</vt:lpstr>
      <vt:lpstr>Worst Case Analysis</vt:lpstr>
      <vt:lpstr>Improving the worst case</vt:lpstr>
      <vt:lpstr>“Balanced” Binary Search Trees</vt:lpstr>
      <vt:lpstr>Idea 1: Both Subtrees of Root have same # Nodes</vt:lpstr>
      <vt:lpstr>Idea 2: Both Subtrees of Root have same height</vt:lpstr>
      <vt:lpstr>Idea 3: Both Subtrees of every Node have same # Nodes</vt:lpstr>
      <vt:lpstr>Idea 4: Both Subtrees of every Node have same height</vt:lpstr>
      <vt:lpstr>AVL Tree</vt:lpstr>
      <vt:lpstr>Is it an AVL Tree?</vt:lpstr>
      <vt:lpstr>Is it an AVL Tree?</vt:lpstr>
      <vt:lpstr>Using AVL Trees</vt:lpstr>
      <vt:lpstr>Inserting into an AVL Tree</vt:lpstr>
      <vt:lpstr>Insert Example</vt:lpstr>
      <vt:lpstr>Insert Example</vt:lpstr>
      <vt:lpstr>Not Balanced!</vt:lpstr>
      <vt:lpstr>Balanced!</vt:lpstr>
      <vt:lpstr>Right Rotation</vt:lpstr>
      <vt:lpstr>Insert Example</vt:lpstr>
      <vt:lpstr>Not Balanced!</vt:lpstr>
      <vt:lpstr>Balanced!</vt:lpstr>
      <vt:lpstr>Left Rotation</vt:lpstr>
      <vt:lpstr>Insertion Story So Far</vt:lpstr>
      <vt:lpstr>Insertion Story So Far</vt:lpstr>
      <vt:lpstr>Case LR </vt:lpstr>
      <vt:lpstr>Case LR in General</vt:lpstr>
      <vt:lpstr>Case RL in General</vt:lpstr>
      <vt:lpstr>Insert Summary</vt:lpstr>
      <vt:lpstr>Delete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86</cp:revision>
  <dcterms:created xsi:type="dcterms:W3CDTF">2023-09-26T20:08:20Z</dcterms:created>
  <dcterms:modified xsi:type="dcterms:W3CDTF">2026-01-23T21:20:35Z</dcterms:modified>
</cp:coreProperties>
</file>