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9" r:id="rId16"/>
    <p:sldId id="417" r:id="rId17"/>
    <p:sldId id="418" r:id="rId18"/>
    <p:sldId id="419" r:id="rId19"/>
    <p:sldId id="420" r:id="rId20"/>
    <p:sldId id="421" r:id="rId21"/>
    <p:sldId id="42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s.uw.edu/332/staff.html#ta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a:xfrm>
            <a:off x="838200" y="365125"/>
            <a:ext cx="5471160" cy="1325563"/>
          </a:xfrm>
        </p:spPr>
        <p:txBody>
          <a:bodyPr/>
          <a:lstStyle/>
          <a:p>
            <a:r>
              <a:rPr lang="en-US" dirty="0"/>
              <a:t>Nathan Brunelle</a:t>
            </a:r>
          </a:p>
        </p:txBody>
      </p:sp>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2">
            <a:extLst>
              <a:ext uri="{28A0092B-C50C-407E-A947-70E740481C1C}">
                <a14:useLocalDpi xmlns:a14="http://schemas.microsoft.com/office/drawing/2010/main" val="0"/>
              </a:ext>
            </a:extLst>
          </a:blip>
          <a:srcRect l="11008" t="9884" r="16628" b="26667"/>
          <a:stretch/>
        </p:blipFill>
        <p:spPr>
          <a:xfrm>
            <a:off x="8324430" y="170661"/>
            <a:ext cx="2210356" cy="1453531"/>
          </a:xfrm>
          <a:prstGeom prst="rect">
            <a:avLst/>
          </a:prstGeom>
        </p:spPr>
      </p:pic>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6894269"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168" y="1906260"/>
            <a:ext cx="2444883" cy="16350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Nathan's son, Robin, and his dog, Bucky.">
            <a:extLst>
              <a:ext uri="{FF2B5EF4-FFF2-40B4-BE49-F238E27FC236}">
                <a16:creationId xmlns:a16="http://schemas.microsoft.com/office/drawing/2014/main" id="{65A92173-4B00-F11C-CF7C-FA7D7A9E99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9817" y="3853321"/>
            <a:ext cx="3299583" cy="2478433"/>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r>
              <a:rPr lang="en-US" dirty="0">
                <a:hlinkClick r:id="rId2"/>
              </a:rPr>
              <a:t>http://www.cs.uw.edu/332/staff.html#tas</a:t>
            </a:r>
            <a:r>
              <a:rPr lang="en-US" dirty="0"/>
              <a:t> </a:t>
            </a:r>
          </a:p>
          <a:p>
            <a:pPr lvl="1"/>
            <a:endParaRPr lang="en-US" dirty="0"/>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85000" lnSpcReduction="20000"/>
          </a:bodyPr>
          <a:lstStyle/>
          <a:p>
            <a:r>
              <a:rPr lang="en-US" dirty="0"/>
              <a:t>13 Weekly homework exercises (4.67% each, 56%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Monday 05/04</a:t>
            </a:r>
          </a:p>
          <a:p>
            <a:pPr lvl="1"/>
            <a:r>
              <a:rPr lang="en-US" dirty="0"/>
              <a:t>Final at 12:30pm on Thursday 06/11</a:t>
            </a:r>
          </a:p>
          <a:p>
            <a:r>
              <a:rPr lang="en-US" dirty="0"/>
              <a:t>17 Concept Checks (0.25% each, 4% total)</a:t>
            </a:r>
          </a:p>
          <a:p>
            <a:pPr lvl="1"/>
            <a:r>
              <a:rPr lang="en-US" dirty="0"/>
              <a:t>The lowest 1 will be dropped</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 </a:t>
            </a:r>
          </a:p>
          <a:p>
            <a:pPr lvl="1"/>
            <a:endParaRPr lang="en-US" dirty="0"/>
          </a:p>
          <a:p>
            <a:r>
              <a:rPr lang="en-US" dirty="0"/>
              <a:t>What operations do we need?</a:t>
            </a:r>
          </a:p>
          <a:p>
            <a:endParaRPr lang="en-US" dirty="0"/>
          </a:p>
          <a:p>
            <a:r>
              <a:rPr lang="en-US" dirty="0"/>
              <a:t>Suggested data structures?</a:t>
            </a:r>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417523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562382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254727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29184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4998426" y="3556474"/>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998426" y="4650213"/>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4998426" y="6147441"/>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10196034" y="4327047"/>
            <a:ext cx="1813086" cy="646331"/>
          </a:xfrm>
          <a:prstGeom prst="rect">
            <a:avLst/>
          </a:prstGeom>
          <a:noFill/>
          <a:ln>
            <a:solidFill>
              <a:srgbClr val="FF0000"/>
            </a:solidFill>
          </a:ln>
        </p:spPr>
        <p:txBody>
          <a:bodyPr wrap="squar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116543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266578"/>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316011"/>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32" name="TextBox 31">
            <a:extLst>
              <a:ext uri="{FF2B5EF4-FFF2-40B4-BE49-F238E27FC236}">
                <a16:creationId xmlns:a16="http://schemas.microsoft.com/office/drawing/2014/main" id="{44B77E27-802E-1F52-9A57-028FD4DE4449}"/>
              </a:ext>
            </a:extLst>
          </p:cNvPr>
          <p:cNvSpPr txBox="1"/>
          <p:nvPr/>
        </p:nvSpPr>
        <p:spPr>
          <a:xfrm>
            <a:off x="5725443" y="3440486"/>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25443" y="4661212"/>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5790906" y="6182846"/>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868969" y="2262995"/>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253820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054395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4120428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2921</TotalTime>
  <Words>1446</Words>
  <Application>Microsoft Office PowerPoint</Application>
  <PresentationFormat>Widescreen</PresentationFormat>
  <Paragraphs>332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Cascadia Code</vt:lpstr>
      <vt:lpstr>Office Theme</vt:lpstr>
      <vt:lpstr>CSE 332 Spring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Winter 2026 Lecture 1: Intro to ADTs, Stacks, Queues</dc:title>
  <dc:creator>Nathan Brunelle</dc:creator>
  <cp:lastModifiedBy>Nathan Brunelle</cp:lastModifiedBy>
  <cp:revision>41</cp:revision>
  <dcterms:created xsi:type="dcterms:W3CDTF">2023-09-26T20:08:20Z</dcterms:created>
  <dcterms:modified xsi:type="dcterms:W3CDTF">2026-03-30T17:43:42Z</dcterms:modified>
</cp:coreProperties>
</file>