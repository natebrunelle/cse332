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notesSlides/notesSlide1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7"/>
  </p:notesMasterIdLst>
  <p:sldIdLst>
    <p:sldId id="256" r:id="rId2"/>
    <p:sldId id="386" r:id="rId3"/>
    <p:sldId id="430" r:id="rId4"/>
    <p:sldId id="424" r:id="rId5"/>
    <p:sldId id="397" r:id="rId6"/>
    <p:sldId id="437" r:id="rId7"/>
    <p:sldId id="438" r:id="rId8"/>
    <p:sldId id="439" r:id="rId9"/>
    <p:sldId id="440" r:id="rId10"/>
    <p:sldId id="442" r:id="rId11"/>
    <p:sldId id="443" r:id="rId12"/>
    <p:sldId id="444" r:id="rId13"/>
    <p:sldId id="445" r:id="rId14"/>
    <p:sldId id="407" r:id="rId15"/>
    <p:sldId id="411" r:id="rId16"/>
    <p:sldId id="426" r:id="rId17"/>
    <p:sldId id="427" r:id="rId18"/>
    <p:sldId id="412" r:id="rId19"/>
    <p:sldId id="413" r:id="rId20"/>
    <p:sldId id="414" r:id="rId21"/>
    <p:sldId id="415" r:id="rId22"/>
    <p:sldId id="429" r:id="rId23"/>
    <p:sldId id="416" r:id="rId24"/>
    <p:sldId id="446" r:id="rId25"/>
    <p:sldId id="417" r:id="rId26"/>
    <p:sldId id="418" r:id="rId27"/>
    <p:sldId id="447" r:id="rId28"/>
    <p:sldId id="448" r:id="rId29"/>
    <p:sldId id="420" r:id="rId30"/>
    <p:sldId id="421" r:id="rId31"/>
    <p:sldId id="422" r:id="rId32"/>
    <p:sldId id="423" r:id="rId33"/>
    <p:sldId id="409" r:id="rId34"/>
    <p:sldId id="410" r:id="rId35"/>
    <p:sldId id="428" r:id="rId36"/>
  </p:sldIdLst>
  <p:sldSz cx="12192000" cy="6858000"/>
  <p:notesSz cx="6858000" cy="9144000"/>
  <p:embeddedFontLst>
    <p:embeddedFont>
      <p:font typeface="Cambria Math" panose="02040503050406030204" pitchFamily="18" charset="0"/>
      <p:regular r:id="rId38"/>
    </p:embeddedFont>
    <p:embeddedFont>
      <p:font typeface="Consolas" panose="020B0609020204030204" pitchFamily="49" charset="0"/>
      <p:regular r:id="rId39"/>
      <p:bold r:id="rId40"/>
      <p:italic r:id="rId41"/>
      <p:boldItalic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DCB46A9-AC64-2107-0D04-23C3E6A0A637}" name="Sarah Brunelle" initials="SB" userId="S::sarah.bland@TNC.ORG::0841f992-6401-4fcf-8797-7495e84da30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01" autoAdjust="0"/>
  </p:normalViewPr>
  <p:slideViewPr>
    <p:cSldViewPr snapToGrid="0">
      <p:cViewPr varScale="1">
        <p:scale>
          <a:sx n="64" d="100"/>
          <a:sy n="64" d="100"/>
        </p:scale>
        <p:origin x="748" y="272"/>
      </p:cViewPr>
      <p:guideLst/>
    </p:cSldViewPr>
  </p:slideViewPr>
  <p:outlineViewPr>
    <p:cViewPr>
      <p:scale>
        <a:sx n="33" d="100"/>
        <a:sy n="33" d="100"/>
      </p:scale>
      <p:origin x="0" y="-25024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2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microsoft.com/office/2018/10/relationships/authors" Target="author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4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33:36.3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6666 5460 0,'0'0'0,"8"0"15,-8 0-15,34 25 0,35 9 16,25 9-16,42-1 16,26 1-1,26-26 1,43 0 0,50-17-16,52-34 15,43-17-15</inkml:trace>
  <inkml:trace contextRef="#ctx0" brushRef="#br0" timeOffset="3557.15">3807 6897 0,'0'0'0,"0"0"0,0 0 0,0 0 16,0 0-1,0 0 1,0 0-16,0 0 15,0 0-15,0 0 16,0-8 0,17-1-16,0 9 15,8 0 1,9 0-16,35-8 16,42-1-1,85-8 1,69 0-16,33-8 15,69 8 1,34-9-16,120-16 16,102-35-1,-205 0-15</inkml:trace>
  <inkml:trace contextRef="#ctx0" brushRef="#br0" timeOffset="52492.36">11505 7475 0,'0'0'0,"0"0"0,0 0 16,0 0-16,9 9 16,50 33-1,95 9-15,145-42 16,93-60 0,44-51-16,7-34 15,-67 8-15</inkml:trace>
  <inkml:trace contextRef="#ctx0" brushRef="#br0" timeOffset="88979.16">9610 10588 0,'0'0'0,"-8"17"0,-26 26 0,-120 135 0,120-135 0,17-18 15,0 1-15,8-9 16,1-9 0,-1 1-16,9-1 15,0 1 1,0-1-16,9-8 16,16 9-1,35-1-15,17-16 16,8 8-1,-8-9-15,17-8 16,25 0 0,1 0-16,16 0 15,18 0 1,8 0-16,26 17 16,8-8-1,1 8-15,-10 0 16,27 0-1,16 17-15,-8 0 16,0 0 0,8-9-16,18 9 15,-18 0-15,-8 17 16,26-8 0,-26-9-16,-9 8 31,0 1-31,-8-9 15,-8-9-15,-35 1 16,-26-1 0,-16 1-16,-18-9 15,-33 8 1,-27-8-16,-16 0 16,-9 0-16,-9 0 15,1 0 1,0 0-1,-1 0-15,-8 0 16,0 0 0,0-8-16,0-9 15,9-60-15,-9-42 16,8-25 0,18-145-16</inkml:trace>
  <inkml:trace contextRef="#ctx0" brushRef="#br0" timeOffset="99454.19">7169 12417 0,'0'0'0</inkml:trace>
  <inkml:trace contextRef="#ctx0" brushRef="#br0" timeOffset="100518.66">7161 11558 0,'0'0'0,"0"0"15,0 0-15,-9 8 16,1 18 0,-18 16-16,1 9 15,-1 17 1,9 0-16,0-8 15,8-1 1,1-8-16,8-8 16,0-1-1,0 1-15,0-1 16,0-16 0,0-1-16,0-8 15,0-8 1,0-1-16,0 1 15,0-9 1,17 8-16,25 9 16,18-8-1,0-9-15,17-9 16,34 1 0,42-9-16,18-9 15,-26 1 1,51-1-16,35 9 15,-1-8 1,18 8-16,16 8 16,18-8-16,8 9 15,-8-1 1,17 1-16,-18 8 16,-16 8-1,-18 9 1,-25 0-16,-8 9 15,-27-18 1,61 9-16,-1-8 16,-42-18-1,-17 1 1,-43-1-16,-25 9 16,-18 0-1,18 0-15,-35 0 16,-34 0-16,-25 0 15,-18 0 1,1 0 0,-1 0-16,-8 0 15,0 0 1,0 0-16,0-8 0,17-43 16,9-51-16,0-77 15,16-152 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37:02.79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2646 4252 0,'-9'0'0,"-8"-8"0,-25-1 0,-18 1 16,0-1 0,-25 9-16,-1 9 31,1 16-31,0 18 16,-9 42-16,8 76 15,-16 95 1,17 92-16,42 69 15,26 0-15,0-18 16,17 61 0,17 67-1,-17 43-15,26 50 16,-1 35 0,1-25-16,-18-44 15,9-16 1,17-42-16,-8-18 15,-17-51 1,-9-93-16,-9-43 16,1-17-1,-1-51-15,0-42 16,1-35 0,-1-33-16,-8-26 15,-8-8 1,8-18-16,0-16 15,17-18 1,0-16-16,17 8 16,42 0-1,44 8-15,76 1 16,162 16 0,61-8-16</inkml:trace>
  <inkml:trace contextRef="#ctx0" brushRef="#br0" timeOffset="14276.73">2902 5638 0,'0'0'0,"0"0"15,8 0-15,1 0 0,-9 0 16,8 0-1,-8 0 1,9 17 0,8 0-16,0 17 15,-8 18-15,-1 24 16,1 18 0,-9-1-16,-9 9 15,9-17-15,0-25 16,0-18-1,0-16 1,9-1 0,-9 1-16,8-9 15,9 0-15,0 0 16,9 0 0,8 0-1,0 0-15,9 8 16,34-16-1,-9-1-15,0-16 0,18-1 16,16-16 0,43 8-1,9 0-15,-35 0 16,26 0 0,9 0-16,0 8 15,-18-8 1,18 17-16,8 0 15,-34 0-15,0 0 32,43 9-32,8 8 15,-25-9 1,42 9-16,-8 0 16,-52 0-16,52 0 15,0 9 1,-35-9-1,27 8-15,7-16 16,-24 8 0,41-9-16,18-8 0,-51 0 15,34-17 1,8-8 0,9 16-16,0 1 15,-26 16 1,35 9-16,-9 9 15,-9-1-15,35-8 32,8-8-32,0-9 15,-9-17 1,-8 8-16,-8-8 16,-1 9-1,-16-1-15,-44 9 16,-8 9-1,-34-9-15,-34 0 16,-17-9 0,-9 1-16,-8-18 0,8-8 15,1-17 1,7-17 0,1 0-1,-8-8-15,-1-26 16,-34 51-16</inkml:trace>
  <inkml:trace contextRef="#ctx0" brushRef="#br0" timeOffset="31536.79">8415 7552 0,'0'0'16,"35"0"-16,67 8 0,94-16 16,52-18-16,-1 1 15,18 16 1,8 18-16,26 42 16,93 17-1,10-8 1</inkml:trace>
  <inkml:trace contextRef="#ctx0" brushRef="#br0" timeOffset="33520.06">19076 7875 0,'0'0'0,"0"0"16,0 0-16,8 0 16,35-8-1,25-1-15,35 1 16,67-9-16,61 8 15,84 9 1,78-8-16,51-18 16,42 9-1,1 0 1,-1-17-16,9 9 16,0 16-1,17 9-15,-102 0 16</inkml:trace>
  <inkml:trace contextRef="#ctx0" brushRef="#br0" timeOffset="40762.4">3081 8173 0,'0'0'0,"0"0"0,0 0 16,0 0 0,0 0-1,17 17-15,-8 25 16,-1 35-1,-8 16-15,-8 1 16,-1-9 0,-8-17-16,9-17 15,8-17-15,0-8 16,0-1 0,8-8-1,9-8-15,9-1 16,34-8-1,33-8-15,-7 8 0,8-9 16,0 1 0,25-1-1,26-16-15,9-1 16,-1 1 0,18-1-16,8 9 15,-8 17-15,25-8 31,-16 8-31,-18 25 16,25-8 0,1 0-16,-43 9 15,18-18-15,-18 1 16,-43-9 0,-17-9-16,-16 1 15,-10-1 1,1 1-1,17-18-15,-9 9 16,-25 0 0,-17 0-16,-1 0 0,-8 0 15,0-8 17,-8-10-32,-1-24 15,-16-35-15,-1 52 0</inkml:trace>
  <inkml:trace contextRef="#ctx0" brushRef="#br0" timeOffset="46913.44">19076 10129 0,'0'0'0,"0"0"0,0 0 16,42 8-16,129 18 16,205-1-1,50-25 1,35-17-16,68 17 16,-17 26-1,-25 8-15,-94-17 16</inkml:trace>
  <inkml:trace contextRef="#ctx0" brushRef="#br0" timeOffset="55105.36">24888 8972 0,'0'-8'0,"17"-18"0,0-16 16,0-1-16,17 1 15,9-35 1,17-42-16,8-9 16,-8 26-1,-18 34-15,1 17 16,0 17-16,-9 17 16,-9 0-1,1 17 1,0 17-16,8 43 15,-9 33-15,-8 1 16,-8-35 0,0-16-16,-9-17 15,0-18 1</inkml:trace>
  <inkml:trace contextRef="#ctx0" brushRef="#br0" timeOffset="55354.83">24683 8683 0,'0'0'0,"0"0"0,34 17 31,43 17-31,25-8 15,9 8-15,-17-9 16,-8 1 0,8-18-16,-1-25 15,-50 0 1</inkml:trace>
  <inkml:trace contextRef="#ctx0" brushRef="#br0" timeOffset="55706.56">26322 8190 0,'0'0'0,"0"0"16,0 0-1,-9 17 1,-25 25-16,-34 35 16,-26 33-1,0 26-15,9 35 0,16 7 16,27-59 15,33-25-31,18-9 16,33-17-16,18-34 15,0-34-15,42-26 32,78-8-32,135-25 15</inkml:trace>
  <inkml:trace contextRef="#ctx0" brushRef="#br0" timeOffset="56143.12">26877 8453 0,'0'0'0,"0"0"0,-9 26 15,0 16-15,-16 27 16,8-10 0,0 1-1,0-9-15,0-17 16,8-9-1,9-16-15,0-1 16,0-8-16,9 0 16,25-17-1,34-17 1,26-34-16,8-8 16,-16 25-1,-27 16-15,-16 18 16,-9 0-1,-8 17-15,-1 9 16,10 25 0,-10 43-16,-16 25 15,-18 17-15,-8-26 16,0-42 0,9-25-1,8-9-15</inkml:trace>
  <inkml:trace contextRef="#ctx0" brushRef="#br0" timeOffset="56351.92">28336 7799 0,'0'0'0,"17"42"0,43 94 0,8 94 15,-51 8 1,-85 26-16,-145 16 16,-78-16-1</inkml:trace>
  <inkml:trace contextRef="#ctx0" brushRef="#br0" timeOffset="78258">3269 10920 0,'0'0'0,"-9"17"0,1 34 0,-1 17 16,1 17-1,-1-9-15,-8 1 0,0 25 32,0 9-17,0-26-15,17-26 16,0-16-16,17-9 16,0-9-1,17-8-15,9-8 16,8-1-1,17-16-15,9-1 16,17-16-16,26-26 31,25-17-31,17-9 16,17 9 0,26 8-16,0 18 0,17 8 15,0 8-15,8 9 31,18 17-15,25 0-16,-17-8 16,0-1-1,0 1-15,17-1 16,-17 1 0,0-18-16,17-8 15,0 9 1,0-1-16,0 18 15,-8 16 1,0 9-16,-18 0 16,-25 9-1,-9-1-15,-25-8 16,0 9 0,-26-9-16,-25 0 15,-1-9 1,-8 1-16,0-18 15,-34 1 1,-34-1-16,-17 1 16,-18 8-1,-8 0-15,-8 0 16,-1 0 0,-8-9-16,0 1 15</inkml:trace>
  <inkml:trace contextRef="#ctx0" brushRef="#br0" timeOffset="118071.45">3192 13020 0,'0'0'0,"0"0"0,0 9 0,-43 76 0,18-26 0,-1 9 16,9-8-16,-8 8 15,7-8-15,1-1 16,9-8 0,-1-8-1,1-1-15,-1-8 16,9-8 0,0-1-16,0-8 0,0-8 31,0-1-31,0 1 15,0-1 1,0 1-16,0 8 16,17 0-16,17 8 15,1 1 1,24-1-16,52 1 16,-8-1-1,-1-8 1,9-8-16,51 8 15,9-9 1,-35-8-16,69 17 16,-8 9-16,-44-1 15,52 1 1,17-9 0,-26-9-16,18 1 15,-18-9 1,26-9-16,0 9 15,-77 9 1,34-1-16,0 9 16,-59-8-1,-26-9 1,-9 0-16,0 0 0,1 0 16,-18 0-16,-34-9 31,-8 9-31,-18 0 15,9-8 1,0-9-16,-8 0 16</inkml:trace>
  <inkml:trace contextRef="#ctx0" brushRef="#br0" timeOffset="153167.29">29753 4439 0,'0'0'0,"0"0"0,-9 0 0,-127 128 0,-9-35 0,-52 27 0,-16 16 16,-35 17-1,18-34 1,42-34-16,26-26 16,51-25-1,34-17-15,26-17 16,17-17-1,17-25-15,25-35 16,27-33-16,16 16 16,9 35-1,-26 16 1,-9 26-16,-16 17 16,-18 9-1,-16 33-15,-44 52 16,-42 50-1,-8 9-15,25-17 16,34-42-16,26-26 16,26-26-1,33 1-15,86 17 16,145-9 0,154-26-1,0-16-15</inkml:trace>
  <inkml:trace contextRef="#ctx0" brushRef="#br0" timeOffset="155626.59">13647 5069 0,'0'0'0,"0"0"0,17 0 16,35 8-1,50-16 1,60-26 0,43-26-16,0-16 0,-17 8 15,-9-9 1,-25 9-1,-43 25 1,-18 18-16,-24 16 16,-27 9-1,-8 26-15,-25 42 16,-60 94-16,-60 76 31,-17 17-31,-26 8 0,9-33 31,51-51-31,17-52 16,26-33-16,26-43 0,8-26 31,8-16-15,9-1-16,-9-33 16,9-69-1,9-76-15,17-68 16,-1 17-16,1 8 15,-9 9 1,-9 34-16,1 43 16,-9 16-1,0 26-15,0 42 16,0 9 0,0 17-16,0 17 0,8 9 31,27 59-16,67 102-15,18 60 16,-27 16 0,-7 18-16,-18-9 15,-34-8 1,-25-35-16,-9-50 16,-9-52-1,-16-42-15,-1-8 16,-8-26-1,-43-17-15,-42-51 16,-35-77-16,-25-84 16,-26-52-1,9-8 1,8 0-16,0-68 16,0-17-1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39:56.7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5539 6021 0,'0'0'0,"9"0"0,33 0 15,10 9-15,16 8 16,17 8 0,18 1-1,33 16-15,52 1 16,8-9-16,26-9 31,34 1-15,26 8-16,8 0 15,77 25 1,34 9-16</inkml:trace>
  <inkml:trace contextRef="#ctx0" brushRef="#br0" timeOffset="1784.47">22737 4907 0,'0'0'0,"-8"0"0,-1 17 0,0 9 15,-16 16 1,-1 26-1,1 26 1,-9-1 0,8 26-16,-17 9 15,-8-9-15,8 0 0,1 17 16,8 9 0,-1-35-16,18-25 31,9-25-16,8-18-15,0 1 16,0-18 0,8-8-16,18 0 15,17 0-15,42-8 16,43-1 0,-17-16-1,-9 8-15,52-9 16,8 1-1,-25 8-15,-1 0 16,69 17 0,-43-9-16,-25 9 15,34 0 1,-18 9-16,-50-18 16,-18 1-16,-8-9 15,-26 0 1,-17 0-1,-8 0-15,-18 0 16,1 0 0,-1-9-16,9-16 15,18-52-15,7-59 0,18-42 16,8 16 15,9-16-31,-26-1 16,-8 34-1,8 43-15,0 0 16,-8 26 0,-17 16-16,-18 26 15,1 17 1,-1 0-16,1 9 16,-1 8-1,-8 0-15,-8 0 16,-35 8-1,-76 18-15,-120 8 16,-154-9 0,-102-8-16,-128-17 15,196 0 1</inkml:trace>
  <inkml:trace contextRef="#ctx0" brushRef="#br0" timeOffset="7390.25">11112 6829 0,'0'0'0,"0"0"0,0 0 16,9 0-1,0 0-15,-1 0 16,1 9 0,8 8-16,-9 0 15,9 25-15,-8 9 16,-1 17-1,-16 0-15,-9 17 32,-9 9-32,9-26 15,0-9-15,0 1 16,0-18 0,8-16-16,9-1 15,0 1-15,0-1 16,17-7-1,18-1-15,7-9 16,27 1 0,16-9-1,9-17-15,17 0 16,17 8 0,8 0-16,1 9 15,16 0 1,18 9-16,8-18 15,1 1 1,24-1-16,1 1 16,9-1-16,-18-8 15,-8 17 1,34-8 0,-17-9-16,-26 8 15,17 1 1,-17-9-16,-42 8 15,-1-8-15,-8 9 16,-34-1-16,-42 9 16,-10 0-1,-16 0-15,-9 0 16,-9 0 0,1-8-1,-1-9 1,-16-17-16,-26-34 15,-17-43 1,-1 1-16,35 67 0</inkml:trace>
  <inkml:trace contextRef="#ctx0" brushRef="#br0" timeOffset="15548.3">17701 7484 0,'0'0'0,"0"0"0,0 0 15,35 0 1,24-9-1,10 1 1,50-9-16,95-17 16,7 8-1,61 1-15,-17-1 16,42-8 0</inkml:trace>
  <inkml:trace contextRef="#ctx0" brushRef="#br0" timeOffset="19192.91">23684 7441 0,'0'0'0,"9"0"0,42 0 0,35 9 15,59-1 1,68 1-16,35-9 16,25-9-1,0 9-15,-9-8 16,-8 8-16,18 8 16,84 1-1</inkml:trace>
  <inkml:trace contextRef="#ctx0" brushRef="#br0" timeOffset="19672.97">26851 7314 0,'0'0'0,"34"-9"0,51 1 16,52 8-1,68 17 1,25 0-16,86 0 15,25-9-15,35 9 0,68-8 32,51-26-17,51-34-15,-136 0 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41:05.4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13391 6565 0,'0'0'0,"0"0"0,0 0 16,0 0-16,0 0 16,0-8-1,0-1-15,0 1 16,0-1 0,26 1-16,17-1 15,8 1 1,26 8-16,68 8 15,34 9 1,26-8 0,76 16-16,18-8 15,0-25 1,136-9-16,35-9 16,-44-16-1,78-35-15,68 9 16,51 26-1,0 33-15,-34 1 16,-180-9 0</inkml:trace>
  <inkml:trace contextRef="#ctx0" brushRef="#br0" timeOffset="12049.74">3371 8020 0,'17'0'0,"128"-26"0,129-25 16,16-8-16,51-1 0,-42 18 15,25-18 1</inkml:trace>
  <inkml:trace contextRef="#ctx0" brushRef="#br0" timeOffset="20858.81">6623 7271 0,'0'0'0,"0"0"0,0 0 0,0 0 0,17 17 32,17 17-17,9 9-15,17-1 16,25 9 0,43 0-16,43-8 15,68-1 1,51-7-16,43-1 15,51 8-15,43-25 16,-26-8 0</inkml:trace>
  <inkml:trace contextRef="#ctx0" brushRef="#br0" timeOffset="22408.17">12495 7858 0,'0'0'0,"34"0"16,77 9-16,86-18 15,67-16 1,35-9-16,42 0 16,43 0-1,9 17 1,8 25-16,103 26 0,-86 9 16</inkml:trace>
  <inkml:trace contextRef="#ctx0" brushRef="#br0" timeOffset="24279.92">22575 7552 0,'0'0'0,"43"8"16,59 35-16,69 17 16,68-9-1,102-9-15,94-33 16,103-43-16,-120 0 16</inkml:trace>
  <inkml:trace contextRef="#ctx0" brushRef="#br0" timeOffset="43925.01">10669 8853 0,'0'0'0,"8"0"0,35 17 15,59 9-15,60-9 32,43-26-32,17 1 15,26 8 1,16 8 0,35 9-16,68 0 15</inkml:trace>
  <inkml:trace contextRef="#ctx0" brushRef="#br0" timeOffset="53072.83">16029 8717 0,'0'0'0,"0"9"0,17 8 15,8 17-15,27 0 16,33 8-1,26 9-15,51 0 16,120-8-16,93-26 16,52-26-1,17-8-15,8-8 16,86-1 0,34-42-1,-163-8-15</inkml:trace>
  <inkml:trace contextRef="#ctx0" brushRef="#br0" timeOffset="54872.22">22336 8955 0,'0'0'0,"0"0"0,0 0 15,0 0 1,0 0 0,8 0-16,18 9 15,17-9 1,34 17-16,42-9 15,43 9 1,17-8-16,43 8 16,43-9-1,51-8-15,68-8 16,51-9 0,43 8-16,51 9 15,35 0 1,42 0-16,0 17 15,-26 0 1,-51 9-16,-119 16 16</inkml:trace>
  <inkml:trace contextRef="#ctx0" brushRef="#br0" timeOffset="65003.02">2979 9542 0,'0'0'0,"0"0"0,0 0 15,0 0-15,0 0 16,0 17 0,0 0-16,0 17 15,0 17 1,0 0-16,0 0 15,17 0 1,0 17-16,0-8 16,0-1-1,0 1-15,0-9 16,0 0 0,-8 0-1,-1-9-15,9-8 16,0-8-16,0-1 15,18 1 1,24-1-16,27-8 16,-1-8-1,0-18-15,1 1 16,25-1 0,17-8-16,-9 0 15,1 0 1,33 9-16,27-9 15,-18 17 1,43 0-16,8 8 16,-8 9-1,17-8-15,0-9 16,8 0 0,9-9-16,-17-8 15,8 0 1,1 0-16,8 9 15,-43 16 1,9 1-16,8-1 16,-33 9-1,-27 0 1,-16-17-16,-26 0 16,-26 9-16,-25-9 15,-9 0 1,-25 0-16,-1 0 15,-8-9 1,0-8 0,0-25-16,0 8 15</inkml:trace>
  <inkml:trace contextRef="#ctx0" brushRef="#br0" timeOffset="94624.07">3090 3980 0,'0'0'0,"0"0"0,0-8 16,17-1-1,25 1 1,10-9-16,41 8 16,104 26-1,50 34-15,78 17 16,76 0-16,17 0 15,60-8-15,85 8 32,1 0-32,-155-9 15</inkml:trace>
  <inkml:trace contextRef="#ctx0" brushRef="#br0" timeOffset="100106.32">3013 12944 0,'0'0'0,"0"0"16,0 0-16,8 0 15,9 0 1,1 0-16,24 0 15,26-9 1,52-8-16,51 9 16,51-18-1,42 1-15,43-1 16,86-25 0,34-8-16,51 8 15,51 8 1,60 9-16,34 0 15,-205 0 1</inkml:trace>
  <inkml:trace contextRef="#ctx0" brushRef="#br0" timeOffset="116456.84">9252 11991 0,'0'0'0,"0"0"16,0 0-16,0 0 15,-9 17 1,9 17-16,-8 26 16,-1 33-1,-8-8-15,0-17 16,9 1-1,-1-10-15,9-16 16,0-1 0,9-16-1,25-1-15,17 1 16,9-18 0,-9-16-16,9-1 0,16-16 15,44-9 1,25-17-1,-25 0 1,-10 17-16,53 0 16,-1 8-1,-34 9-15,25-9 16,27 1-16,25 8 16,8 0-1,9 0 1,-43 0-16,60 0 15,9 17 1,-1 25-16,1 9 16,-9 0-16,-9 9 15,-25 0-15,42-1 32,-8-8-32,34 0 15,-8-17 1,0 0-16,-1-8 15,9-1 1,18-8-16,-1 0 16,17 0-1,9-8-15,17-1 16,-52-8 0,35 17-16,-34 0 15,8 0-15,-8 0 16,-1-8-1,-8 8 1,-17 17-16,-8 8 16,-18-8-16,-8 0 15,-68 9 1,17-1 0,-1 1-16,-59-1 15,-17 1 1,-26-18-16,-25 1 15,-9-1-15,-8 1 16,-18-9 0,1 0-1,-1 0-15,-8 0 16,0-9 0,9-25-16,-1-51 15,-8-34 1,-8-85-16,-1-145 0</inkml:trace>
  <inkml:trace contextRef="#ctx0" brushRef="#br0" timeOffset="124652.87">3363 14381 0,'0'0'0,"0"0"0,25-8 16,35 8-16,34-9 15,60 18 1,50 8-16,61 0 15,42 0 1,94-9 0,94-8-16,86-34 15,102-42 1,25-35-16,-290 43 16</inkml:trace>
  <inkml:trace contextRef="#ctx0" brushRef="#br0" timeOffset="130982.78">11249 14441 0,'9'-9'0,"33"1"0,69-18 16,60-8-16,85 9 15,9 8 1,33 17-16,112 0 16,-17 8-1,59 9-15,128 9 16,112 8-1,-27 17-15,61 17 16,-274-17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44:44.4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22711 7731 0,'0'0'0,"0"0"0,0 0 16,0 0-1,0 0-15,0 0 32,0 0-32,0 0 15,9 0-15,34-9 16,59-25-16,43 0 31,26 0-31,25 8 16,52 9-1,33 9-15,52-1 16,85 1 0,26 8-16,34 8 15,26 26 1,25 26-16,43 0 15,59 8 1,-16-26-16,-205-33 16</inkml:trace>
  <inkml:trace contextRef="#ctx0" brushRef="#br0" timeOffset="24779">22046 16703 0,'0'0'0,"0"0"0,0 0 0,0-9 16,0 1-1,0-9-15,-9-17 16,9-9-16,0-8 16,0 0 15,0 17-31,0 17 16,0 0-1,-8 0-15,-1 0 16,1 0-16,-1 0 0,1 0 31,-18 9-15,-25 8-16,-18 8 0,-16 26 15,-26 34-15,9 26 32,-9 16-17,-9 26-15,26-17 16,18 0-1,33-8-15,9 8 16,25 0 0,18 9-16,25-18 15,9-25 1,50 0-16,44-8 16,25-52-1,35-42-15,16-42 16,0-43-1,-8-43-15,-34 1 16,-26-1 0,-17-34-16,-34 18 15,-43 25 1,-25-9-16,-26 1 16,-43 16-1,-51 9-15,-34 25 16,-60 35-1,-17 33-15,26 52 16,17 16 0,94-25-16</inkml:trace>
  <inkml:trace contextRef="#ctx0" brushRef="#br0" timeOffset="25253.45">24547 15623 0,'0'0'0,"0"0"0,-9 0 0,-25 0 16,-9 0-1,-8 0-15,0 0 16,0 8-1,-18 18 1,-33 50-16,-26 52 0,8 50 16,-8 61-1,17 50-15,26 0 16,25 26 0,52-26-16,50-68 15,52-34 1,60-34-1,42-68-15,129 9 16</inkml:trace>
  <inkml:trace contextRef="#ctx0" brushRef="#br0" timeOffset="25846.22">28532 15521 0,'0'0'0,"17"8"15,60 60-15,68 60 16,0 33 0,-8 69-16,-35 85 15,-25 42 1,-60 0-16,-59 9 16,-78 33-1,-16-50 1,-103 25-16,-60 34 15</inkml:trace>
  <inkml:trace contextRef="#ctx0" brushRef="#br0" timeOffset="44411.7">28840 7637 0,'0'0'0,"25"0"0,103 17 15,34 0-15,60-17 16,51 0 0,94 0-16,26-8 15,-94-1 1,68-8-16</inkml:trace>
  <inkml:trace contextRef="#ctx0" brushRef="#br0" timeOffset="46820.25">17164 16082 0,'0'0'0,"0"0"0,8 0 0,18 0 16,25 0-1,9 0 1,0 0-16,25 8 16,43 18-1,34 16-15,34 18 16,52 0-16,-43-1 16,-17-16-1,8-1 1,-25-8-1,-18-8-15,-16-18 0,-26 1 16,-52-18 0,-24 1-1,-18-9-15,-43-26 16,-68-25 0,-8 17-1,-1 0-15,-25 0 0,52 8 16,33 18-1,26 8 1,0 0-16,8 8 16,9 9-16,0 0 15,9 9 1,42 25-16,26 25 16,17 27-1,8-1-15,-25-26 16,-17-8-16,-18-8 31,-16-18-31,-18-8 16,1 0-1,-43 17 1,-52 0-16,-67-8 16,-146-18-1</inkml:trace>
  <inkml:trace contextRef="#ctx0" brushRef="#br0" timeOffset="72484.28">19596 7671 0,'0'0'0,"0"0"0,0 0 16,0 0 0,0 0-16,-8 0 15,-1 9 1,1 8-16,-1 25 15,1 18 1,-10 16-16,10 26 16,-9 17-1,0-25-15,0-1 16,8-16 0,1-26-16,8-17 15,0-9 1,0-16-16,0-1 15,0-8 1</inkml:trace>
  <inkml:trace contextRef="#ctx0" brushRef="#br0" timeOffset="72732.3">19093 8079 0,'0'0'0,"0"0"16,0 0-16,17 0 15,0 17 1,34 0 0,34 9-16,112-18 15,50-16 1,26-9-1,52 0-15,42 25 16</inkml:trace>
  <inkml:trace contextRef="#ctx0" brushRef="#br0" timeOffset="112543.91">5368 2466 0,'0'0'16,"0"0"-16,0 0 0,0 17 15,0 0-15,0 17 16,9 17-1,0 34-15,-9 9 16,0 8 0,-9 0-16,0 0 15,18-17 1,0-51-16</inkml:trace>
  <inkml:trace contextRef="#ctx0" brushRef="#br0" timeOffset="117853.11">5078 3836 0,'0'0'0,"0"-9"0,0-8 0,0-9 15,0 1 1,0-1-16,0 9 15,-8 0 1,-1 0-16,1 0 16,-1 0-1,1 0-15,-18 0 16,-25 17-16,-17 0 16,-26 17-1,17 17 1,0 17-16,-8 26 15,25 8 1,26-8-16,8-1 16,18 1-1,25-1-15,34 9 16,34-8 0,43-18-16,34-33 15,18-43 1,16-26-16,-34-8 15,-51-8 1,-8-18 0,-27-16-16,-33-9 15,-26 8-15,-34 18 16,-60-18 0,-25 0-16,-35 9 15,-33 17 1,-112-25-1</inkml:trace>
  <inkml:trace contextRef="#ctx0" brushRef="#br0" timeOffset="121139.79">6077 4592 0,'0'0'0,"0"0"0,0 26 15,0 50-15,8 27 16,-8-1-1,0-17 1,9 8-16,-1-16 16,-8-35-1</inkml:trace>
  <inkml:trace contextRef="#ctx0" brushRef="#br0" timeOffset="129079.91">3900 6982 0,'0'0'0,"0"0"0,0 0 15,-8 9 1,-9 16-16,0 18 16,8 25-16,26 93 31,35 171-31</inkml:trace>
  <inkml:trace contextRef="#ctx0" brushRef="#br0" timeOffset="133166">7391 5868 0,'0'0'0,"0"0"0,0 0 0,0 17 16,0 0 0,9 17-16,-9 17 15,-9 0 1,1 17-16,-1-8 16,1-1-1,-1 1-15,9-1 16,0-8-16,0 0 31,0-8-31,0-9 16,0-9-1,17 1-15,0-1 16,0 1-16,9-9 16,17 0-16,50 0 15,10 0 1,8-17-1,-9 0 1,26-8-16,17 8 0,-34-9 16,-17 9-1,-25 0 1,-10 0-16,-8 0 16,-8 0-1,0 0 1,-9 0-16,-8-8 15,-1-1 1,9-8-16,0-34 16,-8-26-1,0-25-15,-1-34 16,1 0 0,-1 9-16,10 8 15,-1 8-15,-9 17 16,1 26-16,-17 26 31,-1 8-31,1 17 16,-1 0-16,-8 17 15,0 0 1,0 0-16,-8 0 16,-9 17-1,-52 17-15,-50 17 16,-26 8-1,-69 1-15,-16-17 16,-43-1-16,-17-16 31,8-9-31,-8 8 16,-43 35 0</inkml:trace>
  <inkml:trace contextRef="#ctx0" brushRef="#br0" timeOffset="134029.29">9465 4780 0,'0'0'0,"-8"25"0,-35 69 16,9 33-1,17 26 1,8 128-16</inkml:trace>
  <inkml:trace contextRef="#ctx0" brushRef="#br0" timeOffset="152931.32">9875 5375 0,'0'0'0,"0"0"0,8 0 15,27 0-15,7 8 16,35 1-16,17 8 16,0 0-1,-17 0 1,-18 0-16,1 17 15,-17 0-15,0 17 16,-18 25 0,-16 27-16,-9 7 15,-26 18 1,0-1 0,9-16-16,9-35 15,8-16-15,0-18 16,17 1-1,0-9 1,17-9-16,0 1 16,9-18-16,-9 1 15,-8-1 1,-9 1 0,-9-9-16,1 0 0,-1 0 15,1 17 1,-18 17-1,1 26 1,-18 16-16,1 9 16,8-17-1,-1 0-15,18 0 16,9 26 0,17 8-16,8 8 15,0-25 1,-9-17-16,1 17 15,-26 18 1,-17 16-16,-26-17 16,-42 0-1,-60-17-15,-86-34 16,-118-34 0</inkml:trace>
  <inkml:trace contextRef="#ctx0" brushRef="#br0" timeOffset="153868.82">11684 6081 0,'0'0'16,"0"0"-16,9 0 0,16 0 0,18 17 31,17 0-31,17 25 16,0 18-16,-18 16 15,-25-8 1,-25 9-16,-18 8 15,-16 17 1,-26-8-16,-9-9 16,-8-17-16,8-17 15,9-26 1,16-16 0,1-1-16,17-16 15,0-1 1,0 1-16,17-9 15,17 0 1,9 0 0,16 0-16,18 8 15,9 26 1,16 9-16,9 16 16,-17 1-1,-1-18-15,-7 1 16,-1-18-1,-8 1-15,-9-9 16,-34 0 0</inkml:trace>
  <inkml:trace contextRef="#ctx0" brushRef="#br0" timeOffset="154317.98">12854 6208 0,'0'0'0,"0"17"0,0 43 0,8 16 16,1-8-1,-18 17-15,1-8 16,-18-9-1,0-8-15,9-26 16,0-9 0,9-8-16,8-8 15,0-1 1,0-16-16,25-26 16,18-34-16,25-9 15,1 0 1,-1 18-16,-25 25 15,-9 17 1,0 8-16,0 26 16,17 68-1,9 77-15,-17 8 16,-18-34-16,-16-59 31,-1-43-31</inkml:trace>
  <inkml:trace contextRef="#ctx0" brushRef="#br0" timeOffset="160992.14">1750 8555 0,'0'0'0,"-9"-8"16,1-1-16,-18 1 16,9-1-16,-17 1 15,-9-9 1,0-9-16,1 9 15,-18 0 1,9 0 0,0 9-16,16 8 15,-7 8 1,8 18-16,-1 16 16,-7 18-1,8 34-15,-9 59 16,9 34-16,17 42 15,-26 52 1,18 42-16,7 0 16,-7-8-1,16 25-15,18-34 16,-9 26 0,0-17-16,-9-1 15,9 9 1,0-33-1,0 41-15,0-50 16,-17-9 0,17-25-16,0-18 15,0 9 1,0-50-16,0-18 16,17 8-1,-8-59-15,-1-25 16,9 8-1,-8 8-15,-9 1 16,0-9-16,0-17 16,0-17-1,-9 17-15,9 0 16,0-8 0,0-18-16,0 1 15,0-9 1,0-26-16,0 1 15,0-18 1,0 1 0,0-1-16,0 1 15,0-1-15,0-8 16,0 0 0,9 9-16,25-1 15,-8 1 1,33-1-1,1-8-15,43-8 16,-44-1-16</inkml:trace>
  <inkml:trace contextRef="#ctx0" brushRef="#br0" timeOffset="208164.71">5232 13837 0,'0'0'0,"0"0"0,0 0 15,0 0 1,0 17-16,0 17 16,8 25-1,1 26-15,-9 43 16,0 161 0</inkml:trace>
  <inkml:trace contextRef="#ctx0" brushRef="#br0" timeOffset="208870.29">9559 12161 0,'0'0'0,"0"0"0,0 0 16,0 0-16,0 0 15,0 0 1,-17 51-16,-9 68 15,9 35 17,-17 126-32</inkml:trace>
  <inkml:trace contextRef="#ctx0" brushRef="#br0" timeOffset="211730.61">11940 13131 0,'0'0'0,"0"0"0,0 0 16,0 0-16,-8 0 31,-1 17-15,-8 42-16,-8 60 15,-9 35-15,-9-10 16,9 9-1,0-34 1,16-25-16,1-26 16,0-34-1,9-9-15,8-16 16,0-1 0,8-16-16,26-35 15,52-67 1,50-43-16,-8 8 15,-17 9 1,-17 26-16,-8 25 16,7 25-1,-16 26 1,-17 25-16,0 18 16,0 33-16,-1 61 0,-8 58 31,-33 35-31,-27-18 15,-25 103 1</inkml:trace>
  <inkml:trace contextRef="#ctx0" brushRef="#br0" timeOffset="213405.59">10763 12714 0,'0'0'0,"0"0"0,0 0 0,0 0 15,0 0-15,8 9 16,26 25 0,26 25-16,-9 18 15,-8 16 1,-18 43-16,-16 9 16,-26 0-1,-26-1 1,-16 9-16,-18-17 15,-9-34-15,1-17 16,0-34 0,25-17-16,17-25 15,9-18 1,17 1-16,17-9 16,9-9-1,16 1-15,9 8 16,18 17-1,33 17-15,43 34 16,17 25 0,0 18-1,26 8-15,119 51 16</inkml:trace>
  <inkml:trace contextRef="#ctx0" brushRef="#br0" timeOffset="-203251.14">22097 13003 0,'0'0'0,"0"0"0,0 0 16,0 0 0,0 0-1,0 0 1,0 0-16,0 0 0,-9 9 16,1 16-16,-1 18 31,-16 33-16,-1 18-15,9 8 16,0 9 0,8-26-16,9-17 15,0-9 1,0-16-16,18-1 16,-1-16-1,17-1-15,68-16 16,35-18-1,-1-25-15,44-25 16,-1-9 0,-34 8-16,-26 1 15,-33 25 1,16 0-16,-8 17 16,-43 0-1,-8 8-15,-9 1 16,-17 8-1,-8 0-15</inkml:trace>
  <inkml:trace contextRef="#ctx0" brushRef="#br0" timeOffset="-202978.35">22669 13190 0,'0'0'0,"0"0"16,-9 34-16,-16 60 16,-1 25-1,-8 17-15,0 17 16,17-8-16,8-18 15,18-25 1,16-8 0,27-26-16,-18-34 15</inkml:trace>
  <inkml:trace contextRef="#ctx0" brushRef="#br0" timeOffset="-202449.45">24325 13148 0,'0'0'15,"0"0"-15,-17 34 16,-18 59-16,-16 35 15,-9 8-15,-8 26 16,-26-1-16,9-42 16,34-42-1,17-35 1,16-16-16,1-1 16,17-16-16,0-18 15,60-50 1,51-69-16,17-25 31,17 9-31,9 8 16,-9 34-16,-26 34 15,-8 16 1,9 27 0,-18 33-16,-42 18 15,-9 34 1,-8 42-16,-17 42 15,-18 1 1,-16-35-16,-10-25 0,1-34 16,0-17-1,9-17 1,8-8-16</inkml:trace>
  <inkml:trace contextRef="#ctx0" brushRef="#br0" timeOffset="-202179.99">26253 13344 0,'0'0'0,"-8"25"0,-18 52 15,-33 42-15,-10 0 16,10 17 0,7-26-1,18-33-15,0-26 16,8-26-16,9-16 16</inkml:trace>
  <inkml:trace contextRef="#ctx0" brushRef="#br0" timeOffset="-201974.13">25784 13641 0,'0'0'0,"9"9"0,16 33 15,61 18 1,33-1-1,18-25 1,42-42-16,-26-35 16,-93 18-1</inkml:trace>
  <inkml:trace contextRef="#ctx0" brushRef="#br0" timeOffset="-201546">27440 13352 0,'0'0'0,"0"0"0,25 26 16,18 25-1,17 34-15,8 17 16,-25 25 0,-52 1-16,-33-9 15,-35 0 1,-17-9-16,17-50 15,26-26 1,17-8-16,25-18 16,9-8-1,51 0-15,112 9 16,118-18 0,27 1-16,24-9 15,52-17 1</inkml:trace>
  <inkml:trace contextRef="#ctx0" brushRef="#br0" timeOffset="-199527.62">26134 16210 0,'0'0'0,"0"0"0,0 0 16,-9 34-16,1 42 16,-26 60-1,0 26 1,-18 25-16,1 0 0,9-43 31,-27 1-31,1 8 16,-9-8-1,9-43-15,8-26 16,17-25-16,26-25 16,9-9-1,8-26 1,43-76-16,59-93 16,26-35-1,51-17-15,9 18 16,-34 59-1,42 8 1,-17 60-16,-59 51 16,8 26-16,17 33 15,-34 18 1,-34 67-16,-26 69 16,-77 50-1,-68 10 1,-8-35-16,-43 76 15</inkml:trace>
  <inkml:trace contextRef="#ctx0" brushRef="#br0" timeOffset="-180167.46">20509 16898 0,'0'0'0,"0"0"0,0 0 16,0 0-16,0 17 15,0 17 1,0 9-16,-8 16 15,8 26 1,-9 1-16,1 33 16,8 8-1,0-16 1,0-35-16,0-16 16,0 8-16,0 0 15,0 0 1,0-9-16,0 9 15,8-8-15,-8-9 16,0-8 0,9-18-1,-1 1 1,1-18-16,-9 9 0,9-8 16,-1-1-1,1 1 1,8-1-16,17 1 15,17-1 1,-8 1-16,-1-9 16,10 0-1,16 0 1,0 0-16,52-9 16,8-8-1,-9 0-15,26 0 16,26 0-1,8 17-15,-34 0 16,26 9-16,0 8 16,-26 8-1,8 9 1,10 9-16,-27 8 16,-8-9-1,-8 9-15,-1 9 16,-34-26-1,-33-9-15,-27-16 16,-16-1-16,-9-8 31,0 0-31,0-51 16,8-59-16,1-9 0,16-60 16,1 0-1,-17 120-15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49:41.7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649 4303 0,'0'0'0,"34"0"0,51 9 0,60-18 16,34 1-16,18-1 15,42-8 1,17 0 0,43 0-16,59-8 15,0 16 1,18 18-16,42-1 15,-25 1-15</inkml:trace>
  <inkml:trace contextRef="#ctx0" brushRef="#br0" timeOffset="3683.23">3883 11600 0,'0'0'0,"0"0"0,17 0 15,43 9-15,51-18 32,111-25-32,60 0 15,68-8 1,102 8-16,69-18 15,76-7 1,69 16-16,128 26 16,85 9-1,42 33-15,-443 1 16</inkml:trace>
  <inkml:trace contextRef="#ctx0" brushRef="#br0" timeOffset="38037.29">24760 8309 0,'154'25'0,"443"52"0</inkml:trace>
  <inkml:trace contextRef="#ctx0" brushRef="#br0" timeOffset="46267.59">3252 10103 0,'0'0'0,"0"0"0,0 0 16,0 0-16,0 0 15,-9 9 1,1 33-1,-26 60 1,-18 34-16,1 9 16,17-9-1,17-8-15,17-1 16,0-8 0,17-25-16,0-1 15,0-25 1,0-25-16,-8-1 15,8-16 1,0 0-16,34 8 16,43-9-1,34 1-15,34-18 16,43-16-16,0-1 16,34-16-1,8 8 1,26 0-16,1 8 15,16 9 1,9 17-16,42 0 16,52 9-16,-44-1 15,53 9 1,24 0-16,-16 0 16,-26-17-1,9 9-15,25-1 16,-8-16-1,-35-9-15,26 0 16,26-9 0,-9 1-1,-8 8-15,-9 0 16,9 8 0,-26 1-16,-43-9 15,-42 17 1,-17 0-16,-35-9 15,-25 1 1,-60 8-16,-25 0 16,-18-9-1,-59-8-15,-26 0 16,-8 0 0,-9 0-16,-9-8 15,1-9 1,-1-51-16,1-77 15,-9-42 1,0 17-16,17-9 16,9-8-1,-9 17-15,0 0 16,8 25 0,-8 35-16,-8 33 15,-1 18 1,1 16-16,-9 9 15,0 17 1,0 0-16,-9 9 16,-16 8-1,-35 0-15,-25 17 16,-18 0-16,-33 8 16,-26 1-1,-1-9-15,18 0 16,-42-9-1,-35-8-15,-34-8 16,8 8 0,-25-9-1,-17 1-15,-26 8 16,-25 8 0,-18 1-1,-25 8-15,-17 0 16,25 0-16,-16 8 15,-52 1 1,-8 16-16,42-8 16,0-17-1,-42 0-15,25-34 16,-17-17 0,52 0-16,-44 9 15,-67-9 1,34 17-16,-1 17 15,-33 25-15,93 26 16</inkml:trace>
  <inkml:trace contextRef="#ctx0" brushRef="#br0" timeOffset="52651.61">6623 4184 0,'0'0'0,"0"0"16,0 0-16,0 0 16,0 0-1,9 0-15,8 9 16,25-1 0,52 1-16,68-1 15,35-8 1,33-17-16,26-17 15,26-25 1,59-43-16</inkml:trace>
  <inkml:trace contextRef="#ctx0" brushRef="#br0" timeOffset="54293.58">15371 8709 0,'0'0'0,"0"0"0,0 0 0,0 0 15,-17 0 1,-17 0 0,-8 0-16,-18 17 0,-26 0 31,-33 25-31,-35 9 16,18 17-1,8 0-15,8 9 16,-16 8-1,33-17-15,61-34 0,16-17 16,9-9 0,0-8-1,8 0 1,1-8-16,-9-1 0,0-8 16,8 0-1,1 9 1,-1-1-1,9 9-15,-8 0 16,-10 17-16,-24 26 16,-9 16-16,-9 18 15,-17 16 1,-8 18 0,25-17-1,34-43-15,9-26 16,17 1-16,17-9 15,69 0-15,144-68 16,171-43 0,0 35-1</inkml:trace>
  <inkml:trace contextRef="#ctx0" brushRef="#br0" timeOffset="58891.72">6623 4839 0,'0'0'0,"0"0"16,0 0-16,-8 0 31,-18 0-31,-8 0 15,-9 0 1,-8 17-16,0 9 16,-9 16-1,-8 18-15,8 16 16,0 26 0,9 26-16,25-9 15,26-9-15,35-8 16,33-17-1,68-42 1,27-51-16,16-52 0,17-42 16,-51 8-1,-42 9-15,-35 9 16,-34-1 0,-43-8-1,-59-34 1,-77 0-16,-111 34 15,-68 102-15,-35 77 16</inkml:trace>
  <inkml:trace contextRef="#ctx0" brushRef="#br0" timeOffset="62586.92">12171 4831 0,'0'0'0,"0"0"15,-9 0-15,-8 25 16,-8 18 0,-10 8-16,-7 25 15,-18 26 1,-8 9-16,8-9 15,9-26 1,8-25-16,18-8 16,7-18-1,1-16-15,-17-1 16,0-16 0,26 8-16</inkml:trace>
  <inkml:trace contextRef="#ctx0" brushRef="#br0" timeOffset="62870.4">11360 5392 0,'0'0'0,"0"0"0,0 0 16,-9 17 0,1 25-16,-9 43 15,17 17 1,0 18-1,8-18-15,9-34 0,1-9 16,-1-16 0,0-18-16,0-8 15,8-8 1,35-18 0,34-25-1,17-34-15,0-17 16,-26 0-1,-51 43-15</inkml:trace>
  <inkml:trace contextRef="#ctx0" brushRef="#br0" timeOffset="64142.4">12478 3614 0,'0'0'0,"0"0"0,0 0 16,-8 0-16,-1 17 16,-8 26-1,-26 59-15,-42 60 16,0-18-16,8-16 15,17-26 1,17-51-16,18-17 16,8-9-1,8-16 1,9-1-16,0-16 16,26-18-1,16-25-15,44-25 16,25-9-1,0 8-15,-17 26 16,-1 9-16,-7 16 16,-9 18-1,-1 8-15,-7 25 16,-10 35 0,-16 50-1,-34 43-15,-43 0 0,-9-8 16,0-43-1,26-59 1</inkml:trace>
  <inkml:trace contextRef="#ctx0" brushRef="#br0" timeOffset="67042.42">8074 7637 0,'0'0'0,"0"0"0,0 0 31,0 0-31,0 0 16,0 0-16,0 0 15,0 0 1,0 0-16,0 0 15,0 0 1,-8 0 0,-10 0-16,-41 26 15,-35 42 1,-26 42-16,1 18 16,16-1-1,18 9-15,17-17 0,42-34 16,18-25-1,25-9 1,51 0-16,43-17 16,34-25-1,68-52-15,-33-42 16,-27-51 0,9-34-1,-34 0-15,-34-34 16,-59 17-1,-70 16-15,-59 10 16,-102 25 0,-111 76-16,-60 43 15</inkml:trace>
  <inkml:trace contextRef="#ctx0" brushRef="#br0" timeOffset="71995.63">12555 7858 0,'0'0'0,"0"0"0,-9 17 16,1 17-16,-1 0 16,1 0-16,-18 17 15,1 0 1,-1 9 0,0-1-16,9-16 15,0-18 1,0 1-16,9-18 15,-1 1-15,9-1 16,0 1 0,0-9-16,0 0 15,17-17 1,51-43-16,35-33 16,8 16-1,-9 1 1,-8 8-16,-17 25 15,-9 18 1,0 8-16,-16 17 16,-10 8-16,1 18 15,-9 25 1,9 25-16,-18 18 16,-7-26-1,-10-9-15,1-16 16,-1-18-16</inkml:trace>
  <inkml:trace contextRef="#ctx0" brushRef="#br0" timeOffset="80701.71">15568 10324 0,'0'0'0,"0"0"0,0 0 15,0 9 1,-9 8-16,1 17 16,-18 51-1,-17 85-15,18 17 16,33-17-16,26 136 16</inkml:trace>
  <inkml:trace contextRef="#ctx0" brushRef="#br0" timeOffset="84020.75">11172 13531 0,'0'0'0,"0"0"0,0 0 15,0 8-15,0 18 16,-8 50 0,-9 111-1,-18 85-15,-16 18 0,-8 16 16,-1-17 0,26-60-1,34-50-15,8-51 16,1-60-1,-1-43-15</inkml:trace>
  <inkml:trace contextRef="#ctx0" brushRef="#br0" timeOffset="86159.78">18564 15121 0,'0'0'0,"0"0"0,17 0 15,0 0 1,0 0-16,0 0 15,0 0 17,0 0-32</inkml:trace>
  <inkml:trace contextRef="#ctx0" brushRef="#br0" timeOffset="87452.5">12034 14432 0,'0'0'0,"0"0"0,0 0 16,0 0-1,-8 0 1,-1 9 0,1-1-16,-1 1 0,1-1 15,8 1 1,0-1-1,0-8-15,0 0 16,0 0 0,0 0-1,0 0-15,0 0 16,8 0-16,-8 0 16,0 0-16,0 0 15,0 0 1,-8 0-1,-27 26-15,-7 16 16,-9 9 0,8 0-16,9-17 15,17-8 1,8-18-16,9 1 16,0-9-1,0-9-15,17 1 16,9-9-16,8 0 31,-8 0-31,-1 0 16,-8 8-16,-8 1 15,-1 8 1,9 0 0,-8 0-16</inkml:trace>
  <inkml:trace contextRef="#ctx0" brushRef="#br0" timeOffset="90044.22">13084 14100 0,'0'0'0,"0"0"0,0 0 0,-8 17 15,-1 9 1,-8 42-1,-9 51-15,-8 34 16,-8 26-16,-10-1 16,18-50-1,9-18-15,-1-16 16,9-35 0,0-24-1,17-18-15,0-9 16,8-25-1,26-51-15,35-94 16,42-42 0,17 43-16,8 8 15,9 34 1,-17 51-16,-25 51 16,-9 34-16,8 51 15,-17 85 1,-33 68-1,-18 34-15,-9 26 16,1 84 0</inkml:trace>
  <inkml:trace contextRef="#ctx0" brushRef="#br0" timeOffset="93689.62">16199 14160 0,'0'0'0,"0"0"15,-8 25-15,-18 52 16,-16 68-1,-10 50 1,1 26-16,8-17 16,1-34-16,16-42 15,9-51 1,17-26-16,0-26 16,0-8-1,0-8 1,9-43-16,33-51 15,27-43-15,7-42 16,10-9-16,16 35 16,1 16-1,-10 18 1,10 8-16,-1 25 16,9 35-1,-17 33-15,-9 26 16,9 43-1,-8 76-15,-27 68 16,-41 93-16,-36 27 16,-16 33-1</inkml:trace>
  <inkml:trace contextRef="#ctx0" brushRef="#br0" timeOffset="95269.2">18862 14764 0,'0'0'0,"0"0"0,0 0 0,17 0 31,17 8-31,9 1 16,17 8-16,25-9 15,18-8 1,-1-8-1,-17-1-15,-16-16 0,-44 8 32</inkml:trace>
  <inkml:trace contextRef="#ctx0" brushRef="#br0" timeOffset="95511.49">18751 15410 0,'0'0'0,"17"0"0,69 9 16,67-1 0,35-16-1,-9-9-15,-17-9 16,43-25-16,-25-8 15,-121 33 1</inkml:trace>
  <inkml:trace contextRef="#ctx0" brushRef="#br0" timeOffset="96429.36">22899 14424 0,'-8'8'0,"-43"43"15,-60 102-15,0 26 32,34-52-17,17-16-15,-8 16 16,17 10-1,16-44-15,18-25 16,9-25 0,8-18-16,0-16 15,25-18 1,69-76-16,60-68 16,25-34-1,17-51-15,-8 34 16,0 17-1,-9 34-15,-34 42 16,-25 43 0,-26 25-16,-26 35 15,-8 33 1,-18 52-16,-16 68 16,-52 59-1,-50 25-15,-18-33 16,17-43-1,17-51-15,35-42 16,7-35 0,10-8-16,8-42 15,8 8 1</inkml:trace>
  <inkml:trace contextRef="#ctx0" brushRef="#br0" timeOffset="96850.16">24666 13624 0,'0'0'0,"0"0"0,17 26 15,17 33-15,-8 9 16,-1-8-1,-16-1-15,-1 1 16,-16-18 0,-9 1-16,-26-1 15,-17-16 1,9-1-16,9-16 16,16-1-16,9-8 15,17 0 1,0-8-1,17-1-15,26-8 16,25 17 0,9 9-16,8 8 15,0 8 1,9 9-16,17 0 16,-8 0-1,-44-16-15</inkml:trace>
  <inkml:trace contextRef="#ctx0" brushRef="#br0" timeOffset="101059.11">20919 13650 0,'-8'-9'0,"-9"1"0,-18-9 16,-7-9-1,-35 1-15,-8-1 16,-18 9 15,-8 9-31,-8 25 16,8 17 0,0 25-16,17 60 15,43-8 1,34-1-16,42 35 15,44-1 1,41-33-16,44-17 16,8-35-1,18-42-15,16-25 16,-17-52 0,-25-33-16,-26-18 15,-34 0 1,-26-33-16,-25-26 15,-52 17 1,-25 8-16,-17 18 16,-26 24-16,-26 27 15,52 42 1</inkml:trace>
  <inkml:trace contextRef="#ctx0" brushRef="#br0" timeOffset="101502.31">23198 12850 0,'0'0'0,"-9"0"16,-16 0-16,-52 9 15,-77 33 1,-50 43-16,-52 51 16,-9 60-1,17 51-15,18 50 16,42 52-16,52 17 31,59-18-31,68 27 16,61-52-16,84-60 15,35-76 1,85-76 0,77-26-16,25-68 15,60-51 1,-17 0-1</inkml:trace>
  <inkml:trace contextRef="#ctx0" brushRef="#br0" timeOffset="101818.11">27022 12884 0,'17'17'0,"68"94"15,69 110-15,-18 60 16,-42 59-16,-60 119 16,-102 60-1,-77-9 1,-68 9-16,16-162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51:45.44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3030 8249 0,'0'0'0,"0"0"0,0 0 16,0 0-1,0 0-15,-9 9 32,1 16-32,-9 26 15,0 26 1,0-9-16,-9 0 0,0 17 15,9 9 1,9-1 0,8-25-1,8-25-15,-8-18 16,9 1 0,8-18-16,9 1 15,16-1 1,18-16-16,17-9 15,34 0 1,0 0-16,0-9 16,17-8-1,25 9-15,44-9 16,-10 8 0,18 1-16,0-1 15,25 1 1,1 16-16,-1 26 15,1 9 1,-18-1-16,18-8 16,-9 9-1,-26-1-15,-8-8 16,-26 9-16,-34-9 16,-9 0-1,-16 0 1,-35 0-16,-25-9 15,-18 1 1,-8-1-16,-8-8 16,-1 0-1,9-8-15,1-26 16,16-51 0,-9-34-16,1-34 15,-9-52-15,0-109 16</inkml:trace>
  <inkml:trace contextRef="#ctx0" brushRef="#br0" timeOffset="16373.91">2654 12331 0,'0'0'0,"0"0"0,0 0 16,0 0 0,0 9-16,-8 68 15,-26 101 1,0 60-16,-1 26 16,1-26-16,0 9 15,0-9 1,-9-77-1,1 9-15,8 9 16,-1-26 0,-7-25-16,-1-9 15,-8 8-15,8-8 16,0 17 0,1 1-1,8-18-15,17-26 16,0-25-1,-1-8-15,10-18 16,-9-8 0,8 0-16,1 0 15,-1 0-15,9-8 16,0-1 0,0 1-16,0-1 15,0 1 1,0-1-1,9 1-15,25-1 16,0-8-16,26-8 16,25-1-1,9-16-15,8-1 16,18 1 0,34-9-1,42 8-15,17-16 16,26 8-1,43-9-15,17 18 16,-18-1 0,26 18-16,9 16 15,9 1-15,16 25 16,9 8 0,-9-8-16,1-8 15,42 8 1,0 0-1,8 0-15,10-8 16,16-1 0,26 1-1,-18-1-15,1 1 0,8-9 32,9-26-32,51 1 0,-51-18 15,17 1 1,34-1-16,0 9 15,9 9 1,8-1 0,8 1-16,18-1 15,8-16 1,9-1-16,25-16 16,1-1-1,-9 1 1,34 8-16,-9 25 15,-8 9-15,0 0 16,-17-8 0,0-9-1,-1 8-15,70 18 16,-1-18-16,-43-8 16,-25 9-16,-34-1 15,-9-8 1,-17 9-1,17-1-15,-25 1 16,-52-1 0,0-8-16,1 9 15,-69 8 1,-43 0-16,-17 0 16,-16-17-1,-18 0 1,-17 0-16,0-9 15,-25 1 1,-43-1-16,-1-16 16,-24 8-16,-35-9 15,-9 1 1,-25-9 0,-17 0-16,-26-9 15,26-33-15,17-26 16,9-26-16,16-25 31,9-34-31,-8 8 16,-18-16-1,-8-10-15,-25 35 0,-18 9 32,-8-1-32,-43 35 0,-9 16 15,-16 1 1,-26-18-16,0 9 31,-1 42-31,10 26 16,-1 0-16,1 17 15,-1 0 1,0 0 0,-16 9-16,-44-9 15,-59 0 1,-25 17-16,-52 0 15,-26-9 1,-25-8-16,-9-8 16,-33-18-1,-52-16-15,25 8 16,-33 17 0,-61-18-16,27 10 15,-18 16-15,-85-16 16,-17 8-1,-26 0 1,9 8-16,16 26 16,-7 0-1,-27-8-15,-16-1 16,8 1 0,-8-1-16,-26-8 15,51 0 1,77-8-16,-17-9 15,9 8 1,-1 9-16,-16 9 16,-1 8-1,-25 17-15,-17 8 16,25 1 0,17-1-16,1-8 15,16 0-15,44-8 16,24 8-1,-16 0 1,-9 17-16,-17 8 16,-17 9-1,94-17-15,-17-8 16,-26-18-16,18 1 16,25-1-1,0 9 1,-35 9-16,10-9 15,42 8 1,0-16-16,-51-18 16,42 1-16,-34 16 15,-42 18 1,8-1-16,-34 9 16,9 17-1,51 0-15,-18 0 16,1-8-1,17 8 1,25-17-16,18 0 16,-9-9-1,17 1-15,17-1 16,34-8 0,34 0-16,18 0 15,25-17 1,-60 9-16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54:52.0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4745 6021 0,'0'0'0,"0"0"0,9 0 15,25 17 1,77 9-1,60-9 1,25-9-16,52 1 0,8-26 16,94-17-1,51 8-15</inkml:trace>
  <inkml:trace contextRef="#ctx0" brushRef="#br0" timeOffset="3445.73">2014 7067 0,'0'0'0,"0"0"0,0 0 16,34 0-16,9 17 16,42-8-1,52-9 1,59-17-16,94-26 0,77 1 15</inkml:trace>
  <inkml:trace contextRef="#ctx0" brushRef="#br0" timeOffset="8496.12">3764 7101 0,'0'0'0,"0"0"0,-9 0 15,1 9 1,-1-1 0,1 9-16,-9 0 15,0 0 1,0 17-16,-9 9 15,0 33 1,9-8-16,9-8 16,-1-9-1,1 8-15,-1 10 16,9-1-16,0-9 16,0-8-16,0-17 31,9-8-31,8-1 15,0-8 1,25-8-16,35 8 16,26-17-1,16-9-15,1-16 16,16-1 0,9 1-16,0 8 15,-17 0 1,26 8-16,17 9 15,-26 9 1,34 8-16,0 0 16,-25 8-1,0 1-15,-1-1 16,-25-8 0,-25-8-16,-18-1 15,-25 1 1,-18-9-16,-16 0 15,0 0 1,-9-9-16,0-8 16,0-17-1,0-34-15,0 26 16</inkml:trace>
  <inkml:trace contextRef="#ctx0" brushRef="#br0" timeOffset="10738.08">1724 9202 0,'0'0'0,"17"0"0,51-9 15,52-8 1,34-8-16,16-1 16,44 1-1,127-18-15</inkml:trace>
  <inkml:trace contextRef="#ctx0" brushRef="#br0" timeOffset="17622.95">9337 5996 0,'0'0'0,"0"0"0,0 0 16,0-9-1,9 1 1,-1-1-16,9 1 15,9 8-15,8-9 16,9 1 0,25 8-16,17 0 15,-16 8 1,-18-8 0,17 9-16,0 8 15,9 0-15,-17 8 16,0 9-1,0 0-15,-18 17 16,-16 0 0,-9 9-16,-26 8 15,-16 8 1,-9-8 0,-1 0-16,18-25 15,9-1 1,16 1-16,18 0 15,17-9 1,16-9-16,1 1 16,0-9-1,-9-9-15,-25 1 16,-1-1-16,-16 1 16,-1 8-1,-16 8 1,-18 18-16,-34 16 15,9-8 1,-8 0-16,16-8 16,9-9-1,17-9-15,0-8 16,17 17 0,0 0-16,0 0 15,17 17 1,-9-8-16,1-1 15,-18 1 1,-33-1-16,-69 35 16,-103 0-1,-119-1-15</inkml:trace>
  <inkml:trace contextRef="#ctx0" brushRef="#br0" timeOffset="21029.55">13682 11940 0,'0'0'0,"0"0"0,0 0 15,8 0 1,9 9-1,34 8 1,35-9-16,50 9 0,26 0 16,9 9-16,34-18 15,8 9 1,-33 0-16,16 0 16,17 0-1,-42 0 1,-9 9-1,-25-1 1,-43 1-16,-26-1 16,-8 9-1,-18 0-15,-8 17 16,1 26-16,-10 42 0,-16 60 31,-9 33-15,-9 9-16,9 9 15,9 25 1,-9-8-16,17-9 16,0 0-1,0-17-15,-9-17 16,1-25 0,-1-18-16,10 18 15,-1-34 1,-9-35-16,9-25 15,0-17 1,-8-17-16,-1-8 16,-8-9-1,0-9-15,0-8 16,0-8 0,0-1-16,0 1 15,0-1 1,0-8-16,0 0 15,0 0 1,0 0-16,0 0 16,0 0-1,0 0-15,0 0 16,0 0 0,0 0-16,0 0 15,0 0 1,0 0-16,0 9 15,0-9 1,0 0-16,-8 0 16,-9 8-1,-43 9-15,-145 17 16,-68-17-16,-77 0 16,-51-8-1</inkml:trace>
  <inkml:trace contextRef="#ctx0" brushRef="#br0" timeOffset="26373.61">2543 13607 0,'0'0'0,"0"0"0,0 0 0,9 0 15,34 17-15,51 9 16,93 8 0,95-9-16,85-33 15,26-18 1</inkml:trace>
  <inkml:trace contextRef="#ctx0" brushRef="#br0" timeOffset="27639.89">10131 13446 0,'0'0'0,"0"0"0,0 0 0,0 0 16,26-9 0,59 1-1,51-18-15,86 1 16,69-1 0,59 18-16</inkml:trace>
  <inkml:trace contextRef="#ctx0" brushRef="#br0" timeOffset="28923.76">2834 14611 0,'0'0'0,"0"0"0,0 0 16,0-9-16,34 1 15,43-1 1,85 18-16,94 16 16,102 18-1,9-26-15,0-17 16</inkml:trace>
  <inkml:trace contextRef="#ctx0" brushRef="#br0" timeOffset="30228.79">3986 15589 0,'0'0'16,"0"0"-16,0 0 0,0 0 15,17 17 1,68 25-16,171 18 16,162-43-1,-16-43-15</inkml:trace>
  <inkml:trace contextRef="#ctx0" brushRef="#br0" timeOffset="36435.99">18333 10239 0,'0'0'0,"0"0"0,0 0 16,0 9 0,0 16-16,9 9 15,-1 17 1,-8 0-1,0 9-15,9 0 16,-9-18 0,0-8-1,0-8-15,17 8 16,34 0-16,43 8 16,8-16-1,69 8-15,34-17 16,-17-26-1,59 1-15,-8-1 16,9 1 0,-18 8-16,-59 17 15,42 8 1,9 9-16,-51 9 16,-9 8-1,-17 0-15,-51-9 16,-34-8-16,-18-8 31,-16-18-31,-18 1 16,1-1-16,-1-8 0,1 0 15,8-25 1,17-52 0,9-67-1,25-52 1,18-25-16,16-94 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56:20.283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1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62.13592" units="1/cm"/>
          <inkml:channelProperty channel="Y" name="resolution" value="62.42775" units="1/cm"/>
          <inkml:channelProperty channel="T" name="resolution" value="1" units="1/dev"/>
        </inkml:channelProperties>
      </inkml:inkSource>
      <inkml:timestamp xml:id="ts1" timeString="2026-04-03T23:20:31.923"/>
    </inkml:context>
  </inkml:definitions>
  <inkml:trace contextRef="#ctx0" brushRef="#br0">25699 2738 0,'0'0'0,"17"0"0,17 0 0,60-8 16,42-1-1,78 1 1,76-9-16,51-17 16,95 0-16,-10 17 15,35 17 1,77 8 0,-128 1-16</inkml:trace>
  <inkml:trace contextRef="#ctx0" brushRef="#br0" timeOffset="12458.44">25101 1004 0,'0'0'0,"94"-120"0,-94 120 16,0 0-16,0 0 15,9 0 1,-1 0-16,1 0 15,8 34 1,-9 0 0,1 18-16,-9 33 15,-17 42-15,-9 18 16,-8-9-16,0-26 16,0-33-16,17-18 31,0-25-16,0-8-15,17-18 16,0-8 0</inkml:trace>
  <inkml:trace contextRef="#ctx0" brushRef="#br0" timeOffset="12676.19">24931 1174 0,'0'0'0,"34"8"0,51 26 16,35 0-16,16 0 16,-8-8-1,0-18-15,9-25 16,8-17-1,145-34-15</inkml:trace>
  <inkml:trace contextRef="#ctx0" brushRef="#br0" timeOffset="13044.21">25946 1505 0,'0'0'0,"-8"26"0,-9 16 16,0 9 0,17 0-1,0-8-15,25 8 16,18-9 0,8 1-16,26-18 15,17-16-15,-17-18 16,-1-8-16,-16-8 15,0-18 1,-26-8 0,-17-17-1,-25-17-15,-27 0 16,-33 17-16,-26 17 16,-8 9-16,51 25 15</inkml:trace>
  <inkml:trace contextRef="#ctx0" brushRef="#br0" timeOffset="13304.31">27107 1344 0,'0'0'0,"0"0"0,-9 25 16,-16 18-1,-35 33 1,-17 9-16,0 0 16,1-17-1,33-17 1,17-34-16,9-8 15,17-9 1</inkml:trace>
  <inkml:trace contextRef="#ctx0" brushRef="#br0" timeOffset="13534.38">26629 1080 0,'0'0'0,"0"0"0,9 0 15,16 26 1,35 16-16,34 18 16,17-1-16,8 1 15,-16-9 1,-9-9-16,-18-16 16,-41-18-1</inkml:trace>
  <inkml:trace contextRef="#ctx0" brushRef="#br0" timeOffset="13963.81">27781 1480 0,'0'0'0,"-8"25"16,-18 18-1,-8 8-15,0-9 0,8 1 16,9-18 15,0 1-31,17-18 16,0 1 0,17-1-16,9 1 15,34-26 1,25-9-16,0-25 15,1-8 1,-27-1-16,-7 18 16,-27 16-1,-16 9-15,-1 17 16,-8 17 0,-8 60-16,-9 42 15,0 17 1,8-25-16,18-43 15,8-34 1,25-51-16,1-51 16,-17 25-1</inkml:trace>
  <inkml:trace contextRef="#ctx0" brushRef="#br0" timeOffset="14204.02">29079 808 0,'0'0'0,"-9"17"0,0 42 16,-16 9 0,-9 26-16,-17 42 15,-9 17-15,-8 26 16,16-43-1,35-51 1,9-34-16,16-34 16</inkml:trace>
  <inkml:trace contextRef="#ctx0" brushRef="#br0" timeOffset="14658.91">30273 1123 0,'-8'0'0,"-9"25"0,-17 43 16,-9 26-16,-8 16 31,-26 26-31,0-8 16,26-60-1,0-9-15,34-33 16</inkml:trace>
  <inkml:trace contextRef="#ctx0" brushRef="#br0" timeOffset="14919.99">29958 1412 0,'0'0'0,"0"0"0,0 17 16,8 0-1,1 0 1,8 17-16,8 0 16,18 17-1,34 0-15,17-9 0,8-16 32,-16-18-32,-1-8 15,17 0 1,26 9-1,-59-1-15</inkml:trace>
  <inkml:trace contextRef="#ctx0" brushRef="#br0" timeOffset="15135.05">31144 1616 0,'0'0'0,"0"0"0,-9 25 16,1 18-1,-9 8-15,-9 8 16,9-8 0,0-25-16,17-18 15,-8-16-15,8-1 16</inkml:trace>
  <inkml:trace contextRef="#ctx1" brushRef="#br0">31150 1623 0</inkml:trace>
  <inkml:trace contextRef="#ctx0" brushRef="#br0" timeOffset="15237.4">31648 1029 0,'0'0'0,"-9"0"0,1 43 0,-10 16 15,1-16 1,0-1-1,9-16-15,8-18 16</inkml:trace>
  <inkml:trace contextRef="#ctx0" brushRef="#br0" timeOffset="15937.38">31793 1667 0,'0'8'0,"0"26"0,-9 17 16,1 17-1,-9-8 1,8-17-16,0-9 16,1-9-16,8-16 15,0-1 1,8-25-16,27-17 15,16-43 1,34-16-16,1 8 16,-18 25-1,-8 26-15,-18 0 16,1 17 0,-18 17-1,1 0-15,-17 9 16,-1 16-16,1 18 15,-18 8 1,-8-9 0,9-16-16,-1-1 15,9-16 1,0-1-16,17 1 16,17-1-1,26-16-15,25-18 16,1 9-16,-27 9 15,-16 8 1,0 8 0,-9 26-16,-8 9 15,-18 16 1,-8 1-16,-8-9 16,-1-8-16,0-18 15,1-8 1,8-8-16,0-9 15</inkml:trace>
  <inkml:trace contextRef="#ctx0" brushRef="#br0" timeOffset="16280.67">33184 1990 0,'0'0'16,"0"0"-16,8 9 0,9-1 15,18-8 1,-1-8 0,8-9-16,10-26 15,-1 0-15,-34-16 16,-9 8-1,-16 17 1,-9 8-16,-17 9 0,-26 17 16,-8 43-1,-9 25 1,9 34 0,33 17-16,44-25 15,68-26 1,187 34-16</inkml:trace>
  <inkml:trace contextRef="#ctx0" brushRef="#br0" timeOffset="20181.86">26885 3087 0,'0'0'0,"0"9"0,0 16 31,-8 18-31,-1 25 16,0 34 0,1 34-16,-9 0 15,0-26 1,0 10 0,0-1-16,17-17 15,0-34 1,8-17-16,9-9 0,-8-25 31</inkml:trace>
  <inkml:trace contextRef="#ctx0" brushRef="#br0" timeOffset="20512.93">27781 3028 0,'0'0'0,"9"34"0,-1 42 15,-8 43 1,-8 9-16,-1 33 15,-16-16 1,8-26-16,0-17 16,8-8-1,0-18-15,1-25 16,-1-17 0,1-17-16,8-8 15</inkml:trace>
  <inkml:trace contextRef="#ctx0" brushRef="#br0" timeOffset="20827.97">26612 3580 0,'8'0'0,"61"17"0,110 17 16,17-8 0,-34-1-16,26-8 15,-9-8-15,-16-18 16,7-16-1,-16-18 1,-35 1 0,-59 16-16</inkml:trace>
  <inkml:trace contextRef="#ctx0" brushRef="#br0" timeOffset="21194.28">26433 3878 0,'0'0'0,"8"0"0,52 9 16,51-1-1,34 1-15,51-9 16,35 8-1,-1 9-15,18-17 16,-1-25-16,86-18 16</inkml:trace>
  <inkml:trace contextRef="#ctx0" brushRef="#br0" timeOffset="39327.33">19084 11838 0,'0'0'0,"0"-8"0,0-18 16,0-16-1,0-18 1,0 9-16,0 17 16,0 17-16,0 0 15,0 9-15,0-1 32,34 1-32,52-9 15,59 8 1,51 1-16,52-9 15,42-17-15,0-9 16,51 0-16</inkml:trace>
  <inkml:trace contextRef="#ctx0" brushRef="#br0" timeOffset="52733.28">19921 10784 0,'0'0'15,"0"0"-15,0 0 0,8 0 16,18-9-1,16 1-15,10-9 16,7 0 0,1-9-16,0 1 15,8-18-15,-25 18 16</inkml:trace>
  <inkml:trace contextRef="#ctx0" brushRef="#br0" timeOffset="53020.11">20672 10231 0,'0'0'0,"0"0"0,0 0 16,-9 8-16,1 18 16,8 25-1,8 34-15,9 43 16,17 152 0</inkml:trace>
  <inkml:trace contextRef="#ctx0" brushRef="#br0" timeOffset="59013.09">19246 12451 0,'0'0'0,"0"0"0,0 0 16,0 0-1,0 8-15,0 9 16,0 0 0,9 9-16,-9 8 0,8 0 15,1 0 1,-1 8 0,1 1-1,8 8-15,-8-9 0,8-8 31,0 0-31,0-8 0,0-1 16,0-16 15,9-1-31,42-8 16,0-8-16,-8-1 0,8-16 16,0-1-1,9 1 1,9-1-1,33 1 1,-8-1-16,0 1 16,0-9-16,17 8 15,9 1 1,-18 8-16,-8 8 16,0 1-1,17 8 1,0 0-16,-26 0 15,1 8-15,16 1 16,9-1 0,-25 1-16,-18-1 15,0 1 1,-8-1 0,26 1-16,-1-1 15,-25 1-15,-17-1 16,-1 1-1,1-1-15,-17-8 16,-1 0 0,-16-8-16,0 8 15,-1 0 1,1 0 0,-18 0-16,1 0 15,-1 0 1,-8 0-16,9 0 15,-9 0-15,0 0 16,0 0 0,0 0-1,0-9-15,17 1 16,9-26 0,33-51-16,-16 34 15</inkml:trace>
  <inkml:trace contextRef="#ctx0" brushRef="#br0" timeOffset="87498.64">29386 11864 0,'0'0'0,"0"0"0,0 0 16,0 0-1,0 0-15,0 0 16,0 0-16,8 25 31,-8 43-31,0 60 16,-8-1-16,-9-33 15,0 17-15,-9 16 16,9-8 0,0-34-1,0-34 1,8-17-16,1-8 16,8-18-1,0 9-15,0-8 0,0-1 16,25 1-1,27-1 1,-1 1-16,9-1 16,8 1-1,0-9 1,35 0-16,7-9 0,-16 9 31,9 0-31,16 0 16,18 0-1,-9 0-15,-51 0 16,-18 0-16,-7 0 16,-27 0-1,1 0 1,-18-8-16,1-1 16,-1-25-1,-16-34-15,-1-34 16,-8 0-1,9 9-15,-1-9 0,1-18 16,8 10 0,0 25-16,8 8 15,1 18 1,8-1 0,0 1-1,-9 25-15,1 17 16,-9 8-1,0 1-15,0 8 16,0 0 0,-51 8-16,-69 18 15,-76 33 1,-103 9-16,-68-17 16</inkml:trace>
  <inkml:trace contextRef="#ctx0" brushRef="#br0" timeOffset="101316.24">25596 13335 0,'0'0'0,"0"0"0,0 0 31,0 0-31,9 0 16,-1 0-16,1 0 0,-1 17 15,-8 9 1,-8 16 0,-18 26-1,-8 9-15,0 16 16,8 1-1,9-26-15,9-17 0,8-9 32,0 1-32,17-9 15,8-9 1,10 1 0,7-9-16,10-9 15,16 1 1,9-1-16,8-16 15,26-1 1,-26-8-16,-16 9 16,-10 8-1,1 0-15,0 8 16,-18 1-16,-7 8 16,-1-9-1,-9 1 1,1-1-16,-18 1 15,1-1-15,0 1 16,-9-9 0,0 0-16,0 0 15,0 0 1,0 0-16,0 0 16,17-17-1,8-17 1,9-34-16,18-17 15,7-26 1,-25 52-16</inkml:trace>
  <inkml:trace contextRef="#ctx0" brushRef="#br0" timeOffset="105296.9">27423 13471 0,'0'0'0,"0"0"0,0 0 15,0 0 1,0 0-16,-9 0 16,1 17-16,-9 17 15,0 17 1,0 26 0,-1-1-16,10-8 15,8-8-15,0-9 16,0-9-1,0 9 1,17 0-16,0 9 16,17-9-16,26-9 15,8-8 1,26-25 0,9-1-16,7 1 15,-16-9 1,0-9-16,-17 9 15,-17 0 1,-9 0-16,-8 0 16,-18 0-16,-16 0 15,-1 0 1,1 0 0,-1-8-16,1-26 15,-1-51 1,1-119-16,-9-145 15</inkml:trace>
  <inkml:trace contextRef="#ctx0" brushRef="#br0" timeOffset="113072.93">22379 13275 0,'0'0'0,"0"0"0,0 9 0,17 16 15,-9 27 1,1 33 0,-1 42-16,-8 9 15,0-17 1,0-42-16,0-35 0,0-16 15,17-1 17,0 1-32,18-18 15,16 1 1,43-1-16,34-16 16,-17-9-1,-9 0-15,0 0 16,18 8-1,-9 1-15,-26-1 16,-16 1 0,-18 8-16,-17 0 15,-8 0 1,-18 0-16,1 0 16,-9-9-16,-9-8 15,-25-51 1,-9-25-1,26 42-15</inkml:trace>
  <inkml:trace contextRef="#ctx0" brushRef="#br0" timeOffset="114097.66">29505 13539 0,'0'0'0,"0"0"0,0 17 0,0 9 16,0 8-1,0 17-15,0 0 16,9 0-1,-9-9 1,0 1-16,0-18 16,0 1-1,0-9-15,8 0 16,9-9-16,1 1 16,16-1-1,25 1 1,27-18-16,-9 1 15,-9 8-15,0 0 16,-8 0 0,-9 8-16,-8 9 15,-1 0 1,-16 0 0,-9-8-16,-8-1 15,-1 1-15,1-1 16,-1 1-1,-8-9-15,0-9 16,17-42-16,0-102 31,35-153-31</inkml:trace>
  <inkml:trace contextRef="#ctx0" brushRef="#br0" timeOffset="117919.6">25784 14611 0,'0'0'0,"0"0"0,0 0 15,0 0 1,0 0-16,0 0 16,-8-9-1,-1 1-15,0 8 16,1 0-16,-18 17 16,1 0-1,-1 8-15,9 1 16,0-1-1,8 1-15,1-9 16,8-9 0,0 1-1,0 8-15,0 0 16,8 8-16,10 9 16,-1 0 15,8 9-31,9-9 0,18 0 15,7-9 1,35-8-16,26-8 16,8-18-16,34-8 15,9 9 1,-1-1 0,9 9-16,1 0 15,-27 9-15,-8 16 16,9 1-1,-9-1-15,-8-8 16,-35 0 0,-8-8-16,-26-1 15,-8-16 1,-17-1-16,-9 1 16,-9-26-1,-7 17 1</inkml:trace>
  <inkml:trace contextRef="#ctx0" brushRef="#br0" timeOffset="121444.48">23198 4516 0,'0'0'0,"0"0"0,26 0 15,42-17-15,34-34 16,43-17 0,9-34-1,17-17 1,-1 0-16,1-9 15,-17 17 1,-35 18-16,-8-1 16,-34 18-16,-26 8 15,-17 8 1,-17 9 0,-25 0-16,-43-8 15,-52-1 1,-42 35-16,-34 25 15,25 25 1,43 9-16,26-8 16,42-1-16,18-8 15,8 0-15,17 9 16,17-9 0,68 17-1,52-9 1,50-16-16,-7-9 15,-27 0 1,-33 8-16,-35 1 16,-34-1-16,-17 1 15,-25-1 1,-9 35-16,-43 110 31,-42 68-31,8-68 16,26-34-16,25-34 0,18-59 31</inkml:trace>
  <inkml:trace contextRef="#ctx0" brushRef="#br0" timeOffset="136374.54">30820 11370 0,'0'0'0,"0"0"0,0 0 16,0 0-1,0 0-15,0 0 16,0 0 0,0 0-16,0 0 15,17 0 1,25 17-16,27 9 16,8 8-1,-18 17-15,1 17 16,-17 9-1,-9 33-15,-9 43 16,-7 0-16,-1 0 16,8 0-1,-8-25 1,0 0-16,17 8 16,-8-26-1,0 1-15,-18 42 16,-25 25-16,-26 44 15,-25 41 1,-34 1 0,-9-17-16,-26-43 15,-68-17-15,-76 42 32</inkml:trace>
  <inkml:trace contextRef="#ctx0" brushRef="#br0" timeOffset="140512.22">25076 15427 0,'0'0'0,"0"0"0,0 0 0,0 0 0,0 0 31,-9 17-15,1 9-16,-18 25 0,-8 8 15,0-8 1,17-8 0,0-18-1,8-8-15,1-8 16,-1-1 0,9 1-16,0-9 15,0 0 1,0 0-16,0-9 15,17-8 1,0-8-16,9-18 16,-1 9-1,-16 17-15,-1 0 16,1 9-16,-9 8 16,-9 0-1,-16 25 1,-1 18-16,-8 8 15,17 8 1,0-16-16,8-18 16,9-16-16,0-1 15,0 1 1,0-9 0,9-17-16,17-34 15,16-9-15,-8 1 16,-8 25-1,-18 17 1,1 0-16,0 8 16,-9 9-1,-18 17-15,-16 34 16,0 9 0,17-18-16,0-16 15,9-1 1,8-16-16,8-1 15,26-8-15,17-25 16,9-1 0,-9-8-16,-8 0 15,-17 17 1,-9 0-16,-9 17 16,-8 0-1</inkml:trace>
  <inkml:trace contextRef="#ctx0" brushRef="#br0" timeOffset="142216.97">25349 16150 0,'0'0'0,"0"0"0,-9 17 0,-8 8 15,0 1 1,0 0-1,9-1-15,-1-16 16,9-1-16,0-8 0,0-8 31,0-9-31,0-52 0,0-50 16,9 0 0,-9 51-16,0 34 31,-9 9-16,0 8-15,-8 0 16,-8 17 0,-18 8-16,-8 9 15,8 9-15,9-9 16,17-9 0,0 1-16,17-1 15,0-8 1,8-8-1,35-35-15,8-16 0,9-1 32,-9 9-32,-17 9 15,-8 25-15,-17 0 16,-1 17-16,-25 34 16,-26 59-1,-25 18 1,-9-18-1,26-42-15,25-25 16,26-18 0,35-76-16,-1 0 15</inkml:trace>
  <inkml:trace contextRef="#ctx0" brushRef="#br0" timeOffset="147890.42">25758 16694 0,'0'0'0,"0"0"0,0 0 15,0 0 1,0 0-16,-8 0 15,-18 0 1,-8 17-16,-26 0 16,-8 17-1,-9 9-15,-8 8 16,0 17-16,-1 17 16,-8 17-1,9 26 1,25 33-16,35-16 15,42-43-15,34-34 16,60 0 0,51-26-16,60-42 15,34-25 1,-17-52 0,-26-50-16,-25-9 15,-43 17-15,-51 8 16,-26-8-1,-25-9-15,-43 18 32,-43-9-32,-50 17 15,-27 25-15,-34 35 16,-33 42 0,-27 42-16,-101 35 15</inkml:trace>
  <inkml:trace contextRef="#ctx0" brushRef="#br0" timeOffset="148273.14">27798 16397 0,'0'0'0,"-17"17"0,-42 51 16,-10 42-16,-8 18 31,18 25-16,16 25-15,26 27 16,34-18 0,26-43-16,33-42 15,10-17 1,42-25-16,51-52 16,137-25-1</inkml:trace>
  <inkml:trace contextRef="#ctx0" brushRef="#br0" timeOffset="148734.71">28652 16703 0,'0'0'0,"34"8"0,26 9 16,34 17-16,-1 0 15,-24 9 1,-18-9-16,-17 17 15,-17 17 1,-25 8-16,-44 18 16,-24 8-1,-18-8 1,17-18-16,17-25 16,26-17-1,17-8-15,0-9 16,17 0-1,34 0-15,51 0 0,52-26 16,25-42 0,-42-8-16,-86 25 15</inkml:trace>
  <inkml:trace contextRef="#ctx0" brushRef="#br0" timeOffset="149137.49">29915 16626 0,'0'0'0,"34"43"0,34 59 0,18 34 16,-35 42 0,-43 86-16,-33 93 15</inkml:trace>
  <inkml:trace contextRef="#ctx0" brushRef="#br0" timeOffset="152630.87">28968 16881 0,'0'0'0,"0"0"0,0 0 0,0 0 16,0 0 0,0 0-1,0 26-15,-9 50 16,1 18-16,-1 17 31,0 59-31,-8 25 16,-8-50-1,8 8-15,0-17 16,8-43 0,1-41-16,8-18 15,0-9 1,0-16-16,0-35 16,25-59-1,9-43-15,0-76 0,1-17 16,-10 26-1,-16-27-15,-1 52 16,-8 43 0,0 16-1,-8 18-15,-1 16 16,9 35 0,0 8-1,0 17-15,0 8 16,0 9-1,0 0-15,0 0 16,0 43-16,9 67 16,8 69-16,0 8 15,17-26 1,-8-7 0,-1-1-1,-16-17-15,-1-43 16,-16-33-16,-1-1 0,-8-16 31,0-18-31,9-8 16,-1-8-1,0-18-15,1-8 16,-18-68 0,9-68-1,0-17-15,9 9 16,-1-27-1,9 44-15,-8 25 0,8 8 32,0 18-32,0 33 15,0 26-15,0 17 16,0 0 0,0 9-1,0 8-15,0 34 16,8 93-1,-8 86-15,9 33 16,-9 78 0,0-52-16,0-94 15,0-16-15,8-77 32,9-42-32,-8-35 15</inkml:trace>
  <inkml:trace contextRef="#ctx0" brushRef="#br0" timeOffset="202187.23">7110 12621 0,'0'0'0,"0"0"0,-9 0 0,1 0 16,-1 0-1,9 0-15,-9 0 16,9 0 0,0 0-16,-8 0 15,8 0 1,-9 0-16,1 17 15,-18 25 1,1 43-16,-9 26 16,-9 8-1,9-9-15,0-25 16,16-17 0,10-25-1,-1-18-15,9-7 16,0-10-1,0 9-15,0 0 16,0-8 0,0-1-16,0 1 15,0-1 1,0 1-16,0-9 16,0 0-16,0 8 15,9 9 1,8 0-16,0 0 15,17-8 1,52-1-16,16-8 16,-8 0-1,0 0-15,8 0 16,43 9-16,9-1 31,-18 26-31,27-8 16,24 8-1,-24-9-15,67 1 16,0-1 0,-50-16-16,25-1 15,-1 1 1,-7-1-16,-1-8 16,-25 0-16,16 0 15,-7 0 1,-18 0-1,-26 0-15,18 0 16,-9 0 0,-51 0-16,-26 0 15,-17 0-15,-8 0 16,-17 0 0,-1 0-1,-16 0-15,-1 0 16,1 0-1,0 0-15,-9 0 16,0 0 0,0 0-16,0 0 15,0 0 1,8-8-16,1-1 16,-1-16-1,9-9-15,9-26 0,8-8 16,0 0-1,0-8 1,-8-1 0,8 9-16,0 0 15,-8 8-15,-9 9 16,-9 0-16,1 0 31,-1 0-31,-8 17 0,0 0 31,0 17-31,0 0 16,0 9-16,0-1 16,0 1-1,0 8 1,0 0-16,0 0 16,0 0-1,0-9-15,0 1 16,0 8-1,-8-9-15,-1 1 16,-16-1 0,-1-8-16,-8 0 15,0 0-15,-9 0 16,-8 0 0,-17 0-1,-26 0-15,-34 0 16,8 0-16,-8 9 15,-68-9-15,-17 8 32,-9 9-32,-34 9 15,-43-1-15,-17 9 16,-17-8 0,-17-9-1,-25 17-15,-43 8 16,-35-8-1,-8-8-15,69-1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2:53:03.1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23377 6591 0,'0'0'0,"17"8"0,86 26 0,93-17 16,60-34 0,34-59-16,35-26 15,16 0 1,35-9-1</inkml:trace>
  <inkml:trace contextRef="#ctx0" brushRef="#br0" timeOffset="11281.3">25315 7858 0,'0'0'0,"0"0"0,0 0 0,0 0 16,8 0 15,35 17-31,51 9 16,153-9-1,163-26-15,187-33 0,35 16 16,111 35-1,127 42 1,-443 0-16</inkml:trace>
  <inkml:trace contextRef="#ctx0" brushRef="#br0" timeOffset="14394.04">6760 9151 0,'0'0'0,"0"0"0,0 0 31,0 0-31,0 0 16,0 0-1,17 0-15,25 17 0,69 17 16,77 8 15,94-16-31,76-43 16,112-26-1,119 1-15,-171 16 16</inkml:trace>
  <inkml:trace contextRef="#ctx0" brushRef="#br0" timeOffset="18673.71">19084 9295 0,'0'0'0,"0"0"16,0 0-16,0 0 16,26 0-16,51 9 15,68-9-15,68-9 16,69-8 15,42-8-31,43-1 16,43 1-1,-18-1-15</inkml:trace>
  <inkml:trace contextRef="#ctx0" brushRef="#br0" timeOffset="32602.25">11403 11949 0,'0'0'0,"0"0"0,0 0 16,0 0-1,34-9 1,68-25-16,103-17 16,111-8-1,42 16-15,43 18 16,69-1 0,42 52-16,-102 25 15</inkml:trace>
  <inkml:trace contextRef="#ctx0" brushRef="#br0" timeOffset="51577.87">23770 6302 0,'0'0'16,"25"0"-16,1 8 15,34 9-15,68 0 16,51-17-16,60-8 16,51-1-1,111-33 1,9-18-16</inkml:trace>
  <inkml:trace contextRef="#ctx0" brushRef="#br0" timeOffset="55234.67">7169 9176 0,'0'0'0,"17"0"15,52-8-15,118-18 16,87-8 0,67-8-16,26-18 15,0-16 1</inkml:trace>
  <inkml:trace contextRef="#ctx0" brushRef="#br0" timeOffset="86448.59">8475 14594 0,'0'0'0,"0"0"0,0 0 16,0 0 0,0 0-16,0 8 15,0 18 1,0 25-16,0 17 16,0 8-1,0-8-15,0-25 16,0-18-1,0 1-15,0-18 16,0 1 0,9-1-16,8-8 15,25-8 1,35-9-16,0 0 16,-9-9-1,9 9-15,-9 0 16,9 9-1,0 8-15,26 17 16,-18 0 0,-8-9-16,0-8 15,-9 0 1,-8 0-16,8 0 16,9 0-1,-9 0-15,-17 0 16,-8 0-1,-18 0-15,-8 0 16,1-8 0,-1-9-16,8-26 15,18-33 1,-18 25-16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01:03.3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16413 4142 0,'8'0'0,"35"-9"0,51-8 0,298-42 16,-212 33-16,-10-16 0,-8-1 16,1 1-16,-27-1 15,-42 18 1,-9 8-16,-16-1 15,-27 10 1,-16 8-16,-17 0 16,-1 0-1,-8 0-15</inkml:trace>
  <inkml:trace contextRef="#ctx0" brushRef="#br0" timeOffset="317.25">17591 3682 0,'0'0'0,"0"0"0,0 0 16,0 0 0,0 0-16,0 0 15,0 0-15,25 0 16,26 0 0,35 9-16,16 8 15,-8 0 1,0 8-16,-26 1 15,-17-9 1,-8 0 0,-17-8-16,-1-1 15,-8 1-15,-8-1 16,-1 9 0,-8 9-1,-51 59-15,-43 34 16,52-60-16</inkml:trace>
  <inkml:trace contextRef="#ctx0" brushRef="#br0" timeOffset="9800.31">22353 6412 0,'9'0'0,"33"-17"0,69-34 0,26-8 16,33 16-1,61 1 1,25 25-16,34 0 16,77-26-16</inkml:trace>
  <inkml:trace contextRef="#ctx0" brushRef="#br0" timeOffset="11179.34">25007 5749 0,'0'0'0,"-8"9"0,-1 25 16,-8 17-1,0 0 1,0 8-16,9 9 15,8 9 1,0-1-16,0-16 16,17-1-1,0-8-15,8-25 16,27-1 0,24 1-1,35-26-15,43-17 16,17-9-1,-9-16-15,8-1 16,10 9-16,-1 0 16,0 17-1,0 9 1,-16 8-16,-18 0 16,0 8-1,-17 9-15,-26 0 0,-33 0 16,-18-8-1,-26-1 1,-16 1 0,-1-9-16,1 0 15,-1 0 1,-8-9 0,-8-42-16,8-76 15,8-86-15,18-127 16</inkml:trace>
  <inkml:trace contextRef="#ctx0" brushRef="#br0" timeOffset="20578.96">4225 7637 0,'17'0'0,"51"-17"0,103-17 16,136 0-1,86 17-15,93 25 16,60 26-1,-136-8-15</inkml:trace>
  <inkml:trace contextRef="#ctx0" brushRef="#br0" timeOffset="26486.27">8987 8666 0,'0'0'0,"0"0"0,0 0 15,17 9-15,69 8 16,84 17-1,95 0-15,102 0 16,26-9 0</inkml:trace>
  <inkml:trace contextRef="#ctx0" brushRef="#br0" timeOffset="27894.86">13007 8870 0,'0'0'0,"34"9"0,77 8 15,120 8-15,110-42 16,94-51-16,-33-8 16</inkml:trace>
  <inkml:trace contextRef="#ctx0" brushRef="#br0" timeOffset="30933.8">11445 9406 0,'0'0'0,"0"0"0,0 0 15,0 0 1,0 0-16,0 0 16,17 17-1,9 8-15,0 18 16,8 17-1,0 16-15,-8 26 16,-9 43 0,-9 8-1,-16-34-15,-1-34 16,1-34-16,8-17 16,0-9-1,0-8-15,0 0 16,17 0-1,8 0-15,26-8 16,86-18-16,34-16 16,-43-1-1,17 1-15,8 8 16,-16 8 0,-26 9-1,0 17-15,17 9 16,-9-1-16,-50 1 15,-18-9 1,-17 0-16,-8-9 16,-1 1-1,-8-9 1,0-26 0,26-59-16,17-127 0,25-137 15</inkml:trace>
  <inkml:trace contextRef="#ctx0" brushRef="#br0" timeOffset="35383.55">7801 13037 0,'0'0'0,"43"0"0,170-42 0,222-77 32,112-60-32,50-25 15,120 17-15,-290 119 16</inkml:trace>
  <inkml:trace contextRef="#ctx0" brushRef="#br0" timeOffset="49253.31">20766 10614 0,'0'0'0,"0"0"0,0 0 16,-9 0-1,-34 0 1,-33 17 0,-35 8-16,-60 60 15,-43 68 1,18 43-16,8 76 16,18 43-1,33 8-15,69-43 0,59-50 16,61-17-16,50-77 15,43-60 1,68-33 0,35-69-1,42-101-15,-17-60 16,-34-26-16,-8-42 31,-69 8-31,-60-16 16,-42-1-1,-60 17-15,-34 43 16,-51 43 0,-52 16-16,-68 26 15,-111-26-15</inkml:trace>
  <inkml:trace contextRef="#ctx0" brushRef="#br0" timeOffset="49837.16">22515 10588 0,'-8'9'0,"-18"59"0,-34 85 16,9 68 0,-9 25-16,9 27 15,8 33 1,18 17-16,16-34 16,35-42-16,17-43 15,25-17-15,17-43 16,26-33 15,145 59-31</inkml:trace>
  <inkml:trace contextRef="#ctx0" brushRef="#br0" timeOffset="50378.85">23608 11575 0,'0'0'0,"-9"8"15,1 52-15,-18 33 16,-8 43-1,-26 26-15,-8-9 16,17-43 0,16-33-16,18-43 15,17-8 1,0-9-16,9-9 16,25-33-1,51-61-15,43-58 16,0-26-1,26-9-15,0 9 16,-26 26 0,25 16-1,-8 43-15,-16 34 16,-10 34-16,-17 25 16,-8 43-1,-8 43-15,-27 76 16,-42 60-1,-59 50-15,-35 1 16,9-51 0,25-69-16,9-67 15,8-52 1,18-33-16</inkml:trace>
  <inkml:trace contextRef="#ctx0" brushRef="#br0" timeOffset="50649.64">26253 10928 0,'0'0'0,"9"26"16,34 93 0,-9 119-1,-60 94-15,-119 93 16,-196 94-16,76-188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02:04.5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3529 0,'0'0'0,"25"17"0,95 26 0,93 16 16,94-16 0,69-1-1,76 1-15,103-18 16,111 18-16,25-9 16,86-8-16,34-35 31,-385-8-31</inkml:trace>
  <inkml:trace contextRef="#ctx0" brushRef="#br0" timeOffset="25132.61">27756 2806 0,'0'0'0,"0"0"0,-9-8 0,-25-9 15,0 0 1,0 0-16,17 0 16,0 8-1,-1 1-15,10-1 16,-1 9-1,-8 0-15,-17 0 16,-68 43 0,-35 42-16,1 26 15,-9 59 1,-18 68-16,1 42 16,43-7-1,50-44 1,27-8-16,25-34 15,25 17 1,9-16-16,35-52 16,50-9-16,17-25 15,18-34 1,34-34-16,-1-51 16,-24-34-1,16-51-15,0-59 16,-26-60-1,-33-52 1,-35-41-16,-42 16 16,-35 0-16,-34 18 15,-50 33 1,-44 9-16,-51 34 16,-102 51-1,-60 8 1</inkml:trace>
  <inkml:trace contextRef="#ctx0" brushRef="#br0" timeOffset="45072.8">26595 2271 0,'-17'-9'0,"-26"1"0,0-18 16,-16 9-1,-18-8-15,9 8 16,-1 0-16,-33-9 31,-35 9-31,-59 9 16,-34-1 0,16-8-16,-8 0 15,26 17-15,25-8 16,35-1-1,25 1 1,25-9-16,18-9 16,-9-33-1,26-1-15,34 43 16</inkml:trace>
  <inkml:trace contextRef="#ctx0" brushRef="#br0" timeOffset="45356.47">24410 1488 0,'0'0'0,"0"0"0,-9 0 16,-8 0 0,-17 17-16,-17 9 15,-17 8-15,-9 25 32,0 9-32,9-8 15,0-9-15,16-9 16,10-16-1,25-1 1,8-7-16,18-1 16,59 17-1,85 8-15,18-25 16,111-8 0</inkml:trace>
  <inkml:trace contextRef="#ctx0" brushRef="#br0" timeOffset="48704.29">27670 2339 0,'0'0'0,"0"0"0,26 8 15,76 1-15,78 8 16,16-17 0,34-26-16,-8-16 15,-8-1 1,25-8-16,-26 9 15,34 8 1,-67 17-16,-69 8 16,17 1-1,-43-1-15,-8 1 16,-35-1 0</inkml:trace>
  <inkml:trace contextRef="#ctx0" brushRef="#br0" timeOffset="49022.2">30180 1548 0,'8'8'0,"60"60"16,18 34-16,8 0 15,25-16 1,1-18-16,-9-17 16,-43-17-1,-34-9-15,-8-8 16,-18-8 0,1-1-16,-1 9 15,-68 26 1,-93 59-16,-223 42 15,-25-16 1</inkml:trace>
  <inkml:trace contextRef="#ctx0" brushRef="#br0" timeOffset="60595.61">2100 4916 0,'0'0'0,"0"0"0,0 0 16,0 0-16,0 0 16,-9 0-1,1 0 1,-1 0-16,-17 25 16,-16 18-1,-18 16-15,0 26 16,-42 77-16,8 42 15,17 17 1,9 26 0,8 8-16,26 8 15,8 35-15,26 17 16,9 42 0,16 60-1,10-26 1,7 17-16,10 43 0,16 8 31,0 17-31,-25-33 16,-35-1-1,-8 17-15,-34 17 16,-17-8 0,8-43-16,9 0 15,9-33 1,16-61-16,9 1 0,-9-51 15,9-52-15,-25-8 32,16-25-32,1-9 15,-9-8 1,-9-1-16,0-16 16,18-35-1,-18-42-15,18-34 16,8-8-1,0-17-15,0-9 16,0-9 0,34 1-1,26-26-15,119-26 0,68-51 16,103-25 0</inkml:trace>
  <inkml:trace contextRef="#ctx0" brushRef="#br0" timeOffset="63348.25">5001 6565 0,'0'0'0,"0"-8"0,26-1 16,17-8 0,42 0-16,26 0 15,34 9 1,43 16-16,8 9 16,94 34-1</inkml:trace>
  <inkml:trace contextRef="#ctx0" brushRef="#br0" timeOffset="63761.65">5411 7637 0,'0'0'0,"9"0"0,25 0 15,77 17 1,85-17-16,128 0 15</inkml:trace>
  <inkml:trace contextRef="#ctx0" brushRef="#br0" timeOffset="76737.75">5497 8173 0,'0'0'0,"0"0"0,0 0 0,-9 0 15,0 0-15,1 0 31,-1 0-31,1 0 16,-1 0 0,1 0-16,8 0 15,0 0 1,0 0-16,0 0 16,0 0-1,17-9-15,26 9 16,16 0-1,35 17-15,17 17 16,43 0 0,25 0-16,0-8 15,52-9 1,25-9-16,68-8 16,9-17-1,17-42 1</inkml:trace>
  <inkml:trace contextRef="#ctx0" brushRef="#br0" timeOffset="82629.67">5915 8802 0,'8'0'15,"18"17"-15,59 9 0,120 16 16,85-42-1,77-34-15</inkml:trace>
  <inkml:trace contextRef="#ctx0" brushRef="#br0" timeOffset="86772.46">7707 9712 0,'0'0'0,"0"-8"0,-8-9 0,-1 0 15,0 0 1,1 0 0,-9 0-16,0 8 15,8 1-15,1-1 16,-1 9 0,9 0-1,0 0 1,0 0-16,0 0 0,0 0 15,0 0-15,26 0 32,8 9-32,26-1 15,25 9-15,43-8 16,17-1 0,-8-8-16,-18 0 31,35 0-31,-26 0 15,-26 17-15,-51 0 0</inkml:trace>
  <inkml:trace contextRef="#ctx0" brushRef="#br0" timeOffset="87082.18">9636 9942 0,'0'0'0,"0"0"16,0 0-16,0 0 15,0 0 1,0 0-16,26-9 16,59-25-16,86-25 15,59-9 1,103-9 0</inkml:trace>
  <inkml:trace contextRef="#ctx0" brushRef="#br0" timeOffset="88825.34">8211 10265 0,'0'0'0,"0"0"0,0 0 16,0 0-1,-9 0 1,9 0-1,0 0-15,0 0 0,17 8 32,60 1-32,119-18 15,146-25-15,42-8 16</inkml:trace>
  <inkml:trace contextRef="#ctx0" brushRef="#br0" timeOffset="93520.1">7630 11319 0,'0'0'15,"0"0"-15,0-8 0,9-1 32,16 1-17,18-1-15,51 1 0,51-1 16,34-8-16,35 9 16,50-9 15,52-17-31,-17 0 15,42 8 1</inkml:trace>
  <inkml:trace contextRef="#ctx0" brushRef="#br0" timeOffset="94709.4">10592 11115 0,'0'0'16,"0"0"-16,0 0 0,0 0 15,0 0 1,0 0-16,0 0 15,0 0 1,0 0-16,0 0 16,0 0-1,-9 0-15,9 0 16,0 0 0,0 0-16,0 9 15,0-9 1,0 8-16,0-8 15,0 0 1,0 0-16,0 0 16,0 0-1,0 0-15,0 0 16,0 0 0,0 0-16,0 0 15,0 0 1,0 0-16,26 9 15,59 8 1,86 0-16,94-9 16,16-16-1,61-9-15</inkml:trace>
  <inkml:trace contextRef="#ctx0" brushRef="#br0" timeOffset="101393.29">6282 12255 0,'0'0'0,"17"0"16,77-17-16,136-26 16,94-16-16,35-9 15,68-9 1,-26 9-16</inkml:trace>
  <inkml:trace contextRef="#ctx0" brushRef="#br0" timeOffset="109441.57">5667 14075 0,'0'0'0,"0"0"0,9 0 16,33 0-1,52 25-15,77 9 16,68 17 0,94 26-16,111 0 15,-43-26 1</inkml:trace>
  <inkml:trace contextRef="#ctx0" brushRef="#br0" timeOffset="117991.16">10421 6625 0,'0'0'0,"0"0"0,0 0 16,0 0-16,-8 0 15,-1 8 1,1 1-1,-1-1-15,-8 10 16,-34 16-16,-26 25 16,-17 26-1,-17 26-15,0-1 16,9-16 0,16-9-16,27-17 15,16-26-15,9-16 31,8-18-31,1 1 16,-1-1-16,0-16 16,-8-26-1,0-9 1,17 9-16,9 17 16,8 0-16,0 9 15,0 8 1,0 0-1,0 0-15,0 0 16,-9 0-16,9 0 16,0 0-1,0 0 1,0 17-16,17 8 16,26 9-1,25 9-15,-17-9 16</inkml:trace>
  <inkml:trace contextRef="#ctx0" brushRef="#br0" timeOffset="122596.47">7135 16609 0,'0'0'0,"0"0"0,0 0 0,0 0 15,-8 0 1,-1-8-16,-16-9 16,-1-34-1,-8-34-15,17-26 16,17-68-1,0-8 1,0 51-16,0 0 16,-9-17-16,-16 26 15,-1 33 1,9 69 0</inkml:trace>
  <inkml:trace contextRef="#ctx0" brushRef="#br0" timeOffset="122881.38">6444 15716 0,'0'0'0,"0"0"15,0 0-15,0 0 16,0 0 0,0 0-16,0 0 15,0-8 1,17-1-16,17-8 15,9-8 1,8-18-16,0-8 16,9 0-1,-9 17-15,0-8 16,18-1 0,25 1-16,16 8 15,10 8 1,8 26-16,154 9 15</inkml:trace>
  <inkml:trace contextRef="#ctx0" brushRef="#br0" timeOffset="151154.6">18307 11090 0,'-8'0'0,"-18"42"0,-33 60 0,-27 51 16,18 52-1,17 50-15,25 8 16,26-59-1,51-8-15,35 0 16,16-77 0,18-51-1,16-43-15,43-50 16,1-77 0,16-60-16,-8-59 15,-35-17 1,-33-9-1,-35-25-15,-42 8 0,-18 18 32,-25 16-32,-34 43 15,-25 34-15,-27 34 16,-59 34 0,-102 68-1,-61 110-15,-7 86 16,-10 25-1</inkml:trace>
  <inkml:trace contextRef="#ctx0" brushRef="#br0" timeOffset="151536.43">21525 9789 0,'0'0'0,"0"0"0,-8-9 15,-27 9-15,-50 17 16,-60 26 0,-26 50-16,-51 86 15,-17 67 1,9 44-16,51 58 16,42 77-1,26 1-15,34-27 16,35-24-1,42-10-15,25-101 16,44-111 0,101 102-16</inkml:trace>
  <inkml:trace contextRef="#ctx0" brushRef="#br0" timeOffset="151867.7">21909 11379 0,'-8'8'0,"-69"103"0,-51 119 31,0 59-31,-17 17 16,34-17 0,60-76-16,42-69 15,18-16 1,-1-77-16</inkml:trace>
  <inkml:trace contextRef="#ctx0" brushRef="#br0" timeOffset="152269.07">22566 12340 0,'-25'17'0,"-52"60"16,0 25 0,34-26-1,18-16-15,16-18 16,18-8 0,51 0-16,76-25 15,69-35 1,0-50-16,8-18 15,-51 1-15,-51 16 16,-51 26 0,-26 8-16,-17-8 15,-42 0 1,-35 0-16,-51 17 16,-34 26-16,-9 33 15,26 9-15,43 26 16,51-26 15</inkml:trace>
  <inkml:trace contextRef="#ctx0" brushRef="#br0" timeOffset="152791.79">24521 12459 0,'8'0'0,"18"0"0,0 0 16,-1 9-16,-16-9 16,-1 0-1,-33 25-15,-52 43 16,-17 17 0,9-8-16,16-18 15,35-25 1,17-17-16,17 0 15,9 0 1,50-8-16,44-9 16,16-17-1,1-26-15,-9-8 16,-34 9 0,-35 16-16,-16 9 15,0 9 1,-18-1-16,1 9 15,-9 51 1,-35 43-16,-58 110 16,-27 42-1,-8-16-15,-17 17 16,17-69 0,17-59-16,17-8 15,34-26 1,1-34-16,-10-25 15,10-52 1,7-17-16,35 18 16</inkml:trace>
  <inkml:trace contextRef="#ctx0" brushRef="#br0" timeOffset="153323.06">26279 11753 0,'0'0'0,"0"0"16,0 17-16,9 17 15,-18 34 1,-8 34-16,-17 17 15,-17-8 1,-1-26-16,10-34 16,16-17-1,9-26-15,9 1 16,8 0 0,17-18-16,42-34 15,61-59 1,25-34-1,9 9-15,-9 16 0,-17 26 16,-9 26 0,-8 25-1,-17 42-15,0 18 16,-9 42-16,-8 59 16,-34 43-1,-35 34-15,-33 18 16,-18-35-1,9-77 1,8-42-16,9-34 16,17-25-1</inkml:trace>
  <inkml:trace contextRef="#ctx0" brushRef="#br0" timeOffset="153578.53">28959 11166 0,'9'9'0,"33"93"0,18 94 15,-9 93 1,-85 110 0,-213 120-16,-206 59 15,163-263-15</inkml:trace>
  <inkml:trace contextRef="#ctx0" brushRef="#br0" timeOffset="157356.49">22268 14177 0,'0'0'0,"59"0"0,121 17 16,59 0-16,59-17 16,121 8-1,41 1 1,78-1-16,111 9 16,-35-8-16,-204-18 15</inkml:trace>
  <inkml:trace contextRef="#ctx0" brushRef="#br0" timeOffset="201573.71">3918 7382 0,'0'0'0,"0"0"16,0 0-16,0 0 15,-9 0 1,-25 0-16,-17-9 16,-9 1-1,0-1-15,-8 1 16,8-1 0,9 1-16,17 8 15,0 0 1,8 0-16,-17 25 15,-16 26 1,-10 43-16,10 59 16,-1 51-1,26 34-15,0 9 16,17 59 0,8 17-16,0 9 15,1 8 1,-9 9-16,-9 16 15,1-7 1,-1-10-16,9 27 16,0-18-1,0-51-15,8-8 16,1-18 0,-1-16-16,1-1 15,-1-33-15,-8-43 16,-9-17-1,9-59-15,0-35 16,0-16 0,0-9-1,0-9-15,9-16 16,-1-1-16,9-16 16,0-1-1,0 1 1,0-9-1,9 8-15,25 9 0,85 17 16,78 1 0,135 7-1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05:15.8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10046 6013 0,'0'0'0,"0"0"0,0 0 0,0-9 0,0 9 0,0 0 0,0 0 31,0 0-31,0 0 0,0 0 15,0 0 1,0 0-16,0 0 16,-9 26-1,1 16 1,-1 26 0,-8 9-16,8-18 15,9 1 1,0-1-16,0-16 15,0-1-15,9-16 16,8-1-16,9 1 16,8-9-1,17-9 1,51-8 0,26-17-16,9-8 0,42-1 15,0-8 1,-16 9-1,50-9-15,9 8 16,0 9 0,25 0-1,18 9-15,-1-9 16,18 8 0,-9 1-16,-34 16 15,-8 9 1,-9 9-16,8-9 15,-51 8 1,-51-8-16,-8 0 16,-26 17-1,-26-8-15,-25-18 16,-18 1 0,-8-1-16,-8 1 15,-1-9 1,1 0-16,8-9 15,9-25 1,-1-17-16,9-42 16,0-52-1,-8-16-15,-9-120 16</inkml:trace>
  <inkml:trace contextRef="#ctx0" brushRef="#br0" timeOffset="4240.47">17360 3691 0,'0'0'0,"-8"0"0,-10 17 15,-7 25-15,-18 18 16,-25 25-1,-9 17-15,-17 17 16,-42 43-16,-9 25 31,25-43-15,-8 9-16,17-8 0,34-60 31,18-17-31,7-25 16,18-18-1,0-16-15,8-26 16,1-26-16,8-16 0,0-18 31,8-25-31,9 0 0,9 42 16,-1 26 15,-8 17-31,0 9 16,0-1-1,0 9-15,0 0 16,0 0-16,0 9 0,0 16 31,0 52-15,-8 34-16,-1-1 16,1-33-1,-1-26-15,9-17 0,0-9 16,0 1-1,26-18 1,51-16 0,68-52-16,136-84 15</inkml:trace>
  <inkml:trace contextRef="#ctx0" brushRef="#br0" timeOffset="34337.67">10054 7407 0,'0'0'0,"0"26"0,9 16 0,-1 18 31,1 16-15,-1 10-16,1-1 16,-9 0-1,0-26-15,0-16 16,8-1-1,9-16-15,1-1 16,16 1 0,8-1-16,10 1 15,7-18 1,27 1-16,25-1 16,25-16-1,43-18-15,18-8 16,25-17-1,17-8-15,8-9 16,18 17 0,-9 17-16,-9 0 15,18 17 1,-26 25-16,8 9 16,-42 0-16,-34 0 15,25 9 1,-42-9-16,-35 0 15,-8 8 1,-25-16 0,-10-1-16,-16 1 15,-17-1-15,-1 1 16,-16-9 0,0 0-1,-9 0-15,0-9 16,-9 1-1,1-9-15,-9-34 16,0 25 0</inkml:trace>
  <inkml:trace contextRef="#ctx0" brushRef="#br0" timeOffset="35476.96">15841 6098 0,'0'0'0,"0"0"0,0 0 16,0 0 0,0 0-1,0 0-15,0 0 0,0 0 32,-9 0-32,-8 17 15,-34 25 1,-26 43-16,-8 17 15,-18 9 1,18 25-16,17 34 16,8-17-1,9-17-15,0 17 16,8 0 0,9-25-16,17-1 15,8 10 1,9-18-16,26-9 0,17-16 15,-1-9 1,18 0 0,17 0-16,8-34 15,18-26 1,16-25-16,1-34 0,8-17 16,17-17 15,0-25-31,-26-26 15,-8-26-15,-8-16 16,-27-27 0,-16-16-1,-26 0-15,-34-17 16,-17 34 0,-25 8-16,-27 1 15,-25 42 1,-17 17-16,-51 25 15,-77 43 1,-94 94-16,-153 169 16,119 1-1</inkml:trace>
  <inkml:trace contextRef="#ctx0" brushRef="#br0" timeOffset="50188.02">3994 12672 0,'0'0'0,"0"0"0,0 0 15,9 0-15,-1 0 16,-8 0-1,9 0-15,-9 0 16,8 0 0,1 17-16,0 0 15,-1 8 1,1 18-16,-1 16 16,1 1-16,-9 8 15,-9 0 1,1 0-16,8-9 15,0-16 1,0-18-16,8 1 16,9-9-1,0 0 1,9-9-16,8 1 16,0-18-1,17 1-15,9-1 16,8 1-16,9-1 15,0 1 1,8-9 0,18 0-16,16 8 15,9 1 1,-17 8-16,-17 0 16,-8 0-1,-10 0-15,-16 8 16,-9 1-1,-25-1-15,0-8 16,-18 0-16,1 0 16,-9 0-1,0 0-15,8-25 16,9-43 0,-8-85-16,-18-162 15</inkml:trace>
  <inkml:trace contextRef="#ctx0" brushRef="#br0" timeOffset="56902.6">11582 13003 0,'0'0'15,"0"0"-15,8-8 0,1 8 16,-9 0-1,0 0-15,0 0 16,0 17 0,0 42-16,0 43 15,-9 9-15,-8-34 16,9-35 0,-9 1-16,17-18 15,0 1 1,0-18-1,0 1-15,0-1 16,0 1 0,0-1-16,0 9 0,17 0 15,26 0 1,16-8 0,35-1-16,26-8 15,16-17-15,18 0 16,8-8-1,0 8 1,0 8 0,0 9-16,1 0 15,-27 0 1,-16 9-16,-26-1 16,-26 1-16,-17-1 15,-25-8 1,-18 0-1,1 0-15,-1 0 16,1 0 0,-9-8-16,-9-18 15,-8-50 1,0-61-16,0-16 16,-17-136-16</inkml:trace>
  <inkml:trace contextRef="#ctx0" brushRef="#br0" timeOffset="109451.24">24504 2747 0,'0'0'15,"0"17"-15,0 42 0,-9 44 16,-16 33-16,-35 34 15,-8 17 1,8-17-16,0-34 16,0-17-1,9-17-15,26-34 16,8-34 0,8-17-16,9-8 15,9-35 1,25-33-16,43-69 15,42-59 1,18-9-16,8 26 16,-9 9-1,-8 42-15,0 25 16,-17 26 0,-8 25-16,-1 26 15,0 26 1,-16 16-16,-1 44 15,-17 41-15,-25 35 16,-51 42 0,-27 25-16,-16-50 15,17-51 1,8-43 0,18-34-16,8-17 15,0-26-15,8 9 16</inkml:trace>
  <inkml:trace contextRef="#ctx0" brushRef="#br0" timeOffset="109729.85">26731 3121 0,'9'0'0,"34"26"0,59 16 15,1-8 1,-35-25-1,-8-1-15,-1 1 0,1-9 16,-17-9 0,-18 1-1</inkml:trace>
  <inkml:trace contextRef="#ctx0" brushRef="#br0" timeOffset="109969.29">26441 3665 0,'0'9'0,"34"25"0,35 25 16,42 1-1,8-26 1,18-8-16,-9-26 15,8-9 1,26-16-16,146-9 16</inkml:trace>
  <inkml:trace contextRef="#ctx0" brushRef="#br0" timeOffset="110595.59">28805 2900 0,'0'0'0,"0"0"0,9 0 15,34 0-15,8 17 16,0 9 0,0 16-16,-8 18 15,-26 16 1,-26 26-16,-42 51 15,-34 43 1,-26-9 0,-43-25-16,9-26 15,60-60 1,17-25-16,-18-34 16,27-17-16,16-25 15,26-18 1,25-8-1,26 0-15,18 9 16,24-1 0,10 35-16,16 25 0,18 25 15,-9 26 1,0 26 0,0-9-16,-18-26 15,1-16 1,-34-18-16,-17-16 15,-9-9-15,-17-9 16</inkml:trace>
  <inkml:trace contextRef="#ctx0" brushRef="#br0" timeOffset="110929.31">30043 2211 0,'0'0'0,"9"26"0,16 33 0,9 18 15,9 16 1,8 18-1,9 8 1,-9-26-16,0-16 16,-8 0-1,0-18 1,-18-8-16,1-8 0,0-18 31,-9-25-31,-9 0 16</inkml:trace>
  <inkml:trace contextRef="#ctx0" brushRef="#br0" timeOffset="111117.85">30615 2169 0,'-9'0'16,"-59"59"-16,-77 69 15,-17 33-15,0-8 32,17-42-32,16-60 15,70-34 1</inkml:trace>
  <inkml:trace contextRef="#ctx0" brushRef="#br0" timeOffset="112984.87">22336 5120 0,'0'0'0,"0"0"0,0 0 16,0 0-1,0 8 1,-9 18-16,-25 42 16,-25 68-1,-10 34 1,-16 26-16,25-26 0,17-26 16,18-25-1,16-25 1,18-26-16,8-26 15,26-16 1,42-18-16,-34-8 16</inkml:trace>
  <inkml:trace contextRef="#ctx0" brushRef="#br0" timeOffset="113368.96">23164 5434 0,'-9'9'15,"-33"59"-15,-52 51 0,0-8 16,17-26 0,34-34-1,26-26 1,0 1-16,17-1 0,17 1 15,60-18 1,43-25 0,50-25-1,1-18-15,-34-16 0,-35-1 16,-25 0 0,-35 1-16,-24 25 15,-18 0 1,-35 8-16,-41 18 15,-44 33 17,60 9-32</inkml:trace>
  <inkml:trace contextRef="#ctx0" brushRef="#br0" timeOffset="113950.91">24094 5894 0,'0'0'0,"0"8"15,-8 26-15,-9 26 16,-9 16-1,0 1-15,1-18 16,8-8-16,17-8 16,0-9-1,17-9 1,0-16-16,25-9 16,18-26-1,26-33-15,-18-9 16,0 8-16,-8-8 15,-26 9 1,-8 16 0,-18 18-16,1 8 15,-1 0 1,1 17-16,-9 8 0,-9 35 16,-25 67-1,-17 60 1,-17 26-16,-1 25 15,-16-25 1,8-52-16,-17 26 16,0-17-16,0-59 31,18-43-31,-10-17 16,10-17-1,-10-34-15,1-43 16,17-33-1,25 8-15,34 51 16</inkml:trace>
  <inkml:trace contextRef="#ctx0" brushRef="#br0" timeOffset="114561.2">25084 6497 0,'0'0'0,"0"0"0,0 0 16,9 0-1,8 17-15,0 17 16,-9 0-1,1 9-15,-18 25 16,-8 9-16,-25 8 31,-18-17-31,0-17 16,9-26-16,0 1 16,17-18-16,8 1 15,9-9 1,17 0-1,0 0-15,8-9 16,27 1-16,24 8 16,1 8-1,0 9 1,-9 17-16,-8 0 16,-1 9-1,-7-9-15,-10-17 16,-8-17-1,0 0-15</inkml:trace>
  <inkml:trace contextRef="#ctx0" brushRef="#br0" timeOffset="115016.54">25955 5902 0,'0'0'0,"0"34"0,0 26 15,0 33 1,-9 9 0,-8-8-1,0-18-15,0-25 16,8-17-1,9-8-15,0-18 0,9 1 16,34-9 0,42-26-1,26-33 1,8-35 0,-16 18-16,-18 16 15,1 18 1,-18 16-16,-25 18 15,-9 8 1,0 25-16,-9 18 16,1 25-1,0 0-15,-18-26 16,1 1 0,-9-26-16</inkml:trace>
  <inkml:trace contextRef="#ctx0" brushRef="#br0" timeOffset="115357.62">27884 6251 0,'0'0'0,"17"0"0,25 8 16,18 1-1,0-1-15,-9 1 16,-17-9-1,-8 0-15,-18 0 16,1 0 0</inkml:trace>
  <inkml:trace contextRef="#ctx0" brushRef="#br0" timeOffset="115517.48">27568 6761 0,'0'0'0,"25"9"0,44 25 16,33 8-1,35-8-15,-9-17 16,-26-34 0,-68 9-16</inkml:trace>
  <inkml:trace contextRef="#ctx0" brushRef="#br0" timeOffset="115837.76">29292 6140 0,'0'0'0,"0"34"0,-9 60 16,-8 42 0,-42 34-16,-27 17 31,-16-34-15,25-34-16,26-42 15,25-26 1,9-17-16,17-26 15,0-8 1</inkml:trace>
  <inkml:trace contextRef="#ctx0" brushRef="#br0" timeOffset="116186.03">29727 6744 0,'0'0'15,"-17"9"-15,-34 33 16,-17 26-16,-18 26 16,18-9-1,25-26-15,26-16 16,17-1 0,9-8-16,25 0 15,26-8 1,42-26-16,9-26 15,-9-16-15,-25-18 16,-25 1 0,-18-9-16,-17-9 15,-17 9 1,-26 9 0,-17 8-16,1 0 15,8 17 1,17 17-16</inkml:trace>
  <inkml:trace contextRef="#ctx0" brushRef="#br0" timeOffset="117061.79">30470 6770 0,'0'0'0,"0"0"0,0 0 0,0 0 0,0 0 16,0 0 0,0 0-1,0 0 1,0 0-16,0 0 15,0 8 1,-9 9-16,1 17 16,-18 17-1,-8 17-15,-9 17 16,1 17 0,-10 0-1,18-17-15,17-25 16,17-18-1,0-8-15,26-8 16,16-9-16,27-34 16,8-26-1,16-25 1,1-8-16,-25-9 16,-18 17-1,-9 8-15,-16 9 16,-17 17-16,-1 0 15,1 9 1,-9 8-16,0 0 0,0 17 16,0 0 15,-9 8-31,1 26 16,-1 51-1,-25 60-15,-26 25 16,-8-17-1,-17 17-15,-18 17 16,-16-59-16,-9-35 0,0-16 31,0-18-15,8-16 0,26-26-16,26-17 15,17-34-15,17-17 0,17 17 16</inkml:trace>
  <inkml:trace contextRef="#ctx0" brushRef="#br0" timeOffset="117480.32">30973 7322 0,'0'0'0,"17"26"0,18 33 16,-1 18-16,0-9 15,-9-17 1,-16-8-16,-18-18 16,-8 1-1,-17-1-15,-17-8 16,-9-8-1,18-9-15,7-9 16,18 1 0,17 8-16,0-9 15,17 1 1,18 8-16,33 0 16,26 17-1,-17 0-15,-1 17 16,-16-9-1,-9 1-15,-25-18 16,-9 1-16,9-26 16,-9 8-1</inkml:trace>
  <inkml:trace contextRef="#ctx0" brushRef="#br0" timeOffset="118017.81">32108 6361 0,'0'0'0,"0"0"16,18 9-16,-1 8 15,17 17 1,0 25 0,-17 9-16,-17 17 15,-26 26 1,-33 25-16,-35-17 16,0-25-1,-17-9-15,26-43 16,25-16-1,26-18-15,17-16 16,0-1 0,17-8-16,0-8 15,17-1-15,0 1 16,0 8 0,17 8-1,0 9-15,17 17 16,17 9-1,-8 16-15,-9 1 16,-8-1-16,-9-8 16,17-17-1,1-25 1,-18-1-16</inkml:trace>
  <inkml:trace contextRef="#ctx0" brushRef="#br0" timeOffset="118367.13">32868 5630 0,'0'0'0,"0"0"31,0 8-31,9 18 16,8 25 0,0 34-16,8 17 15,9 0-15,1-8 0,-1-18 16,0 1-1,0-18 1,-17-33 0,0-1-1,-8-16-15,-1-1 16</inkml:trace>
  <inkml:trace contextRef="#ctx0" brushRef="#br0" timeOffset="121026.4">32868 6021 0,'0'0'0,"0"0"15,0 0 1,0 0-16,0 0 16,0 0-16,0 0 15,0 0 1,0 0-1,0 0-15,17 0 16,34-8 0,43-9-16,17-9 15,17-25 1,34-25-16,1 8 16,101-60-1</inkml:trace>
  <inkml:trace contextRef="#ctx0" brushRef="#br0" timeOffset="131817.67">26638 9159 0,'0'0'0,"0"0"0,0 0 31,34 0-31,17 9 16,26 8-1,25-9-15,-8 1 16,-34-9 0,-9-9-16,17 1 15,-8 8 1,-9 0-16,-25 8 15</inkml:trace>
  <inkml:trace contextRef="#ctx0" brushRef="#br0" timeOffset="132050.94">26885 9491 0,'0'0'0,"9"0"0,50 8 0,35 1 15,26-1 1,25-8 0,8-8-16,-33-1 15,-9-16 1,-43 8-16</inkml:trace>
  <inkml:trace contextRef="#ctx0" brushRef="#br0" timeOffset="132677.89">28498 9159 0,'0'0'0,"0"0"16,0 0-16,0 9 15,0 33 1,9 18-16,-1 16 15,9 9 1,0 18-16,9-10 16,8-8-1,0-17 1,-8-8-16,-1-9 16,1-9-16,0-16 15,-18-18 1,1-8-16</inkml:trace>
  <inkml:trace contextRef="#ctx0" brushRef="#br0" timeOffset="132937.7">28865 9278 0,'0'0'0,"-8"0"0,-18 26 16,-25 25 0,-17 8-16,-9 9 15,-9 1 1,-7 7-16,7 1 16,9-26-1,18-17-15,33-17 16,26-9-16,0-8 15</inkml:trace>
  <inkml:trace contextRef="#ctx0" brushRef="#br0" timeOffset="133312.85">29813 9176 0,'0'0'0,"0"0"0,0 0 15,-9 26-15,-25 33 32,-9 26-32,-25 9 15,-26 17 1,17-18-16,26-8 16,8-17-16,18-25 15,25-18-15</inkml:trace>
  <inkml:trace contextRef="#ctx0" brushRef="#br0" timeOffset="133659.43">30342 9508 0,'0'0'0,"0"0"0,-26 8 15,-42 18-15,-35 34 16,18 16 0,17-16-1,25-9-15,18-17 16,16 0 0,9-9-16,17 9 15,51 0-15,60-17 31,-8-17-31,-43-8 16,-1-18-16,-16-16 16,-9-9-1,-25 8 1,-26 1-16,-8 8 16,-35 8-1,9 18-15</inkml:trace>
  <inkml:trace contextRef="#ctx0" brushRef="#br0" timeOffset="134265.71">30777 9780 0,'0'0'0,"-9"9"0,-25 33 16,-17 9 0,8 0-1,9-8-15,17-18 0,0 1 32,9-9-17,8 0-15,0-9 16,17 1-1,25-1-15,35-16 16,0-18-16,-17 1 0,-26 8 31,-8 0-15,-9 8-16,-9 1 16,1 8-1,-1 0-15,1 0 16,-1 34-1,-25 51-15,-34 34 16,-34 25 0,-18 1-16,18-43 15,8-8 1,0-26-16,-8-26 16,8-16-1,0-18-15,17 1 16,18-18-1,16-16-15,9-1 16,17 1 0,9-26-16,16-26 15,35-8 1,17 0-16,-26 51 16</inkml:trace>
  <inkml:trace contextRef="#ctx0" brushRef="#br0" timeOffset="134721.22">31007 10205 0,'0'0'0,"0"0"0,0 0 16,18 0-1,-1 17-15,0 17 16,8 0-1,1 0-15,-1 9 16,-16-9 0,0 0-16,-18 0 15,0 9 1,-16-9 0,8-9-16,0 1 15,0-18 1,0 1-16,0-1 15,8-16-15,0-1 16,9-16 0,0-1-16,9 9 15,17 0 1,8 17-16,17 9 16,17 16-16,18 18 15,-18-1 1,-17-16-16,-17-9 15,-17-9 1</inkml:trace>
  <inkml:trace contextRef="#ctx0" brushRef="#br0" timeOffset="135323.98">32236 8921 0,'0'0'0,"0"0"0,0 0 16,18 0 0,-1 9-16,17 8 31,0 17-31,9 0 15,-18 17 1,-8 25-16,-17 18 16,-42 42-1,-35 17-15,-9-17 16,18-25 0,0-18-16,-9-25 0,-8-17 31,25-17-31,17-8 15,18-18-15,8 1 16,17-1 0,8-8-1,35 0-15,17-8 16,-1-1 0,35 9-16,34 17 15,34 9 1,146 25-16</inkml:trace>
  <inkml:trace contextRef="#ctx0" brushRef="#br0" timeOffset="142856.74">26851 11864 0,'0'0'0,"0"0"0,0 0 16,0 0-1,0 0 1,0 0-16,0 0 16,0 0-16,17-9 15,43-8 1,59-8-16,26 8 15,0 0 1,9 8 0,-52 9-16,-67 0 15</inkml:trace>
  <inkml:trace contextRef="#ctx0" brushRef="#br0" timeOffset="143098.98">26774 12306 0,'0'0'0,"9"0"0,33 8 15,95 1 1,34-9-1,-9-9-15,17-25 16,-17-17 0,111-59-16</inkml:trace>
  <inkml:trace contextRef="#ctx0" brushRef="#br0" timeOffset="143404.39">28635 11387 0,'0'0'0,"0"0"0,-9 17 16,9 52-1,0 33-15,26 17 16,8-9-1,9-16-15,16-1 16,27 1 0,8-9-16,8-26 15,0-25 1,-59-25-16</inkml:trace>
  <inkml:trace contextRef="#ctx0" brushRef="#br0" timeOffset="143587.63">29667 11745 0,'0'0'0,"-17"0"0,-85 51 16,-60 34-1,17 0-15,-60 0 16,-8 0-16,42 0 15,17-9 1,-102 52 0</inkml:trace>
  <inkml:trace contextRef="#ctx0" brushRef="#br0" timeOffset="157498.06">21252 7169 0,'26'-17'16,"153"-34"-16,94-17 0,26 43 15,145 59 1,102 59 0,196 60-1,129 111-15,-453-102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09:27.3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1750 8709 0,'0'0'0,"-9"0"0,-8 0 0,-9 0 0,1 0 16,-1 0-1,-8 17 1,-9 34-16,-33 51 16,16 8-1,9-16 1,-1 8-16,10 17 15,8 0 1,25-34-16,-8-25 16,17-18-16,0-8 15,17-8-15,-8-1 16,8-8 0,25 9-16,27-9 15,50-9 1,26-16-1,0-18-15,26-16 16,8-9 0,-8 8-16,17-8 15,8 0 1,0 0-16,18 0 16,8-9-1,34 9-15,8-8 16,18-9-16,17 0 31,-35 0-31,18 0 16,0-9-16,-1 1 15,18-9 1,-9-9 0,9-8-16,34-9 15,8-8 1,26 0-16,9 0 0,-26 9 15,8 8 1,43-17-16,-51 8 16,-34 26-1,42-9 1,-25 1-16,-26-1 16,1 1-1,-1-9-15,-8 17 16,-9 0-16,-8 8 31,-9-8-31,-43 8 16,9-8-1,-8 0-15,-10 17 16,-16 9-16,-43 8 16,1 0-1,-10-17-15,-25 0 16,-25 0-1,-18 17 1,-25 0-16,-26 17 16,-8 0-16,-18 0 15,-8-17 1,-34-18-16,-43-16 16,-51 9-1,-26-1-15,-67 35 16,-44 16-16,-34 26 31,-25 9-31,17 8 16,-35 8-16,26 9 15,1 0 1,-86 17 0,51-8-16,-26 8 15,-68 0 1,-25 17-16,-26 9 15,8 8 1,9 0-16,-17 0 16,-25 8-16,-9 9 15,-9 26 1,-34 33 0,9 35-16,-112 76 0,10 51 15,42 26 1,-69 51-1,18-18 1,298-177-16</inkml:trace>
  <inkml:trace contextRef="#ctx0" brushRef="#br0" timeOffset="23865.34">26723 3308 0,'0'0'0,"34"-8"0,111-9 0,69-26 15,33-16 1,-8-1 0,-34-8-1,0-17-15,-9 17 16,-51 17-1,-34 17-15,-34 25 16,-43 9-16,-8 26 16,-52 76-16,-111 145 31,-93 59-31,-77 17 16,-1-8-1,10-1-15,50-42 16,69-67-16,25-27 15,60-76 1,52-59 0,25-18-16,8-16 15,26-35 1,69-118-16,76-145 16,26-43-1,-18 9-15,-25 34 16,-25 42-16,8 0 15,-17 77 1,-34 60 0,-26 50-16,-8 26 15,-1 17-15,-8 34 16,18 51 0,7 94-1,1 101-15,-9 35 16,-8 0-1,-17-26-15,-1-77 16,-8-59-16,-8-50 16,-9-44-16,-9-16 15,-8-18 1,-26-25-16,-59-77 31,-120-110-31,-25-42 16,-26-35-1,8 34-15,9 52 16,-51-26-16</inkml:trace>
  <inkml:trace contextRef="#ctx0" brushRef="#br0" timeOffset="42997.58">29924 5911 0,'0'0'0,"0"0"0,0 0 0,0 0 32,0 0-17,0 0-15,0 0 16,0 0-16,0 0 15,0 0 1,8 0-16,43 17 16,86 25-1,-1 1 1,-25 8-16,17 8 16,-8 9-1,-1 17-15,-25 26 16,-25 33-1,-52 61-15,-60 41 16,-85 18 0,-9-1-16,9-16 15,-17-34 1,26-26-16,25-17 16,51-26-1,26 1-15,43-17 16,16-1-1,44-16-15,-1-26 16,-25-34-16,17-9 16,-9-8-1,-17-17 1,-17-8-16,-8-1 16,-18 1-1,-25 8-15,-25 25 16,-35 26-1,-26 17-15,10 9 16,7 8-16,26 34 16,43 9-1,69 33 1,67 1-16,77 8 16,35 9-1,-26-18-15,-43 18 16,-68 16-16,-103 35 15,-102 34 1,-179 42-16,-26-51 16</inkml:trace>
  <inkml:trace contextRef="#ctx0" brushRef="#br0" timeOffset="80041.46">19622 1735 0,'0'0'0,"-17"-9"0,-26 1 16,-17-1-1,1-8-15,-27 17 16,-8 26 0,-17 8-16,-8 17 15,8 17 1,17-8-16,9 8 16,-1 25-16,18 35 15,8 59 1,18 25-1,42-16-15,17-9 0,8-51 32,44-8-32,76 8 15,-17-68 1,8-60-16,69-33 16,-26-43-16,-16-43 15,16-76 1,-43-17-1,-33 0-15,-43 8 16,-43 1 0,-52-9-16,-24 51 15,-1 50 1,-17 27-16,43 50 16</inkml:trace>
  <inkml:trace contextRef="#ctx0" brushRef="#br0" timeOffset="80447.37">20714 1786 0,'-8'8'0,"-35"52"0,-42 51 16,-1 33-1,10 26-15,-1 17 16,17 34 0,17 9-16,52-51 15,25-26 1,26-17-16,51-34 16,-17-43-1,8-76-15,-34 0 16</inkml:trace>
  <inkml:trace contextRef="#ctx0" brushRef="#br0" timeOffset="80999.99">21525 2373 0,'0'0'0,"-8"34"0,-1 51 16,-17 17 0,-8 17-16,-17 0 15,8-25-15,9-26 16,17-34-1,0-9 1,17-16-16,9-1 16,25-25-16,51-34 15,43-34 1,0-26-16,-8-8 16,-18 9-1,-8 25 1,-17 25-16,0 26 15,-9 9 1,-8 16-16,-1 35 16,-7 50-16,-10 43 15,-25 43-15,-25 17 16,-9-52 0,0-33-1,8-26 1,-8-34-16,9-17 15,8-9 1</inkml:trace>
  <inkml:trace contextRef="#ctx0" brushRef="#br0" timeOffset="81197.24">23642 1624 0,'25'26'0,"78"84"0,42 112 15,-51 33-15,-94 34 32,-94 68-32,-128 51 15,-154-42 1,61-102-16</inkml:trace>
  <inkml:trace contextRef="#ctx0" brushRef="#br0" timeOffset="89038.79">17992 3104 0,'0'0'0,"0"9"0,-9 8 16,1 25-1,-9 18 1,-9 16-16,-8 26 0,0-17 16,8 0-1,-8 0 1,17 9-16,0-9 15,0-25-15,8-18 16,9 1 0,0-18-16,17 1 31,17-18-31,35 1 16,50-18-16,26-16 15,17-18 1,35-8-16,8 0 15,8 17 1,-17 9 0,26 16-16,17 18 15,26 16 1,16 9-16,-8 0 16,35 17-1,8-8-15,-9-1 16,26-8-16,-9-8 15,-8-1 1,-18 1-16,-24-1 16,-27-16-1,-34-9 1,-25 8-16,-26-8 16,-42 0-1,-43 0-15,-26 9 16,-25-9-16,-1 0 15,-16 0 1,-9-9 0,-17-8-16,-26-59 15,-42-69 1,-1-17-16,-50-110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14:19.7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18128 8709 0,'0'0'0,"0"0"0,17 17 16,0 17 0,0 8-16,9 1 15,0-1-15,-9 1 16,-9-9-16,1 0 15,-1 0 1,-8 0 0,0 0-1,9 17-15,-9-9 0,0-16 16,0-1 0,0 1-16,0-18 15,0 1 1,0-1-16,0-8 31,0 0-31,0 0 16,0 9-1,8-1-15,1 1 16,-9-9-16,8 0 16,-8 0-1,0 0 1,9 8-16,0 1 15,8-1 1,0 9-16,17 0 0,8 17 16,10-8-16,7-1 31,18 1-31,17-1 16,26-16-1,25-9 1,8-17-16,27-9 0,16-8 31,0 9-31,18-1 16,7 1-1,-7 8-15,8 17 16,0 0-16,-17 8 16,-1 9-1,1 9 1,-26 8-16,-16-9 15,-10 1-15,-8-9 16,0-9 0,-25 1-1,-18 0-15,-16-1 16,-27-8 0,1 0-16,-17 0 15,-18 0 1,-16 0-16,-1 0 15,1 0 1,0 0-16,-9 0 16,0 0-1,-9-8-15,0-10 16,1-7 0,-18-18-16,1-8 15,8 0 1,0 0-16,0 0 15,17 9 1,0-1-16,0 9 16,0 0-1,0 0-15,8 17 16,-8 0 0,0 0-16,0 9 15,0-1 1,0 9-16,0-8 15,-8-1 1,-1-8-16,-8-8 16,-9-9-1,1-9-15,-9-8 16,-9 9 0,0-1-16,-17-8 15,9 17 1,0 0-16,-9 0 15,-16 0 1,-10 8-16,-16-8 16,-1 17-1,1 0-15,-9 0 16,-26 0 0,1 0-16,-1 0 15,-8-8 1,-26-9-16,-16-9 15,33 1 1,-42-1-16,-26 1 16,17 16-1,-17 9-15,9 9 16,-18 25 0,-16 8-16,8 9 15,8 0 1,9 0-16,-17-8 15,-8-1 1,-9-16-16,-85-1 16</inkml:trace>
  <inkml:trace contextRef="#ctx0" brushRef="#br0" timeOffset="3823.29">18811 6855 0,'0'0'0,"0"0"0,0 0 15,0 0-15,0 0 16,0 0 0,-9 25-1,-16 35-15,-1 33 16,1 18 0,8 8-16,0 0 15,-9 8 1,-8 18-16,0 8 15,-9-17-15,0-25 16,9-35 0,9 1-1,7-1-15,1-8 16,9-25 0,-1-9-16,9-9 15,0-8 1,0-8-1,9 8-15,42 0 16,17-9-16,18 1 16,33-18-1,35 1-15,25-9 16,-25-9 0,51 1-16,34 8 15,-1-9 1,10 9-16,8 17 15,0 9 1,-8 8-16,-18 0 16,-8-9-16,8 9 31,-8 0-31,-34-8 16,-9-9-16,-34-9 15,-25 1-15,-43-1 16,-18-8-1,-16 9 1,0-9-16,-18 8 16,10-16-16,33-43 15,0-26 1,-8-25 0,8-34-16,0-17 15,-8 8 1,-17 18-16,-18 33 15,1 9-15,-17 17 32,-1 26-32,-8 25 15,-8 8 1,-1 9-16,-8 0 16,-9 0-16,-25 17 15,-68 9 1,-26 8-16,-1 8 15,-75 9-15,-61-8 32,-59-26-32,-78-17 15,-76-26 1,-51-8-16,-9 26 0,-59 33 16,-112 35-1,300-9 1</inkml:trace>
  <inkml:trace contextRef="#ctx0" brushRef="#br0" timeOffset="25263.59">23872 9100 0,'0'0'0,"0"0"0,0 0 16,9-17 0,51-43-16,42-42 15,9-8 1,17-35-16,26-42 15,-9 17-15,-9 0 16,18-26 0,-9 43-16,-43 26 15,1 7 1,-26 27-16,-26 25 16,-17 25-16,-8 18 31,-18 8-31,1 17 15,-1 0-15,9 42 16,-8 77 0,-1 120-16,-16 33 15,-1-9 1,9-33 0,0-34-16,0-1 0,0-50 31,0-69-31,9-33 0,-1-18 15,-8-8 1,0-8 0,0-1-1,0-8-15</inkml:trace>
  <inkml:trace contextRef="#ctx0" brushRef="#br0" timeOffset="25505.83">24478 8326 0,'9'0'0,"33"25"0,52 9 15,68 9 1,1-26-16,-10-26 0,1-16 15,0-26 1,-1-9-16,112-67 16</inkml:trace>
  <inkml:trace contextRef="#ctx0" brushRef="#br0" timeOffset="25954.85">26458 8105 0,'0'0'0,"34"0"0,69 17 16,33 0-1,1-9-15,-17 1 16,-44-1 0,-24-8-16,-10 0 15,-16-8 1,-18 8-16</inkml:trace>
  <inkml:trace contextRef="#ctx0" brushRef="#br0" timeOffset="26164.84">26433 8624 0,'8'0'0,"69"8"0,85 1 16,60-9 0,-51-17-1,-60-9 1,17-51-16,119-101 16</inkml:trace>
  <inkml:trace contextRef="#ctx0" brushRef="#br0" timeOffset="28834.11">28865 7093 0,'0'0'0,"-8"0"0,-18 34 16,-34 68-1,-17 59 1,-25 112-16,-34 41 16,25 26-16,42-59 15,-8-17 1,1-35-16,24-84 16,1-1-16,34-84 31,17-43-31,9-17 15,25-34 1,43-68-16,42-128 16,9-16-1,17-27-15,9-7 0,0 50 32,-9 9-32,-9 51 15,-16 34 1,-26 42-16,-18 26 15,-33 34-15,0 17 16,-18 9 0,1 8-1,-9 17-15,0 25 16,-17 60 0,-26 77-16,-33 17 15,-35-35 1,-17-16-16,0-35 15,26-33-15,33-26 16,27-26-16,8-8 31,0-8-31,17-1 16,8 9 0,35 9-16,59 8 15,35 8 1,-9 10-16,-9 7 15,-16 18 1,-26 33-16,-43 1 16,-51 8-1,-94 34-15,-111 34 16,-68-34 0,-18-85-16,-76-34 15,-8-8 1</inkml:trace>
  <inkml:trace contextRef="#ctx0" brushRef="#br0" timeOffset="30514.53">18017 11813 0,'9'0'0,"25"17"0,94 8 16,68 18-1,103-18-15,119-8 16,69-25-1,119-26-15,34-9 16,34 18 0,188 8-16,-375 8 15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4-03T23:15:04.28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24273 7441 0,'0'0'0,"0"0"0,0 0 16,17 0-16,52 0 15,67 9 1,78-18 0,25 9-16,34 0 15,94 0 1</inkml:trace>
  <inkml:trace contextRef="#ctx0" brushRef="#br0" timeOffset="22797.4">29463 5868 0,'0'0'0,"8"0"0,1 9 16,-1-1-16,1-8 15,-9 0 1,0 0-16,0 0 16,0 0-1,0 0-15,0 0 0,0 0 32,0 0-32,0 0 0,-26 26 15,-42 25 1,-52 34-1,-42 8 1,-8-8-16,16 0 16,9 0-1,34-8-15,17-9 16,34-17 0,26-17-16,8-9 15,9-16 1,0 0-16,17-1 15,0 1 1,26-1-16,51 1 16,51-1-1,25-25-15,10-8 16,-1-10 0,-26 10-16,-25-1 15,-17 1-15,-34 8 16,-35 17-1</inkml:trace>
  <inkml:trace contextRef="#ctx0" brushRef="#br0" timeOffset="23108.75">28327 7246 0,'9'0'0,"42"17"0,69-9 16,50 1-16,27-26 16,8-17-1,102-26-15</inkml:trace>
  <inkml:trace contextRef="#ctx0" brushRef="#br0" timeOffset="35156.11">28652 10350 0,'0'0'0,"8"0"16,26 17-16,9 0 16,25 0-1,18 0-15,-1 8 16,9-16-1,0-1-15,0 1 16,0 0 0,-18-1-16,-16 1 15,-17-1 1,-17 1-16,-1-1 16,-16-8-1,-1 0-15,1 9 16,-26-1-16,-26 26 31,-42 9-31,-43 25 16,-17-9-1,8 9-15,26-8 16,17-18-16,26-16 16,25-9-1,26-9-15,17 1 16</inkml:trace>
  <inkml:trace contextRef="#ctx0" brushRef="#br0" timeOffset="35421.66">28652 11558 0,'8'0'0,"61"17"15,161 17-15,77-26 16,43-8-1</inkml:trace>
  <inkml:trace contextRef="#ctx0" brushRef="#br0" timeOffset="39147.32">28729 8368 0,'8'0'16,"69"0"-16,111 0 0,8 0 16,-34 0-1,17-8-15,-33-1 0,-61-8 32,-34-17-32,-25 17 15</inkml:trace>
  <inkml:trace contextRef="#ctx0" brushRef="#br0" timeOffset="39458.41">28473 8998 0,'0'0'0,"8"0"0,69 8 16,77 9-16,93 9 15,35-18-15,25-16 16,69-9 0</inkml:trace>
  <inkml:trace contextRef="#ctx0" brushRef="#br0" timeOffset="65462.28">21721 6957 0,'0'0'0,"0"0"0,-8 25 16,-1 9-1,1 0-15,8 9 16,-9 16 0,1 26-16,-1 9 15,-8-1 1,9-8-16,8-17 15,8-16 1,18-1-16,34 8 16,16-25-1,35-17-15,26-8 16,16-18 0,-7 1-16,-1-9 15,0-9 1,8-8-16,-16 9 15,-26 8 1,-9 8-16,1 9 16,-35 0-1,-25 0-15,-18 0 16,-16 0 0,-1 0-16,1 0 15,-1-8 1,9-9-16,1-18 15,7-33 1,1-25-16,-9-18 16,-9 52-16</inkml:trace>
  <inkml:trace contextRef="#ctx0" brushRef="#br0" timeOffset="66384.73">25699 7076 0,'0'0'0,"0"0"0,0 17 0,0 17 15,-9 17 1,1 8-1,-1 9-15,-16 0 16,-10-8 0,1-1-16,17-16 15,0-1 1,9-16-16,8 0 16,0-9-16,17 0 15,8 0 1,35 0-1,17-9-15,25 1 16,18-18-16,8-8 16,0 9-1,-9 8 1,1 8-16,-18-8 16,-25 0-1,-26 9-15,-8-9 16,-18 0-1,1 0-15,0-9 16,-9 1 0,0-18-16,17-17 15,-8-8 1,8-17-16,0-25 16,-9-9-1,-16 51-15</inkml:trace>
  <inkml:trace contextRef="#ctx0" brushRef="#br0" timeOffset="83130.73">3721 11524 0,'-25'8'0,"-35"35"0,-8-1 16,16 1-16,18-18 31,-8 1-15,-1 8-16,-8-9 16,8 1-16,9-9 15,-9 8-15,-17 9 31,1 17-31,-18 34 16,-26 26 0,10 8-16,16-9 15,0 18-15,0 25 0,9-17 32,17-17-17,-18 51-15,-24 26 16,7-17-1,18 25-15,8 17 16,0 0-16,-8 17 16,17 0-1,8 0-15,-8-17 16,-17 0 0,17-8-16,25-43 15,0 17 1,26-25-16,0-35 15,26 10 1,8 16-16,9-26 16,-1-8-1,-16 9-15,8 8 16,0-17 0,18-26-1,-1-16-15,34-9 16,26-8-1,0-1-15,0-16 16,8-9-16,35-9 16,0 1-1,-18-9-15,26-9 16,9 1 0,-26-26-1,43-17-15,8 0 16,-25-9-16,42 1 15,-8-9-15,-43 0 32,35-9-32,7-17 15,-41-16-15,33-18 16,9 1 0,-43-1-1,34-25-15,-8 0 16,-51 17-16,-1-34 15,18-17-15,-35 8 16,-8-8 0,-17-25-1,-26 16 1,-16-8-16,-10-9 16,-8 9-16,-17-8 15,-25 8 1,-9-9-16,-9-8 15,1-17 1,-9-26 0,-9 17-16,0 1 15,-8-9 1,17 51-16,-26-9 16,-17 0-16,-8 35 15,8 8 1,-8 0-1,-35 17-15,-33 8 16,-18 17 0,-34 9-16,-8 26 15,16 25 1,-50 17-16,-26 17 16,-17 25-1,-35 18-15,9 16 0,-8 18 16,25 16-1,-33 43 1,-87 52 0,69 24-16,-42 94 15,-43 34 1,119-76-16</inkml:trace>
  <inkml:trace contextRef="#ctx0" brushRef="#br0" timeOffset="104404">14211 6982 0,'0'0'0,"0"0"0,0 0 31,0 0-31,0 0 16,0 0-1,0 0-15,-9 9 0,1 16 16,-18 26 15,0 0-31,1 0 16,8 17 0,0 0-16,0 26 15,0-1 1,-1-16-16,10-26 15,-1-8 1,1-18-16,-1 1 16,9-9-1,0 0-15,0 0 16,0 0 0,0 0-16,0-9 0,0 1 31,0-1-31,0 1 15,0-1 1,26 9-16,42 26 16,26-9-1,0-17-15,17 0 16,43 8 0,8-8-16,-51-17 15,34 9 1,25 8-16,1-9 15,-26 1 1,43-1-16,8-8 16,-42 0-1,51-8-15,-9 8 16,-59-9 0,16 9-16,-8 0 15,-59 0 1,-27 0-16,-16 0 15,-17 0 1,-1 0-16,-16 0 16,-1 0-1,1 0-15,-9 0 16,0 0 0,0-8-16,8-26 15,1-17 1,8-60-16,9-25 15,8 8 1,9-8-16,8-17 16,34 0-1,9 17-15,-17 17 16,-17 9 0,-9 8-16,-17 25 15,-9 26 1,-7 17-16,-10 0 15,1 17 1,-1 0-16,-8 8 16,0 1-16,0-1 15,-8 1 1,-1-9-16,-17 0 16,-42-9-1,-43 9 1,-25 0-1,-44 0-15,-33 9 16,-43-1-16,-68 1 16,-43-1-16,-60 1 15,9 8 1,-43 25 0,-60 1-16,52-18 15,76 9 1</inkml:trace>
  <inkml:trace contextRef="#ctx0" brushRef="#br0" timeOffset="137405.38">4080 13250 0,'0'0'0,"-9"0"0,-34 0 16,-50 17 0,-10 17-1,1 0-15,-43 17 16,-9 17-16,17 9 0,18 16 31,8 26-15,-26 60-16,-8 67 0,26 78 15,25 16-15,34 34 16,35-59 0,59-35-1,26-25 1,68-42-1,59 8-15,44-85 0,50-59 16,86-43 0,35-68-1,-10-85 1,9-60-16,-34-16 16,-25-35-16,-18-17 15,-51-8 1,-51-26-1,-34 26-15,-69 26 16,-59 33 0,-60 1-16,-77 24 15,-102 1 1,-137 26-16,-42 67 16,-35 86-1,1 67-15,42 26 16</inkml:trace>
  <inkml:trace contextRef="#ctx0" brushRef="#br0" timeOffset="138628.2">16669 4907 0,'0'0'0,"0"0"0,-9 26 16,-16 33-1,-18 35-15,-34 59 16,-25 25-16,16-16 16,10-26-1,24-42 1,18-43 0,0-17-16,-9-9 15,1-25-15,-1-25 16,-8-43-1,17-9-15,17 17 16,17 18 0,0 8-16,0 17 15,0 8 1,0 1 0,0 8-16,0 0 15,0 25-15,0 26 16,8 35-16,1 24 31,-9 1-31,17-26 16,0-26-16,17-8 0,0-17 31,34-25-15,18-52-16,-35 9 0</inkml:trace>
  <inkml:trace contextRef="#ctx0" brushRef="#br0" timeOffset="143965.1">21798 11558 0,'0'0'0,"9"0"16,16 17-16,44 8 16,76 9-1,68-8 1,94-1-16,35 1 16,33 16-1,86 1-15,43-26 16,51-17-1,42-9-15,-17-8 16,-170 0-16</inkml:trace>
  <inkml:trace contextRef="#ctx0" brushRef="#br0" timeOffset="173905.98">21704 9210 0,'0'0'0,"0"0"15,0 0-15,-8 9 32,-1 16-32,1 26 15,-9 43-15,0-1 16,0-16 0,8-26-1,9-8-15,0-9 16,0 0-1,0-9-15,9 1 0,8-1 16,17 1 0,34-1-16,0-8 15,9-8 1,8-9 0,52-9-1,17-8-15,-26 9 0,25-18 31,27 9-31,7 0 0,27 17 32,-1 0-32,-34 9 15,60-1-15,9 9 0,16 0 32,1-8-17,-9-1-15,9-8 16,-1 0-1,1 0-15,-18 0 16,-16 0 0,-61 0-16,27-8 15,-18-1 1,-60 9-16,-25 9 16,-17-1-1,9 1-15,7-1 16,-24-8-1,-10 0-15,-16 0 16,0-8 0,-18-1-16,1 1 15,-17-1 1,-1 1-16,1-18 16,-1-8-1,9-34 1,-8 17-16</inkml:trace>
  <inkml:trace contextRef="#ctx0" brushRef="#br0" timeOffset="182171.86">20740 14432 0,'0'0'0,"-9"34"0,-16 17 0,-1 9 32,1 16-32,-18 35 15,9 16 1,8-25-16,18-42 16,8-9-16,17-9 15,25 1-15,44-18 16,33-25-1,35-8-15,25-18 32,-17 9-32,0-8 15,-8-1-15,-43-8 16,-26 9 0,-16-9-16,-35 8 15</inkml:trace>
  <inkml:trace contextRef="#ctx0" brushRef="#br0" timeOffset="182395.36">21337 14279 0,'0'17'0,"-8"85"16,-1 102 0,9 9-1,-8-18 1,-1 18-16,9-26 16,-8-85-16,8-68 0</inkml:trace>
  <inkml:trace contextRef="#ctx0" brushRef="#br0" timeOffset="182936.15">22404 14594 0,'0'0'0,"-25"25"0,-35 69 0,0 16 16,0 18 0,-8 16-1,8-8-15,18-25 16,16-51-1,9-18-15,17-16 16,0-1-16,9-16 16,16-9-1,26-34-15,43-43 16,0-25 0,0-9-16,0-16 15,0-1 1,-17 26-16,-1 26 15,1 25 1,-17 25-16,-17 18 16,-1 16-1,1 35-15,0 42 16,-18 42 0,-25 43-16,0 1 15,0-35 1,0-43-1,0-33-15,9-35 16</inkml:trace>
  <inkml:trace contextRef="#ctx0" brushRef="#br0" timeOffset="183196.75">24069 14619 0,'0'0'0,"0"9"16,-9 50-16,-34 86 31,-8 25-31,0 42 16,0-16-1,25-102-15,9-60 16,17-17 0</inkml:trace>
  <inkml:trace contextRef="#ctx0" brushRef="#br0" timeOffset="183430">23471 14917 0,'0'0'0,"0"0"0,9 8 15,42 18 1,43 25-16,34-9 31,0-8-31,-9-17 16,9-25-1,-59-1-15</inkml:trace>
  <inkml:trace contextRef="#ctx0" brushRef="#br0" timeOffset="183855.38">24931 14424 0,'0'0'0,"25"34"0,26 34 15,9 25 1,-17 35 0,-18 8-16,-33-9 15,-26 1 1,-43 17-16,-17-18 15,0-42-15,9-34 16,8-25 0,9-26-16,-1-9 15,18-8 1,17 0-16,17 0 16,0 9-1,17-1-15,17 1 16,26 8-1,51 8-15,59 18 16,-8 8 0,-8 0-1,25 0-15,120 25 16</inkml:trace>
  <inkml:trace contextRef="#ctx0" brushRef="#br0" timeOffset="185560.97">27005 14704 0,'0'0'0,"0"0"16,8 0-16,18 9 16,25-1-1,34 1-15,18-9 16,-1-9-16,-8-16 15,-9-1 1,-51 18-16</inkml:trace>
  <inkml:trace contextRef="#ctx0" brushRef="#br0" timeOffset="185798.9">27056 15180 0,'0'0'0,"8"0"16,26 0-16,43-8 31,26-1-31,33-16 16,1-1-16,-86 9 15</inkml:trace>
  <inkml:trace contextRef="#ctx0" brushRef="#br0" timeOffset="186307.11">29061 14262 0,'0'0'0,"0"0"0,-8 0 0,-18 0 32,-25 17-17,-26 9-15,-17 25 0,1 8 16,7 18-16,18 16 31,17 18-15,25-1-16,18 1 15,33-18 1,18-8-16,34-8 16,17-26-1,8-17-15,9-34 16,0-17-1,-9-17-15,1-34 16,-18-34 0,-25-9-16,-18-16 15,-24-1 1,-27 9-16,-25 9 16,-17 16-1,-18 26-15,-33 17 16,-9 0-1,60 34-15</inkml:trace>
  <inkml:trace contextRef="#ctx0" brushRef="#br0" timeOffset="186664.02">30786 13709 0,'0'0'0,"-9"0"0,-25 17 15,-51 26-15,-52 16 16,0 26-16,9 17 15,0 17 1,0 17-16,17 9 16,35-17-1,33-1 1,34 1 0,35-9-16,17-26 15,33-25-15,10-25 16,-35-35-1</inkml:trace>
  <inkml:trace contextRef="#ctx0" brushRef="#br0" timeOffset="187191.41">31118 14305 0,'0'0'0,"-17"25"0,-42 52 0,-18 8 15,17-9 1,9-16-16,17-18 15,17-16 1,0-18 0,8 1-1,9-1-15,0-8 16,26-8 0,42-26-16,34-17 0,-8-9 15,9-8 1,-9 9-1,-9 16-15,-25 18 16,-18 16 0,-8 9-16,-8 26 0,-9 42 15,-34 59 17,-17 9-32,0-17 15,17-25-15,8-35 16,18-25-16,8-17 15,-9-17-15</inkml:trace>
  <inkml:trace contextRef="#ctx0" brushRef="#br0" timeOffset="187415.44">32493 13956 0,'0'8'0,"8"26"0,1 60 31,-35 76-31,-68 85 16,-60 26 0,-50 16-16,-35 1 15,0-9 1</inkml:trace>
  <inkml:trace contextRef="#ctx0" brushRef="#br0" timeOffset="-196936.94">26032 15912 0,'0'0'0,"0"0"0,0 0 0,0 0 16,0 0-16,0 0 15,0 0 1,0 0 0,17 17-16,34 17 15,9 0 1,8 8-16,17-8 16,18-8-16,-18-1 15,-34-16 1,-34-1-16</inkml:trace>
  <inkml:trace contextRef="#ctx0" brushRef="#br0" timeOffset="-196708.19">25741 16660 0,'0'0'16,"0"0"-16,0 0 0,0 0 15,0 0 1,9 9-16,34 8 16,33 8-1,52-8-15,18-17 16,135 0-1</inkml:trace>
  <inkml:trace contextRef="#ctx0" brushRef="#br0" timeOffset="-195830.21">27329 17179 0,'0'0'0,"0"0"0,0 0 15,0 0-15,0 0 16,0 0 0,0 0-16,0 0 15,0 0 1,0 0-16,0 0 16,0 0-1,0 0-15,0-17 16,17-26-1,26-33-15,-1-26 16,10 17 0,16-17-16,17-9 15,1 1 1,-1 8-16,-8 17 16,-1 0-1,10 8-15,-1 9 16,1 8-16,-27 26 15,-16 9 1,0 8 0,-1 8-16,1 9 15,8 9 1,0 8-16,1 17 16,7 8-1,-16 9-15,-17 0 16,-1 26-1,-25 17-15,-17 8 16,-8-9 0,-10-16-16,1-9 15,0-9 1,17-25-16,0-8 16,8-9-1,9 0-15,0 0 16,18 8-1,7 9-15,26 9 16,18 8 0,7-9-16,-7 1 15,-1-1 1,-8 1 0,-1 0-16,1-1 15,-9-16 1,-16-18-16</inkml:trace>
  <inkml:trace contextRef="#ctx0" brushRef="#br0" timeOffset="-194755.53">26817 17026 0,'0'0'0,"0"0"0,0 0 31,0 0-15,0 0-16,0 0 15,0 0 1,8 0-16,26 0 16,9 8-16,25 9 15,26 0 1,-8 0 0,-18 0-16,9-8 15,0-1 1,-18 1-16,-7-1 15,-10-8-15,-16 0 16,-1 0 0,-16 0-16,-1 0 15,1 0 1,0 0 0,8 0-16,0-8 15,17-26 1,0-17-16,9-17 15,-1-9 1,1-16-16,8-9 16,9-17-1,0 8-15,-1 9 16,35 0-16,0 0 16,-17 25-1,-9 9 1,-8 17-16,-9 17 15,-8 17 1,-9 17-16,9 9 16,8 16-16,-8 26 15,-18 17 1,-8 17 0,0 18-16,-8 7 15,-1 1 1,-8-18-16,0-25 15,0-8 1,0-18-16,9-8 16,0 0-1,-1-8-15,-8-9 16,0 0 0,0-9-16,0 1 15,0-1 1,0-8-16,0 9 15,9-1-15,8 1 16,0-1 0,0 1-16,17-1 15,0 1 1,-17-9-16</inkml:trace>
  <inkml:trace contextRef="#ctx0" brushRef="#br0" timeOffset="-194234.51">30632 15903 0,'0'0'0,"-9"0"0,-42 26 32,-43 16-32,-17 9 15,0 34 1,0 26-16,0 34 15,9 16 1,34-16-16,34-1 16,34-8-1,25-17-15,44-25 16,24-17 0,44-52-16,153 1 15</inkml:trace>
  <inkml:trace contextRef="#ctx0" brushRef="#br0" timeOffset="-193823.08">31135 16618 0,'0'0'0,"-42"34"0,-44 42 15,18 9 1,8 9-16,18-9 16,8-34-1,17-17 1,8-9-16,9-8 16,9-8-16,33-26 15,61-34 1,33-34-16,-16 8 15,8 1 1,-9 25-16,-51 25 16,-16 9-1,-10 26 1,1 25-16,-17 68 16,-26 34-16,-17-17 15,-9 17 1,9 0-16,8-76 15</inkml:trace>
  <inkml:trace contextRef="#ctx0" brushRef="#br0" timeOffset="-193592.79">32655 16252 0,'0'0'0,"0"0"0,0 51 16,-34 94-1,-52 84 1,-50 43-16,-52 60 16,-17-26-16,-17-34 15,-8 35-15</inkml:trace>
  <inkml:trace contextRef="#ctx0" brushRef="#br0" timeOffset="-152171.81">20680 16405 0,'0'0'15,"0"0"-15,0 0 0,0 0 0,0 0 0,0 0 31,9-8-15,16-1-16,9 1 16,18-1-1,24 1-15,27-9 0,33 0 32,44 0-32,42-9 15,25 1 1,52-18-16,25 0 15,0 9 1,18-8-16,25-9 16</inkml:trace>
  <inkml:trace contextRef="#ctx0" brushRef="#br0" timeOffset="-130096">20407 15606 0,'0'0'0,"0"0"0,0 8 0,0 26 31,0 26-31,0 25 16,-8 25-1,-1 43-15,-8 18 0,0-10 16,17-42-1,8-34-15,9-17 16,9-25 0,8-1-1,26-16 1,34-18-16,17-8 16,8-17-16,35-17 15,17-17-15,-9-8 31,34-18-31,17 1 16,-8 8 0,17 17-16,-17 8 15,8 18-15,1 8 16,-26 17-16,8 0 16,9 0-1,-26 8-15,9 1 16,-1-9-1,-16 8-15,-17 1 16,8-9 0,-17 8-1,-17-8 1,-8 0-16,-9 0 16,-26 0-1,-17 9 1,-17-1-16,-17 1 15,-8-1-15,-9-8 16,-8 0 0,-1 0-1,1-8-15,8-18 16,17-42-16,26-51 16,34-51-1,76-102-15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0D1F59-0C63-44D8-BE72-2266A9516CA1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9C3430-04EA-4E2B-840E-2DAFF95C6F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31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Amortized: “running average”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DA50AE-6676-4050-BB67-AE6E697DAE8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7008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809D29-1373-6246-9F8A-DDFD735F706A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217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41DCF-5FA9-3BBE-A6DC-4C4767E77E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8AAD4-9F4E-2546-4A20-345BE6926F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B68BC9-B242-D863-6297-36224D351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D43E7-A090-881E-D908-BB9CC53D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2DFBC9-B9F9-85A6-26A1-9D7E515D0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3095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BB011-50E5-247E-0EB3-D47C59C4F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A71371-A022-A3A5-E49C-D2CCEC4E25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8F92F8-B436-FF4B-567C-6CF9F3F68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C755B9-83BE-E117-954F-A47925F5B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5716-8D01-8E2F-8276-3A903E607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678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0264CF-1BBA-680C-4F96-017144A15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89E9BE-1B28-C587-A2C5-253ECF74E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3E3E68-CE19-CACB-1EDD-351F4F9C9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E49855-AB14-5CF9-EE88-AB42D1DF4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DE2C96-8A85-4C99-39A1-9B9DB31D7A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64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89EEC-003E-DFFB-2D04-A2E70FE13D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FE0F4-58A0-D6D9-6AAC-CD97965C20C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7E4C68-9C36-2696-B323-CF0642D6DB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9713B3-5A96-0F1A-CFE7-8563FD24B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D724B-C264-2548-CAFF-305FE7D37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93A13-EBDF-17F2-DF34-5BA3D793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914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19F2D-6C68-B3F6-3BC7-2A9EE6BE2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2A2B36-9CB6-0E61-D14F-48AD642FCA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551B63-A4A2-BD66-BF76-72528E69BA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EF4911-72D8-7120-897F-434F05D8DA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1354135-3D54-9447-778A-86081F0473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52A4A-AE91-8A3A-8DE2-74205F39F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FC667D-AA9E-21BF-66F2-755D86E70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8E628E-2723-30DA-D22D-BFF79CE0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37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41984-7865-CBC1-7E39-27325050C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341811-B828-6912-5458-2BC9266D2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1DF831-0A64-24F5-806E-B3EBA5591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CEFD212-56D6-B7F8-FC27-BC4BF73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963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903B13-E121-53F2-65F9-41E383C57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814793-9D7D-32F8-795A-31644DBAB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76B231-FE15-2561-B700-2506AC713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565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B5398-EEBA-42F4-3948-4DF36A153E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E000E0-12D7-545A-0B4A-64A8B51A9F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5510-3798-210C-EC55-29C449719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E698E8-2EE7-873D-A608-9A260F5DD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D5F347-CF7A-10E6-8DC6-FA1E5DB6D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5E452D-F82A-718F-94C2-C889F622E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156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E1DDD-DB8D-6429-4235-465780A7B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42B9E5-6756-3695-C94E-93A464783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70C60-CA85-5E67-14F6-3176093E55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325D70-D5F0-5123-66A9-63D9B82E92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77B62A-8600-7CE9-095E-82CDE4E17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8F328-EF42-0E10-9C29-12A53381D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34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424705-3181-4743-BF72-E5B55E627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9669D-6765-7CD2-C040-D4C5E44BAB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5E7B0-5065-8FAA-2D02-01DC4905B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87F4E-481E-5CA4-5AC0-EF15EBAF8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05C81A-1EC7-F85E-A5DB-0F7CA62EC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172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F8F565-D4D2-A972-147D-1A41777B2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813695-1D6C-4A4F-7F94-134666381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6AEB8A-EA17-E1E1-8CD3-B7AF8E3F2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AF905-A88D-ED4C-DD07-098840D4A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A03B8-DD10-B6B6-6B59-3EB669F37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87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BC2B57-F2EC-C92D-BAFA-C36FE7F31C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AE8E8-3549-4143-3C3F-38529FA553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2DEB0-3161-B686-27DF-345950BFF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B93FBE-67AC-4C5C-B62E-CFFDEAF9BE53}" type="datetimeFigureOut">
              <a:rPr lang="en-US" smtClean="0"/>
              <a:t>4/3/2026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5E12D-E358-B346-0620-4D8545C52B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1C4BA-D22A-5462-8F71-6F616DC8FA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D5A7D-FFFE-410B-BEE5-702232F4B1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507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1.png"/><Relationship Id="rId4" Type="http://schemas.openxmlformats.org/officeDocument/2006/relationships/customXml" Target="../ink/ink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ustomXml" Target="../ink/ink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42.png"/><Relationship Id="rId7" Type="http://schemas.openxmlformats.org/officeDocument/2006/relationships/customXml" Target="../ink/ink16.xm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0.png"/><Relationship Id="rId4" Type="http://schemas.openxmlformats.org/officeDocument/2006/relationships/image" Target="../media/image5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3: Algorithm Analysis pt.2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570037"/>
            <a:ext cx="10972800" cy="4525963"/>
          </a:xfrm>
        </p:spPr>
        <p:txBody>
          <a:bodyPr anchor="t">
            <a:normAutofit/>
          </a:bodyPr>
          <a:lstStyle/>
          <a:p>
            <a:r>
              <a:rPr lang="en-US" dirty="0"/>
              <a:t>Units of “time”</a:t>
            </a:r>
          </a:p>
          <a:p>
            <a:pPr lvl="1"/>
            <a:r>
              <a:rPr lang="en-US" dirty="0"/>
              <a:t>Operations</a:t>
            </a:r>
          </a:p>
          <a:p>
            <a:pPr lvl="2"/>
            <a:r>
              <a:rPr lang="en-US" dirty="0"/>
              <a:t>Whichever operations we pick</a:t>
            </a:r>
          </a:p>
          <a:p>
            <a:r>
              <a:rPr lang="en-US" dirty="0"/>
              <a:t>How do we express running time?</a:t>
            </a:r>
          </a:p>
          <a:p>
            <a:pPr lvl="1"/>
            <a:r>
              <a:rPr lang="en-US" dirty="0"/>
              <a:t>Function</a:t>
            </a:r>
          </a:p>
          <a:p>
            <a:pPr lvl="2"/>
            <a:r>
              <a:rPr lang="en-US" dirty="0"/>
              <a:t>Domain (input): size of the input</a:t>
            </a:r>
          </a:p>
          <a:p>
            <a:pPr lvl="2"/>
            <a:r>
              <a:rPr lang="en-US" dirty="0"/>
              <a:t>Range: count of operations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D1330-4380-45F9-8B45-6212445A7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8603E-186F-4CC7-B8E2-5FD613D3E28C}" type="slidenum">
              <a:rPr lang="en-US" smtClean="0"/>
              <a:t>2</a:t>
            </a:fld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2957428-1224-BE79-3447-73B9A8447D33}"/>
                  </a:ext>
                </a:extLst>
              </p14:cNvPr>
              <p14:cNvContentPartPr/>
              <p14:nvPr/>
            </p14:nvContentPartPr>
            <p14:xfrm>
              <a:off x="1370520" y="1965600"/>
              <a:ext cx="4056120" cy="25048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2957428-1224-BE79-3447-73B9A8447D3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361160" y="1956240"/>
                <a:ext cx="4074840" cy="252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66304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26AEF93-01F0-B270-D781-4293C6C86F5F}"/>
                  </a:ext>
                </a:extLst>
              </p14:cNvPr>
              <p14:cNvContentPartPr/>
              <p14:nvPr/>
            </p14:nvContentPartPr>
            <p14:xfrm>
              <a:off x="602280" y="1518480"/>
              <a:ext cx="10109160" cy="39344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26AEF93-01F0-B270-D781-4293C6C86F5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2920" y="1509120"/>
                <a:ext cx="10127880" cy="39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2817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AB2E5-E7E4-2DD3-AA25-FF7C6C288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Analysis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/>
                  <a:t>If an algorithm has a worst case </a:t>
                </a:r>
                <a:r>
                  <a:rPr lang="en-US" b="1" dirty="0"/>
                  <a:t>running time</a:t>
                </a:r>
                <a:r>
                  <a:rPr lang="en-US" b="0" dirty="0"/>
                  <a:t>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Among all possible size-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inputs, the “worst” one will do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“</a:t>
                </a:r>
                <a:r>
                  <a:rPr lang="en-US" b="1" dirty="0"/>
                  <a:t>operations</a:t>
                </a:r>
                <a:r>
                  <a:rPr lang="en-US" dirty="0"/>
                  <a:t>”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gives the maximum count of </a:t>
                </a:r>
                <a:r>
                  <a:rPr lang="en-US" b="1" dirty="0"/>
                  <a:t>operations</a:t>
                </a:r>
                <a:r>
                  <a:rPr lang="en-US" dirty="0"/>
                  <a:t> needed from among all inputs of size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6CEBC22-87E4-6333-D94C-B591DE7121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3F9533C8-4BDF-CF49-ED73-A46CA1BE5468}"/>
                  </a:ext>
                </a:extLst>
              </p14:cNvPr>
              <p14:cNvContentPartPr/>
              <p14:nvPr/>
            </p14:nvContentPartPr>
            <p14:xfrm>
              <a:off x="1994040" y="1766520"/>
              <a:ext cx="8975520" cy="99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3F9533C8-4BDF-CF49-ED73-A46CA1BE54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84680" y="1757160"/>
                <a:ext cx="8994240" cy="101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98151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0CBC43-DD63-2B24-550B-B08D84561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Worst Case Running Time – General Guide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Add together the time of consecutive statements</a:t>
                </a:r>
              </a:p>
              <a:p>
                <a:r>
                  <a:rPr lang="en-US" dirty="0"/>
                  <a:t>Loops: Sum up the time required through each iteration of the loop</a:t>
                </a:r>
              </a:p>
              <a:p>
                <a:pPr lvl="1"/>
                <a:r>
                  <a:rPr lang="en-US" dirty="0"/>
                  <a:t>If each takes the same time, then [time per loop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dirty="0"/>
                  <a:t> number of iterations]</a:t>
                </a:r>
              </a:p>
              <a:p>
                <a:r>
                  <a:rPr lang="en-US" dirty="0"/>
                  <a:t>Conditionals: Sum together the time to check the condition and time of the slowest branch</a:t>
                </a:r>
              </a:p>
              <a:p>
                <a:r>
                  <a:rPr lang="en-US" dirty="0"/>
                  <a:t>Function Calls: Time of the function’s body</a:t>
                </a:r>
              </a:p>
              <a:p>
                <a:r>
                  <a:rPr lang="en-US" dirty="0"/>
                  <a:t>Recursion: Solve a </a:t>
                </a:r>
                <a:r>
                  <a:rPr lang="en-US" dirty="0">
                    <a:solidFill>
                      <a:srgbClr val="FF0000"/>
                    </a:solidFill>
                  </a:rPr>
                  <a:t>recurrence relation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06B4E2-CD04-DDD0-E33D-A4B22AE7A8D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1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D89BFD-13F7-4765-C335-F9153E3F7B7A}"/>
                  </a:ext>
                </a:extLst>
              </p14:cNvPr>
              <p14:cNvContentPartPr/>
              <p14:nvPr/>
            </p14:nvContentPartPr>
            <p14:xfrm>
              <a:off x="1072440" y="1414440"/>
              <a:ext cx="9322560" cy="383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D89BFD-13F7-4765-C335-F9153E3F7B7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63080" y="1405080"/>
                <a:ext cx="9341280" cy="385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33984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33A1F-2F28-72B9-7893-6E4BD45084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DE26A-C2F5-7B5B-4759-C1446F452D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E1733-8A24-7197-0553-9AFFD2032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</a:t>
            </a:r>
          </a:p>
          <a:p>
            <a:pPr marL="0" indent="0">
              <a:buNone/>
            </a:pPr>
            <a:r>
              <a:rPr lang="en-US" dirty="0"/>
              <a:t>    c = b / 3;  </a:t>
            </a:r>
          </a:p>
          <a:p>
            <a:pPr marL="0" indent="0">
              <a:buNone/>
            </a:pPr>
            <a:r>
              <a:rPr lang="en-US" dirty="0"/>
              <a:t>    b = c + 100;  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b++; 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5FE405-21FA-86BC-EF0B-7959FD174D9C}"/>
              </a:ext>
            </a:extLst>
          </p:cNvPr>
          <p:cNvSpPr txBox="1"/>
          <p:nvPr/>
        </p:nvSpPr>
        <p:spPr>
          <a:xfrm>
            <a:off x="6096000" y="1223466"/>
            <a:ext cx="5816657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different inputs?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Answer: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32170B0-5B1E-BF10-2B52-8C0ECFF8284E}"/>
                  </a:ext>
                </a:extLst>
              </p14:cNvPr>
              <p14:cNvContentPartPr/>
              <p14:nvPr/>
            </p14:nvContentPartPr>
            <p14:xfrm>
              <a:off x="328680" y="887760"/>
              <a:ext cx="10859040" cy="5967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32170B0-5B1E-BF10-2B52-8C0ECFF8284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19320" y="878400"/>
                <a:ext cx="10877760" cy="5986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59881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1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609600"/>
            <a:ext cx="10515600" cy="6451599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 err="1"/>
              <a:t>myFunction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b = 55 + 5; // 1</a:t>
            </a:r>
          </a:p>
          <a:p>
            <a:pPr marL="0" indent="0">
              <a:buNone/>
            </a:pPr>
            <a:r>
              <a:rPr lang="en-US" dirty="0"/>
              <a:t>    c = b / 3;  // 1</a:t>
            </a:r>
          </a:p>
          <a:p>
            <a:pPr marL="0" indent="0">
              <a:buNone/>
            </a:pPr>
            <a:r>
              <a:rPr lang="en-US" dirty="0"/>
              <a:t>    b = c + 100;  // 1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</a:t>
            </a:r>
          </a:p>
          <a:p>
            <a:pPr marL="0" indent="0">
              <a:buNone/>
            </a:pPr>
            <a:r>
              <a:rPr lang="en-US" dirty="0"/>
              <a:t>        b++; // 1</a:t>
            </a:r>
          </a:p>
          <a:p>
            <a:pPr marL="0" indent="0">
              <a:buNone/>
            </a:pPr>
            <a:r>
              <a:rPr lang="en-US" dirty="0"/>
              <a:t>   } </a:t>
            </a:r>
          </a:p>
          <a:p>
            <a:pPr marL="0" indent="0">
              <a:buNone/>
            </a:pPr>
            <a:r>
              <a:rPr lang="en-US" dirty="0"/>
              <a:t>    if (b % 2 == 0) { // 1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} </a:t>
            </a:r>
          </a:p>
          <a:p>
            <a:pPr marL="0" indent="0">
              <a:buNone/>
            </a:pPr>
            <a:r>
              <a:rPr lang="en-US" dirty="0"/>
              <a:t>    else { </a:t>
            </a:r>
          </a:p>
          <a:p>
            <a:pPr marL="0" indent="0">
              <a:buNone/>
            </a:pPr>
            <a:r>
              <a:rPr lang="en-US" dirty="0"/>
              <a:t>        for (</a:t>
            </a:r>
            <a:r>
              <a:rPr lang="en-US" dirty="0" err="1"/>
              <a:t>i</a:t>
            </a:r>
            <a:r>
              <a:rPr lang="en-US" dirty="0"/>
              <a:t> = 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 { // 1, n times </a:t>
            </a:r>
          </a:p>
          <a:p>
            <a:pPr marL="0" indent="0">
              <a:buNone/>
            </a:pPr>
            <a:r>
              <a:rPr lang="en-US" dirty="0"/>
              <a:t>            </a:t>
            </a:r>
            <a:r>
              <a:rPr lang="en-US" dirty="0" err="1"/>
              <a:t>c++</a:t>
            </a:r>
            <a:r>
              <a:rPr lang="en-US" dirty="0"/>
              <a:t>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    return c;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of items in the list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Arithmetic ops (+-*/)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different inputs?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Answer: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3+2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+1+2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endParaRPr lang="en-US" sz="2400" b="0" dirty="0"/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816657" cy="4893647"/>
              </a:xfrm>
              <a:prstGeom prst="rect">
                <a:avLst/>
              </a:prstGeom>
              <a:blipFill>
                <a:blip r:embed="rId2"/>
                <a:stretch>
                  <a:fillRect l="-1572" t="-998" r="-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08979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DD16DD-36F5-8C12-841E-7550A3413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(Questions)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47DF6-6456-9C6C-709D-BEBF2D0F59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</a:t>
            </a:r>
          </a:p>
          <a:p>
            <a:pPr marL="0" indent="0">
              <a:buNone/>
            </a:pPr>
            <a:r>
              <a:rPr lang="en-US" dirty="0"/>
              <a:t>            print (“Hi, I’m annoying”); 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C7F58-306D-E658-69EC-00881D5C09AB}"/>
              </a:ext>
            </a:extLst>
          </p:cNvPr>
          <p:cNvSpPr txBox="1"/>
          <p:nvPr/>
        </p:nvSpPr>
        <p:spPr>
          <a:xfrm>
            <a:off x="6096000" y="1223466"/>
            <a:ext cx="5595058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Questions to ask: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units of the input size?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What are the operations we’re counting?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For each line: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many times will it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How long does it take to run?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Does this change with the input size?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DDAA454B-AB8E-3708-45F6-325397205B40}"/>
                  </a:ext>
                </a:extLst>
              </p14:cNvPr>
              <p14:cNvContentPartPr/>
              <p14:nvPr/>
            </p14:nvContentPartPr>
            <p14:xfrm>
              <a:off x="233640" y="1301040"/>
              <a:ext cx="9681840" cy="45622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DDAA454B-AB8E-3708-45F6-325397205B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4280" y="1291680"/>
                <a:ext cx="9700560" cy="458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3944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5417A-E6C5-87EA-7920-49532B7D2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57A5C-50F3-28D9-983F-194010493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66440" y="0"/>
            <a:ext cx="8925560" cy="1325563"/>
          </a:xfrm>
        </p:spPr>
        <p:txBody>
          <a:bodyPr/>
          <a:lstStyle/>
          <a:p>
            <a:r>
              <a:rPr lang="en-US" dirty="0"/>
              <a:t>Worst Case – Example 2 (Answers)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E53F75-C222-9FA9-3DC9-6A0B759E3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480" y="1044654"/>
            <a:ext cx="10515600" cy="64515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 err="1"/>
              <a:t>beAnnoying</a:t>
            </a:r>
            <a:r>
              <a:rPr lang="en-US" dirty="0"/>
              <a:t>(List n){</a:t>
            </a:r>
          </a:p>
          <a:p>
            <a:pPr marL="0" indent="0">
              <a:buNone/>
            </a:pPr>
            <a:r>
              <a:rPr lang="en-US" dirty="0"/>
              <a:t>    List m = [];</a:t>
            </a:r>
          </a:p>
          <a:p>
            <a:pPr marL="0" indent="0">
              <a:buNone/>
            </a:pPr>
            <a:r>
              <a:rPr lang="en-US" dirty="0"/>
              <a:t>    for (</a:t>
            </a:r>
            <a:r>
              <a:rPr lang="en-US" dirty="0" err="1"/>
              <a:t>i</a:t>
            </a:r>
            <a:r>
              <a:rPr lang="en-US" dirty="0"/>
              <a:t>=0; </a:t>
            </a:r>
            <a:r>
              <a:rPr lang="en-US" dirty="0" err="1"/>
              <a:t>i</a:t>
            </a:r>
            <a:r>
              <a:rPr lang="en-US" dirty="0"/>
              <a:t> 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i</a:t>
            </a:r>
            <a:r>
              <a:rPr lang="en-US" dirty="0"/>
              <a:t>++){ // n times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m.add</a:t>
            </a:r>
            <a:r>
              <a:rPr lang="en-US" dirty="0"/>
              <a:t>(n[</a:t>
            </a:r>
            <a:r>
              <a:rPr lang="en-US" dirty="0" err="1"/>
              <a:t>i</a:t>
            </a:r>
            <a:r>
              <a:rPr lang="en-US" dirty="0"/>
              <a:t>]);</a:t>
            </a:r>
          </a:p>
          <a:p>
            <a:pPr marL="0" indent="0">
              <a:buNone/>
            </a:pPr>
            <a:r>
              <a:rPr lang="en-US" dirty="0"/>
              <a:t>        for (j=0; j&lt; </a:t>
            </a:r>
            <a:r>
              <a:rPr lang="en-US" dirty="0" err="1"/>
              <a:t>n.size</a:t>
            </a:r>
            <a:r>
              <a:rPr lang="en-US" dirty="0"/>
              <a:t>(); </a:t>
            </a:r>
            <a:r>
              <a:rPr lang="en-US" dirty="0" err="1"/>
              <a:t>j++</a:t>
            </a:r>
            <a:r>
              <a:rPr lang="en-US" dirty="0"/>
              <a:t>){ // n times</a:t>
            </a:r>
          </a:p>
          <a:p>
            <a:pPr marL="0" indent="0">
              <a:buNone/>
            </a:pPr>
            <a:r>
              <a:rPr lang="en-US" dirty="0"/>
              <a:t>            print (“Hi, I’m annoying”); // 1</a:t>
            </a:r>
          </a:p>
          <a:p>
            <a:pPr marL="0" indent="0">
              <a:buNone/>
            </a:pPr>
            <a:r>
              <a:rPr lang="en-US" dirty="0"/>
              <a:t>        } </a:t>
            </a:r>
          </a:p>
          <a:p>
            <a:pPr marL="0" indent="0">
              <a:buNone/>
            </a:pPr>
            <a:r>
              <a:rPr lang="en-US" dirty="0"/>
              <a:t>   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F431723-5CC5-DB8E-EA72-4108117A5CDA}"/>
                  </a:ext>
                </a:extLst>
              </p:cNvPr>
              <p:cNvSpPr txBox="1"/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Questions to ask: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units of the input size?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# items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What are the operations we’re counting?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Adding or printing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Printing: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4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For each line: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many times will it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How long does it take to run?</a:t>
                </a:r>
              </a:p>
              <a:p>
                <a:pPr marL="742950" lvl="1" indent="-28575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Does this change with the input size?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D6C7F58-306D-E658-69EC-00881D5C09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1223466"/>
                <a:ext cx="5595058" cy="4154984"/>
              </a:xfrm>
              <a:prstGeom prst="rect">
                <a:avLst/>
              </a:prstGeom>
              <a:blipFill>
                <a:blip r:embed="rId2"/>
                <a:stretch>
                  <a:fillRect l="-1634" t="-1175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88573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Reminder: Options for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50217" cy="4351338"/>
          </a:xfrm>
        </p:spPr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(distribution-dependent)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C6DDA31-0942-6C7B-40C2-1E8C1CA9D3D2}"/>
                  </a:ext>
                </a:extLst>
              </p14:cNvPr>
              <p14:cNvContentPartPr/>
              <p14:nvPr/>
            </p14:nvContentPartPr>
            <p14:xfrm>
              <a:off x="516240" y="2905560"/>
              <a:ext cx="11427120" cy="3089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C6DDA31-0942-6C7B-40C2-1E8C1CA9D3D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6880" y="2896200"/>
                <a:ext cx="11445840" cy="310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860405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- Worst Case Time of Add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BE0DF2B-2C50-08CC-5BA6-B5A1FBAD4B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data =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 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&lt;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oldData.length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data[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oldData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What is the worst case running time of add?</a:t>
                </a:r>
              </a:p>
              <a:p>
                <a:pPr lvl="1"/>
                <a:r>
                  <a:rPr lang="en-US" dirty="0"/>
                  <a:t>Input size: size of “this”</a:t>
                </a:r>
              </a:p>
              <a:p>
                <a:pPr lvl="1"/>
                <a:r>
                  <a:rPr lang="en-US" dirty="0"/>
                  <a:t>Operations counted: indexing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2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8B10D7AE-E38A-1419-DC37-D981967D0EB6}"/>
                  </a:ext>
                </a:extLst>
              </p14:cNvPr>
              <p14:cNvContentPartPr/>
              <p14:nvPr/>
            </p14:nvContentPartPr>
            <p14:xfrm>
              <a:off x="620640" y="2140200"/>
              <a:ext cx="7242480" cy="36313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8B10D7AE-E38A-1419-DC37-D981967D0EB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1280" y="2130840"/>
                <a:ext cx="7261200" cy="3650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118652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69A94-1220-2804-63AB-870822DBD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ArrayList</a:t>
            </a:r>
            <a:r>
              <a:rPr lang="en-US" dirty="0"/>
              <a:t> – Amortized Time of Add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959D7957-B208-5E47-448C-922F4E8177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9135" y="1825625"/>
            <a:ext cx="5670665" cy="46672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add(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value){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== size)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resize();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data[size] = value;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size++;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resize(){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[]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data;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data =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 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*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= </a:t>
            </a:r>
            <a:r>
              <a:rPr lang="en-US" sz="1600" dirty="0">
                <a:solidFill>
                  <a:srgbClr val="098658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oldData.length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++)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        data[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 =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oldData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[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en-US" sz="1600" dirty="0">
              <a:highlight>
                <a:srgbClr val="FFFFFF"/>
              </a:highlight>
            </a:endParaRPr>
          </a:p>
        </p:txBody>
      </p:sp>
      <p:grpSp>
        <p:nvGrpSpPr>
          <p:cNvPr id="10" name="Group 9" descr="In the resize method, we double the length of the array using the line:&#10;&#10;data = new int[data.length*2];&#10;&#10;By making the choice to double, we guarantee we will not have to do any more resizing until the size of the ArrayList has double.">
            <a:extLst>
              <a:ext uri="{FF2B5EF4-FFF2-40B4-BE49-F238E27FC236}">
                <a16:creationId xmlns:a16="http://schemas.microsoft.com/office/drawing/2014/main" id="{9C129402-4FE1-5B72-A11C-459E5ABFB08C}"/>
              </a:ext>
            </a:extLst>
          </p:cNvPr>
          <p:cNvGrpSpPr/>
          <p:nvPr/>
        </p:nvGrpSpPr>
        <p:grpSpPr>
          <a:xfrm>
            <a:off x="3603084" y="4899991"/>
            <a:ext cx="2975957" cy="1873574"/>
            <a:chOff x="3603084" y="4899991"/>
            <a:chExt cx="2975957" cy="1873574"/>
          </a:xfrm>
        </p:grpSpPr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CA4A632-C2AC-7864-4F4E-4A5F61D15BA8}"/>
                </a:ext>
              </a:extLst>
            </p:cNvPr>
            <p:cNvCxnSpPr>
              <a:cxnSpLocks/>
              <a:stCxn id="3" idx="0"/>
            </p:cNvCxnSpPr>
            <p:nvPr/>
          </p:nvCxnSpPr>
          <p:spPr>
            <a:xfrm flipH="1" flipV="1">
              <a:off x="3856383" y="4899991"/>
              <a:ext cx="1234680" cy="950244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6D5D4F1-8370-387D-F6D8-21C5C80D4F42}"/>
                </a:ext>
              </a:extLst>
            </p:cNvPr>
            <p:cNvSpPr txBox="1"/>
            <p:nvPr/>
          </p:nvSpPr>
          <p:spPr>
            <a:xfrm>
              <a:off x="3603084" y="5850235"/>
              <a:ext cx="2975957" cy="92333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Every time we resize, we earn </a:t>
              </a:r>
              <a:r>
                <a:rPr lang="en-US" dirty="0" err="1">
                  <a:solidFill>
                    <a:srgbClr val="FF0000"/>
                  </a:solidFill>
                  <a:latin typeface="Consolas" panose="020B0609020204030204" pitchFamily="49" charset="0"/>
                </a:rPr>
                <a:t>data.length</a:t>
              </a:r>
              <a:r>
                <a:rPr lang="en-US" dirty="0">
                  <a:solidFill>
                    <a:srgbClr val="FF0000"/>
                  </a:solidFill>
                </a:rPr>
                <a:t> more adds before the next resize!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Amortized Analysis Idea:</a:t>
                </a:r>
              </a:p>
              <a:p>
                <a:pPr lvl="1"/>
                <a:r>
                  <a:rPr lang="en-US" dirty="0"/>
                  <a:t>Suppose we have a program that in total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adds.</a:t>
                </a:r>
              </a:p>
              <a:p>
                <a:pPr lvl="1"/>
                <a:r>
                  <a:rPr lang="en-US" dirty="0"/>
                  <a:t>How much time was spent “on average” across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be the initial size of </a:t>
                </a:r>
                <a:r>
                  <a:rPr lang="en-US" dirty="0">
                    <a:latin typeface="Consolas" panose="020B0609020204030204" pitchFamily="49" charset="0"/>
                  </a:rPr>
                  <a:t>data</a:t>
                </a:r>
              </a:p>
              <a:p>
                <a:pPr lvl="1"/>
                <a:r>
                  <a:rPr lang="en-US" dirty="0"/>
                  <a:t>The first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 take: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next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adds: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015840F2-52BA-DB0C-15EC-2298E887A6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blipFill>
                <a:blip r:embed="rId3"/>
                <a:stretch>
                  <a:fillRect l="-2118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6111089-D5BE-B08D-99AF-66C82E4CB040}"/>
                  </a:ext>
                </a:extLst>
              </p14:cNvPr>
              <p14:cNvContentPartPr/>
              <p14:nvPr/>
            </p14:nvContentPartPr>
            <p14:xfrm>
              <a:off x="2347560" y="290880"/>
              <a:ext cx="9694080" cy="62614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6111089-D5BE-B08D-99AF-66C82E4CB0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38200" y="281520"/>
                <a:ext cx="9712800" cy="6280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451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37711-2C9F-C400-7B2E-F7113BCCD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Amortized Analysis Analogy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5483E-FA76-F83C-AF97-9517E9B1D9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I’d like to park in a lot where they charge $10 per day to park</a:t>
            </a:r>
          </a:p>
          <a:p>
            <a:r>
              <a:rPr lang="en-US" dirty="0"/>
              <a:t>If you are caught in the lot without paying you are given a warning</a:t>
            </a:r>
          </a:p>
          <a:p>
            <a:r>
              <a:rPr lang="en-US" dirty="0"/>
              <a:t>If you get 3 warnings, you are charged a $25 fine, and your warnings reset.</a:t>
            </a:r>
          </a:p>
          <a:p>
            <a:r>
              <a:rPr lang="en-US" dirty="0"/>
              <a:t>Should you actually pay to park?</a:t>
            </a:r>
          </a:p>
          <a:p>
            <a:pPr lvl="1"/>
            <a:r>
              <a:rPr lang="en-US" dirty="0"/>
              <a:t>If you pay every day then you pay an average of $10 per day</a:t>
            </a:r>
          </a:p>
          <a:p>
            <a:pPr lvl="1"/>
            <a:r>
              <a:rPr lang="en-US" dirty="0"/>
              <a:t>If you do not pay then for every three </a:t>
            </a:r>
            <a:r>
              <a:rPr lang="en-US"/>
              <a:t>days parking costs $</a:t>
            </a:r>
            <a:r>
              <a:rPr lang="en-US" dirty="0"/>
              <a:t>0+$0+$25, for an average of $8.33 per day</a:t>
            </a:r>
          </a:p>
          <a:p>
            <a:pPr lvl="2"/>
            <a:r>
              <a:rPr lang="en-US" dirty="0"/>
              <a:t>This is an amortized analysis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1A5E36A-46E4-B44E-E187-5D4592389BE3}"/>
                  </a:ext>
                </a:extLst>
              </p14:cNvPr>
              <p14:cNvContentPartPr/>
              <p14:nvPr/>
            </p14:nvContentPartPr>
            <p14:xfrm>
              <a:off x="2433600" y="2241000"/>
              <a:ext cx="8145720" cy="3162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1A5E36A-46E4-B44E-E187-5D4592389BE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4240" y="2231640"/>
                <a:ext cx="8164440" cy="3181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08666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Searching in a Sorted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for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=</a:t>
            </a:r>
            <a:r>
              <a:rPr lang="en-US" sz="2400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 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++){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sz="2400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) == k)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848916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24329AA-9457-F3D5-B137-CDD5BA90C349}"/>
                  </a:ext>
                </a:extLst>
              </p14:cNvPr>
              <p14:cNvContentPartPr/>
              <p14:nvPr/>
            </p14:nvContentPartPr>
            <p14:xfrm>
              <a:off x="1521000" y="1325520"/>
              <a:ext cx="8376120" cy="35488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24329AA-9457-F3D5-B137-CDD5BA90C3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11640" y="1316160"/>
                <a:ext cx="8394840" cy="3567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51965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Faster way?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Can you think of a faster algorithm to solve this problem?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196993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A4C94-F173-BE79-8469-02F227EC3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Binary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B7A4A-B366-CC17-877C-2EB95A8A5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static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boolean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contains(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List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&lt;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Integer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&gt; a,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k){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start = 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end = 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a.size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while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(start &lt; end){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mid = start + (end-start)/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==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a.get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(mid) &lt; k)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start = mid+</a:t>
            </a:r>
            <a:r>
              <a:rPr lang="en-US" b="0" dirty="0">
                <a:solidFill>
                  <a:srgbClr val="098658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1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else</a:t>
            </a:r>
            <a:endParaRPr lang="en-US" b="0" dirty="0">
              <a:solidFill>
                <a:srgbClr val="000000"/>
              </a:solidFill>
              <a:effectLst/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        end = mid;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}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b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</p:txBody>
      </p:sp>
      <p:grpSp>
        <p:nvGrpSpPr>
          <p:cNvPr id="26" name="Group 25" descr="An example array of length 10">
            <a:extLst>
              <a:ext uri="{FF2B5EF4-FFF2-40B4-BE49-F238E27FC236}">
                <a16:creationId xmlns:a16="http://schemas.microsoft.com/office/drawing/2014/main" id="{3BC88654-239A-44AE-D715-B2925B4A1F94}"/>
              </a:ext>
            </a:extLst>
          </p:cNvPr>
          <p:cNvGrpSpPr/>
          <p:nvPr/>
        </p:nvGrpSpPr>
        <p:grpSpPr>
          <a:xfrm>
            <a:off x="6908800" y="1040108"/>
            <a:ext cx="5283200" cy="907778"/>
            <a:chOff x="6908800" y="1040108"/>
            <a:chExt cx="5283200" cy="907778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6176971-CE8E-F718-7F77-E9162D17D650}"/>
                </a:ext>
              </a:extLst>
            </p:cNvPr>
            <p:cNvGrpSpPr/>
            <p:nvPr/>
          </p:nvGrpSpPr>
          <p:grpSpPr>
            <a:xfrm>
              <a:off x="6908800" y="1419566"/>
              <a:ext cx="5283200" cy="528320"/>
              <a:chOff x="1681480" y="5462905"/>
              <a:chExt cx="5283200" cy="528320"/>
            </a:xfrm>
            <a:solidFill>
              <a:schemeClr val="bg1"/>
            </a:solidFill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044C80AB-88F8-15C5-0103-53AE186760CB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A324360B-2F37-69A1-7E37-A806252CB4F7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B0E67EE8-8B93-1B19-5019-F36B0BD7BF61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6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793D5AC-F3F1-9BA4-E366-21CB89ECB4FE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8B126A6B-FFB4-A2F6-C119-A222B732EF3F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26CBE4FA-461E-32AF-1F21-B77F0369971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7B537B33-5DD0-844B-4DE2-FACCCA75DC39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80871E1-A9B9-68FB-9BE8-F1C631E2D52A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8C3F77D-A3EF-58B8-E3C7-32E1697528F8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049D9353-0FA0-020E-1D1E-349C1C971276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</a:t>
                </a:r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200AD036-AEEA-337E-F743-27B6259BCAC9}"/>
                </a:ext>
              </a:extLst>
            </p:cNvPr>
            <p:cNvGrpSpPr/>
            <p:nvPr/>
          </p:nvGrpSpPr>
          <p:grpSpPr>
            <a:xfrm>
              <a:off x="6908800" y="1040108"/>
              <a:ext cx="5283200" cy="528320"/>
              <a:chOff x="1681480" y="5462905"/>
              <a:chExt cx="5283200" cy="528320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E9956A8D-5179-312E-01CA-A027B4BE4CD7}"/>
                  </a:ext>
                </a:extLst>
              </p:cNvPr>
              <p:cNvSpPr/>
              <p:nvPr/>
            </p:nvSpPr>
            <p:spPr>
              <a:xfrm>
                <a:off x="37947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75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C53B6828-1075-6CA6-379F-1141B90E248F}"/>
                  </a:ext>
                </a:extLst>
              </p:cNvPr>
              <p:cNvSpPr/>
              <p:nvPr/>
            </p:nvSpPr>
            <p:spPr>
              <a:xfrm>
                <a:off x="43230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79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F6AADC8C-26C7-2EC0-CFD5-AB850DA464FF}"/>
                  </a:ext>
                </a:extLst>
              </p:cNvPr>
              <p:cNvSpPr/>
              <p:nvPr/>
            </p:nvSpPr>
            <p:spPr>
              <a:xfrm>
                <a:off x="48514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88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0D9D694-6129-D6F5-5737-C28073A0DA20}"/>
                  </a:ext>
                </a:extLst>
              </p:cNvPr>
              <p:cNvSpPr/>
              <p:nvPr/>
            </p:nvSpPr>
            <p:spPr>
              <a:xfrm>
                <a:off x="53797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90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B4B85989-2371-70E5-8119-C39A6E903CDC}"/>
                  </a:ext>
                </a:extLst>
              </p:cNvPr>
              <p:cNvSpPr/>
              <p:nvPr/>
            </p:nvSpPr>
            <p:spPr>
              <a:xfrm>
                <a:off x="32664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42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F51CD2F-E989-9A35-F1FE-B6802A86B6F7}"/>
                  </a:ext>
                </a:extLst>
              </p:cNvPr>
              <p:cNvSpPr/>
              <p:nvPr/>
            </p:nvSpPr>
            <p:spPr>
              <a:xfrm>
                <a:off x="273812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13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FCA394E8-3E48-87C4-4E66-B4248B28F3B8}"/>
                  </a:ext>
                </a:extLst>
              </p:cNvPr>
              <p:cNvSpPr/>
              <p:nvPr/>
            </p:nvSpPr>
            <p:spPr>
              <a:xfrm>
                <a:off x="220980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8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22F7EE1-E438-088D-0E5E-4BFDEA41E50F}"/>
                  </a:ext>
                </a:extLst>
              </p:cNvPr>
              <p:cNvSpPr/>
              <p:nvPr/>
            </p:nvSpPr>
            <p:spPr>
              <a:xfrm>
                <a:off x="590804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95</a:t>
                </a:r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C3332684-95DA-F21A-B08B-027F50B532A6}"/>
                  </a:ext>
                </a:extLst>
              </p:cNvPr>
              <p:cNvSpPr/>
              <p:nvPr/>
            </p:nvSpPr>
            <p:spPr>
              <a:xfrm>
                <a:off x="168148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5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DC9D9D-586A-5D6A-EAEB-05E79320B7F2}"/>
                  </a:ext>
                </a:extLst>
              </p:cNvPr>
              <p:cNvSpPr/>
              <p:nvPr/>
            </p:nvSpPr>
            <p:spPr>
              <a:xfrm>
                <a:off x="6436360" y="5462905"/>
                <a:ext cx="528320" cy="528320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99</a:t>
                </a:r>
              </a:p>
            </p:txBody>
          </p:sp>
        </p:grpSp>
      </p:grp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505897F-3E14-6B22-BE14-8B9B63BDE0BB}"/>
                  </a:ext>
                </a:extLst>
              </p14:cNvPr>
              <p14:cNvContentPartPr/>
              <p14:nvPr/>
            </p14:nvContentPartPr>
            <p14:xfrm>
              <a:off x="510120" y="535680"/>
              <a:ext cx="10628280" cy="544392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505897F-3E14-6B22-BE14-8B9B63BDE0B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0760" y="526320"/>
                <a:ext cx="10647000" cy="54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399856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Why is this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</m:oMath>
                </a14:m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6DFD315-2225-9415-4253-A46A693C98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the beginning: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After 1 iteration: </a:t>
                </a:r>
                <a:r>
                  <a:rPr lang="en-US" dirty="0">
                    <a:latin typeface="Consolas" panose="020B0609020204030204" pitchFamily="49" charset="0"/>
                  </a:rPr>
                  <a:t>end-start=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mid-start = (start+(end-start)/2)-start</a:t>
                </a:r>
              </a:p>
              <a:p>
                <a:pPr lvl="1"/>
                <a:r>
                  <a:rPr lang="en-US" dirty="0">
                    <a:latin typeface="Consolas" panose="020B0609020204030204" pitchFamily="49" charset="0"/>
                  </a:rPr>
                  <a:t>end-mid = end-(start+(end-start)/2)</a:t>
                </a:r>
              </a:p>
              <a:p>
                <a:r>
                  <a:rPr lang="en-US" dirty="0"/>
                  <a:t>Each iteration cuts the “gap” in half!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 iterations the size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We stop when the gap is 1</a:t>
                </a:r>
              </a:p>
              <a:p>
                <a:pPr lvl="1"/>
                <a:r>
                  <a:rPr lang="en-US" dirty="0"/>
                  <a:t>Solve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dirty="0"/>
                  <a:t>: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FDEE10-F003-DFC8-090A-78AFCCF96A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E911604-42D6-5DC7-ACDC-E2C2F53E6A3D}"/>
                  </a:ext>
                </a:extLst>
              </p14:cNvPr>
              <p14:cNvContentPartPr/>
              <p14:nvPr/>
            </p14:nvContentPartPr>
            <p14:xfrm>
              <a:off x="1437840" y="780840"/>
              <a:ext cx="10751400" cy="41180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E911604-42D6-5DC7-ACDC-E2C2F53E6A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428480" y="771480"/>
                <a:ext cx="10770120" cy="4136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336395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66A6-036F-846E-F4AC-15AAFD0EA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 Graphed</a:t>
            </a:r>
          </a:p>
        </p:txBody>
      </p:sp>
      <p:pic>
        <p:nvPicPr>
          <p:cNvPr id="5" name="Picture 4" descr="The same graph, but zoomed out farther so that larger input sizes are visible. From this graph we can see that the previous one was misleading, and after a certain point linear will take more time than log.">
            <a:extLst>
              <a:ext uri="{FF2B5EF4-FFF2-40B4-BE49-F238E27FC236}">
                <a16:creationId xmlns:a16="http://schemas.microsoft.com/office/drawing/2014/main" id="{C6AC8BB0-49B0-7D5E-92DD-CF544CC7D6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000"/>
          <a:stretch/>
        </p:blipFill>
        <p:spPr>
          <a:xfrm>
            <a:off x="6095999" y="1829365"/>
            <a:ext cx="6048478" cy="3748475"/>
          </a:xfrm>
          <a:prstGeom prst="rect">
            <a:avLst/>
          </a:prstGeom>
        </p:spPr>
      </p:pic>
      <p:pic>
        <p:nvPicPr>
          <p:cNvPr id="3" name="Picture 2" descr="A graph showing the running time of a binary search of a list (i.e. log(n)) and a linear search of a list (n). The range of values shown is narrow, ans so binary search appears to take more time for all inputs in the range.">
            <a:extLst>
              <a:ext uri="{FF2B5EF4-FFF2-40B4-BE49-F238E27FC236}">
                <a16:creationId xmlns:a16="http://schemas.microsoft.com/office/drawing/2014/main" id="{55957566-1767-9559-3814-497EED16DC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7522" y="1829365"/>
            <a:ext cx="6048477" cy="374847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4D61457-DEFD-3F27-5775-6036B7FD46D4}"/>
                  </a:ext>
                </a:extLst>
              </p14:cNvPr>
              <p14:cNvContentPartPr/>
              <p14:nvPr/>
            </p14:nvContentPartPr>
            <p14:xfrm>
              <a:off x="439200" y="584640"/>
              <a:ext cx="10788480" cy="38703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4D61457-DEFD-3F27-5775-6036B7FD46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29840" y="575280"/>
                <a:ext cx="10807200" cy="388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602748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542A1-F3AE-5E9B-5D67-C317DC466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Comparing Running Times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Suppose I have these algorithms, all of which have the same input/output behavior:</a:t>
                </a:r>
              </a:p>
              <a:p>
                <a:pPr lvl="1"/>
                <a:r>
                  <a:rPr lang="en-US" dirty="0"/>
                  <a:t>Algorithm A’s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+900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B’s worst case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Algorithm C’s worst case running time is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Which algorithm is best?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410524-FA66-B677-DB0A-E879D6F9F8B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DA9E582-F805-6550-9F9C-7951D2894E12}"/>
                  </a:ext>
                </a:extLst>
              </p14:cNvPr>
              <p14:cNvContentPartPr/>
              <p14:nvPr/>
            </p14:nvContentPartPr>
            <p14:xfrm>
              <a:off x="6200640" y="2467800"/>
              <a:ext cx="4498560" cy="18309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DA9E582-F805-6550-9F9C-7951D2894E1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91280" y="2458440"/>
                <a:ext cx="4517280" cy="1849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56298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</p:spPr>
            <p:txBody>
              <a:bodyPr/>
              <a:lstStyle/>
              <a:p>
                <a:r>
                  <a:rPr lang="en-US" dirty="0"/>
                  <a:t>Asymptotically comparing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3E553192-1741-E7E7-D227-470D609DAE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200" y="81347"/>
                <a:ext cx="10515600" cy="1325563"/>
              </a:xfrm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">
            <a:extLst>
              <a:ext uri="{FF2B5EF4-FFF2-40B4-BE49-F238E27FC236}">
                <a16:creationId xmlns:a16="http://schemas.microsoft.com/office/drawing/2014/main" id="{1926F536-686E-BD1B-029B-BA2875E072D6}"/>
              </a:ext>
            </a:extLst>
          </p:cNvPr>
          <p:cNvGrpSpPr/>
          <p:nvPr/>
        </p:nvGrpSpPr>
        <p:grpSpPr>
          <a:xfrm>
            <a:off x="821900" y="1150625"/>
            <a:ext cx="9272722" cy="5640781"/>
            <a:chOff x="821900" y="1098075"/>
            <a:chExt cx="9272722" cy="564078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/>
                <p:cNvSpPr txBox="1"/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𝑂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" name="TextBox 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21600" y="2133600"/>
                  <a:ext cx="2373022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514" r="-514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TextBox 4"/>
                <p:cNvSpPr txBox="1"/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Θ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TextBox 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35490" y="2895600"/>
                  <a:ext cx="2357505" cy="461665"/>
                </a:xfrm>
                <a:prstGeom prst="rect">
                  <a:avLst/>
                </a:prstGeom>
                <a:blipFill>
                  <a:blip r:embed="rId4"/>
                  <a:stretch>
                    <a:fillRect l="-517" r="-258" b="-18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/>
                          </a:rPr>
                          <m:t>𝑓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latin typeface="Cambria Math"/>
                          </a:rPr>
                          <m:t>)=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/>
                          </a:rPr>
                          <m:t>Ω</m:t>
                        </m:r>
                        <m:r>
                          <a:rPr lang="en-US" sz="2400" b="0" i="1" smtClean="0">
                            <a:latin typeface="Cambria Math"/>
                          </a:rPr>
                          <m:t>(</m:t>
                        </m:r>
                        <m:r>
                          <a:rPr lang="en-US" sz="2400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  <m:r>
                          <a:rPr lang="en-US" sz="2400" b="0" i="1" smtClean="0">
                            <a:latin typeface="Cambria Math"/>
                          </a:rPr>
                          <m:t>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19381" y="3653135"/>
                  <a:ext cx="2365519" cy="461665"/>
                </a:xfrm>
                <a:prstGeom prst="rect">
                  <a:avLst/>
                </a:prstGeom>
                <a:blipFill>
                  <a:blip r:embed="rId5"/>
                  <a:stretch>
                    <a:fillRect l="-258" r="-515" b="-1710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2" descr="A chart depicting how we can asymptotically compare a function f(n) with another function g(n). &#10;&#10;To show f(n) is big-Oh of g(n) we are able to ignore a small number of inputs (up to a value we call n_0, or n-naught) and multiply g(n) by a constant (that we call c_2). We say f(n) to be O(g(n)) provided for all inputs after n_0, f(n) is always below c_2*g(n).&#10;&#10;To show f(n) is big-Omega of g(n) we are able to ignore a small number of inputs (up to a value we call n_0, or n-naught) and multiply g(n) by a constant (that we call c_1). We say f(n) to be Omega(g(n)) provided for all inputs after n_0, f(n) is always amove c_1*g(n).&#10;&#10;If we can do both, then we say f(n) is big-Theta of g(n).&#10;"/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5990"/>
            <a:stretch/>
          </p:blipFill>
          <p:spPr bwMode="auto">
            <a:xfrm>
              <a:off x="821900" y="1098075"/>
              <a:ext cx="6884343" cy="56407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0D38A6CC-A87B-E607-C10D-93440E076516}"/>
                  </a:ext>
                </a:extLst>
              </p14:cNvPr>
              <p14:cNvContentPartPr/>
              <p14:nvPr/>
            </p14:nvContentPartPr>
            <p14:xfrm>
              <a:off x="371880" y="1766520"/>
              <a:ext cx="11384280" cy="477360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0D38A6CC-A87B-E607-C10D-93440E0765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62520" y="1757160"/>
                <a:ext cx="11403000" cy="479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24971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less than or equal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Upper-bounded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𝑛</m:t>
                    </m:r>
                  </m:oMath>
                </a14:m>
                <a:endParaRPr lang="en-US" b="0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Ω</m:t>
                    </m:r>
                    <m:r>
                      <a:rPr lang="en-US" b="0" i="1" smtClean="0">
                        <a:latin typeface="Cambria Math"/>
                      </a:rPr>
                      <m:t>(</m:t>
                    </m:r>
                    <m:r>
                      <a:rPr lang="en-US" b="0" i="1" smtClean="0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set of functions</a:t>
                </a:r>
                <a:r>
                  <a:rPr lang="en-US" dirty="0"/>
                  <a:t> with asymptotic behavior greater than or equal to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>
                    <a:solidFill>
                      <a:srgbClr val="FF33CC"/>
                    </a:solidFill>
                  </a:rPr>
                  <a:t>Lower-bounded </a:t>
                </a:r>
                <a:r>
                  <a:rPr lang="en-US" dirty="0"/>
                  <a:t>by a constant times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enough values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i="1" dirty="0">
                  <a:latin typeface="Cambria Math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≡∃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&gt;0. ∃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&gt;0. 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.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“</a:t>
                </a:r>
                <a:r>
                  <a:rPr lang="en-US" dirty="0">
                    <a:solidFill>
                      <a:srgbClr val="FF33CC"/>
                    </a:solidFill>
                  </a:rPr>
                  <a:t>Tightly</a:t>
                </a:r>
                <a:r>
                  <a:rPr lang="en-US" dirty="0"/>
                  <a:t>” within constant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𝑔</m:t>
                    </m:r>
                  </m:oMath>
                </a14:m>
                <a:r>
                  <a:rPr lang="en-US" dirty="0"/>
                  <a:t> for large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>
                        <a:latin typeface="Cambria Math"/>
                      </a:rPr>
                      <m:t>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𝑔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/>
                      </a:rPr>
                      <m:t>∩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r>
                      <a:rPr lang="en-US" i="1">
                        <a:latin typeface="Cambria Math"/>
                      </a:rPr>
                      <m:t>(</m:t>
                    </m:r>
                    <m:r>
                      <a:rPr lang="en-US" i="1">
                        <a:latin typeface="Cambria Math"/>
                      </a:rPr>
                      <m:t>𝑔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</m:d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23758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Idea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D564C020-2384-061C-18C1-14BB89BF209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6409C80-61B9-4DC9-01AB-659ECF1BCC8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812229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marL="914400" lvl="2" indent="0">
                  <a:buNone/>
                </a:pPr>
                <a:endParaRPr lang="en-US" b="1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51788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7A6EC-082D-11D1-9F3F-D540292E6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060A5-0D97-3D38-FF74-D85495E97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(Scratchwork)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914400" lvl="2" indent="0">
                  <a:buNone/>
                </a:pPr>
                <a:r>
                  <a:rPr lang="en-US" dirty="0"/>
                  <a:t>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The algebra looks like it might be easier if we select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To select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we need to consider what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will cause “add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lang="en-US" dirty="0"/>
                  <a:t>” to have less impact than “multiply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”.</a:t>
                </a:r>
              </a:p>
              <a:p>
                <a:pPr marL="914400" lvl="2" indent="0">
                  <a:buNone/>
                </a:pP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and also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914400" lvl="2" indent="0">
                  <a:buNone/>
                </a:pPr>
                <a:r>
                  <a:rPr lang="en-US" dirty="0"/>
                  <a:t>Thus it should work to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C8A633-7BBC-F3AE-8521-1AD5F0E62E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76969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1 (Proof)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	</a:t>
                </a: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≥10    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+100≤10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              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≡10≤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	This is True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 is strictly increasing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10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&gt;10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 r="-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27011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399603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AF14A-D064-54E0-6BBF-CF65280EB4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2F9BC-8583-F6DE-8ADA-F9EB3C140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(Scratchwork)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>
                <a:normAutofit lnSpcReduction="10000"/>
              </a:bodyPr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Scratchwork:</a:t>
                </a:r>
              </a:p>
              <a:p>
                <a:pPr marL="457200" lvl="1" indent="0">
                  <a:buNone/>
                </a:pPr>
                <a:r>
                  <a:rPr lang="en-US" dirty="0"/>
                  <a:t>	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It looks like things might simplify if we 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equivalently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hmmm….. That didn’t work! But, it tells us that to make the left hand side bigger, it needs to be 50 larger than the right! This means we definitely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&lt;13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let’s instead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, now we need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−50≥12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	This simplifies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, so we can 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715BD7A-5944-DE50-FFDA-22BA9A2233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3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01503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99128-3B0A-EEBD-AA47-0A2E16E0C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2C6BA-B88E-5695-E2EE-A7497F6A9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2 (Proof)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b="0" i="1" smtClean="0">
                        <a:latin typeface="Cambria Math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</a:t>
                </a:r>
                <a:r>
                  <a:rPr lang="en-US" dirty="0"/>
                  <a:t>find values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. 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Proof: </a:t>
                </a:r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Let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=12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. show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we have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≥12⋅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457200" lvl="1" indent="0">
                  <a:buNone/>
                </a:pPr>
                <a:r>
                  <a:rPr lang="en-US" dirty="0"/>
                  <a:t>Applying algebra: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13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≥12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−50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−50≥0</m:t>
                    </m:r>
                  </m:oMath>
                </a14:m>
                <a:r>
                  <a:rPr lang="en-US" dirty="0"/>
                  <a:t> (allowed because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457200" lvl="1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≥50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457200" lvl="1" indent="0">
                  <a:buNone/>
                </a:pPr>
                <a:r>
                  <a:rPr lang="en-US" dirty="0"/>
                  <a:t>Because we chose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=50</m:t>
                    </m:r>
                  </m:oMath>
                </a14:m>
                <a:r>
                  <a:rPr lang="en-US" dirty="0"/>
                  <a:t>, the inequality holds for all values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DE8BD1-7032-7251-5937-38CE9EA5D4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1430000" cy="4525963"/>
              </a:xfrm>
              <a:blipFill>
                <a:blip r:embed="rId2"/>
                <a:stretch>
                  <a:fillRect l="-96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077861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</p:spPr>
            <p:txBody>
              <a:bodyPr anchor="t"/>
              <a:lstStyle/>
              <a:p>
                <a:r>
                  <a:rPr lang="en-US" dirty="0"/>
                  <a:t>Show: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b="0" i="1" smtClean="0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Want to show that there does not exist a pair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 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09600" y="1874837"/>
                <a:ext cx="10972800" cy="4525963"/>
              </a:xfrm>
              <a:blipFill>
                <a:blip r:embed="rId2"/>
                <a:stretch>
                  <a:fillRect l="-1000" t="-22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374089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Asymptotic Notation Example 3 (Proof)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To Show: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b="1" dirty="0"/>
                  <a:t>Technique: Contradiction</a:t>
                </a:r>
              </a:p>
              <a:p>
                <a:pPr lvl="1"/>
                <a:r>
                  <a:rPr lang="en-US" b="1" dirty="0"/>
                  <a:t>Proof:</a:t>
                </a:r>
                <a:r>
                  <a:rPr lang="en-US" dirty="0"/>
                  <a:t> 	Assume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  Then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&gt;0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t</m:t>
                    </m:r>
                    <m:r>
                      <a:rPr lang="en-US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∀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𝑐𝑛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Let us derive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.  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we know: </a:t>
                </a:r>
                <a:br>
                  <a:rPr lang="en-US" dirty="0"/>
                </a:br>
                <a:r>
                  <a:rPr lang="en-US" dirty="0"/>
                  <a:t>	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	</a:t>
                </a:r>
                <a:br>
                  <a:rPr lang="en-US" dirty="0"/>
                </a:br>
                <a:r>
                  <a:rPr lang="en-US" dirty="0"/>
                  <a:t>	 	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br>
                  <a:rPr lang="en-US" dirty="0"/>
                </a:br>
                <a:r>
                  <a:rPr lang="en-US" dirty="0"/>
                  <a:t>		</a:t>
                </a:r>
                <a:br>
                  <a:rPr lang="en-US" dirty="0"/>
                </a:br>
                <a:r>
                  <a:rPr lang="en-US" dirty="0"/>
                  <a:t>		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is lower bounded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cannot be a constant and make this        		True.</a:t>
                </a:r>
                <a:br>
                  <a:rPr lang="en-US" dirty="0"/>
                </a:br>
                <a:r>
                  <a:rPr lang="en-US" dirty="0"/>
                  <a:t>		Contradiction.  Therefore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𝑛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∉</m:t>
                    </m:r>
                    <m:r>
                      <a:rPr lang="en-US" i="1">
                        <a:latin typeface="Cambria Math"/>
                      </a:rPr>
                      <m:t>𝑂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928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9DE9E742-86D9-924A-813D-0470A2EDFFFC}"/>
              </a:ext>
            </a:extLst>
          </p:cNvPr>
          <p:cNvSpPr txBox="1"/>
          <p:nvPr/>
        </p:nvSpPr>
        <p:spPr>
          <a:xfrm>
            <a:off x="9144000" y="1504146"/>
            <a:ext cx="27432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Proof by Contradiction!</a:t>
            </a:r>
          </a:p>
        </p:txBody>
      </p:sp>
    </p:spTree>
    <p:extLst>
      <p:ext uri="{BB962C8B-B14F-4D97-AF65-F5344CB8AC3E}">
        <p14:creationId xmlns:p14="http://schemas.microsoft.com/office/powerpoint/2010/main" val="309123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5DF01-CB08-62DC-1215-866A0F1018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Gaining Intuition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When doing asymptotic analysis of functions:</a:t>
                </a:r>
              </a:p>
              <a:p>
                <a:pPr lvl="1"/>
                <a:r>
                  <a:rPr lang="en-US" dirty="0"/>
                  <a:t>If multiple expressions are added together, ignore all but the “biggest”</a:t>
                </a:r>
              </a:p>
              <a:p>
                <a:pPr lvl="2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grows asymptotically faster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all multiplicative constants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d>
                      </m:e>
                    </m:d>
                  </m:oMath>
                </a14:m>
                <a:r>
                  <a:rPr lang="en-US" dirty="0"/>
                  <a:t> for any constant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Ignore bases of logarithms</a:t>
                </a:r>
              </a:p>
              <a:p>
                <a:pPr lvl="1"/>
                <a:r>
                  <a:rPr lang="en-US" dirty="0"/>
                  <a:t>Do NOT ignore:</a:t>
                </a:r>
              </a:p>
              <a:p>
                <a:pPr lvl="2"/>
                <a:r>
                  <a:rPr lang="en-US" dirty="0"/>
                  <a:t>Non-multiplicative and non-additive constants (e.g. in exponents, bases of exponents)</a:t>
                </a:r>
              </a:p>
              <a:p>
                <a:pPr lvl="2"/>
                <a:r>
                  <a:rPr lang="en-US" dirty="0"/>
                  <a:t>Logarithms themselves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+ 5 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0.5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⁡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+ 2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+ 7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+ 3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pt-BR" dirty="0"/>
              </a:p>
              <a:p>
                <a:pPr lvl="1"/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pt-BR" i="1" dirty="0" smtClean="0">
                        <a:latin typeface="Cambria Math" panose="02040503050406030204" pitchFamily="18" charset="0"/>
                      </a:rPr>
                      <m:t>log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(10</m:t>
                    </m:r>
                    <m:sSup>
                      <m:sSup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D40356D-0C36-B454-54CF-5259710738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961256"/>
              </a:xfrm>
              <a:blipFill>
                <a:blip r:embed="rId2"/>
                <a:stretch>
                  <a:fillRect l="-928" t="-24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74660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08004-4521-2990-7545-99E7189B8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Examples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pt-BR" dirty="0"/>
                  <a:t>Is each of the following True or False?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4+3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∈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pt-BR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pt-BR" i="1" dirty="0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pt-BR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50</m:t>
                        </m:r>
                      </m:sup>
                    </m:sSup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pt-BR" i="1" dirty="0" smtClean="0">
                            <a:latin typeface="Cambria Math" panose="02040503050406030204" pitchFamily="18" charset="0"/>
                          </a:rPr>
                          <m:t>1.1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pt-BR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pt-BR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 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F9D13FC-5562-5001-9E77-3F64F87265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427673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66FAC-3CF1-21C8-D24E-C2A513888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Categories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(1)</m:t>
                    </m:r>
                  </m:oMath>
                </a14:m>
                <a:r>
                  <a:rPr lang="en-US" dirty="0"/>
                  <a:t>	“constant”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b="0" dirty="0"/>
                  <a:t> 	“logarithmic”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dirty="0"/>
                  <a:t>	“linear”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dirty="0"/>
                  <a:t>	“log-linear”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“quadratic”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“cubic”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“polynomial”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	“exponential”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529C92-55F1-90A3-C1FE-36A88CEA9C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6072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0106B-E7F2-6AC4-0CEB-263B34D0A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running time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B7D0D-89C1-85CB-26AE-4351C262A7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Worst-case complexity: </a:t>
            </a:r>
          </a:p>
          <a:p>
            <a:pPr lvl="1"/>
            <a:r>
              <a:rPr lang="en-US" dirty="0"/>
              <a:t>max number of steps algorithm takes on “most challenging” input </a:t>
            </a:r>
          </a:p>
          <a:p>
            <a:r>
              <a:rPr lang="en-US" dirty="0"/>
              <a:t>Best-case complexity: </a:t>
            </a:r>
          </a:p>
          <a:p>
            <a:pPr lvl="1"/>
            <a:r>
              <a:rPr lang="en-US" dirty="0"/>
              <a:t>min number of steps algorithm takes on “easiest” input </a:t>
            </a:r>
          </a:p>
          <a:p>
            <a:r>
              <a:rPr lang="en-US" dirty="0"/>
              <a:t>Average/expected complexity: </a:t>
            </a:r>
          </a:p>
          <a:p>
            <a:pPr lvl="1"/>
            <a:r>
              <a:rPr lang="en-US" dirty="0"/>
              <a:t>avg number of steps algorithm takes on random inputs (context-dependent) </a:t>
            </a:r>
          </a:p>
          <a:p>
            <a:r>
              <a:rPr lang="en-US" dirty="0"/>
              <a:t>Amortized complexity: </a:t>
            </a:r>
          </a:p>
          <a:p>
            <a:pPr lvl="1"/>
            <a:r>
              <a:rPr lang="en-US" dirty="0"/>
              <a:t>max total number of steps algorithm takes on M “most challenging” consecutive inputs, divided by M (i.e., divide the max total sum by M).</a:t>
            </a:r>
          </a:p>
        </p:txBody>
      </p:sp>
    </p:spTree>
    <p:extLst>
      <p:ext uri="{BB962C8B-B14F-4D97-AF65-F5344CB8AC3E}">
        <p14:creationId xmlns:p14="http://schemas.microsoft.com/office/powerpoint/2010/main" val="5454825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E0072-AB08-4A0C-5E2D-26E006D92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Beware!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Worst case, Best case, amortized are ways to select a function 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lang="en-US" dirty="0"/>
                  <a:t> are ways to compare functions</a:t>
                </a:r>
              </a:p>
              <a:p>
                <a:r>
                  <a:rPr lang="en-US" dirty="0"/>
                  <a:t>You can mix and match!</a:t>
                </a:r>
              </a:p>
              <a:p>
                <a:r>
                  <a:rPr lang="en-US" dirty="0"/>
                  <a:t>The following statements totally make sense!</a:t>
                </a:r>
              </a:p>
              <a:p>
                <a:pPr lvl="1"/>
                <a:r>
                  <a:rPr lang="en-US" dirty="0"/>
                  <a:t>The worst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best case running time of my algorithm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18D91F2-5C48-7245-42C5-5BA66D8E1D9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45580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12700</TotalTime>
  <Words>3103</Words>
  <Application>Microsoft Office PowerPoint</Application>
  <PresentationFormat>Widescreen</PresentationFormat>
  <Paragraphs>416</Paragraphs>
  <Slides>35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1" baseType="lpstr">
      <vt:lpstr>Calibri Light</vt:lpstr>
      <vt:lpstr>Arial</vt:lpstr>
      <vt:lpstr>Consolas</vt:lpstr>
      <vt:lpstr>Calibri</vt:lpstr>
      <vt:lpstr>Cambria Math</vt:lpstr>
      <vt:lpstr>Office Theme</vt:lpstr>
      <vt:lpstr>CSE 332 Spring 2026 Lecture 3: Algorithm Analysis pt.2</vt:lpstr>
      <vt:lpstr>Running Time Analysis</vt:lpstr>
      <vt:lpstr>Options for your running time function</vt:lpstr>
      <vt:lpstr>Worst Case Running Time Analysis</vt:lpstr>
      <vt:lpstr>Worst Case Running Time – General Guide</vt:lpstr>
      <vt:lpstr>Worst Case – Example 1 (Questions)</vt:lpstr>
      <vt:lpstr>Worst Case – Example 1 (Answers)</vt:lpstr>
      <vt:lpstr>Worst Case – Example 2 (Questions)</vt:lpstr>
      <vt:lpstr>Worst Case – Example 2 (Answers)</vt:lpstr>
      <vt:lpstr>Reminder: Options for your running time function</vt:lpstr>
      <vt:lpstr>ArrayList - Worst Case Time of Add</vt:lpstr>
      <vt:lpstr>ArrayList – Amortized Time of Add</vt:lpstr>
      <vt:lpstr>Amortized Analysis Analogy</vt:lpstr>
      <vt:lpstr>Searching in a Sorted List</vt:lpstr>
      <vt:lpstr>Faster way?</vt:lpstr>
      <vt:lpstr>Binary Search</vt:lpstr>
      <vt:lpstr>Why is this log_2⁡n?</vt:lpstr>
      <vt:lpstr>Running Time Graphed</vt:lpstr>
      <vt:lpstr>Comparing Running Times</vt:lpstr>
      <vt:lpstr>Asymptotically comparing f(n) with g(n)</vt:lpstr>
      <vt:lpstr>Asymptotic Notation</vt:lpstr>
      <vt:lpstr>Idea of Θ</vt:lpstr>
      <vt:lpstr>Asymptotic Notation Example 1</vt:lpstr>
      <vt:lpstr>Asymptotic Notation Example 1 (Scratchwork)</vt:lpstr>
      <vt:lpstr>Asymptotic Notation Example 1 (Proof)</vt:lpstr>
      <vt:lpstr>Asymptotic Notation Example 2</vt:lpstr>
      <vt:lpstr>Asymptotic Notation Example 2 (Scratchwork)</vt:lpstr>
      <vt:lpstr>Asymptotic Notation Example 2 (Proof)</vt:lpstr>
      <vt:lpstr>Asymptotic Notation Example 3</vt:lpstr>
      <vt:lpstr>Asymptotic Notation Example 3 (Proof)</vt:lpstr>
      <vt:lpstr>Gaining Intuition</vt:lpstr>
      <vt:lpstr>More Examples</vt:lpstr>
      <vt:lpstr>Common Categories</vt:lpstr>
      <vt:lpstr>Defining your running time function</vt:lpstr>
      <vt:lpstr>Beware!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Spring 2026 Lecture 3</dc:title>
  <dc:creator>Nathan Brunelle</dc:creator>
  <cp:lastModifiedBy>Nathan Brunelle</cp:lastModifiedBy>
  <cp:revision>74</cp:revision>
  <dcterms:created xsi:type="dcterms:W3CDTF">2023-09-26T20:08:20Z</dcterms:created>
  <dcterms:modified xsi:type="dcterms:W3CDTF">2026-04-06T19:07:22Z</dcterms:modified>
</cp:coreProperties>
</file>