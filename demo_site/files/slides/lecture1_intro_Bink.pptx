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0" r:id="rId16"/>
    <p:sldId id="275" r:id="rId17"/>
    <p:sldId id="277" r:id="rId18"/>
    <p:sldId id="269" r:id="rId19"/>
    <p:sldId id="278" r:id="rId20"/>
    <p:sldId id="274" r:id="rId21"/>
    <p:sldId id="272"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p:txBody>
          <a:bodyPr/>
          <a:lstStyle/>
          <a:p>
            <a:r>
              <a:rPr lang="en-US" dirty="0"/>
              <a:t>Nathan Brunelle</a:t>
            </a:r>
          </a:p>
        </p:txBody>
      </p:sp>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10515600"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317" y="95693"/>
            <a:ext cx="3531765" cy="2361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3">
            <a:extLst>
              <a:ext uri="{28A0092B-C50C-407E-A947-70E740481C1C}">
                <a14:useLocalDpi xmlns:a14="http://schemas.microsoft.com/office/drawing/2010/main" val="0"/>
              </a:ext>
            </a:extLst>
          </a:blip>
          <a:srcRect l="11008" t="9884" r="16628" b="26667"/>
          <a:stretch/>
        </p:blipFill>
        <p:spPr>
          <a:xfrm>
            <a:off x="4973432" y="95693"/>
            <a:ext cx="3121489" cy="2052692"/>
          </a:xfrm>
          <a:prstGeom prst="rect">
            <a:avLst/>
          </a:prstGeom>
        </p:spPr>
      </p:pic>
      <p:pic>
        <p:nvPicPr>
          <p:cNvPr id="8" name="Picture 7">
            <a:extLst>
              <a:ext uri="{FF2B5EF4-FFF2-40B4-BE49-F238E27FC236}">
                <a16:creationId xmlns:a16="http://schemas.microsoft.com/office/drawing/2014/main" id="{65A92173-4B00-F11C-CF7C-FA7D7A9E9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4919" y="2718520"/>
            <a:ext cx="4917131" cy="3693431"/>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92500" lnSpcReduction="20000"/>
              </a:bodyPr>
              <a:lstStyle/>
              <a:p>
                <a:r>
                  <a:rPr lang="en-US" dirty="0"/>
                  <a:t>13 </a:t>
                </a:r>
                <a14:m>
                  <m:oMath xmlns:m="http://schemas.openxmlformats.org/officeDocument/2006/math">
                    <m:r>
                      <a:rPr lang="en-US" b="0" i="1" smtClean="0">
                        <a:latin typeface="Cambria Math" panose="02040503050406030204" pitchFamily="18" charset="0"/>
                      </a:rPr>
                      <m:t>≥</m:t>
                    </m:r>
                  </m:oMath>
                </a14:m>
                <a:r>
                  <a:rPr lang="en-US" dirty="0"/>
                  <a:t>Weekly homework exercises (4.5% each, 54%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Friday 11/1</a:t>
                </a:r>
              </a:p>
              <a:p>
                <a:pPr lvl="1"/>
                <a:r>
                  <a:rPr lang="en-US" dirty="0"/>
                  <a:t>Final at 8:30am on Thursday 12/2</a:t>
                </a:r>
              </a:p>
              <a:p>
                <a:r>
                  <a:rPr lang="en-US" dirty="0"/>
                  <a:t>Concept Checks (0.33% each, 6% total)</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mc:Choice>
        <mc:Fallback xmlns="">
          <p:sp>
            <p:nvSpPr>
              <p:cNvPr id="3" name="Content Placeholder 2">
                <a:extLst>
                  <a:ext uri="{FF2B5EF4-FFF2-40B4-BE49-F238E27FC236}">
                    <a16:creationId xmlns:a16="http://schemas.microsoft.com/office/drawing/2014/main" id="{E2ABC400-4330-F5F0-6E31-F9CB391454A7}"/>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 </a:t>
            </a:r>
          </a:p>
          <a:p>
            <a:pPr lvl="1"/>
            <a:endParaRPr lang="en-US" dirty="0"/>
          </a:p>
          <a:p>
            <a:r>
              <a:rPr lang="en-US" dirty="0"/>
              <a:t>What operations do we need?</a:t>
            </a:r>
          </a:p>
          <a:p>
            <a:endParaRPr lang="en-US" dirty="0"/>
          </a:p>
          <a:p>
            <a:r>
              <a:rPr lang="en-US" dirty="0"/>
              <a:t>Suggested data structures?</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9407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71829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76768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327796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36998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374528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r>
              <a:rPr lang="en-US" dirty="0"/>
              <a:t>What operations do we need?</a:t>
            </a:r>
          </a:p>
          <a:p>
            <a:r>
              <a:rPr lang="en-US" dirty="0"/>
              <a:t>Suggested data structures?</a:t>
            </a:r>
          </a:p>
        </p:txBody>
      </p:sp>
    </p:spTree>
    <p:extLst>
      <p:ext uri="{BB962C8B-B14F-4D97-AF65-F5344CB8AC3E}">
        <p14:creationId xmlns:p14="http://schemas.microsoft.com/office/powerpoint/2010/main" val="1095121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39125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2901</TotalTime>
  <Words>1460</Words>
  <Application>Microsoft Office PowerPoint</Application>
  <PresentationFormat>Widescreen</PresentationFormat>
  <Paragraphs>335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Cascadia Code</vt:lpstr>
      <vt:lpstr>Office Theme</vt:lpstr>
      <vt:lpstr>CSE 332 Winter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 (Activity)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35</cp:revision>
  <dcterms:created xsi:type="dcterms:W3CDTF">2023-09-26T20:08:20Z</dcterms:created>
  <dcterms:modified xsi:type="dcterms:W3CDTF">2026-01-05T21:50:45Z</dcterms:modified>
</cp:coreProperties>
</file>