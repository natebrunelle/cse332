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4"/>
  </p:notesMasterIdLst>
  <p:sldIdLst>
    <p:sldId id="257" r:id="rId2"/>
    <p:sldId id="799" r:id="rId3"/>
    <p:sldId id="853" r:id="rId4"/>
    <p:sldId id="892" r:id="rId5"/>
    <p:sldId id="854" r:id="rId6"/>
    <p:sldId id="893" r:id="rId7"/>
    <p:sldId id="894" r:id="rId8"/>
    <p:sldId id="840" r:id="rId9"/>
    <p:sldId id="857" r:id="rId10"/>
    <p:sldId id="843" r:id="rId11"/>
    <p:sldId id="895" r:id="rId12"/>
    <p:sldId id="844" r:id="rId13"/>
    <p:sldId id="872" r:id="rId14"/>
    <p:sldId id="858" r:id="rId15"/>
    <p:sldId id="896" r:id="rId16"/>
    <p:sldId id="611" r:id="rId17"/>
    <p:sldId id="859" r:id="rId18"/>
    <p:sldId id="902" r:id="rId19"/>
    <p:sldId id="614" r:id="rId20"/>
    <p:sldId id="861" r:id="rId21"/>
    <p:sldId id="862" r:id="rId22"/>
    <p:sldId id="863" r:id="rId23"/>
    <p:sldId id="865" r:id="rId24"/>
    <p:sldId id="898" r:id="rId25"/>
    <p:sldId id="899" r:id="rId26"/>
    <p:sldId id="900" r:id="rId27"/>
    <p:sldId id="866" r:id="rId28"/>
    <p:sldId id="867" r:id="rId29"/>
    <p:sldId id="868" r:id="rId30"/>
    <p:sldId id="869" r:id="rId31"/>
    <p:sldId id="870" r:id="rId32"/>
    <p:sldId id="871" r:id="rId33"/>
  </p:sldIdLst>
  <p:sldSz cx="12192000" cy="6858000"/>
  <p:notesSz cx="6858000" cy="9144000"/>
  <p:embeddedFontLst>
    <p:embeddedFont>
      <p:font typeface="Cambria Math" panose="02040503050406030204" pitchFamily="18" charset="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FF7C80"/>
    <a:srgbClr val="CC99FF"/>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1" autoAdjust="0"/>
  </p:normalViewPr>
  <p:slideViewPr>
    <p:cSldViewPr snapToGrid="0">
      <p:cViewPr varScale="1">
        <p:scale>
          <a:sx n="73" d="100"/>
          <a:sy n="73" d="100"/>
        </p:scale>
        <p:origin x="40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2:34:42.422"/>
    </inkml:context>
    <inkml:brush xml:id="br0">
      <inkml:brushProperty name="width" value="0.05292" units="cm"/>
      <inkml:brushProperty name="height" value="0.05292" units="cm"/>
      <inkml:brushProperty name="color" value="#FF0000"/>
    </inkml:brush>
  </inkml:definitions>
  <inkml:trace contextRef="#ctx0" brushRef="#br0">2287 5281 0,'0'0'0,"0"0"0,-17 0 16,-25 0 0,-35 17-1,-17 17-15,-17 17 16,-26 34 0,-42 60-16,-26 59 15,35 9 1,42 8-16,8 59 15,43-16 1,60-77-16,34 0 16,60-25-1,8-60-15,35-43 16,85-50 0,34-69-16,17-76 15,-26-34 1,-16-76-16,-18-35 15,-68 26-15,-60-9 16,-59 9 0,-77 17-1,-112 25-15,-110-8 16</inkml:trace>
  <inkml:trace contextRef="#ctx0" brushRef="#br0" timeOffset="7588.15">18700 16456 0,'0'0'0,"0"0"0,0 0 15,17-8-15,0-1 16,17-16 0,0-1-1,-8 9-15,8-8 16,17-18-1,1 9-15,-10 0 16,1 9-16,0 7 16,-18 1-1,1 9 1,-1-1-16,1 1 16,-9 8-1,0 0-15,0 0 16,0 17-1,0 17-15,-8 17 16,0 17 0,-18 17-16,0 0 15,1 0 1,-9 0-16,0-8 16,0-1-16,17-16 15,0-18 1,0-8-16,0-8 15,0-18 1,0-8-16</inkml:trace>
  <inkml:trace contextRef="#ctx0" brushRef="#br0" timeOffset="7895.09">18709 17051 0,'0'0'0,"0"0"0,0 0 16,0 0-1,8 0 1,18-8 0,59-1-16,60-8 15,43 9-15,25-18 16,120-8 0</inkml:trace>
  <inkml:trace contextRef="#ctx0" brushRef="#br0" timeOffset="11262.86">22993 4933 0,'-8'0'0,"-1"0"0,1 0 16,-1 0-1,0-9-15,1 1 16,-1-1 0,1 1-16,8-1 15,-9 1-15,1-1 16,-1 1 0,1-1-1,-9 1-15,-9-9 16,-8 0-1,8 8-15,-16 1 16,-18-9 0,-8 8-16,-9 9 15,0 9 1,-17 8-16,-8 8 16,-1 9-1,9 17-15,0 0 16,18 9-1,16-1-15,-8 9 16,16 0 0,10 26-16,8-1 15,25-8-15,18 9 16,25-9 0,26-8-16,42 8 15,34 0 1,18-26-1,17-8-15,25-8 16,0-35 0,9-16-16,-26-9 15,-25-34 1,-26 0-16,-25 0 16,-35 0-1,-17 0-15,-25 8 16,-26-42-16,-52-26 15,-93-16 1,-136-1 0,-61 43-16,-84 51 15,-27 34 1,78 26-16</inkml:trace>
  <inkml:trace contextRef="#ctx0" brushRef="#br0" timeOffset="96716.51">18931 16090 0,'0'9'0,"17"16"0,0 26 16,102 341-16,-59-248 15,8 35-15,-8-35 16,-9-42 0,17 1-1,-8-10-15,-9-8 16,-17-34-1,-8-17 1,-17-25-16,-9-9 16</inkml:trace>
  <inkml:trace contextRef="#ctx0" brushRef="#br0" timeOffset="96987.96">19921 16056 0,'0'0'0,"0"0"15,-9-8 1,0 8-16,1 0 16,-26 0-1,-86 51-15,-59 51 16,-34 34-1,-9 26-15,-26 33 16,35 9 0,34-25-1,-77 34-15</inkml:trace>
  <inkml:trace contextRef="#ctx0" brushRef="#br0" timeOffset="104941.75">20638 16133 0,'0'0'0,"-9"-9"16,0 1-16,9 8 16,0 0-1,0 0-15,0 0 16,0 0 0,0 0-16,9 0 15,8 0 1,0 0-16,17 0 15,0 8-15,1 9 16,7 9 0,1 8-1,0 9-15,-9 16 16,-9 9 0,-8 17-16,-17 0 15,-17-17 1,-25 9-16,-10-1 15,1-16 1,9-18-16,-18 1 16,-8-18-1,8-8-15,9-8 16,-1-1 0,10-16-1,8-1-15,-1 1 16,18 8-16,9 0 15,8 0 1,17 0-16,60 0 16,59 17-1,43 17 1,1-9-16,-35 1 16,-17-9-1,171 17-15</inkml:trace>
  <inkml:trace contextRef="#ctx0" brushRef="#br0" timeOffset="106618.26">22882 6217 0,'0'0'0,"0"0"0,0 17 16,9 17 0,-9 42-16,-17 26 15,-9-8 1,0-9 0,1 9-16,-9-18 15,17-25-15,0-17 16,8-8-1,0-9 1,9 0-16</inkml:trace>
  <inkml:trace contextRef="#ctx0" brushRef="#br0" timeOffset="106906.09">22515 6106 0,'0'0'0,"9"0"16,33 17-16,86 9 15,52 8 1,-27-26 0,1-8-16,128-8 15</inkml:trace>
  <inkml:trace contextRef="#ctx0" brushRef="#br0" timeOffset="108019.57">22370 15954 0,'0'0'0,"0"0"0,34 0 16,35 9-1,24-1 1,10 1-1,-35 8-15,0 0 16,-8 8-16,-17 1 16,-18-9-1,-16 0-15,-18 17 16,-16 17 0,-35 17-1,-17 9-15,-8-9 0,17-17 31,25-26-31,9 1 16,17-18-16,8 1 16,9-9-16,26 17 15,42 0 1,17 8-16,-8 9 16,9 0-1,7 17-15,-24 0 16,-18 0-1,-25 17-15,-26 17 16,-26 0 0,-25-25-1,-18 0-15,-33-18 16,42-16 0</inkml:trace>
  <inkml:trace contextRef="#ctx0" brushRef="#br0" timeOffset="108940.25">23061 7169 0,'0'0'0,"0"0"0,0 17 16,0 17-16,-8 17 15,-1 17 1,1 17-16,-1 17 16,-8 1-16,0-10 31,9-25-31,8-17 16,0-8-1,0-18-15,-9 1 0,9-9 31</inkml:trace>
  <inkml:trace contextRef="#ctx0" brushRef="#br0" timeOffset="109280.86">22549 7186 0,'0'0'0,"0"0"15,26 9 1,42 8 0,77-9-16,43-8 15,51-17 1,17-17-16,-17-17 16,85-17-16</inkml:trace>
  <inkml:trace contextRef="#ctx0" brushRef="#br0" timeOffset="120629.86">20586 16141 0,'0'0'0,"0"0"0,0 9 16,0 16-16,17 18 15,26 34 1,8 25 0,9 17-1,0 25-15,-9 9 16,0-17-16,17 0 15,9 1 1,0-27-16,-9-8 16,1-25-1,-1-1-15,-34-42 16</inkml:trace>
  <inkml:trace contextRef="#ctx0" brushRef="#br0" timeOffset="120913.75">21312 16550 0,'-9'0'0,"-25"8"0,-68 26 16,-86 51-1,-34 34-15,-51 43 16,-43 42 0,9 102-16,59 17 15</inkml:trace>
  <inkml:trace contextRef="#ctx0" brushRef="#br0" timeOffset="130035.44">24504 16218 0,'0'0'0,"0"0"0,0 0 16,0 0-1,0 0 1,-9 0-16,9 9 16,0-9-1,0 0-15,-8 0 16,-1 8-16,1 1 16,-1-1-1,1 1 1,-1 8-16,1 0 15,-18 17 1,0 8-16,9 1 16,0-1-1,0-8-15,0 9 16,9-18 0,-1 1-16,9-9 15,0-9 1,0 1-16,9-1 15,8 1 1,0-1-16,0 1 16,0-1-16,8 1 15,10 8 1,-10 8 0,9 1-16,0 25 15,-8 0 1,0 8-16,-18 1 15,1-9 1,-18-9-16,-8-8 16,-8-8-1,-27-1-15,-25-16 16,-51-35 0,-8-42-16,93 26 15</inkml:trace>
  <inkml:trace contextRef="#ctx0" brushRef="#br0" timeOffset="130278.48">24393 16261 0,'0'0'0,"0"0"16,17 8-1,68 35-15,69-1 16,51-16 0,51-35-16,94-33 15</inkml:trace>
  <inkml:trace contextRef="#ctx0" brushRef="#br0" timeOffset="132630.18">23121 9491 0,'0'0'0,"0"0"15,0 0 1,0 0 0,0 17-16,0 0 15,0 26-15,-8 25 16,-9 17-1,-9 0 1,9-9-16,0-16 0,-9-18 16,1-8-1,16-8 1</inkml:trace>
  <inkml:trace contextRef="#ctx0" brushRef="#br0" timeOffset="132911.9">22609 9261 0,'0'0'0,"0"0"16,17 0 0,77 0-1,43 9-15,-1 8 16,60-9 0,35-8-16,85-34 15</inkml:trace>
  <inkml:trace contextRef="#ctx0" brushRef="#br0" timeOffset="136091.43">22157 16167 0,'0'0'0,"0"0"0,0 0 16,0 0-1,0 0 1,0 0-16,0 0 15,0 0-15,8 17 16,18 17 0,42 34-16,17 9 15,-16-9 1,8 17-16,-1 0 16,1 0-1,0-17-15,8 0 16,-16-26-1,-10-8-15,-33-17 16</inkml:trace>
  <inkml:trace contextRef="#ctx0" brushRef="#br0" timeOffset="136348.89">23061 16286 0,'0'0'0,"0"0"0,-8 9 16,-69 42 0,-68 34-16,-17 34 15,-69 34 1,1 0-16,-1-9 15,1-16 1,-52 34 0</inkml:trace>
  <inkml:trace contextRef="#ctx0" brushRef="#br0" timeOffset="151274.63">26535 16056 0,'0'0'0,"-8"0"0,-9-8 0,8 8 16</inkml:trace>
  <inkml:trace contextRef="#ctx0" brushRef="#br0" timeOffset="151766.79">26219 16184 0,'0'0'0,"0"0"16,0 0-16,-8 17 15,-1 0 16,1 17-31,-1 0 16,-8 17 0,-8 0-16,-1 0 15,0-8 1,9-1-16,0 1 0,0-9 31,9-9-31,-1 1 16,9-18-1,0 1-15,0-1 16,0 1 0,17-9-16,34-9 15,18 1 1,24-18-16,1-8 16,26 9-1,-1 8-15,-33 0 16,-27 0-1,1 8-15,0 9 16,-17 0 0,8 0-16,9-8 15,-9-9 1,-26 8-16</inkml:trace>
  <inkml:trace contextRef="#ctx0" brushRef="#br0" timeOffset="152033.54">26979 16380 0,'0'0'0,"0"0"16,-9 8-1,-8 26-15,-25 60 16,-27 59 0,-16 42-16,17 1 15,34-60 1,25-8 0,18-60-16</inkml:trace>
  <inkml:trace contextRef="#ctx0" brushRef="#br0" timeOffset="154124.93">28396 16124 0,'0'0'0,"0"0"0,0 0 16,0 0 0,0 0-1,0 0-15,0 0 16,-9 9-16,-25 16 15,-9 18-15,-16 17 32,-27 25-32,-8 17 15,-17 25 1,1 9-16,24-8 16,26-9-1,18-9-15,33-7 16,18-10-16,33 1 15,44-1 1,33-25 0,9-34-16,-8-17 15,-18-25 1,-16-18-16,-18 1 16,-17-18-1,-34 1-15,-17-9 16,-25-9-1,-52 9-15,-34 17 16,-43 17-16,0 34 16,-8 17-1,0 9-15,-137 16 16</inkml:trace>
  <inkml:trace contextRef="#ctx0" brushRef="#br0" timeOffset="155282.14">23386 8377 0,'0'0'0,"0"0"0,0 0 15,-9 0-15,1 8 16,-9 9 0,-9 17-1,0 0-15,1 26 16,8 17-16,0-1 15,0-16 1,0-1 0,-1 1-16,1-1 15,0-8 1,17 0-16,9 0 16,-1-25-1</inkml:trace>
  <inkml:trace contextRef="#ctx0" brushRef="#br0" timeOffset="155731.45">22840 8641 0,'0'0'0,"0"0"16,0 0 15,0 0-31,0 0 16,0 0-16,0 0 15,0 0 1,8-9 0,26 1-16,17-1 15,35-16 1,67-1-16,18-8 15,-17-9 1,16 1-16,-33-1 16,-86 18-1</inkml:trace>
  <inkml:trace contextRef="#ctx0" brushRef="#br0" timeOffset="156651.44">23070 10307 0,'0'0'0,"0"0"16,0 0-16,-9 9 16,1 25-1,-1 17 1,-16 26-16,-18 33 15,-25 9 1,8-17-16,26-25 16,0-18-1,17-16-15,0-18 16,17-8 0,0-17-16</inkml:trace>
  <inkml:trace contextRef="#ctx0" brushRef="#br0" timeOffset="156896.26">22566 10324 0,'0'0'0,"0"0"15,0 0 1,17 17-16,26 0 16,85 34-1,43 0 1,17-8-16,76-34 16,103-26-16</inkml:trace>
  <inkml:trace contextRef="#ctx0" brushRef="#br0" timeOffset="165702.44">24128 16354 0,'0'0'0,"0"0"0,0 0 15,0 0 1,0 0-16,0 17 15,26 9 1,8 25 0,26 17-1,42 17-15,9-9 16,-8 1 0,-1-18-16,-8 1 15,0-9-15,-17-9 16,-26-16-1,-26-9-15</inkml:trace>
  <inkml:trace contextRef="#ctx0" brushRef="#br0" timeOffset="165942.42">25323 16473 0,'0'0'0,"0"0"16,-8 0 0,-26 17-1,-52 34-15,-42 34 16,-17 26 0,-34 25-16,0 8 0,25-33 31,0-34-31,-136 50 15</inkml:trace>
  <inkml:trace contextRef="#ctx0" brushRef="#br0" timeOffset="177409.39">30052 16048 0,'0'0'0,"0"0"0,0 0 16,-9 0-1,0-9-15,-16 1 16,-1 8-1,-25 0-15,-17 0 16,-18 17-16,-7 0 16,-1 0-1,17 8 1,9 9-16,-1 0 16,18 1-1,8 7-15,18-8 16,16 17-16,18 17 15,25 17 1,9-8 0,16-9-16,27 17 15,8 0 1,-9 17-16,-8 0 16,-26-17-1,-17-17-15,-8 0 16,-9 9-1,-9-9-15,-8-9 16,-34 1-16,-26-18 16,-42-25-1,0-25 1,16-26-16,-16-9 16,25 1-1,17-9-15,18 0 16,16-17-1,17-26-15,44-17 16,41-8 0,52-8-16,69-1 15,-35 9 1,-17 9-16,26 8 16,-103 68-1</inkml:trace>
  <inkml:trace contextRef="#ctx0" brushRef="#br0" timeOffset="178442.49">22882 12451 0,'0'0'0,"0"0"0,0 0 16,0 0-1,0 0-15,0 0 16,0 17-1,0 17-15,0 8 16,-8 9 0,-1 9-16,1 8 15,-1 0 1,1-9 0,-1-8-16,0 0 15,1 9-15,8-9 0,0-26 16</inkml:trace>
  <inkml:trace contextRef="#ctx0" brushRef="#br0" timeOffset="178766.05">22268 12451 0,'0'0'0,"0"0"16,0 0-1,8 0 1,43-9-16,60 9 16,86-17-1,16-8-15,-25 7 16,17 1-16,110 9 16</inkml:trace>
  <inkml:trace contextRef="#ctx0" brushRef="#br0" timeOffset="-198356.27">25818 16405 0,'0'0'0,"0"0"16,0 0-1,0 0-15,17 17 16,17 17 0,26 17-16,43 34 15,8 17 1,-9-8-16,-8-1 16,17 9-1,-9-8-15,-8-17 16,-17-1-1,0 1-15,0-9 16,-9-9 0,9-16-16,-26-9 15,-26-34 1,-7-9-16</inkml:trace>
  <inkml:trace contextRef="#ctx0" brushRef="#br0" timeOffset="-198122.66">27124 16448 0,'0'0'0,"0"0"16,-8 8-16,-44 43 15,-42 77 1,-85 59-1,-43 51-15,9 34 16,8-8 0,-8-9-16,-26 34 15</inkml:trace>
  <inkml:trace contextRef="#ctx0" brushRef="#br0" timeOffset="-192954.54">27756 16218 0,'0'0'0,"0"0"0,0 0 15,0 0 1,0 0 0</inkml:trace>
  <inkml:trace contextRef="#ctx0" brushRef="#br0" timeOffset="-192587.19">27542 16218 0,'0'0'0,"0"0"0,0 0 16,0 17-1,9 17-15,8 0 16,26 26-16,33 16 15,1 9 1,9 26 0,-10 8-16,1-9 15,-9-8 1,9 9-16,-8-26 16,-18-25-1,-34-35-15</inkml:trace>
  <inkml:trace contextRef="#ctx0" brushRef="#br0" timeOffset="-192276.86">28549 16558 0,'0'0'0,"-59"60"16,-189 178-1,-93 102-15,85-25 16,34-9 0</inkml:trace>
  <inkml:trace contextRef="#ctx0" brushRef="#br0" timeOffset="-187763.19">29241 16303 0,'0'0'0,"0"0"0,34 9 16,43 16 0,25 35-1,1 8-15,-1 34 16,-8 25 0,0 1-16,-17 8 15,-1-17 1,1-17-16,0-25 15,0-18 1,-17-33-16,-26-26 16,-17 0-16</inkml:trace>
  <inkml:trace contextRef="#ctx0" brushRef="#br0" timeOffset="-187573.05">30777 16414 0,'0'0'0,"-9"-9"0,-33 1 16,-95 8 0,-102 34-1,-68 42-15,-94 69 16,51 33-16,43-16 16,-35-9-1,1-8 1</inkml:trace>
  <inkml:trace contextRef="#ctx0" brushRef="#br0" timeOffset="-183708.93">22882 11302 0,'0'0'0,"0"0"0,0 0 16,0 0 0,-8 0-16,-1 17 15,1 9 1,-9 16-16,-9 18 15,0 17 1,1-1-16,-1 1 16,-8-18-1,17 1-15,0-18 16,0-25 0,17-8-16,0-9 15</inkml:trace>
  <inkml:trace contextRef="#ctx0" brushRef="#br0" timeOffset="-183459.74">22353 11311 0,'0'0'0,"0"0"0,9 0 16,16 17-1,35 8-15,59 18 16,61-18-16,50-16 16,111-18-1</inkml:trace>
  <inkml:trace contextRef="#ctx0" brushRef="#br0" timeOffset="-182540.86">31588 16192 0,'0'0'0,"0"0"16,8 0-16,1 0 16,8 9-1,9 8 1,8 9-16,8-1 16,1 1-1,0-1-15,8 9 16,9 0-16,17 9 15,-18-1 1,-16-8 0,0-8-16,-18-1 15,1 9-15,-18 9 16,-16 16 0,-60 26-1,-35 0-15,-25 0 16,-8-17-1,25 0 1,59-34-16</inkml:trace>
  <inkml:trace contextRef="#ctx0" brushRef="#br0" timeOffset="-178932.08">31699 16218 0,'0'0'0,"0"0"16,0 0 0,0 0-16,0 0 15,0 0 1,0 0-16,0 0 16,0 0-1,0 0-15,8 9 16,18 16-1,8 18 1,17 25-16,18 25 16,33 26-16,-8-8 15,-26-9 1,-8-17-16,0-17 0,-18-17 16,-8-9-1,-8-8 1,-9-17-1</inkml:trace>
  <inkml:trace contextRef="#ctx0" brushRef="#br0" timeOffset="-178694.56">32313 16124 0,'0'0'0,"0"0"16,-8 9-16,-26 25 15,-52 43 1,-25 16 0,-68 60-16,-111 102 15,0 9-15,34 0 16</inkml:trace>
  <inkml:trace contextRef="#ctx0" brushRef="#br0" timeOffset="-174680.87">20168 13275 0,'0'0'0,"0"0"16,0 0 0,0 0-1,0 0-15,0 0 16,0 0-1,0 0-15,0 0 16,-8 0 0,-10 0-16,-7 0 15,-1 0 1,-8 0-16,-9 0 16,-8 0-16,0 0 15,-9 0 1,-25 0-16,8 0 15,9 9 1,0 8 0,-9 0-16,0 9 15,0 16-15,-34 9 16,17 0 0,43-8-1,-9-1-15,1 9 16,7 0-16,1 0 15,0 0 1,17 0 0,8 0-16,-8 17 15,17-8 1,0 8-16,17 0 16,17-9-1,0 9-15,26-8 16,16 0-1,44-9-15,16-9 16,1-8 0,8 0-16,34 9 15,17-9 1,-34-9-16,35 9 16,16-8-16,-25-1 15,33-8 1,1 0-1,-17-8-15,17 8 16,8 8 0,18-8-16,8 9 15,-17-1 1,8 1-16,9-1 16,9-8-1,-1 0-15,18 0 16,8-8-16,0 8 15,-9-9-15,1 1 32,0 8-32,-1 0 15,-8 0 1,9 0-16,-1 0 16,-25 0-1,-8-9-15,-35 1 16,35-18-1,8-16 1,8-18-16,1-8 16,-9 0-16,8-17 15,-42 9 1,0-1-16,0 1 16,-35-1-1,10-8 1,-18 0-16,-17 9 15,34-1-15,0 1 16,-42-1-16,25-17 16,9-16-1,-35 16 1,-16 1-16,-35 25 0,-8 0 31,-17 17-15,-18 0-16,-16 0 15,0-9 1,-18 1-16,-25-9 16,-9-17-16,-16 0 15,-27 8-15,-33 1 32,-43 7-32,-17 1 15,-9 17 1,-17 9-16,-8-1 15,-34 9-15,16 0 16,52 0 0,-43-8-1,-8 8-15,25-9 16,-17 1 0,-8 8-16,-35 0 15,-8 8 1,0 9-16,-8 9 15,16-9 1,1 8-16,8 9 16,-26 0-1,0 9-15,1-1 16,8 9 0,-17-8-16,-26 8 15,26-9 1,-9-8-16,9 0 15,-17 9-15,0-9 16,8-9 0,9 1-16,8-1 15,18-8 1,16-8 0,-16-9-16,-9 0 15,-86 0 1,-110 34-16,51 8 15</inkml:trace>
  <inkml:trace contextRef="#ctx0" brushRef="#br0" timeOffset="-111320.85">26885 1667 0,'0'0'0,"0"0"16,0 0-16,0 0 15,0 8 1,-8 18 0,-1 33-16,0 26 15,9 26-15,-8-9 16,-1 9-1,-8 33-15,9 18 16,-1-43 0,1-43-1,-9-16-15,0-18 16,0-8 0,-1-17-16,18-8 15,0-9 1</inkml:trace>
  <inkml:trace contextRef="#ctx0" brushRef="#br0" timeOffset="-111047.81">26219 2611 0,'0'0'0,"0"8"16,17 43-1,0 17 1,9 9-16,8-17 16,0-1-1,9 1 1,25-18-16,9-16 16,8-35-1,35-42-15,25-51 0,9-94 16,25-110-1</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2:42:13.896"/>
    </inkml:context>
    <inkml:brush xml:id="br0">
      <inkml:brushProperty name="width" value="0.05292" units="cm"/>
      <inkml:brushProperty name="height" value="0.05292" units="cm"/>
      <inkml:brushProperty name="color" value="#FF0000"/>
    </inkml:brush>
  </inkml:definitions>
  <inkml:trace contextRef="#ctx0" brushRef="#br0">18564 15810 0,'0'0'0,"0"0"16,0 0-16,17 0 0,0 0 31,17-9-31,0 1 0,0-1 31,0-8-15,0 0-16,18 0 0,-1-8 31,-9-9-31,1-9 16,-9 9 0,-8 0-16,-1 9 15,1 8 1,-9 0-16,-8 17 15,-1 0 1,1 17-16,-18 25 16,1 52-1,-18 59-15,0 0 16,-8-51 0,17-17-16,0 0 15,0-8 1,17-18-16,0-16 15,17-9 1,0 25-16,-8-25 16</inkml:trace>
  <inkml:trace contextRef="#ctx0" brushRef="#br0" timeOffset="311.77">18734 16371 0,'0'0'0,"0"0"0,0 9 15,0 8 1,0 8-16,17 9 16,9 0-1,34 0-15,42-17 16,52-34-16,59-42 16,111-43-1</inkml:trace>
  <inkml:trace contextRef="#ctx0" brushRef="#br0" timeOffset="1510.1">22899 4992 0,'0'0'0,"0"0"16,0 0-16,0 9 15,9 8 1,-1 25-16,1 18 16,-1 8-1,-25 8-15,-8 9 16,-9-17-1,17-25-15,8-18 16,9-8 0,0-8-16,0-9 15</inkml:trace>
  <inkml:trace contextRef="#ctx0" brushRef="#br0" timeOffset="1854.65">22396 4780 0,'0'0'0,"0"0"15,17 0 1,34 17-16,60 8 16,51 1-1,17-9-15,-8-17 16,25-17-1,129-17-15</inkml:trace>
  <inkml:trace contextRef="#ctx0" brushRef="#br0" timeOffset="15987.18">26672 5094 0,'0'0'0,"0"0"0,0 0 16,0 0-1,0 0-15,-9 0 16,1 0 0,-27 9-16,-24 8 15,-10 0 1,-16 17-1,8-9-15,18 1 16,16 8 0,0 0-1,-8 17-15,0 8 16,25-8 0,9 0-16,26 0 15,8 9 1,17-1-16,51 10 15,69-27-15,-18-25 16,-25-25-16,17-18 16,-17-16-1,-25-1 1,-35 0 0,-34-8-16,-26-8 15,-59-35 1,-94-8-16,-128-51 15</inkml:trace>
  <inkml:trace contextRef="#ctx0" brushRef="#br0" timeOffset="20486.39">18555 15759 0,'0'0'0,"0"0"16,17 25-1,17 9 1,9 26-16,8 8 16,9 8-1,25 26 1,18-8-16,8 8 16,-9 0-16,0-8 15,-8-1-15,0-25 16,-9-8-1,-8-26 1,-34-17-16</inkml:trace>
  <inkml:trace contextRef="#ctx0" brushRef="#br0" timeOffset="20714.05">19997 16039 0,'0'0'0,"-8"-8"16,-18-1 0,-16-8-1,-27 0-15,-42 17 16,-42 34-16,-61 77 31,-42 102-31,-8 25 16,-9 17-16</inkml:trace>
  <inkml:trace contextRef="#ctx0" brushRef="#br0" timeOffset="25387.85">21005 15691 0,'0'0'0,"0"0"16,8 0-1,18 8-15,16 9 16,1 0-16,0 17 15,8 26-15,-8 16 16,-9 18 0,-34-18-1,-9 18 1,-16 8-16,-10 9 16,-33-9-16,0-34 15,25-34 1,9-9-16,17-16 15,0-1 1,8-16 0,9-18-1,9-16-15,25-9 16,17 8 0,-8 18-16,34 16 15,17 35 1,8 16-16,18 18 15,-27-9 1,-7-17-16,8 0 16,-35-17-16</inkml:trace>
  <inkml:trace contextRef="#ctx0" brushRef="#br0" timeOffset="26270.46">22455 15801 0,'0'0'0,"18"0"16,7 9-16,18-1 16,8-8-1,9 9-15,8 8 16,0 0-16,-8 0 16,-9 0-1,-8 0 1,-17-9-16,-1 9 15,-16 0 1,-9 17-16,-26 17 16,-17 9-1,-8-9-15,17-17 16,17-8-16,0-9 16,8-9-1,9 1 1,0-1-16,17 9 15,35 0 1,24 9-16,10-1 16,-1-8-1,-8 9-15,-17 8 16,-18 0 0,-16 17-16,-26 17 15,-17 8 1,-43 9-16,-34-8 15,-8-18-15,-1-33 16,-7-35 0,-10-33-1,60 25-15</inkml:trace>
  <inkml:trace contextRef="#ctx0" brushRef="#br0" timeOffset="27152.46">22882 6225 0,'0'0'0,"9"0"0,8-8 31,8-1-31,1 9 15,0 0 1,-9 0-16,0 0 16,-9 0-16,9 0 15,-8 17-15,-1 26 32,-8 25-32,-8 17 15,-18 8 1,1 9-1,8-25-15,0-26 0,8-25 16,9-9-16,-9-17 16,9 0-1</inkml:trace>
  <inkml:trace contextRef="#ctx0" brushRef="#br0" timeOffset="27463.11">22490 6157 0,'0'0'0,"0"0"0,8 0 15,35 9 1,59 8 0,43-9-16,26-8 15,34-8 1,25-1-16,-25 1 16,-34-1-16,-18 1 15,-33-26 1,-60 17-1</inkml:trace>
  <inkml:trace contextRef="#ctx0" brushRef="#br0" timeOffset="28109.84">22822 7246 0,'0'0'0,"0"0"16,0 0-1,-8 8-15,-1 18 16,-8 8 0,0 25-16,-8 9 15,-1 9 1,0-18-16,9 1 16,0-17-1,0-9-15,0-9 16,9-8-1,-1 0-15,9 0 16</inkml:trace>
  <inkml:trace contextRef="#ctx0" brushRef="#br0" timeOffset="28483">22336 7212 0,'0'0'0,"0"0"16,8 0-1,27 17 1,7 0-16,10 0 16,7-9-1,18 1-15,34 8 16,9-9-1,-1-16-15,163-18 16</inkml:trace>
  <inkml:trace contextRef="#ctx0" brushRef="#br0" timeOffset="55300.87">26672 6021 0,'0'0'0,"0"0"16,0 0-16</inkml:trace>
  <inkml:trace contextRef="#ctx0" brushRef="#br0" timeOffset="55872.22">26655 6106 0,'0'0'0,"0"0"0,0 0 15,0 0 1,0 0 0,0 17-16,0 9 15,-9 25 1,1 34-16,-10 8 15,10-25 1,8-25-16,0-26 16</inkml:trace>
  <inkml:trace contextRef="#ctx0" brushRef="#br0" timeOffset="56400.28">26749 7152 0,'0'0'0,"0"0"0,0 9 16,8 33-16,-16 60 16,-10 43-1,-7 51-15,-9 118 16</inkml:trace>
  <inkml:trace contextRef="#ctx0" brushRef="#br0" timeOffset="59249.81">20714 15682 0,'0'0'0,"0"0"16,0 0-16,17 17 16,0 0-1,1 0-15,7 17 16,9 0-1,9 17 1,8 9 0,9 8-16,17 17 15,17-9-15,-9 10 16,-8-1 0,0-9-16,-1-8 15,-7-8 1,-1-9-16,-8-17 15,-9-17 1,-25-9 0</inkml:trace>
  <inkml:trace contextRef="#ctx0" brushRef="#br0" timeOffset="59552.74">22140 15767 0,'0'0'0,"0"0"15,0 0-15,0 0 0,-17 0 32,-18 17-32,-67 9 15,-43 25 1,-34 17-16,-52 51 15,-16 25-15,25 18 16,8 0 0,61-18-16,16-8 31,69-68-31</inkml:trace>
  <inkml:trace contextRef="#ctx0" brushRef="#br0" timeOffset="62734.78">24393 15954 0,'0'0'0,"0"0"0,-9 0 16,1 17 0,-9 0-16,0 17 15,0 0 1,0 0-16,-9 0 15,0 9 1,1-9-16,8-8 16,0-1-16,8 1 15,9-1 1,0 1 0,17-9-16,9 0 15,16 8 1,10 1-1,-10-1-15,-8-8 16,-8 9 0,0-1-16,-1 9 15,1 9-15,-18-9 16,-8 8 0,-8 9-1,-18 9-15,-8-9 16,-9-9-16,-8-25 15,17-8-15</inkml:trace>
  <inkml:trace contextRef="#ctx0" brushRef="#br0" timeOffset="63004.89">24273 16158 0,'0'0'0,"17"0"16,60-8-16,68-18 15,69-16 1,16 8 0,103 8-16</inkml:trace>
  <inkml:trace contextRef="#ctx0" brushRef="#br0" timeOffset="65477.05">22857 9244 0,'0'0'0,"0"0"16,0 0 0,-9 0-1,1 9 1,-1-1-16,0 9 15,-16 9-15,-9 33 16,-9 9 0,-8 9-1,17-17-15,17-9 16,0 0 0,-1 0-16,1 0 15,0-9 1,9 1-16,-1 8 15,1-26 1</inkml:trace>
  <inkml:trace contextRef="#ctx0" brushRef="#br0" timeOffset="65865.72">22123 9491 0,'0'0'0,"0"0"16,0 0-16,17 8 15,51 18 1,60 0-16,60-1 15,59-16 1,103 8-16</inkml:trace>
  <inkml:trace contextRef="#ctx0" brushRef="#br0" timeOffset="80381">26262 9244 0,'0'0'0,"0"0"0,17 0 32,0 0-32,17 9 15,0-1-15,18 1 16,-1-1 0,26 1-16,-1-1 31,-7 9-31,-9 0 15,-1 0-15,-16 0 16,0 0 0,-18 9-16,-8 8 15,-8 17 1,-18 0-16,-16 9 16,-1-1-1,-42 9-15,-18-17 16,10-25-1,7-9-15,18-9 16,17-8 0,17-8-16,0-1 15,17 1 1,8-9-16,44-9 16,16-8-1,9 17-15,17 9 16,8 16-1,9 9-15,26 9 16,8-1 0,-77-8-16</inkml:trace>
  <inkml:trace contextRef="#ctx0" brushRef="#br0" timeOffset="82493.53">22208 15852 0,'0'0'0,"0"0"16,0 0 15,0 0-31,8 0 16,18 17-1,17 17-15,8 17 16,9 9-16,8 16 16,9 26-16,8 9 15,9 17 1,8 8 0,1 0-1,8-9-15,17-8 0,-9-17 31,1-25-31,25-9 16,145 26-16</inkml:trace>
  <inkml:trace contextRef="#ctx0" brushRef="#br0" timeOffset="82826.21">23608 15861 0,'0'0'0,"0"0"16,-9 0-16,-51 0 16,-59 34-1,-43 51 1,-103 93-16,-25 44 16,60-27-1,-9 1-15,-43 16 16</inkml:trace>
  <inkml:trace contextRef="#ctx0" brushRef="#br0" timeOffset="87561.55">25852 16218 0,'0'0'0,"0"26"0,0 8 15,0 8 1,0 1-16,0-1 16,0-8-1,0-8-15,0-9 16,0 0-16,9 0 16,-1-9-1,9 1 1,9-1-16,42 1 15,9-9 1,9-17-16,-1-9 16,17-8-1,-8 0-15,-8 0 16,-18 0 0,-26 0-16,-16 17 15</inkml:trace>
  <inkml:trace contextRef="#ctx0" brushRef="#br0" timeOffset="87855.61">26518 16014 0,'0'0'0,"0"0"0,-8 17 15,-10 42 1,-16 61 0,-8 41-16,8 9 15,-9-25 1,9-26-16,8-17 15,18-51 1</inkml:trace>
  <inkml:trace contextRef="#ctx0" brushRef="#br0" timeOffset="88470.42">27824 15716 0,'0'0'0,"0"0"0,0 0 31,0 0-31,0 0 16,-9 17-1,-8 17-15,-25 17 16,-1 0-16,-17 17 16,-8 26-1,-17 16 1,8 10-16,0-10 15,-8 18 1,16 8-16,35-26 0,26-8 31,33-17-31,9-17 16,9-25 0,8-9-16,18-26 15,16-16 1,17-26-16,1-17 15,-18 0 1,-34 0-16,-17 17 16,-16 0-1,-10 17-15,-25 0 16,-26 8 0,-33 18-16,-10 8 15,-8 8 1,0-16-16,52-9 15</inkml:trace>
  <inkml:trace contextRef="#ctx0" brushRef="#br0" timeOffset="89588.1">22754 8334 0,'0'0'0,"0"0"16,0 0-16,0 0 15,-8 0 1,8 9-1,-9-1-15,1 9 16,-1 9 0,0 8-16,1 25 15,-1 26 1,-8-16-16,0-10 16,0 1-16,-8-9 15,-10 25-15,18-33 31</inkml:trace>
  <inkml:trace contextRef="#ctx0" brushRef="#br0" timeOffset="89942.83">22353 8232 0,'0'0'0,"0"0"15,0 0 1,0 0-1,0 0-15,17 9 16,17-1-16,26 1 16,8-1-16,43-8 15,34 0 17,-25 0-32,-26 9 15,-52-1-15</inkml:trace>
  <inkml:trace contextRef="#ctx0" brushRef="#br0" timeOffset="91011.1">22840 10316 0,'0'0'0,"0"0"0,0 0 15,0 0 1,-9 0-16,0 8 15,1 1 1,-1 8-16,1 0 16,-1 8-1,1 9-15,-1 9 16,-8 0 0,9 8-16,-1 0 15,1 17 1,-1-9-16,-8-8 15,17-34 1,0-8-16</inkml:trace>
  <inkml:trace contextRef="#ctx0" brushRef="#br0" timeOffset="91300.09">22285 10358 0,'0'0'0,"0"0"16,0 0-16,8 0 31,26 17-31,43 0 16,34-17-1,103-25-15,33-26 16,18-9 0,93-16-16</inkml:trace>
  <inkml:trace contextRef="#ctx0" brushRef="#br0" timeOffset="94459.3">26646 8258 0,'0'0'0,"17"0"31,34 0-31,18 8 16,7 1 0,-16-1-16,-17 1 15,-17-1-15,-1 1 16,1 8-1,-18 0-15,-8 25 16,-25 18 0,-44 8-1,-42 9-15,-8-1 16,25-42 0,26-8-16,25-18 15,9-8 1,17-8-16,8-1 15,18 1 1,25-18-16,34 1 16,18 8-1,8 17-15,25 8 16,9 18 0,-8 8-16,8-9 15,8 1-15,163 8 16</inkml:trace>
  <inkml:trace contextRef="#ctx0" brushRef="#br0" timeOffset="95417.25">26672 10384 0,'0'0'0,"0"0"0,8 0 15,1 0 1,-1 0-16,9 0 15,0 8 1,1 1-16,-1 8 16,0 0-1,0 8-15,-9 18 32,1 8-32,-18 9 15,-8 8 1,-25 8-16,-18-8 15,0-25 1,0-9-16,9-17 16,17-9-1,0-16 1,17-18-16,0 9 16,17 0-16,0 0 15,25 0 1,35 0-1,51 17-15,43 17 16,25 9 0,17-1-16,26-25 15,119-25-15</inkml:trace>
  <inkml:trace contextRef="#ctx0" brushRef="#br0" timeOffset="97926.16">23923 15912 0,'0'0'15,"0"0"-15,0 0 0,0 0 16,0 0 0,9 0-1,25 17-15,0 8 0,9 18 32,25 25-32,9 25 15,25 10 1,18 24-16,-18 1 15,-16-1-15,-9 9 16,-9-25 0,-8-18-1,-1-25-15,-7-8 16,-35-26 0</inkml:trace>
  <inkml:trace contextRef="#ctx0" brushRef="#br0" timeOffset="98156.73">25144 15920 0,'0'0'0,"-17"0"15,-26 17 1,-42 34-16,-35 51 15,-50 52 1,-27 7-16,18-8 16,-43 26-1,34-43-15,129-85 16</inkml:trace>
  <inkml:trace contextRef="#ctx0" brushRef="#br0" timeOffset="103957.27">29778 15699 0,'0'0'0,"-8"0"16,-9 9-16,-17-1 16,-26 1-1,-8-9-15,-1 8 32,10 1-32,-27-1 0,-16 9 31,-1 9-31,1 8 15,34 0-15,25 0 16,9 0-16,0 17 16,17 0-1,8-9-15,18 9 32,42 17-32,34 35 15,18 7 1,-1 1-16,-42-26 15,-35-17 1,10 25-16,7 26 16,-25-8-1,-17-43-15,-8-17 16,-9-8-16,-17-9 16,-26-9-1,0-25 1,9-8-16,8-26 15,18-18 1,16-24-16,43-9 16,43-17-1,51-34-15,51-34 16,1 8 0,-18 43-16,0-9 15,0-8-15,77-76 16</inkml:trace>
  <inkml:trace contextRef="#ctx0" brushRef="#br0" timeOffset="105088.05">22891 12400 0,'0'0'15,"0"0"-15,0 0 16,0 0-16,0 8 15,8 9 1,1 17-16,-1 26 16,1 16-1,-18 9-15,-16 9 16,8-9 0,0-26-16,8-16 15,9-9 1,0-17-16,0-9 15</inkml:trace>
  <inkml:trace contextRef="#ctx0" brushRef="#br0" timeOffset="105431.58">22498 12357 0,'0'0'0,"0"0"16,0 0-1,0 0 1,9 0 0,16 0-16,44-9 0,50 1 15,52-26 1,34-17 0,119-26-1</inkml:trace>
  <inkml:trace contextRef="#ctx0" brushRef="#br0" timeOffset="107976.45">26467 12221 0,'0'0'0,"0"0"16,0 0-16,0 0 15,25 0 1,18 0-16,25 0 15,-8-9 1,0 9-16,0 0 16,-18 0-1,1 0-15,-17 9 16,-1-1 0,-8 1-16,-8-1 15,-1 1 1,-16 8-1,-1 8-15,-16 9 16,-9 0-16,-1-8 16,10 0-1,8-9-15,0-9 16,8 1 0,9-1-16,0 9 15,17 0 1,9 0-16,25 17 15,9 0 1,8 0-16,0 0 16,-16 9-1,-18-18-15,-9 9 16,1 0 0,-18 0-16,-33 17 15,-35 0 1,-51-8-1,-179 16-15</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2:44:54.068"/>
    </inkml:context>
    <inkml:brush xml:id="br0">
      <inkml:brushProperty name="width" value="0.05292" units="cm"/>
      <inkml:brushProperty name="height" value="0.05292" units="cm"/>
      <inkml:brushProperty name="color" value="#FF0000"/>
    </inkml:brush>
  </inkml:definitions>
  <inkml:trace contextRef="#ctx0" brushRef="#br0">25784 1735 0,'0'0'0,"0"0"0,0 0 16,9 8-16,8 18 16,0 25-1,8 25-15,-8 35 16,-8-9 0,-1 0-1,-16 43-15,8 16 16,0-33-1,0-9-15,0 17 16,0-34-16,8-34 16,-8-25-1,0-18 1,-8-8-16,8-8 16</inkml:trace>
  <inkml:trace contextRef="#ctx0" brushRef="#br0" timeOffset="302.13">25545 2755 0,'0'0'0,"0"0"15,0 26 1,9 51-16,8 16 15,8-16 1,-8-18 0,-8 1-16,-1-18 15,10-8 1,-1-8-16,17-1 16,34-16-1,51-43-15,52-51 16,43-51-16,67-60 15</inkml:trace>
  <inkml:trace contextRef="#ctx0" brushRef="#br0" timeOffset="28088.76">19067 15971 0,'0'0'0,"0"0"15,0 0-15,0-8 16,17-1 0,0-8-16,0 0 15,0 0 1,0 9-16,-8-1 15,-1 9 1,1 0-16,-9 9 16,9 25-1,-18 51-15,-25 25 16,-9 10 0,9-10-16,0 9 15,8-34 1,9-34-16,9-25 15,-1-1 1,9-16-16</inkml:trace>
  <inkml:trace contextRef="#ctx0" brushRef="#br0" timeOffset="28320.14">18785 16779 0,'0'0'0,"0"0"16,0 0-1,0 0 1,17 9-16,52-1 15,67-25 1,155-34-16</inkml:trace>
  <inkml:trace contextRef="#ctx0" brushRef="#br0" timeOffset="29647.93">23138 4984 0,'0'0'0,"0"0"0,0 0 31,0 8-15,0 9-16,0 17 16,0 0-16,-8 17 15,-1 17 1,-16 17-16,-27 17 15,-7 9 1,-1-9 0,17-34-16,18-34 0,8-17 31,17-8-31,0-44 16,0 1-1</inkml:trace>
  <inkml:trace contextRef="#ctx0" brushRef="#br0" timeOffset="29837.44">22507 4882 0,'0'0'0,"17"8"16,51 26-1,77 26-15,26-1 16,-43-16 0,-9-9-16,-50-9 15</inkml:trace>
  <inkml:trace contextRef="#ctx0" brushRef="#br0" timeOffset="33084.05">25050 5502 0,'0'0'0,"0"0"16,0 0-1,0 0 1,0 0-16,0 0 16,0 0-1,0 0-15,0 0 16,0 0-1,0 0-15,0 0 16,9 0 0,16-8-16,9 8 15,18 0 1,-1 0-16,34 0 16,-8 0-1,-17 0-15,34 0 16,25 0-1,9 0-15,-17 0 16,-17-9-16,0 9 16,8 0-1,1 0-15,-9 0 16,-26 0 0,-17-8-1,-25-1 1,-1 1-16,-8 8 15,-8 0-15,-1 0 16,1 0-16,-9 0 31,0 0-31,-9-9 0,-16 1 32,-18-1-17,-59 9-15,-35 0 0,-17 17 0,-59 17 16,17-8-1,8 8-15,0-9 16,-102 1 0</inkml:trace>
  <inkml:trace contextRef="#ctx0" brushRef="#br0" timeOffset="47012">19024 15801 0,'0'0'0,"0"0"0,17 26 16,35 33 0,16 26-16,0 0 15,9-8-15,0 8 16,-9-8-1,-17-9-15,-8-17 32,-17-9-32,-9-16 15,-9-1 1,1-16 0,-9-35-16,8 9 15</inkml:trace>
  <inkml:trace contextRef="#ctx0" brushRef="#br0" timeOffset="47181.2">19903 15742 0,'0'0'0,"0"0"15,0 0-15,-8 8 16,-52 69 0,-93 101-16,-69 78 15,-9-10 1,-33 18-16</inkml:trace>
  <inkml:trace contextRef="#ctx0" brushRef="#br0" timeOffset="50782.28">21158 15580 0,'0'0'0,"0"0"0,0 0 15,0 0-15,17 17 16,17 9 0,9 33-16,0 26 15,-18 34 1,-16-8 0,-26-1-16,-17-7 15,-9 7-15,-17-8 16,-8-25-1,0-26-15,16-26 16,18-8 0,0-25-1,0-1 1,0-16-16,17-9 16,0 0-16,17 0 15,0 8 1,8 9-16,9 9 15,9 8 1,17 25-16,33 18 16,10 8-16,8 0 15,8-9 1,35-8-16,144 17 16</inkml:trace>
  <inkml:trace contextRef="#ctx0" brushRef="#br0" timeOffset="51478.97">22302 15699 0,'0'0'0,"0"0"0,0 0 31,0 0-31,0 0 16,0 0-1,8 0 1,18 17-16,25 0 16,26-8-1,17-1-15,-9 9 16,1 0-16,-27 0 15,1 9 1,-26-1 0,-8 1-16,-18 8 15,1 0-15,-26 8 16,-17 9 0,-18 9-16,1-18 15,0 1 1,8-17-1,9-1-15,17-16 16,9-1-16,8-8 16,8 0-1,35 17 1,17 0-16,25 17 16,0 17-1,-16 0-15,-18 17 16,-17 9-16,-26 8 15,-33 8 1,-26 9-16,-18-25 16,-33-1-1,51-42 1</inkml:trace>
  <inkml:trace contextRef="#ctx0" brushRef="#br0" timeOffset="52637.9">23027 6123 0,'0'0'0,"0"0"16,0 0-16,9 17 16,8 17-1,0 0-15,0 9 16,-8 16-1,-1 9-15,1 9 16,-18-9 0,9-9-16,-8-16 0,-1 0 15,0 8 1,1 17-16,8-34 31</inkml:trace>
  <inkml:trace contextRef="#ctx0" brushRef="#br0" timeOffset="53202.41">22532 6021 0,'0'0'0,"0"0"15,0 0 1,0 0-16,0 0 15,0 17 1,0 0-16,9 9 16,8-1-16,0 1 15,26-1 1,68 1 0,42-9-16,-25-26 15,17 1-15,9-1 16,-26 1-1,-17-1 1,-9-25-16,-42 9 16</inkml:trace>
  <inkml:trace contextRef="#ctx0" brushRef="#br0" timeOffset="53836.32">23036 7280 0,'0'0'0,"0"0"31,0 0-31,0 0 15,0 0 1,0 17-16,8 0 16,1 17-1,-9 42-15,-9 26 16,1 9 0,-1-17-16,-8-18 15,0-16 1,9-18-16,-1-16 0,1-9 31,-1 8-31,0 1 16</inkml:trace>
  <inkml:trace contextRef="#ctx0" brushRef="#br0" timeOffset="54250.34">22455 7365 0,'0'0'0,"0"0"16,0 0-1,18 0-15,24 0 16,35 17-16,68 0 16,17 8-1,-17-16-15,35-9 16,16 0 0,103-9-16</inkml:trace>
  <inkml:trace contextRef="#ctx0" brushRef="#br0" timeOffset="60494.06">26134 6021 0,'0'0'16,"0"0"-16,0 0 16,0 0-16,-9 17 15,1 0 1,-1 17-16,-16 26 15,-9 42 1,0 8-16,8-16 16,9-26-1,8-17-15,9-26 16,9-16 0</inkml:trace>
  <inkml:trace contextRef="#ctx0" brushRef="#br0" timeOffset="61070.2">25989 7169 0,'0'0'0,"0"9"16,-9 16 0,1 35-1,8 8-15,-9 17 0,1 8 16,-1-8-1,9-33 1,9-35-16</inkml:trace>
  <inkml:trace contextRef="#ctx0" brushRef="#br0" timeOffset="67852.75">20817 16218 0,'-9'0'0,"1"0"16,8 0-16</inkml:trace>
  <inkml:trace contextRef="#ctx0" brushRef="#br0" timeOffset="68636.03">20441 15640 0,'0'0'0,"0"0"16,0 0-1,0 0-15,0 0 16,0 0-1,0 0-15,9 17 16,8 8 0,0 9-16,26 9 15,25 25 1,17 8-16,-8-8 16,0 34-1,8 9-15,-8-9 16,25 26-1,9-9-15,-25-17 16,-9-17 0,-1-34-16,-7-17 15,16-26 1,-42-8-16</inkml:trace>
  <inkml:trace contextRef="#ctx0" brushRef="#br0" timeOffset="68877.45">21568 15589 0,'0'0'16,"0"0"-16,-9 8 0,-16 35 15,-61 50 1,-59 18 0,-43 76-16,-33 34 15,-10-17-15,-33 51 16</inkml:trace>
  <inkml:trace contextRef="#ctx0" brushRef="#br0" timeOffset="72148.92">24470 15954 0,'0'0'0,"0"0"16,0 0-16,-9 0 15,-16 17 1,-18 17 0,0 9-1,-17 8-15,9 0 16,9-9-1,7 1-15,10-17 0,8-1 32,17 1-32,8-1 15,9 1 1,26 8-16,34 0 16,0-9-1,-9 1-15,-8-1 16,-18-8-1,-16 0-15,0 9 16,-18 16 0,-16 9-16,-27 17 15,-24 17 1,-27-17 0,-16 0-16,-9-17 0,77-34 15</inkml:trace>
  <inkml:trace contextRef="#ctx0" brushRef="#br0" timeOffset="72401.64">24393 16014 0,'0'0'0,"34"17"0,68 25 16,112 9-1,33-8-15,86-9 16</inkml:trace>
  <inkml:trace contextRef="#ctx0" brushRef="#br0" timeOffset="74206.09">22882 9210 0,'0'0'0,"-8"-8"16,-1-1-16,1 1 15,-9-1 1,-1 1-16,10 8 16,-1 17-1,-16 17 1,-1 25-16,1 9 16,-1 9-1,-8 16-15,17 10 16,0-27-1,8-16-15,1-18 0,8-16 16,0-18-16</inkml:trace>
  <inkml:trace contextRef="#ctx0" brushRef="#br0" timeOffset="74614.28">22106 9040 0,'0'0'0,"0"0"0,0 0 15,0 0 1,51 17-1,51 9-15,35-9 16,16 17-16,27 0 16,16-9-1,-8 9 1,119 26-16</inkml:trace>
  <inkml:trace contextRef="#ctx0" brushRef="#br0" timeOffset="76512.78">26288 9287 0,'0'0'0,"0"0"0,8 8 31,9 1-31,0 8 16,9 0-1,0 0-15,-1 0 16,1 0 0,-1 0-16,1 0 15,-9 0 1,-8 0-16,-1 0 0,-25 17 31,-17 17-31,-34 0 16,-26 0-1,-17 0-15,17-34 16,17-8-16,17-18 16,18 9-1,16 0-15,9 0 16,17-8-1,26-1 1,50-8-16,52 17 16,26 17-1,34 17-15,17 17 16,8 9 0,-34-26-16,103 25 15</inkml:trace>
  <inkml:trace contextRef="#ctx0" brushRef="#br0" timeOffset="79997.27">22276 15631 0,'0'0'0,"0"0"16,0 0-16,9 9 31,16 33-31,18 26 16,8 26 0,0 42-16,18 8 15,-10-16 1,10-9-16,25 0 15,0-8 1,-9-9-16,9 0 16,-9-17-1,9-9-15,-17-16 16,-52-35 0</inkml:trace>
  <inkml:trace contextRef="#ctx0" brushRef="#br0" timeOffset="80279.05">23659 15827 0,'0'0'0,"-9"0"16,-59 17-16,-51 25 16,-35 26-1,-94 77-15,-25 25 16,9 0 0,-1-8-16,69-60 15,-77 25 1</inkml:trace>
  <inkml:trace contextRef="#ctx0" brushRef="#br0" timeOffset="81469.67">26091 15793 0,'0'0'16,"0"0"-16,-8 0 15,-1 8-15,1 1 16,-1 8 0,-16 25-1,-1 18-15,-17 16 16,1 9-1,16-25-15,9-9 16,0-8 0,17-9-16,0 0 15,17 0 1,9 0-16,42 0 16,26 0-16,0-17 15,8-9 1,9-16-1,-9-1-15,-25-16 16,9-1-16,-10-16 16,-33 16-1</inkml:trace>
  <inkml:trace contextRef="#ctx0" brushRef="#br0" timeOffset="81787">26612 15810 0,'0'0'0,"-9"17"15,-16 51-15,-18 51 16,-8 51 0,-26 43-16,-17 8 15,17-17 1,35-51-16,16-51 0,18-43 31,8-33-31,0-9 16</inkml:trace>
  <inkml:trace contextRef="#ctx0" brushRef="#br0" timeOffset="82465.14">28242 15538 0,'0'0'0,"0"0"0,-8-9 0,8 9 32,0 0-17,-9 0-15,1 0 0,-18 0 16,-25 17 0,-18 26-1,-33 25 1,-17 17-16,-1 17 15,18 17 1,16 17-16,27-8 16,16-18-16,26-8 15,17-8 1,25-9 0,10-17-16,24-9 15,35-16 1,26-18-16,8-25 15,0-17-15,0-25 16,-26-9-16,-34 17 31,-25-9-31,-26 9 16,-17-8 0,-43-1-16,-33 1 15,-35 16 1,-43 18-16,-8 16 15,25 18-15,35-1 16,8-16 0,43-9-16</inkml:trace>
  <inkml:trace contextRef="#ctx0" brushRef="#br0" timeOffset="85297.06">22882 8334 0,'0'0'0,"0"0"15,0 9-15,9 16 16,-9 18 0,-9 25-16,-16 25 15,8 1 1,-1-17-16,10-1 16,-9 9-1,17-8 1,0-18-16,0-25 15</inkml:trace>
  <inkml:trace contextRef="#ctx0" brushRef="#br0" timeOffset="85653.81">22541 8317 0,'0'0'0,"0"0"0,0 0 0,8 0 31,9 9-31,18-1 16,41 9-16,35 0 0,-8-8 31,-1-1-15,-8 1-16,0 8 0,-43 0 15</inkml:trace>
  <inkml:trace contextRef="#ctx0" brushRef="#br0" timeOffset="86192.07">22857 10333 0,'0'0'0,"0"0"16,-9 0-16,1 17 15,-10 0 1,1 17-16,0 0 16,-8 26-1,-9 16 1,-9 26 0,9-17-16,8-25 15,9-26 1,0-9-16,8-16 15,9-1 1</inkml:trace>
  <inkml:trace contextRef="#ctx0" brushRef="#br0" timeOffset="86448.73">22225 10197 0,'0'0'0,"0"0"16,0 0 15,34 25-31,26 9 16,42 9-16,18-9 0,25-17 15,9-17 1,-44-9-1,18-8 1,154 9-16</inkml:trace>
  <inkml:trace contextRef="#ctx0" brushRef="#br0" timeOffset="87511.16">25588 8351 0,'0'0'0,"25"0"16,18 9-16,25-1 15,-8 1-15,0-9 32,0 0-17,8 0-15,-8 0 16,-9 0-16,-17 0 0,-8 0 15,-9 0 17,-9 8-32,1 9 15,-1 0 1,-25 17-16,-17 9 16,-9-1-1,1 10-15,-10-10 16,18-16-1,0-1-15,17-16 16,0-1 0,17 1-16,0-9 15,0 8 1,17 1-16,0-1 16,9 1-1,-1-1-15,1 1 16,-17-1-1,-1-8-15,-8 17 16,-8 0 0,-10 17-16,-24 9 15,-18-1 1,0-8-16,-17 0 16,35-17-1</inkml:trace>
  <inkml:trace contextRef="#ctx0" brushRef="#br0" timeOffset="88418.91">26125 10282 0,'0'0'0,"0"0"16,0 0 0,0 0-1,18 0 1,24 17-1,9 0-15,1 0 16,7 0 0,-16-9-16,-9 1 15,-8 8 1,-1-9-16,1 1 16,-17 8-1,-1 0-15,-16 8 16,-18 10-1,-25 7-15,-9 1 16,0-18 0,9 1-16,8-18 15,26 1 1,0-1-16,9 1 16,8-9-1,0 0-15,8 8 16,9 1-1,9 8-15,-1 0 16,10 8 0,7 9-1,-8 9-15,-8-9 16,-17 17-16,-9-9 16,-17 1-1,-35-1 1,-59-16-16,-179 33 15</inkml:trace>
  <inkml:trace contextRef="#ctx0" brushRef="#br0" timeOffset="90570.22">24103 15929 0,'0'0'0,"0"0"15,0 0 1,0 0-16,8 8 31,18 26-15,17 34-16,25 34 15,26 9 1,17-9-16,-9-8 16,0-9-1,1 0-15,-1-17 16,-8-9-1,9-16-15,-10-35 16,-50-16 0</inkml:trace>
  <inkml:trace contextRef="#ctx0" brushRef="#br0" timeOffset="90840.75">25221 15818 0,'0'0'0,"-34"9"15,-60 42-15,-51 51 16,-52 68-1,-7 43-15,24-9 16,18-9 0,17-8-16,-26 69 15</inkml:trace>
  <inkml:trace contextRef="#ctx0" brushRef="#br0" timeOffset="93701.27">29650 15665 0,'0'0'0,"-8"0"0,-9 0 15,-17 0 1,-9 0-16,0 0 16,1 9-1,-18 8-15,-8-9 16,-1 9 0,10 0-16,-10-8 15,18 8 1,8 0-16,9 0 15,17 0 1,0 8 0,17 9-16,17 0 15,17 17-15,18 0 16,7 9 0,-7-18-16,-10-8 15,1-8 1,-18-1-16,-7 1 15,-1 8 1,-9 0-16,1 0 16,-1 17-1,-16 9-15,-9 8 16,-26-9 0,0-8-1,1-17-15,-18-8 16,0-18-16,9 1 15,17-18 1,0 1-16,8-18 16,0-25-1,9-8 1,9-9-16,25-17 16,51-26-1,60-59-15,26-17 16,16 25-1,10 1-15,-27 16 16,-93 77 0</inkml:trace>
  <inkml:trace contextRef="#ctx0" brushRef="#br0" timeOffset="95374.44">22882 12578 0,'0'0'0,"0"0"16,0 0-16,9 0 15,-9 0 1,0 0-16,0 0 16,0 0-1,8 17 1,-16 26-16,-18 16 15,1 26-15,-1-8 16,9-26 0,8-26-16,1 1 15,8-9 1,0-9 0,0-8-16</inkml:trace>
  <inkml:trace contextRef="#ctx0" brushRef="#br0" timeOffset="95630.28">22737 12527 0,'17'0'0,"51"-8"0,60 8 15,26 0 1,-9-17 0,-77 8-16</inkml:trace>
  <inkml:trace contextRef="#ctx0" brushRef="#br0" timeOffset="96633.26">26527 12459 0,'-9'0'0,"1"-8"16,-1-1-1,-8 1-15,8-1 16,-8 9 15,-8 0-31,-18 17 16,0 17-16,1 0 15,8 0-15,-1-8 16,18-1-16,0 1 16,17 8-1,0 0 1,17 0 0,0 0-16,9 8 15,0-8 1,-9 0-16,0 9 15,-9-9 1,-8 0-16,-17 0 16,-17 8-1,-17-8-15,17-17 16,0-25 0,17-1-1</inkml:trace>
  <inkml:trace contextRef="#ctx0" brushRef="#br0" timeOffset="96843.95">26390 12408 0,'0'0'0,"0"0"0,26 26 15,68 33-15,85 9 32,51-17-32,52-51 15,76-34 1</inkml:trace>
  <inkml:trace contextRef="#ctx0" brushRef="#br0" timeOffset="100070.57">25758 16158 0,'0'0'0,"0"0"0,18 26 16,16 17 15,17 25-31,34 17 16,18 8-1,-1-16-15,-8-1 0,8-16 16,1-26-16,-18-17 15,-51-9 1</inkml:trace>
  <inkml:trace contextRef="#ctx0" brushRef="#br0" timeOffset="100302.01">26731 16107 0,'-17'0'0,"-34"34"16,-77 60 0,-77 42-16,-17 9 15,-8-9 1,0-17-16,-52 51 15</inkml:trace>
  <inkml:trace contextRef="#ctx0" brushRef="#br0" timeOffset="103492.75">27679 16039 0,'0'0'0,"17"9"0,34 25 15,43 25 1,8 10-1,-8 7-15,-8 1 16,-10-1-16,1 1 16,-8-1-1,-1-25 1,-34-25-16</inkml:trace>
  <inkml:trace contextRef="#ctx0" brushRef="#br0" timeOffset="103748.72">28993 15971 0,'0'0'0,"-17"0"0,-51 9 16,-52 8-1,-16 0 1,-103 25 0,-120 52-16,35 25 15,51 0 1,25 26-16,-16 59 16</inkml:trace>
  <inkml:trace contextRef="#ctx0" brushRef="#br0" timeOffset="105705.04">28541 15614 0,'0'0'0,"0"0"0,8 26 16,27 42 0,24 42-1,35 18-15,0-1 16,-9-16 0,1 0-16,-1-18 15,18-16-15,7-18 16,-7 1-1,-1-9 1,26-26-16,-59-8 16</inkml:trace>
  <inkml:trace contextRef="#ctx0" brushRef="#br0" timeOffset="105952.23">30094 15971 0,'-42'0'0,"-95"26"16,-93 25-1,-52 34 1,-51 34-16,-17 17 15,34-8 1,26-18-16,-34 9 16</inkml:trace>
  <inkml:trace contextRef="#ctx0" brushRef="#br0" timeOffset="109477.67">31016 15708 0,'0'0'0,"0"0"15,0 0-15,0 0 16,0 0 0,0 0-1,0 0-15,0 17 16,17 0 0,17 17-16,17 0 15,18 0-15,16 0 31,0-9-31,1-8 16,-9-8-16,-26-1 16,-17 1-1,-8-1-15,-18-8 16,1 0-16,-9 17 16,-26 17-1,-51 34 1,-25 26-16,-18 8 15,18-8 1,34-18-16,25-16 16,17-9-1,18-26 1</inkml:trace>
  <inkml:trace contextRef="#ctx0" brushRef="#br0" timeOffset="111111.87">22882 11387 0,'0'0'0,"0"0"0,0 0 16,9 0-16,8 0 31,-9 0-31,1 9 16,-1 8-16,1 0 16,-1 9-1,1 25-15,-9 8 16,-9 1-1,1-1 1,-18 1-16,9-18 16,9-16-16,8-18 15,0 1 1</inkml:trace>
  <inkml:trace contextRef="#ctx0" brushRef="#br0" timeOffset="111436.4">22566 11345 0,'0'0'0,"0"0"0,17 8 16,26 9-1,34 0-15,17 0 16,-9 0 0,9 9-16,8 0 15,1-18-15,-52 1 16</inkml:trace>
  <inkml:trace contextRef="#ctx0" brushRef="#br0" timeOffset="112713.46">26706 11387 0,'0'0'0,"0"0"15,0-8 1,8-1-16,1 9 31,-9 0-31,-9 0 16,-16 0 0,-26 0-16,-9 9 15,-26 8-15,-7 0 31,-1 0-31,34 9 16,9-9-16,8-9 0,9 1 16,17 8-1,0 0-15,17 0 32,8 0-32,18 17 15,17 17-15,8 0 16,-9-9-1,-7 9 1,-10-8-16,1-1 16,-18 1-1,1-1-15,-1-16 16,-8-1 0,0 1-16,-8-9 15,-1-9 1,-16 1-16,-9-1 15,-1-16 1,10-1-16,8 1 16,0-1-1,0 1-15,8-1 16,9-16 0,26-1-1,16-16-15,44-1 16,25-16-16,-9 8 15,-17 0 1,1 0-16,-9 0 16,-35 25-1</inkml:trace>
  <inkml:trace contextRef="#ctx0" brushRef="#br0" timeOffset="114547.62">30717 15385 0,'0'0'0,"0"0"16,0 8-1,17 26-15,17 34 16,26 34-16,17 17 31,43 26-31,42 8 16,-26-51-16,-25-34 16,34 17-16,43 0 31,-60-25-31,-94-35 15</inkml:trace>
  <inkml:trace contextRef="#ctx0" brushRef="#br0" timeOffset="114782.78">32126 15427 0,'-9'0'0,"-76"26"16,-146 59 0,-136 42-16,-17 9 15,34 43 1,17 16-16</inkml:trace>
  <inkml:trace contextRef="#ctx0" brushRef="#br0" timeOffset="136468.25">16148 10409 0,'0'0'0,"0"0"15,0 0-15,0 0 16,17 17-16,34 0 16,26 9 15,17-9-31,9-8 16,-1-1-1,9-8-15,-9 17 16,-16-8-1,-18 8-15,-8 0 16,-18 0 0,-16-9-16,0 1 15,-18-1 1,1 1-16,-1-1 16,1 1-1,-18 8-15,-8 34 16,-51 34-1,-43 42-15,-17 18 16,-9 8 0,1 0-16,-78 77 15</inkml:trace>
  <inkml:trace contextRef="#ctx0" brushRef="#br0" timeOffset="141274.1">31554 11796 0,'0'0'0,"0"0"15,0 0 1,0 0-16,0 0 15,8 0 1,-8 0 0,0 0-16,0-9 15,9 9 1,-9 0-16,0 0 16,0 0-16,0 0 15,0 0 1,0-8-16,-9-1 15,1 1 1,-26-1-16,-18-8 16,-33 0-16,-34 9 15,-1-1 1,9 9 0,-8 0-1,-1 9 1,9-18-16,34 1 15,18 8-15,16-9 16,17 1-16,9-1 16,17 1-1,0-1 1,0-16 0,9-1-16,16-8 15,18 0 1,-9 17-16,-8 0 15,-9 9 1,-9-1-16,1 9 16,-1 0-1,-8 0-15,0 0 0,0 0 16,0 0 0,-17 0-1,-25 17-15,-9 0 16,-9 17-1,0 0 1,9 0-16,0 0 16,16-8-1,18 8-15,9 0 16,16 25 0,35 1-16,25-9 15,-34-26-15</inkml:trace>
  <inkml:trace contextRef="#ctx0" brushRef="#br0" timeOffset="148174.22">15841 11124 0,'0'0'0,"0"0"0,0 0 16,0 0-1,-9 25-15,-25 35 16,-17 33 0,-9 18-16,-17 25 15,-8-8 1,17-52-16,42-42 15</inkml:trace>
  <inkml:trace contextRef="#ctx0" brushRef="#br0" timeOffset="149107.32">15619 9848 0,'0'0'31,"0"0"-31,0 0 0,-9 0 16,1 9 0,-18 8-16,-25 0 15,-17 17-15,-18 8 16,-16 9 0,0 0-16,16-8 15,27-1 1,16-8-16,9 9 15,25-1 1,9 1 0,26 16-16,34 18 15,16 0 1,-16-1-16,-17-16 16,-18-1-1,1-8-15,-18 0 16,1 17-1,0 0-15,-27 0 16,-24 0 0,-26-8-16,-1-26 15,10-9 1,7-16-16,1-18 16,17-25-1,0-17-15,34-42 16,42-26-16,69-68 15,17-17 1,0 33 0,18 10-16,-1 8 15,-17 0 1,42-94-16</inkml:trace>
  <inkml:trace contextRef="#ctx0" brushRef="#br0" timeOffset="151496.26">14270 11005 0,'0'0'0,"0"0"15,0 0-15,9 8 0,0 9 16,-1 0 0,-16 9-1,-1 8-15,-8 25 16,8-16-16</inkml:trace>
  <inkml:trace contextRef="#ctx0" brushRef="#br0" timeOffset="152104.76">13895 9653 0,'0'0'0,"0"0"0,0 0 15,0 0 1,-9 8-16,-8 18 16,-34 25-1,0 8 1,-9 9-16,0 0 16,9-8-1,0-9-15,17-9 16,17 1-1,17-9-15,8 0 16,9-9 0,0 1-16,18-1 15,7-8 1,9 9-16,9-1 0,-9 9 31,-8 0-31,-17 17 16,-18 18-16,-8-10 15,-17 1 1,-17-9 0,0-9-16,0-16 15,17-18-15</inkml:trace>
  <inkml:trace contextRef="#ctx0" brushRef="#br0" timeOffset="152321.88">13664 9687 0,'0'0'0,"9"8"15,34 26 1,59 26-16,18-1 15,8-8 1,-69-25-16</inkml:trace>
  <inkml:trace contextRef="#ctx0" brushRef="#br0" timeOffset="153857.79">13400 10928 0,'0'0'0,"0"0"0,0 9 16,8 8-16,1 17 15,-1 8 1,1 1-1,-18-1 1,1 1-16,-9-1 16,-17 1-16,-17-1 15,16-25 1</inkml:trace>
  <inkml:trace contextRef="#ctx0" brushRef="#br0" timeOffset="155006.88">12811 9874 0,'0'0'0,"0"0"0,26 17 16,25 17-1,0 17 1,-8 0-16,-9 0 16,-17 34-1,-26 17-15,-59 25 16,-26 1 0,-8-26-16,-1-17 15,9-25 1,18-26-16,16-17 15,26-9 1,8-8-16,9 0 16,17 0-16,0-8 15,26-1-15,16-8 32,10 0-32,7 17 15,1 0 1,8 17-1,-8 17-15,8 0 0,1 9 16,-10-18-16,-33-8 31</inkml:trace>
  <inkml:trace contextRef="#ctx0" brushRef="#br0" timeOffset="155312.7">12188 11192 0,'0'0'0,"0"0"16,-9 25-16,-8 52 15,-8 33 1,-18 10-16,0 24 15,-33 145 1</inkml:trace>
  <inkml:trace contextRef="#ctx0" brushRef="#br0" timeOffset="156732.51">11625 10103 0,'0'0'0,"0"0"15,-17 17-15,-35 77 16,-24 67 0,24 35-1,61-43-15,8-102 16</inkml:trace>
  <inkml:trace contextRef="#ctx0" brushRef="#br0" timeOffset="160151.48">1784 5987 0,'0'0'0,"0"0"0,-9 9 15,1 33-15,-26 26 16,-9 60-1,-34 59-15,-8 51 16,-9-17 0,9-17-16,25-8 15,17-43 1,17-34-16,26-42 16,35-9-1,50-43-15,69-42 16,42-51-1,-25-85 1,-18-26-16,-42-8 16,-34-25-16,-43 8 15,-25-1 1,-35 27 0,-25 33-16,-60 26 15,51 68-15</inkml:trace>
  <inkml:trace contextRef="#ctx0" brushRef="#br0" timeOffset="160816.15">4430 4575 0,'-17'26'0,"-35"50"0,-7 61 16,16-1 0,43-9-16,26-8 15,33-25 1,52-26-16,60-26 15,25-42 1,1-51-16,7-59 16,-24-43-1,-44-17-15,-42-1 16,-43-16 0,-59 26-16,-43 16 15,-69 9 1,-93 26-16,-78 50 15,-7 69 1,-52 42-16</inkml:trace>
  <inkml:trace contextRef="#ctx0" brushRef="#br0" timeOffset="161416.17">9226 3640 0,'-8'0'0,"-52"8"0,-68 26 16,-51 43-1,-35 42 1,-16 34-16,-26 51 16,43 9-1,50-1-15,44-7 16,51-18 0,50-9-16,53-33 15,50-35 1,77-25-16,43-51 15,34-76 1,0-52-16,-26-25 16,-42-8-1,-43-9-15,-60 0 0,-42 17 16,-52 8 0,-119-17-16,-179 26 31,-60 26-31</inkml:trace>
  <inkml:trace contextRef="#ctx0" brushRef="#br0" timeOffset="161591.79">9875 6089 0,'34'0'0,"128"-17"0,188-34 15</inkml:trace>
  <inkml:trace contextRef="#ctx0" brushRef="#br0" timeOffset="162123.6">11334 5111 0,'0'0'0,"0"0"0,0 0 15,-8 0 1,-18 9-16,1 8 15,-27 8 1,-76 43-16,-34 51 16,9 26-1,8-9-15,-1 17 16,35 17 0,26-8-1,51-1-15,51-25 16,34-17-1,60 0-15,68-16 16,26-69-16,26-77 16,-1-51-1,-42-33 1,-26-26-16,-42-34 16,-52 8-16,-51 18 15,-51-18 1,-69 17-1,-110 18-15,-145 33 16,59 69 0,60 50-16,-68 60 15,-35 60 1</inkml:trace>
  <inkml:trace contextRef="#ctx0" brushRef="#br0" timeOffset="162731.54">10302 9066 0,'-9'0'0,"-59"59"15,-94 86-15,-35 59 16,44 9-1,33-1-15,18 1 16,34-1 0,68-50-16,68 0 15,77-26 1,102-51-16,95-68 16,-1-85-1,-25-68-15,-60-43 16,-51-8-1,-51-26-15,-86 1 16,-102 16 0,-128-17-16,-223 35 15,-16 76 1</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2:48:35.674"/>
    </inkml:context>
    <inkml:brush xml:id="br0">
      <inkml:brushProperty name="width" value="0.05292" units="cm"/>
      <inkml:brushProperty name="height" value="0.05292" units="cm"/>
      <inkml:brushProperty name="color" value="#FF0000"/>
    </inkml:brush>
  </inkml:definitions>
  <inkml:trace contextRef="#ctx0" brushRef="#br0">22532 3334 0,'0'0'0,"0"0"16,0 8-16,-8 18 16,-1 33-1,1 35-15,-9 8 16,-9-9 0,9-16-1,0-26-15,0-25 16,8-9-16,9-9 15,9 9 1,25 0 0,43-8-16,51-9 15,60-9 1,8 9-16,-8-8 16,-9-1-16,-8 9 15,-18 9 1,9-9-1,26 8-15,-34 9 16,25 9-16,26 8 16,-43 0-1,9 0 1,8 8-16,-34 1 16,-26-18-16,-42 1 15,-8-18-15,-27 1 16,-16-1-1,8-25 1,17-42 0,0-94-16,-8-111 0,-26-93 31</inkml:trace>
  <inkml:trace contextRef="#ctx0" brushRef="#br0" timeOffset="4747.92">14211 2101 0,'0'0'0,"-9"-9"0,-16 1 31,-27-18-31,1 9 16,0 0 0,0 0-16,17 0 15,8 0 1,9 9-16,0 8 16,8 0-1,-8 25-15,-8 35 0,-18 76 31,-8 76-15,17 77-16,-1 35 16,27-1-1,8 8-15,8 61 16,18 16 0,17 85-16,-1 34 0,1 1 15,8 33 1,0 9-1,-16-17 1,-27-35-16,18-50 16,8-26-16,-8-33 0,-9 24 31,0-16-15,0-34-16,0-18 15,0 1 1,-9 8-16,1-42 15,8 0 1,-8-43-16,-9 0 16,8-25-1,18-35-15,-1-16 16,-8-43 0,9-9-16,8-24 15,0-27 1,-8 1-16,-1 8 15,-16 0 1,0 25-16,-18 18 16,-17 16-1,-25 10-15,-9 16 16,-16 25 0,7-25-16,10-42 15,7-9 1,18-34-16,0-17 15,8-8 1,1-9-16,8 0 16,0-17-1,0-26-15,8-8 16,9-8 0,0-1-16,0-8 15,9 0 1,8-8-16,8 8 15,27 0 1,24-9-16,18 1 16,68 0-1,171-9-15</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2:49:14.544"/>
    </inkml:context>
    <inkml:brush xml:id="br0">
      <inkml:brushProperty name="width" value="0.05292" units="cm"/>
      <inkml:brushProperty name="height" value="0.05292" units="cm"/>
      <inkml:brushProperty name="color" value="#FF0000"/>
    </inkml:brush>
  </inkml:definitions>
  <inkml:trace contextRef="#ctx0" brushRef="#br0">5155 7297 0,'0'0'0,"0"0"0,0 0 16,0 17-16,0 8 0,0 9 16,-8 17-16,8 17 15,0-8 1,0-18 0,0-7-1,17-1 1,8-9-16,18 1 15,34-9 1,42-9-16,9-16 16,17-18-16,26-8 15,17 0-15,-35 0 32,27 0-32,-18 8 15,-43 18-15,-16-1 16,-35 1-16,-17 8 15,-25 0-15,-9 0 32,0-9-17,-8 1-15</inkml:trace>
  <inkml:trace contextRef="#ctx0" brushRef="#br0" timeOffset="3570.41">3141 7807 0,'0'0'0,"0"0"0,0 0 16,0 0-16,0 0 16,0 0-1,-9-8-15,-16-1 16,-18-8 0,-25 9-1,-18 8-15,10 8 16,-10 18-1,-8 42-15,18 17 16,16 8-16,9 35 31,8 16-31,9 35 0,8 34 16,9 33 0,17 26-1,0 17 1,9 35-16,-1 24 0,-8 1 31,0-17-31,0-35 16,0-16-1,-17-9-15,-8-42 0,-1-1 32,-8-25-32,0-16 15,8 16-15,-8-9 16,8-8-1,9-17 1,9-25-16,-1-43 16,9-34-1,0-17-15,17-8 16,26 8 0,25 0-16,60 8 15,77 9-15,196 17 16,0-8-1</inkml:trace>
  <inkml:trace contextRef="#ctx0" brushRef="#br0" timeOffset="12212.61">8313 10418 0,'0'0'0,"0"8"31,17 18-31,-8 25 0,-1 9 16,1 16 15,-1 18-31,-16 16 16,-9 18-16,-17 8 15,-9-9-15,9-16 16,0-9 0,16-17-1,1-25-15,17-9 16,0-9-1,0-16-15,17-1 16,1-8-16,16-8 16,0-1-1,26-16 1,8-1-16,17 1 16,35-18-16,25 1 15,-26 8 1,1 0-16,59 0 15,26 0 1,8 8 0,35-8-16,33 9 15,10-1-15,33 1 16,-17-1 0,-8 9-1,25 9-15,-17-9 16,9-9-1,-26 9-15,1-8 16,-44 8 0,-76 0-16,-35 0 15,-25 0 1,-42 0-16,-35 0 16,-17-9-1,-9-16-15,-25-52 16,-17-59-16,34-77 31,43-135-31</inkml:trace>
  <inkml:trace contextRef="#ctx0" brushRef="#br0" timeOffset="21958.65">8083 10656 0,'0'0'0,"0"0"16,-9 9-16,1 25 15,-1 8-15,0 9 32,1 0-17,-18 17-15,1 0 16,-1 0-16,9-8 15,0-9 1,0-9 0,17-8-16,0 0 15,0-8 1,8-1-16,18 1 16,34-9-1,85-9-15,68-25 0,52-17 16,34-8-16,8-1 15,43-16 1,0 8 0,0 8-1,42 9 1,-25 17-16,0 17 16,0 26-1,-34 8-15,0 17 16,-17 8-1,-35 1-15,-50-9 16,-26-17 0,-43-9-16,-43-16 15,-42-18 1,-26 1-16,-8-18 16,0 1-1,-1-18-15,-7-33 16,7-69-1,18-127-15,0-94 16</inkml:trace>
  <inkml:trace contextRef="#ctx0" brushRef="#br0" timeOffset="39082.91">22012 11787 0,'0'0'0,"-9"-8"0,-8-1 0,-9-16 15,-16-1 1,-1 1-16,-8-1 31,-34 9-15,-26 9-16,-26 16 15,-17 35-15,-8 33 16,-26 43 0,18 26-16,33 42 15,9 26 1,43-1-16,42-25 0,43 0 31,43-8-31,34-43 16,42-42-1,52-43 1,51-34-16,0-43 16,-18-50-1,-24-35-15,-52-17 16,-34-25 0,-35-51-16,-59-25 15,-94-18 1,-76-34-16,-120-67 15,16 50 1</inkml:trace>
  <inkml:trace contextRef="#ctx0" brushRef="#br0" timeOffset="41918.78">21568 12323 0,'0'0'0,"-9"-9"0,1 1 16,-1-1 0,1 9-1,-1 0-15,1 0 16,8 0-1,-9-8-15,9-1 16,0 1-16,26-26 16,33-17-1,52-34 1,52-26-16,41 1 16,10-18-16,-1 9 15,26-25 1,-8-1-1,-27 26-15,1-9 16,-43 9 0,-17-8-16,-17 25 15,-25 25 1,-35 26-16,-34 9 16,-8 25-1,-18 0-15,1 0 16,-18 8-16,-16-8 15,-18 0 1,1 0 0,7 8-16,1 1 15,0 8 1,17 0-16,0 0 16,8 0-1,1 0-15,8 0 16,0 0-16,0 0 15,0 0 1,0 0 0,0 0-16,0 0 15,25-9 1,44-8 0,16 0-16,18 0 0,-18 0 15,-17 9 1,-25 8-1,-18 0-15,-7 0 0,-10 25 16,-34 52 0,-33 76-1,-35 17 1,17-25 0,26-43-16,34-17 15,17-43-15</inkml:trace>
  <inkml:trace contextRef="#ctx0" brushRef="#br0" timeOffset="50181.84">23975 10426 0,'0'0'0,"0"0"15,0 0 1,0 0 0,8 0-16,9 0 15,9 9-15,8-1 16,0-16-1,17-1-15,18-16 16,16-1 0,17-16-16,1-9 15,16-17-15,9-17 16,17-17 0,9 8-1,-17 18 1,33-18-16,1 9 15,-17-8 1,16 7-16,1 18 16,0 9-16,-1-1 15,18 9 1,-17 17 0,0 0-16,8 0 15,0 9 1,17 8-16,-8 0 15,-9 8-15,26 9 16,-17 0 0,-17 0-1,25 0-15,-8 9 16,-35-1-16,-8 9 16,18 9-1,-27 16 1,-25 9-16,0 0 15,17 9 1,9 16-16,-26-8 16,0 1-1,-18 24-15,27 9 0,8 0 16,-17 0 0,-9 9-1,-8 16 1,17 1-16,0-9 15,-25-8 1,-18 8-16,-8 8 16,-1 9-1,1 9 1,-17 16-16,-1 9 16,1 9-16,0 8 15,-9 0 1,-9-8-16,-16-9 15,0 0 1,-1 17-16,-16-8 16,-10-1-1,10 18-15,-9-17 16,0 8 0,0 8-16,8-16 15,9-1 1,0 10-16,0-10 0,9-16 31,8 16-31,0-8 16,0 9-16,-17 17 15,-9-35 1,9-16 0,-8 16-16,-9-16 15,8-26 1,-16 26-16,-1-9 15,-8-17 1,-9-17-16,-8-9 16,-26 18-1,9-18-15,-9-33 16,-8-9 0,-9-9-16,0-16 15,-8-9 1,-26-9-16,0-8 15,8-8 1,-8-18-16,-9-8 16,1-17-1,-1-8 1,26-9-16,-8-17 16,-1-9-1,1-25-15,8-17 16,9 17-16,-9-26 15,0-16 1,8-1 0,1-16-16,16-1 15,10-8-15,-27-9 16,-8-8 0,26 9-16,-9-9 15,9 0 1,-18-1-1,-25 1-15,9 0 16,-1 0-16,9 17 16,-34-17-1,0 8-15,17 26 16,-17-8 0,-17 25-16,0 16 15,-52 10 1,-16-1-16,-1 26 15,-16 26 1,-1 8-16,1 8 16,25 1-1,-17 8-15,17 8 16,-8-8 0,-1 0-1,18 0-15,-103-26 16</inkml:trace>
  <inkml:trace contextRef="#ctx0" brushRef="#br0" timeOffset="53680.09">19571 12459 0,'0'0'0,"0"0"15,8-8-15,43-18 16,26 1 0,17-10-16,0 1 15,-17 9 1,-26 16-16,-8 9 15,-18 0 1,-8 26-16,-17 51 16,-51 84-1,-51 69-15,-26-9 16,0-9 0,25-58-16,43-61 15,35-50 1,8-18-16,8-16 15,9-1 1,9-33 0,42-60-16,26-77 15,0 0 1,-9-16-16,-8 8 16,-18 42-1,-16 35-15,0 25 16,-18 17-1,1 17-15,-1 16 16,-8 1 0,0 17-16,0 0 15,17 26-15,0 59 16,17 68 0,1 0-1,-27-8-15,-25 8 16,-9-34-1,9-51-15,-8-26 16,-1-16-16,1-9 16,-1-17-1,-25-26 1,-26-33-16,-8-35 16,-1-25-1,-8-51-15,-51-127 16</inkml:trace>
  <inkml:trace contextRef="#ctx0" brushRef="#br0" timeOffset="55997.38">20979 13037 0,'0'0'0,"0"0"0,0 0 15,0 0-15,0 0 16,0 0-16,0 0 16,0 0-1,0 0 1,0 0 0,0 0-16,0 17 15,17 9 1,0 8-16,17 8 0,26 18 15,34 16 17,17 35-32,8 8 0,-16-17 15,8 0 1,8 0-16,1 17 16,-18-8-1,-8-26-15,8 0 16,-8-8-1,0 8 1,-9-9-16,-16 1 0,-18-26 31,-25-17-31,-9-9 16,-9-16-16,1-1 16,-1 1-1,-8-9 1,-8-9-16,-9-16 15,0-9 1,-1-17-16,18 0 0,0 17 16,0 8-1,0 9 1,0 0-16,0 9 16,0-1-1,0 9-15,0 0 16,0 0-1,0 0-15,0 0 16,0 9 0,18 16-1,16 18-15,8-1 16,-16 1 0,0-18-16,-18 1 15,1-18-15,-1 1 16,-51 16-16,-110 26 15,-137 26 1,-77 16 0</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2:50:32.335"/>
    </inkml:context>
    <inkml:brush xml:id="br0">
      <inkml:brushProperty name="width" value="0.05292" units="cm"/>
      <inkml:brushProperty name="height" value="0.05292" units="cm"/>
      <inkml:brushProperty name="color" value="#FF0000"/>
    </inkml:brush>
  </inkml:definitions>
  <inkml:trace contextRef="#ctx0" brushRef="#br0">21858 1777 0,'0'0'0,"0"0"15,0 0-15,9 17 16,-1 17 0,1 43-1,-1 25-15,-25 9 16,-9 25-16,-8 59 15,9-25 1,8-51 0,-9 1-16,0-10 15,-8-16 1,17-35-16,0-25 16,0-17-1,0-17-15,-9-34 16,9-51-16,0 9 15,9 33 1,8-42 0,-9 0-1,9 42-15,0 9 16,0 17-16,0 17 16,0 0-1,-8 9-15,-9 59 16,-9 77-1,0 16-15,26-67 16,17-26-16,9-9 16,17-8-1,16-17-15,35-34 16,43-42 0,59-60-1,86-94-15</inkml:trace>
  <inkml:trace contextRef="#ctx0" brushRef="#br0" timeOffset="18524.22">24453 2126 0,'0'0'0,"0"-8"16,0-1-1,0-16-15,0-1 16,0 9-16,0 0 0,-9 0 31,9 9-31,-8-1 0,8 9 16,-9 0 15,0 26-31,1 33 16,8 26-1,0 43-15,0 25 16,0-17-1,0-51-15,0-26 16,8-8-16,-8-8 0,9 0 31,0-18-15,-9-8-16,0-8 16,0-9-1</inkml:trace>
  <inkml:trace contextRef="#ctx0" brushRef="#br0" timeOffset="18783.5">24000 2883 0,'0'0'0,"0"17"16,17 51-16,17 34 15,9-34 1,-9-17 0,9-17-16,0 0 15,8-8 1,17-1-16,26-16 16,17-9-1,26-26-15,-1-33 16,-42-26-1,-51 42-15</inkml:trace>
  <inkml:trace contextRef="#ctx0" brushRef="#br0" timeOffset="91950.78">18717 15725 0,'0'0'0,"0"0"0,0 0 0,43-17 0,-9 8 15,17-8-15,9-17 16,0-17 0,-9 0-1,17 0 1,-8-8-16,0 8 16,-18 17-1,-16 17-15,0 0 16,-18 8-16,1 9 15,-1 0 1,1 26-16,-18 33 16,-8 26-1,-17 17-15,-9 43 16,1-9 0,7-26-16,18-33 15,9-26 1,-1-9-1,1-8-15,-1 1 16,9-18 0</inkml:trace>
  <inkml:trace contextRef="#ctx0" brushRef="#br0" timeOffset="92189.21">18529 16541 0,'0'0'0,"0"0"15,43 17 1,68 17-1,68-17-15,69-34 0,25-34 16,68-51 0</inkml:trace>
  <inkml:trace contextRef="#ctx0" brushRef="#br0" timeOffset="96213.52">21798 5383 0,'0'0'0,"0"0"0,0 0 0,0 0 16,0 0 0,0 0-1,0 0 1,-8 9-16,-1 16 16,-8 18-16,9 8 15,-1 8 1,9-16-1,-8-1-15,-1-16 32,9-1-32,0-16 0,0 8 0,9-8 31</inkml:trace>
  <inkml:trace contextRef="#ctx0" brushRef="#br0" timeOffset="96476.22">21380 5188 0,'0'0'0,"17"8"0,34 35 15,18 8 1,33 0 0,18-9-1,25-25-15,34-17 16,128-25-16</inkml:trace>
  <inkml:trace contextRef="#ctx0" brushRef="#br0" timeOffset="106196.27">5889 4082 0,'0'0'0,"0"0"0,-8 0 15,-1 0 1,1 0-1,-18 0-15,-8 9 16,-35 16 0,-7 35-1,-61 67-15,-34 77 16,26-8-16,51-9 16,43 43-1,34-60-15,77-26 16,85 35-1,-26-77 1,-25-59-16,69-26 0,7-51 16,-59-26-1,9-42 1,42-94-16,9-50 16,-43-9-1,-69-9-15,-67 0 16,-69 35-1,-77 50 1,-119 69 0,-145 101-16,17 60 15</inkml:trace>
  <inkml:trace contextRef="#ctx0" brushRef="#br0" timeOffset="110210.88">20168 15708 0,'0'0'0,"0"0"0,0 0 16,9 8 0,-1 1-1,9-9-15,0 0 16,17 8-16,9 1 16,17-9-1,17 0 1,-1 8-16,-7 1 0,-1 8 31,9 17-31,0 8 16,-18 9-1,-16 0-15,-17 9 0,-18-9 16,-25 8-16,-34 27 16,-17-1 15,-1-17-31,-16-17 15,17-26 1,-1-16-16,10-9 16,8-9-1,16 1-15,10-1 16,8 9 0,17 0-16,0 0 15,8 0 1,43-8-16,43 8 15,51 17 1,43 8-16,-17 1 16,-43-9-1,-68 0-15</inkml:trace>
  <inkml:trace contextRef="#ctx0" brushRef="#br0" timeOffset="112931.21">21807 6106 0,'0'0'0,"0"0"0,0 17 16,-9 34-16,1 43 15,-18 8 1,1 8 0,-27 9-16,1-16 15,17-27-15,8-16 16,9-9-16,9-34 31</inkml:trace>
  <inkml:trace contextRef="#ctx0" brushRef="#br0" timeOffset="113149.68">21397 5936 0,'0'0'0,"9"0"0,42 26 16,85-1-1,35-16-15,17-18 16,128 1-1</inkml:trace>
  <inkml:trace contextRef="#ctx0" brushRef="#br0" timeOffset="119626.54">22285 15793 0,'0'0'0,"0"0"0,0 0 15,0 0-15,0 0 16,-9 0 0,-8 17-16,-17 17 15,-26 25 1,9 9-16,0 0 16,17-8-16,0-9 31,-1-9-31,18-7 15,9-10-15,8 1 0,0-9 32,17 0-17,0-9-15,17 9 16,0 0 0,-8 0-16,-1 0 15,1 0-15,-9 17 16,0 17-1,-8 9 1,-1-1-16,-16-8 0,-1-8 16,-8-9-1,0-9 1,0-16 0,8-9-16,1 0 15</inkml:trace>
  <inkml:trace contextRef="#ctx0" brushRef="#br0" timeOffset="119834.55">22336 15912 0,'0'0'0,"0"0"0,8 8 0,18 18 31,34 8-15,25 17-16,43-9 16,0-16-16,-59-18 15</inkml:trace>
  <inkml:trace contextRef="#ctx0" brushRef="#br0" timeOffset="121039.14">21585 9338 0,'0'0'0,"0"0"0,0 0 16,0 0-1,0 0 1,0 17-1,0 0-15,-9 25 16,1 9 0,-18 26-16,1 17 15,-1-9 1,0-17-16,1-9 16,-1 1-16,9-9 15,0-26-15,0 1 31,8-9-31</inkml:trace>
  <inkml:trace contextRef="#ctx0" brushRef="#br0" timeOffset="121313.46">21295 9185 0,'0'0'0,"0"0"0,0 0 16,8 0 0,9 8-1,26 18-15,34 8 16,34 0-1,59-17-15,86-34 16,103-26 0</inkml:trace>
  <inkml:trace contextRef="#ctx0" brushRef="#br0" timeOffset="124117.51">24043 15954 0,'0'0'0,"0"0"0,0 0 16,0 0-1,-9 17 1,-25 9-16,-25 16 16,-18 18-1,0 8-15,0 0 16,9 0-16,8 0 16,26-17-1,17 0 1,0 0-16,17-8 15,17-1 1,8 9-16,18 9 16,8 8-1,9-9-15,-17 1 16,-9-1 0,-9-16-16,-16-18 15,0-8 1,-18 9-16,-25 8 15,-17-9-15,-18 1 16,1-17 0,8-9-16,-8-9 15,-9-17-15,18 1 16,7-9 0,18 0-16,26-17 15,33-17 1,61-26-16,76-50 31,26-9-15,-18 25-16,9 9 15,1 8-15,-35 1 16,-34-18 0,102-101-1</inkml:trace>
  <inkml:trace contextRef="#ctx0" brushRef="#br0" timeOffset="125283.03">21593 12374 0,'0'0'0,"0"0"15,0 0 1,0 0-16,0 0 15,0 0 1,0 0 0,-8 17-16,-9 34 15,-17 51-15,0 9 16,8-18 0,17-33-16,1-18 15,-1-16 1,1-1-16,8-16 15</inkml:trace>
  <inkml:trace contextRef="#ctx0" brushRef="#br0" timeOffset="125540.73">21286 12382 0,'0'0'0,"26"-8"16,42-9-16,111-9 15,52 1 1,-9 8-1,102 8 1</inkml:trace>
  <inkml:trace contextRef="#ctx0" brushRef="#br0" timeOffset="130825.71">25383 15963 0,'0'0'0,"0"0"15,0 0 1,0 0-16,17 0 16,26 0-16,25 0 15,9-9 1,17 9-1,8-8-15,0-1 16,-8 9-16,-8 9 16,-18-1-1,-17 1-15,-8 8 16,-18-9 0,-16 9-16,-9 43 15,-34 50 1,-60 52-16,-25 0 15,8-35 1,17-16 0,17-9-16,43-51 15</inkml:trace>
  <inkml:trace contextRef="#ctx0" brushRef="#br0" timeOffset="132634.31">21952 11370 0,'0'0'0,"0"0"0,0 0 15,0 0 1,0 0 0,0 0-16,0 17 15,8 0-15,-8 18 16,0-1-1,-8 17 1,-1 17-16,1 0 16,-18 0-1,1 0-15,8-17 16,-1-26 0,18-8-16,0-17 15,0 0-15</inkml:trace>
  <inkml:trace contextRef="#ctx0" brushRef="#br0" timeOffset="133111.18">21252 11387 0,'0'0'0,"0"0"15,9-8 1,8-1-16,8 1 15,9-1 1,26-8-16,8 0 16,52-8-1,16 8-15,1-9 16,42 1 0,18-9-16,101-26 0</inkml:trace>
  <inkml:trace contextRef="#ctx0" brushRef="#br0" timeOffset="157512.69">24248 12365 0,'0'0'0,"0"0"15,0 0 1,0 0-16,0 0 16,0 0-16,0 0 15,0 0 1,0 0-16,-9 26 15,-16 25 1,-18 51 0,-8 26-16,17-26 15,-1-26 1,18-25-16,0-25 16,9-18-16,8 1 15,0-9 1</inkml:trace>
  <inkml:trace contextRef="#ctx0" brushRef="#br0" timeOffset="157795.51">23719 12442 0,'0'0'0,"0"0"15,0 0-15,8 0 32,43 9-32,77-9 15,120-26-15,59-25 16,0-9-16,1-16 15,42-18 1</inkml:trace>
  <inkml:trace contextRef="#ctx0" brushRef="#br0" timeOffset="158688.66">25502 15538 0,'0'0'0,"0"0"0,0 0 16,0 0-1,0 0-15,0 0 16,0 0 0,0 0-16,9 0 15,17 17 1,25 0-16,9 17 15,8 17 1,0 8-16,0 35 16,-8 42-1,0 34-15,-17 0 16,-1 9 0,-16-18-16,-1-16 15,10-18-15,-10-33 16,9-18-1,17-16 1,35-9-16,-26-25 16</inkml:trace>
  <inkml:trace contextRef="#ctx0" brushRef="#br0" timeOffset="158965.82">26638 15878 0,'0'0'0,"-9"0"16,-34 8-1,-33 18 1,-78 25-16,-42 34 15,25 25-15,-42 35 16,8-17 0,68-1-16,18 9 15,59-76 1</inkml:trace>
  <inkml:trace contextRef="#ctx0" brushRef="#br0" timeOffset="168939.53">24504 11387 0,'0'0'15,"0"0"-15,0 0 16,0 0-1,0 0 1,0 0-16,0 0 16,0 0-1,0 0-15,0 0 16,-9 9-16,1 8 16,-9 34-1,-9 43-15,-8 16 16,0-25-16,8-25 15,9-1 1,0-25-16,17-17 16</inkml:trace>
  <inkml:trace contextRef="#ctx0" brushRef="#br0" timeOffset="169206.26">23949 11379 0,'0'0'0,"34"0"15,77 8 1,77-16-16,42-9 16,103 8-1</inkml:trace>
  <inkml:trace contextRef="#ctx0" brushRef="#br0" timeOffset="174400.16">23574 16235 0,'0'0'0,"0"0"0,0 17 16,8-8-16,-8 8 31,9 0-31,-9 0 0,0 25 16,17 18-1,0 8 1,25 17-16,18 0 16,34 17-16,0 0 15,8-9 1,1 9 0,-1-17-16,-16-16 15,-27-27 1,-42-25-16</inkml:trace>
  <inkml:trace contextRef="#ctx0" brushRef="#br0" timeOffset="174697.81">24342 16175 0,'0'0'0,"0"0"16,-17-8-16,-18 8 15,-58 17 1,-53 34 0,-7 34-16,-26 60 15,-1 33-15,18 1 16,43-18-1,8-42 1,60-67-16</inkml:trace>
  <inkml:trace contextRef="#ctx0" brushRef="#br0" timeOffset="178195.66">24418 9465 0,'0'0'0,"-8"9"0,-9 33 16,0 18-1,0-9-15,8-25 16,1-1-1,8 1 1,0-1-16,0 1 16,8-18-1</inkml:trace>
  <inkml:trace contextRef="#ctx0" brushRef="#br0" timeOffset="178551.67">24154 9329 0,'0'0'0,"0"0"16,0 9-16,17 16 16,17 18-1,26-1 1,34-8-16,42-17 15,78-59 1,127-52-16</inkml:trace>
  <inkml:trace contextRef="#ctx0" brushRef="#br0" timeOffset="179149.1">21687 15699 0,'0'0'0,"0"0"15,0 0-15,0 0 16,0 0-1,17 17 1,35 43-16,50 59 16,52 17-1,-18-34 1,26 34-16,26 43 16,-43-35-1,-51-42-15,-26 43 16,60 135-1</inkml:trace>
  <inkml:trace contextRef="#ctx0" brushRef="#br0" timeOffset="179431.44">22498 15988 0,'-8'0'0,"-86"60"16,-111 84-1,-26 52 1,18-9-1,-9 9-15,51 8 16,1 77 0</inkml:trace>
  <inkml:trace contextRef="#ctx0" brushRef="#br0" timeOffset="183236.28">24487 6225 0,'0'0'0,"0"0"16,0 26-16,-9 16 16,-16 35-1,-1 8-15,0 8 16,-8 18-1,0 8-15,0-17 16,17-25 0,0-43-16,8-17 15,1-9 1,8 1-16</inkml:trace>
  <inkml:trace contextRef="#ctx0" brushRef="#br0" timeOffset="183453.67">24111 6072 0,'0'0'0,"17"17"0,69 43 15,76 33 1,43 1-1,17-35-15,8-25 16,0-17-16,9 9 16,69 50-1</inkml:trace>
  <inkml:trace contextRef="#ctx0" brushRef="#br0" timeOffset="184088.54">20424 15691 0,'0'0'0,"0"0"16,0 0-1,0 0 1,0 0-1,0 0-15,0 0 16,0 0 0,0 0-1,0 0-15,0 0 16,34 42 0,43 43-16,17 43 0,8-9 31,9 8-31,9 35 15,-18-17 1,-42-60-16,-17-26 16,-18-16-16,-8-26 15,-8-9-15</inkml:trace>
  <inkml:trace contextRef="#ctx0" brushRef="#br0" timeOffset="184310.74">20919 15912 0,'-17'8'0,"-68"77"0,-52 51 15,18 26-15,-1 0 31,1-1-15,16-42-16,78-76 16</inkml:trace>
  <inkml:trace contextRef="#ctx0" brushRef="#br0" timeOffset="188436.26">2193 7637 0,'0'0'0,"0"0"0,26-8 15,42-1 1,9 9-16,17 0 15,8-9 1,27 1-16,-1-1 16,8-16-1,18-1-15,-26 9 16,-26 9 0,-34-9-16,-33 8 15,-10 1-15,-16 8 16,-1 0-1,-8 0 1,-34 0-16,-60 17 16,-25 17-1,-78 17-15,-24 26 16,7 8 0,18 17-16,42-17 15,35-17 1,50-26-16,27-16 15,25-18 1,0 1-16,0-1 16,8 1-1,9-1-15,9-8 16,42 0-16,94-8 16,26-1-1,25-16 1,-25 8-16,-60 8 15,-26 1 1,-34-1-16,-25 9 16,-1 0-1,-16 0-15,-1 0 16,-8 0-16,-8 0 16,-69 51-1,-85 43-15,8-1 16,-25 1-1,25-1 1,35-8-16,25-8 16,51-34-1,18-18-15,8-16 16,17-1 0,0 1-16,8-9 15,26-9-15,60-8 16,17 0-1,-17 0-15,-17 0 16,-9 17 0,-25 0-16,-18 0 15,-8 0 1,-8 0 0,0 9-16,-9 50 15,-43 77-15,-25 51 16,-52 94-1</inkml:trace>
  <inkml:trace contextRef="#ctx0" brushRef="#br0" timeOffset="191342.88">2492 7424 0,'0'0'0,"-8"0"16,-18 9-16,9-9 15,0 0-15,8 0 16,1 0-1,-1 0 1,-16 0-16,-1 0 16,1 0-1,-1 0-15,-8 8 16,-9 9 0,-8 26-16,-26 33 15,-17 44-15,9 24 16,-9 43-1,9 17 1,25 17-16,17 1 16,18-10-1,8 9-15,17-17 16,0-8 0,17-43-16,8-8 15,35-9-15,17-17 16,17-17-1,8 0-15,18-26 16,16-16 0,9-18-1,9-25-15,17-17 16,8-17 0,-43-8-16,1-26 15,-18-9 1,-42 26-16,-26 9 15,-16 8 1,-10 0-16,-16 8 16,-1 9-16,-16 0 15,8 0 1</inkml:trace>
  <inkml:trace contextRef="#ctx0" brushRef="#br0" timeOffset="191625.91">2919 10299 0,'0'0'16,"0"0"-16,0 0 15,0 0 1,0 0-16,0 0 16,17-9-1,17 1-15,43-26 16,34-9 0,25-8-1,-7 0-15,-19 9 16,-24 8-16,-35 17 15,-17 0 1,-8 8-16,-18 9 16,1 0-1,-18 60-15,-50 152 16,-44 78 0,35-27-16,-9 60 15</inkml:trace>
  <inkml:trace contextRef="#ctx0" brushRef="#br0" timeOffset="195237.61">21500 7093 0,'0'0'0,"0"0"15,0 0-15,-9 8 16,0 18 0,-8 33-1,-8 43-15,-18 17 16,0-17-16,1 9 15,25 8 1,0 0-16,0-25 16,8-43-1,9-17 1,0-9-16,0-16 16</inkml:trace>
  <inkml:trace contextRef="#ctx0" brushRef="#br0" timeOffset="195555.13">21064 7033 0,'0'0'0,"0"0"16,0 0 0,34 17-1,60 17-15,51 0 16,18-8-1,-1-9-15,17-17 16,137-26 0</inkml:trace>
  <inkml:trace contextRef="#ctx0" brushRef="#br0" timeOffset="196663.66">27244 15478 0,'0'0'0,"0"0"0,0 0 16,0 0 0,0 0-16,0 0 31,25 9-31,9-1 15,0 1-15,18 8 0,16 8 16,-8 9 0,-1 0-1,-16 17 1,0 9-16,-1 8 16,-16-9-1,0 1-15,-18-18 0,-8-8 31,-8 9-31,-18-9 16,-8-9-16,0 1 16,17-9-1,0-9 1,0 1 0,17-1-16,0-8 15,0 0-15,8 0 16,9 9-1,0-1-15,17 9 16,9 18 0,8 33-1,-17 34-15,-25 17 16,-26-9-16,-26 1 16,-34-1-1,-42-25-15,-9-34 16,-26-68-16,-144-68 31</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2:54:57.561"/>
    </inkml:context>
    <inkml:brush xml:id="br0">
      <inkml:brushProperty name="width" value="0.05292" units="cm"/>
      <inkml:brushProperty name="height" value="0.05292" units="cm"/>
      <inkml:brushProperty name="color" value="#FF0000"/>
    </inkml:brush>
  </inkml:definitions>
  <inkml:trace contextRef="#ctx0" brushRef="#br0">17505 5273 0,'0'0'0,"0"0"0,0 0 15,0 0 1,0 0 0,0 0-16,0 17 15,-8 25 1,-9 69-1,-9 76-15,-17 51 0,1 26 32,-1 16-32,0 10 15,1-35-15,-1-34 16,9-34-16,0-51 31,-1-26-15,10-33-16,-1-26 15,9-25-15,0-9 0,0-17 16,9-17 0,8 8-16</inkml:trace>
  <inkml:trace contextRef="#ctx0" brushRef="#br0" timeOffset="209.97">16831 7594 0,'0'0'0,"0"0"15,0 0 1,0 9-16,8 17 16,10 16-1,-1 35-15,17 16 16,-9 1 0,1-18-16,0-16 15,-1-18 1,18-16-16,34-1 15,76-42-15,103-59 16,103-52 0</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2:57:16.331"/>
    </inkml:context>
    <inkml:brush xml:id="br0">
      <inkml:brushProperty name="width" value="0.05292" units="cm"/>
      <inkml:brushProperty name="height" value="0.05292" units="cm"/>
      <inkml:brushProperty name="color" value="#FF0000"/>
    </inkml:brush>
  </inkml:definitions>
  <inkml:trace contextRef="#ctx0" brushRef="#br0">24564 9457 0,'0'0'0,"0"0"16,0 0-16,0 0 0,0 0 15,8 8 1,-8 9 0,-17 17-1,-26 43-15,-42 34 16,-17 16-1,-35 18-15,-8 8 16,25-17 0,18-26-16,34-33 15,42-34 1,9-18-16,0-8 16,17-8-1,0-18-15,0-25 16,0-9-1,0 1-15,-9 8 16,1 0 0,-18 0-16,-8 0 15,0 17 1,-17 25-16,-17 18 16,-9 16-1,17 1-15,17-1 16,26-8-1,9 1-15,16-1 16,26-9 0,52-8-16,93-25 15,26-26 1,-17-9-16,8-8 16,103-51-1</inkml:trace>
  <inkml:trace contextRef="#ctx0" brushRef="#br0" timeOffset="3685.58">28703 9508 0,'0'0'0,"0"0"16,-9 8-1,1 44-15,-1 50 16,-16 42 0,-18 26-16,-8 9 15,0-26 1,17-26-16,-1-24 16,1-1-1,0-17-15,0-17 16,17-34-1,17-17-15</inkml:trace>
  <inkml:trace contextRef="#ctx0" brushRef="#br0" timeOffset="3984.75">28191 10648 0,'0'0'0,"0"0"15,-9 0 1,1 0-16,-9 17 16,-9 8-16,-16 43 15,7 26 1,27 16-16,16 18 16,27-26-1,16-34 1,0-17-16,0-9 15,17-16-15,26-18 16,43-42 0,16-51-16,-16-68 15,68-110 1</inkml:trace>
  <inkml:trace contextRef="#ctx0" brushRef="#br0" timeOffset="17722.34">28771 9372 0,'0'0'0,"0"0"0,0 0 16,-8 0 0,8 8-16,-9-8 15,9 9 1,-8-9 0,-1 0-16,1 25 15,-9 26 1,-9 26-16,0 17 15,1 8 1,-26 59-16,-26 18 16,0-35-16,26-25 15,17-25-15,-1 0 32,1-18-32,9-16 15,8-18 1,0 1-16,-1-18 15,10-8 1,8-8-16,0-1 16,0-8-16,0 0 15</inkml:trace>
  <inkml:trace contextRef="#ctx0" brushRef="#br0" timeOffset="17993.66">28182 10350 0,'0'0'0,"0"0"0,0 0 15,0 0-15,0 0 16,-8 17-16,-18 34 31,1 26-31,-1 8 16,9-9 0,0-25-16,17-8 15,0-1 1,0 1-16,17-1 15,9 1 1,8-18 0,43-8-16,51-34 0,34-25 31,8-18-31,1-33 0,111-69 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2:57:44.994"/>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definitions>
  <inkml:trace contextRef="#ctx0" brushRef="#br0">18802 15776 0,'0'0'0,"0"0"15,0 0 1,0 0-16,0 0 16,0 0-1,0 0-15,9 0 31,8-9-31,0 1 16,9-9 0,-1 0-16,1 0 15,0 0-15,-18 8 16,1 1 0,-1 8-1,-8 0-15,0 0 0,9 25 16,-1 26-1,-16 68-15,-1 17 32,1 0-32,-9 18 15,0-18-15,8-34 16,9-43-16,0-16 31,9-18-31,-1-16 16,-8-1-1</inkml:trace>
  <inkml:trace contextRef="#ctx0" brushRef="#br0" timeOffset="300.95">18666 16711 0,'0'0'0,"0"0"16,0 0-16,0 0 16,0 0-1,0 0-15,17 17 16,17-8-1,34-1-15,52-8 16,34-17 0,42-17-16,-25 0 15,-103 17 1</inkml:trace>
  <inkml:trace contextRef="#ctx0" brushRef="#br0" timeOffset="1190.98">21662 4950 0,'0'0'0,"0"0"0,0 0 15,-9 0 1,1 8 0,-1 9-16,1 9 15,-10 8-15,-7 17 16,-1 8-1,-8 18 1,0 16-16,8 1 16,-8-18-1,-8 1-15,-10-1 16,35-33-16</inkml:trace>
  <inkml:trace contextRef="#ctx0" brushRef="#br0" timeOffset="1483.24">21269 4933 0,'0'0'0,"17"-9"0,9 1 16,16-9-1,10 0 1,24 8 0,52 9-16,35 9 15,118 25 1</inkml:trace>
  <inkml:trace contextRef="#ctx0" brushRef="#br0" timeOffset="4937.41">20339 15699 0,'0'0'0,"0"0"16,17-8-16,0 8 16,9 0-1,-1 0-15,1 0 16,-9 17-1,17 8-15,0 35 16,-8 42 0,-18 25-16,-8 1 15,-17 17 1,-17-1-16,-17-25 16,8-34-1,0-34 1,9-8-16,17-18 15,0-16 1,0-1-16,17-8 16,0-8-1,0-18-15,0 1 16,17-18-16,9 1 16,8 8-1,0 17-15,9 17 16,25 25-1,17 18-15,9 25 16,-8 0 0,-10-9-1,18-16-15,-42-26 16</inkml:trace>
  <inkml:trace contextRef="#ctx0" brushRef="#br0" timeOffset="5797.08">21551 6234 0,'0'0'0,"0"0"0,0 25 16,-9 18 0,9 42-16,0 25 15,-8-8 1,-1-8-1,1-17-15,-1-9 16,9-9-16,-8-16 16,-1-18-1,9-8-15</inkml:trace>
  <inkml:trace contextRef="#ctx0" brushRef="#br0" timeOffset="6143.43">21201 6225 0,'0'0'0,"0"0"16,0 0-16,0 0 31,0 0-31,17 9 16,8-1-1,18 9-15,43 0 16,110 0-1,51 9-15,-42-9 16,111 25-16</inkml:trace>
  <inkml:trace contextRef="#ctx0" brushRef="#br0" timeOffset="10924.95">21935 15665 0,'0'0'0,"0"0"15,0 0-15,0 0 16,0 9-1,-9 25-15,-8 34 16,-17 8 0,-9 9-16,9 0 15,9-25 1,8-18 0,0-16-16,17-1 15,0 1-15,0-9 16,17 0-1,8 0-15,9 0 16,0 0 0,1 0-1,7 9-15,-8-9 16,1 17-16,-10 0 16,1 25-1,-18 18 1,-8-1-16,-17 1 15,-8-1 1,-18-16-16,0-26 16,18-17-16,16-17 15</inkml:trace>
  <inkml:trace contextRef="#ctx0" brushRef="#br0" timeOffset="11191.65">21875 15733 0,'0'0'0,"9"0"15,25 0 1,34 0-16,34-8 16,18-1-1,-1-16-15,61 16 16,153 9-16</inkml:trace>
  <inkml:trace contextRef="#ctx0" brushRef="#br0" timeOffset="12449.65">21542 9278 0,'0'0'0,"0"0"16,0 0-1,0 0 1,0 0 0,0 9-16,0-1 15,0-8-15,0 17 16,-8 0-16,-1 17 16,1 0-16,-9 17 15,-1 0 16,1-8-31,9 0 16,8-1-16,0-8 16,0-8-1,0-9-15,0-9 16,0-8 0</inkml:trace>
  <inkml:trace contextRef="#ctx0" brushRef="#br0" timeOffset="12710.64">21081 9363 0,'0'0'0,"0"0"16,0 0-16,43 0 15,34 0 1,25 9-16,43-1 16,35-8-16,135-8 15</inkml:trace>
  <inkml:trace contextRef="#ctx0" brushRef="#br0" timeOffset="15869.18">24188 15767 0,'0'0'0,"-8"0"15,-10 17-15,-16 9 16,-17 8-1,-17 0 1,-9 0-16,-8 17 16,-9 8-16,8 1 15,-16 8 1,8-17-16,26 0 16,8 0-1,9-8 1,17-18-16,17 1 15,0-1 1,17 9 0,17 0-16,34 0 15,26 9 1,17 8-16,8-9 16,0 1-16,-16-18 15,-35 1 1,-8 8-16,-1 17 15,1-9 1,-17-8-16,-18-8 16,1-9-1,-18 0-15,-8 0 16,-34-9 0,-35-8-16,-24-42 15,24-18 1,35 18-16,17-9 15,0-17-15,8-17 16,18-26 0,42 9-16,25 17 15,61 9 1,-1-1 0,18-8-1,59-17-15,-34 8 16,-110 52-1</inkml:trace>
  <inkml:trace contextRef="#ctx0" brushRef="#br0" timeOffset="17131.74">21713 12459 0,'0'0'0,"0"0"15,-9 0-15,9 0 16,0 0-1,0 0-15,-8 0 16,-1 9 0,-16 16-16,-1 35 15,-8 16 1,0 1-16,17-9 16,0-9-16,8-16 15,1-18 1,-9 1-1,8-18-15</inkml:trace>
  <inkml:trace contextRef="#ctx0" brushRef="#br0" timeOffset="17403.68">21278 12382 0,'0'0'0,"0"0"0,8 0 15,35 0 1,51 9-1,42 0 1,26-18-16,60-8 16,128-9-1</inkml:trace>
  <inkml:trace contextRef="#ctx0" brushRef="#br0" timeOffset="20924.08">25050 16039 0,'0'0'0,"0"0"0,17 0 16,0 0-16,9 0 16,8 0-1,0 0 1,0 9 0,17 8-16,9 0 15,17 0 1,8 0-16,-16-9 0,-18 1 15,-8 8 1,-9 0 0,-9 0-16,1 0 15,-18 0 1,1 0 0,-18 9-16,-25 25 0,-25 17 15,-18 8 1,8-16-1,10-9 1,7-9-16,10-8 16,8-8-1,17-18-15</inkml:trace>
  <inkml:trace contextRef="#ctx0" brushRef="#br0" timeOffset="21751.6">21687 11464 0,'0'0'0,"0"0"0,0 0 0,0 0 15,0 0 1,0 0-1,-8 9 1,-1 8-16,-8 25 16,-8 35-16,-10 8 15,10-9 1,8-8 0,0-25-16,8-1 15,1-16-15,8-9 16,0-9-16</inkml:trace>
  <inkml:trace contextRef="#ctx0" brushRef="#br0" timeOffset="22025.02">21372 11387 0,'0'0'0,"0"0"16,0 0 0,0 0-16,0 0 15,25 17 1,18 0-16,51 1 15,68-18 1,145-9 0</inkml:trace>
  <inkml:trace contextRef="#ctx0" brushRef="#br0" timeOffset="34743.58">5505 4541 0,'0'0'0,"0"0"0,0-8 16,-8-9-1,8-26-15,-9 1 16,-8-1 0,0 9-16,0 17 15,0 0 1,0 0-16,0 9 16,-9 8-16,0 8 15,-8 18 1,0 8-1,0 17-15,0 25 16,0 9 0,17 9-1,8 25-15,9 26 16,9 8 0,8 0-16,17 0 0,0 8 15,9 1 1,-1-9-1,1-8-15,17-9 16,25 17 0,-8-9-1,8-8-15,1 1 16,-10 7 0,18-8-16,17-8 0,-8-9 31,-9-9-31,-1 9 15,35 17 1,9-16-16,-26-18 0,0 8 31,-9 9-31,26-8 16,9-18 0,-35-8-16,1-17 15,25 9-15,8-9 16,-33 0-1,-1 9-15,-16-18 0,-1 1 16,26 8 15,-9 0-31,-8 0 16,0 17 0,0-9-16,25 9 15,1-17 1,-26-8-16,0-18 15,-9 1 1,17 0-16,9-9 16,-34-17-1,-9-9-15,9 1 16,-8-1 0,-10-8-16,10-8 15,7-1 1,1-8-16,-17-8 15,0-18 1,-1-8-16,-16-26 16,-9-8-1,-17 17-15,-8-8 16,-18-9 0,-16-26-16,-9-25 15,-35-17 1,-25 0-16,18-26 15,-10-8 1,1 34-16,0-25 16,-35-18-1,1 34-15,-1-8 16,-16-25 0,-18 16-16,-25-25 15,25 25 1,-34 9-16,-34-17 15,0 17 1,18 26-16,7-10 16,-50-33-1,16 26-15,-25-1 16,-17-16 0,0-1-16,-26 17 15,-51-25 1,-8 17-16</inkml:trace>
  <inkml:trace contextRef="#ctx0" brushRef="#br1" timeOffset="46434.11">20407 15189 0,'0'0'0,"0"0"15,0 17 1,-8 17-16,-1 17 16,-17 26-1,-8 16-15,-8 18 16,-1 33 0,9 18-1,8-35-15,1 1 16,-1 34-16,-17-9 15,9-26 1,0-8 0,0 0-16,8-17 15,9-34 1,9-8-16,-1-18 16,9 1-1,0-17-15,0-1 16,0 1-1,0-9-15,0 0 16,0-9 0,0 1-16,0-1 15,0-8 1,0 9-16,0-9 16,0 8-1,0 1-15,9-1 16,8 9-16,17 0 15,17 0 1,26 17 0,25-8-16,18-1 15,8 1-15,25-1 16,10 1 0,-1-18-1,34 1-15,9-1 16,-17 1-1,34-1-15,-1 1 16,-7-9 0,-1 8-16,-8-8 15,26 0 1,16 0-16,9 0 16,0 9-16,9-9 15,-9 8 1,-9 9-1,-16 0-15,-9 0 16,8-8 0,1-1-16,7 1 15,-24-9 1,-1 0-16,-8-9 16,0 1-1,0 8-15,-26 0 16,-25 0-16,-18 8 15,-33 1 1,-27-1 0,-24 1-16,-27-9 15,1 0 1,-18 0-16,1 0 16,-1 0-16,-8-9 15,-8-8 1,-1-17-1,1-25-15,-9-35 16,8-33 0,9-9-16,9-26 15,8-8 1,8-9-16,18-16 16,-9 16-1,0 34-15,-8 9 16,0 0-1,-18 26-15,1 16 16,-1 26 0,-16 9-16,-1 8 15,1 8 1,-9 9-16,-9 0 16,-8 9-1,-26-1-15,-17 9 16,-17 0-1,-8 9-15,-52-1 16,-16 1 0,-10-1-16,-42-16 15,-25-1 1,-35-8-16,-16-17 16,-44-9-1,-119 1-15,-34 8 16,-34 8-1,-26 9-15,-17 9 16,-76-1 0,-44 26-16,-67 17 15,324 0 1</inkml:trace>
  <inkml:trace contextRef="#ctx0" brushRef="#br1" timeOffset="51921.01">25246 16754 0,'0'0'0,"9"8"0,-1 1 15,1-1 1,0 1-16,-9-1 16,0-8-1,0 0-15,0 0 16,0 9 0,0-9-16,0 8 15,0 9 1,0 0-16,0 17 15,-9 0 1,0 17-16,-8 9 16,-8-1-1,-1 1-15,-17 0 16,-16-1 0,-1 1-16,-8-1 15,-9 1 1,0 8-16,-8-9 15,-9-8 1,0-8-16,9-1 16,-9 1-16,0-1 15,-17-8 1,-17 9 0,17-9-16,-9 0 15,-16-9 1,-1 1-16,18-9 15,8-9-15,-17 1 16,-17-1 0,-9-8-1,18 0-15,-35 0 16,0 0 0,26 9-16,-9-9 15,1-9 1,-1 1-16,9-18 15,-17 1-15,8 8 16,35 0 0,8-9-1,8 1 1,1-9-16,17 0 16,25 0-1,9 8-15,17 9 16,8 0-16,9 0 15,0 9 1,8-1-16,1 9 16,-1 0-1,9 0 1,-8 0-16,-1 17 16,1 9-16,-9 16 15,8 1-15,0-9 31,1-9-31,-1 1 16,1-1 0,8-16-16,-9-1 15,1 1 1,-1-1-16,1-16 0,-18-9 31,1-26-31,-10-16 16,10-18-1,8-8-15,0 9 16,17 16-16,0 9 16,8 17-1,1 17 1,-1 0-16,1 17 16,8 0-1,17 9-15,9 8 0,42 17 31,43 0-31,26-17 16,144-17 0</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3:01:16.350"/>
    </inkml:context>
    <inkml:brush xml:id="br0">
      <inkml:brushProperty name="width" value="0.05292" units="cm"/>
      <inkml:brushProperty name="height" value="0.05292" units="cm"/>
      <inkml:brushProperty name="color" value="#0070C0"/>
    </inkml:brush>
  </inkml:definitions>
  <inkml:trace contextRef="#ctx0" brushRef="#br0">13016 4014 0,'0'0'0,"0"0"0,-9 0 32,1 0-32,-18 9 0,-25 8 15,-26 0 16,0 8-31,18 9 16,-35 26 0,-34-1-16,-9 1 15,26-1 1,26 9-16,-18 26 16,-16 8-16,25-9 15,9-7 1,-1 16-1,27 0-15,24 17 16,1 8 0,17-8-16,43 26 15,59 8 1,52-25-16,-1-43 16,26-34-1,43-26-15,-51-25 16,-9-34-1,60-42-15,-52-18 16,-42-25 0,0-34-16,-17-51 15,-17-17 1,-43 17-16,-42-1 16,-61 1-1,-144-17-15,-86-8 16</inkml:trace>
  <inkml:trace contextRef="#ctx0" brushRef="#br0" timeOffset="21606.94">2031 2755 0,'0'0'0,"0"0"15,0 0 1,0 0-16,0 0 15,0 0-15,0 0 16,-8 17 0,-18 26-1,-8 42-15,0 17 16,-9 34 0,-17 26-16,9 8 15,0-9 1,25-33-16,18-43 15,8-8 1,26-9-16,8 0 16,25-17-1,27-9-15,67-16 16,44-9 0,25-34-16,25-9 15,18-16 1,42-9-16,26-9 15,-9 1 1,43-18-16,34 9 16,-17 17-16,26 0 15,42 25 1,-25 1 0,25-1-16,9 18 15,-34 8 1,-26 8-16,-17 18 15,-34-9-15,-8 8 16,8 1 0,-69 8-1,-67 8-15,-18-7 16,-51-10 0,-68-8-16,-26-8 15,-25-1 1,-1-8-16,1-8 15,-1-18 1,10-17-16,-1-25 16,0-34-16,0-42 15,-8-9 1,8 17 0,17-34-16,51-128 15</inkml:trace>
  <inkml:trace contextRef="#ctx0" brushRef="#br0" timeOffset="25504.54">10959 5996 0,'0'0'0,"0"0"15,-9-9 1,-8 1-16,-17-9 16,-9 0-1,-16 0-15,-18 0 16,-26 0-16,-25 8 16,-25 9-1,-18 17-15,-25 17 31,-26 43-31,17 16 16,17 18 0,1 16-16,24 9 0,61-17 31,42 1-31,18 7 16,16 9-16,34 0 15,44 26 1,76-1-1,17-25-15,102-8 16,1-34 0,-26-69-16,42-25 15,-50-34-15,-1-42 16,-17-27 0,-51-24-1,9-52-15,-17-33 16,-26-18-16,-35-25 15,-59-26-15,-59 9 32,-78-25-32,-102-1 15,-145 17 1,-162 26-16,-188 93 16,-136 111-1,426 68-15</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3:04:47.340"/>
    </inkml:context>
    <inkml:brush xml:id="br0">
      <inkml:brushProperty name="width" value="0.05292" units="cm"/>
      <inkml:brushProperty name="height" value="0.05292" units="cm"/>
      <inkml:brushProperty name="color" value="#0070C0"/>
    </inkml:brush>
  </inkml:definitions>
  <inkml:trace contextRef="#ctx0" brushRef="#br0">9901 4439 0,'0'0'0,"0"0"15,0 0 1,0 0-16,0 0 15,0 0 1,0 0-16,-9 0 16,-25-8-1,-26 8-15,-51 17 16,-17 8 0,9 35-16,-44 33 15,-24 9 1,50-8-16,52 8 15,-9 17 1,17-8-16,34-9 16,43-9-16,35 1 15,41 16 1,104 9 0,59-33-16,51-44 15,-17-42-15,-17-25 16,-51-26-1,-43-26-15,17-42 32,-59 0-32,-52 0 15,-51-51-15,-111-26 16,-264-25 0,-197 59-16,145 120 15</inkml:trace>
  <inkml:trace contextRef="#ctx0" brushRef="#br0" timeOffset="3633.44">6580 7110 0,'0'0'0,"-17"0"0,-17 8 16,-17 1 0,-9-1-16,1 1 15,-10 8 1,18-9-16,8 1 15,1-1 1,-10 1-16,1 8 16,0 0-1,0 0-15,8 0 16,1 0 0,-1 0-16,9 0 15,0 0 1,-1-9-16,1 9 15,-8 0 1,-1 17-16,0 17 0,1 9 16,7-1-1,18-16 1,9-9 0,-1 0-16,9-8 0,0-1 31,9 9-31,8 0 15,9 9 1,8-1-16,0 1 16,8-1-1,10-8-15,16 0 16,-8 0 0,17-8-1,25-9-15,9 0 16,0 8-16,0-8 0,-9 0 15,18-8 1,8 8-16,-9-9 16,1 9-1,25-8-15,0-1 32,-9 1-32,-8-9 0,26 0 15,-9 0 1,-17 0-1,9-9 1,16 1-16,-7-1 16,-1 1-1,0-18-15,8-8 16,1 9-16,17-1 16,-9 1-1,-17-1 1,-9 1-16,1-1 15,-17 9 1,-27-8-16,-7 8 16,-18 0-1,-17 0-15,-8 0 0,-17 0 32,-1 0-17,-8 0-15,-8 0 16,-1-9-16,-8-16 15,-17-1 1,-17-16-16,-17-1 0,-35 0 31,-16 9-15,0 9-16,-9 8 16,-26-9-1,-8 18-15,0-1 16,-60-8-16,-8 9 15,8-1 1,-51 1 0,-26-1-16,-25 18 15,-43 16-15,9 9 16,-26 17 0,-60 17-16,-17 34 15,51 0 1</inkml:trace>
  <inkml:trace contextRef="#ctx0" brushRef="#br0" timeOffset="25010.47">6930 5485 0,'0'0'16,"0"0"-16,0 0 15,0 0 1,-8 0-16,-1 17 16,-8 0-16,-8 17 15,8 9 1,-9 8-1,9 8-15,0 1 16,17 8 0,0 17-1,0 0-15,0 0 16,0-8-16,0-18 16,8-8-1,1-8-15,-1-9 16,9 0-1,18 0 1,24-9-16,27 1 16,25-18-1,17-16-15,25-26 16,9-17-16,-16 8 16,7-16-1,1 8-15,8 17 16,17 0-1,-17 17-15,1 8 16,-10 9 0,-25 0-1,-25 17-15,-27 0 16,-33 0-16,-9-8 16,-8-1-1,-9 1-15,0-1 16,-8 1-16,-1-9 15,-8 0 1,0-9-16,-8-16 16,-1-52-1,0-25-15,-8-17 16,9 9 0,-1-1-1,-8 17 1,9 26-16,-1 26 15,1 8 1,-18 0-16,-25 0 0,-86 8 16,-76 9-1,-69 34 1,-51 26-16,-59 50 16,-1 1-1</inkml:trace>
  <inkml:trace contextRef="#ctx0" brushRef="#br0" timeOffset="27089.48">7417 8130 0,'0'0'0,"0"9"16,0 25-1,-9 25 1,1 18-16,-1 8 16,1 25-1,-9 10-15,0-18 16,0-9-16,-1-16 15,18-9 1,0-17 0,18-9-16,-1-16 15,17-1 1,25-8-16,27-8 0,16-18 16,1-8-1,16 0 1,9-8-1,9 8-15,-18 0 16,9 0 0,9 17-16,-1 8 15,1 1 1,-9-1-16,-17 1 16,-9-1-16,-25 1 15,-17-1-15,-17 1 16,-18-9-1,1 0 1,-9-9 0,0-8-16,0-17 15,9-34 1,-1-34-16,-16-8 16,8-18-16,-9 0 15,9 18 1,-8 8-1,-1 34-15,1 0 16,-9 17 0,9 17-16,-1 0 0,-8 17 15,0 0 1,0 8 0,0 1-1,0 8-15,-17-9 16,-51 9-1,-86 9-15,-76 25 0,-61 17 32,-41 25-32,-104 26 0,-33-34 31,76-25-31</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3:06:56.351"/>
    </inkml:context>
    <inkml:brush xml:id="br0">
      <inkml:brushProperty name="width" value="0.05292" units="cm"/>
      <inkml:brushProperty name="height" value="0.05292" units="cm"/>
      <inkml:brushProperty name="color" value="#0070C0"/>
    </inkml:brush>
    <inkml:brush xml:id="br1">
      <inkml:brushProperty name="width" value="0.05292" units="cm"/>
      <inkml:brushProperty name="height" value="0.05292" units="cm"/>
      <inkml:brushProperty name="color" value="#FF0000"/>
    </inkml:brush>
  </inkml:definitions>
  <inkml:trace contextRef="#ctx0" brushRef="#br0">4242 5485 0,'0'0'0,"0"0"16,0 0 0,0 0-16,0 0 15,0 0 1,0 0-16,0-8 15,0 8-15,0-9 16,0 9 0,0-8-16,8 8 15,9 0 1,1 0-16,-1 0 16,0 0-1,0 34-15,17 51 16,-17 60-1,-9-18 1,-8-25-16,9 43 16,0-9-1,-9-43-15,0-33 16,0-26-16,0-9 16,0-8-1,0-8 1</inkml:trace>
  <inkml:trace contextRef="#ctx0" brushRef="#br0" timeOffset="289.72">3960 6183 0,'0'0'0,"-8"25"16,8 26-1,0 9 1,17-1-16,0-8 16,0-8-1,17 16-15,0 9 0,17-8 16,18-9 0,-1-25-16,17-35 15,52-42 1,42-26-16,-17-84 15,17-128 1</inkml:trace>
  <inkml:trace contextRef="#ctx0" brushRef="#br0" timeOffset="4297.72">8270 5485 0,'0'0'0,"0"0"0,0 0 16,9 0-16,-1 9 15,-8-9 1,9 0-16,-9 8 15,-9 18 1,-16 25 0,-26 42-16,-26 18 15,9-17-15,-9 8 16,0 8 0,17-16-1,17-26-15,18-26 16,8-16-16,8-1 15,1-8 1,8-8-16,0-1 16</inkml:trace>
  <inkml:trace contextRef="#ctx0" brushRef="#br0" timeOffset="4630.53">7536 6157 0,'0'0'0,"0"0"0,0 17 15,0 26-15,0 8 16,0 8 15,0-8-31,0-8 16,0-18-16,0 1 15,9-1 1,-1-8-16,1-8 16,8-1-1,17 1-15,52-9 16,76-34 0,17-26-1,-111 26-15</inkml:trace>
  <inkml:trace contextRef="#ctx0" brushRef="#br0" timeOffset="18751.16">17241 12731 0,'0'0'0,"34"9"16,17 8 0,77 8-16,85 26 15,-42-17-15,-120-25 16</inkml:trace>
  <inkml:trace contextRef="#ctx0" brushRef="#br0" timeOffset="19492.84">3900 8504 0,'0'0'0,"0"0"16,0 0-16,9 9 15,51 25 1,76 17 0,18-8-1,68-18-15,145 18 0</inkml:trace>
  <inkml:trace contextRef="#ctx0" brushRef="#br0" timeOffset="41365.81">10396 5290 0,'0'0'0,"0"0"16,0 0-16,0 0 15,-9 17-15,0 0 16,1 17 0,-9 8-16,-9 52 15,-8 59 1,0-17-1,0-25-15,0 16 16,8 26-16,9-25 16,9-52-1,8-33 1,0-18-16,0 1 16,-9-18-1,9 1-15</inkml:trace>
  <inkml:trace contextRef="#ctx0" brushRef="#br0" timeOffset="41723.25">9832 6506 0,'0'0'0,"0"0"0,0 0 15,0 0 1,9 17 0,8 8-1,17 43-15,0 43 16,-8 0-1,-9-18 1,-9-25-16,1-8 16,8-18-16,0-8 15,9-17 1,50-51 0,61-110-16,59-145 0</inkml:trace>
  <inkml:trace contextRef="#ctx0" brushRef="#br0" timeOffset="85214.41">17104 11864 0,'0'0'0,"0"0"0,0 0 16,0 0-16,0 0 31,9 17-31,8 17 16,8 8-1,18 26-15,17 0 16,8 9 0,26-1-16,17-8 15,25 0 1,18 9-16,17-9 0,16 9 15,-24-1 1,-27 1 0,9-9-16,-8-9 15,-26-25 1,-69-17 0</inkml:trace>
  <inkml:trace contextRef="#ctx0" brushRef="#br0" timeOffset="85509.83">18734 12051 0,'-25'8'16,"-129"86"-16,-111 110 16,43-8-16,1-1 15,-27 35 1,-59 59-1,8-17-15</inkml:trace>
  <inkml:trace contextRef="#ctx0" brushRef="#br0" timeOffset="86889.45">6324 8317 0,'0'0'0,"0"9"16,0 16 0,0 9-16,9-8 15,-1-1 1,1 1-16,0-9 16,-1-9-1,1 1-15,-1-9 16,9-9-1,0 1-15,9-1 16,-1-8 0,-7 0-16,-10 9 15,1 8 1,-9 0-16,0 0 16,-17 17-16,-26 34 15,-8 0 1,17-8-1,8-18-15,9-16 16,17-1-16,0 1 16,17-26-1,34-35 1,9-16-16,-9 0 16,-17 17-1,-17 26-15,-8 8 16,-1 8-1,1 1-15,-1 8 16,-8 0 0,-8 17-16,-18 34 15,-8 8 1,9-16-16,7-18 16,1 1-16,17-18 15,0 1 1,0-18-1,17-8-15,9-17 16,-9 9 0,-8 8-16,-1 0 15,1 17-15,-9 0 16,-9 25 0,1 26-1,8-8-15,8-17 16,1-9-1</inkml:trace>
  <inkml:trace contextRef="#ctx0" brushRef="#br0" timeOffset="87369.41">7553 8173 0,'0'0'0,"0"0"0,0 0 15,0 0-15,0 0 32,0 0-32,0 0 0,0 0 15,-8 8 1,-9 43-1,-9 34 1,-8 26-16,-9-9 16,1 0-1,8-17-15,-1-8 16,10-26 0,8-26-16,0-16 15,8-1 1</inkml:trace>
  <inkml:trace contextRef="#ctx0" brushRef="#br0" timeOffset="87640.65">7058 8275 0,'0'0'0,"0"0"16,0 0-16,0 0 15,17 0 1,52-9 0,42-16-16,42-26 15,27 0-15,-18 17 16,17 8-1,137 1 1</inkml:trace>
  <inkml:trace contextRef="#ctx0" brushRef="#br1" timeOffset="93722.62">7579 8156 0,'0'0'0,"0"0"0,0 0 15,0 0-15,0 0 16,0 0-1,-9 0-15,1 17 16,-1 0 0,1 0-16,-1 17 15,1 8 1,-18 18-16,-8 33 16,0 35-1,0 0-15,0-9 16,8-9-1,9-25 1,0-17-16,8-17 16,1-25-1,8-9-15,0-9 16,-9 1-16,9-1 16</inkml:trace>
  <inkml:trace contextRef="#ctx0" brushRef="#br1" timeOffset="94303.54">7101 8436 0,'0'0'0,"0"0"0,-8 0 15,-1 0 1,0 0-1,9 0 1,-8 0-16,8 0 0,0 0 31,0 0-31,0 0 16,0 0 0,0 0-16,0 0 15,0 0 1,0 0-16,8 0 15,27-8-15,16-1 16,9 1 0,8-18-1,9 1-15,8-1 16,43-8 0,-17 0-16,-26-8 15,-8-1 1,-9 9-16,-8 0 0,17-8 15,8 8 1,-33 8-16,-27 18 16</inkml:trace>
  <inkml:trace contextRef="#ctx0" brushRef="#br1" timeOffset="98138.42">13878 8326 0,'0'0'0,"0"0"16,0 0 0,-9 0-16,-16 8 15,-9 1 1,-9-9-16,-42 0 15,-44 0 1,-24-9-16,-1 1 16,-8-1-16,-26 9 15,35 0 1,25 0 0,17 0-16,34 0 15,34-8-15,1-9 16,24 8-1</inkml:trace>
  <inkml:trace contextRef="#ctx0" brushRef="#br1" timeOffset="98486.56">12581 8045 0,'0'0'0,"0"0"16,0 0 0,0 0-16,0 0 15,0 0 1,-9 0-16,-17 17 16,-33 26-1,-35 8-15,-9 0 16,18 0-1,42-17-15,18 0 16,16 25-16,52 35 16,51 34 15,-35-60-31</inkml:trace>
  <inkml:trace contextRef="#ctx0" brushRef="#br1" timeOffset="108310.48">21465 8666 0,'0'0'0,"0"0"16,-8 0 0,-1 0-16,-16 9 0,-26 16 31,-9 18-16,-17 25-15,-17 34 16,17 0-16,18 17 16,-10 68-1,18 8-15,34 1 16,34 25 0,26-42-16,51-35 15,8-8 1,17-25-1,61-34-15,-27-77 16,1-85 0,42-43-16,-34-25 15,-25-51-15,-26-26 16,-34-8 0,-52 25-1,-33 18-15,-52 8 16,-34 42-1,-34 35-15,-128 42 16,-128 76-16,-51 154 16,76 42-1</inkml:trace>
  <inkml:trace contextRef="#ctx0" brushRef="#br1" timeOffset="109122.24">20074 14100 0,'-8'0'0,"-26"0"0,-35 0 0,-25 17 15,-34 17 1,-8 9 0,-18 42-16,-51 51 0,18-8 15,50-9 16,26 0-31,26 25 16,16 1 0,44-1-16,50 18 15,52-17-15,60-9 16,85-17-16,51-60 31,43-59-31,-26-42 16,-43-18-16,-16-42 15,-26-51 1,-43 9 0,-51-18-16,-34-42 15,-60 8-15,-60 18 0,-111 8 32,-187 16-17,-35 44-15</inkml:trace>
  <inkml:trace contextRef="#ctx0" brushRef="#br1" timeOffset="136649.13">18034 12272 0,'0'0'0,"0"0"0,0 0 16,0 0 0,0 0-16,0 0 15,0 0 1,-8-9-16,8 9 15</inkml:trace>
  <inkml:trace contextRef="#ctx0" brushRef="#br1" timeOffset="137927.38">17932 12042 0,'0'0'0,"0"0"0,0 0 15,0 0-15,0 0 16,0 0 0,0 0-1,0 0-15,0 0 0,0 0 31,0 0-31,26 9 16,33-1 0,44-8-16,33-8 15,1-9 1,8-26-16,34-16 16,-8-1-16,0-25 15,33-25 1,1-9-16,-8 0 15,16-9-15,9-8 32,0 0-32,-17 0 15,-35 17 1,-25 8-16,-34 18 16,-25 25-1,-18 8-15,-17 9 16,-17 8-1,-8 18-15,-18 8 16,1 8-16,-1 1 0,-8 8 31,-17 0-31,-17 8 16,-34 9 0,-17 17-1,-9 0-15,8 9 16,18-9-1,17-8-15,17-18 16,0 1 0,17-1-16,0 1 15,8-9 1,9-9-16,0 1 16,9-18-16,16-8 0,26-26 31,9 18-16,8 8-15,1 0 16,-1 17 0,-8 0-16,-18 8 15,1 9-15,-17 0 0,-9 17 16,-9 17 0,-16 34-16,-26 43 15,-9 17 16,9-9-31,8-17 16,43 8 0,9-50-16</inkml:trace>
  <inkml:trace contextRef="#ctx0" brushRef="#br1" timeOffset="165878.68">4310 9244 0,'0'0'0,"0"-8"0,9-1 15,8 1 1,0-1-1,-9 9 1,1 0-16,-9 0 16,0 0-1,0 0-15,-17 17 16,-17 9-16,-26 25 16,9-9-1,8-8 1,9-8-16,17-18 15,0 1 1,17-1-16,0-8 16,0 0-16,25-8 15,10-1 1,16-16 0,-9 8-16,-7 0 15,-10 8 1,-16 9-16,-1 0 0,-8 0 31,-17 26-31,-17 33 16,-17 18-1,0-17 1,16-18-16,18-16 0,0-18 16,17 1-16,0-9 31,9-9-31,42-33 0,17-18 31,1 0-31,-35 26 16,-9 17-1,-8 9-15,-8 8 16,-18 8-16,-8 35 16,-17 42-1,0-25 1,26-35-16</inkml:trace>
  <inkml:trace contextRef="#ctx0" brushRef="#br1" timeOffset="166466.01">5377 9159 0,'0'0'0,"0"0"15,-9 0-15,1 17 16,-1 17 0,1 9-16,-1 8 15,-8 17-15,-8 0 16,-1 8-1,0-7 1,9-10 0,0-16-16,9-18 0,-1-16 15,1-1 1,8 1 0</inkml:trace>
  <inkml:trace contextRef="#ctx0" brushRef="#br1" timeOffset="166727.63">4908 9040 0,'0'0'0,"0"0"0,0 0 16,0 0-1,8 0 1,18 17 0,33-8-16,18-1 15,34-8 1,17 0-16,17 0 16,146 9-1</inkml:trace>
  <inkml:trace contextRef="#ctx0" brushRef="#br1" timeOffset="169677.78">9354 9508 0,'0'0'0,"0"0"0,0 0 16,0 0 0,0 0-16,0 0 15,-8 0 1,-9 0-16,-9 0 15,-8 8 1,-17 10-16,-9-1 16,0 8-1,9 1-15,8-1 16,9-8 0,9-8-16,8-1 15,17 1 1,0-9-16,0 0 15,8 0-15,26 0 16,9-9 0,0 1-1,-18-1-15,1 1 16,-18 8 0,1 0-16,-18 0 15,-8 0 1,-34 17-16,-51 17 15,-9 8 1,34-16 0,26-9-16,17-9 15,16 1-15,18-9 16,9-17 0,25-26-16,34-25 15,9 0 1,-9 26-16,-33 16 15,-10 9 1,-16 17-16,-9 0 16,-9 0-1,-25 17-15,-17 0 16,0 9 0,17-9-16,16-9 15,1 1 1,17-1-16,0-8 15,17 0 1,1-8-16,16-9 16,17-9-1,17-17-15,-8 1 16,-17 8 0,-18 17-16,1 0 15,-18 8 1,1 1-16,-1 8 15,-8 0-15,-17 0 16,-34 17 0,-43 8-1,-17 1-15,34-1 16,35 1 0,25-18-16,0 1 15,17-9 1,8-9-1,26-16-15,43-18 16,0-8 0,-26 9-16,-17 16 0,-17 9 15,-8 9 1,-1 8 0,-16 0-1,-9 17-15,-51 17 16,-18 8-16,44-16 15,16-9 1,26 0-16,8-9 16</inkml:trace>
  <inkml:trace contextRef="#ctx0" brushRef="#br1" timeOffset="174555.87">10353 9108 0,'0'0'0,"0"0"16,-9 9-16,1 16 15,-1 9 1,1 26 0,-9 25-16,0 17 15,0 0 1,-1-34-16,10-25 15,8-18 1,0 1-16,8-9 16,1-9-1</inkml:trace>
  <inkml:trace contextRef="#ctx0" brushRef="#br1" timeOffset="175087.77">11241 9244 0,'0'0'0,"0"0"0,0 0 15,0 0 1,0 0-16,-9 0 16,0 9-1,-16 8 1,-9 8-16,-18 9 15,1 0 1,0 17-16,0 0 16,17 9-1,8-9-15,18-8 16,8-1 0,17-8-16,34-8 15,26-1 1,34-16-16,8-9 15,-25-26 1,-26-8-16,-16 9 16,-18-9-1,-34-9-15,-26-8 16,0 17 0</inkml:trace>
  <inkml:trace contextRef="#ctx0" brushRef="#br1" timeOffset="181871.59">4259 10316 0,'0'0'0,"0"0"0,0 0 15,0 0 1,0 0-1,0 0 1,0 0-16,-9 0 16,-16 17-16,-9 0 0,0 0 31,-1 0-31,1 8 16,9-8-1,8 0-15,-1-8 16,1-1-1,17 1 1,0-9-16,9-9 16,17 1-1,25-18-15,-9 1 16,-7 8 0,-10 8-16,-8 1 15,-8-1 1,-1 9-16,-8 0 0,0 0 15,-8 26-15,-26 25 32,-9 17-32,-8-8 15,17-18 1,8-8 0,9-8-16,8-18 15,9 1-15,0-18 0,26-16 16,34-52-1,8-8 1,-8 0 0,-9 25-1,-17 26-15,-17 17 16,-8 0 0,-1 17-16,-8 0 0,-17 9 15,-43 25-15,-50 34 16,-1 8 15,34-16-31,26-9 16,25-17-1,9-8-15,17-9 16,0-9 0,34-8-16,34-17 15,35-34 1,-9-8-16,-35 25 15,-25 17 1,-8-1-16,-17 18 16,-1 0-1,-16 9-15,-44 25 16,-16 26 0,0-1-16,0 1 15,50-26 1</inkml:trace>
  <inkml:trace contextRef="#ctx0" brushRef="#br1" timeOffset="186689.21">5198 10052 0,'0'0'0,"0"0"0,0 9 16,-9 16-1,9 9 1,-8 26-16,-1 16 16,-16 18-1,8 16-15,-1-16 16,1-9-1,0-17-15,9-17 16,-9-8 0,8-9-16,9-17 15</inkml:trace>
  <inkml:trace contextRef="#ctx0" brushRef="#br1" timeOffset="187024.37">4643 10052 0,'0'0'0,"0"0"0,0 0 15,9 0 1,25 17-16,42-8 0,35-1 16,9-16-1,25-18 1,-8-8-16,-9-17 31,-69 17-31</inkml:trace>
  <inkml:trace contextRef="#ctx0" brushRef="#br1" timeOffset="188098.5">9269 10333 0,'0'0'0,"-9"0"16,-25 17-16,-17 17 15,-17 0 1,0 8 0,8 1-1,0-9-15,17-8 16,18-18 0,8 1-16,17-1 15,8-16 1,35-26-16,42-26 15,1 0-15,7-8 16,-16 26-16,-43 16 16,-8 9-1,-17 9-15,-9 8 16,-18 8 0,-16 18-1,-25 16-15,-1 1 16,9-1-16,17-8 15,16-25 1,1 0-16,17-1 31,0-8-31,9 0 0,17-8 16,8-1 0,0-8-16,-9 0 15,1 8 1,-17 1-16,-1 8 15,-8 0 1,-17 8-16,-17 18 31,-26 17-31,9 8 16,0 0-16,34-17 16</inkml:trace>
  <inkml:trace contextRef="#ctx0" brushRef="#br1" timeOffset="188493.03">10421 10044 0,'0'0'0,"0"0"15,-8 34 1,-1 51-16,-8 25 15,-9-8 1,1 1-16,-9-18 16,17-34-1,0-17-15,8-9 16,9 1 0,9-1-16,8-8 15,0-8 1</inkml:trace>
  <inkml:trace contextRef="#ctx0" brushRef="#br1" timeOffset="188999.11">10967 10095 0,'0'0'0,"0"0"0,9 0 15,8 0-15,17 8 16,0 1-1,0 8 1,-8-9-16,0 9 16,-1 0-1,1 17 1,-18 17-16,-8 0 16,-34 9-1,-17 25-15,-26-8 16,0-9-16,18-17 0,16-17 31,26-9-15,0-8-16,25 0 15,44 9-15,67-9 16,69 0 0,8-17-16,9 0 15,136 42 1</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3:11:11.754"/>
    </inkml:context>
    <inkml:brush xml:id="br0">
      <inkml:brushProperty name="width" value="0.05292" units="cm"/>
      <inkml:brushProperty name="height" value="0.05292" units="cm"/>
      <inkml:brushProperty name="color" value="#FF0000"/>
    </inkml:brush>
  </inkml:definitions>
  <inkml:trace contextRef="#ctx0" brushRef="#br0">21773 8564 0,'0'0'0,"0"0"0,0 0 16,0 0-16,-9 0 15,-8 0 1,-17 0-16,-9 8 15,-17 10 1,1-1-16,-27 17 16,10 17-1,7 17-15,-42 42 16,0 18 0,-8 25-16,-1 17 15,44 17 1,16-8-16,17 16 15,18-8 1,16-17 0,26 9-16,17-26 15,35-25-15,50-1 16,9-42 0,34-42-16,60-35 15,-26-33 1,-16-52-16,33-67 15,-42-26 1,-60-18-16,-9-50 16,-34-17-1,-51 9-15,-59-10 16,-69 27-16,-120-9 31,-153 25-31,-145 85 0,-85 120 31,-103 136-31,298-26 16</inkml:trace>
  <inkml:trace contextRef="#ctx0" brushRef="#br0" timeOffset="3873.74">7016 9244 0,'0'0'0,"0"0"0,0 0 15,0 0 1,-9 0-16,-8 0 31,-17 17-31,-17 17 16,-26 9-1,9-1-15,16 1 16,1-1 0,17-16-16,9-1 15,7-16 1,1 0-16,17-1 16,0-8-1,0-8-15,0-10 0,17-16 16,-8 0-1,0 0 1,-1 17 0,1 0-16,-1 0 15,-8 17-15,-8 0 16,-18 34-16,-17 34 16,-8-8-1,17-9-15,17-25 16,0-1-1,17-16 1,8-26 0,18-26-16,17-42 15,8 0 1,-8 17-16,-18 25 16,-8 18-1,-8 8-15,-1 17 16,-16 8-1,-26 35-15,-9 25 16,-8 8-16,17-8 16,16-33-1,1-10 1,17-16-16,0-1 16,0-25-1,17-17-15,9-17 16,-9 0-1,-8 0-15,-1 8 0,1 9 16,-18 17 0,1 0-1,-9 17 1,-18 0-16,-16 17 16,0 17-1,8 0-15,9 17 16,17-8-1,17 8-15,9-25 16</inkml:trace>
  <inkml:trace contextRef="#ctx0" brushRef="#br0" timeOffset="4371.72">7733 9023 0,'0'0'0,"0"0"15,0 0-15,0 0 16,0 0-1,0 0-15,0 0 16,-9 9 0,-8 33-16,-9 18 15,-16 16 1,-1 35 0,-8 8-16,17-17 15,17-34 1,0-17-16,17-34 15,0-8-15</inkml:trace>
  <inkml:trace contextRef="#ctx0" brushRef="#br0" timeOffset="4639.7">7152 9219 0,'0'0'0,"17"0"16,35 0-16,41 0 15,53 0 1,33-9-1,17-25-15,9-8 16,94-18 0</inkml:trace>
  <inkml:trace contextRef="#ctx0" brushRef="#br0" timeOffset="55471.5">21619 10758 0,'0'0'0,"0"0"0,0 0 15,0 0 1,0 0-1,0 0-15,0 0 16,0 0 0,0 0-16,0 0 15,-9 0-15,1 17 16,-1 9 0,-16 33-1,-1 18-15,1 8 16,-10 8-16,10-8 15,-1 9 1,-16 8 0,-18 26-16,-17 25 15,-17 17 1,-8 25 0,8-8-16,0-16 15,-17 24-15,0-16 16,9 16-1,-9 26-15,17-33 16,8-18 0,10 25-16,16-50 15,9-35 1,-1-8-16,10 0 16,8-34-16,17-8 15,-1-26 1,10-8-1,-1-9 1,9-9-16,0 1 0,0-9 16,9-26-1,25-33-15,17-35 32,9-34-32,17-42 15,-17 9 1,-1 16-16,-7-33 15,7-1-15,-7 17 16,7-16 0,10-18-1,16-16-15,17-27 16,-8 10 0,9 16-16,-1 1 0,0 16 15,-8-8 1,-8 25-16,-18 35 31,-8 16-31,-9 9 16,-8 26-1,-18 25-15,1 16 0,-9 18 16,-9 17 0,1 0-16,-1 0 15,1 17 1</inkml:trace>
  <inkml:trace contextRef="#ctx0" brushRef="#br0" timeOffset="87887.87">24589 10733 0,'0'0'0,"0"0"0,0 0 16,0 0 0,0 0-1,26-9 1,42 1-16,43-9 0,0 0 15,60 17 1,170 0 0</inkml:trace>
  <inkml:trace contextRef="#ctx0" brushRef="#br0" timeOffset="102185.03">4370 12510 0,'0'0'0,"0"0"0,0 0 15,-9 0 1,1 0-16,-1 0 15,-16 0 1,-9 0-16,-18 17 0,-33 9 16,0 16-1,33 1 1,10-9 0,16-9-16,9-16 0,17-1 31,0-16-31,17-18 15,26-25 1,17 0-16,8 0 16,-8 0-1,-9 17-15,-17 17 16,-8 0 0,-18 9-16,1 8 15,-26 8 1,-43 43-16,-34 34 15,-9 0 1,18 9-16,17-26 16,25-34-1,26-9-15,9-16 16,8-9 0,8-9-16,52-25 15,42-34 1,26-17-16,0 9 15,-25 8 1,-26 17-16,-18 17 16,-16 0-16,-17 16 0,-18 1 31,1 9-15,-1 8-16,-8 0 15,-34 17 1,-34 43-16,-26 25 15,0-17 1,34-17-16,18-17 16,25-26-1,8 1-15,9-9 16,17-17 0,34-9-16,0-16 15,1-1 1,-10 1-16,-16 8 15,-18 0 1,1 8-16,-18 9 16,-16 0-1,-43 17-15,-69 51 16,-17 43 0,43 25-16,26-17 15,51-34 1,25-26-16,18-16 15,8-9 1,9-17-16,8-17 16,26-43-1,-1-8-15,-25-8 16,-25 33 0</inkml:trace>
  <inkml:trace contextRef="#ctx0" brushRef="#br0" timeOffset="102885.24">5394 12314 0,'0'0'0,"0"0"16,0 0-16,0 0 15,0 0 1,0 0 0,-8 26-16,-10 16 15,-7 18 1,-18 8-16,1 17 16,7 0-16,1-8 15,0-18 1,0-8-16,17-17 15,0-17 1,8-8-16</inkml:trace>
  <inkml:trace contextRef="#ctx0" brushRef="#br0" timeOffset="103176.3">4916 12280 0,'0'0'0,"0"0"16,0 0 0,0 0-1,0 0-15,0 0 16,26 17-1,16 0-15,27 9 16,33-1 0,43-8-16,26-8 15,51 0-15,128 8 16</inkml:trace>
  <inkml:trace contextRef="#ctx0" brushRef="#br0" timeOffset="104998.86">9201 12570 0,'0'0'16,"0"0"-16,0 0 16,0 0-1,0 0-15,-9 0 16,-8 0 0,-9 8-16,-16 9 15,-18 0 1,-8 9-16,17-1 15,16 1 1,18-18-16,0 1 16,9-1-1,8 1-15,8-18 16,18-8 0,25-25-16,9-9 15,0 0 1,-18 17-16,-16 8 15,-18 9-15,1 0 16,-1 17 0,-8 0-1,-8 0-15,-9 9 16,-17 16 0,-9 9-16,0 0 15,9-8 1,17-9-16,0-9 15,17 1 1,0-9-16,9-9 16,16-8-1,26-25-15,9-9 16,-9 0-16,-16 8 16,-10 9-1,-16 17 1,-9 0-16,-17 8 15,-26 9 1,-51 26-16,-17 17 16,0 8-1,34-9-15,18 1 16,24-18 0,18-8-16,17-8 15,0-9 1,26-9-16,68-8 15,34-8 1,0-1-16,-17-8 16,-26 17-16,-25 0 15,-17 9 1,-18 8-16,-16 8 16,-9 26-1,-17 43 1,8-26-16</inkml:trace>
  <inkml:trace contextRef="#ctx0" brushRef="#br0" timeOffset="106652.4">10216 12280 0,'0'0'0,"0"0"0,0 0 31,0 0-15,0 0-16,0 0 16,-8 34-1,-9 43-15,-34 42 16,-1 9-16,10-26 0,7-17 15,10-26 1,8-25 0,8-17-16</inkml:trace>
  <inkml:trace contextRef="#ctx0" brushRef="#br0" timeOffset="107408.89">11130 12340 0,'0'0'0,"0"0"0,0 0 16,0 0 0,0 0-16,0 0 15,-9 0 1,-8 0-16,-9 0 16,-25 8-16,-17 9 15,-17 0 1,16 1-1,18-10 1,17 1-16,8-1 16,9 1-16,0-1 15,17 1-15,0 8 16,17 0 0,26 17-1,17 17-15,-9 0 16,-8 8-1,-9 18-15,-17-9 16,-9 0 0,1 0-16,-18 0 15,1 0 1,-9-9 0,-9-16-16,-17-18 15,1-8-15,8-8 16,-9-18-1,9-16-15,17-9 16,8-9 0,18-16-1,33-35-15,35-25 16,9 0-16,16 0 16,0 26-1,1 16 1,-1-8-16,-25 25 0,-34 26 15,-1 0 1,-16 9 0,-17-1-1,-9 18-15</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3:13:26.852"/>
    </inkml:context>
    <inkml:brush xml:id="br0">
      <inkml:brushProperty name="width" value="0.05292" units="cm"/>
      <inkml:brushProperty name="height" value="0.05292" units="cm"/>
      <inkml:brushProperty name="color" value="#FF0000"/>
    </inkml:brush>
  </inkml:definitions>
  <inkml:trace contextRef="#ctx0" brushRef="#br0">6615 10435 0,'0'0'15,"0"0"-15,-9 0 16,1 0-16,-18 0 16,0 0-16,9 0 15,-8 0 1,-1 0 0,-17 8-16,1 9 15,-1 18-15,0 7 16,18-16-1,8-1-15,8-16 16,9-1 0,0-8-16,9-17 15,16-17 1,9-17 0,-8 0-16,0 17 15,-9 17 1,-9 0-16,1 8 15,-1 9-15,-8 0 16,0 0 0,0 0-1,0 0-15,-8 0 16,8 9 0,0-1-16,0-8 15,0 0 1,0 0-16,8-8 15,35-26 1,25-26-16,18-25 16,-18 9-1,-17 25-15,-25 25 16,-18 9 0,1 17-16,-18 9 15,-25 50 1,-26 35-16,-16 16 15,7 1 1,18-17-16,17-43 16,17-17-1,0-9 1,8-8-16,9-8 16,0-9-16,17-26 15,26-42 1,8-17-16,0-9 15,-8 18 1,-17 16-16,-18 26 16,1 17-1,-1 0-15,-8 17 16,-25 17 0,-27 34-16,-33 43 15,-17 25 1,33-25-16,35-43 15,17-17 1,0-9 0,17-16-16,0-1 15,9-16-15,16-18 16,26-33 0,-8-9-1,8 16-15,-17 27 16</inkml:trace>
  <inkml:trace contextRef="#ctx0" brushRef="#br0" timeOffset="556.65">7451 10367 0,'0'0'0,"0"0"0,0 0 16,0 17 0,-9 17-16,1 26 15,-9 16 1,-9 26-1,1-8-15,8-9 16,0-26-16,-1-16 16,10-26-1</inkml:trace>
  <inkml:trace contextRef="#ctx0" brushRef="#br0" timeOffset="850.59">6990 10384 0,'0'0'0,"0"0"0,0 0 16,9 0 0,33 17-16,61 8 0,67-25 31,69-25-31,52-18 16,76 1-16</inkml:trace>
  <inkml:trace contextRef="#ctx0" brushRef="#br0" timeOffset="9022.41">17667 13003 0,'0'0'0,"17"0"16,69-17-16,119-25 15,102-52 1,111-67-16,-34-1 15</inkml:trace>
  <inkml:trace contextRef="#ctx0" brushRef="#br0" timeOffset="10333.02">20680 10869 0,'0'0'0,"0"0"16,43 17 0,102 17-16,179-43 15,171-93 1,60-110-16,-171 50 16</inkml:trace>
  <inkml:trace contextRef="#ctx0" brushRef="#br0" timeOffset="12192.98">21662 13590 0,'0'0'0,"0"0"0,34 9 15,77 8-15,128-9 16,145-8 0,145-17-1,-111 0 1</inkml:trace>
  <inkml:trace contextRef="#ctx0" brushRef="#br0" timeOffset="21603.96">4455 11345 0,'0'0'0,"0"0"16,0-9-16,0 1 15,-8-1 1,-1 1 0,-8-9-16,0 8 15,-9-8-15,9 9 16,0-1-1,-8 9-15,-1 0 16,0 17 0,-16 0-16,-1 17 15,-8 17 1,0 9 0,8 8-16,26-17 15,17-8-15,0-9 16,17-17-1,0-9 1,17-25-16,17-8 16,1-18-16,-10 9 15,1 0 1,-17 17 0,-1 0-16,-16 9 15,-1-1-15,1 9 16,-18 0-1,-8 17 1,-8 26-16,-10-1 16,10 1-16,8-18 15,0 1 1,17-18-16,0-8 16</inkml:trace>
  <inkml:trace contextRef="#ctx0" brushRef="#br0" timeOffset="21911.18">4916 11311 0,'0'0'0,"0"0"0,0 0 16,0 0 0,0 0-1,0 17-15,0 0 16,0 25-16,-8 27 16,-18 33-16,-8 8 31,0-33-31,8-9 15,-8 0 1,17-34-16</inkml:trace>
  <inkml:trace contextRef="#ctx0" brushRef="#br0" timeOffset="22157.65">4737 11370 0,'0'0'0,"0"0"16,8 0 0,44 17-1,33 9 1,43-9-16,51-8 15,-8-9 1,111-43-16</inkml:trace>
  <inkml:trace contextRef="#ctx0" brushRef="#br0" timeOffset="22869.66">9192 11490 0,'0'0'0,"0"0"16,0 0-1,0 0-15,0 0 16,0 0 0,-8 0-16,-9 17 15,-26 0 1,-34 8-16,-8 18 15,25-18 1,26 1-16,8-18 16,9 1-1,17-1-15,0-8 16,17-8 0,17-18-16,18-8 15,-10 0 1,-8 9-16,-8 8 15,-17 8 1,-1 9-16,-8 0 16,-8 17-1,-18 26-15,-8-1 16,8 1 0,9-18-16,0 1 15,8-18 1,9 1-16,0-1 15,26-16 1,17-9 0,17-17-16,-1 0 0,-25 8 15,-8 9 1,-17 9 0,-1 8-1,-25 17-15,8 0 16</inkml:trace>
  <inkml:trace contextRef="#ctx0" brushRef="#br0" timeOffset="23165.73">10029 11251 0,'0'0'0,"0"0"0,0 0 31,-9 26-31,-8 33 16,-26 26-16,1 1 0,7-10 31,1-16-31,17-9 16,0-17-1,17-9-15,0-16 0,9-1 16</inkml:trace>
  <inkml:trace contextRef="#ctx0" brushRef="#br0" timeOffset="23551.39">10669 11251 0,'0'0'0,"0"0"0,0 0 16,-9 9 0,-8 25-1,-34 25 1,-9 9-16,17-16 16,9-10-16,17-16 15,0-1 1,17-16-16,0-1 15,0 9 1,26 0 0,16 17-16,1-8 15,0-1 1,-18 1-16,1-1 16,-17 9-1,-9 0-15,-18 17 16,-16-8-1,0-1-15,0-16 16,17-18 0,0 1-16,17-9 15</inkml:trace>
  <inkml:trace contextRef="#ctx0" brushRef="#br0" timeOffset="23729.06">10652 11277 0,'0'0'0,"0"0"16,0 0-16,17 0 15,42 0 1,61 0-16,68-9 16,136 9-1</inkml:trace>
  <inkml:trace contextRef="#ctx0" brushRef="#br0" timeOffset="27174.3">22379 16796 0,'0'0'0,"0"0"0,8 0 16,26 17-1,60 9 1,26 8-1,42 0 1,102-17-16,35-17 16,60-17-16</inkml:trace>
  <inkml:trace contextRef="#ctx0" brushRef="#br0" timeOffset="33058.39">4387 13403 0,'0'0'0,"-9"0"0,1 0 16,-18 0-16,1 0 15,-18 17 1,0 0 0,-8 17-1,-17 9-15,17-1 16,8 1-1,17-18-15,9-16 16,17-1 0,0-8-16,9-8 15,25-18-15,9 1 16,8-18 0,-8 9-1,-18 17-15,1 0 16,-18 9-1,1-1-15,-1 9 16,-8 0 0,-8 9-16,-1 8 15,1 8 1,-1 1-16,1-1 16,-1-16-16,9-1 15,0 1 1,0-9-1,17-9-15,26 1 16,8-9-16,9 0 16,-35 17-16</inkml:trace>
  <inkml:trace contextRef="#ctx0" brushRef="#br0" timeOffset="33680.33">5206 13241 0,'0'0'0,"0"0"16,0 0-16,0 0 15,-8 9 1,-1 33-16,-16 27 16,-18 33-1,0 8-15,18-16 16,8-26-1,8-9-15,1-16 16,8-9 0,0-9-16</inkml:trace>
  <inkml:trace contextRef="#ctx0" brushRef="#br0" timeOffset="33948.76">4891 13224 0,'0'0'0,"0"0"0,0 0 15,0 0 1,0 0-1,25 0-15,52-8 16,34-9-16,34-9 16,9-8-1,119-51 1</inkml:trace>
  <inkml:trace contextRef="#ctx0" brushRef="#br0" timeOffset="35323.43">8970 13828 0,'0'0'0,"-8"0"0,-9 9 16,0-1-16,-1 1 31,1-1-15,0 1-16,9-9 15,8 0 1,0 0-16,0-17 15,25-26 1,27-33-16,24-18 16,1 9-1,-8 17-15,-27 26 16,-16 16 0,-18 9-16,1 0 15,-18 17 1,-16 0-16,-26 9 15,-9 16 1,-8 9-16,-1 9 16,18-1-1,8-16-15,18-1 16,8-16 0,8-1-16,9 1 15,0-9 1,0 0-16,26-9 15,16-16 1,10-1-16,-1-8 16,-17 17-1,-8 0-15,-18 9 16,1 8-16,-18 8 16,-8 18-1,-34 25 1,-9 25-16,9-16 15,17-18-15,17-16 16,8-1 0,9-16-1,0-9-15,26-17 16,33-17 0,18-17-16,-17 8 15,-9 9 1,-17 17-16,-17 9 15,-8 8 1,0 0-16,-18 0 16,0 25-1,1-8-15</inkml:trace>
  <inkml:trace contextRef="#ctx0" brushRef="#br0" timeOffset="35859.61">10199 13326 0,'0'0'0,"0"0"16,0 0-16,-8 18 31,-1 24-31,1 18 16,-18 8-1,0 0-15,1 8 16,8 1 0,0-18-1,8-16-15,9-18 0</inkml:trace>
  <inkml:trace contextRef="#ctx0" brushRef="#br0" timeOffset="36428.29">10677 13275 0,'0'0'0,"0"0"15,0 0 1,0 0-16,17 0 16,17 0-1,9 0-15,0 0 16,-9 9-16,-8-1 15,-1 1 1,-8-9 0,-8 8-16,-9 1 15,-9 8 1,-25 17-16,-9 9 16,1-1-1,8-16-15,16-9 16,1-9-1,9 1-15,8-1 16,0-8-16,25 0 0,10 9 31,16-1-15,0 9-16,9 0 16,-18 0-1,-7 9-15,-27-1 16,-8 9-1,-17 9-15,-26-1 16,-68 9 0,-153 51-16</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3:14:25.122"/>
    </inkml:context>
    <inkml:brush xml:id="br0">
      <inkml:brushProperty name="width" value="0.05292" units="cm"/>
      <inkml:brushProperty name="height" value="0.05292" units="cm"/>
      <inkml:brushProperty name="color" value="#FF0000"/>
    </inkml:brush>
  </inkml:definitions>
  <inkml:trace contextRef="#ctx0" brushRef="#br0">23872 15682 0,'0'0'0,"0"0"0,0 0 16,0 0-16,0 0 15,0 0 1,0 0-16,0 0 16,0 0-1,0 0-15</inkml:trace>
  <inkml:trace contextRef="#ctx0" brushRef="#br0" timeOffset="1381.36">23966 15580 0,'0'0'0,"0"-8"16,0-18-1,0 1-15,0-9 16,0-9 0,0 1-16,-8 8 15,-1 0-15,1 0 16,-1 0 0,-8 17-1,0-1-15,-9 1 16,1 0-16,-1 9 15,-17-1 1,9-8 0,-8 9-16,-18-1 15,9 1 1,16-1-16,18 9 16,-8 0-1,-18-8-15,-8-1 16,-17 1-1,-18-1-15,-16 1 16,16-1 0,35 9-16,-17 0 15,-43 17 1,-51 17-16,8 9 16,60 16-1,-8 18-15,-9 25 16,17 0-16,17 0 15,18 43 1,41 8 0,36 0-16,41 43 15,44 16 1,-26-59-16,93 17 16,52-17-1,-8-68-15,33-68 16,69-76-16,-35-35 15,-33-33 1,25-35 0,-111 1-16,-51-18 15,-25 0 1,-69-33-16,-86-18 16,-161-33-16,-171 33 15,25 94 1</inkml:trace>
  <inkml:trace contextRef="#ctx0" brushRef="#br0" timeOffset="3181.83">6939 13548 0,'-9'0'0,"-16"0"16,-26 0-16,-18 8 31,1 1-31,-17 8 15,-9 0 1,8 8-16,10 1 16,7 8-16,18-9 15,17-8 1,17-8 0,0-1-16,17 1 15,0-9 1,8-9-16,35-16 15,34-18 1,0-8-16,-9 9 16,-25 8-1,-18 17-15,-8 0 16,-8 8 0,-1 9-16,-8 0 15,-8 9 1,-18 42-16,-34 34 15,1 8-15,16-16 16,26-35 0,0-16-16,17-9 15,0-9 1,0 1 0,26-18-16,25-16 15,0-9 1,-17 0-16,-8 17 0,-9 0 31,-9 0-31,1 8 16,-1 9-1,1 17-15,-1 0 16</inkml:trace>
  <inkml:trace contextRef="#ctx0" brushRef="#br0" timeOffset="3557.7">7758 13233 0,'0'0'0,"0"0"0,0 0 31,0 0-31,0 8 16,-8 18-16,-1 33 15,-16 18 1,-18 17-16,0 8 15,-8-9 1,17-16-16,17-18 16,0-8-16,8-8 15,9-26 1</inkml:trace>
  <inkml:trace contextRef="#ctx0" brushRef="#br0" timeOffset="3830.86">7460 13352 0,'0'0'15,"0"0"-15,0 0 16,0 0-16,25 0 16,18 9-1,34-9-15,51-9 16,51 1 0,-8-10-16,-103 10 15</inkml:trace>
  <inkml:trace contextRef="#ctx0" brushRef="#br0" timeOffset="14122.96">21474 13539 0,'0'0'0,"0"0"0,0 0 16,0 0-1,0 0 1,8 0-16,61 17 16,127 0-16,128-17 15,95-17 1,93 0-16,-103 17 15</inkml:trace>
  <inkml:trace contextRef="#ctx0" brushRef="#br0" timeOffset="35563.51">9525 11379 0,'0'0'0,"0"0"15,0 0 1,0 0-16,0 0 15,0 0 1,0 0-16,0 0 16,-9-9-16,-8 1 15,-8-9 1,-1-9 0,9 1-16,0-1 0,-9-8 31,-16-17-31,-27-25 15,-16 16-15,-9 9 0,9 17 32,17 17-17,16 0-15,-7 0 16,-10 9 0,1 8-16,8 0 15,9 17 1,0 0-16,0 0 15,0 8 1,16 9-16,10 17 16,8 17-1,0 0-15,17 17 16,25 26 0,18 8-16,34-8 15,8-9 1,-8-34-16,0-9 15,51-8 1,17 9-16,-26-26 16,-8 0-1,43-17-15,8-9 16,-51-8-16,-51-8 0,-9-18 31,0-16-15,9-26-16,-26-34 15,-34-34 1,-34-17-16,-60-18 16,-77-7-1,-93 8-15,-103 59 16,-17 69 0</inkml:trace>
  <inkml:trace contextRef="#ctx0" brushRef="#br0" timeOffset="43635.13">9303 11583 0,'0'0'0,"0"0"0,-8 0 16,-1 0-16,-17 0 16,-16 0-1,-27 0-15,-16 0 16,-9 0 0,17 9-16,1 8 15,7 0 1,18 0-1,8 8-15,26-8 16,0 0-16,17-8 16,26-1-1,25 1-15,34-18 16,43-16 0,1-18-1,-19 9-15,1 0 16,-17 9-1,-25 8-15,-27 0 16,-16 8 0,-9 9-16,-9 0 15,1 0-15,-9 0 16,-17 0 0,-34 17-1,-43 9-15,-17 8 16,8-9-1,35 1-15,26-18 16,24 1 0,1-1-16,17-8 15,9-8 1,42-18-16,34-16 16,35-18-16,-18 9 15,-33 17 1,-27 8-1,-16 9-15,-9 9 16,-8 8 0,-18 8-16,-42 18 15,-52 25 1,-25 0-16,-17 9 16,17-18-1,17-8-15,43-8 16,25-9-16,35-9 15</inkml:trace>
  <inkml:trace contextRef="#ctx0" brushRef="#br0" timeOffset="44847.32">10652 11260 0,'0'0'0,"0"0"0,0 0 15,0 0 1,0 0-16,0 0 15,-9 8 1,-8 35-16,-34 42 16,0 17-16,8 0 15,9-25 1,17-18 0,8-16-16,9-18 15,0-16 1</inkml:trace>
  <inkml:trace contextRef="#ctx0" brushRef="#br0" timeOffset="45357.55">11053 11515 0,'0'0'0,"0"0"15,-9 9 1,1 8-16,-1 8 15,1 1-15,-9-1 16,8-8 0,0 0-1,9-8-15,0 8 16,0 0-16,0-9 16,0 9-16,18 0 15,7 0 1,35-8-1,17-1 1,17-16 0,8-9-16,-17-9 15,-8 9-15,-9 0 16,-16 0 0,-10 0-16,-16 9 15,0-1 1,-9 1-16</inkml:trace>
  <inkml:trace contextRef="#ctx0" brushRef="#br0" timeOffset="45601.33">11437 11481 0,'0'0'0,"0"17"15,8 60-15,-8 59 16,0 17 0,9 34-16,-9-34 15,0-94-15</inkml:trace>
  <inkml:trace contextRef="#ctx0" brushRef="#br0" timeOffset="57874.97">26484 16754 0,'0'0'0,"0"0"16,0 0 0,0 0-16,8-9 15,52-16 1,68-26-16,111-17 15,188-34 1,-17 8-16</inkml:trace>
  <inkml:trace contextRef="#ctx0" brushRef="#br0" timeOffset="59850.36">4114 14253 0,'0'0'0,"0"0"16,0 0-16,0 0 16,0 0-1,0 0 1,0 0-16,0 0 16,-9 0-16,1-8 31,-1 8-16,9 0-15,-8 0 0,-1 0 16,1 17-16,-1 9 31,9 8-31,0 0 16,0 0 0,9-9-16,-1 1 15,1-9 1,-1 0-16,1 0 0,-1 0 31,1 0-31,-1-9 16,1 1-1,-1-1 1,1 1-16,-9-9 16,0 0-16,0 0 15,0 0 1,0 0-16,0 0 15,0 0-15,0 0 32,0 0-32,-9 8 15,-8 18 1,-17 25-16,0-9 16,0 1-1,0-1-15,17 1 16,0-18-1,17 1-15,0-9 16,8-9 0,9 1-16,17-26 15,18-26 1,-1-8-16,-8 9 16,-18 8-1,-8 17-15,-8 0 16,-1 8-1,1 9-15,-9 0 16,0 0-16,-9 0 16,-8 0-1,0 0-15,9 0 16,-1 0 0,9 0-16,0 0 15,0-8 1,0-1-1,17-16-15,0-1 16,17 1 0,0-1-16,-8 9 15,0 0 1,-9 17-16,0 0 16,-9 9-16</inkml:trace>
  <inkml:trace contextRef="#ctx0" brushRef="#br0" timeOffset="60230.47">5095 14424 0,'0'0'0,"0"0"0,0 0 15,0 0 1,0 0-16,9 17 15,-1 8-15,-16 52 32,-9 33-32,0 1 15,0-18-15,0-8 16,0-34 0,17-25-1,0-9-15</inkml:trace>
  <inkml:trace contextRef="#ctx0" brushRef="#br0" timeOffset="60449.09">4865 14730 0,'0'0'0,"0"0"0,8 8 15,18 9-15,42 17 32,26 0-32,43-8 0,-9-18 31,25-42-31,155-68 16</inkml:trace>
  <inkml:trace contextRef="#ctx0" brushRef="#br0" timeOffset="63431.8">9098 14492 0,'0'0'0,"-8"0"0,-1 0 15,-16 8-15,-1 9 16,-17 0 0,1 9-1,7-1-15,18-16 16,0-1-16,17 1 15,0-1 1,0 9 0,17 0-16,18 0 15,7-8 1,9-1-16,1-8 16,-10 0-16,-16 0 15,-18 0 1,1 0-16,0 0 15,-18 0 1,-8 17-16,-34 26 16,-26 8-1,-26 8-15,18-8 16,34-17 0,17-8-16,17-18 31,17 1-31,0-18 15,25-25-15,18-25 16,25-18-16,1 18 16,-1 16-1,-34 26-15</inkml:trace>
  <inkml:trace contextRef="#ctx0" brushRef="#br0" timeOffset="64149.98">10011 14449 0,'0'0'0,"0"0"0,9 0 15,8 0-15,0 0 16,9 17-1,-1 0-15,-8 17 16,-8 17 0,-18 0-1,-25 26-15,-8-1 16,-10-16-16,18-26 16,0-9 15,9-16-16,7-1-15,1-16 0,9-1 16,-1 1-16,9-1 16,0 1-1,0-1-15,0 9 16,17 0-16,26 0 16,8 17-1,9 0-15,8 0 16,1 9-1,-10-18 1,-7 1-16,-10-18 16,-25 1-16</inkml:trace>
  <inkml:trace contextRef="#ctx0" brushRef="#br0" timeOffset="64505.83">11002 14381 0,'0'0'0,"0"0"0,-9 0 15,-8 17-15,-17 17 32,-9 17-32,-8 17 15,8-8 1,9-9-16,17-9 15,0-8-15,17-8 16,17-1 0,17-16-1,0-1-15,0-16 16,1-1-16,-1-8 16,-9 0-1,-16 0 1,-26-8-16,-34-18 15,8 26-15</inkml:trace>
  <inkml:trace contextRef="#ctx0" brushRef="#br0" timeOffset="66613.87">10984 14611 0,'0'0'0,"0"0"0,0-9 16,9 1-1,0-1-15,-1 1 16,1 8-16,-9-9 16,8 9-1,-8 0 1,0 0-16,0 0 16,-8 0-1,-9 0-15,-9 0 16,0 9-1,1-1-15,-1 9 16,1 0 0,-1 0-16,0 0 15,1 0 1,-1 0-16,0 0 16,9 0-1,0 0-15,0 9 16,0-1-1,9 1-15,-1 8 16,1 0-16,8 0 16,0 0-1,0 0-15,8-9 16,9 1 0,0-1-16,9 1 15,17-9 1,33-9-1,1-16-15,-17-1 16,8-8-16,-8-8 16,0-1-1,-18-16 1,1-1-16,-9 1 16,-8 8-1,-18 0-15,1 0 16,-18 0-1,1-9-15,-18 9 16,-8 0 0,-9 9-16,-25-1 15,-17 9-15,8 17 16,9 0 0,16 0-16,10 9 15,-9-1 1,25-8-16</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3:16:45.736"/>
    </inkml:context>
    <inkml:brush xml:id="br0">
      <inkml:brushProperty name="width" value="0.05292" units="cm"/>
      <inkml:brushProperty name="height" value="0.05292" units="cm"/>
      <inkml:brushProperty name="color" value="#FF0000"/>
    </inkml:brush>
  </inkml:definitions>
  <inkml:trace contextRef="#ctx0" brushRef="#br0">23966 11107 0,'0'0'0,"0"0"15,0 0-15,0 0 16,0 0 0,0 0-16,0 0 15,0 0 1,0 0-16,0 0 15,-8-9 1,-1 1-16,1-1 16,-18 1-1,0-1-15,-8 1 16,0-1 0,-9 1-16,1-1 15,-1 1-15,0-1 31,-8 9-31,8 0 16,9 0-16,0 9 16,0-1-16,-9 9 15,9 0 1,0 0 0,-9 9-16,1 8 15,8 0-15,-1 0 16,10 8-1,-9 9 1,17 0-16,0-8 16,8 8-16,0 0 15,9 9 1,0-9 0,9 8-16,8-8 0,0-8 31,9-1-31,8-8 0,0 0 15,17-8 1,0-1 0,9 1-16,17-1 15,0 1-15,-9-18 32,0 9-32,1-8 15,-18-1 1,9 1-16,8-18 15,9 1 1,0-9 0,-1-9-16,10-16 0,-1-9 15,-25 0 1,-18 8 265,-16-8-281,0-8 16,-18-1-16,-8 1 0,-8-18 0,-18 9 0,0 0 0,-16-9 15,-1 9-15,0 0 0,-16-8 0,-18 8 0,-17 8 0,0 9 0,0 9 0,-8 25 0,-18 34 0,-8 17 0,26 8 0,59-16 0</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3:17:07.332"/>
    </inkml:context>
    <inkml:brush xml:id="br0">
      <inkml:brushProperty name="width" value="0.05292" units="cm"/>
      <inkml:brushProperty name="height" value="0.05292" units="cm"/>
      <inkml:brushProperty name="color" value="#FF0000"/>
    </inkml:brush>
  </inkml:definitions>
  <inkml:trace contextRef="#ctx0" brushRef="#br0">21764 13454 0,'0'0'0,"9"0"0,76-8 16,94-1-16,128-8 31,52 17-31,8 17 0,119 34 15,-76 0-15</inkml:trace>
  <inkml:trace contextRef="#ctx0" brushRef="#br0" timeOffset="6450.39">24504 9023 0,'0'0'0,"0"17"0,0 17 15,0 17 1,-9 17-16,9 51 16,-8 43-16,-9 34 15,8 8 1,1-9-1,-9-42-15,17 9 0,0-17 32,0-43-17,8-34-15,9-17 0,9 0 32,34 0-32,8 0 15,26-9 1,17-16-16,8-18 0,43-16 15,-8-9-15,-26-9 32,8 1-32,-7 8 15,-27 0 1,-17 8-16,-34 9 16,-25 0-16,0 0 15,-18 0 1,1 0-1,-1 0 1,-8-8-16,26-43 16,8-68-1,0-34-15,0-18 16,18-33 0,7 17-16,10 17 15,-1 0 1,-8 17-16,-18 42 15,1 9-15,-17 26 16,-18 8 0,1 25-1,-9 9-15,-9 17 16,1 0 0,-27 0-16,-24 0 15,-78 9-15,-85 25 16,-102 25-1,-111 18-15,-86 16 16,111-8 15</inkml:trace>
  <inkml:trace contextRef="#ctx0" brushRef="#br0" timeOffset="21453.8">8782 12995 0,'0'0'0,"0"0"0,0 0 15,0 0 1,0-9-16,9 1 15,17-18 1,33-25-16,27-34 16,8-8-1,-9 16-15,-17 1 16,-8 8 0,-9 17-16,-8 17 15,-18-1 1,1 18-16,-17 0 15,-1 9-15,1 8 16,-9 0 0,-9-9-1,-34 9-15,-50 17 16,-44 17 0,0 18-16,9 7 15,26-16-15,17-9 16,42-9-1,9-16 1,17-1-16,8-8 16,9 0-1,9-8-15,33-9 16,44-34 0,33 8-1,9 1-15,-8 8 16,-35 8-16,-25 9 15,-17 8 1,-18 9-16,1 0 16,-18 0-16,1 0 15,-18 9 1,-42 25 0,-60 43-1,-42-1-15,16-16 16,17-1-1,10-8-15,33-17 16,34-8-16,9-18 16,17 1-1,17-1-15,34-42 16,68-59 0,43-26-16,52 8 15,-27 17-15,-50 26 16,-9 9-1,-43 25 1,-25 17-16,-18 0 16,-16 17-1,0 0 1,-44 34-16,-67 68 16,-35 26-1,-8-9-15,34-17 0,43-51 16,34-17-1,17-17 1,8-9 0,35-25-16,0 9 15</inkml:trace>
  <inkml:trace contextRef="#ctx0" brushRef="#br0" timeOffset="22363">10455 12348 0,'0'0'0,"0"0"15,0 0 1,0 0-1,0 0-15,0 0 16,-8 17 0,-9 69-16,-17 50 15,25 17 1,9-26-16,9-76 16</inkml:trace>
  <inkml:trace contextRef="#ctx0" brushRef="#br0" timeOffset="30020.11">8851 10588 0,'0'0'0,"0"0"0,0 0 16,0 0-1,0 0 1</inkml:trace>
  <inkml:trace contextRef="#ctx0" brushRef="#br0" timeOffset="31517.92">6026 11507 0,'0'0'0,"0"0"0,25-9 15,52-25 1,43-9-16,8-8 16,-26 0 15,-8 9-31,-9-1 16,-34 9-16,-16 17 15,-10 9 1,-16-1-16,-1 9 15,-8 0 1,-25 26 0,-52 33-16,-17 18 15,0-1 1,9-24-16,25-18 16,17-17-16,26-9 15,0 1-15,9-1 31,8-8-31,8-8 16,18-18 0,25 1-16,-8 8 15,-18 0 1,1 8-16,-18 9 16,1 0-16,-9 0 15,0 0 1,-9 0-1,1 9-15,-1-1 16,9 1 0,0-9-16,0 0 15,9 0 1,25-9-16,9-8 16,16 0-1,-24 0-15,-10 8 16,-16 9-1,-1 0-15,-16 26 16,-9 25 0,-17 43-16,-18 8 15,18-26 1,17-25-16,17-8 16,0-18-1,17 1-15,0-18 16</inkml:trace>
  <inkml:trace contextRef="#ctx0" brushRef="#br0" timeOffset="31960.11">7750 11277 0,'0'0'0,"0"0"0,0 0 16,-9 8 0,-8 18-16,-8 25 15,-18 17 1,-8 9-1,-1-1 1,18-16-16,9-9 16,8-9-1,17-8-15,0-17 16</inkml:trace>
  <inkml:trace contextRef="#ctx0" brushRef="#br0" timeOffset="32250.37">7221 11328 0,'0'0'0,"0"0"15,0 0-15,0 0 16,17-9 0,25 1-16,44-18 15,33 1 1,60-1 0,52-8-16,119-17 15</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8T23:17:52.700"/>
    </inkml:context>
    <inkml:brush xml:id="br0">
      <inkml:brushProperty name="width" value="0.05292" units="cm"/>
      <inkml:brushProperty name="height" value="0.05292" units="cm"/>
      <inkml:brushProperty name="color" value="#FF0000"/>
    </inkml:brush>
  </inkml:definitions>
  <inkml:trace contextRef="#ctx0" brushRef="#br0">25289 8913 0,'0'0'0,"0"0"0,-8 0 15,-10-9-15,-24 1 16,8 8-1,8 0-15,9 0 32,-9 0-32,-8 8 15,-34 9 1,-9 26-16,-8 8 0,-18 0 16,9 17-1,18 17 1,-18 8-16,-9 26 15,18-16-15,-17 7 32,8 1-32,34-9 15,9 8 1,8 1-16,17-1 16,18-8-16,34 17 15,42 1 1,51 7-1,26-33-15,52-9 16,33-17-16,-25-34 16,-9-17-16,-16-26 31,-35-16-31,0-18 0,-26-8 16,-8-34-1,-26-25 1,-33-26-1,-27-35-15,-33-24 16,-26-35 0,-35 1-16,-25-18 0,-34 9 15,-25 17 1,-26 25-16,-69-17 31</inkml:trace>
  <inkml:trace contextRef="#ctx0" brushRef="#br0" timeOffset="6035.5">24939 9159 0,'0'0'0,"0"0"0,0 0 16,-8-8 0,-1-1-16,-17 1 15,-16-9 1,-9-9-16,-26-16 16,8-9-1,27 17-15,16 8 16,-8-8-1,-34 0-15,-26 0 16,-43 9 0,35 25-16,42-9 15,-42 9 1,-60 0-16,8 0 16,60 9-16,-17-1 15,-51 9 1,0 9-1,68-9-15,17 8 16,-25 9 0,-18 17-16,1-17 15,25-8 1,43-18-16,16 1 16,18-1-1,0-16-15,9-1 16,-1 1-1,9-9-15,0 0 16,0 0 0,9 0-16,-1 0 15,1 8 1,-18 1-16,1-9 16,-1 8-1,-25 1-15,-26-1 16,-8 9-1,0 17-15,0 0 16,16 17 0,18 0-16,0 17 15,17 0 1,25 9-16,52 16 16,34 1-1,51-1-15,103 26 16,93 26-1</inkml:trace>
  <inkml:trace contextRef="#ctx0" brushRef="#br0" timeOffset="77909.44">9030 5069 0,'0'0'0,"0"0"15,-9 8 1,1 18-16,-1 25 15,-16 8 1,-9 1-16,-9 8 16,-8 0-1,-9 25-15,-25 26 16,-1 1 0,1-18-16,0-26 15,16-8 1,35-25-16,0-26 15,-9-17 1,-8-9-16,8 1 16,9-1-1,0-16-15,0-18 16,17 9 0,0 0-16,0 17 15,8 9 1,9 8-16,0 0 15,-8 8 1,-1 9-16,1 17 16,-1 26-1,9 16-15,0 9 16,17 9 0,0-26-16,17-17 15,9-17 1,-17-26-16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49A25B-064F-4940-8CEE-34D7920B25F9}" type="datetimeFigureOut">
              <a:rPr lang="en-US" smtClean="0"/>
              <a:t>5/8/2026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DA96D1-356A-4D34-AE7A-0DFABF1C9C5A}" type="slidenum">
              <a:rPr lang="en-US" smtClean="0"/>
              <a:t>‹#›</a:t>
            </a:fld>
            <a:endParaRPr lang="en-US"/>
          </a:p>
        </p:txBody>
      </p:sp>
    </p:spTree>
    <p:extLst>
      <p:ext uri="{BB962C8B-B14F-4D97-AF65-F5344CB8AC3E}">
        <p14:creationId xmlns:p14="http://schemas.microsoft.com/office/powerpoint/2010/main" val="1898226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40.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211.png"/><Relationship Id="rId7" Type="http://schemas.openxmlformats.org/officeDocument/2006/relationships/image" Target="../media/image60.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40.png"/><Relationship Id="rId10" Type="http://schemas.openxmlformats.org/officeDocument/2006/relationships/image" Target="../media/image90.png"/><Relationship Id="rId4" Type="http://schemas.openxmlformats.org/officeDocument/2006/relationships/image" Target="../media/image34.png"/><Relationship Id="rId9" Type="http://schemas.openxmlformats.org/officeDocument/2006/relationships/image" Target="../media/image80.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customXml" Target="../ink/ink1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5.png"/><Relationship Id="rId7" Type="http://schemas.openxmlformats.org/officeDocument/2006/relationships/image" Target="../media/image20.png"/><Relationship Id="rId12" Type="http://schemas.openxmlformats.org/officeDocument/2006/relationships/image" Target="../media/image24.png"/><Relationship Id="rId2" Type="http://schemas.openxmlformats.org/officeDocument/2006/relationships/image" Target="../media/image142.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customXml" Target="../ink/ink12.xml"/><Relationship Id="rId5" Type="http://schemas.openxmlformats.org/officeDocument/2006/relationships/image" Target="../media/image18.png"/><Relationship Id="rId10" Type="http://schemas.openxmlformats.org/officeDocument/2006/relationships/image" Target="../media/image141.png"/><Relationship Id="rId4" Type="http://schemas.openxmlformats.org/officeDocument/2006/relationships/image" Target="../media/image17.png"/><Relationship Id="rId9" Type="http://schemas.openxmlformats.org/officeDocument/2006/relationships/image" Target="../media/image23.png"/></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20.png"/><Relationship Id="rId12" Type="http://schemas.openxmlformats.org/officeDocument/2006/relationships/image" Target="../media/image26.png"/><Relationship Id="rId2"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customXml" Target="../ink/ink13.xml"/><Relationship Id="rId5" Type="http://schemas.openxmlformats.org/officeDocument/2006/relationships/image" Target="../media/image18.png"/><Relationship Id="rId10" Type="http://schemas.openxmlformats.org/officeDocument/2006/relationships/image" Target="../media/image151.png"/><Relationship Id="rId4" Type="http://schemas.openxmlformats.org/officeDocument/2006/relationships/image" Target="../media/image17.png"/><Relationship Id="rId9" Type="http://schemas.openxmlformats.org/officeDocument/2006/relationships/image" Target="../media/image23.png"/></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20.png"/><Relationship Id="rId12" Type="http://schemas.openxmlformats.org/officeDocument/2006/relationships/image" Target="../media/image27.png"/><Relationship Id="rId2"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customXml" Target="../ink/ink14.xml"/><Relationship Id="rId5" Type="http://schemas.openxmlformats.org/officeDocument/2006/relationships/image" Target="../media/image261.png"/><Relationship Id="rId10" Type="http://schemas.openxmlformats.org/officeDocument/2006/relationships/image" Target="../media/image180.png"/><Relationship Id="rId4" Type="http://schemas.openxmlformats.org/officeDocument/2006/relationships/image" Target="../media/image17.png"/><Relationship Id="rId9" Type="http://schemas.openxmlformats.org/officeDocument/2006/relationships/image" Target="../media/image23.png"/></Relationships>
</file>

<file path=ppt/slides/_rels/slide2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20.png"/><Relationship Id="rId12" Type="http://schemas.openxmlformats.org/officeDocument/2006/relationships/image" Target="../media/image29.png"/><Relationship Id="rId2"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customXml" Target="../ink/ink15.xml"/><Relationship Id="rId5" Type="http://schemas.openxmlformats.org/officeDocument/2006/relationships/image" Target="../media/image261.png"/><Relationship Id="rId10" Type="http://schemas.openxmlformats.org/officeDocument/2006/relationships/image" Target="../media/image190.png"/><Relationship Id="rId4" Type="http://schemas.openxmlformats.org/officeDocument/2006/relationships/image" Target="../media/image270.png"/><Relationship Id="rId9" Type="http://schemas.openxmlformats.org/officeDocument/2006/relationships/image" Target="../media/image23.png"/></Relationships>
</file>

<file path=ppt/slides/_rels/slide2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30.png"/><Relationship Id="rId12" Type="http://schemas.openxmlformats.org/officeDocument/2006/relationships/image" Target="../media/image31.png"/><Relationship Id="rId2"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customXml" Target="../ink/ink16.xml"/><Relationship Id="rId5" Type="http://schemas.openxmlformats.org/officeDocument/2006/relationships/image" Target="../media/image261.png"/><Relationship Id="rId10" Type="http://schemas.openxmlformats.org/officeDocument/2006/relationships/image" Target="../media/image200.png"/><Relationship Id="rId4" Type="http://schemas.openxmlformats.org/officeDocument/2006/relationships/image" Target="../media/image291.png"/><Relationship Id="rId9" Type="http://schemas.openxmlformats.org/officeDocument/2006/relationships/image" Target="../media/image23.png"/></Relationships>
</file>

<file path=ppt/slides/_rels/slide24.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2.png"/><Relationship Id="rId3" Type="http://schemas.openxmlformats.org/officeDocument/2006/relationships/image" Target="../media/image240.png"/><Relationship Id="rId7" Type="http://schemas.openxmlformats.org/officeDocument/2006/relationships/image" Target="../media/image28.png"/><Relationship Id="rId12" Type="http://schemas.openxmlformats.org/officeDocument/2006/relationships/customXml" Target="../ink/ink17.xml"/><Relationship Id="rId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261.png"/><Relationship Id="rId11" Type="http://schemas.openxmlformats.org/officeDocument/2006/relationships/image" Target="../media/image210.png"/><Relationship Id="rId5" Type="http://schemas.openxmlformats.org/officeDocument/2006/relationships/image" Target="../media/image291.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21.png"/></Relationships>
</file>

<file path=ppt/slides/_rels/slide25.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3.png"/><Relationship Id="rId3" Type="http://schemas.openxmlformats.org/officeDocument/2006/relationships/image" Target="../media/image240.png"/><Relationship Id="rId7" Type="http://schemas.openxmlformats.org/officeDocument/2006/relationships/image" Target="../media/image28.png"/><Relationship Id="rId12" Type="http://schemas.openxmlformats.org/officeDocument/2006/relationships/customXml" Target="../ink/ink18.xml"/><Relationship Id="rId2" Type="http://schemas.openxmlformats.org/officeDocument/2006/relationships/image" Target="../media/image181.png"/><Relationship Id="rId1" Type="http://schemas.openxmlformats.org/officeDocument/2006/relationships/slideLayout" Target="../slideLayouts/slideLayout2.xml"/><Relationship Id="rId6" Type="http://schemas.openxmlformats.org/officeDocument/2006/relationships/image" Target="../media/image310.png"/><Relationship Id="rId11" Type="http://schemas.openxmlformats.org/officeDocument/2006/relationships/image" Target="../media/image260.png"/><Relationship Id="rId5" Type="http://schemas.openxmlformats.org/officeDocument/2006/relationships/image" Target="../media/image291.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21.png"/></Relationships>
</file>

<file path=ppt/slides/_rels/slide2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40.png"/><Relationship Id="rId7" Type="http://schemas.openxmlformats.org/officeDocument/2006/relationships/image" Target="../media/image28.png"/><Relationship Id="rId2" Type="http://schemas.openxmlformats.org/officeDocument/2006/relationships/image" Target="../media/image181.png"/><Relationship Id="rId1" Type="http://schemas.openxmlformats.org/officeDocument/2006/relationships/slideLayout" Target="../slideLayouts/slideLayout2.xml"/><Relationship Id="rId6" Type="http://schemas.openxmlformats.org/officeDocument/2006/relationships/image" Target="../media/image310.png"/><Relationship Id="rId11" Type="http://schemas.openxmlformats.org/officeDocument/2006/relationships/image" Target="../media/image280.png"/><Relationship Id="rId5" Type="http://schemas.openxmlformats.org/officeDocument/2006/relationships/image" Target="../media/image291.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54.png"/><Relationship Id="rId7" Type="http://schemas.openxmlformats.org/officeDocument/2006/relationships/image" Target="../media/image51.png"/><Relationship Id="rId2" Type="http://schemas.openxmlformats.org/officeDocument/2006/relationships/image" Target="../media/image320.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3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32.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a:t>
            </a:r>
            <a:r>
              <a:rPr lang="en-US"/>
              <a:t>332 Spring </a:t>
            </a:r>
            <a:r>
              <a:rPr lang="en-US" dirty="0"/>
              <a:t>2026</a:t>
            </a:r>
            <a:br>
              <a:rPr lang="en-US" dirty="0"/>
            </a:br>
            <a:r>
              <a:rPr lang="en-US" dirty="0"/>
              <a:t>Lecture 17: Graphs 3</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Breadth-First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a node </a:t>
                </a:r>
                <a14:m>
                  <m:oMath xmlns:m="http://schemas.openxmlformats.org/officeDocument/2006/math">
                    <m:r>
                      <a:rPr lang="en-US" b="0" i="1" smtClean="0">
                        <a:solidFill>
                          <a:srgbClr val="FF0000"/>
                        </a:solidFill>
                        <a:latin typeface="Cambria Math"/>
                      </a:rPr>
                      <m:t>𝑠</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visit all neighbors of </a:t>
                </a:r>
                <a14:m>
                  <m:oMath xmlns:m="http://schemas.openxmlformats.org/officeDocument/2006/math">
                    <m:r>
                      <a:rPr lang="en-US" b="0" i="1" smtClean="0">
                        <a:solidFill>
                          <a:srgbClr val="FF0000"/>
                        </a:solidFill>
                        <a:latin typeface="Cambria Math"/>
                      </a:rPr>
                      <m:t>𝑠</m:t>
                    </m:r>
                  </m:oMath>
                </a14:m>
                <a:r>
                  <a:rPr lang="en-US" dirty="0"/>
                  <a:t>, then all neighbors of neighbors of </a:t>
                </a:r>
                <a14:m>
                  <m:oMath xmlns:m="http://schemas.openxmlformats.org/officeDocument/2006/math">
                    <m:r>
                      <a:rPr lang="en-US" b="0" i="1" smtClean="0">
                        <a:solidFill>
                          <a:srgbClr val="FF0000"/>
                        </a:solidFill>
                        <a:latin typeface="Cambria Math"/>
                      </a:rPr>
                      <m:t>𝑠</m:t>
                    </m:r>
                  </m:oMath>
                </a14:m>
                <a:r>
                  <a:rPr lang="en-US" dirty="0"/>
                  <a:t>, …</a:t>
                </a:r>
              </a:p>
              <a:p>
                <a:r>
                  <a:rPr lang="en-US" dirty="0"/>
                  <a:t>Visits every node reachable from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in order of distance</a:t>
                </a:r>
              </a:p>
              <a:p>
                <a:r>
                  <a:rPr lang="en-US" dirty="0"/>
                  <a:t>Output: </a:t>
                </a:r>
              </a:p>
              <a:p>
                <a:pPr lvl="1"/>
                <a:r>
                  <a:rPr lang="en-US" dirty="0"/>
                  <a:t>How long is the shortest path?</a:t>
                </a:r>
              </a:p>
              <a:p>
                <a:pPr lvl="1"/>
                <a:r>
                  <a:rPr lang="en-US" dirty="0"/>
                  <a:t>Is the graph connected?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r="-986"/>
                </a:stretch>
              </a:blipFill>
            </p:spPr>
            <p:txBody>
              <a:bodyPr/>
              <a:lstStyle/>
              <a:p>
                <a:r>
                  <a:rPr lang="en-US">
                    <a:noFill/>
                  </a:rPr>
                  <a:t> </a:t>
                </a:r>
              </a:p>
            </p:txBody>
          </p:sp>
        </mc:Fallback>
      </mc:AlternateContent>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75E60E83-EF60-B160-6395-F34703A2E2C9}"/>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A2187964-E870-5C20-5011-7EF331D8B442}"/>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4CFC0412-9146-E934-F4DC-D43CAC4D8DE1}"/>
                  </a:ext>
                </a:extLst>
              </p:cNvPr>
              <p:cNvCxnSpPr>
                <a:stCxn id="49" idx="7"/>
                <a:endCxn id="50"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08726BF-EB96-6CE6-3CBC-9B19B9874C5E}"/>
                  </a:ext>
                </a:extLst>
              </p:cNvPr>
              <p:cNvCxnSpPr>
                <a:stCxn id="50" idx="6"/>
                <a:endCxn id="53"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D3345FA-E452-9557-2472-ED7C1E1FF6F5}"/>
                  </a:ext>
                </a:extLst>
              </p:cNvPr>
              <p:cNvCxnSpPr>
                <a:stCxn id="49" idx="4"/>
                <a:endCxn id="51"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F20CE6-12E8-B8CD-4C6D-6E08BB48B8DD}"/>
                  </a:ext>
                </a:extLst>
              </p:cNvPr>
              <p:cNvCxnSpPr>
                <a:stCxn id="52" idx="3"/>
                <a:endCxn id="51"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8E65BF8-0C38-878D-43F0-DCA1382ECE78}"/>
                  </a:ext>
                </a:extLst>
              </p:cNvPr>
              <p:cNvCxnSpPr>
                <a:stCxn id="54" idx="2"/>
                <a:endCxn id="51"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E8A7D6-FA04-569D-7C8B-00D1000D5562}"/>
                  </a:ext>
                </a:extLst>
              </p:cNvPr>
              <p:cNvCxnSpPr>
                <a:stCxn id="52" idx="5"/>
                <a:endCxn id="54"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F8CFF62-24F6-E065-106D-CA91FC2FD082}"/>
                  </a:ext>
                </a:extLst>
              </p:cNvPr>
              <p:cNvCxnSpPr>
                <a:stCxn id="52" idx="7"/>
                <a:endCxn id="53"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244733C-FCCA-2B14-53BE-1D266F25D9A6}"/>
                  </a:ext>
                </a:extLst>
              </p:cNvPr>
              <p:cNvCxnSpPr>
                <a:stCxn id="54" idx="6"/>
                <a:endCxn id="55"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CAA9FF4-A914-088F-BC91-64DF4D401A0C}"/>
                  </a:ext>
                </a:extLst>
              </p:cNvPr>
              <p:cNvCxnSpPr>
                <a:stCxn id="55" idx="1"/>
                <a:endCxn id="53"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C444822-6EFB-DDAD-2CFA-EF917A222B88}"/>
                  </a:ext>
                </a:extLst>
              </p:cNvPr>
              <p:cNvCxnSpPr>
                <a:stCxn id="57" idx="2"/>
                <a:endCxn id="53"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A959733-B4ED-BA28-9EDF-61445BDDEFA8}"/>
                  </a:ext>
                </a:extLst>
              </p:cNvPr>
              <p:cNvCxnSpPr>
                <a:stCxn id="55" idx="0"/>
                <a:endCxn id="57"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8F4AA5D-0263-91BE-E34B-3CCF5E6D33A9}"/>
                  </a:ext>
                </a:extLst>
              </p:cNvPr>
              <p:cNvCxnSpPr>
                <a:stCxn id="56" idx="1"/>
                <a:endCxn id="5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ACB732B-4621-C7D4-11BA-682F7277548D}"/>
                  </a:ext>
                </a:extLst>
              </p:cNvPr>
              <p:cNvCxnSpPr>
                <a:stCxn id="56" idx="3"/>
                <a:endCxn id="55"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3753FED-EBEF-C50C-C21C-755E93539BEA}"/>
                  </a:ext>
                </a:extLst>
              </p:cNvPr>
              <p:cNvCxnSpPr>
                <a:stCxn id="50" idx="4"/>
                <a:endCxn id="51"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B5F7B4A-9EC8-F78B-2346-A30082F4B6EE}"/>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0" name="Oval 49">
                <a:extLst>
                  <a:ext uri="{FF2B5EF4-FFF2-40B4-BE49-F238E27FC236}">
                    <a16:creationId xmlns:a16="http://schemas.microsoft.com/office/drawing/2014/main" id="{BF6D25DC-D0D4-04D2-6803-B09D9B9393B3}"/>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1" name="Oval 50">
                <a:extLst>
                  <a:ext uri="{FF2B5EF4-FFF2-40B4-BE49-F238E27FC236}">
                    <a16:creationId xmlns:a16="http://schemas.microsoft.com/office/drawing/2014/main" id="{AD85C94E-8822-4B5A-41C5-2476C6E729DD}"/>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2" name="Oval 51">
                <a:extLst>
                  <a:ext uri="{FF2B5EF4-FFF2-40B4-BE49-F238E27FC236}">
                    <a16:creationId xmlns:a16="http://schemas.microsoft.com/office/drawing/2014/main" id="{379FB71B-E579-7B2A-783E-A82ED8BEA553}"/>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3" name="Oval 52">
                <a:extLst>
                  <a:ext uri="{FF2B5EF4-FFF2-40B4-BE49-F238E27FC236}">
                    <a16:creationId xmlns:a16="http://schemas.microsoft.com/office/drawing/2014/main" id="{520B4334-C074-8A41-9DB1-8ED01D36B502}"/>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Oval 53">
                <a:extLst>
                  <a:ext uri="{FF2B5EF4-FFF2-40B4-BE49-F238E27FC236}">
                    <a16:creationId xmlns:a16="http://schemas.microsoft.com/office/drawing/2014/main" id="{7ED46E86-17A7-C404-82BA-A842355628A9}"/>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5" name="Oval 54">
                <a:extLst>
                  <a:ext uri="{FF2B5EF4-FFF2-40B4-BE49-F238E27FC236}">
                    <a16:creationId xmlns:a16="http://schemas.microsoft.com/office/drawing/2014/main" id="{8229461C-16BC-CC4C-AFAC-1E5547FEB92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6" name="Oval 55">
                <a:extLst>
                  <a:ext uri="{FF2B5EF4-FFF2-40B4-BE49-F238E27FC236}">
                    <a16:creationId xmlns:a16="http://schemas.microsoft.com/office/drawing/2014/main" id="{B2094438-55C6-D79E-8879-4351A8143ED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7" name="Oval 56">
                <a:extLst>
                  <a:ext uri="{FF2B5EF4-FFF2-40B4-BE49-F238E27FC236}">
                    <a16:creationId xmlns:a16="http://schemas.microsoft.com/office/drawing/2014/main" id="{8C98B4E5-D147-0466-56D0-8ED4B6840997}"/>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30932EFF-C21A-C8FB-6275-23E9BF2E34BA}"/>
                </a:ext>
              </a:extLst>
            </p:cNvPr>
            <p:cNvCxnSpPr>
              <a:cxnSpLocks/>
              <a:stCxn id="55" idx="7"/>
              <a:endCxn id="57"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739BBA3-18B2-BF36-7317-ED47E1F53C5D}"/>
                </a:ext>
              </a:extLst>
            </p:cNvPr>
            <p:cNvCxnSpPr>
              <a:cxnSpLocks/>
              <a:stCxn id="54" idx="3"/>
              <a:endCxn id="51"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74278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BFS – Pseudocode</a:t>
            </a:r>
          </a:p>
        </p:txBody>
      </p:sp>
      <p:sp>
        <p:nvSpPr>
          <p:cNvPr id="43" name="TextBox 42"/>
          <p:cNvSpPr txBox="1"/>
          <p:nvPr/>
        </p:nvSpPr>
        <p:spPr>
          <a:xfrm>
            <a:off x="5194496" y="414158"/>
            <a:ext cx="8686800" cy="6124754"/>
          </a:xfrm>
          <a:prstGeom prst="rect">
            <a:avLst/>
          </a:prstGeom>
          <a:noFill/>
        </p:spPr>
        <p:txBody>
          <a:bodyPr wrap="square" rtlCol="0">
            <a:spAutoFit/>
          </a:bodyPr>
          <a:lstStyle/>
          <a:p>
            <a:r>
              <a:rPr lang="en-US" sz="2800" dirty="0"/>
              <a:t>void </a:t>
            </a:r>
            <a:r>
              <a:rPr lang="en-US" sz="2800" dirty="0" err="1"/>
              <a:t>bfs</a:t>
            </a:r>
            <a:r>
              <a:rPr lang="en-US" sz="2800" dirty="0"/>
              <a:t>(graph, s){</a:t>
            </a:r>
          </a:p>
          <a:p>
            <a:r>
              <a:rPr lang="en-US" sz="2800" dirty="0"/>
              <a:t>	found = new Queue();</a:t>
            </a:r>
          </a:p>
          <a:p>
            <a:r>
              <a:rPr lang="en-US" sz="2800" dirty="0"/>
              <a:t>	</a:t>
            </a:r>
            <a:r>
              <a:rPr lang="en-US" sz="2800" dirty="0" err="1"/>
              <a:t>found.enqueue</a:t>
            </a:r>
            <a:r>
              <a:rPr lang="en-US" sz="2800" dirty="0"/>
              <a:t>(s);</a:t>
            </a:r>
          </a:p>
          <a:p>
            <a:r>
              <a:rPr lang="en-US" sz="2800" dirty="0"/>
              <a:t>	mark s as “visited”;</a:t>
            </a:r>
          </a:p>
          <a:p>
            <a:r>
              <a:rPr lang="en-US" sz="2800" dirty="0"/>
              <a:t>	While (!</a:t>
            </a:r>
            <a:r>
              <a:rPr lang="en-US" sz="2800" dirty="0" err="1"/>
              <a:t>found.isEmpty</a:t>
            </a:r>
            <a:r>
              <a:rPr lang="en-US" sz="2800" dirty="0"/>
              <a:t>()){</a:t>
            </a:r>
          </a:p>
          <a:p>
            <a:r>
              <a:rPr lang="en-US" sz="2800" dirty="0"/>
              <a:t>		current = </a:t>
            </a:r>
            <a:r>
              <a:rPr lang="en-US" sz="2800" dirty="0" err="1"/>
              <a:t>found.dequeue</a:t>
            </a:r>
            <a:r>
              <a:rPr lang="en-US" sz="2800" dirty="0"/>
              <a:t>();</a:t>
            </a:r>
          </a:p>
          <a:p>
            <a:r>
              <a:rPr lang="en-US" sz="2800" dirty="0"/>
              <a:t>		for (v : neighbors(current)){</a:t>
            </a:r>
          </a:p>
          <a:p>
            <a:r>
              <a:rPr lang="en-US" sz="2800" dirty="0"/>
              <a:t>			if (! v marked “visited”){</a:t>
            </a:r>
          </a:p>
          <a:p>
            <a:r>
              <a:rPr lang="en-US" sz="2800" dirty="0"/>
              <a:t>				mark v as “visited”;</a:t>
            </a:r>
          </a:p>
          <a:p>
            <a:r>
              <a:rPr lang="en-US" sz="2800" dirty="0"/>
              <a:t>				</a:t>
            </a:r>
            <a:r>
              <a:rPr lang="en-US" sz="2800" dirty="0" err="1"/>
              <a:t>found.enqueue</a:t>
            </a:r>
            <a:r>
              <a:rPr lang="en-US" sz="2800" dirty="0"/>
              <a:t>(v);</a:t>
            </a:r>
          </a:p>
          <a:p>
            <a:r>
              <a:rPr lang="en-US" sz="2800" dirty="0"/>
              <a:t>			}</a:t>
            </a:r>
          </a:p>
          <a:p>
            <a:r>
              <a:rPr lang="en-US" sz="2800" dirty="0"/>
              <a:t>		}</a:t>
            </a:r>
          </a:p>
          <a:p>
            <a:r>
              <a:rPr lang="en-US" sz="2800" dirty="0"/>
              <a:t>	}	</a:t>
            </a:r>
          </a:p>
          <a:p>
            <a:r>
              <a:rPr lang="en-US" sz="2800" dirty="0"/>
              <a:t>}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685445-E91C-3488-3626-7813352F07C6}"/>
                  </a:ext>
                </a:extLst>
              </p:cNvPr>
              <p:cNvSpPr txBox="1"/>
              <p:nvPr/>
            </p:nvSpPr>
            <p:spPr>
              <a:xfrm>
                <a:off x="565536" y="4880066"/>
                <a:ext cx="4201535" cy="523220"/>
              </a:xfrm>
              <a:prstGeom prst="rect">
                <a:avLst/>
              </a:prstGeom>
              <a:noFill/>
            </p:spPr>
            <p:txBody>
              <a:bodyPr wrap="none" rtlCol="0">
                <a:spAutoFit/>
              </a:bodyPr>
              <a:lstStyle/>
              <a:p>
                <a:r>
                  <a:rPr lang="en-US" sz="2800" dirty="0">
                    <a:solidFill>
                      <a:srgbClr val="FF0000"/>
                    </a:solidFill>
                  </a:rPr>
                  <a:t>Running time: </a:t>
                </a:r>
                <a14:m>
                  <m:oMath xmlns:m="http://schemas.openxmlformats.org/officeDocument/2006/math">
                    <m:r>
                      <m:rPr>
                        <m:sty m:val="p"/>
                      </m:rPr>
                      <a:rPr lang="en-US" sz="2800" b="0" i="0" smtClean="0">
                        <a:solidFill>
                          <a:srgbClr val="FF0000"/>
                        </a:solidFill>
                        <a:latin typeface="Cambria Math" panose="02040503050406030204" pitchFamily="18" charset="0"/>
                      </a:rPr>
                      <m:t>Θ</m:t>
                    </m:r>
                    <m:d>
                      <m:dPr>
                        <m:ctrlPr>
                          <a:rPr lang="en-US" sz="2800" b="0" i="1" smtClean="0">
                            <a:solidFill>
                              <a:srgbClr val="FF0000"/>
                            </a:solidFill>
                            <a:latin typeface="Cambria Math" panose="02040503050406030204" pitchFamily="18" charset="0"/>
                          </a:rPr>
                        </m:ctrlPr>
                      </m:dPr>
                      <m:e>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𝑉</m:t>
                            </m:r>
                          </m:e>
                        </m:d>
                        <m:r>
                          <a:rPr lang="en-US" sz="2800" b="0" i="1" smtClean="0">
                            <a:solidFill>
                              <a:srgbClr val="FF0000"/>
                            </a:solidFill>
                            <a:latin typeface="Cambria Math" panose="02040503050406030204" pitchFamily="18" charset="0"/>
                          </a:rPr>
                          <m:t>+</m:t>
                        </m:r>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𝐸</m:t>
                            </m:r>
                          </m:e>
                        </m:d>
                      </m:e>
                    </m:d>
                  </m:oMath>
                </a14:m>
                <a:endParaRPr lang="en-US" sz="2800" dirty="0">
                  <a:solidFill>
                    <a:srgbClr val="FF0000"/>
                  </a:solidFill>
                </a:endParaRPr>
              </a:p>
            </p:txBody>
          </p:sp>
        </mc:Choice>
        <mc:Fallback xmlns="">
          <p:sp>
            <p:nvSpPr>
              <p:cNvPr id="3" name="TextBox 2">
                <a:extLst>
                  <a:ext uri="{FF2B5EF4-FFF2-40B4-BE49-F238E27FC236}">
                    <a16:creationId xmlns:a16="http://schemas.microsoft.com/office/drawing/2014/main" id="{F7685445-E91C-3488-3626-7813352F07C6}"/>
                  </a:ext>
                </a:extLst>
              </p:cNvPr>
              <p:cNvSpPr txBox="1">
                <a:spLocks noRot="1" noChangeAspect="1" noMove="1" noResize="1" noEditPoints="1" noAdjustHandles="1" noChangeArrowheads="1" noChangeShapeType="1" noTextEdit="1"/>
              </p:cNvSpPr>
              <p:nvPr/>
            </p:nvSpPr>
            <p:spPr>
              <a:xfrm>
                <a:off x="565536" y="4880066"/>
                <a:ext cx="4201535" cy="523220"/>
              </a:xfrm>
              <a:prstGeom prst="rect">
                <a:avLst/>
              </a:prstGeom>
              <a:blipFill>
                <a:blip r:embed="rId2"/>
                <a:stretch>
                  <a:fillRect l="-3048" t="-11765" b="-34118"/>
                </a:stretch>
              </a:blipFill>
            </p:spPr>
            <p:txBody>
              <a:bodyPr/>
              <a:lstStyle/>
              <a:p>
                <a:r>
                  <a:rPr lang="en-US">
                    <a:noFill/>
                  </a:rPr>
                  <a:t> </a:t>
                </a:r>
              </a:p>
            </p:txBody>
          </p:sp>
        </mc:Fallback>
      </mc:AlternateContent>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05DE2EC2-2F8B-20FE-8951-E2BD5C549C1C}"/>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FB1968D4-0ECC-068E-765A-3DF8DE21145C}"/>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027EFB9C-1AD6-9281-AA30-5BE0BBE83EAC}"/>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C7B5A33-2C67-775A-F9F8-9849005F705A}"/>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E578285-E842-D666-EFFF-FAC536B41CA6}"/>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344E26-0374-B29A-3047-F12847819446}"/>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6777E69-513F-8E97-420E-4508C3786C63}"/>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6D715E8-E960-3FE6-7B4F-3ED4B6D49FDA}"/>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6249CD4-F9C0-5A68-8D91-891A4FA839E0}"/>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04DB22-82A3-0118-6481-472F7A6AF3F1}"/>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D26EFBD-31D4-049E-B188-F35998D684F2}"/>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0849E95-CB0E-ABD6-850A-E61EBDEFACAA}"/>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8AD1B02-958A-B3BD-72CC-9B0590B340F7}"/>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8B0F441-A7E2-FA9E-92EB-30933184D3BE}"/>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A0B411A-7680-5A59-15AD-2CE231F51725}"/>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B8A6D9A-B0B6-1AB8-DA09-FDB8212801F7}"/>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264BFE18-A20F-D4C8-0B8F-13C5DDCAC640}"/>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67ECD6AE-5FC3-1D62-3146-0E728A59E99C}"/>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CC9B2643-4AE7-7327-D66E-875DFE9D352B}"/>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D2A84FF5-BE60-6F0B-E7E8-AC31F8FD91F1}"/>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7725E181-533F-9D89-A8B9-60FC2F93CD5E}"/>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089257CE-86BE-EB39-0021-0B5F58AB7E2C}"/>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95D391F7-C135-F995-9D25-9947220935E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34A9BCF0-A3F7-F8A4-C80C-FD60E28E095D}"/>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150E87BD-E051-DE7A-3950-ABE1A2CEA1DE}"/>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6D9BE6BC-AF01-B341-278E-F84FB764CC8F}"/>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0182084-CD52-8859-188D-BB9EC0EBC053}"/>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9806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7D05F-C10D-73F2-3AAF-B8AAB9DD5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01F6E3-1E1C-389A-3D32-70E8B4176BE9}"/>
              </a:ext>
            </a:extLst>
          </p:cNvPr>
          <p:cNvSpPr>
            <a:spLocks noGrp="1"/>
          </p:cNvSpPr>
          <p:nvPr>
            <p:ph type="title"/>
          </p:nvPr>
        </p:nvSpPr>
        <p:spPr/>
        <p:txBody>
          <a:bodyPr>
            <a:normAutofit/>
          </a:bodyPr>
          <a:lstStyle/>
          <a:p>
            <a:r>
              <a:rPr lang="en-US" dirty="0"/>
              <a:t>BFS – Worked Example</a:t>
            </a:r>
          </a:p>
        </p:txBody>
      </p:sp>
      <p:sp>
        <p:nvSpPr>
          <p:cNvPr id="3" name="TextBox 2">
            <a:extLst>
              <a:ext uri="{FF2B5EF4-FFF2-40B4-BE49-F238E27FC236}">
                <a16:creationId xmlns:a16="http://schemas.microsoft.com/office/drawing/2014/main" id="{2A549A85-396E-4DD3-B156-C50E133349BF}"/>
              </a:ext>
            </a:extLst>
          </p:cNvPr>
          <p:cNvSpPr txBox="1"/>
          <p:nvPr/>
        </p:nvSpPr>
        <p:spPr>
          <a:xfrm>
            <a:off x="311300" y="4450870"/>
            <a:ext cx="5105437" cy="1815882"/>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p:txBody>
      </p:sp>
      <p:graphicFrame>
        <p:nvGraphicFramePr>
          <p:cNvPr id="7" name="Table 6">
            <a:extLst>
              <a:ext uri="{FF2B5EF4-FFF2-40B4-BE49-F238E27FC236}">
                <a16:creationId xmlns:a16="http://schemas.microsoft.com/office/drawing/2014/main" id="{44DC8385-3149-ADA1-65A8-6FC96A350388}"/>
              </a:ext>
            </a:extLst>
          </p:cNvPr>
          <p:cNvGraphicFramePr>
            <a:graphicFrameLocks noGrp="1"/>
          </p:cNvGraphicFramePr>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r>
                        <a:rPr lang="en-US" dirty="0"/>
                        <a:t>True</a:t>
                      </a:r>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10" name="Group 9" descr="Discovered but not-yet visited nodes are stored in a queue">
            <a:extLst>
              <a:ext uri="{FF2B5EF4-FFF2-40B4-BE49-F238E27FC236}">
                <a16:creationId xmlns:a16="http://schemas.microsoft.com/office/drawing/2014/main" id="{8E78528F-B481-501B-80C8-3ACEF731F1AB}"/>
              </a:ext>
            </a:extLst>
          </p:cNvPr>
          <p:cNvGrpSpPr/>
          <p:nvPr/>
        </p:nvGrpSpPr>
        <p:grpSpPr>
          <a:xfrm>
            <a:off x="5742926" y="5619404"/>
            <a:ext cx="6036209" cy="647348"/>
            <a:chOff x="5742926" y="5619404"/>
            <a:chExt cx="6036209" cy="647348"/>
          </a:xfrm>
        </p:grpSpPr>
        <p:sp>
          <p:nvSpPr>
            <p:cNvPr id="8" name="Rectangle 7">
              <a:extLst>
                <a:ext uri="{FF2B5EF4-FFF2-40B4-BE49-F238E27FC236}">
                  <a16:creationId xmlns:a16="http://schemas.microsoft.com/office/drawing/2014/main" id="{F08B7A96-F20F-58E9-9395-737B04B7460B}"/>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B55E0C5-A13E-712E-C130-6D7FE34C5699}"/>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p:grpSp>
        <p:nvGrpSpPr>
          <p:cNvPr id="5" name="Group 4"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471537E6-B258-49CA-A0DC-14BBCAB791D6}"/>
              </a:ext>
            </a:extLst>
          </p:cNvPr>
          <p:cNvGrpSpPr/>
          <p:nvPr/>
        </p:nvGrpSpPr>
        <p:grpSpPr>
          <a:xfrm>
            <a:off x="474420" y="1517187"/>
            <a:ext cx="4385159" cy="2420607"/>
            <a:chOff x="1524000" y="2625729"/>
            <a:chExt cx="7044346" cy="3888478"/>
          </a:xfrm>
        </p:grpSpPr>
        <p:grpSp>
          <p:nvGrpSpPr>
            <p:cNvPr id="6" name="Group 5">
              <a:extLst>
                <a:ext uri="{FF2B5EF4-FFF2-40B4-BE49-F238E27FC236}">
                  <a16:creationId xmlns:a16="http://schemas.microsoft.com/office/drawing/2014/main" id="{3F725365-0377-FA45-1BA3-D4380AE9572B}"/>
                </a:ext>
              </a:extLst>
            </p:cNvPr>
            <p:cNvGrpSpPr/>
            <p:nvPr/>
          </p:nvGrpSpPr>
          <p:grpSpPr>
            <a:xfrm>
              <a:off x="1524000" y="2625729"/>
              <a:ext cx="7044346" cy="3888478"/>
              <a:chOff x="0" y="3020093"/>
              <a:chExt cx="7044346" cy="3888478"/>
            </a:xfrm>
          </p:grpSpPr>
          <p:cxnSp>
            <p:nvCxnSpPr>
              <p:cNvPr id="13" name="Straight Connector 12">
                <a:extLst>
                  <a:ext uri="{FF2B5EF4-FFF2-40B4-BE49-F238E27FC236}">
                    <a16:creationId xmlns:a16="http://schemas.microsoft.com/office/drawing/2014/main" id="{9C3F17D6-AD9A-9059-F023-A49625875477}"/>
                  </a:ext>
                </a:extLst>
              </p:cNvPr>
              <p:cNvCxnSpPr>
                <a:stCxn id="27" idx="7"/>
                <a:endCxn id="2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AE32919-F6B3-F9B6-EAA8-75796230018F}"/>
                  </a:ext>
                </a:extLst>
              </p:cNvPr>
              <p:cNvCxnSpPr>
                <a:stCxn id="28" idx="6"/>
                <a:endCxn id="43"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D61580C-C9DB-F0C9-228C-7C0C4336283F}"/>
                  </a:ext>
                </a:extLst>
              </p:cNvPr>
              <p:cNvCxnSpPr>
                <a:stCxn id="27" idx="4"/>
                <a:endCxn id="2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61D698A-077E-160C-0B56-9B01772BFDAC}"/>
                  </a:ext>
                </a:extLst>
              </p:cNvPr>
              <p:cNvCxnSpPr>
                <a:stCxn id="30" idx="3"/>
                <a:endCxn id="2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04FE36B-E991-9A9B-37E1-785016281F1C}"/>
                  </a:ext>
                </a:extLst>
              </p:cNvPr>
              <p:cNvCxnSpPr>
                <a:stCxn id="47" idx="2"/>
                <a:endCxn id="2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C050821-0232-FD8E-B775-E3FF54DEED9A}"/>
                  </a:ext>
                </a:extLst>
              </p:cNvPr>
              <p:cNvCxnSpPr>
                <a:stCxn id="30" idx="5"/>
                <a:endCxn id="47"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D61863-28CA-406A-7037-E7FAEB23EA96}"/>
                  </a:ext>
                </a:extLst>
              </p:cNvPr>
              <p:cNvCxnSpPr>
                <a:stCxn id="30" idx="7"/>
                <a:endCxn id="43"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F0BAB7B-A04E-A8DC-D0FE-E96FB1010E96}"/>
                  </a:ext>
                </a:extLst>
              </p:cNvPr>
              <p:cNvCxnSpPr>
                <a:stCxn id="47" idx="6"/>
                <a:endCxn id="48"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1A39E06-72F0-B4AF-2BF2-E7EE11024651}"/>
                  </a:ext>
                </a:extLst>
              </p:cNvPr>
              <p:cNvCxnSpPr>
                <a:stCxn id="48" idx="1"/>
                <a:endCxn id="43"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8797A5A-7DB5-02FD-76D9-E7CC329D6C14}"/>
                  </a:ext>
                </a:extLst>
              </p:cNvPr>
              <p:cNvCxnSpPr>
                <a:stCxn id="50" idx="2"/>
                <a:endCxn id="43"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7095339-34C9-3938-2351-C20C3DD08B12}"/>
                  </a:ext>
                </a:extLst>
              </p:cNvPr>
              <p:cNvCxnSpPr>
                <a:stCxn id="48" idx="0"/>
                <a:endCxn id="50"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0C34311-CBBE-D069-0DCE-FC93393EEB85}"/>
                  </a:ext>
                </a:extLst>
              </p:cNvPr>
              <p:cNvCxnSpPr>
                <a:stCxn id="49" idx="1"/>
                <a:endCxn id="50"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1EBA-07B9-6224-593F-BF523AF43AC6}"/>
                  </a:ext>
                </a:extLst>
              </p:cNvPr>
              <p:cNvCxnSpPr>
                <a:stCxn id="49" idx="3"/>
                <a:endCxn id="48"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3C669BC-51EB-5B18-C9A3-45BAD2B202B1}"/>
                  </a:ext>
                </a:extLst>
              </p:cNvPr>
              <p:cNvCxnSpPr>
                <a:stCxn id="28" idx="4"/>
                <a:endCxn id="2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4DE4569E-0F68-7C5E-2276-6AF38FA65018}"/>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8" name="Oval 27">
                <a:extLst>
                  <a:ext uri="{FF2B5EF4-FFF2-40B4-BE49-F238E27FC236}">
                    <a16:creationId xmlns:a16="http://schemas.microsoft.com/office/drawing/2014/main" id="{3AE4927C-7862-D63F-EC7A-F4324891FC94}"/>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9" name="Oval 28">
                <a:extLst>
                  <a:ext uri="{FF2B5EF4-FFF2-40B4-BE49-F238E27FC236}">
                    <a16:creationId xmlns:a16="http://schemas.microsoft.com/office/drawing/2014/main" id="{3D86C76F-0D9F-EBDC-BAF7-A71A4B544AA1}"/>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0" name="Oval 29">
                <a:extLst>
                  <a:ext uri="{FF2B5EF4-FFF2-40B4-BE49-F238E27FC236}">
                    <a16:creationId xmlns:a16="http://schemas.microsoft.com/office/drawing/2014/main" id="{7F5D11B7-F846-0B8D-7DF7-85BC189BE14B}"/>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3" name="Oval 42">
                <a:extLst>
                  <a:ext uri="{FF2B5EF4-FFF2-40B4-BE49-F238E27FC236}">
                    <a16:creationId xmlns:a16="http://schemas.microsoft.com/office/drawing/2014/main" id="{12E57616-D50C-9D9A-C26F-4D99B95AB73D}"/>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7" name="Oval 46">
                <a:extLst>
                  <a:ext uri="{FF2B5EF4-FFF2-40B4-BE49-F238E27FC236}">
                    <a16:creationId xmlns:a16="http://schemas.microsoft.com/office/drawing/2014/main" id="{D93EB31A-40DE-888E-DB97-54A5FF5EA6EA}"/>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8" name="Oval 47">
                <a:extLst>
                  <a:ext uri="{FF2B5EF4-FFF2-40B4-BE49-F238E27FC236}">
                    <a16:creationId xmlns:a16="http://schemas.microsoft.com/office/drawing/2014/main" id="{696A9CA9-088E-F93D-6FC4-BBB92309895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9" name="Oval 48">
                <a:extLst>
                  <a:ext uri="{FF2B5EF4-FFF2-40B4-BE49-F238E27FC236}">
                    <a16:creationId xmlns:a16="http://schemas.microsoft.com/office/drawing/2014/main" id="{F9DC6670-B0FF-AB4C-30E6-9B6CACEAC998}"/>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0" name="Oval 49">
                <a:extLst>
                  <a:ext uri="{FF2B5EF4-FFF2-40B4-BE49-F238E27FC236}">
                    <a16:creationId xmlns:a16="http://schemas.microsoft.com/office/drawing/2014/main" id="{910F52F4-D6B8-8888-739F-FCA67F6662E2}"/>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1" name="Straight Connector 10">
              <a:extLst>
                <a:ext uri="{FF2B5EF4-FFF2-40B4-BE49-F238E27FC236}">
                  <a16:creationId xmlns:a16="http://schemas.microsoft.com/office/drawing/2014/main" id="{C88F9F5D-D32E-B447-CCEA-E327CAA853B5}"/>
                </a:ext>
              </a:extLst>
            </p:cNvPr>
            <p:cNvCxnSpPr>
              <a:cxnSpLocks/>
              <a:stCxn id="48" idx="7"/>
              <a:endCxn id="50"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058E8F9-F64E-2630-0B46-FFE0A1F50B30}"/>
                </a:ext>
              </a:extLst>
            </p:cNvPr>
            <p:cNvCxnSpPr>
              <a:cxnSpLocks/>
              <a:stCxn id="47" idx="3"/>
              <a:endCxn id="2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A2812BF-1126-F85C-38C8-FC6B076EF570}"/>
                  </a:ext>
                </a:extLst>
              </p14:cNvPr>
              <p14:cNvContentPartPr/>
              <p14:nvPr/>
            </p14:nvContentPartPr>
            <p14:xfrm>
              <a:off x="328680" y="600120"/>
              <a:ext cx="11332080" cy="5930640"/>
            </p14:xfrm>
          </p:contentPart>
        </mc:Choice>
        <mc:Fallback>
          <p:pic>
            <p:nvPicPr>
              <p:cNvPr id="4" name="Ink 3">
                <a:extLst>
                  <a:ext uri="{FF2B5EF4-FFF2-40B4-BE49-F238E27FC236}">
                    <a16:creationId xmlns:a16="http://schemas.microsoft.com/office/drawing/2014/main" id="{FA2812BF-1126-F85C-38C8-FC6B076EF570}"/>
                  </a:ext>
                </a:extLst>
              </p:cNvPr>
              <p:cNvPicPr/>
              <p:nvPr/>
            </p:nvPicPr>
            <p:blipFill>
              <a:blip r:embed="rId3"/>
              <a:stretch>
                <a:fillRect/>
              </a:stretch>
            </p:blipFill>
            <p:spPr>
              <a:xfrm>
                <a:off x="319320" y="590760"/>
                <a:ext cx="11350800" cy="5949360"/>
              </a:xfrm>
              <a:prstGeom prst="rect">
                <a:avLst/>
              </a:prstGeom>
            </p:spPr>
          </p:pic>
        </mc:Fallback>
      </mc:AlternateContent>
    </p:spTree>
    <p:extLst>
      <p:ext uri="{BB962C8B-B14F-4D97-AF65-F5344CB8AC3E}">
        <p14:creationId xmlns:p14="http://schemas.microsoft.com/office/powerpoint/2010/main" val="1315066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9" y="117543"/>
            <a:ext cx="10972800" cy="1143000"/>
          </a:xfrm>
        </p:spPr>
        <p:txBody>
          <a:bodyPr>
            <a:normAutofit/>
          </a:bodyPr>
          <a:lstStyle/>
          <a:p>
            <a:r>
              <a:rPr lang="en-US" sz="3600" dirty="0"/>
              <a:t>Find Distance (unweighted)</a:t>
            </a:r>
          </a:p>
        </p:txBody>
      </p:sp>
      <p:sp>
        <p:nvSpPr>
          <p:cNvPr id="3" name="TextBox 2">
            <a:extLst>
              <a:ext uri="{FF2B5EF4-FFF2-40B4-BE49-F238E27FC236}">
                <a16:creationId xmlns:a16="http://schemas.microsoft.com/office/drawing/2014/main" id="{3A1EF236-31C1-EF76-BCC3-71E806C76908}"/>
              </a:ext>
            </a:extLst>
          </p:cNvPr>
          <p:cNvSpPr txBox="1"/>
          <p:nvPr/>
        </p:nvSpPr>
        <p:spPr>
          <a:xfrm>
            <a:off x="197532" y="4632030"/>
            <a:ext cx="5007570" cy="954107"/>
          </a:xfrm>
          <a:prstGeom prst="rect">
            <a:avLst/>
          </a:prstGeom>
          <a:noFill/>
          <a:ln>
            <a:solidFill>
              <a:srgbClr val="FF0000"/>
            </a:solidFill>
          </a:ln>
        </p:spPr>
        <p:txBody>
          <a:bodyPr wrap="square" rtlCol="0">
            <a:spAutoFit/>
          </a:bodyPr>
          <a:lstStyle/>
          <a:p>
            <a:r>
              <a:rPr lang="en-US" sz="2800" dirty="0">
                <a:solidFill>
                  <a:srgbClr val="FF0000"/>
                </a:solidFill>
              </a:rPr>
              <a:t>Idea: when it’s seen, remember its “layer” depth!</a:t>
            </a:r>
          </a:p>
        </p:txBody>
      </p:sp>
      <p:sp>
        <p:nvSpPr>
          <p:cNvPr id="43" name="TextBox 42"/>
          <p:cNvSpPr txBox="1"/>
          <p:nvPr/>
        </p:nvSpPr>
        <p:spPr>
          <a:xfrm>
            <a:off x="5506979" y="197326"/>
            <a:ext cx="8686800" cy="6740307"/>
          </a:xfrm>
          <a:prstGeom prst="rect">
            <a:avLst/>
          </a:prstGeom>
          <a:noFill/>
        </p:spPr>
        <p:txBody>
          <a:bodyPr wrap="square" rtlCol="0">
            <a:spAutoFit/>
          </a:bodyPr>
          <a:lstStyle/>
          <a:p>
            <a:r>
              <a:rPr lang="en-US" sz="2400" dirty="0"/>
              <a:t>int </a:t>
            </a:r>
            <a:r>
              <a:rPr lang="en-US" sz="2400" dirty="0" err="1"/>
              <a:t>findDistance</a:t>
            </a:r>
            <a:r>
              <a:rPr lang="en-US" sz="2400" dirty="0"/>
              <a:t>(graph, s, t){</a:t>
            </a:r>
          </a:p>
          <a:p>
            <a:r>
              <a:rPr lang="en-US" sz="2400" dirty="0"/>
              <a:t>	found = new Queue();</a:t>
            </a:r>
          </a:p>
          <a:p>
            <a:r>
              <a:rPr lang="en-US" sz="2400" dirty="0"/>
              <a:t>	</a:t>
            </a:r>
            <a:r>
              <a:rPr lang="en-US" sz="2400" dirty="0">
                <a:solidFill>
                  <a:srgbClr val="FF0000"/>
                </a:solidFill>
              </a:rPr>
              <a:t>layer = 0;</a:t>
            </a:r>
          </a:p>
          <a:p>
            <a:r>
              <a:rPr lang="en-US" sz="2400" dirty="0"/>
              <a:t>	</a:t>
            </a:r>
            <a:r>
              <a:rPr lang="en-US" sz="2400" dirty="0" err="1"/>
              <a:t>found.enqueue</a:t>
            </a:r>
            <a:r>
              <a:rPr lang="en-US" sz="2400" dirty="0"/>
              <a:t>(s);</a:t>
            </a:r>
          </a:p>
          <a:p>
            <a:r>
              <a:rPr lang="en-US" sz="2400" dirty="0"/>
              <a:t>	mark s as “visited”;</a:t>
            </a:r>
          </a:p>
          <a:p>
            <a:r>
              <a:rPr lang="en-US" sz="2400" dirty="0"/>
              <a:t>	While (!</a:t>
            </a:r>
            <a:r>
              <a:rPr lang="en-US" sz="2400" dirty="0" err="1"/>
              <a:t>found.isEmpty</a:t>
            </a:r>
            <a:r>
              <a:rPr lang="en-US" sz="2400" dirty="0"/>
              <a:t>()){</a:t>
            </a:r>
          </a:p>
          <a:p>
            <a:r>
              <a:rPr lang="en-US" sz="2400" dirty="0"/>
              <a:t>		current = </a:t>
            </a:r>
            <a:r>
              <a:rPr lang="en-US" sz="2400" dirty="0" err="1"/>
              <a:t>found.dequeue</a:t>
            </a:r>
            <a:r>
              <a:rPr lang="en-US" sz="2400" dirty="0"/>
              <a:t>();</a:t>
            </a:r>
          </a:p>
          <a:p>
            <a:r>
              <a:rPr lang="en-US" sz="2400" dirty="0"/>
              <a:t>		</a:t>
            </a:r>
            <a:r>
              <a:rPr lang="en-US" sz="2400" dirty="0">
                <a:solidFill>
                  <a:srgbClr val="FF0000"/>
                </a:solidFill>
              </a:rPr>
              <a:t>layer = depth of current;</a:t>
            </a:r>
          </a:p>
          <a:p>
            <a:r>
              <a:rPr lang="en-US" sz="2400" dirty="0"/>
              <a:t>		for (v : neighbors(current)){</a:t>
            </a:r>
          </a:p>
          <a:p>
            <a:r>
              <a:rPr lang="en-US" sz="2400" dirty="0"/>
              <a:t>			if (! v marked “visited”){</a:t>
            </a:r>
          </a:p>
          <a:p>
            <a:r>
              <a:rPr lang="en-US" sz="2400" dirty="0"/>
              <a:t>				mark v as “visited”;</a:t>
            </a:r>
          </a:p>
          <a:p>
            <a:r>
              <a:rPr lang="en-US" sz="2400" dirty="0"/>
              <a:t>				</a:t>
            </a:r>
            <a:r>
              <a:rPr lang="en-US" sz="2400" dirty="0">
                <a:solidFill>
                  <a:srgbClr val="FF0000"/>
                </a:solidFill>
              </a:rPr>
              <a:t>depth of v = layer + 1;</a:t>
            </a:r>
          </a:p>
          <a:p>
            <a:r>
              <a:rPr lang="en-US" sz="2400" dirty="0"/>
              <a:t>				</a:t>
            </a:r>
            <a:r>
              <a:rPr lang="en-US" sz="2400" dirty="0" err="1"/>
              <a:t>found.enqueue</a:t>
            </a:r>
            <a:r>
              <a:rPr lang="en-US" sz="2400" dirty="0"/>
              <a:t>(v);</a:t>
            </a:r>
          </a:p>
          <a:p>
            <a:r>
              <a:rPr lang="en-US" sz="2400" dirty="0"/>
              <a:t>			}</a:t>
            </a:r>
          </a:p>
          <a:p>
            <a:r>
              <a:rPr lang="en-US" sz="2400" dirty="0"/>
              <a:t>		}</a:t>
            </a:r>
          </a:p>
          <a:p>
            <a:r>
              <a:rPr lang="en-US" sz="2400" dirty="0"/>
              <a:t>	}</a:t>
            </a:r>
          </a:p>
          <a:p>
            <a:r>
              <a:rPr lang="en-US" sz="2400" dirty="0"/>
              <a:t>	</a:t>
            </a:r>
            <a:r>
              <a:rPr lang="en-US" sz="2400" dirty="0">
                <a:solidFill>
                  <a:srgbClr val="FF0000"/>
                </a:solidFill>
              </a:rPr>
              <a:t>return depth of t;</a:t>
            </a:r>
            <a:r>
              <a:rPr lang="en-US" sz="2400" dirty="0"/>
              <a:t>	</a:t>
            </a:r>
          </a:p>
          <a:p>
            <a:r>
              <a:rPr lang="en-US" sz="2400" dirty="0"/>
              <a:t>}			</a:t>
            </a:r>
          </a:p>
        </p:txBody>
      </p:sp>
      <p:grpSp>
        <p:nvGrpSpPr>
          <p:cNvPr id="5" name="Group 4"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10;&#10;The edges followed in the BFS form a tree on the graph. For this graph the tree is:&#10;(1,2), (1,3), (2,5), (3,4), (4,6), (5,8), (8,7)">
            <a:extLst>
              <a:ext uri="{FF2B5EF4-FFF2-40B4-BE49-F238E27FC236}">
                <a16:creationId xmlns:a16="http://schemas.microsoft.com/office/drawing/2014/main" id="{0418904D-A23D-F7E7-77F7-9C5654D8606A}"/>
              </a:ext>
            </a:extLst>
          </p:cNvPr>
          <p:cNvGrpSpPr/>
          <p:nvPr/>
        </p:nvGrpSpPr>
        <p:grpSpPr>
          <a:xfrm>
            <a:off x="508737" y="1745062"/>
            <a:ext cx="4385159" cy="2420607"/>
            <a:chOff x="1524000" y="2625729"/>
            <a:chExt cx="7044346" cy="3888478"/>
          </a:xfrm>
        </p:grpSpPr>
        <p:grpSp>
          <p:nvGrpSpPr>
            <p:cNvPr id="6" name="Group 5">
              <a:extLst>
                <a:ext uri="{FF2B5EF4-FFF2-40B4-BE49-F238E27FC236}">
                  <a16:creationId xmlns:a16="http://schemas.microsoft.com/office/drawing/2014/main" id="{F575207F-5479-5963-8004-40032CDB5E54}"/>
                </a:ext>
              </a:extLst>
            </p:cNvPr>
            <p:cNvGrpSpPr/>
            <p:nvPr/>
          </p:nvGrpSpPr>
          <p:grpSpPr>
            <a:xfrm>
              <a:off x="1524000" y="2625729"/>
              <a:ext cx="7044346" cy="3888478"/>
              <a:chOff x="0" y="3020093"/>
              <a:chExt cx="7044346" cy="3888478"/>
            </a:xfrm>
          </p:grpSpPr>
          <p:cxnSp>
            <p:nvCxnSpPr>
              <p:cNvPr id="9" name="Straight Connector 8">
                <a:extLst>
                  <a:ext uri="{FF2B5EF4-FFF2-40B4-BE49-F238E27FC236}">
                    <a16:creationId xmlns:a16="http://schemas.microsoft.com/office/drawing/2014/main" id="{27288E00-3423-BF9C-8CF8-84F095D826DE}"/>
                  </a:ext>
                </a:extLst>
              </p:cNvPr>
              <p:cNvCxnSpPr>
                <a:stCxn id="23" idx="7"/>
                <a:endCxn id="24"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86EFE9-D906-8A68-FB16-D547CEC30E1E}"/>
                  </a:ext>
                </a:extLst>
              </p:cNvPr>
              <p:cNvCxnSpPr>
                <a:stCxn id="24" idx="6"/>
                <a:endCxn id="27"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1C25311-7C68-C36D-4476-CA0FCCD69244}"/>
                  </a:ext>
                </a:extLst>
              </p:cNvPr>
              <p:cNvCxnSpPr>
                <a:stCxn id="23" idx="4"/>
                <a:endCxn id="25"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1F5BADE-4A56-92F9-58BC-B486B8F7E070}"/>
                  </a:ext>
                </a:extLst>
              </p:cNvPr>
              <p:cNvCxnSpPr>
                <a:stCxn id="26" idx="3"/>
                <a:endCxn id="25"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27FA524-C0FB-0934-FA57-17F9C7BAE186}"/>
                  </a:ext>
                </a:extLst>
              </p:cNvPr>
              <p:cNvCxnSpPr>
                <a:stCxn id="28" idx="2"/>
                <a:endCxn id="25"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DD6C19D-2D8E-F3D1-9BEE-4E9B9E6A8587}"/>
                  </a:ext>
                </a:extLst>
              </p:cNvPr>
              <p:cNvCxnSpPr>
                <a:stCxn id="26" idx="5"/>
                <a:endCxn id="28"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AC7CFD8-7844-11BF-72E2-7FAC5E5D51D9}"/>
                  </a:ext>
                </a:extLst>
              </p:cNvPr>
              <p:cNvCxnSpPr>
                <a:stCxn id="26" idx="7"/>
                <a:endCxn id="27"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3E77900-A6CF-C297-A6B7-E676DEBA1211}"/>
                  </a:ext>
                </a:extLst>
              </p:cNvPr>
              <p:cNvCxnSpPr>
                <a:stCxn id="28" idx="6"/>
                <a:endCxn id="29"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7C4C5DD-3870-F3AC-A444-916129C761B5}"/>
                  </a:ext>
                </a:extLst>
              </p:cNvPr>
              <p:cNvCxnSpPr>
                <a:stCxn id="29" idx="1"/>
                <a:endCxn id="27"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4629D72-BBBE-5AB8-F371-E489B421A452}"/>
                  </a:ext>
                </a:extLst>
              </p:cNvPr>
              <p:cNvCxnSpPr>
                <a:stCxn id="47" idx="2"/>
                <a:endCxn id="27"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49FB4E7-4DAE-BB0C-3685-407F9B1895F4}"/>
                  </a:ext>
                </a:extLst>
              </p:cNvPr>
              <p:cNvCxnSpPr>
                <a:stCxn id="29" idx="0"/>
                <a:endCxn id="47"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BB8579B-0572-EE4C-4590-561529CC3161}"/>
                  </a:ext>
                </a:extLst>
              </p:cNvPr>
              <p:cNvCxnSpPr>
                <a:stCxn id="30" idx="1"/>
                <a:endCxn id="4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A6E8E87-D0F7-BDA0-AF78-72DC2CE9C860}"/>
                  </a:ext>
                </a:extLst>
              </p:cNvPr>
              <p:cNvCxnSpPr>
                <a:stCxn id="30" idx="3"/>
                <a:endCxn id="29"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AEE3F55-268C-5144-5B98-2EACFC0C0CBF}"/>
                  </a:ext>
                </a:extLst>
              </p:cNvPr>
              <p:cNvCxnSpPr>
                <a:stCxn id="24" idx="4"/>
                <a:endCxn id="25"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A0798340-7B35-17BE-0B33-CE06FADA2E92}"/>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4" name="Oval 23">
                <a:extLst>
                  <a:ext uri="{FF2B5EF4-FFF2-40B4-BE49-F238E27FC236}">
                    <a16:creationId xmlns:a16="http://schemas.microsoft.com/office/drawing/2014/main" id="{C4A65DA6-774E-0FE3-4D06-3E93383C728E}"/>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5" name="Oval 24">
                <a:extLst>
                  <a:ext uri="{FF2B5EF4-FFF2-40B4-BE49-F238E27FC236}">
                    <a16:creationId xmlns:a16="http://schemas.microsoft.com/office/drawing/2014/main" id="{22B91480-4C85-A081-2FE2-963A3BCE0382}"/>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6" name="Oval 25">
                <a:extLst>
                  <a:ext uri="{FF2B5EF4-FFF2-40B4-BE49-F238E27FC236}">
                    <a16:creationId xmlns:a16="http://schemas.microsoft.com/office/drawing/2014/main" id="{AF7EAA21-792F-41EE-AC55-1B1D748CF362}"/>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7" name="Oval 26">
                <a:extLst>
                  <a:ext uri="{FF2B5EF4-FFF2-40B4-BE49-F238E27FC236}">
                    <a16:creationId xmlns:a16="http://schemas.microsoft.com/office/drawing/2014/main" id="{E2DC5204-758E-422C-7620-F2CB8AD543FC}"/>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8" name="Oval 27">
                <a:extLst>
                  <a:ext uri="{FF2B5EF4-FFF2-40B4-BE49-F238E27FC236}">
                    <a16:creationId xmlns:a16="http://schemas.microsoft.com/office/drawing/2014/main" id="{FDDC74CF-E5BF-4989-DE6D-842F332C8CC3}"/>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9" name="Oval 28">
                <a:extLst>
                  <a:ext uri="{FF2B5EF4-FFF2-40B4-BE49-F238E27FC236}">
                    <a16:creationId xmlns:a16="http://schemas.microsoft.com/office/drawing/2014/main" id="{98920CAB-73F8-6071-7659-A84EA68DAF3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30" name="Oval 29">
                <a:extLst>
                  <a:ext uri="{FF2B5EF4-FFF2-40B4-BE49-F238E27FC236}">
                    <a16:creationId xmlns:a16="http://schemas.microsoft.com/office/drawing/2014/main" id="{4F9BCDA8-36C9-7E40-A352-11256FF278A8}"/>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7" name="Oval 46">
                <a:extLst>
                  <a:ext uri="{FF2B5EF4-FFF2-40B4-BE49-F238E27FC236}">
                    <a16:creationId xmlns:a16="http://schemas.microsoft.com/office/drawing/2014/main" id="{3EE2D146-DAEA-00BE-7C60-D185B4C0F610}"/>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7" name="Straight Connector 6">
              <a:extLst>
                <a:ext uri="{FF2B5EF4-FFF2-40B4-BE49-F238E27FC236}">
                  <a16:creationId xmlns:a16="http://schemas.microsoft.com/office/drawing/2014/main" id="{B06595CC-A5D9-7851-3D09-0246DF1C7A83}"/>
                </a:ext>
              </a:extLst>
            </p:cNvPr>
            <p:cNvCxnSpPr>
              <a:cxnSpLocks/>
              <a:stCxn id="29" idx="7"/>
              <a:endCxn id="47"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CF675CA-0FA6-3D2C-63D0-79A0D2101294}"/>
                </a:ext>
              </a:extLst>
            </p:cNvPr>
            <p:cNvCxnSpPr>
              <a:cxnSpLocks/>
              <a:stCxn id="28" idx="3"/>
              <a:endCxn id="25"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94759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B25D7-46D9-7A29-F433-24525C179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94C9A-430C-4F98-53B0-13383F31D87E}"/>
              </a:ext>
            </a:extLst>
          </p:cNvPr>
          <p:cNvSpPr>
            <a:spLocks noGrp="1"/>
          </p:cNvSpPr>
          <p:nvPr>
            <p:ph type="title"/>
          </p:nvPr>
        </p:nvSpPr>
        <p:spPr/>
        <p:txBody>
          <a:bodyPr>
            <a:normAutofit/>
          </a:bodyPr>
          <a:lstStyle/>
          <a:p>
            <a:r>
              <a:rPr lang="en-US" dirty="0"/>
              <a:t>Find Distance – Worked Example</a:t>
            </a:r>
          </a:p>
        </p:txBody>
      </p:sp>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271CF9C8-0EB1-808E-6937-D55B88045794}"/>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28F90165-D1B4-25ED-6027-B1D8D91EE9D3}"/>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E29E0C23-FF86-8EEA-0144-7F272DDA62DA}"/>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2EC391-05A6-3506-01A9-C2240D8025FA}"/>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28E4B48-5E79-8886-A44D-E01E16E84D82}"/>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3AD71E1-1C59-0A4D-1288-BBEDA337FC02}"/>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0E9AA0F-ADE4-9C34-B251-AA94C1E4D969}"/>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BBAB7B5-32E7-5BE9-45F7-DB5CA05855A6}"/>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9923C17-F588-E260-DA4D-9DD9DB3AC4BF}"/>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4A147D0-1973-BE93-04D0-EB87C7536397}"/>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D4C1515-5592-C525-E1D4-F74FBB371676}"/>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D2E1FE1-CF43-DE17-8F21-E99B186E23E4}"/>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337B2B6-D1B5-2ADD-1D67-90C812AA100E}"/>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4ED31D3F-F699-E76A-12EF-2E5FFDAC4765}"/>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27782D1-F1CA-DBD2-6D2A-ADFD9A47BCEA}"/>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48AB834-1C74-3268-B430-3C841684F3A3}"/>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8602BDAA-33D3-2325-0A07-9333ED85B614}"/>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10F59170-6D6B-9F34-58B4-B2B4A00B9E69}"/>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A7B830C2-CE9A-EDEA-A05C-CCA2204272A4}"/>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27D1A3C8-9983-4585-689C-0D3660B95854}"/>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9BC78DA5-AD48-1ECA-69C8-B139F0C4FFB5}"/>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B03EF8D6-5A76-3E86-D7D2-E4D69A21FFD1}"/>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1BC16755-D9DF-713A-5A59-479D6312958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539DE575-94DD-7B30-F122-E85E687337BE}"/>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C67B488D-93A5-DD1E-1B6A-1BD8D6397406}"/>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95E829E4-58A1-6BFF-7D14-C1A6DFE3A306}"/>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0E878FE-B3E8-3C5C-1F67-E780ED29F4E1}"/>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89BA5A57-FBDF-C6BD-B65C-BE270C865080}"/>
              </a:ext>
            </a:extLst>
          </p:cNvPr>
          <p:cNvSpPr txBox="1"/>
          <p:nvPr/>
        </p:nvSpPr>
        <p:spPr>
          <a:xfrm>
            <a:off x="32803" y="3973607"/>
            <a:ext cx="6984733" cy="3108543"/>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update current layer</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a:p>
            <a:r>
              <a:rPr lang="en-US" sz="2800" dirty="0">
                <a:solidFill>
                  <a:srgbClr val="FF0000"/>
                </a:solidFill>
              </a:rPr>
              <a:t>        set neighbor’s layer to be current layer + 1</a:t>
            </a:r>
          </a:p>
          <a:p>
            <a:r>
              <a:rPr lang="en-US" sz="2800" dirty="0">
                <a:solidFill>
                  <a:srgbClr val="FF0000"/>
                </a:solidFill>
              </a:rPr>
              <a:t>        </a:t>
            </a:r>
          </a:p>
        </p:txBody>
      </p:sp>
      <p:graphicFrame>
        <p:nvGraphicFramePr>
          <p:cNvPr id="7" name="Table 6">
            <a:extLst>
              <a:ext uri="{FF2B5EF4-FFF2-40B4-BE49-F238E27FC236}">
                <a16:creationId xmlns:a16="http://schemas.microsoft.com/office/drawing/2014/main" id="{8018B9F0-016C-4A88-CD0A-06B9EFF961FB}"/>
              </a:ext>
            </a:extLst>
          </p:cNvPr>
          <p:cNvGraphicFramePr>
            <a:graphicFrameLocks noGrp="1"/>
          </p:cNvGraphicFramePr>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Layer</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Discovered but not-yet visited nodes are stored in a queue">
            <a:extLst>
              <a:ext uri="{FF2B5EF4-FFF2-40B4-BE49-F238E27FC236}">
                <a16:creationId xmlns:a16="http://schemas.microsoft.com/office/drawing/2014/main" id="{9FC32378-B7BA-966F-E93B-2D3957A6733E}"/>
              </a:ext>
            </a:extLst>
          </p:cNvPr>
          <p:cNvGrpSpPr/>
          <p:nvPr/>
        </p:nvGrpSpPr>
        <p:grpSpPr>
          <a:xfrm>
            <a:off x="5742926" y="5486396"/>
            <a:ext cx="6036209" cy="647348"/>
            <a:chOff x="5742926" y="5619404"/>
            <a:chExt cx="6036209" cy="647348"/>
          </a:xfrm>
        </p:grpSpPr>
        <p:sp>
          <p:nvSpPr>
            <p:cNvPr id="6" name="Rectangle 5">
              <a:extLst>
                <a:ext uri="{FF2B5EF4-FFF2-40B4-BE49-F238E27FC236}">
                  <a16:creationId xmlns:a16="http://schemas.microsoft.com/office/drawing/2014/main" id="{F0FBA9DE-AFF7-CB66-1D65-61892F4009DC}"/>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9C82495-D6C1-0C18-036B-6069D1519417}"/>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D036ACFD-04F2-4B96-0BBF-AEB443CF35AB}"/>
                  </a:ext>
                </a:extLst>
              </p14:cNvPr>
              <p14:cNvContentPartPr/>
              <p14:nvPr/>
            </p14:nvContentPartPr>
            <p14:xfrm>
              <a:off x="6679800" y="1720800"/>
              <a:ext cx="4268160" cy="4503960"/>
            </p14:xfrm>
          </p:contentPart>
        </mc:Choice>
        <mc:Fallback>
          <p:pic>
            <p:nvPicPr>
              <p:cNvPr id="4" name="Ink 3">
                <a:extLst>
                  <a:ext uri="{FF2B5EF4-FFF2-40B4-BE49-F238E27FC236}">
                    <a16:creationId xmlns:a16="http://schemas.microsoft.com/office/drawing/2014/main" id="{D036ACFD-04F2-4B96-0BBF-AEB443CF35AB}"/>
                  </a:ext>
                </a:extLst>
              </p:cNvPr>
              <p:cNvPicPr/>
              <p:nvPr/>
            </p:nvPicPr>
            <p:blipFill>
              <a:blip r:embed="rId3"/>
              <a:stretch>
                <a:fillRect/>
              </a:stretch>
            </p:blipFill>
            <p:spPr>
              <a:xfrm>
                <a:off x="6670440" y="1711440"/>
                <a:ext cx="4286880" cy="4522680"/>
              </a:xfrm>
              <a:prstGeom prst="rect">
                <a:avLst/>
              </a:prstGeom>
            </p:spPr>
          </p:pic>
        </mc:Fallback>
      </mc:AlternateContent>
    </p:spTree>
    <p:extLst>
      <p:ext uri="{BB962C8B-B14F-4D97-AF65-F5344CB8AC3E}">
        <p14:creationId xmlns:p14="http://schemas.microsoft.com/office/powerpoint/2010/main" val="1677093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E8D23-AC6D-8027-7A1B-98072E8AC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0070DF-BF7D-48BD-FEE1-60E439662A29}"/>
              </a:ext>
            </a:extLst>
          </p:cNvPr>
          <p:cNvSpPr>
            <a:spLocks noGrp="1"/>
          </p:cNvSpPr>
          <p:nvPr>
            <p:ph type="title"/>
          </p:nvPr>
        </p:nvSpPr>
        <p:spPr/>
        <p:txBody>
          <a:bodyPr>
            <a:normAutofit/>
          </a:bodyPr>
          <a:lstStyle/>
          <a:p>
            <a:r>
              <a:rPr lang="en-US" dirty="0"/>
              <a:t>Shortest Path – Worked Example</a:t>
            </a:r>
          </a:p>
        </p:txBody>
      </p:sp>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590AFFE2-0C44-3C78-0EBE-F2B9CB2409CA}"/>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BA9F1D6C-ACE7-BC5B-F569-9A70CE937B0D}"/>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C783CA8C-3E94-0E3C-6D96-3CFC2A7358EE}"/>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B3D5AA-F1D7-3368-4383-D4FCE55D019C}"/>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944A9A2-D1AF-CDD7-0D84-91FA7A11CFD4}"/>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FA77429-45D1-E595-4393-DA0258546472}"/>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5B3C426-52C7-742A-D3B2-A93F30C3D91D}"/>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4B8B381-111A-FD41-7E22-8F44EC30EFD6}"/>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3ED18C9-0F58-FE0A-224C-2588174AFB81}"/>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7BFEEB3-97C2-AEF0-9428-FBF57DE0453A}"/>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2064E52-216B-91FC-4B46-2311B61F7132}"/>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27927D8-F995-BC9D-2E12-CA5E5A93084B}"/>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4708231-BFB6-80B8-9507-7F4B9B28CD2E}"/>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2C6D9FE-7480-CF62-2F8F-F3263512D305}"/>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FDF33F4-50FF-57CE-0D0C-B81049DC5328}"/>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45C8B4B-4F12-5223-18DA-B771717B2568}"/>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73BB55AC-6552-DF0B-125E-970A40257AF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6F004A88-0014-17C5-23B1-58339851F5A5}"/>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CBCF41E3-C342-A8F8-BC70-760CC907982E}"/>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79E00AAD-1B6F-C063-FD03-8C1542D5362D}"/>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934C4B80-D7E1-B1EA-8093-43F2C630458F}"/>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E006F4F3-7154-9957-1607-30309B9D7EB4}"/>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6483AC7E-DC22-645B-FD39-9AFE24B91B57}"/>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DBAB79B6-ED59-E70B-252B-FCF83693C674}"/>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9E9BD361-1CAC-81E4-D04E-77489843E897}"/>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4694D02E-26D0-E33C-9762-F65088F5CF48}"/>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09AC4CD-7B2F-C50E-B425-B8853CD4FAB6}"/>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83E7E310-EA56-B238-8799-0C3977E917EB}"/>
              </a:ext>
            </a:extLst>
          </p:cNvPr>
          <p:cNvSpPr txBox="1"/>
          <p:nvPr/>
        </p:nvSpPr>
        <p:spPr>
          <a:xfrm>
            <a:off x="32803" y="4480684"/>
            <a:ext cx="7607852" cy="2677656"/>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a:p>
            <a:r>
              <a:rPr lang="en-US" sz="2800" dirty="0">
                <a:solidFill>
                  <a:srgbClr val="FF0000"/>
                </a:solidFill>
              </a:rPr>
              <a:t>        set neighbor’s previous to be the current node</a:t>
            </a:r>
          </a:p>
          <a:p>
            <a:r>
              <a:rPr lang="en-US" sz="2800" dirty="0">
                <a:solidFill>
                  <a:srgbClr val="FF0000"/>
                </a:solidFill>
              </a:rPr>
              <a:t>        </a:t>
            </a:r>
          </a:p>
        </p:txBody>
      </p:sp>
      <p:graphicFrame>
        <p:nvGraphicFramePr>
          <p:cNvPr id="7" name="Table 6">
            <a:extLst>
              <a:ext uri="{FF2B5EF4-FFF2-40B4-BE49-F238E27FC236}">
                <a16:creationId xmlns:a16="http://schemas.microsoft.com/office/drawing/2014/main" id="{C3DF76A7-1AE5-FE32-B9BA-55D479F06495}"/>
              </a:ext>
            </a:extLst>
          </p:cNvPr>
          <p:cNvGraphicFramePr>
            <a:graphicFrameLocks noGrp="1"/>
          </p:cNvGraphicFramePr>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Previous</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Discovered but not-yet visited nodes are stored in a queue">
            <a:extLst>
              <a:ext uri="{FF2B5EF4-FFF2-40B4-BE49-F238E27FC236}">
                <a16:creationId xmlns:a16="http://schemas.microsoft.com/office/drawing/2014/main" id="{6D38CD5B-5A6B-D249-71C9-53138DD93CBB}"/>
              </a:ext>
            </a:extLst>
          </p:cNvPr>
          <p:cNvGrpSpPr/>
          <p:nvPr/>
        </p:nvGrpSpPr>
        <p:grpSpPr>
          <a:xfrm>
            <a:off x="5742926" y="5486396"/>
            <a:ext cx="6036209" cy="647348"/>
            <a:chOff x="5742926" y="5619404"/>
            <a:chExt cx="6036209" cy="647348"/>
          </a:xfrm>
        </p:grpSpPr>
        <p:sp>
          <p:nvSpPr>
            <p:cNvPr id="6" name="Rectangle 5">
              <a:extLst>
                <a:ext uri="{FF2B5EF4-FFF2-40B4-BE49-F238E27FC236}">
                  <a16:creationId xmlns:a16="http://schemas.microsoft.com/office/drawing/2014/main" id="{69E0C2FE-17B8-0CDF-F2EE-54A2FDB66321}"/>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1EE25D8-B172-B4CA-EC39-BD6F91CBDA5B}"/>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E2F540B-BBC0-2876-AD0A-8AF2B52840C5}"/>
                  </a:ext>
                </a:extLst>
              </p14:cNvPr>
              <p14:cNvContentPartPr/>
              <p14:nvPr/>
            </p14:nvContentPartPr>
            <p14:xfrm>
              <a:off x="439200" y="624600"/>
              <a:ext cx="11126520" cy="5569560"/>
            </p14:xfrm>
          </p:contentPart>
        </mc:Choice>
        <mc:Fallback>
          <p:pic>
            <p:nvPicPr>
              <p:cNvPr id="4" name="Ink 3">
                <a:extLst>
                  <a:ext uri="{FF2B5EF4-FFF2-40B4-BE49-F238E27FC236}">
                    <a16:creationId xmlns:a16="http://schemas.microsoft.com/office/drawing/2014/main" id="{2E2F540B-BBC0-2876-AD0A-8AF2B52840C5}"/>
                  </a:ext>
                </a:extLst>
              </p:cNvPr>
              <p:cNvPicPr/>
              <p:nvPr/>
            </p:nvPicPr>
            <p:blipFill>
              <a:blip r:embed="rId3"/>
              <a:stretch>
                <a:fillRect/>
              </a:stretch>
            </p:blipFill>
            <p:spPr>
              <a:xfrm>
                <a:off x="429840" y="615240"/>
                <a:ext cx="11145240" cy="5588280"/>
              </a:xfrm>
              <a:prstGeom prst="rect">
                <a:avLst/>
              </a:prstGeom>
            </p:spPr>
          </p:pic>
        </mc:Fallback>
      </mc:AlternateContent>
    </p:spTree>
    <p:extLst>
      <p:ext uri="{BB962C8B-B14F-4D97-AF65-F5344CB8AC3E}">
        <p14:creationId xmlns:p14="http://schemas.microsoft.com/office/powerpoint/2010/main" val="2339483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Depth-First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a node </a:t>
                </a:r>
                <a14:m>
                  <m:oMath xmlns:m="http://schemas.openxmlformats.org/officeDocument/2006/math">
                    <m:r>
                      <a:rPr lang="en-US" b="0" i="1" smtClean="0">
                        <a:solidFill>
                          <a:srgbClr val="FF0000"/>
                        </a:solidFill>
                        <a:latin typeface="Cambria Math"/>
                      </a:rPr>
                      <m:t>𝑠</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visit one neighbor of </a:t>
                </a:r>
                <a14:m>
                  <m:oMath xmlns:m="http://schemas.openxmlformats.org/officeDocument/2006/math">
                    <m:r>
                      <a:rPr lang="en-US" b="0" i="1" smtClean="0">
                        <a:solidFill>
                          <a:srgbClr val="FF0000"/>
                        </a:solidFill>
                        <a:latin typeface="Cambria Math"/>
                      </a:rPr>
                      <m:t>𝑠</m:t>
                    </m:r>
                  </m:oMath>
                </a14:m>
                <a:r>
                  <a:rPr lang="en-US" dirty="0"/>
                  <a:t>, then all nodes reachable from that neighbor of </a:t>
                </a:r>
                <a14:m>
                  <m:oMath xmlns:m="http://schemas.openxmlformats.org/officeDocument/2006/math">
                    <m:r>
                      <a:rPr lang="en-US" b="0" i="1" smtClean="0">
                        <a:solidFill>
                          <a:srgbClr val="FF0000"/>
                        </a:solidFill>
                        <a:latin typeface="Cambria Math"/>
                      </a:rPr>
                      <m:t>𝑠</m:t>
                    </m:r>
                  </m:oMath>
                </a14:m>
                <a:r>
                  <a:rPr lang="en-US" dirty="0"/>
                  <a:t>, then another neighbor of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a:t>
                </a:r>
              </a:p>
              <a:p>
                <a:pPr lvl="1"/>
                <a:r>
                  <a:rPr lang="en-US" dirty="0"/>
                  <a:t>Before moving on to the second neighbor of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visit everything reachable from the first neighbor of </a:t>
                </a:r>
                <a14:m>
                  <m:oMath xmlns:m="http://schemas.openxmlformats.org/officeDocument/2006/math">
                    <m:r>
                      <a:rPr lang="en-US" b="0" i="1" smtClean="0">
                        <a:solidFill>
                          <a:srgbClr val="FF0000"/>
                        </a:solidFill>
                        <a:latin typeface="Cambria Math" panose="02040503050406030204" pitchFamily="18" charset="0"/>
                      </a:rPr>
                      <m:t>𝑠</m:t>
                    </m:r>
                  </m:oMath>
                </a14:m>
                <a:endParaRPr lang="en-US" dirty="0"/>
              </a:p>
              <a:p>
                <a:r>
                  <a:rPr lang="en-US" dirty="0"/>
                  <a:t>Output: </a:t>
                </a:r>
              </a:p>
              <a:p>
                <a:pPr lvl="1"/>
                <a:r>
                  <a:rPr lang="en-US" dirty="0"/>
                  <a:t>Does the graph have a cycle?</a:t>
                </a:r>
              </a:p>
              <a:p>
                <a:pPr lvl="1"/>
                <a:r>
                  <a:rPr lang="en-US" dirty="0"/>
                  <a:t>A </a:t>
                </a:r>
                <a:r>
                  <a:rPr lang="en-US" b="1" dirty="0"/>
                  <a:t>topological sort </a:t>
                </a:r>
                <a:r>
                  <a:rPr lang="en-US" dirty="0"/>
                  <a:t>of the graph.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E979014D-93BA-935F-E618-94D02540C8AA}"/>
              </a:ext>
            </a:extLst>
          </p:cNvPr>
          <p:cNvGrpSpPr/>
          <p:nvPr/>
        </p:nvGrpSpPr>
        <p:grpSpPr>
          <a:xfrm>
            <a:off x="6857667" y="3747441"/>
            <a:ext cx="4537025" cy="3110559"/>
            <a:chOff x="6857667" y="3747441"/>
            <a:chExt cx="4537025" cy="3110559"/>
          </a:xfrm>
        </p:grpSpPr>
        <p:sp>
          <p:nvSpPr>
            <p:cNvPr id="5" name="TextBox 4">
              <a:extLst>
                <a:ext uri="{FF2B5EF4-FFF2-40B4-BE49-F238E27FC236}">
                  <a16:creationId xmlns:a16="http://schemas.microsoft.com/office/drawing/2014/main" id="{637040C6-C78B-8017-6D73-97D93EB826C3}"/>
                </a:ext>
              </a:extLst>
            </p:cNvPr>
            <p:cNvSpPr txBox="1"/>
            <p:nvPr/>
          </p:nvSpPr>
          <p:spPr>
            <a:xfrm>
              <a:off x="6857667" y="4464542"/>
              <a:ext cx="301686" cy="369332"/>
            </a:xfrm>
            <a:prstGeom prst="rect">
              <a:avLst/>
            </a:prstGeom>
            <a:noFill/>
          </p:spPr>
          <p:txBody>
            <a:bodyPr wrap="none" rtlCol="0">
              <a:spAutoFit/>
            </a:bodyPr>
            <a:lstStyle/>
            <a:p>
              <a:r>
                <a:rPr lang="en-US" dirty="0"/>
                <a:t>0</a:t>
              </a:r>
            </a:p>
          </p:txBody>
        </p:sp>
        <p:sp>
          <p:nvSpPr>
            <p:cNvPr id="6" name="TextBox 5">
              <a:extLst>
                <a:ext uri="{FF2B5EF4-FFF2-40B4-BE49-F238E27FC236}">
                  <a16:creationId xmlns:a16="http://schemas.microsoft.com/office/drawing/2014/main" id="{0605044C-10BD-AEE9-D583-6E3F278B41F7}"/>
                </a:ext>
              </a:extLst>
            </p:cNvPr>
            <p:cNvSpPr txBox="1"/>
            <p:nvPr/>
          </p:nvSpPr>
          <p:spPr>
            <a:xfrm>
              <a:off x="8096239" y="3747441"/>
              <a:ext cx="301686" cy="369332"/>
            </a:xfrm>
            <a:prstGeom prst="rect">
              <a:avLst/>
            </a:prstGeom>
            <a:noFill/>
          </p:spPr>
          <p:txBody>
            <a:bodyPr wrap="none" rtlCol="0">
              <a:spAutoFit/>
            </a:bodyPr>
            <a:lstStyle/>
            <a:p>
              <a:r>
                <a:rPr lang="en-US" dirty="0"/>
                <a:t>1</a:t>
              </a:r>
            </a:p>
          </p:txBody>
        </p:sp>
        <p:sp>
          <p:nvSpPr>
            <p:cNvPr id="7" name="TextBox 6">
              <a:extLst>
                <a:ext uri="{FF2B5EF4-FFF2-40B4-BE49-F238E27FC236}">
                  <a16:creationId xmlns:a16="http://schemas.microsoft.com/office/drawing/2014/main" id="{B137F514-BD71-389A-276B-9053B381D8E4}"/>
                </a:ext>
              </a:extLst>
            </p:cNvPr>
            <p:cNvSpPr txBox="1"/>
            <p:nvPr/>
          </p:nvSpPr>
          <p:spPr>
            <a:xfrm>
              <a:off x="9338044" y="3798833"/>
              <a:ext cx="301686" cy="369332"/>
            </a:xfrm>
            <a:prstGeom prst="rect">
              <a:avLst/>
            </a:prstGeom>
            <a:noFill/>
          </p:spPr>
          <p:txBody>
            <a:bodyPr wrap="none" rtlCol="0">
              <a:spAutoFit/>
            </a:bodyPr>
            <a:lstStyle/>
            <a:p>
              <a:r>
                <a:rPr lang="en-US" dirty="0"/>
                <a:t>2</a:t>
              </a:r>
            </a:p>
          </p:txBody>
        </p:sp>
        <p:sp>
          <p:nvSpPr>
            <p:cNvPr id="8" name="TextBox 7">
              <a:extLst>
                <a:ext uri="{FF2B5EF4-FFF2-40B4-BE49-F238E27FC236}">
                  <a16:creationId xmlns:a16="http://schemas.microsoft.com/office/drawing/2014/main" id="{AA7298B3-A661-E800-FF4D-E8EEBF644EAB}"/>
                </a:ext>
              </a:extLst>
            </p:cNvPr>
            <p:cNvSpPr txBox="1"/>
            <p:nvPr/>
          </p:nvSpPr>
          <p:spPr>
            <a:xfrm>
              <a:off x="10242843" y="4155894"/>
              <a:ext cx="301686" cy="369332"/>
            </a:xfrm>
            <a:prstGeom prst="rect">
              <a:avLst/>
            </a:prstGeom>
            <a:noFill/>
          </p:spPr>
          <p:txBody>
            <a:bodyPr wrap="none" rtlCol="0">
              <a:spAutoFit/>
            </a:bodyPr>
            <a:lstStyle/>
            <a:p>
              <a:r>
                <a:rPr lang="en-US" dirty="0"/>
                <a:t>3</a:t>
              </a:r>
            </a:p>
          </p:txBody>
        </p:sp>
        <p:sp>
          <p:nvSpPr>
            <p:cNvPr id="10" name="TextBox 9">
              <a:extLst>
                <a:ext uri="{FF2B5EF4-FFF2-40B4-BE49-F238E27FC236}">
                  <a16:creationId xmlns:a16="http://schemas.microsoft.com/office/drawing/2014/main" id="{84D8D756-6925-39E6-93AD-CDD831F97A7D}"/>
                </a:ext>
              </a:extLst>
            </p:cNvPr>
            <p:cNvSpPr txBox="1"/>
            <p:nvPr/>
          </p:nvSpPr>
          <p:spPr>
            <a:xfrm>
              <a:off x="10287000" y="6248400"/>
              <a:ext cx="301686" cy="369332"/>
            </a:xfrm>
            <a:prstGeom prst="rect">
              <a:avLst/>
            </a:prstGeom>
            <a:noFill/>
          </p:spPr>
          <p:txBody>
            <a:bodyPr wrap="none" rtlCol="0">
              <a:spAutoFit/>
            </a:bodyPr>
            <a:lstStyle/>
            <a:p>
              <a:r>
                <a:rPr lang="en-US" dirty="0"/>
                <a:t>4</a:t>
              </a:r>
            </a:p>
          </p:txBody>
        </p:sp>
        <p:sp>
          <p:nvSpPr>
            <p:cNvPr id="11" name="TextBox 10">
              <a:extLst>
                <a:ext uri="{FF2B5EF4-FFF2-40B4-BE49-F238E27FC236}">
                  <a16:creationId xmlns:a16="http://schemas.microsoft.com/office/drawing/2014/main" id="{50F2CDBA-DA7A-3C1A-5713-45F18AC0DC23}"/>
                </a:ext>
              </a:extLst>
            </p:cNvPr>
            <p:cNvSpPr txBox="1"/>
            <p:nvPr/>
          </p:nvSpPr>
          <p:spPr>
            <a:xfrm>
              <a:off x="7421000" y="5817950"/>
              <a:ext cx="301686" cy="369332"/>
            </a:xfrm>
            <a:prstGeom prst="rect">
              <a:avLst/>
            </a:prstGeom>
            <a:noFill/>
          </p:spPr>
          <p:txBody>
            <a:bodyPr wrap="none" rtlCol="0">
              <a:spAutoFit/>
            </a:bodyPr>
            <a:lstStyle/>
            <a:p>
              <a:r>
                <a:rPr lang="en-US" dirty="0"/>
                <a:t>5</a:t>
              </a:r>
            </a:p>
          </p:txBody>
        </p:sp>
        <p:sp>
          <p:nvSpPr>
            <p:cNvPr id="12" name="TextBox 11">
              <a:extLst>
                <a:ext uri="{FF2B5EF4-FFF2-40B4-BE49-F238E27FC236}">
                  <a16:creationId xmlns:a16="http://schemas.microsoft.com/office/drawing/2014/main" id="{935030A1-83AA-A3BB-CB2D-2CE9A3C9892E}"/>
                </a:ext>
              </a:extLst>
            </p:cNvPr>
            <p:cNvSpPr txBox="1"/>
            <p:nvPr/>
          </p:nvSpPr>
          <p:spPr>
            <a:xfrm>
              <a:off x="8429267" y="4733162"/>
              <a:ext cx="301686" cy="369332"/>
            </a:xfrm>
            <a:prstGeom prst="rect">
              <a:avLst/>
            </a:prstGeom>
            <a:noFill/>
          </p:spPr>
          <p:txBody>
            <a:bodyPr wrap="none" rtlCol="0">
              <a:spAutoFit/>
            </a:bodyPr>
            <a:lstStyle/>
            <a:p>
              <a:r>
                <a:rPr lang="en-US" dirty="0"/>
                <a:t>6</a:t>
              </a:r>
            </a:p>
          </p:txBody>
        </p:sp>
        <p:grpSp>
          <p:nvGrpSpPr>
            <p:cNvPr id="14" name="Group 13">
              <a:extLst>
                <a:ext uri="{FF2B5EF4-FFF2-40B4-BE49-F238E27FC236}">
                  <a16:creationId xmlns:a16="http://schemas.microsoft.com/office/drawing/2014/main" id="{16652F29-0A79-210D-2DF8-9579B15BE792}"/>
                </a:ext>
              </a:extLst>
            </p:cNvPr>
            <p:cNvGrpSpPr/>
            <p:nvPr/>
          </p:nvGrpSpPr>
          <p:grpSpPr>
            <a:xfrm>
              <a:off x="7009533" y="4114199"/>
              <a:ext cx="4385159" cy="2420607"/>
              <a:chOff x="6934200" y="4047495"/>
              <a:chExt cx="4385159" cy="2420607"/>
            </a:xfrm>
          </p:grpSpPr>
          <p:grpSp>
            <p:nvGrpSpPr>
              <p:cNvPr id="15" name="Group 14">
                <a:extLst>
                  <a:ext uri="{FF2B5EF4-FFF2-40B4-BE49-F238E27FC236}">
                    <a16:creationId xmlns:a16="http://schemas.microsoft.com/office/drawing/2014/main" id="{77EB8E3F-6751-1E82-7583-8F80C26138DF}"/>
                  </a:ext>
                </a:extLst>
              </p:cNvPr>
              <p:cNvGrpSpPr/>
              <p:nvPr/>
            </p:nvGrpSpPr>
            <p:grpSpPr>
              <a:xfrm>
                <a:off x="6934200" y="4047495"/>
                <a:ext cx="4385159" cy="2420607"/>
                <a:chOff x="1524000" y="2625729"/>
                <a:chExt cx="7044346" cy="3888478"/>
              </a:xfrm>
            </p:grpSpPr>
            <p:grpSp>
              <p:nvGrpSpPr>
                <p:cNvPr id="17" name="Group 16">
                  <a:extLst>
                    <a:ext uri="{FF2B5EF4-FFF2-40B4-BE49-F238E27FC236}">
                      <a16:creationId xmlns:a16="http://schemas.microsoft.com/office/drawing/2014/main" id="{933A9D27-8499-DCAD-BB09-C5811A2BD9B8}"/>
                    </a:ext>
                  </a:extLst>
                </p:cNvPr>
                <p:cNvGrpSpPr/>
                <p:nvPr/>
              </p:nvGrpSpPr>
              <p:grpSpPr>
                <a:xfrm>
                  <a:off x="1524000" y="2625729"/>
                  <a:ext cx="7044346" cy="3888478"/>
                  <a:chOff x="0" y="3020093"/>
                  <a:chExt cx="7044346" cy="3888478"/>
                </a:xfrm>
              </p:grpSpPr>
              <p:cxnSp>
                <p:nvCxnSpPr>
                  <p:cNvPr id="19" name="Straight Connector 18">
                    <a:extLst>
                      <a:ext uri="{FF2B5EF4-FFF2-40B4-BE49-F238E27FC236}">
                        <a16:creationId xmlns:a16="http://schemas.microsoft.com/office/drawing/2014/main" id="{76F20D4D-C2AE-E63F-6C7C-DE9BDBED70C7}"/>
                      </a:ext>
                    </a:extLst>
                  </p:cNvPr>
                  <p:cNvCxnSpPr>
                    <a:stCxn id="58" idx="7"/>
                    <a:endCxn id="5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02F690A-F0D8-CEFB-E093-724538ADFB0B}"/>
                      </a:ext>
                    </a:extLst>
                  </p:cNvPr>
                  <p:cNvCxnSpPr>
                    <a:stCxn id="59" idx="6"/>
                    <a:endCxn id="6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52C7ABA-BBB6-2678-6598-C7D0CEA71D55}"/>
                      </a:ext>
                    </a:extLst>
                  </p:cNvPr>
                  <p:cNvCxnSpPr>
                    <a:stCxn id="58" idx="4"/>
                    <a:endCxn id="6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9662FE4-23A3-CBB5-86C2-A01319284309}"/>
                      </a:ext>
                    </a:extLst>
                  </p:cNvPr>
                  <p:cNvCxnSpPr>
                    <a:stCxn id="61" idx="3"/>
                    <a:endCxn id="6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CAFCEF6-1E10-BE11-39F3-D367EC560DB9}"/>
                      </a:ext>
                    </a:extLst>
                  </p:cNvPr>
                  <p:cNvCxnSpPr>
                    <a:stCxn id="63" idx="2"/>
                    <a:endCxn id="6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32A12C4-8001-3670-1EDB-F2EFBDB7661E}"/>
                      </a:ext>
                    </a:extLst>
                  </p:cNvPr>
                  <p:cNvCxnSpPr>
                    <a:stCxn id="61" idx="5"/>
                    <a:endCxn id="6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FE5E66-3D07-C865-EB56-C97B22695E90}"/>
                      </a:ext>
                    </a:extLst>
                  </p:cNvPr>
                  <p:cNvCxnSpPr>
                    <a:cxnSpLocks/>
                    <a:stCxn id="59" idx="5"/>
                    <a:endCxn id="64"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324CD16-9A95-C1EA-83C5-7A9080A0385E}"/>
                      </a:ext>
                    </a:extLst>
                  </p:cNvPr>
                  <p:cNvCxnSpPr>
                    <a:cxnSpLocks/>
                    <a:stCxn id="66" idx="4"/>
                    <a:endCxn id="64"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EE0805D-E768-31B1-8BF9-AAD97F21580B}"/>
                      </a:ext>
                    </a:extLst>
                  </p:cNvPr>
                  <p:cNvCxnSpPr>
                    <a:stCxn id="66" idx="2"/>
                    <a:endCxn id="6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C691D0-D9B7-B74F-D15F-4D0CDB0BB571}"/>
                      </a:ext>
                    </a:extLst>
                  </p:cNvPr>
                  <p:cNvCxnSpPr>
                    <a:stCxn id="65" idx="1"/>
                    <a:endCxn id="6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28A2562-2B96-4380-2649-D2603A892492}"/>
                      </a:ext>
                    </a:extLst>
                  </p:cNvPr>
                  <p:cNvCxnSpPr>
                    <a:stCxn id="65" idx="3"/>
                    <a:endCxn id="6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677C7EE-6C4E-FD2F-87D9-ABDBFACDFE6D}"/>
                      </a:ext>
                    </a:extLst>
                  </p:cNvPr>
                  <p:cNvCxnSpPr>
                    <a:stCxn id="59" idx="4"/>
                    <a:endCxn id="6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2D856A7F-12C5-19F0-FCB2-420F43545988}"/>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59" name="Oval 58">
                    <a:extLst>
                      <a:ext uri="{FF2B5EF4-FFF2-40B4-BE49-F238E27FC236}">
                        <a16:creationId xmlns:a16="http://schemas.microsoft.com/office/drawing/2014/main" id="{3C5968D7-2907-9113-8FF6-CC4B379CC232}"/>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Oval 59">
                    <a:extLst>
                      <a:ext uri="{FF2B5EF4-FFF2-40B4-BE49-F238E27FC236}">
                        <a16:creationId xmlns:a16="http://schemas.microsoft.com/office/drawing/2014/main" id="{7DBE19AF-9821-7DB2-BABD-9828DF2FDA2B}"/>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1" name="Oval 60">
                    <a:extLst>
                      <a:ext uri="{FF2B5EF4-FFF2-40B4-BE49-F238E27FC236}">
                        <a16:creationId xmlns:a16="http://schemas.microsoft.com/office/drawing/2014/main" id="{66C0888B-D28A-7C05-A7DC-C42BD35E4A46}"/>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2" name="Oval 61">
                    <a:extLst>
                      <a:ext uri="{FF2B5EF4-FFF2-40B4-BE49-F238E27FC236}">
                        <a16:creationId xmlns:a16="http://schemas.microsoft.com/office/drawing/2014/main" id="{AF6BA200-2A32-4B42-FDB6-8BC54E2290CC}"/>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Oval 62">
                    <a:extLst>
                      <a:ext uri="{FF2B5EF4-FFF2-40B4-BE49-F238E27FC236}">
                        <a16:creationId xmlns:a16="http://schemas.microsoft.com/office/drawing/2014/main" id="{10A11247-2014-BBA9-F784-829C0D1A56DD}"/>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4" name="Oval 63">
                    <a:extLst>
                      <a:ext uri="{FF2B5EF4-FFF2-40B4-BE49-F238E27FC236}">
                        <a16:creationId xmlns:a16="http://schemas.microsoft.com/office/drawing/2014/main" id="{A6FA3B9B-58B9-D650-AE52-EB3C4C14EBF2}"/>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Oval 64">
                    <a:extLst>
                      <a:ext uri="{FF2B5EF4-FFF2-40B4-BE49-F238E27FC236}">
                        <a16:creationId xmlns:a16="http://schemas.microsoft.com/office/drawing/2014/main" id="{B5EA0F88-7B97-1BA7-DF0F-7D545939207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66" name="Oval 65">
                    <a:extLst>
                      <a:ext uri="{FF2B5EF4-FFF2-40B4-BE49-F238E27FC236}">
                        <a16:creationId xmlns:a16="http://schemas.microsoft.com/office/drawing/2014/main" id="{2909E842-3B88-2325-732B-830110DB65F8}"/>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8" name="Straight Connector 17">
                  <a:extLst>
                    <a:ext uri="{FF2B5EF4-FFF2-40B4-BE49-F238E27FC236}">
                      <a16:creationId xmlns:a16="http://schemas.microsoft.com/office/drawing/2014/main" id="{7234E73A-0E2E-C169-BBC8-1336F0573A3C}"/>
                    </a:ext>
                  </a:extLst>
                </p:cNvPr>
                <p:cNvCxnSpPr>
                  <a:cxnSpLocks/>
                  <a:stCxn id="63" idx="3"/>
                  <a:endCxn id="6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ED5250A6-491F-63A7-7A2B-12750046089E}"/>
                  </a:ext>
                </a:extLst>
              </p:cNvPr>
              <p:cNvCxnSpPr>
                <a:cxnSpLocks/>
                <a:stCxn id="63" idx="6"/>
                <a:endCxn id="64"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93" name="TextBox 92">
              <a:extLst>
                <a:ext uri="{FF2B5EF4-FFF2-40B4-BE49-F238E27FC236}">
                  <a16:creationId xmlns:a16="http://schemas.microsoft.com/office/drawing/2014/main" id="{E2D8E6EA-0503-E96D-3170-C01DCD7AB07A}"/>
                </a:ext>
              </a:extLst>
            </p:cNvPr>
            <p:cNvSpPr txBox="1"/>
            <p:nvPr/>
          </p:nvSpPr>
          <p:spPr>
            <a:xfrm>
              <a:off x="8915400" y="6488668"/>
              <a:ext cx="301686" cy="369332"/>
            </a:xfrm>
            <a:prstGeom prst="rect">
              <a:avLst/>
            </a:prstGeom>
            <a:noFill/>
          </p:spPr>
          <p:txBody>
            <a:bodyPr wrap="none" rtlCol="0">
              <a:spAutoFit/>
            </a:bodyPr>
            <a:lstStyle/>
            <a:p>
              <a:r>
                <a:rPr lang="en-US" dirty="0"/>
                <a:t>7</a:t>
              </a:r>
            </a:p>
          </p:txBody>
        </p:sp>
      </p:grpSp>
    </p:spTree>
    <p:extLst>
      <p:ext uri="{BB962C8B-B14F-4D97-AF65-F5344CB8AC3E}">
        <p14:creationId xmlns:p14="http://schemas.microsoft.com/office/powerpoint/2010/main" val="2324569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 y="192802"/>
            <a:ext cx="10515600" cy="1325563"/>
          </a:xfrm>
        </p:spPr>
        <p:txBody>
          <a:bodyPr>
            <a:normAutofit/>
          </a:bodyPr>
          <a:lstStyle/>
          <a:p>
            <a:r>
              <a:rPr lang="en-US" dirty="0"/>
              <a:t>DFS (non-recursive)</a:t>
            </a:r>
          </a:p>
        </p:txBody>
      </p:sp>
      <p:sp>
        <p:nvSpPr>
          <p:cNvPr id="43" name="TextBox 42"/>
          <p:cNvSpPr txBox="1"/>
          <p:nvPr/>
        </p:nvSpPr>
        <p:spPr>
          <a:xfrm>
            <a:off x="5194496" y="414158"/>
            <a:ext cx="8686800" cy="6124754"/>
          </a:xfrm>
          <a:prstGeom prst="rect">
            <a:avLst/>
          </a:prstGeom>
          <a:noFill/>
        </p:spPr>
        <p:txBody>
          <a:bodyPr wrap="square" rtlCol="0">
            <a:spAutoFit/>
          </a:bodyPr>
          <a:lstStyle/>
          <a:p>
            <a:r>
              <a:rPr lang="en-US" sz="2800" dirty="0"/>
              <a:t>void </a:t>
            </a:r>
            <a:r>
              <a:rPr lang="en-US" sz="2800" dirty="0" err="1"/>
              <a:t>dfs</a:t>
            </a:r>
            <a:r>
              <a:rPr lang="en-US" sz="2800" dirty="0"/>
              <a:t>(graph, s){</a:t>
            </a:r>
          </a:p>
          <a:p>
            <a:r>
              <a:rPr lang="en-US" sz="2800" dirty="0"/>
              <a:t>	found = new </a:t>
            </a:r>
            <a:r>
              <a:rPr lang="en-US" sz="2800" dirty="0">
                <a:solidFill>
                  <a:srgbClr val="FF0000"/>
                </a:solidFill>
              </a:rPr>
              <a:t>Stack();</a:t>
            </a:r>
          </a:p>
          <a:p>
            <a:r>
              <a:rPr lang="en-US" sz="2800" dirty="0"/>
              <a:t>	</a:t>
            </a:r>
            <a:r>
              <a:rPr lang="en-US" sz="2800" dirty="0" err="1"/>
              <a:t>found.</a:t>
            </a:r>
            <a:r>
              <a:rPr lang="en-US" sz="2800" dirty="0" err="1">
                <a:solidFill>
                  <a:srgbClr val="FF0000"/>
                </a:solidFill>
              </a:rPr>
              <a:t>pop</a:t>
            </a:r>
            <a:r>
              <a:rPr lang="en-US" sz="2800" dirty="0"/>
              <a:t>(s);</a:t>
            </a:r>
          </a:p>
          <a:p>
            <a:r>
              <a:rPr lang="en-US" sz="2800" dirty="0"/>
              <a:t>	mark s as “visited”;</a:t>
            </a:r>
          </a:p>
          <a:p>
            <a:r>
              <a:rPr lang="en-US" sz="2800" dirty="0"/>
              <a:t>	While (!</a:t>
            </a:r>
            <a:r>
              <a:rPr lang="en-US" sz="2800" dirty="0" err="1"/>
              <a:t>found.isEmpty</a:t>
            </a:r>
            <a:r>
              <a:rPr lang="en-US" sz="2800" dirty="0"/>
              <a:t>()){</a:t>
            </a:r>
          </a:p>
          <a:p>
            <a:r>
              <a:rPr lang="en-US" sz="2800" dirty="0"/>
              <a:t>		current = </a:t>
            </a:r>
            <a:r>
              <a:rPr lang="en-US" sz="2800" dirty="0" err="1"/>
              <a:t>found.</a:t>
            </a:r>
            <a:r>
              <a:rPr lang="en-US" sz="2800" dirty="0" err="1">
                <a:solidFill>
                  <a:srgbClr val="FF0000"/>
                </a:solidFill>
              </a:rPr>
              <a:t>pop</a:t>
            </a:r>
            <a:r>
              <a:rPr lang="en-US" sz="2800" dirty="0"/>
              <a:t>();</a:t>
            </a:r>
          </a:p>
          <a:p>
            <a:r>
              <a:rPr lang="en-US" sz="2800" dirty="0"/>
              <a:t>		for (v : neighbors(current)){</a:t>
            </a:r>
          </a:p>
          <a:p>
            <a:r>
              <a:rPr lang="en-US" sz="2800" dirty="0"/>
              <a:t>			if (! v marked “visited”){</a:t>
            </a:r>
          </a:p>
          <a:p>
            <a:r>
              <a:rPr lang="en-US" sz="2800" dirty="0"/>
              <a:t>				mark v as “visited”;</a:t>
            </a:r>
          </a:p>
          <a:p>
            <a:r>
              <a:rPr lang="en-US" sz="2800" dirty="0"/>
              <a:t>				</a:t>
            </a:r>
            <a:r>
              <a:rPr lang="en-US" sz="2800" dirty="0" err="1"/>
              <a:t>found.</a:t>
            </a:r>
            <a:r>
              <a:rPr lang="en-US" sz="2800" dirty="0" err="1">
                <a:solidFill>
                  <a:srgbClr val="FF0000"/>
                </a:solidFill>
              </a:rPr>
              <a:t>push</a:t>
            </a:r>
            <a:r>
              <a:rPr lang="en-US" sz="2800" dirty="0"/>
              <a:t>(v);</a:t>
            </a:r>
          </a:p>
          <a:p>
            <a:r>
              <a:rPr lang="en-US" sz="2800" dirty="0"/>
              <a:t>			}</a:t>
            </a:r>
          </a:p>
          <a:p>
            <a:r>
              <a:rPr lang="en-US" sz="2800" dirty="0"/>
              <a:t>		}</a:t>
            </a:r>
          </a:p>
          <a:p>
            <a:r>
              <a:rPr lang="en-US" sz="2800" dirty="0"/>
              <a:t>	}	</a:t>
            </a:r>
          </a:p>
          <a:p>
            <a:r>
              <a:rPr lang="en-US" sz="2800" dirty="0"/>
              <a:t>}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685445-E91C-3488-3626-7813352F07C6}"/>
                  </a:ext>
                </a:extLst>
              </p:cNvPr>
              <p:cNvSpPr txBox="1"/>
              <p:nvPr/>
            </p:nvSpPr>
            <p:spPr>
              <a:xfrm>
                <a:off x="565536" y="4880066"/>
                <a:ext cx="4201535" cy="523220"/>
              </a:xfrm>
              <a:prstGeom prst="rect">
                <a:avLst/>
              </a:prstGeom>
              <a:noFill/>
            </p:spPr>
            <p:txBody>
              <a:bodyPr wrap="none" rtlCol="0">
                <a:spAutoFit/>
              </a:bodyPr>
              <a:lstStyle/>
              <a:p>
                <a:r>
                  <a:rPr lang="en-US" sz="2800" dirty="0">
                    <a:solidFill>
                      <a:srgbClr val="FF0000"/>
                    </a:solidFill>
                  </a:rPr>
                  <a:t>Running time: </a:t>
                </a:r>
                <a14:m>
                  <m:oMath xmlns:m="http://schemas.openxmlformats.org/officeDocument/2006/math">
                    <m:r>
                      <m:rPr>
                        <m:sty m:val="p"/>
                      </m:rPr>
                      <a:rPr lang="en-US" sz="2800" b="0" i="0" smtClean="0">
                        <a:solidFill>
                          <a:srgbClr val="FF0000"/>
                        </a:solidFill>
                        <a:latin typeface="Cambria Math" panose="02040503050406030204" pitchFamily="18" charset="0"/>
                      </a:rPr>
                      <m:t>Θ</m:t>
                    </m:r>
                    <m:d>
                      <m:dPr>
                        <m:ctrlPr>
                          <a:rPr lang="en-US" sz="2800" b="0" i="1" smtClean="0">
                            <a:solidFill>
                              <a:srgbClr val="FF0000"/>
                            </a:solidFill>
                            <a:latin typeface="Cambria Math" panose="02040503050406030204" pitchFamily="18" charset="0"/>
                          </a:rPr>
                        </m:ctrlPr>
                      </m:dPr>
                      <m:e>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𝑉</m:t>
                            </m:r>
                          </m:e>
                        </m:d>
                        <m:r>
                          <a:rPr lang="en-US" sz="2800" b="0" i="1" smtClean="0">
                            <a:solidFill>
                              <a:srgbClr val="FF0000"/>
                            </a:solidFill>
                            <a:latin typeface="Cambria Math" panose="02040503050406030204" pitchFamily="18" charset="0"/>
                          </a:rPr>
                          <m:t>+</m:t>
                        </m:r>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𝐸</m:t>
                            </m:r>
                          </m:e>
                        </m:d>
                      </m:e>
                    </m:d>
                  </m:oMath>
                </a14:m>
                <a:endParaRPr lang="en-US" sz="2800" dirty="0">
                  <a:solidFill>
                    <a:srgbClr val="FF0000"/>
                  </a:solidFill>
                </a:endParaRPr>
              </a:p>
            </p:txBody>
          </p:sp>
        </mc:Choice>
        <mc:Fallback xmlns="">
          <p:sp>
            <p:nvSpPr>
              <p:cNvPr id="3" name="TextBox 2">
                <a:extLst>
                  <a:ext uri="{FF2B5EF4-FFF2-40B4-BE49-F238E27FC236}">
                    <a16:creationId xmlns:a16="http://schemas.microsoft.com/office/drawing/2014/main" id="{F7685445-E91C-3488-3626-7813352F07C6}"/>
                  </a:ext>
                </a:extLst>
              </p:cNvPr>
              <p:cNvSpPr txBox="1">
                <a:spLocks noRot="1" noChangeAspect="1" noMove="1" noResize="1" noEditPoints="1" noAdjustHandles="1" noChangeArrowheads="1" noChangeShapeType="1" noTextEdit="1"/>
              </p:cNvSpPr>
              <p:nvPr/>
            </p:nvSpPr>
            <p:spPr>
              <a:xfrm>
                <a:off x="565536" y="4880066"/>
                <a:ext cx="4201535" cy="523220"/>
              </a:xfrm>
              <a:prstGeom prst="rect">
                <a:avLst/>
              </a:prstGeom>
              <a:blipFill>
                <a:blip r:embed="rId2"/>
                <a:stretch>
                  <a:fillRect l="-3048" t="-11765" b="-34118"/>
                </a:stretch>
              </a:blipFill>
            </p:spPr>
            <p:txBody>
              <a:bodyPr/>
              <a:lstStyle/>
              <a:p>
                <a:r>
                  <a:rPr lang="en-US">
                    <a:noFill/>
                  </a:rPr>
                  <a:t> </a:t>
                </a:r>
              </a:p>
            </p:txBody>
          </p:sp>
        </mc:Fallback>
      </mc:AlternateContent>
      <p:grpSp>
        <p:nvGrpSpPr>
          <p:cNvPr id="5" name="Group 4"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D167D64F-2B9B-C508-9920-F4C797F21EB0}"/>
              </a:ext>
            </a:extLst>
          </p:cNvPr>
          <p:cNvGrpSpPr/>
          <p:nvPr/>
        </p:nvGrpSpPr>
        <p:grpSpPr>
          <a:xfrm>
            <a:off x="458009" y="1810946"/>
            <a:ext cx="4385159" cy="2420607"/>
            <a:chOff x="6934200" y="4047495"/>
            <a:chExt cx="4385159" cy="2420607"/>
          </a:xfrm>
        </p:grpSpPr>
        <p:grpSp>
          <p:nvGrpSpPr>
            <p:cNvPr id="6" name="Group 5">
              <a:extLst>
                <a:ext uri="{FF2B5EF4-FFF2-40B4-BE49-F238E27FC236}">
                  <a16:creationId xmlns:a16="http://schemas.microsoft.com/office/drawing/2014/main" id="{8EB4602C-F8FA-0BEB-8FE7-9313A55D49DE}"/>
                </a:ext>
              </a:extLst>
            </p:cNvPr>
            <p:cNvGrpSpPr/>
            <p:nvPr/>
          </p:nvGrpSpPr>
          <p:grpSpPr>
            <a:xfrm>
              <a:off x="6934200" y="4047495"/>
              <a:ext cx="4385159" cy="2420607"/>
              <a:chOff x="1524000" y="2625729"/>
              <a:chExt cx="7044346" cy="3888478"/>
            </a:xfrm>
          </p:grpSpPr>
          <p:grpSp>
            <p:nvGrpSpPr>
              <p:cNvPr id="8" name="Group 7">
                <a:extLst>
                  <a:ext uri="{FF2B5EF4-FFF2-40B4-BE49-F238E27FC236}">
                    <a16:creationId xmlns:a16="http://schemas.microsoft.com/office/drawing/2014/main" id="{1428ECE3-E802-FBEF-B3D5-CD698D64CB87}"/>
                  </a:ext>
                </a:extLst>
              </p:cNvPr>
              <p:cNvGrpSpPr/>
              <p:nvPr/>
            </p:nvGrpSpPr>
            <p:grpSpPr>
              <a:xfrm>
                <a:off x="1524000" y="2625729"/>
                <a:ext cx="7044346" cy="3888478"/>
                <a:chOff x="0" y="3020093"/>
                <a:chExt cx="7044346" cy="3888478"/>
              </a:xfrm>
            </p:grpSpPr>
            <p:cxnSp>
              <p:nvCxnSpPr>
                <p:cNvPr id="10" name="Straight Connector 9">
                  <a:extLst>
                    <a:ext uri="{FF2B5EF4-FFF2-40B4-BE49-F238E27FC236}">
                      <a16:creationId xmlns:a16="http://schemas.microsoft.com/office/drawing/2014/main" id="{0AA8EDDA-EF25-A891-2159-ACF5BA3BF792}"/>
                    </a:ext>
                  </a:extLst>
                </p:cNvPr>
                <p:cNvCxnSpPr>
                  <a:stCxn id="22" idx="7"/>
                  <a:endCxn id="23"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4C8B1BE-4C56-F3E0-A02B-7C706F314D60}"/>
                    </a:ext>
                  </a:extLst>
                </p:cNvPr>
                <p:cNvCxnSpPr>
                  <a:stCxn id="23" idx="6"/>
                  <a:endCxn id="26"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305019-2BC0-97E3-1F92-EDD4342693C3}"/>
                    </a:ext>
                  </a:extLst>
                </p:cNvPr>
                <p:cNvCxnSpPr>
                  <a:stCxn id="22" idx="4"/>
                  <a:endCxn id="24"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A7DDCB0-6B6D-7535-D256-3BB4CE470188}"/>
                    </a:ext>
                  </a:extLst>
                </p:cNvPr>
                <p:cNvCxnSpPr>
                  <a:stCxn id="25" idx="3"/>
                  <a:endCxn id="24"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67A901E-9F9B-1300-02B3-BA3CB0B18A0C}"/>
                    </a:ext>
                  </a:extLst>
                </p:cNvPr>
                <p:cNvCxnSpPr>
                  <a:stCxn id="27" idx="2"/>
                  <a:endCxn id="24"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7727986-1A72-95EB-D5B4-51667991A7B8}"/>
                    </a:ext>
                  </a:extLst>
                </p:cNvPr>
                <p:cNvCxnSpPr>
                  <a:stCxn id="25" idx="5"/>
                  <a:endCxn id="27"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A887DB1-C1C5-09F4-2ED1-9B8B05AD41B1}"/>
                    </a:ext>
                  </a:extLst>
                </p:cNvPr>
                <p:cNvCxnSpPr>
                  <a:cxnSpLocks/>
                  <a:stCxn id="23" idx="5"/>
                  <a:endCxn id="28"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7E199F-D81D-D76B-CCC0-07003F5E024F}"/>
                    </a:ext>
                  </a:extLst>
                </p:cNvPr>
                <p:cNvCxnSpPr>
                  <a:cxnSpLocks/>
                  <a:stCxn id="30" idx="4"/>
                  <a:endCxn id="28"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36DB52-1F54-B21C-D19D-F5509EF2F743}"/>
                    </a:ext>
                  </a:extLst>
                </p:cNvPr>
                <p:cNvCxnSpPr>
                  <a:stCxn id="30" idx="2"/>
                  <a:endCxn id="26"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EDB5FE-7BA3-2684-2843-66EFAC98BD5C}"/>
                    </a:ext>
                  </a:extLst>
                </p:cNvPr>
                <p:cNvCxnSpPr>
                  <a:stCxn id="29" idx="1"/>
                  <a:endCxn id="30"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CE7DB8C-1E3C-4E72-1736-EB8A6F3844D8}"/>
                    </a:ext>
                  </a:extLst>
                </p:cNvPr>
                <p:cNvCxnSpPr>
                  <a:stCxn id="29" idx="3"/>
                  <a:endCxn id="28"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234D75C-E956-5C4E-F59B-90A7D7966E96}"/>
                    </a:ext>
                  </a:extLst>
                </p:cNvPr>
                <p:cNvCxnSpPr>
                  <a:stCxn id="23" idx="4"/>
                  <a:endCxn id="24"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C2E88EB9-44F8-7929-366A-BD170002521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3" name="Oval 22">
                  <a:extLst>
                    <a:ext uri="{FF2B5EF4-FFF2-40B4-BE49-F238E27FC236}">
                      <a16:creationId xmlns:a16="http://schemas.microsoft.com/office/drawing/2014/main" id="{72EDEA93-293D-6D35-0F17-38A42E580F22}"/>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Oval 23">
                  <a:extLst>
                    <a:ext uri="{FF2B5EF4-FFF2-40B4-BE49-F238E27FC236}">
                      <a16:creationId xmlns:a16="http://schemas.microsoft.com/office/drawing/2014/main" id="{F78126EE-A3DE-4903-F082-2959917A4780}"/>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5" name="Oval 24">
                  <a:extLst>
                    <a:ext uri="{FF2B5EF4-FFF2-40B4-BE49-F238E27FC236}">
                      <a16:creationId xmlns:a16="http://schemas.microsoft.com/office/drawing/2014/main" id="{32CCBE43-4A94-CAF5-2112-06D7DA8A3617}"/>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6" name="Oval 25">
                  <a:extLst>
                    <a:ext uri="{FF2B5EF4-FFF2-40B4-BE49-F238E27FC236}">
                      <a16:creationId xmlns:a16="http://schemas.microsoft.com/office/drawing/2014/main" id="{62AB9AAE-142F-5CD7-778C-85CD6F4C038F}"/>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7" name="Oval 26">
                  <a:extLst>
                    <a:ext uri="{FF2B5EF4-FFF2-40B4-BE49-F238E27FC236}">
                      <a16:creationId xmlns:a16="http://schemas.microsoft.com/office/drawing/2014/main" id="{26D220E1-4E87-BB58-171D-22F5D6CD01D0}"/>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8" name="Oval 27">
                  <a:extLst>
                    <a:ext uri="{FF2B5EF4-FFF2-40B4-BE49-F238E27FC236}">
                      <a16:creationId xmlns:a16="http://schemas.microsoft.com/office/drawing/2014/main" id="{F1482C77-0C02-87E5-D987-5A83F26B19CF}"/>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9" name="Oval 28">
                  <a:extLst>
                    <a:ext uri="{FF2B5EF4-FFF2-40B4-BE49-F238E27FC236}">
                      <a16:creationId xmlns:a16="http://schemas.microsoft.com/office/drawing/2014/main" id="{64275FE9-0FC5-9E38-10D2-07FEA56B0A1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30" name="Oval 29">
                  <a:extLst>
                    <a:ext uri="{FF2B5EF4-FFF2-40B4-BE49-F238E27FC236}">
                      <a16:creationId xmlns:a16="http://schemas.microsoft.com/office/drawing/2014/main" id="{CDA1B473-9C9E-FF91-68A0-B564476F1B24}"/>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9" name="Straight Connector 8">
                <a:extLst>
                  <a:ext uri="{FF2B5EF4-FFF2-40B4-BE49-F238E27FC236}">
                    <a16:creationId xmlns:a16="http://schemas.microsoft.com/office/drawing/2014/main" id="{3A0978BC-CEA4-C6FA-CC82-B4BC042B2039}"/>
                  </a:ext>
                </a:extLst>
              </p:cNvPr>
              <p:cNvCxnSpPr>
                <a:cxnSpLocks/>
                <a:stCxn id="27" idx="3"/>
                <a:endCxn id="24"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7" name="Straight Connector 6">
              <a:extLst>
                <a:ext uri="{FF2B5EF4-FFF2-40B4-BE49-F238E27FC236}">
                  <a16:creationId xmlns:a16="http://schemas.microsoft.com/office/drawing/2014/main" id="{B6F3FA87-A4AE-F02B-C825-8C57E5BCCDD5}"/>
                </a:ext>
              </a:extLst>
            </p:cNvPr>
            <p:cNvCxnSpPr>
              <a:cxnSpLocks/>
              <a:stCxn id="27" idx="6"/>
              <a:endCxn id="28"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FBEFED2-22FD-EE04-744F-17191E2F2C3D}"/>
                  </a:ext>
                </a:extLst>
              </p14:cNvPr>
              <p14:cNvContentPartPr/>
              <p14:nvPr/>
            </p14:nvContentPartPr>
            <p14:xfrm>
              <a:off x="4916160" y="707400"/>
              <a:ext cx="4372560" cy="5468400"/>
            </p14:xfrm>
          </p:contentPart>
        </mc:Choice>
        <mc:Fallback>
          <p:pic>
            <p:nvPicPr>
              <p:cNvPr id="4" name="Ink 3">
                <a:extLst>
                  <a:ext uri="{FF2B5EF4-FFF2-40B4-BE49-F238E27FC236}">
                    <a16:creationId xmlns:a16="http://schemas.microsoft.com/office/drawing/2014/main" id="{CFBEFED2-22FD-EE04-744F-17191E2F2C3D}"/>
                  </a:ext>
                </a:extLst>
              </p:cNvPr>
              <p:cNvPicPr/>
              <p:nvPr/>
            </p:nvPicPr>
            <p:blipFill>
              <a:blip r:embed="rId4"/>
              <a:stretch>
                <a:fillRect/>
              </a:stretch>
            </p:blipFill>
            <p:spPr>
              <a:xfrm>
                <a:off x="4906800" y="698040"/>
                <a:ext cx="4391280" cy="5487120"/>
              </a:xfrm>
              <a:prstGeom prst="rect">
                <a:avLst/>
              </a:prstGeom>
            </p:spPr>
          </p:pic>
        </mc:Fallback>
      </mc:AlternateContent>
    </p:spTree>
    <p:extLst>
      <p:ext uri="{BB962C8B-B14F-4D97-AF65-F5344CB8AC3E}">
        <p14:creationId xmlns:p14="http://schemas.microsoft.com/office/powerpoint/2010/main" val="396291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DFS Recursively (more common)</a:t>
            </a:r>
          </a:p>
        </p:txBody>
      </p:sp>
      <p:sp>
        <p:nvSpPr>
          <p:cNvPr id="43" name="TextBox 42"/>
          <p:cNvSpPr txBox="1"/>
          <p:nvPr/>
        </p:nvSpPr>
        <p:spPr>
          <a:xfrm>
            <a:off x="105865" y="1866236"/>
            <a:ext cx="8686800" cy="3970318"/>
          </a:xfrm>
          <a:prstGeom prst="rect">
            <a:avLst/>
          </a:prstGeom>
          <a:noFill/>
        </p:spPr>
        <p:txBody>
          <a:bodyPr wrap="square" rtlCol="0">
            <a:spAutoFit/>
          </a:bodyPr>
          <a:lstStyle/>
          <a:p>
            <a:r>
              <a:rPr lang="en-US" sz="2800" dirty="0"/>
              <a:t>void </a:t>
            </a:r>
            <a:r>
              <a:rPr lang="en-US" sz="2800" dirty="0" err="1"/>
              <a:t>dfs</a:t>
            </a:r>
            <a:r>
              <a:rPr lang="en-US" sz="2800" dirty="0"/>
              <a:t>(graph, </a:t>
            </a:r>
            <a:r>
              <a:rPr lang="en-US" sz="2800" dirty="0" err="1"/>
              <a:t>curr</a:t>
            </a:r>
            <a:r>
              <a:rPr lang="en-US" sz="2800" dirty="0"/>
              <a:t>){</a:t>
            </a:r>
          </a:p>
          <a:p>
            <a:r>
              <a:rPr lang="en-US" sz="2800" dirty="0"/>
              <a:t>	mark </a:t>
            </a:r>
            <a:r>
              <a:rPr lang="en-US" sz="2800" dirty="0" err="1"/>
              <a:t>curr</a:t>
            </a:r>
            <a:r>
              <a:rPr lang="en-US" sz="2800" dirty="0"/>
              <a:t> as “visited”;</a:t>
            </a:r>
          </a:p>
          <a:p>
            <a:r>
              <a:rPr lang="en-US" sz="2800" dirty="0"/>
              <a:t>	for (v : neighbors(current)){</a:t>
            </a:r>
          </a:p>
          <a:p>
            <a:r>
              <a:rPr lang="en-US" sz="2800" dirty="0"/>
              <a:t>		if (! v marked “visited”){</a:t>
            </a:r>
          </a:p>
          <a:p>
            <a:r>
              <a:rPr lang="en-US" sz="2800" dirty="0"/>
              <a:t>			</a:t>
            </a:r>
            <a:r>
              <a:rPr lang="en-US" sz="2800" dirty="0" err="1"/>
              <a:t>dfs</a:t>
            </a:r>
            <a:r>
              <a:rPr lang="en-US" sz="2800" dirty="0"/>
              <a:t>(graph, v);</a:t>
            </a:r>
          </a:p>
          <a:p>
            <a:r>
              <a:rPr lang="en-US" sz="2800" dirty="0"/>
              <a:t>		}</a:t>
            </a:r>
          </a:p>
          <a:p>
            <a:r>
              <a:rPr lang="en-US" sz="2800" dirty="0"/>
              <a:t>	}</a:t>
            </a:r>
          </a:p>
          <a:p>
            <a:r>
              <a:rPr lang="en-US" sz="2800" dirty="0"/>
              <a:t>	mark </a:t>
            </a:r>
            <a:r>
              <a:rPr lang="en-US" sz="2800" dirty="0" err="1"/>
              <a:t>curr</a:t>
            </a:r>
            <a:r>
              <a:rPr lang="en-US" sz="2800" dirty="0"/>
              <a:t> as “done”;</a:t>
            </a:r>
          </a:p>
          <a:p>
            <a:r>
              <a:rPr lang="en-US" sz="2800" dirty="0"/>
              <a:t>}			</a:t>
            </a:r>
          </a:p>
        </p:txBody>
      </p:sp>
      <p:grpSp>
        <p:nvGrpSpPr>
          <p:cNvPr id="29" name="Group 2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88200AC9-7D9A-1925-52EB-C7B86A898E60}"/>
              </a:ext>
            </a:extLst>
          </p:cNvPr>
          <p:cNvGrpSpPr/>
          <p:nvPr/>
        </p:nvGrpSpPr>
        <p:grpSpPr>
          <a:xfrm>
            <a:off x="7543800" y="3714388"/>
            <a:ext cx="4385159" cy="2420607"/>
            <a:chOff x="6934200" y="4047495"/>
            <a:chExt cx="4385159" cy="2420607"/>
          </a:xfrm>
        </p:grpSpPr>
        <p:grpSp>
          <p:nvGrpSpPr>
            <p:cNvPr id="30" name="Group 29">
              <a:extLst>
                <a:ext uri="{FF2B5EF4-FFF2-40B4-BE49-F238E27FC236}">
                  <a16:creationId xmlns:a16="http://schemas.microsoft.com/office/drawing/2014/main" id="{4F4A86F4-FB7F-26CB-6FB5-7F1BFF9453F7}"/>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57445EE1-44C3-64A2-986E-D46EA88A8BED}"/>
                  </a:ext>
                </a:extLst>
              </p:cNvPr>
              <p:cNvGrpSpPr/>
              <p:nvPr/>
            </p:nvGrpSpPr>
            <p:grpSpPr>
              <a:xfrm>
                <a:off x="1524000" y="2625729"/>
                <a:ext cx="7044346" cy="3888478"/>
                <a:chOff x="0" y="3020093"/>
                <a:chExt cx="7044346" cy="3888478"/>
              </a:xfrm>
            </p:grpSpPr>
            <p:cxnSp>
              <p:nvCxnSpPr>
                <p:cNvPr id="34" name="Straight Connector 33">
                  <a:extLst>
                    <a:ext uri="{FF2B5EF4-FFF2-40B4-BE49-F238E27FC236}">
                      <a16:creationId xmlns:a16="http://schemas.microsoft.com/office/drawing/2014/main" id="{98667B16-A5D7-BBD9-C34D-964D4C9AFF12}"/>
                    </a:ext>
                  </a:extLst>
                </p:cNvPr>
                <p:cNvCxnSpPr>
                  <a:stCxn id="47" idx="7"/>
                  <a:endCxn id="4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0256C7-0C0F-A799-5AE9-2E217FD5D756}"/>
                    </a:ext>
                  </a:extLst>
                </p:cNvPr>
                <p:cNvCxnSpPr>
                  <a:stCxn id="48" idx="6"/>
                  <a:endCxn id="51"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54B94F8-CF37-B94A-47FD-BD2899922A25}"/>
                    </a:ext>
                  </a:extLst>
                </p:cNvPr>
                <p:cNvCxnSpPr>
                  <a:stCxn id="47" idx="4"/>
                  <a:endCxn id="4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D98E141-8BD7-326E-BA69-6B184455899A}"/>
                    </a:ext>
                  </a:extLst>
                </p:cNvPr>
                <p:cNvCxnSpPr>
                  <a:stCxn id="50" idx="3"/>
                  <a:endCxn id="4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DAFBF81-44CC-A51D-66C0-2C5B87B35C40}"/>
                    </a:ext>
                  </a:extLst>
                </p:cNvPr>
                <p:cNvCxnSpPr>
                  <a:stCxn id="52" idx="2"/>
                  <a:endCxn id="4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2C89A0F-5857-790A-2E5A-C334C74AD9DF}"/>
                    </a:ext>
                  </a:extLst>
                </p:cNvPr>
                <p:cNvCxnSpPr>
                  <a:stCxn id="50" idx="5"/>
                  <a:endCxn id="52"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52BECD2-A307-35FE-E7B9-BEF318C03A1D}"/>
                    </a:ext>
                  </a:extLst>
                </p:cNvPr>
                <p:cNvCxnSpPr>
                  <a:cxnSpLocks/>
                  <a:stCxn id="48" idx="5"/>
                  <a:endCxn id="53"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9A6867-664B-0A60-EC3B-4B9FB9DABFF2}"/>
                    </a:ext>
                  </a:extLst>
                </p:cNvPr>
                <p:cNvCxnSpPr>
                  <a:cxnSpLocks/>
                  <a:stCxn id="55" idx="4"/>
                  <a:endCxn id="53"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890D792-DD4D-C941-053C-56792BC91B07}"/>
                    </a:ext>
                  </a:extLst>
                </p:cNvPr>
                <p:cNvCxnSpPr>
                  <a:stCxn id="55" idx="2"/>
                  <a:endCxn id="51"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1E4AEE4-0B75-9ED8-B545-8ECB83BC5819}"/>
                    </a:ext>
                  </a:extLst>
                </p:cNvPr>
                <p:cNvCxnSpPr>
                  <a:stCxn id="54" idx="1"/>
                  <a:endCxn id="55"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5F552B6-93EB-210F-6CA5-732260C4CB99}"/>
                    </a:ext>
                  </a:extLst>
                </p:cNvPr>
                <p:cNvCxnSpPr>
                  <a:stCxn id="54" idx="3"/>
                  <a:endCxn id="53"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9CF98F7-72EE-A41B-94B4-C0C7D5B40A13}"/>
                    </a:ext>
                  </a:extLst>
                </p:cNvPr>
                <p:cNvCxnSpPr>
                  <a:stCxn id="48" idx="4"/>
                  <a:endCxn id="4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CCD3DB87-8FDD-BBEE-9D89-F763E1040ED7}"/>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48" name="Oval 47">
                  <a:extLst>
                    <a:ext uri="{FF2B5EF4-FFF2-40B4-BE49-F238E27FC236}">
                      <a16:creationId xmlns:a16="http://schemas.microsoft.com/office/drawing/2014/main" id="{684B893D-29DB-BB7C-BBA0-B919C23C6B1E}"/>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Oval 48">
                  <a:extLst>
                    <a:ext uri="{FF2B5EF4-FFF2-40B4-BE49-F238E27FC236}">
                      <a16:creationId xmlns:a16="http://schemas.microsoft.com/office/drawing/2014/main" id="{E98533ED-C91E-BCB7-C7FA-6A6BB23DB5E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0" name="Oval 49">
                  <a:extLst>
                    <a:ext uri="{FF2B5EF4-FFF2-40B4-BE49-F238E27FC236}">
                      <a16:creationId xmlns:a16="http://schemas.microsoft.com/office/drawing/2014/main" id="{E5E38723-49F4-D444-B6E9-10D1CEE06FAA}"/>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1" name="Oval 50">
                  <a:extLst>
                    <a:ext uri="{FF2B5EF4-FFF2-40B4-BE49-F238E27FC236}">
                      <a16:creationId xmlns:a16="http://schemas.microsoft.com/office/drawing/2014/main" id="{494084C6-F266-1A65-C3CD-B28BAECD1CD3}"/>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2" name="Oval 51">
                  <a:extLst>
                    <a:ext uri="{FF2B5EF4-FFF2-40B4-BE49-F238E27FC236}">
                      <a16:creationId xmlns:a16="http://schemas.microsoft.com/office/drawing/2014/main" id="{D79CA729-96DA-7BDA-8FA9-CD452C4A54D4}"/>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3" name="Oval 52">
                  <a:extLst>
                    <a:ext uri="{FF2B5EF4-FFF2-40B4-BE49-F238E27FC236}">
                      <a16:creationId xmlns:a16="http://schemas.microsoft.com/office/drawing/2014/main" id="{1F607055-3BC9-7EEA-81D8-BD20DB6D7E80}"/>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4" name="Oval 53">
                  <a:extLst>
                    <a:ext uri="{FF2B5EF4-FFF2-40B4-BE49-F238E27FC236}">
                      <a16:creationId xmlns:a16="http://schemas.microsoft.com/office/drawing/2014/main" id="{58830F5E-7D53-760E-EA93-ACF453B746A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5" name="Oval 54">
                  <a:extLst>
                    <a:ext uri="{FF2B5EF4-FFF2-40B4-BE49-F238E27FC236}">
                      <a16:creationId xmlns:a16="http://schemas.microsoft.com/office/drawing/2014/main" id="{DA593680-DCFA-7AF1-C06C-855B87D1B5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E035AA82-3EEE-70A9-9876-C158C70B2BD0}"/>
                  </a:ext>
                </a:extLst>
              </p:cNvPr>
              <p:cNvCxnSpPr>
                <a:cxnSpLocks/>
                <a:stCxn id="52" idx="3"/>
                <a:endCxn id="4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80E6D0F4-C146-E647-3385-43715450879E}"/>
                </a:ext>
              </a:extLst>
            </p:cNvPr>
            <p:cNvCxnSpPr>
              <a:cxnSpLocks/>
              <a:stCxn id="52" idx="6"/>
              <a:endCxn id="53"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185CB62-1161-3024-5DC2-96D6B7302F98}"/>
                  </a:ext>
                </a:extLst>
              </p14:cNvPr>
              <p14:cNvContentPartPr/>
              <p14:nvPr/>
            </p14:nvContentPartPr>
            <p14:xfrm>
              <a:off x="758880" y="2626920"/>
              <a:ext cx="10591560" cy="3542400"/>
            </p14:xfrm>
          </p:contentPart>
        </mc:Choice>
        <mc:Fallback>
          <p:pic>
            <p:nvPicPr>
              <p:cNvPr id="3" name="Ink 2">
                <a:extLst>
                  <a:ext uri="{FF2B5EF4-FFF2-40B4-BE49-F238E27FC236}">
                    <a16:creationId xmlns:a16="http://schemas.microsoft.com/office/drawing/2014/main" id="{1185CB62-1161-3024-5DC2-96D6B7302F98}"/>
                  </a:ext>
                </a:extLst>
              </p:cNvPr>
              <p:cNvPicPr/>
              <p:nvPr/>
            </p:nvPicPr>
            <p:blipFill>
              <a:blip r:embed="rId3"/>
              <a:stretch>
                <a:fillRect/>
              </a:stretch>
            </p:blipFill>
            <p:spPr>
              <a:xfrm>
                <a:off x="749520" y="2617560"/>
                <a:ext cx="10610280" cy="3561120"/>
              </a:xfrm>
              <a:prstGeom prst="rect">
                <a:avLst/>
              </a:prstGeom>
            </p:spPr>
          </p:pic>
        </mc:Fallback>
      </mc:AlternateContent>
    </p:spTree>
    <p:extLst>
      <p:ext uri="{BB962C8B-B14F-4D97-AF65-F5344CB8AC3E}">
        <p14:creationId xmlns:p14="http://schemas.microsoft.com/office/powerpoint/2010/main" val="2467908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E589D-DD2B-0072-9A9F-44244F47B3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D6EEE7-7808-13FE-18FA-87C4E85BCDC9}"/>
              </a:ext>
            </a:extLst>
          </p:cNvPr>
          <p:cNvSpPr>
            <a:spLocks noGrp="1"/>
          </p:cNvSpPr>
          <p:nvPr>
            <p:ph type="title"/>
          </p:nvPr>
        </p:nvSpPr>
        <p:spPr/>
        <p:txBody>
          <a:bodyPr>
            <a:normAutofit/>
          </a:bodyPr>
          <a:lstStyle/>
          <a:p>
            <a:r>
              <a:rPr lang="en-US" dirty="0"/>
              <a:t>DFS – Worked Example</a:t>
            </a:r>
          </a:p>
        </p:txBody>
      </p:sp>
      <p:sp>
        <p:nvSpPr>
          <p:cNvPr id="3" name="TextBox 2">
            <a:extLst>
              <a:ext uri="{FF2B5EF4-FFF2-40B4-BE49-F238E27FC236}">
                <a16:creationId xmlns:a16="http://schemas.microsoft.com/office/drawing/2014/main" id="{8CD7599C-F16A-B059-0C92-B0C55CDC160A}"/>
              </a:ext>
            </a:extLst>
          </p:cNvPr>
          <p:cNvSpPr txBox="1"/>
          <p:nvPr/>
        </p:nvSpPr>
        <p:spPr>
          <a:xfrm>
            <a:off x="311300" y="4450870"/>
            <a:ext cx="5110630" cy="2246769"/>
          </a:xfrm>
          <a:prstGeom prst="rect">
            <a:avLst/>
          </a:prstGeom>
          <a:noFill/>
        </p:spPr>
        <p:txBody>
          <a:bodyPr wrap="none" rtlCol="0">
            <a:spAutoFit/>
          </a:bodyPr>
          <a:lstStyle/>
          <a:p>
            <a:r>
              <a:rPr lang="en-US" sz="2800" dirty="0">
                <a:solidFill>
                  <a:srgbClr val="FF0000"/>
                </a:solidFill>
              </a:rPr>
              <a:t>Starting from the current node:</a:t>
            </a:r>
          </a:p>
          <a:p>
            <a:r>
              <a:rPr lang="en-US" sz="2800" dirty="0">
                <a:solidFill>
                  <a:srgbClr val="FF0000"/>
                </a:solidFill>
              </a:rPr>
              <a:t>    for each unvisited neighbor:</a:t>
            </a:r>
          </a:p>
          <a:p>
            <a:r>
              <a:rPr lang="en-US" sz="2800" dirty="0">
                <a:solidFill>
                  <a:srgbClr val="FF0000"/>
                </a:solidFill>
              </a:rPr>
              <a:t>        mark the neighbor as visited</a:t>
            </a:r>
          </a:p>
          <a:p>
            <a:r>
              <a:rPr lang="en-US" sz="2800" dirty="0">
                <a:solidFill>
                  <a:srgbClr val="FF0000"/>
                </a:solidFill>
              </a:rPr>
              <a:t>        do a DFS from the neighbor</a:t>
            </a:r>
          </a:p>
          <a:p>
            <a:r>
              <a:rPr lang="en-US" sz="2800" dirty="0">
                <a:solidFill>
                  <a:srgbClr val="FF0000"/>
                </a:solidFill>
              </a:rPr>
              <a:t>    mark the current node as done</a:t>
            </a:r>
          </a:p>
        </p:txBody>
      </p:sp>
      <p:graphicFrame>
        <p:nvGraphicFramePr>
          <p:cNvPr id="7" name="Table 6">
            <a:extLst>
              <a:ext uri="{FF2B5EF4-FFF2-40B4-BE49-F238E27FC236}">
                <a16:creationId xmlns:a16="http://schemas.microsoft.com/office/drawing/2014/main" id="{1D3A3091-C629-A857-AF5C-735442B2150D}"/>
              </a:ext>
            </a:extLst>
          </p:cNvPr>
          <p:cNvGraphicFramePr>
            <a:graphicFrameLocks noGrp="1"/>
          </p:cNvGraphicFramePr>
          <p:nvPr/>
        </p:nvGraphicFramePr>
        <p:xfrm>
          <a:off x="6492240" y="1399839"/>
          <a:ext cx="5225339" cy="3708400"/>
        </p:xfrm>
        <a:graphic>
          <a:graphicData uri="http://schemas.openxmlformats.org/drawingml/2006/table">
            <a:tbl>
              <a:tblPr firstRow="1" bandRow="1">
                <a:tableStyleId>{5C22544A-7EE6-4342-B048-85BDC9FD1C3A}</a:tableStyleId>
              </a:tblPr>
              <a:tblGrid>
                <a:gridCol w="845229">
                  <a:extLst>
                    <a:ext uri="{9D8B030D-6E8A-4147-A177-3AD203B41FA5}">
                      <a16:colId xmlns:a16="http://schemas.microsoft.com/office/drawing/2014/main" val="2885487592"/>
                    </a:ext>
                  </a:extLst>
                </a:gridCol>
                <a:gridCol w="991884">
                  <a:extLst>
                    <a:ext uri="{9D8B030D-6E8A-4147-A177-3AD203B41FA5}">
                      <a16:colId xmlns:a16="http://schemas.microsoft.com/office/drawing/2014/main" val="3918555435"/>
                    </a:ext>
                  </a:extLst>
                </a:gridCol>
                <a:gridCol w="997527">
                  <a:extLst>
                    <a:ext uri="{9D8B030D-6E8A-4147-A177-3AD203B41FA5}">
                      <a16:colId xmlns:a16="http://schemas.microsoft.com/office/drawing/2014/main" val="1745931878"/>
                    </a:ext>
                  </a:extLst>
                </a:gridCol>
                <a:gridCol w="2390699">
                  <a:extLst>
                    <a:ext uri="{9D8B030D-6E8A-4147-A177-3AD203B41FA5}">
                      <a16:colId xmlns:a16="http://schemas.microsoft.com/office/drawing/2014/main" val="2503185837"/>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Done?</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Visited but not-yet done nodes will be found on the call stack.">
            <a:extLst>
              <a:ext uri="{FF2B5EF4-FFF2-40B4-BE49-F238E27FC236}">
                <a16:creationId xmlns:a16="http://schemas.microsoft.com/office/drawing/2014/main" id="{6AF7FF17-3F04-7C8B-3A0F-4BC05B6F83A8}"/>
              </a:ext>
            </a:extLst>
          </p:cNvPr>
          <p:cNvGrpSpPr/>
          <p:nvPr/>
        </p:nvGrpSpPr>
        <p:grpSpPr>
          <a:xfrm>
            <a:off x="5742926" y="5474915"/>
            <a:ext cx="6036209" cy="658829"/>
            <a:chOff x="5742926" y="5607923"/>
            <a:chExt cx="6036209" cy="658829"/>
          </a:xfrm>
        </p:grpSpPr>
        <p:sp>
          <p:nvSpPr>
            <p:cNvPr id="6" name="Rectangle 5">
              <a:extLst>
                <a:ext uri="{FF2B5EF4-FFF2-40B4-BE49-F238E27FC236}">
                  <a16:creationId xmlns:a16="http://schemas.microsoft.com/office/drawing/2014/main" id="{8F488023-8334-C431-2978-04F99C0218F4}"/>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0517DDD-0345-09D5-F81A-D9C19CD73E09}"/>
                </a:ext>
              </a:extLst>
            </p:cNvPr>
            <p:cNvSpPr txBox="1"/>
            <p:nvPr/>
          </p:nvSpPr>
          <p:spPr>
            <a:xfrm>
              <a:off x="5742926" y="5607923"/>
              <a:ext cx="739690" cy="646331"/>
            </a:xfrm>
            <a:prstGeom prst="rect">
              <a:avLst/>
            </a:prstGeom>
            <a:noFill/>
          </p:spPr>
          <p:txBody>
            <a:bodyPr wrap="none" rtlCol="0">
              <a:spAutoFit/>
            </a:bodyPr>
            <a:lstStyle/>
            <a:p>
              <a:r>
                <a:rPr lang="en-US" dirty="0"/>
                <a:t>(Call)</a:t>
              </a:r>
            </a:p>
            <a:p>
              <a:r>
                <a:rPr lang="en-US" dirty="0"/>
                <a:t>Stack:</a:t>
              </a:r>
            </a:p>
          </p:txBody>
        </p:sp>
      </p:grpSp>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7E02A3D7-F72D-3988-D0EB-E35D15316BD3}"/>
              </a:ext>
            </a:extLst>
          </p:cNvPr>
          <p:cNvGrpSpPr/>
          <p:nvPr/>
        </p:nvGrpSpPr>
        <p:grpSpPr>
          <a:xfrm>
            <a:off x="752302" y="1569705"/>
            <a:ext cx="4385159" cy="2420607"/>
            <a:chOff x="6934200" y="4047495"/>
            <a:chExt cx="4385159" cy="2420607"/>
          </a:xfrm>
        </p:grpSpPr>
        <p:grpSp>
          <p:nvGrpSpPr>
            <p:cNvPr id="10" name="Group 9">
              <a:extLst>
                <a:ext uri="{FF2B5EF4-FFF2-40B4-BE49-F238E27FC236}">
                  <a16:creationId xmlns:a16="http://schemas.microsoft.com/office/drawing/2014/main" id="{377FC970-CC36-C096-69E7-DB70031B416D}"/>
                </a:ext>
              </a:extLst>
            </p:cNvPr>
            <p:cNvGrpSpPr/>
            <p:nvPr/>
          </p:nvGrpSpPr>
          <p:grpSpPr>
            <a:xfrm>
              <a:off x="6934200" y="4047495"/>
              <a:ext cx="4385159" cy="2420607"/>
              <a:chOff x="1524000" y="2625729"/>
              <a:chExt cx="7044346" cy="3888478"/>
            </a:xfrm>
          </p:grpSpPr>
          <p:grpSp>
            <p:nvGrpSpPr>
              <p:cNvPr id="12" name="Group 11">
                <a:extLst>
                  <a:ext uri="{FF2B5EF4-FFF2-40B4-BE49-F238E27FC236}">
                    <a16:creationId xmlns:a16="http://schemas.microsoft.com/office/drawing/2014/main" id="{23C29F8A-5331-C503-0DA4-C0F6FC6752ED}"/>
                  </a:ext>
                </a:extLst>
              </p:cNvPr>
              <p:cNvGrpSpPr/>
              <p:nvPr/>
            </p:nvGrpSpPr>
            <p:grpSpPr>
              <a:xfrm>
                <a:off x="1524000" y="2625729"/>
                <a:ext cx="7044346" cy="3888478"/>
                <a:chOff x="0" y="3020093"/>
                <a:chExt cx="7044346" cy="3888478"/>
              </a:xfrm>
            </p:grpSpPr>
            <p:cxnSp>
              <p:nvCxnSpPr>
                <p:cNvPr id="14" name="Straight Connector 13">
                  <a:extLst>
                    <a:ext uri="{FF2B5EF4-FFF2-40B4-BE49-F238E27FC236}">
                      <a16:creationId xmlns:a16="http://schemas.microsoft.com/office/drawing/2014/main" id="{97829BA5-429D-723C-B30E-5CFE4AA093D9}"/>
                    </a:ext>
                  </a:extLst>
                </p:cNvPr>
                <p:cNvCxnSpPr>
                  <a:stCxn id="26" idx="7"/>
                  <a:endCxn id="27"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71F9DE4-4A65-BE7D-F60D-7DDEF5F6B4F3}"/>
                    </a:ext>
                  </a:extLst>
                </p:cNvPr>
                <p:cNvCxnSpPr>
                  <a:stCxn id="27" idx="6"/>
                  <a:endCxn id="30"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944CBFB-F9F7-BA1C-DE6E-591025869C22}"/>
                    </a:ext>
                  </a:extLst>
                </p:cNvPr>
                <p:cNvCxnSpPr>
                  <a:stCxn id="26" idx="4"/>
                  <a:endCxn id="28"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DF7E111-08C9-FC1F-C832-7E2FD47C9A2E}"/>
                    </a:ext>
                  </a:extLst>
                </p:cNvPr>
                <p:cNvCxnSpPr>
                  <a:stCxn id="29" idx="3"/>
                  <a:endCxn id="28"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CEE6A5-BCE9-A9E2-902E-A545D900A66D}"/>
                    </a:ext>
                  </a:extLst>
                </p:cNvPr>
                <p:cNvCxnSpPr>
                  <a:stCxn id="43" idx="2"/>
                  <a:endCxn id="28"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C5A6CD9-D32E-2503-637C-E5CBF14909A6}"/>
                    </a:ext>
                  </a:extLst>
                </p:cNvPr>
                <p:cNvCxnSpPr>
                  <a:stCxn id="29" idx="5"/>
                  <a:endCxn id="4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E361374-D27D-C505-AE05-95C565CB264C}"/>
                    </a:ext>
                  </a:extLst>
                </p:cNvPr>
                <p:cNvCxnSpPr>
                  <a:cxnSpLocks/>
                  <a:stCxn id="27" idx="5"/>
                  <a:endCxn id="47"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CAA2C8E-4FDF-A36D-3C19-402FE4F23D3F}"/>
                    </a:ext>
                  </a:extLst>
                </p:cNvPr>
                <p:cNvCxnSpPr>
                  <a:cxnSpLocks/>
                  <a:stCxn id="49" idx="4"/>
                  <a:endCxn id="4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E9A6F90-FF38-0BCD-420C-A0B3781E2BBA}"/>
                    </a:ext>
                  </a:extLst>
                </p:cNvPr>
                <p:cNvCxnSpPr>
                  <a:stCxn id="49" idx="2"/>
                  <a:endCxn id="30"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5C2EA1B-19CC-30E3-C77A-00432CD0F5CD}"/>
                    </a:ext>
                  </a:extLst>
                </p:cNvPr>
                <p:cNvCxnSpPr>
                  <a:stCxn id="48" idx="1"/>
                  <a:endCxn id="4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041241B-2F78-56F6-0445-70F83A03EF73}"/>
                    </a:ext>
                  </a:extLst>
                </p:cNvPr>
                <p:cNvCxnSpPr>
                  <a:stCxn id="48" idx="3"/>
                  <a:endCxn id="4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6B86E6C-73EA-DF42-8C40-9673F7168192}"/>
                    </a:ext>
                  </a:extLst>
                </p:cNvPr>
                <p:cNvCxnSpPr>
                  <a:stCxn id="27" idx="4"/>
                  <a:endCxn id="28"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0A5646B1-918D-B9F3-89A2-E464F61493E1}"/>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7" name="Oval 26">
                  <a:extLst>
                    <a:ext uri="{FF2B5EF4-FFF2-40B4-BE49-F238E27FC236}">
                      <a16:creationId xmlns:a16="http://schemas.microsoft.com/office/drawing/2014/main" id="{D4100F48-0C60-9629-4724-4C43B871B8D6}"/>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00D0E257-5601-F5B8-96A9-4183038B65C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9" name="Oval 28">
                  <a:extLst>
                    <a:ext uri="{FF2B5EF4-FFF2-40B4-BE49-F238E27FC236}">
                      <a16:creationId xmlns:a16="http://schemas.microsoft.com/office/drawing/2014/main" id="{4F6B1D85-6312-FDAE-89AA-70B2A6AC5CD5}"/>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0" name="Oval 29">
                  <a:extLst>
                    <a:ext uri="{FF2B5EF4-FFF2-40B4-BE49-F238E27FC236}">
                      <a16:creationId xmlns:a16="http://schemas.microsoft.com/office/drawing/2014/main" id="{D28E099B-C606-1AC4-5D81-33E8764C96CE}"/>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3" name="Oval 42">
                  <a:extLst>
                    <a:ext uri="{FF2B5EF4-FFF2-40B4-BE49-F238E27FC236}">
                      <a16:creationId xmlns:a16="http://schemas.microsoft.com/office/drawing/2014/main" id="{61E2857D-1260-6ECD-4B23-717BFA4CE993}"/>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7" name="Oval 46">
                  <a:extLst>
                    <a:ext uri="{FF2B5EF4-FFF2-40B4-BE49-F238E27FC236}">
                      <a16:creationId xmlns:a16="http://schemas.microsoft.com/office/drawing/2014/main" id="{0ED91393-043A-4946-6BAF-1A593432A826}"/>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8" name="Oval 47">
                  <a:extLst>
                    <a:ext uri="{FF2B5EF4-FFF2-40B4-BE49-F238E27FC236}">
                      <a16:creationId xmlns:a16="http://schemas.microsoft.com/office/drawing/2014/main" id="{62C08A1E-0216-48F9-9F5A-1800C93AC320}"/>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49" name="Oval 48">
                  <a:extLst>
                    <a:ext uri="{FF2B5EF4-FFF2-40B4-BE49-F238E27FC236}">
                      <a16:creationId xmlns:a16="http://schemas.microsoft.com/office/drawing/2014/main" id="{BA91EE9A-DC76-098F-5E4E-4172D2B5E95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3" name="Straight Connector 12">
                <a:extLst>
                  <a:ext uri="{FF2B5EF4-FFF2-40B4-BE49-F238E27FC236}">
                    <a16:creationId xmlns:a16="http://schemas.microsoft.com/office/drawing/2014/main" id="{C957024D-72C0-0C23-BE41-E087C73A80B5}"/>
                  </a:ext>
                </a:extLst>
              </p:cNvPr>
              <p:cNvCxnSpPr>
                <a:cxnSpLocks/>
                <a:stCxn id="43" idx="3"/>
                <a:endCxn id="28"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3CFBA753-90FC-AA22-E3B7-F37EBA7C56B4}"/>
                </a:ext>
              </a:extLst>
            </p:cNvPr>
            <p:cNvCxnSpPr>
              <a:cxnSpLocks/>
              <a:stCxn id="43" idx="6"/>
              <a:endCxn id="4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434FEA0-6334-F6F7-FE42-44CBF755F443}"/>
                  </a:ext>
                </a:extLst>
              </p14:cNvPr>
              <p14:cNvContentPartPr/>
              <p14:nvPr/>
            </p14:nvContentPartPr>
            <p14:xfrm>
              <a:off x="571680" y="639720"/>
              <a:ext cx="9445320" cy="5575680"/>
            </p14:xfrm>
          </p:contentPart>
        </mc:Choice>
        <mc:Fallback>
          <p:pic>
            <p:nvPicPr>
              <p:cNvPr id="4" name="Ink 3">
                <a:extLst>
                  <a:ext uri="{FF2B5EF4-FFF2-40B4-BE49-F238E27FC236}">
                    <a16:creationId xmlns:a16="http://schemas.microsoft.com/office/drawing/2014/main" id="{1434FEA0-6334-F6F7-FE42-44CBF755F443}"/>
                  </a:ext>
                </a:extLst>
              </p:cNvPr>
              <p:cNvPicPr/>
              <p:nvPr/>
            </p:nvPicPr>
            <p:blipFill>
              <a:blip r:embed="rId3"/>
              <a:stretch>
                <a:fillRect/>
              </a:stretch>
            </p:blipFill>
            <p:spPr>
              <a:xfrm>
                <a:off x="562320" y="630360"/>
                <a:ext cx="9464040" cy="5594400"/>
              </a:xfrm>
              <a:prstGeom prst="rect">
                <a:avLst/>
              </a:prstGeom>
            </p:spPr>
          </p:pic>
        </mc:Fallback>
      </mc:AlternateContent>
    </p:spTree>
    <p:extLst>
      <p:ext uri="{BB962C8B-B14F-4D97-AF65-F5344CB8AC3E}">
        <p14:creationId xmlns:p14="http://schemas.microsoft.com/office/powerpoint/2010/main" val="4156380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1595"/>
            <a:ext cx="10515600" cy="1325563"/>
          </a:xfrm>
        </p:spPr>
        <p:txBody>
          <a:bodyPr/>
          <a:lstStyle/>
          <a:p>
            <a:r>
              <a:rPr lang="en-US" dirty="0"/>
              <a:t>Using DFS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295401"/>
                <a:ext cx="7525415" cy="5531984"/>
              </a:xfrm>
            </p:spPr>
            <p:txBody>
              <a:bodyPr>
                <a:normAutofit fontScale="92500" lnSpcReduction="10000"/>
              </a:bodyPr>
              <a:lstStyle/>
              <a:p>
                <a:r>
                  <a:rPr lang="en-US" dirty="0"/>
                  <a:t>Consider the “visited times” and “done times” </a:t>
                </a:r>
              </a:p>
              <a:p>
                <a:r>
                  <a:rPr lang="en-US" dirty="0"/>
                  <a:t>Edges can be categorized:</a:t>
                </a:r>
              </a:p>
              <a:p>
                <a:pPr lvl="1"/>
                <a:r>
                  <a:rPr lang="en-US" dirty="0">
                    <a:solidFill>
                      <a:schemeClr val="accent3">
                        <a:lumMod val="75000"/>
                      </a:schemeClr>
                    </a:solidFill>
                  </a:rPr>
                  <a:t>Tree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was followed when pushing</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b="0" dirty="0"/>
                  <a:t> when </a:t>
                </a:r>
                <a14:m>
                  <m:oMath xmlns:m="http://schemas.openxmlformats.org/officeDocument/2006/math">
                    <m:r>
                      <a:rPr lang="en-US" b="0" i="1" smtClean="0">
                        <a:latin typeface="Cambria Math" panose="02040503050406030204" pitchFamily="18" charset="0"/>
                      </a:rPr>
                      <m:t>𝑏</m:t>
                    </m:r>
                  </m:oMath>
                </a14:m>
                <a:r>
                  <a:rPr lang="en-US" dirty="0"/>
                  <a:t> was unvisited when we were at </a:t>
                </a:r>
                <a14:m>
                  <m:oMath xmlns:m="http://schemas.openxmlformats.org/officeDocument/2006/math">
                    <m:r>
                      <a:rPr lang="en-US" b="0" i="1" smtClean="0">
                        <a:latin typeface="Cambria Math" panose="02040503050406030204" pitchFamily="18" charset="0"/>
                      </a:rPr>
                      <m:t>𝑎</m:t>
                    </m:r>
                  </m:oMath>
                </a14:m>
                <a:endParaRPr lang="en-US" dirty="0"/>
              </a:p>
              <a:p>
                <a:pPr lvl="1"/>
                <a:r>
                  <a:rPr lang="en-US" dirty="0">
                    <a:solidFill>
                      <a:srgbClr val="7030A0"/>
                    </a:solidFill>
                  </a:rPr>
                  <a:t>Back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an “ancestor”</a:t>
                </a:r>
              </a:p>
              <a:p>
                <a:pPr lvl="2"/>
                <a14:m>
                  <m:oMath xmlns:m="http://schemas.openxmlformats.org/officeDocument/2006/math">
                    <m:r>
                      <a:rPr lang="en-US" b="0" i="1" smtClean="0">
                        <a:latin typeface="Cambria Math" panose="02040503050406030204" pitchFamily="18" charset="0"/>
                      </a:rPr>
                      <m:t>𝑎</m:t>
                    </m:r>
                  </m:oMath>
                </a14:m>
                <a:r>
                  <a:rPr lang="en-US" b="0" dirty="0"/>
                  <a:t> and </a:t>
                </a:r>
                <a14:m>
                  <m:oMath xmlns:m="http://schemas.openxmlformats.org/officeDocument/2006/math">
                    <m:r>
                      <a:rPr lang="en-US" b="0" i="1" smtClean="0">
                        <a:latin typeface="Cambria Math" panose="02040503050406030204" pitchFamily="18" charset="0"/>
                      </a:rPr>
                      <m:t>𝑏</m:t>
                    </m:r>
                  </m:oMath>
                </a14:m>
                <a:r>
                  <a:rPr lang="en-US" dirty="0"/>
                  <a:t> visited but not done when we saw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endParaRPr lang="en-US" dirty="0"/>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endParaRPr lang="en-US" dirty="0"/>
              </a:p>
              <a:p>
                <a:pPr lvl="1"/>
                <a:r>
                  <a:rPr lang="en-US" dirty="0">
                    <a:solidFill>
                      <a:srgbClr val="FF33CC"/>
                    </a:solidFill>
                  </a:rPr>
                  <a:t>Forward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 “descendent”</a:t>
                </a:r>
              </a:p>
              <a:p>
                <a:pPr lvl="2"/>
                <a14:m>
                  <m:oMath xmlns:m="http://schemas.openxmlformats.org/officeDocument/2006/math">
                    <m:r>
                      <a:rPr lang="en-US" b="0" i="1" smtClean="0">
                        <a:latin typeface="Cambria Math" panose="02040503050406030204" pitchFamily="18" charset="0"/>
                      </a:rPr>
                      <m:t>𝑏</m:t>
                    </m:r>
                  </m:oMath>
                </a14:m>
                <a:r>
                  <a:rPr lang="en-US" dirty="0"/>
                  <a:t> was visited and done between when </a:t>
                </a:r>
                <a14:m>
                  <m:oMath xmlns:m="http://schemas.openxmlformats.org/officeDocument/2006/math">
                    <m:r>
                      <a:rPr lang="en-US" b="0" i="1" smtClean="0">
                        <a:latin typeface="Cambria Math" panose="02040503050406030204" pitchFamily="18" charset="0"/>
                      </a:rPr>
                      <m:t>𝑎</m:t>
                    </m:r>
                  </m:oMath>
                </a14:m>
                <a:r>
                  <a:rPr lang="en-US" dirty="0"/>
                  <a:t> was visited and done</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0"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oMath>
                </a14:m>
                <a:endParaRPr lang="en-US" dirty="0"/>
              </a:p>
              <a:p>
                <a:pPr lvl="1"/>
                <a:r>
                  <a:rPr lang="en-US" dirty="0">
                    <a:solidFill>
                      <a:srgbClr val="FF9933"/>
                    </a:solidFill>
                  </a:rPr>
                  <a:t>Cross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 node that doesn’t connect to </a:t>
                </a:r>
                <a14:m>
                  <m:oMath xmlns:m="http://schemas.openxmlformats.org/officeDocument/2006/math">
                    <m:r>
                      <a:rPr lang="en-US" b="0" i="1" smtClean="0">
                        <a:latin typeface="Cambria Math" panose="02040503050406030204" pitchFamily="18" charset="0"/>
                      </a:rPr>
                      <m:t>𝑎</m:t>
                    </m:r>
                  </m:oMath>
                </a14:m>
                <a:endParaRPr lang="en-US" dirty="0"/>
              </a:p>
              <a:p>
                <a:pPr lvl="2"/>
                <a14:m>
                  <m:oMath xmlns:m="http://schemas.openxmlformats.org/officeDocument/2006/math">
                    <m:r>
                      <a:rPr lang="en-US" b="0" i="1" smtClean="0">
                        <a:latin typeface="Cambria Math" panose="02040503050406030204" pitchFamily="18" charset="0"/>
                      </a:rPr>
                      <m:t>𝑏</m:t>
                    </m:r>
                  </m:oMath>
                </a14:m>
                <a:r>
                  <a:rPr lang="en-US" dirty="0"/>
                  <a:t> was seen and done before </a:t>
                </a:r>
                <a14:m>
                  <m:oMath xmlns:m="http://schemas.openxmlformats.org/officeDocument/2006/math">
                    <m:r>
                      <a:rPr lang="en-US" b="0" i="1" smtClean="0">
                        <a:latin typeface="Cambria Math" panose="02040503050406030204" pitchFamily="18" charset="0"/>
                      </a:rPr>
                      <m:t>𝑎</m:t>
                    </m:r>
                  </m:oMath>
                </a14:m>
                <a:r>
                  <a:rPr lang="en-US" dirty="0"/>
                  <a:t> was ever visited</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295401"/>
                <a:ext cx="7525415" cy="5531984"/>
              </a:xfrm>
              <a:blipFill>
                <a:blip r:embed="rId2"/>
                <a:stretch>
                  <a:fillRect l="-1216" t="-2315" b="-551"/>
                </a:stretch>
              </a:blipFill>
            </p:spPr>
            <p:txBody>
              <a:bodyPr/>
              <a:lstStyle/>
              <a:p>
                <a:r>
                  <a:rPr lang="en-US">
                    <a:noFill/>
                  </a:rPr>
                  <a:t> </a:t>
                </a:r>
              </a:p>
            </p:txBody>
          </p:sp>
        </mc:Fallback>
      </mc:AlternateContent>
      <p:sp>
        <p:nvSpPr>
          <p:cNvPr id="6" name="Rectangle 5" descr="For this class we only care about back edges.">
            <a:extLst>
              <a:ext uri="{FF2B5EF4-FFF2-40B4-BE49-F238E27FC236}">
                <a16:creationId xmlns:a16="http://schemas.microsoft.com/office/drawing/2014/main" id="{1B8A8A14-3CBF-B60B-19E3-50826B767932}"/>
              </a:ext>
            </a:extLst>
          </p:cNvPr>
          <p:cNvSpPr/>
          <p:nvPr/>
        </p:nvSpPr>
        <p:spPr>
          <a:xfrm>
            <a:off x="396240" y="3083319"/>
            <a:ext cx="5939716" cy="1245456"/>
          </a:xfrm>
          <a:prstGeom prst="rect">
            <a:avLst/>
          </a:prstGeom>
          <a:solidFill>
            <a:srgbClr val="FFF2CC">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EFEBF43D-377C-816B-B534-D9CB45ABF82D}"/>
              </a:ext>
            </a:extLst>
          </p:cNvPr>
          <p:cNvGrpSpPr/>
          <p:nvPr/>
        </p:nvGrpSpPr>
        <p:grpSpPr>
          <a:xfrm>
            <a:off x="7051376" y="1738815"/>
            <a:ext cx="5015358" cy="3502771"/>
            <a:chOff x="7051376" y="1738815"/>
            <a:chExt cx="5015358" cy="3502771"/>
          </a:xfrm>
        </p:grpSpPr>
        <p:sp>
          <p:nvSpPr>
            <p:cNvPr id="5" name="TextBox 4">
              <a:extLst>
                <a:ext uri="{FF2B5EF4-FFF2-40B4-BE49-F238E27FC236}">
                  <a16:creationId xmlns:a16="http://schemas.microsoft.com/office/drawing/2014/main" id="{637040C6-C78B-8017-6D73-97D93EB826C3}"/>
                </a:ext>
              </a:extLst>
            </p:cNvPr>
            <p:cNvSpPr txBox="1"/>
            <p:nvPr/>
          </p:nvSpPr>
          <p:spPr>
            <a:xfrm>
              <a:off x="7051376" y="2498155"/>
              <a:ext cx="1055802" cy="646331"/>
            </a:xfrm>
            <a:prstGeom prst="rect">
              <a:avLst/>
            </a:prstGeom>
            <a:noFill/>
          </p:spPr>
          <p:txBody>
            <a:bodyPr wrap="none" rtlCol="0">
              <a:spAutoFit/>
            </a:bodyPr>
            <a:lstStyle/>
            <a:p>
              <a:r>
                <a:rPr lang="en-US" dirty="0"/>
                <a:t>Visited: 0</a:t>
              </a:r>
            </a:p>
            <a:p>
              <a:r>
                <a:rPr lang="en-US" dirty="0"/>
                <a:t>Done: 15</a:t>
              </a:r>
            </a:p>
          </p:txBody>
        </p:sp>
        <p:sp>
          <p:nvSpPr>
            <p:cNvPr id="9" name="TextBox 8">
              <a:extLst>
                <a:ext uri="{FF2B5EF4-FFF2-40B4-BE49-F238E27FC236}">
                  <a16:creationId xmlns:a16="http://schemas.microsoft.com/office/drawing/2014/main" id="{8C2373CC-A627-D9ED-0BCD-FD194BEA0AC1}"/>
                </a:ext>
              </a:extLst>
            </p:cNvPr>
            <p:cNvSpPr txBox="1"/>
            <p:nvPr/>
          </p:nvSpPr>
          <p:spPr>
            <a:xfrm>
              <a:off x="8400192" y="1738815"/>
              <a:ext cx="1108701" cy="646331"/>
            </a:xfrm>
            <a:prstGeom prst="rect">
              <a:avLst/>
            </a:prstGeom>
            <a:noFill/>
          </p:spPr>
          <p:txBody>
            <a:bodyPr wrap="none" rtlCol="0">
              <a:spAutoFit/>
            </a:bodyPr>
            <a:lstStyle/>
            <a:p>
              <a:r>
                <a:rPr lang="en-US" dirty="0"/>
                <a:t>Visited : 1</a:t>
              </a:r>
            </a:p>
            <a:p>
              <a:r>
                <a:rPr lang="en-US" dirty="0"/>
                <a:t>Done: 8</a:t>
              </a:r>
            </a:p>
          </p:txBody>
        </p:sp>
        <p:sp>
          <p:nvSpPr>
            <p:cNvPr id="13" name="TextBox 12">
              <a:extLst>
                <a:ext uri="{FF2B5EF4-FFF2-40B4-BE49-F238E27FC236}">
                  <a16:creationId xmlns:a16="http://schemas.microsoft.com/office/drawing/2014/main" id="{25EF6F6B-53A1-1B5A-5296-E139589D5427}"/>
                </a:ext>
              </a:extLst>
            </p:cNvPr>
            <p:cNvSpPr txBox="1"/>
            <p:nvPr/>
          </p:nvSpPr>
          <p:spPr>
            <a:xfrm>
              <a:off x="9835743" y="1769458"/>
              <a:ext cx="1108701" cy="646331"/>
            </a:xfrm>
            <a:prstGeom prst="rect">
              <a:avLst/>
            </a:prstGeom>
            <a:noFill/>
          </p:spPr>
          <p:txBody>
            <a:bodyPr wrap="none" rtlCol="0">
              <a:spAutoFit/>
            </a:bodyPr>
            <a:lstStyle/>
            <a:p>
              <a:r>
                <a:rPr lang="en-US" dirty="0"/>
                <a:t>Visited : 2</a:t>
              </a:r>
            </a:p>
            <a:p>
              <a:r>
                <a:rPr lang="en-US" dirty="0"/>
                <a:t>Done: 7</a:t>
              </a:r>
            </a:p>
          </p:txBody>
        </p:sp>
        <p:sp>
          <p:nvSpPr>
            <p:cNvPr id="14" name="TextBox 13">
              <a:extLst>
                <a:ext uri="{FF2B5EF4-FFF2-40B4-BE49-F238E27FC236}">
                  <a16:creationId xmlns:a16="http://schemas.microsoft.com/office/drawing/2014/main" id="{2602DFE7-756D-9FCD-789C-1C34AF7E9F41}"/>
                </a:ext>
              </a:extLst>
            </p:cNvPr>
            <p:cNvSpPr txBox="1"/>
            <p:nvPr/>
          </p:nvSpPr>
          <p:spPr>
            <a:xfrm>
              <a:off x="10817858" y="2189528"/>
              <a:ext cx="1108701" cy="646331"/>
            </a:xfrm>
            <a:prstGeom prst="rect">
              <a:avLst/>
            </a:prstGeom>
            <a:noFill/>
          </p:spPr>
          <p:txBody>
            <a:bodyPr wrap="none" rtlCol="0">
              <a:spAutoFit/>
            </a:bodyPr>
            <a:lstStyle/>
            <a:p>
              <a:r>
                <a:rPr lang="en-US" dirty="0"/>
                <a:t>Visited : 3</a:t>
              </a:r>
            </a:p>
            <a:p>
              <a:r>
                <a:rPr lang="en-US" dirty="0"/>
                <a:t>Done: 6</a:t>
              </a:r>
            </a:p>
          </p:txBody>
        </p:sp>
        <p:sp>
          <p:nvSpPr>
            <p:cNvPr id="15" name="TextBox 14">
              <a:extLst>
                <a:ext uri="{FF2B5EF4-FFF2-40B4-BE49-F238E27FC236}">
                  <a16:creationId xmlns:a16="http://schemas.microsoft.com/office/drawing/2014/main" id="{DEC26F77-4D49-3950-8D22-8923AC36C2A4}"/>
                </a:ext>
              </a:extLst>
            </p:cNvPr>
            <p:cNvSpPr txBox="1"/>
            <p:nvPr/>
          </p:nvSpPr>
          <p:spPr>
            <a:xfrm>
              <a:off x="10958033" y="4504684"/>
              <a:ext cx="1108701" cy="646331"/>
            </a:xfrm>
            <a:prstGeom prst="rect">
              <a:avLst/>
            </a:prstGeom>
            <a:noFill/>
          </p:spPr>
          <p:txBody>
            <a:bodyPr wrap="none" rtlCol="0">
              <a:spAutoFit/>
            </a:bodyPr>
            <a:lstStyle/>
            <a:p>
              <a:r>
                <a:rPr lang="en-US" dirty="0"/>
                <a:t>Visited : 4</a:t>
              </a:r>
            </a:p>
            <a:p>
              <a:r>
                <a:rPr lang="en-US" dirty="0"/>
                <a:t>Done: 5</a:t>
              </a:r>
            </a:p>
          </p:txBody>
        </p:sp>
        <p:grpSp>
          <p:nvGrpSpPr>
            <p:cNvPr id="27" name="Group 26">
              <a:extLst>
                <a:ext uri="{FF2B5EF4-FFF2-40B4-BE49-F238E27FC236}">
                  <a16:creationId xmlns:a16="http://schemas.microsoft.com/office/drawing/2014/main" id="{53B7506F-586D-4F12-6E6A-2136E400F4CD}"/>
                </a:ext>
              </a:extLst>
            </p:cNvPr>
            <p:cNvGrpSpPr/>
            <p:nvPr/>
          </p:nvGrpSpPr>
          <p:grpSpPr>
            <a:xfrm>
              <a:off x="7620000" y="2371126"/>
              <a:ext cx="4385159" cy="2420607"/>
              <a:chOff x="6934200" y="4047495"/>
              <a:chExt cx="4385159" cy="2420607"/>
            </a:xfrm>
          </p:grpSpPr>
          <p:grpSp>
            <p:nvGrpSpPr>
              <p:cNvPr id="31" name="Group 30">
                <a:extLst>
                  <a:ext uri="{FF2B5EF4-FFF2-40B4-BE49-F238E27FC236}">
                    <a16:creationId xmlns:a16="http://schemas.microsoft.com/office/drawing/2014/main" id="{75E60E83-EF60-B160-6395-F34703A2E2C9}"/>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A2187964-E870-5C20-5011-7EF331D8B442}"/>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4CFC0412-9146-E934-F4DC-D43CAC4D8DE1}"/>
                      </a:ext>
                    </a:extLst>
                  </p:cNvPr>
                  <p:cNvCxnSpPr>
                    <a:stCxn id="49" idx="7"/>
                    <a:endCxn id="50" idx="2"/>
                  </p:cNvCxnSpPr>
                  <p:nvPr/>
                </p:nvCxnSpPr>
                <p:spPr>
                  <a:xfrm flipV="1">
                    <a:off x="438102" y="3276727"/>
                    <a:ext cx="1492916" cy="962604"/>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08726BF-EB96-6CE6-3CBC-9B19B9874C5E}"/>
                      </a:ext>
                    </a:extLst>
                  </p:cNvPr>
                  <p:cNvCxnSpPr>
                    <a:stCxn id="50" idx="6"/>
                    <a:endCxn id="53" idx="2"/>
                  </p:cNvCxnSpPr>
                  <p:nvPr/>
                </p:nvCxnSpPr>
                <p:spPr>
                  <a:xfrm>
                    <a:off x="2444286" y="3276727"/>
                    <a:ext cx="1510213" cy="52390"/>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D3345FA-E452-9557-2472-ED7C1E1FF6F5}"/>
                      </a:ext>
                    </a:extLst>
                  </p:cNvPr>
                  <p:cNvCxnSpPr>
                    <a:stCxn id="49" idx="4"/>
                    <a:endCxn id="51" idx="1"/>
                  </p:cNvCxnSpPr>
                  <p:nvPr/>
                </p:nvCxnSpPr>
                <p:spPr>
                  <a:xfrm>
                    <a:off x="256634" y="4677433"/>
                    <a:ext cx="857899" cy="1046257"/>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F20CE6-12E8-B8CD-4C6D-6E08BB48B8DD}"/>
                      </a:ext>
                    </a:extLst>
                  </p:cNvPr>
                  <p:cNvCxnSpPr>
                    <a:stCxn id="52" idx="3"/>
                    <a:endCxn id="51" idx="7"/>
                  </p:cNvCxnSpPr>
                  <p:nvPr/>
                </p:nvCxnSpPr>
                <p:spPr>
                  <a:xfrm flipH="1">
                    <a:off x="1477469" y="4930617"/>
                    <a:ext cx="1172042" cy="793073"/>
                  </a:xfrm>
                  <a:prstGeom prst="line">
                    <a:avLst/>
                  </a:prstGeom>
                  <a:ln w="57150">
                    <a:solidFill>
                      <a:schemeClr val="accent3">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8E65BF8-0C38-878D-43F0-DCA1382ECE78}"/>
                      </a:ext>
                    </a:extLst>
                  </p:cNvPr>
                  <p:cNvCxnSpPr>
                    <a:stCxn id="54" idx="2"/>
                    <a:endCxn id="51" idx="5"/>
                  </p:cNvCxnSpPr>
                  <p:nvPr/>
                </p:nvCxnSpPr>
                <p:spPr>
                  <a:xfrm flipH="1" flipV="1">
                    <a:off x="1477469" y="6086626"/>
                    <a:ext cx="1369411" cy="565311"/>
                  </a:xfrm>
                  <a:prstGeom prst="line">
                    <a:avLst/>
                  </a:prstGeom>
                  <a:ln w="57150">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E8A7D6-FA04-569D-7C8B-00D1000D5562}"/>
                      </a:ext>
                    </a:extLst>
                  </p:cNvPr>
                  <p:cNvCxnSpPr>
                    <a:stCxn id="52" idx="5"/>
                    <a:endCxn id="54" idx="0"/>
                  </p:cNvCxnSpPr>
                  <p:nvPr/>
                </p:nvCxnSpPr>
                <p:spPr>
                  <a:xfrm>
                    <a:off x="3012447" y="4930617"/>
                    <a:ext cx="91067" cy="1464686"/>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244733C-FCCA-2B14-53BE-1D266F25D9A6}"/>
                      </a:ext>
                    </a:extLst>
                  </p:cNvPr>
                  <p:cNvCxnSpPr>
                    <a:cxnSpLocks/>
                    <a:stCxn id="50" idx="5"/>
                    <a:endCxn id="55" idx="1"/>
                  </p:cNvCxnSpPr>
                  <p:nvPr/>
                </p:nvCxnSpPr>
                <p:spPr>
                  <a:xfrm>
                    <a:off x="2369118" y="3458194"/>
                    <a:ext cx="2707217" cy="2755642"/>
                  </a:xfrm>
                  <a:prstGeom prst="line">
                    <a:avLst/>
                  </a:prstGeom>
                  <a:ln w="57150">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CAA9FF4-A914-088F-BC91-64DF4D401A0C}"/>
                      </a:ext>
                    </a:extLst>
                  </p:cNvPr>
                  <p:cNvCxnSpPr>
                    <a:cxnSpLocks/>
                    <a:stCxn id="57" idx="4"/>
                    <a:endCxn id="55" idx="0"/>
                  </p:cNvCxnSpPr>
                  <p:nvPr/>
                </p:nvCxnSpPr>
                <p:spPr>
                  <a:xfrm flipH="1">
                    <a:off x="5257802" y="4262423"/>
                    <a:ext cx="305431" cy="1876245"/>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C444822-6EFB-DDAD-2CFA-EF917A222B88}"/>
                      </a:ext>
                    </a:extLst>
                  </p:cNvPr>
                  <p:cNvCxnSpPr>
                    <a:stCxn id="57" idx="2"/>
                    <a:endCxn id="53" idx="5"/>
                  </p:cNvCxnSpPr>
                  <p:nvPr/>
                </p:nvCxnSpPr>
                <p:spPr>
                  <a:xfrm flipH="1" flipV="1">
                    <a:off x="4392601" y="3510585"/>
                    <a:ext cx="913997" cy="495205"/>
                  </a:xfrm>
                  <a:prstGeom prst="line">
                    <a:avLst/>
                  </a:prstGeom>
                  <a:ln w="57150">
                    <a:solidFill>
                      <a:schemeClr val="accent3">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8F4AA5D-0263-91BE-E34B-3CCF5E6D33A9}"/>
                      </a:ext>
                    </a:extLst>
                  </p:cNvPr>
                  <p:cNvCxnSpPr>
                    <a:stCxn id="56" idx="1"/>
                    <a:endCxn id="5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ACB732B-4621-C7D4-11BA-682F7277548D}"/>
                      </a:ext>
                    </a:extLst>
                  </p:cNvPr>
                  <p:cNvCxnSpPr>
                    <a:stCxn id="56" idx="3"/>
                    <a:endCxn id="55"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3753FED-EBEF-C50C-C21C-755E93539BEA}"/>
                      </a:ext>
                    </a:extLst>
                  </p:cNvPr>
                  <p:cNvCxnSpPr>
                    <a:stCxn id="50" idx="4"/>
                    <a:endCxn id="51" idx="0"/>
                  </p:cNvCxnSpPr>
                  <p:nvPr/>
                </p:nvCxnSpPr>
                <p:spPr>
                  <a:xfrm flipH="1">
                    <a:off x="1296001" y="3533361"/>
                    <a:ext cx="891651" cy="2115163"/>
                  </a:xfrm>
                  <a:prstGeom prst="line">
                    <a:avLst/>
                  </a:prstGeom>
                  <a:ln w="57150">
                    <a:solidFill>
                      <a:srgbClr val="FF9933"/>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B5F7B4A-9EC8-F78B-2346-A30082F4B6EE}"/>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50" name="Oval 49">
                    <a:extLst>
                      <a:ext uri="{FF2B5EF4-FFF2-40B4-BE49-F238E27FC236}">
                        <a16:creationId xmlns:a16="http://schemas.microsoft.com/office/drawing/2014/main" id="{BF6D25DC-D0D4-04D2-6803-B09D9B9393B3}"/>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1" name="Oval 50">
                    <a:extLst>
                      <a:ext uri="{FF2B5EF4-FFF2-40B4-BE49-F238E27FC236}">
                        <a16:creationId xmlns:a16="http://schemas.microsoft.com/office/drawing/2014/main" id="{AD85C94E-8822-4B5A-41C5-2476C6E729DD}"/>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2" name="Oval 51">
                    <a:extLst>
                      <a:ext uri="{FF2B5EF4-FFF2-40B4-BE49-F238E27FC236}">
                        <a16:creationId xmlns:a16="http://schemas.microsoft.com/office/drawing/2014/main" id="{379FB71B-E579-7B2A-783E-A82ED8BEA553}"/>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3" name="Oval 52">
                    <a:extLst>
                      <a:ext uri="{FF2B5EF4-FFF2-40B4-BE49-F238E27FC236}">
                        <a16:creationId xmlns:a16="http://schemas.microsoft.com/office/drawing/2014/main" id="{520B4334-C074-8A41-9DB1-8ED01D36B502}"/>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Oval 53">
                    <a:extLst>
                      <a:ext uri="{FF2B5EF4-FFF2-40B4-BE49-F238E27FC236}">
                        <a16:creationId xmlns:a16="http://schemas.microsoft.com/office/drawing/2014/main" id="{7ED46E86-17A7-C404-82BA-A842355628A9}"/>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5" name="Oval 54">
                    <a:extLst>
                      <a:ext uri="{FF2B5EF4-FFF2-40B4-BE49-F238E27FC236}">
                        <a16:creationId xmlns:a16="http://schemas.microsoft.com/office/drawing/2014/main" id="{8229461C-16BC-CC4C-AFAC-1E5547FEB92D}"/>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6" name="Oval 55">
                    <a:extLst>
                      <a:ext uri="{FF2B5EF4-FFF2-40B4-BE49-F238E27FC236}">
                        <a16:creationId xmlns:a16="http://schemas.microsoft.com/office/drawing/2014/main" id="{B2094438-55C6-D79E-8879-4351A8143ED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7" name="Oval 56">
                    <a:extLst>
                      <a:ext uri="{FF2B5EF4-FFF2-40B4-BE49-F238E27FC236}">
                        <a16:creationId xmlns:a16="http://schemas.microsoft.com/office/drawing/2014/main" id="{8C98B4E5-D147-0466-56D0-8ED4B68409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4" name="Straight Connector 33">
                  <a:extLst>
                    <a:ext uri="{FF2B5EF4-FFF2-40B4-BE49-F238E27FC236}">
                      <a16:creationId xmlns:a16="http://schemas.microsoft.com/office/drawing/2014/main" id="{2739BBA3-18B2-BF36-7317-ED47E1F53C5D}"/>
                    </a:ext>
                  </a:extLst>
                </p:cNvPr>
                <p:cNvCxnSpPr>
                  <a:cxnSpLocks/>
                  <a:stCxn id="54" idx="3"/>
                  <a:endCxn id="51" idx="4"/>
                </p:cNvCxnSpPr>
                <p:nvPr/>
              </p:nvCxnSpPr>
              <p:spPr>
                <a:xfrm flipH="1" flipV="1">
                  <a:off x="2820001" y="5767428"/>
                  <a:ext cx="1626045" cy="671613"/>
                </a:xfrm>
                <a:prstGeom prst="line">
                  <a:avLst/>
                </a:prstGeom>
                <a:ln w="57150">
                  <a:solidFill>
                    <a:srgbClr val="FF33CC"/>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9" name="Straight Connector 18">
                <a:extLst>
                  <a:ext uri="{FF2B5EF4-FFF2-40B4-BE49-F238E27FC236}">
                    <a16:creationId xmlns:a16="http://schemas.microsoft.com/office/drawing/2014/main" id="{E9958E16-56EF-E87C-97A5-B5B68FBFEDCF}"/>
                  </a:ext>
                </a:extLst>
              </p:cNvPr>
              <p:cNvCxnSpPr>
                <a:cxnSpLocks/>
                <a:stCxn id="54" idx="6"/>
                <a:endCxn id="55" idx="3"/>
              </p:cNvCxnSpPr>
              <p:nvPr/>
            </p:nvCxnSpPr>
            <p:spPr>
              <a:xfrm flipV="1">
                <a:off x="9025917" y="6261553"/>
                <a:ext cx="1068340" cy="46793"/>
              </a:xfrm>
              <a:prstGeom prst="line">
                <a:avLst/>
              </a:prstGeom>
              <a:ln w="57150">
                <a:solidFill>
                  <a:srgbClr val="FF993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A32814FC-926C-D602-D14E-28CFA754FC90}"/>
                </a:ext>
              </a:extLst>
            </p:cNvPr>
            <p:cNvSpPr txBox="1"/>
            <p:nvPr/>
          </p:nvSpPr>
          <p:spPr>
            <a:xfrm>
              <a:off x="7248312" y="3989297"/>
              <a:ext cx="1108701" cy="646331"/>
            </a:xfrm>
            <a:prstGeom prst="rect">
              <a:avLst/>
            </a:prstGeom>
            <a:noFill/>
          </p:spPr>
          <p:txBody>
            <a:bodyPr wrap="none" rtlCol="0">
              <a:spAutoFit/>
            </a:bodyPr>
            <a:lstStyle/>
            <a:p>
              <a:r>
                <a:rPr lang="en-US" dirty="0"/>
                <a:t>Visited : 9</a:t>
              </a:r>
            </a:p>
            <a:p>
              <a:r>
                <a:rPr lang="en-US" dirty="0"/>
                <a:t>Done: 14 </a:t>
              </a:r>
            </a:p>
          </p:txBody>
        </p:sp>
        <p:sp>
          <p:nvSpPr>
            <p:cNvPr id="25" name="TextBox 24">
              <a:extLst>
                <a:ext uri="{FF2B5EF4-FFF2-40B4-BE49-F238E27FC236}">
                  <a16:creationId xmlns:a16="http://schemas.microsoft.com/office/drawing/2014/main" id="{9847A006-6587-9141-4A2A-B0B5DC4D6D60}"/>
                </a:ext>
              </a:extLst>
            </p:cNvPr>
            <p:cNvSpPr txBox="1"/>
            <p:nvPr/>
          </p:nvSpPr>
          <p:spPr>
            <a:xfrm>
              <a:off x="9488075" y="3034367"/>
              <a:ext cx="1225720" cy="646331"/>
            </a:xfrm>
            <a:prstGeom prst="rect">
              <a:avLst/>
            </a:prstGeom>
            <a:noFill/>
          </p:spPr>
          <p:txBody>
            <a:bodyPr wrap="none" rtlCol="0">
              <a:spAutoFit/>
            </a:bodyPr>
            <a:lstStyle/>
            <a:p>
              <a:r>
                <a:rPr lang="en-US" dirty="0"/>
                <a:t>Visited : 10</a:t>
              </a:r>
            </a:p>
            <a:p>
              <a:r>
                <a:rPr lang="en-US" dirty="0"/>
                <a:t>Done: 13 </a:t>
              </a:r>
            </a:p>
          </p:txBody>
        </p:sp>
        <p:sp>
          <p:nvSpPr>
            <p:cNvPr id="26" name="TextBox 25">
              <a:extLst>
                <a:ext uri="{FF2B5EF4-FFF2-40B4-BE49-F238E27FC236}">
                  <a16:creationId xmlns:a16="http://schemas.microsoft.com/office/drawing/2014/main" id="{CB4C1517-411B-677D-7B95-09FAEBAE632E}"/>
                </a:ext>
              </a:extLst>
            </p:cNvPr>
            <p:cNvSpPr txBox="1"/>
            <p:nvPr/>
          </p:nvSpPr>
          <p:spPr>
            <a:xfrm>
              <a:off x="9611646" y="4595255"/>
              <a:ext cx="1225720" cy="646331"/>
            </a:xfrm>
            <a:prstGeom prst="rect">
              <a:avLst/>
            </a:prstGeom>
            <a:noFill/>
          </p:spPr>
          <p:txBody>
            <a:bodyPr wrap="none" rtlCol="0">
              <a:spAutoFit/>
            </a:bodyPr>
            <a:lstStyle/>
            <a:p>
              <a:r>
                <a:rPr lang="en-US" dirty="0"/>
                <a:t>Visited : 11</a:t>
              </a:r>
            </a:p>
            <a:p>
              <a:r>
                <a:rPr lang="en-US" dirty="0"/>
                <a:t>Done: 12</a:t>
              </a:r>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BD16FBCC-7D74-17DD-9866-F4DDDF2C075F}"/>
                  </a:ext>
                </a:extLst>
              </p14:cNvPr>
              <p14:cNvContentPartPr/>
              <p14:nvPr/>
            </p14:nvContentPartPr>
            <p14:xfrm>
              <a:off x="6059160" y="1898280"/>
              <a:ext cx="384480" cy="1041120"/>
            </p14:xfrm>
          </p:contentPart>
        </mc:Choice>
        <mc:Fallback>
          <p:pic>
            <p:nvPicPr>
              <p:cNvPr id="4" name="Ink 3">
                <a:extLst>
                  <a:ext uri="{FF2B5EF4-FFF2-40B4-BE49-F238E27FC236}">
                    <a16:creationId xmlns:a16="http://schemas.microsoft.com/office/drawing/2014/main" id="{BD16FBCC-7D74-17DD-9866-F4DDDF2C075F}"/>
                  </a:ext>
                </a:extLst>
              </p:cNvPr>
              <p:cNvPicPr/>
              <p:nvPr/>
            </p:nvPicPr>
            <p:blipFill>
              <a:blip r:embed="rId4"/>
              <a:stretch>
                <a:fillRect/>
              </a:stretch>
            </p:blipFill>
            <p:spPr>
              <a:xfrm>
                <a:off x="6049800" y="1888920"/>
                <a:ext cx="403200" cy="1059840"/>
              </a:xfrm>
              <a:prstGeom prst="rect">
                <a:avLst/>
              </a:prstGeom>
            </p:spPr>
          </p:pic>
        </mc:Fallback>
      </mc:AlternateContent>
    </p:spTree>
    <p:extLst>
      <p:ext uri="{BB962C8B-B14F-4D97-AF65-F5344CB8AC3E}">
        <p14:creationId xmlns:p14="http://schemas.microsoft.com/office/powerpoint/2010/main" val="3749809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65E17-3E9F-B9AE-7A20-33EABD73B4AB}"/>
              </a:ext>
            </a:extLst>
          </p:cNvPr>
          <p:cNvSpPr>
            <a:spLocks noGrp="1"/>
          </p:cNvSpPr>
          <p:nvPr>
            <p:ph type="title"/>
          </p:nvPr>
        </p:nvSpPr>
        <p:spPr/>
        <p:txBody>
          <a:bodyPr/>
          <a:lstStyle/>
          <a:p>
            <a:r>
              <a:rPr lang="en-US" dirty="0"/>
              <a:t>Back Edges</a:t>
            </a:r>
          </a:p>
        </p:txBody>
      </p:sp>
      <p:sp>
        <p:nvSpPr>
          <p:cNvPr id="3" name="Content Placeholder 2">
            <a:extLst>
              <a:ext uri="{FF2B5EF4-FFF2-40B4-BE49-F238E27FC236}">
                <a16:creationId xmlns:a16="http://schemas.microsoft.com/office/drawing/2014/main" id="{8078C3A9-45D7-FF17-BBD2-A14D04F500C9}"/>
              </a:ext>
            </a:extLst>
          </p:cNvPr>
          <p:cNvSpPr>
            <a:spLocks noGrp="1"/>
          </p:cNvSpPr>
          <p:nvPr>
            <p:ph idx="1"/>
          </p:nvPr>
        </p:nvSpPr>
        <p:spPr/>
        <p:txBody>
          <a:bodyPr/>
          <a:lstStyle/>
          <a:p>
            <a:r>
              <a:rPr lang="en-US" dirty="0"/>
              <a:t>Behavior of DFS:</a:t>
            </a:r>
          </a:p>
          <a:p>
            <a:pPr lvl="1"/>
            <a:r>
              <a:rPr lang="en-US" dirty="0"/>
              <a:t>“Visit everything reachable from the current node before going back”</a:t>
            </a:r>
          </a:p>
          <a:p>
            <a:r>
              <a:rPr lang="en-US" dirty="0"/>
              <a:t>Back Edge:</a:t>
            </a:r>
          </a:p>
          <a:p>
            <a:pPr lvl="1"/>
            <a:r>
              <a:rPr lang="en-US" dirty="0"/>
              <a:t>The current node’s neighbor is an “in progress” node</a:t>
            </a:r>
          </a:p>
          <a:p>
            <a:pPr lvl="1"/>
            <a:r>
              <a:rPr lang="en-US" dirty="0"/>
              <a:t>Since that other node is “in progress”, the current node is reachable from it</a:t>
            </a:r>
          </a:p>
          <a:p>
            <a:pPr lvl="1"/>
            <a:r>
              <a:rPr lang="en-US" dirty="0"/>
              <a:t>The back edge is a path to that other node</a:t>
            </a:r>
          </a:p>
          <a:p>
            <a:pPr lvl="1"/>
            <a:r>
              <a:rPr lang="en-US" b="1" dirty="0"/>
              <a:t>Cycle!</a:t>
            </a:r>
          </a:p>
          <a:p>
            <a:pPr lvl="1"/>
            <a:endParaRPr lang="en-US" dirty="0"/>
          </a:p>
        </p:txBody>
      </p:sp>
      <p:grpSp>
        <p:nvGrpSpPr>
          <p:cNvPr id="4" name="Group 3"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11DCC4DB-F032-4A81-897E-295E7BE1228A}"/>
              </a:ext>
            </a:extLst>
          </p:cNvPr>
          <p:cNvGrpSpPr/>
          <p:nvPr/>
        </p:nvGrpSpPr>
        <p:grpSpPr>
          <a:xfrm>
            <a:off x="7371080" y="4232548"/>
            <a:ext cx="4385159" cy="2420607"/>
            <a:chOff x="6934200" y="4047495"/>
            <a:chExt cx="4385159" cy="2420607"/>
          </a:xfrm>
        </p:grpSpPr>
        <p:grpSp>
          <p:nvGrpSpPr>
            <p:cNvPr id="5" name="Group 4">
              <a:extLst>
                <a:ext uri="{FF2B5EF4-FFF2-40B4-BE49-F238E27FC236}">
                  <a16:creationId xmlns:a16="http://schemas.microsoft.com/office/drawing/2014/main" id="{C005497C-CF95-1114-2C14-12B127FE61D0}"/>
                </a:ext>
              </a:extLst>
            </p:cNvPr>
            <p:cNvGrpSpPr/>
            <p:nvPr/>
          </p:nvGrpSpPr>
          <p:grpSpPr>
            <a:xfrm>
              <a:off x="6934200" y="4047495"/>
              <a:ext cx="4385159" cy="2420607"/>
              <a:chOff x="1524000" y="2625729"/>
              <a:chExt cx="7044346" cy="3888478"/>
            </a:xfrm>
          </p:grpSpPr>
          <p:grpSp>
            <p:nvGrpSpPr>
              <p:cNvPr id="7" name="Group 6">
                <a:extLst>
                  <a:ext uri="{FF2B5EF4-FFF2-40B4-BE49-F238E27FC236}">
                    <a16:creationId xmlns:a16="http://schemas.microsoft.com/office/drawing/2014/main" id="{9C3D7E5C-709B-24DE-E459-C9E48E51A49E}"/>
                  </a:ext>
                </a:extLst>
              </p:cNvPr>
              <p:cNvGrpSpPr/>
              <p:nvPr/>
            </p:nvGrpSpPr>
            <p:grpSpPr>
              <a:xfrm>
                <a:off x="1524000" y="2625729"/>
                <a:ext cx="7044346" cy="3888478"/>
                <a:chOff x="0" y="3020093"/>
                <a:chExt cx="7044346" cy="3888478"/>
              </a:xfrm>
            </p:grpSpPr>
            <p:cxnSp>
              <p:nvCxnSpPr>
                <p:cNvPr id="9" name="Straight Connector 8">
                  <a:extLst>
                    <a:ext uri="{FF2B5EF4-FFF2-40B4-BE49-F238E27FC236}">
                      <a16:creationId xmlns:a16="http://schemas.microsoft.com/office/drawing/2014/main" id="{BBFAE05B-7497-744C-A5DF-44FF38A1B758}"/>
                    </a:ext>
                  </a:extLst>
                </p:cNvPr>
                <p:cNvCxnSpPr>
                  <a:stCxn id="21" idx="7"/>
                  <a:endCxn id="22"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9592929-9D37-C268-4973-01502CCD95DE}"/>
                    </a:ext>
                  </a:extLst>
                </p:cNvPr>
                <p:cNvCxnSpPr>
                  <a:stCxn id="22" idx="6"/>
                  <a:endCxn id="25"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38FA5CC-5DA7-01F1-2FEA-47026A9CE0CD}"/>
                    </a:ext>
                  </a:extLst>
                </p:cNvPr>
                <p:cNvCxnSpPr>
                  <a:stCxn id="21" idx="4"/>
                  <a:endCxn id="23"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2D95AEC-5385-F86B-5C0C-1A605EBFA106}"/>
                    </a:ext>
                  </a:extLst>
                </p:cNvPr>
                <p:cNvCxnSpPr>
                  <a:stCxn id="24" idx="3"/>
                  <a:endCxn id="23"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A9A9856-2110-929C-2296-629DD2719CB1}"/>
                    </a:ext>
                  </a:extLst>
                </p:cNvPr>
                <p:cNvCxnSpPr>
                  <a:stCxn id="26" idx="2"/>
                  <a:endCxn id="23" idx="5"/>
                </p:cNvCxnSpPr>
                <p:nvPr/>
              </p:nvCxnSpPr>
              <p:spPr>
                <a:xfrm flipH="1" flipV="1">
                  <a:off x="1477469" y="6086626"/>
                  <a:ext cx="1369411" cy="565311"/>
                </a:xfrm>
                <a:prstGeom prst="line">
                  <a:avLst/>
                </a:prstGeom>
                <a:ln w="57150">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64D2DCE-0948-D368-8B07-0373D6B6DB9E}"/>
                    </a:ext>
                  </a:extLst>
                </p:cNvPr>
                <p:cNvCxnSpPr>
                  <a:stCxn id="24" idx="5"/>
                  <a:endCxn id="26"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3975036-CC03-E7BB-AF20-2A9B20DCB113}"/>
                    </a:ext>
                  </a:extLst>
                </p:cNvPr>
                <p:cNvCxnSpPr>
                  <a:cxnSpLocks/>
                  <a:stCxn id="22" idx="5"/>
                  <a:endCxn id="27" idx="1"/>
                </p:cNvCxnSpPr>
                <p:nvPr/>
              </p:nvCxnSpPr>
              <p:spPr>
                <a:xfrm>
                  <a:off x="2369118" y="3458194"/>
                  <a:ext cx="2707217" cy="2755642"/>
                </a:xfrm>
                <a:prstGeom prst="line">
                  <a:avLst/>
                </a:prstGeom>
                <a:ln w="57150">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4A3F958-BEA5-B6DC-2BEA-0F03C1464AB6}"/>
                    </a:ext>
                  </a:extLst>
                </p:cNvPr>
                <p:cNvCxnSpPr>
                  <a:cxnSpLocks/>
                  <a:stCxn id="29" idx="4"/>
                  <a:endCxn id="2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34E752-806D-9EC0-9920-26490F7D20AC}"/>
                    </a:ext>
                  </a:extLst>
                </p:cNvPr>
                <p:cNvCxnSpPr>
                  <a:stCxn id="29" idx="2"/>
                  <a:endCxn id="25"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93B54E8-F1AA-8138-92DD-A90F692F291A}"/>
                    </a:ext>
                  </a:extLst>
                </p:cNvPr>
                <p:cNvCxnSpPr>
                  <a:stCxn id="28" idx="1"/>
                  <a:endCxn id="2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3FE647C-B33C-6D0A-EF08-464FB5072C0E}"/>
                    </a:ext>
                  </a:extLst>
                </p:cNvPr>
                <p:cNvCxnSpPr>
                  <a:stCxn id="28" idx="3"/>
                  <a:endCxn id="2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E8BCCA-3BA1-3DA5-95F5-49AE6F389185}"/>
                    </a:ext>
                  </a:extLst>
                </p:cNvPr>
                <p:cNvCxnSpPr>
                  <a:stCxn id="22" idx="4"/>
                  <a:endCxn id="23"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01DFB8EE-BA6D-03DB-6325-067BA39330C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2" name="Oval 21">
                  <a:extLst>
                    <a:ext uri="{FF2B5EF4-FFF2-40B4-BE49-F238E27FC236}">
                      <a16:creationId xmlns:a16="http://schemas.microsoft.com/office/drawing/2014/main" id="{5358D523-10D3-DC0A-A3AC-680CD3B6CBA1}"/>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3" name="Oval 22">
                  <a:extLst>
                    <a:ext uri="{FF2B5EF4-FFF2-40B4-BE49-F238E27FC236}">
                      <a16:creationId xmlns:a16="http://schemas.microsoft.com/office/drawing/2014/main" id="{E2709509-5AFA-9027-8CE6-DDF1E65BECC7}"/>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4" name="Oval 23">
                  <a:extLst>
                    <a:ext uri="{FF2B5EF4-FFF2-40B4-BE49-F238E27FC236}">
                      <a16:creationId xmlns:a16="http://schemas.microsoft.com/office/drawing/2014/main" id="{B891A546-AD77-7B39-D8ED-3CEF182E85ED}"/>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Oval 24">
                  <a:extLst>
                    <a:ext uri="{FF2B5EF4-FFF2-40B4-BE49-F238E27FC236}">
                      <a16:creationId xmlns:a16="http://schemas.microsoft.com/office/drawing/2014/main" id="{E17795D5-B07D-6BBC-0FD6-93D219AC2221}"/>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6" name="Oval 25">
                  <a:extLst>
                    <a:ext uri="{FF2B5EF4-FFF2-40B4-BE49-F238E27FC236}">
                      <a16:creationId xmlns:a16="http://schemas.microsoft.com/office/drawing/2014/main" id="{51E2E627-E987-0637-939F-9D67131CED36}"/>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7" name="Oval 26">
                  <a:extLst>
                    <a:ext uri="{FF2B5EF4-FFF2-40B4-BE49-F238E27FC236}">
                      <a16:creationId xmlns:a16="http://schemas.microsoft.com/office/drawing/2014/main" id="{BAAC9EDC-C798-1CF1-AB22-2F75208F18C1}"/>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8" name="Oval 27">
                  <a:extLst>
                    <a:ext uri="{FF2B5EF4-FFF2-40B4-BE49-F238E27FC236}">
                      <a16:creationId xmlns:a16="http://schemas.microsoft.com/office/drawing/2014/main" id="{09A32FFF-2117-14FC-368E-3578D1750C0B}"/>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29" name="Oval 28">
                  <a:extLst>
                    <a:ext uri="{FF2B5EF4-FFF2-40B4-BE49-F238E27FC236}">
                      <a16:creationId xmlns:a16="http://schemas.microsoft.com/office/drawing/2014/main" id="{7CC32412-8B24-36D1-2463-8B1FD1F235E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8" name="Straight Connector 7">
                <a:extLst>
                  <a:ext uri="{FF2B5EF4-FFF2-40B4-BE49-F238E27FC236}">
                    <a16:creationId xmlns:a16="http://schemas.microsoft.com/office/drawing/2014/main" id="{64169FFD-3958-E793-7DF4-EC555FBD836B}"/>
                  </a:ext>
                </a:extLst>
              </p:cNvPr>
              <p:cNvCxnSpPr>
                <a:cxnSpLocks/>
                <a:stCxn id="26" idx="3"/>
                <a:endCxn id="23"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 name="Straight Connector 5">
              <a:extLst>
                <a:ext uri="{FF2B5EF4-FFF2-40B4-BE49-F238E27FC236}">
                  <a16:creationId xmlns:a16="http://schemas.microsoft.com/office/drawing/2014/main" id="{05ED39C8-9FE1-0516-963A-24BEA5C6DC50}"/>
                </a:ext>
              </a:extLst>
            </p:cNvPr>
            <p:cNvCxnSpPr>
              <a:cxnSpLocks/>
              <a:stCxn id="26" idx="6"/>
              <a:endCxn id="2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92311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Cycle Detection</a:t>
            </a:r>
          </a:p>
        </p:txBody>
      </p:sp>
      <p:sp>
        <p:nvSpPr>
          <p:cNvPr id="3" name="TextBox 2">
            <a:extLst>
              <a:ext uri="{FF2B5EF4-FFF2-40B4-BE49-F238E27FC236}">
                <a16:creationId xmlns:a16="http://schemas.microsoft.com/office/drawing/2014/main" id="{6305A923-957B-ED78-9721-01D3F5097FFD}"/>
              </a:ext>
            </a:extLst>
          </p:cNvPr>
          <p:cNvSpPr txBox="1"/>
          <p:nvPr/>
        </p:nvSpPr>
        <p:spPr>
          <a:xfrm>
            <a:off x="7931446" y="424092"/>
            <a:ext cx="4101507" cy="523220"/>
          </a:xfrm>
          <a:prstGeom prst="rect">
            <a:avLst/>
          </a:prstGeom>
          <a:noFill/>
          <a:ln>
            <a:solidFill>
              <a:srgbClr val="FF0000"/>
            </a:solidFill>
          </a:ln>
        </p:spPr>
        <p:txBody>
          <a:bodyPr wrap="none" rtlCol="0">
            <a:spAutoFit/>
          </a:bodyPr>
          <a:lstStyle/>
          <a:p>
            <a:r>
              <a:rPr lang="en-US" sz="2800" dirty="0">
                <a:solidFill>
                  <a:srgbClr val="FF0000"/>
                </a:solidFill>
              </a:rPr>
              <a:t>Idea: Look for a back edge!</a:t>
            </a:r>
          </a:p>
        </p:txBody>
      </p:sp>
      <p:sp>
        <p:nvSpPr>
          <p:cNvPr id="43" name="TextBox 42"/>
          <p:cNvSpPr txBox="1"/>
          <p:nvPr/>
        </p:nvSpPr>
        <p:spPr>
          <a:xfrm>
            <a:off x="5409814" y="1237309"/>
            <a:ext cx="6637261" cy="5509200"/>
          </a:xfrm>
          <a:prstGeom prst="rect">
            <a:avLst/>
          </a:prstGeom>
          <a:noFill/>
        </p:spPr>
        <p:txBody>
          <a:bodyPr wrap="square" rtlCol="0">
            <a:spAutoFit/>
          </a:bodyPr>
          <a:lstStyle/>
          <a:p>
            <a:r>
              <a:rPr lang="en-US" sz="1600" dirty="0"/>
              <a:t>Boolean </a:t>
            </a:r>
            <a:r>
              <a:rPr lang="en-US" sz="1600" dirty="0" err="1"/>
              <a:t>hasCycle</a:t>
            </a:r>
            <a:r>
              <a:rPr lang="en-US" sz="1600" dirty="0"/>
              <a:t>(graph){</a:t>
            </a:r>
          </a:p>
          <a:p>
            <a:r>
              <a:rPr lang="en-US" sz="1600" dirty="0"/>
              <a:t>	for(v : </a:t>
            </a:r>
            <a:r>
              <a:rPr lang="en-US" sz="1600" dirty="0" err="1"/>
              <a:t>graph.vertices</a:t>
            </a:r>
            <a:r>
              <a:rPr lang="en-US" sz="1600" dirty="0"/>
              <a:t>){</a:t>
            </a:r>
          </a:p>
          <a:p>
            <a:r>
              <a:rPr lang="en-US" sz="1600" dirty="0"/>
              <a:t>		if( ! v marked “done”){</a:t>
            </a:r>
          </a:p>
          <a:p>
            <a:r>
              <a:rPr lang="en-US" sz="1600" dirty="0"/>
              <a:t>			if(</a:t>
            </a:r>
            <a:r>
              <a:rPr lang="en-US" sz="1600" dirty="0" err="1"/>
              <a:t>hasCycle</a:t>
            </a:r>
            <a:r>
              <a:rPr lang="en-US" sz="1600" dirty="0"/>
              <a:t>(graph, v)){ return true; }</a:t>
            </a:r>
          </a:p>
          <a:p>
            <a:r>
              <a:rPr lang="en-US" sz="1600" dirty="0"/>
              <a:t>		}</a:t>
            </a:r>
          </a:p>
          <a:p>
            <a:r>
              <a:rPr lang="en-US" sz="1600" dirty="0"/>
              <a:t>	}</a:t>
            </a:r>
          </a:p>
          <a:p>
            <a:r>
              <a:rPr lang="en-US" sz="1600" dirty="0"/>
              <a:t>	return false;</a:t>
            </a:r>
          </a:p>
          <a:p>
            <a:r>
              <a:rPr lang="en-US" sz="1600" dirty="0"/>
              <a:t>}</a:t>
            </a:r>
          </a:p>
          <a:p>
            <a:r>
              <a:rPr lang="en-US" sz="1600" dirty="0" err="1"/>
              <a:t>boolean</a:t>
            </a:r>
            <a:r>
              <a:rPr lang="en-US" sz="1600" dirty="0"/>
              <a:t> </a:t>
            </a:r>
            <a:r>
              <a:rPr lang="en-US" sz="1600" dirty="0" err="1"/>
              <a:t>hasCycle</a:t>
            </a:r>
            <a:r>
              <a:rPr lang="en-US" sz="1600" dirty="0"/>
              <a:t>(graph, </a:t>
            </a:r>
            <a:r>
              <a:rPr lang="en-US" sz="1600" dirty="0" err="1"/>
              <a:t>curr</a:t>
            </a:r>
            <a:r>
              <a:rPr lang="en-US" sz="1600" dirty="0"/>
              <a:t>){</a:t>
            </a:r>
          </a:p>
          <a:p>
            <a:r>
              <a:rPr lang="en-US" sz="1600" dirty="0"/>
              <a:t>	mark </a:t>
            </a:r>
            <a:r>
              <a:rPr lang="en-US" sz="1600" dirty="0" err="1"/>
              <a:t>curr</a:t>
            </a:r>
            <a:r>
              <a:rPr lang="en-US" sz="1600" dirty="0"/>
              <a:t> as “visited”;</a:t>
            </a:r>
          </a:p>
          <a:p>
            <a:r>
              <a:rPr lang="en-US" sz="1600" dirty="0"/>
              <a:t>	</a:t>
            </a:r>
            <a:r>
              <a:rPr lang="en-US" sz="1600" dirty="0" err="1">
                <a:solidFill>
                  <a:srgbClr val="FF0000"/>
                </a:solidFill>
              </a:rPr>
              <a:t>cycleFound</a:t>
            </a:r>
            <a:r>
              <a:rPr lang="en-US" sz="1600" dirty="0">
                <a:solidFill>
                  <a:srgbClr val="FF0000"/>
                </a:solidFill>
              </a:rPr>
              <a:t> = false;</a:t>
            </a:r>
          </a:p>
          <a:p>
            <a:r>
              <a:rPr lang="en-US" sz="1600" dirty="0"/>
              <a:t>	for (v : neighbors(current)){</a:t>
            </a:r>
          </a:p>
          <a:p>
            <a:r>
              <a:rPr lang="en-US" sz="1600" dirty="0"/>
              <a:t>		</a:t>
            </a:r>
            <a:r>
              <a:rPr lang="en-US" sz="1600" dirty="0">
                <a:solidFill>
                  <a:srgbClr val="FF0000"/>
                </a:solidFill>
              </a:rPr>
              <a:t>if (v marked “visited” &amp;&amp; ! v marked “done”){</a:t>
            </a:r>
          </a:p>
          <a:p>
            <a:r>
              <a:rPr lang="en-US" sz="1600" dirty="0">
                <a:solidFill>
                  <a:srgbClr val="FF0000"/>
                </a:solidFill>
              </a:rPr>
              <a:t>			</a:t>
            </a:r>
            <a:r>
              <a:rPr lang="en-US" sz="1600" dirty="0" err="1">
                <a:solidFill>
                  <a:srgbClr val="FF0000"/>
                </a:solidFill>
              </a:rPr>
              <a:t>cycleFound</a:t>
            </a:r>
            <a:r>
              <a:rPr lang="en-US" sz="1600" dirty="0">
                <a:solidFill>
                  <a:srgbClr val="FF0000"/>
                </a:solidFill>
              </a:rPr>
              <a:t>=true;</a:t>
            </a:r>
          </a:p>
          <a:p>
            <a:r>
              <a:rPr lang="en-US" sz="1600" dirty="0">
                <a:solidFill>
                  <a:srgbClr val="FF0000"/>
                </a:solidFill>
              </a:rPr>
              <a:t>		}</a:t>
            </a:r>
          </a:p>
          <a:p>
            <a:r>
              <a:rPr lang="en-US" sz="1600" dirty="0"/>
              <a:t>		if (! v marked “visited”</a:t>
            </a:r>
            <a:r>
              <a:rPr lang="en-US" sz="1600" dirty="0">
                <a:solidFill>
                  <a:srgbClr val="FF0000"/>
                </a:solidFill>
              </a:rPr>
              <a:t> &amp;&amp; !</a:t>
            </a:r>
            <a:r>
              <a:rPr lang="en-US" sz="1600" dirty="0" err="1">
                <a:solidFill>
                  <a:srgbClr val="FF0000"/>
                </a:solidFill>
              </a:rPr>
              <a:t>cycleFound</a:t>
            </a:r>
            <a:r>
              <a:rPr lang="en-US" sz="1600" dirty="0"/>
              <a:t>){</a:t>
            </a:r>
          </a:p>
          <a:p>
            <a:r>
              <a:rPr lang="en-US" sz="1600" dirty="0"/>
              <a:t>			</a:t>
            </a:r>
            <a:r>
              <a:rPr lang="en-US" sz="1600" dirty="0" err="1">
                <a:solidFill>
                  <a:srgbClr val="FF0000"/>
                </a:solidFill>
              </a:rPr>
              <a:t>cycleFound</a:t>
            </a:r>
            <a:r>
              <a:rPr lang="en-US" sz="1600" dirty="0">
                <a:solidFill>
                  <a:srgbClr val="FF0000"/>
                </a:solidFill>
              </a:rPr>
              <a:t> = </a:t>
            </a:r>
            <a:r>
              <a:rPr lang="en-US" sz="1600" dirty="0" err="1"/>
              <a:t>hasCycle</a:t>
            </a:r>
            <a:r>
              <a:rPr lang="en-US" sz="1600" dirty="0"/>
              <a:t>(graph, v);</a:t>
            </a:r>
          </a:p>
          <a:p>
            <a:r>
              <a:rPr lang="en-US" sz="1600" dirty="0"/>
              <a:t>		}</a:t>
            </a:r>
          </a:p>
          <a:p>
            <a:r>
              <a:rPr lang="en-US" sz="1600" dirty="0"/>
              <a:t>	}</a:t>
            </a:r>
          </a:p>
          <a:p>
            <a:r>
              <a:rPr lang="en-US" sz="1600" dirty="0"/>
              <a:t>	mark </a:t>
            </a:r>
            <a:r>
              <a:rPr lang="en-US" sz="1600" dirty="0" err="1"/>
              <a:t>curr</a:t>
            </a:r>
            <a:r>
              <a:rPr lang="en-US" sz="1600" dirty="0"/>
              <a:t> as “done”;</a:t>
            </a:r>
          </a:p>
          <a:p>
            <a:r>
              <a:rPr lang="en-US" sz="1600" dirty="0"/>
              <a:t>	</a:t>
            </a:r>
            <a:r>
              <a:rPr lang="en-US" sz="1600" dirty="0">
                <a:solidFill>
                  <a:srgbClr val="FF0000"/>
                </a:solidFill>
              </a:rPr>
              <a:t>return </a:t>
            </a:r>
            <a:r>
              <a:rPr lang="en-US" sz="1600" dirty="0" err="1">
                <a:solidFill>
                  <a:srgbClr val="FF0000"/>
                </a:solidFill>
              </a:rPr>
              <a:t>cycleFound</a:t>
            </a:r>
            <a:r>
              <a:rPr lang="en-US" sz="1600" dirty="0">
                <a:solidFill>
                  <a:srgbClr val="FF0000"/>
                </a:solidFill>
              </a:rPr>
              <a:t>;</a:t>
            </a:r>
          </a:p>
          <a:p>
            <a:r>
              <a:rPr lang="en-US" sz="1600" dirty="0"/>
              <a:t>}			</a:t>
            </a:r>
          </a:p>
        </p:txBody>
      </p:sp>
      <p:grpSp>
        <p:nvGrpSpPr>
          <p:cNvPr id="29" name="Group 2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88200AC9-7D9A-1925-52EB-C7B86A898E60}"/>
              </a:ext>
            </a:extLst>
          </p:cNvPr>
          <p:cNvGrpSpPr/>
          <p:nvPr/>
        </p:nvGrpSpPr>
        <p:grpSpPr>
          <a:xfrm>
            <a:off x="303500" y="2950683"/>
            <a:ext cx="4385159" cy="2420607"/>
            <a:chOff x="6934200" y="4047495"/>
            <a:chExt cx="4385159" cy="2420607"/>
          </a:xfrm>
        </p:grpSpPr>
        <p:grpSp>
          <p:nvGrpSpPr>
            <p:cNvPr id="30" name="Group 29">
              <a:extLst>
                <a:ext uri="{FF2B5EF4-FFF2-40B4-BE49-F238E27FC236}">
                  <a16:creationId xmlns:a16="http://schemas.microsoft.com/office/drawing/2014/main" id="{4F4A86F4-FB7F-26CB-6FB5-7F1BFF9453F7}"/>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57445EE1-44C3-64A2-986E-D46EA88A8BED}"/>
                  </a:ext>
                </a:extLst>
              </p:cNvPr>
              <p:cNvGrpSpPr/>
              <p:nvPr/>
            </p:nvGrpSpPr>
            <p:grpSpPr>
              <a:xfrm>
                <a:off x="1524000" y="2625729"/>
                <a:ext cx="7044346" cy="3888478"/>
                <a:chOff x="0" y="3020093"/>
                <a:chExt cx="7044346" cy="3888478"/>
              </a:xfrm>
            </p:grpSpPr>
            <p:cxnSp>
              <p:nvCxnSpPr>
                <p:cNvPr id="34" name="Straight Connector 33">
                  <a:extLst>
                    <a:ext uri="{FF2B5EF4-FFF2-40B4-BE49-F238E27FC236}">
                      <a16:creationId xmlns:a16="http://schemas.microsoft.com/office/drawing/2014/main" id="{98667B16-A5D7-BBD9-C34D-964D4C9AFF12}"/>
                    </a:ext>
                  </a:extLst>
                </p:cNvPr>
                <p:cNvCxnSpPr>
                  <a:stCxn id="47" idx="7"/>
                  <a:endCxn id="4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0256C7-0C0F-A799-5AE9-2E217FD5D756}"/>
                    </a:ext>
                  </a:extLst>
                </p:cNvPr>
                <p:cNvCxnSpPr>
                  <a:stCxn id="48" idx="6"/>
                  <a:endCxn id="51"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54B94F8-CF37-B94A-47FD-BD2899922A25}"/>
                    </a:ext>
                  </a:extLst>
                </p:cNvPr>
                <p:cNvCxnSpPr>
                  <a:stCxn id="47" idx="4"/>
                  <a:endCxn id="4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D98E141-8BD7-326E-BA69-6B184455899A}"/>
                    </a:ext>
                  </a:extLst>
                </p:cNvPr>
                <p:cNvCxnSpPr>
                  <a:stCxn id="50" idx="3"/>
                  <a:endCxn id="4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DAFBF81-44CC-A51D-66C0-2C5B87B35C40}"/>
                    </a:ext>
                  </a:extLst>
                </p:cNvPr>
                <p:cNvCxnSpPr>
                  <a:stCxn id="52" idx="2"/>
                  <a:endCxn id="4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2C89A0F-5857-790A-2E5A-C334C74AD9DF}"/>
                    </a:ext>
                  </a:extLst>
                </p:cNvPr>
                <p:cNvCxnSpPr>
                  <a:stCxn id="50" idx="5"/>
                  <a:endCxn id="52"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52BECD2-A307-35FE-E7B9-BEF318C03A1D}"/>
                    </a:ext>
                  </a:extLst>
                </p:cNvPr>
                <p:cNvCxnSpPr>
                  <a:cxnSpLocks/>
                  <a:stCxn id="48" idx="5"/>
                  <a:endCxn id="53"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9A6867-664B-0A60-EC3B-4B9FB9DABFF2}"/>
                    </a:ext>
                  </a:extLst>
                </p:cNvPr>
                <p:cNvCxnSpPr>
                  <a:cxnSpLocks/>
                  <a:stCxn id="55" idx="4"/>
                  <a:endCxn id="53"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890D792-DD4D-C941-053C-56792BC91B07}"/>
                    </a:ext>
                  </a:extLst>
                </p:cNvPr>
                <p:cNvCxnSpPr>
                  <a:stCxn id="55" idx="2"/>
                  <a:endCxn id="51"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1E4AEE4-0B75-9ED8-B545-8ECB83BC5819}"/>
                    </a:ext>
                  </a:extLst>
                </p:cNvPr>
                <p:cNvCxnSpPr>
                  <a:stCxn id="54" idx="1"/>
                  <a:endCxn id="55"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5F552B6-93EB-210F-6CA5-732260C4CB99}"/>
                    </a:ext>
                  </a:extLst>
                </p:cNvPr>
                <p:cNvCxnSpPr>
                  <a:stCxn id="54" idx="3"/>
                  <a:endCxn id="53"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9CF98F7-72EE-A41B-94B4-C0C7D5B40A13}"/>
                    </a:ext>
                  </a:extLst>
                </p:cNvPr>
                <p:cNvCxnSpPr>
                  <a:stCxn id="48" idx="4"/>
                  <a:endCxn id="4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CCD3DB87-8FDD-BBEE-9D89-F763E1040ED7}"/>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48" name="Oval 47">
                  <a:extLst>
                    <a:ext uri="{FF2B5EF4-FFF2-40B4-BE49-F238E27FC236}">
                      <a16:creationId xmlns:a16="http://schemas.microsoft.com/office/drawing/2014/main" id="{684B893D-29DB-BB7C-BBA0-B919C23C6B1E}"/>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Oval 48">
                  <a:extLst>
                    <a:ext uri="{FF2B5EF4-FFF2-40B4-BE49-F238E27FC236}">
                      <a16:creationId xmlns:a16="http://schemas.microsoft.com/office/drawing/2014/main" id="{E98533ED-C91E-BCB7-C7FA-6A6BB23DB5E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0" name="Oval 49">
                  <a:extLst>
                    <a:ext uri="{FF2B5EF4-FFF2-40B4-BE49-F238E27FC236}">
                      <a16:creationId xmlns:a16="http://schemas.microsoft.com/office/drawing/2014/main" id="{E5E38723-49F4-D444-B6E9-10D1CEE06FAA}"/>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1" name="Oval 50">
                  <a:extLst>
                    <a:ext uri="{FF2B5EF4-FFF2-40B4-BE49-F238E27FC236}">
                      <a16:creationId xmlns:a16="http://schemas.microsoft.com/office/drawing/2014/main" id="{494084C6-F266-1A65-C3CD-B28BAECD1CD3}"/>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2" name="Oval 51">
                  <a:extLst>
                    <a:ext uri="{FF2B5EF4-FFF2-40B4-BE49-F238E27FC236}">
                      <a16:creationId xmlns:a16="http://schemas.microsoft.com/office/drawing/2014/main" id="{D79CA729-96DA-7BDA-8FA9-CD452C4A54D4}"/>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3" name="Oval 52">
                  <a:extLst>
                    <a:ext uri="{FF2B5EF4-FFF2-40B4-BE49-F238E27FC236}">
                      <a16:creationId xmlns:a16="http://schemas.microsoft.com/office/drawing/2014/main" id="{1F607055-3BC9-7EEA-81D8-BD20DB6D7E80}"/>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4" name="Oval 53">
                  <a:extLst>
                    <a:ext uri="{FF2B5EF4-FFF2-40B4-BE49-F238E27FC236}">
                      <a16:creationId xmlns:a16="http://schemas.microsoft.com/office/drawing/2014/main" id="{58830F5E-7D53-760E-EA93-ACF453B746A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5" name="Oval 54">
                  <a:extLst>
                    <a:ext uri="{FF2B5EF4-FFF2-40B4-BE49-F238E27FC236}">
                      <a16:creationId xmlns:a16="http://schemas.microsoft.com/office/drawing/2014/main" id="{DA593680-DCFA-7AF1-C06C-855B87D1B5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E035AA82-3EEE-70A9-9876-C158C70B2BD0}"/>
                  </a:ext>
                </a:extLst>
              </p:cNvPr>
              <p:cNvCxnSpPr>
                <a:cxnSpLocks/>
                <a:stCxn id="52" idx="3"/>
                <a:endCxn id="4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80E6D0F4-C146-E647-3385-43715450879E}"/>
                </a:ext>
              </a:extLst>
            </p:cNvPr>
            <p:cNvCxnSpPr>
              <a:cxnSpLocks/>
              <a:stCxn id="52" idx="6"/>
              <a:endCxn id="53"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075E67D-40A2-202E-09D1-2618B56ABFD1}"/>
                  </a:ext>
                </a:extLst>
              </p14:cNvPr>
              <p14:cNvContentPartPr/>
              <p14:nvPr/>
            </p14:nvContentPartPr>
            <p14:xfrm>
              <a:off x="8372880" y="3373920"/>
              <a:ext cx="2114280" cy="725760"/>
            </p14:xfrm>
          </p:contentPart>
        </mc:Choice>
        <mc:Fallback>
          <p:pic>
            <p:nvPicPr>
              <p:cNvPr id="4" name="Ink 3">
                <a:extLst>
                  <a:ext uri="{FF2B5EF4-FFF2-40B4-BE49-F238E27FC236}">
                    <a16:creationId xmlns:a16="http://schemas.microsoft.com/office/drawing/2014/main" id="{1075E67D-40A2-202E-09D1-2618B56ABFD1}"/>
                  </a:ext>
                </a:extLst>
              </p:cNvPr>
              <p:cNvPicPr/>
              <p:nvPr/>
            </p:nvPicPr>
            <p:blipFill>
              <a:blip r:embed="rId3"/>
              <a:stretch>
                <a:fillRect/>
              </a:stretch>
            </p:blipFill>
            <p:spPr>
              <a:xfrm>
                <a:off x="8363520" y="3364560"/>
                <a:ext cx="2133000" cy="744480"/>
              </a:xfrm>
              <a:prstGeom prst="rect">
                <a:avLst/>
              </a:prstGeom>
            </p:spPr>
          </p:pic>
        </mc:Fallback>
      </mc:AlternateContent>
    </p:spTree>
    <p:extLst>
      <p:ext uri="{BB962C8B-B14F-4D97-AF65-F5344CB8AC3E}">
        <p14:creationId xmlns:p14="http://schemas.microsoft.com/office/powerpoint/2010/main" val="2176031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68C3F-4B9D-C618-991C-2A9D4BC49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4AFB2E-DA37-6BBE-3E9C-0C48E3759DA4}"/>
              </a:ext>
            </a:extLst>
          </p:cNvPr>
          <p:cNvSpPr>
            <a:spLocks noGrp="1"/>
          </p:cNvSpPr>
          <p:nvPr>
            <p:ph type="title"/>
          </p:nvPr>
        </p:nvSpPr>
        <p:spPr/>
        <p:txBody>
          <a:bodyPr>
            <a:normAutofit/>
          </a:bodyPr>
          <a:lstStyle/>
          <a:p>
            <a:r>
              <a:rPr lang="en-US" dirty="0"/>
              <a:t>Cycle Detection – Worked Example</a:t>
            </a:r>
          </a:p>
        </p:txBody>
      </p:sp>
      <p:sp>
        <p:nvSpPr>
          <p:cNvPr id="3" name="TextBox 2">
            <a:extLst>
              <a:ext uri="{FF2B5EF4-FFF2-40B4-BE49-F238E27FC236}">
                <a16:creationId xmlns:a16="http://schemas.microsoft.com/office/drawing/2014/main" id="{98B0A24A-53B6-BE08-C03A-58D7F5E5BFE9}"/>
              </a:ext>
            </a:extLst>
          </p:cNvPr>
          <p:cNvSpPr txBox="1"/>
          <p:nvPr/>
        </p:nvSpPr>
        <p:spPr>
          <a:xfrm>
            <a:off x="73330" y="3873029"/>
            <a:ext cx="4552721" cy="3046988"/>
          </a:xfrm>
          <a:prstGeom prst="rect">
            <a:avLst/>
          </a:prstGeom>
          <a:noFill/>
        </p:spPr>
        <p:txBody>
          <a:bodyPr wrap="none" rtlCol="0">
            <a:spAutoFit/>
          </a:bodyPr>
          <a:lstStyle/>
          <a:p>
            <a:r>
              <a:rPr lang="en-US" sz="2400" dirty="0">
                <a:solidFill>
                  <a:srgbClr val="FF0000"/>
                </a:solidFill>
              </a:rPr>
              <a:t>Starting from the current node:</a:t>
            </a:r>
          </a:p>
          <a:p>
            <a:r>
              <a:rPr lang="en-US" sz="2400" dirty="0">
                <a:solidFill>
                  <a:srgbClr val="FF0000"/>
                </a:solidFill>
              </a:rPr>
              <a:t>    for each non-done neighbor:</a:t>
            </a:r>
          </a:p>
          <a:p>
            <a:r>
              <a:rPr lang="en-US" sz="2400" dirty="0">
                <a:solidFill>
                  <a:srgbClr val="FF0000"/>
                </a:solidFill>
              </a:rPr>
              <a:t>        if the neighbor is visited:</a:t>
            </a:r>
          </a:p>
          <a:p>
            <a:r>
              <a:rPr lang="en-US" sz="2400" dirty="0">
                <a:solidFill>
                  <a:srgbClr val="FF0000"/>
                </a:solidFill>
              </a:rPr>
              <a:t>            we found a cycle!</a:t>
            </a:r>
          </a:p>
          <a:p>
            <a:r>
              <a:rPr lang="en-US" sz="2400" dirty="0">
                <a:solidFill>
                  <a:srgbClr val="FF0000"/>
                </a:solidFill>
              </a:rPr>
              <a:t>        else:</a:t>
            </a:r>
          </a:p>
          <a:p>
            <a:r>
              <a:rPr lang="en-US" sz="2400" dirty="0">
                <a:solidFill>
                  <a:srgbClr val="FF0000"/>
                </a:solidFill>
              </a:rPr>
              <a:t>            mark the neighbor as visited</a:t>
            </a:r>
          </a:p>
          <a:p>
            <a:r>
              <a:rPr lang="en-US" sz="2400" dirty="0">
                <a:solidFill>
                  <a:srgbClr val="FF0000"/>
                </a:solidFill>
              </a:rPr>
              <a:t>            do a DFS from the neighbor</a:t>
            </a:r>
          </a:p>
          <a:p>
            <a:r>
              <a:rPr lang="en-US" sz="2400" dirty="0">
                <a:solidFill>
                  <a:srgbClr val="FF0000"/>
                </a:solidFill>
              </a:rPr>
              <a:t>    mark the current node as done</a:t>
            </a:r>
          </a:p>
        </p:txBody>
      </p:sp>
      <p:graphicFrame>
        <p:nvGraphicFramePr>
          <p:cNvPr id="7" name="Table 6">
            <a:extLst>
              <a:ext uri="{FF2B5EF4-FFF2-40B4-BE49-F238E27FC236}">
                <a16:creationId xmlns:a16="http://schemas.microsoft.com/office/drawing/2014/main" id="{0FE1CDB6-9AD2-5C23-41FE-6AFA369B0160}"/>
              </a:ext>
            </a:extLst>
          </p:cNvPr>
          <p:cNvGraphicFramePr>
            <a:graphicFrameLocks noGrp="1"/>
          </p:cNvGraphicFramePr>
          <p:nvPr/>
        </p:nvGraphicFramePr>
        <p:xfrm>
          <a:off x="6492240" y="1399839"/>
          <a:ext cx="5225339" cy="3708400"/>
        </p:xfrm>
        <a:graphic>
          <a:graphicData uri="http://schemas.openxmlformats.org/drawingml/2006/table">
            <a:tbl>
              <a:tblPr firstRow="1" bandRow="1">
                <a:tableStyleId>{5C22544A-7EE6-4342-B048-85BDC9FD1C3A}</a:tableStyleId>
              </a:tblPr>
              <a:tblGrid>
                <a:gridCol w="845229">
                  <a:extLst>
                    <a:ext uri="{9D8B030D-6E8A-4147-A177-3AD203B41FA5}">
                      <a16:colId xmlns:a16="http://schemas.microsoft.com/office/drawing/2014/main" val="2885487592"/>
                    </a:ext>
                  </a:extLst>
                </a:gridCol>
                <a:gridCol w="991884">
                  <a:extLst>
                    <a:ext uri="{9D8B030D-6E8A-4147-A177-3AD203B41FA5}">
                      <a16:colId xmlns:a16="http://schemas.microsoft.com/office/drawing/2014/main" val="3918555435"/>
                    </a:ext>
                  </a:extLst>
                </a:gridCol>
                <a:gridCol w="997527">
                  <a:extLst>
                    <a:ext uri="{9D8B030D-6E8A-4147-A177-3AD203B41FA5}">
                      <a16:colId xmlns:a16="http://schemas.microsoft.com/office/drawing/2014/main" val="1745931878"/>
                    </a:ext>
                  </a:extLst>
                </a:gridCol>
                <a:gridCol w="2390699">
                  <a:extLst>
                    <a:ext uri="{9D8B030D-6E8A-4147-A177-3AD203B41FA5}">
                      <a16:colId xmlns:a16="http://schemas.microsoft.com/office/drawing/2014/main" val="2503185837"/>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Done?</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Visited but not-yet done nodes will be found on the call stack.">
            <a:extLst>
              <a:ext uri="{FF2B5EF4-FFF2-40B4-BE49-F238E27FC236}">
                <a16:creationId xmlns:a16="http://schemas.microsoft.com/office/drawing/2014/main" id="{1C301D81-9C2C-04F9-DD6E-E893BB75F3F4}"/>
              </a:ext>
            </a:extLst>
          </p:cNvPr>
          <p:cNvGrpSpPr/>
          <p:nvPr/>
        </p:nvGrpSpPr>
        <p:grpSpPr>
          <a:xfrm>
            <a:off x="5742926" y="5474915"/>
            <a:ext cx="6036209" cy="658829"/>
            <a:chOff x="5742926" y="5607923"/>
            <a:chExt cx="6036209" cy="658829"/>
          </a:xfrm>
        </p:grpSpPr>
        <p:sp>
          <p:nvSpPr>
            <p:cNvPr id="6" name="Rectangle 5">
              <a:extLst>
                <a:ext uri="{FF2B5EF4-FFF2-40B4-BE49-F238E27FC236}">
                  <a16:creationId xmlns:a16="http://schemas.microsoft.com/office/drawing/2014/main" id="{E7DA16A2-0CD3-8A9F-F1BC-894F3EA7D7E9}"/>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37D29E0-54AD-227B-D827-A36AFEF2D743}"/>
                </a:ext>
              </a:extLst>
            </p:cNvPr>
            <p:cNvSpPr txBox="1"/>
            <p:nvPr/>
          </p:nvSpPr>
          <p:spPr>
            <a:xfrm>
              <a:off x="5742926" y="5607923"/>
              <a:ext cx="739690" cy="646331"/>
            </a:xfrm>
            <a:prstGeom prst="rect">
              <a:avLst/>
            </a:prstGeom>
            <a:noFill/>
          </p:spPr>
          <p:txBody>
            <a:bodyPr wrap="none" rtlCol="0">
              <a:spAutoFit/>
            </a:bodyPr>
            <a:lstStyle/>
            <a:p>
              <a:r>
                <a:rPr lang="en-US" dirty="0"/>
                <a:t>(Call)</a:t>
              </a:r>
            </a:p>
            <a:p>
              <a:r>
                <a:rPr lang="en-US" dirty="0"/>
                <a:t>Stack:</a:t>
              </a:r>
            </a:p>
          </p:txBody>
        </p:sp>
      </p:grpSp>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983110CD-4802-ACCC-CC22-A3803B7FD9BA}"/>
              </a:ext>
            </a:extLst>
          </p:cNvPr>
          <p:cNvGrpSpPr/>
          <p:nvPr/>
        </p:nvGrpSpPr>
        <p:grpSpPr>
          <a:xfrm>
            <a:off x="336666" y="1399839"/>
            <a:ext cx="4385159" cy="2420607"/>
            <a:chOff x="6934200" y="4047495"/>
            <a:chExt cx="4385159" cy="2420607"/>
          </a:xfrm>
        </p:grpSpPr>
        <p:grpSp>
          <p:nvGrpSpPr>
            <p:cNvPr id="10" name="Group 9">
              <a:extLst>
                <a:ext uri="{FF2B5EF4-FFF2-40B4-BE49-F238E27FC236}">
                  <a16:creationId xmlns:a16="http://schemas.microsoft.com/office/drawing/2014/main" id="{6E513DBA-D573-ECF7-AF85-B480795D7D4C}"/>
                </a:ext>
              </a:extLst>
            </p:cNvPr>
            <p:cNvGrpSpPr/>
            <p:nvPr/>
          </p:nvGrpSpPr>
          <p:grpSpPr>
            <a:xfrm>
              <a:off x="6934200" y="4047495"/>
              <a:ext cx="4385159" cy="2420607"/>
              <a:chOff x="1524000" y="2625729"/>
              <a:chExt cx="7044346" cy="3888478"/>
            </a:xfrm>
          </p:grpSpPr>
          <p:grpSp>
            <p:nvGrpSpPr>
              <p:cNvPr id="12" name="Group 11">
                <a:extLst>
                  <a:ext uri="{FF2B5EF4-FFF2-40B4-BE49-F238E27FC236}">
                    <a16:creationId xmlns:a16="http://schemas.microsoft.com/office/drawing/2014/main" id="{548DC151-B6A2-7217-85A3-B194F6DBD4FB}"/>
                  </a:ext>
                </a:extLst>
              </p:cNvPr>
              <p:cNvGrpSpPr/>
              <p:nvPr/>
            </p:nvGrpSpPr>
            <p:grpSpPr>
              <a:xfrm>
                <a:off x="1524000" y="2625729"/>
                <a:ext cx="7044346" cy="3888478"/>
                <a:chOff x="0" y="3020093"/>
                <a:chExt cx="7044346" cy="3888478"/>
              </a:xfrm>
            </p:grpSpPr>
            <p:cxnSp>
              <p:nvCxnSpPr>
                <p:cNvPr id="14" name="Straight Connector 13">
                  <a:extLst>
                    <a:ext uri="{FF2B5EF4-FFF2-40B4-BE49-F238E27FC236}">
                      <a16:creationId xmlns:a16="http://schemas.microsoft.com/office/drawing/2014/main" id="{1FABAA4C-E9AA-BBC4-EE1C-E5F598D0FAAC}"/>
                    </a:ext>
                  </a:extLst>
                </p:cNvPr>
                <p:cNvCxnSpPr>
                  <a:stCxn id="26" idx="7"/>
                  <a:endCxn id="27"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47DED7C-37A2-4185-0085-C799CEB7E887}"/>
                    </a:ext>
                  </a:extLst>
                </p:cNvPr>
                <p:cNvCxnSpPr>
                  <a:stCxn id="27" idx="6"/>
                  <a:endCxn id="30"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4406FE0-7880-018C-F059-2F319F0E7202}"/>
                    </a:ext>
                  </a:extLst>
                </p:cNvPr>
                <p:cNvCxnSpPr>
                  <a:stCxn id="26" idx="4"/>
                  <a:endCxn id="28"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9DF2E77-C2A9-185C-544C-1D82413EA2C8}"/>
                    </a:ext>
                  </a:extLst>
                </p:cNvPr>
                <p:cNvCxnSpPr>
                  <a:stCxn id="29" idx="3"/>
                  <a:endCxn id="28"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A679EB0-00E6-D92F-524C-8C9612C31749}"/>
                    </a:ext>
                  </a:extLst>
                </p:cNvPr>
                <p:cNvCxnSpPr>
                  <a:stCxn id="43" idx="2"/>
                  <a:endCxn id="28"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A883C6F-1A4A-0DBA-17F7-243880D2566E}"/>
                    </a:ext>
                  </a:extLst>
                </p:cNvPr>
                <p:cNvCxnSpPr>
                  <a:stCxn id="29" idx="5"/>
                  <a:endCxn id="4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3A30ECC-BDFA-2F09-C1F1-162FF19105D1}"/>
                    </a:ext>
                  </a:extLst>
                </p:cNvPr>
                <p:cNvCxnSpPr>
                  <a:cxnSpLocks/>
                  <a:stCxn id="27" idx="5"/>
                  <a:endCxn id="47"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AE315C5-3930-18E5-9BAB-6022ABB33C39}"/>
                    </a:ext>
                  </a:extLst>
                </p:cNvPr>
                <p:cNvCxnSpPr>
                  <a:cxnSpLocks/>
                  <a:stCxn id="49" idx="4"/>
                  <a:endCxn id="4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38391A9-D44C-0282-C0B7-525D7952CE54}"/>
                    </a:ext>
                  </a:extLst>
                </p:cNvPr>
                <p:cNvCxnSpPr>
                  <a:stCxn id="49" idx="2"/>
                  <a:endCxn id="30"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A2F1494-B8AD-6CAC-81D7-9102EDA4A3EE}"/>
                    </a:ext>
                  </a:extLst>
                </p:cNvPr>
                <p:cNvCxnSpPr>
                  <a:stCxn id="48" idx="1"/>
                  <a:endCxn id="4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C301D3B-EE9A-2685-F45E-8C4067240F32}"/>
                    </a:ext>
                  </a:extLst>
                </p:cNvPr>
                <p:cNvCxnSpPr>
                  <a:stCxn id="48" idx="3"/>
                  <a:endCxn id="4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3FD3D2C-DA91-1B27-4C0E-B92F73E6049A}"/>
                    </a:ext>
                  </a:extLst>
                </p:cNvPr>
                <p:cNvCxnSpPr>
                  <a:stCxn id="27" idx="4"/>
                  <a:endCxn id="28"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FF87792A-6963-8E7F-9191-315F58BC1D3B}"/>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7" name="Oval 26">
                  <a:extLst>
                    <a:ext uri="{FF2B5EF4-FFF2-40B4-BE49-F238E27FC236}">
                      <a16:creationId xmlns:a16="http://schemas.microsoft.com/office/drawing/2014/main" id="{4B01CE90-E3B9-6F24-AF62-13D41D6CDEFF}"/>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7A831B14-9CD1-9A57-721F-B5AFDC15218D}"/>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9" name="Oval 28">
                  <a:extLst>
                    <a:ext uri="{FF2B5EF4-FFF2-40B4-BE49-F238E27FC236}">
                      <a16:creationId xmlns:a16="http://schemas.microsoft.com/office/drawing/2014/main" id="{91D99591-25BC-8AC7-69A6-0A5B5F0A81B5}"/>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0" name="Oval 29">
                  <a:extLst>
                    <a:ext uri="{FF2B5EF4-FFF2-40B4-BE49-F238E27FC236}">
                      <a16:creationId xmlns:a16="http://schemas.microsoft.com/office/drawing/2014/main" id="{633FD9BA-5729-E1E2-E3D7-50C15B23D6F7}"/>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3" name="Oval 42">
                  <a:extLst>
                    <a:ext uri="{FF2B5EF4-FFF2-40B4-BE49-F238E27FC236}">
                      <a16:creationId xmlns:a16="http://schemas.microsoft.com/office/drawing/2014/main" id="{616C9327-8D05-8D09-3618-C4D2646A9CE8}"/>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7" name="Oval 46">
                  <a:extLst>
                    <a:ext uri="{FF2B5EF4-FFF2-40B4-BE49-F238E27FC236}">
                      <a16:creationId xmlns:a16="http://schemas.microsoft.com/office/drawing/2014/main" id="{744474E1-71F6-462B-0F4D-A5C3A5D1733B}"/>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8" name="Oval 47">
                  <a:extLst>
                    <a:ext uri="{FF2B5EF4-FFF2-40B4-BE49-F238E27FC236}">
                      <a16:creationId xmlns:a16="http://schemas.microsoft.com/office/drawing/2014/main" id="{E18B2CEE-B7DA-ED4D-C37F-6FFA219844F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49" name="Oval 48">
                  <a:extLst>
                    <a:ext uri="{FF2B5EF4-FFF2-40B4-BE49-F238E27FC236}">
                      <a16:creationId xmlns:a16="http://schemas.microsoft.com/office/drawing/2014/main" id="{5CC9C376-9A49-233A-F78E-515398A73AF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3" name="Straight Connector 12">
                <a:extLst>
                  <a:ext uri="{FF2B5EF4-FFF2-40B4-BE49-F238E27FC236}">
                    <a16:creationId xmlns:a16="http://schemas.microsoft.com/office/drawing/2014/main" id="{CF1AC76B-3813-40CA-1628-0611863B842D}"/>
                  </a:ext>
                </a:extLst>
              </p:cNvPr>
              <p:cNvCxnSpPr>
                <a:cxnSpLocks/>
                <a:stCxn id="43" idx="3"/>
                <a:endCxn id="28"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D13EB4C0-147D-458E-07EA-A6A47DB3DE84}"/>
                </a:ext>
              </a:extLst>
            </p:cNvPr>
            <p:cNvCxnSpPr>
              <a:cxnSpLocks/>
              <a:stCxn id="43" idx="6"/>
              <a:endCxn id="4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22EED35-A441-3AB0-51DA-99D65AAFBA07}"/>
                  </a:ext>
                </a:extLst>
              </p14:cNvPr>
              <p14:cNvContentPartPr/>
              <p14:nvPr/>
            </p14:nvContentPartPr>
            <p14:xfrm>
              <a:off x="1849680" y="1546200"/>
              <a:ext cx="8059680" cy="4947840"/>
            </p14:xfrm>
          </p:contentPart>
        </mc:Choice>
        <mc:Fallback>
          <p:pic>
            <p:nvPicPr>
              <p:cNvPr id="4" name="Ink 3">
                <a:extLst>
                  <a:ext uri="{FF2B5EF4-FFF2-40B4-BE49-F238E27FC236}">
                    <a16:creationId xmlns:a16="http://schemas.microsoft.com/office/drawing/2014/main" id="{322EED35-A441-3AB0-51DA-99D65AAFBA07}"/>
                  </a:ext>
                </a:extLst>
              </p:cNvPr>
              <p:cNvPicPr/>
              <p:nvPr/>
            </p:nvPicPr>
            <p:blipFill>
              <a:blip r:embed="rId3"/>
              <a:stretch>
                <a:fillRect/>
              </a:stretch>
            </p:blipFill>
            <p:spPr>
              <a:xfrm>
                <a:off x="1840320" y="1536840"/>
                <a:ext cx="8078400" cy="4966560"/>
              </a:xfrm>
              <a:prstGeom prst="rect">
                <a:avLst/>
              </a:prstGeom>
            </p:spPr>
          </p:pic>
        </mc:Fallback>
      </mc:AlternateContent>
    </p:spTree>
    <p:extLst>
      <p:ext uri="{BB962C8B-B14F-4D97-AF65-F5344CB8AC3E}">
        <p14:creationId xmlns:p14="http://schemas.microsoft.com/office/powerpoint/2010/main" val="881757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Single-Source Shortest Path</a:t>
            </a:r>
          </a:p>
        </p:txBody>
      </p:sp>
      <mc:AlternateContent xmlns:mc="http://schemas.openxmlformats.org/markup-compatibility/2006" xmlns:a14="http://schemas.microsoft.com/office/drawing/2010/main">
        <mc:Choice Requires="a14">
          <p:sp>
            <p:nvSpPr>
              <p:cNvPr id="3" name="TextBox 2"/>
              <p:cNvSpPr txBox="1"/>
              <p:nvPr/>
            </p:nvSpPr>
            <p:spPr>
              <a:xfrm>
                <a:off x="1524000" y="4572000"/>
                <a:ext cx="8915400" cy="2308324"/>
              </a:xfrm>
              <a:prstGeom prst="rect">
                <a:avLst/>
              </a:prstGeom>
              <a:noFill/>
            </p:spPr>
            <p:txBody>
              <a:bodyPr wrap="square" rtlCol="0">
                <a:spAutoFit/>
              </a:bodyPr>
              <a:lstStyle/>
              <a:p>
                <a:r>
                  <a:rPr lang="en-US" sz="2400" dirty="0"/>
                  <a:t>Find the quickest way to get from UW to each of these other places</a:t>
                </a:r>
              </a:p>
              <a:p>
                <a:endParaRPr lang="en-US" sz="2400" dirty="0"/>
              </a:p>
              <a:p>
                <a:r>
                  <a:rPr lang="en-US" sz="2400" dirty="0"/>
                  <a:t>Given a graph </a:t>
                </a:r>
                <a14:m>
                  <m:oMath xmlns:m="http://schemas.openxmlformats.org/officeDocument/2006/math">
                    <m:r>
                      <a:rPr lang="en-US" sz="2400" i="1">
                        <a:latin typeface="Cambria Math"/>
                      </a:rPr>
                      <m:t>𝐺</m:t>
                    </m:r>
                    <m:r>
                      <a:rPr lang="en-US" sz="2400" i="1">
                        <a:latin typeface="Cambria Math"/>
                      </a:rPr>
                      <m:t>=(</m:t>
                    </m:r>
                    <m:r>
                      <a:rPr lang="en-US" sz="2400" i="1">
                        <a:latin typeface="Cambria Math"/>
                      </a:rPr>
                      <m:t>𝑉</m:t>
                    </m:r>
                    <m:r>
                      <a:rPr lang="en-US" sz="2400" i="1">
                        <a:latin typeface="Cambria Math"/>
                      </a:rPr>
                      <m:t>,</m:t>
                    </m:r>
                    <m:r>
                      <a:rPr lang="en-US" sz="2400" i="1">
                        <a:latin typeface="Cambria Math"/>
                      </a:rPr>
                      <m:t>𝐸</m:t>
                    </m:r>
                    <m:r>
                      <a:rPr lang="en-US" sz="2400" i="1">
                        <a:latin typeface="Cambria Math"/>
                      </a:rPr>
                      <m:t>)</m:t>
                    </m:r>
                  </m:oMath>
                </a14:m>
                <a:r>
                  <a:rPr lang="en-US" sz="2400" dirty="0"/>
                  <a:t> and a start node </a:t>
                </a:r>
                <a14:m>
                  <m:oMath xmlns:m="http://schemas.openxmlformats.org/officeDocument/2006/math">
                    <m:r>
                      <a:rPr lang="en-US" sz="2400" i="1">
                        <a:latin typeface="Cambria Math"/>
                      </a:rPr>
                      <m:t>𝑠</m:t>
                    </m:r>
                    <m:r>
                      <a:rPr lang="en-US" sz="2400" i="1">
                        <a:latin typeface="Cambria Math"/>
                      </a:rPr>
                      <m:t>∈</m:t>
                    </m:r>
                    <m:r>
                      <a:rPr lang="en-US" sz="2400" i="1">
                        <a:latin typeface="Cambria Math"/>
                      </a:rPr>
                      <m:t>𝑉</m:t>
                    </m:r>
                  </m:oMath>
                </a14:m>
                <a:r>
                  <a:rPr lang="en-US" sz="2400" dirty="0"/>
                  <a:t>, for each </a:t>
                </a:r>
                <a14:m>
                  <m:oMath xmlns:m="http://schemas.openxmlformats.org/officeDocument/2006/math">
                    <m:r>
                      <a:rPr lang="en-US" sz="2400" i="1">
                        <a:latin typeface="Cambria Math"/>
                      </a:rPr>
                      <m:t>𝑣</m:t>
                    </m:r>
                    <m:r>
                      <a:rPr lang="en-US" sz="2400" i="1">
                        <a:latin typeface="Cambria Math"/>
                      </a:rPr>
                      <m:t>∈</m:t>
                    </m:r>
                    <m:r>
                      <a:rPr lang="en-US" sz="2400" i="1">
                        <a:latin typeface="Cambria Math"/>
                      </a:rPr>
                      <m:t>𝑉</m:t>
                    </m:r>
                  </m:oMath>
                </a14:m>
                <a:r>
                  <a:rPr lang="en-US" sz="2400" dirty="0"/>
                  <a:t> find the least-weight path from </a:t>
                </a:r>
                <a14:m>
                  <m:oMath xmlns:m="http://schemas.openxmlformats.org/officeDocument/2006/math">
                    <m:r>
                      <a:rPr lang="en-US" sz="2400" i="1">
                        <a:latin typeface="Cambria Math"/>
                      </a:rPr>
                      <m:t>𝑠</m:t>
                    </m:r>
                    <m:r>
                      <a:rPr lang="en-US" sz="2400" i="1">
                        <a:latin typeface="Cambria Math"/>
                      </a:rPr>
                      <m:t>→</m:t>
                    </m:r>
                    <m:r>
                      <a:rPr lang="en-US" sz="2400" i="1">
                        <a:latin typeface="Cambria Math"/>
                      </a:rPr>
                      <m:t>𝑣</m:t>
                    </m:r>
                  </m:oMath>
                </a14:m>
                <a:r>
                  <a:rPr lang="en-US" sz="2400" dirty="0"/>
                  <a:t> (call this weight </a:t>
                </a:r>
                <a14:m>
                  <m:oMath xmlns:m="http://schemas.openxmlformats.org/officeDocument/2006/math">
                    <m:r>
                      <a:rPr lang="en-US" sz="2400" i="1">
                        <a:latin typeface="Cambria Math"/>
                      </a:rPr>
                      <m:t>𝛿</m:t>
                    </m:r>
                    <m:r>
                      <a:rPr lang="en-US" sz="2400" i="1">
                        <a:latin typeface="Cambria Math"/>
                      </a:rPr>
                      <m:t>(</m:t>
                    </m:r>
                    <m:r>
                      <a:rPr lang="en-US" sz="2400" i="1">
                        <a:latin typeface="Cambria Math"/>
                      </a:rPr>
                      <m:t>𝑠</m:t>
                    </m:r>
                    <m:r>
                      <a:rPr lang="en-US" sz="2400" i="1">
                        <a:latin typeface="Cambria Math"/>
                      </a:rPr>
                      <m:t>,</m:t>
                    </m:r>
                    <m:r>
                      <a:rPr lang="en-US" sz="2400" i="1">
                        <a:latin typeface="Cambria Math"/>
                      </a:rPr>
                      <m:t>𝑣</m:t>
                    </m:r>
                    <m:r>
                      <a:rPr lang="en-US" sz="2400" i="1">
                        <a:latin typeface="Cambria Math"/>
                      </a:rPr>
                      <m:t>)</m:t>
                    </m:r>
                  </m:oMath>
                </a14:m>
                <a:r>
                  <a:rPr lang="en-US" sz="2400" dirty="0"/>
                  <a:t>)</a:t>
                </a:r>
              </a:p>
              <a:p>
                <a:endParaRPr lang="en-US" sz="2400" dirty="0"/>
              </a:p>
              <a:p>
                <a:r>
                  <a:rPr lang="en-US" sz="2400" dirty="0"/>
                  <a:t>(assumption: all edge weights are positive)</a:t>
                </a:r>
              </a:p>
            </p:txBody>
          </p:sp>
        </mc:Choice>
        <mc:Fallback xmlns="">
          <p:sp>
            <p:nvSpPr>
              <p:cNvPr id="3" name="TextBox 2"/>
              <p:cNvSpPr txBox="1">
                <a:spLocks noRot="1" noChangeAspect="1" noMove="1" noResize="1" noEditPoints="1" noAdjustHandles="1" noChangeArrowheads="1" noChangeShapeType="1" noTextEdit="1"/>
              </p:cNvSpPr>
              <p:nvPr/>
            </p:nvSpPr>
            <p:spPr>
              <a:xfrm>
                <a:off x="1524000" y="4572000"/>
                <a:ext cx="8915400" cy="2308324"/>
              </a:xfrm>
              <a:prstGeom prst="rect">
                <a:avLst/>
              </a:prstGeom>
              <a:blipFill>
                <a:blip r:embed="rId2"/>
                <a:stretch>
                  <a:fillRect l="-1025" t="-2111" b="-5013"/>
                </a:stretch>
              </a:blipFill>
            </p:spPr>
            <p:txBody>
              <a:bodyPr/>
              <a:lstStyle/>
              <a:p>
                <a:r>
                  <a:rPr lang="en-US">
                    <a:noFill/>
                  </a:rPr>
                  <a:t> </a:t>
                </a:r>
              </a:p>
            </p:txBody>
          </p:sp>
        </mc:Fallback>
      </mc:AlternateContent>
      <p:grpSp>
        <p:nvGrpSpPr>
          <p:cNvPr id="80" name="Group 79" descr="An illustration of a weighted undirected graph.&#10;&#10;Nodes/vertices are represented as circles and edges (which connect pairs of vertices) are represented as lines. Because this is a weighted graph, each edge is labelled with a number of indicate its weight.">
            <a:extLst>
              <a:ext uri="{FF2B5EF4-FFF2-40B4-BE49-F238E27FC236}">
                <a16:creationId xmlns:a16="http://schemas.microsoft.com/office/drawing/2014/main" id="{DC6679D3-95FA-CB24-EE08-358A3DD9B540}"/>
              </a:ext>
            </a:extLst>
          </p:cNvPr>
          <p:cNvGrpSpPr/>
          <p:nvPr/>
        </p:nvGrpSpPr>
        <p:grpSpPr>
          <a:xfrm>
            <a:off x="3490452" y="1135154"/>
            <a:ext cx="6046838" cy="3495404"/>
            <a:chOff x="0" y="2862182"/>
            <a:chExt cx="7044346" cy="4072018"/>
          </a:xfrm>
        </p:grpSpPr>
        <p:cxnSp>
          <p:nvCxnSpPr>
            <p:cNvPr id="81" name="Straight Connector 80">
              <a:extLst>
                <a:ext uri="{FF2B5EF4-FFF2-40B4-BE49-F238E27FC236}">
                  <a16:creationId xmlns:a16="http://schemas.microsoft.com/office/drawing/2014/main" id="{FA28E3FE-213A-F0D7-C6FA-1C98642FD718}"/>
                </a:ext>
              </a:extLst>
            </p:cNvPr>
            <p:cNvCxnSpPr>
              <a:stCxn id="109" idx="7"/>
              <a:endCxn id="110"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BCAE929-ED3E-3C8F-A2CA-AC480EFB5FFA}"/>
                </a:ext>
              </a:extLst>
            </p:cNvPr>
            <p:cNvCxnSpPr>
              <a:stCxn id="110" idx="6"/>
              <a:endCxn id="113"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1BC82F4C-6A74-D70E-104A-1179D1FE699A}"/>
                </a:ext>
              </a:extLst>
            </p:cNvPr>
            <p:cNvCxnSpPr>
              <a:stCxn id="109" idx="4"/>
              <a:endCxn id="111"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CD91F23C-F57E-D284-D1DC-8A2AD1D336FA}"/>
                </a:ext>
              </a:extLst>
            </p:cNvPr>
            <p:cNvCxnSpPr>
              <a:stCxn id="112" idx="3"/>
              <a:endCxn id="111"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6569F2B-5763-D4C3-629E-48B55F84F041}"/>
                </a:ext>
              </a:extLst>
            </p:cNvPr>
            <p:cNvCxnSpPr>
              <a:stCxn id="114" idx="2"/>
              <a:endCxn id="111"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623992C-0698-858D-B333-CF0AABB33453}"/>
                </a:ext>
              </a:extLst>
            </p:cNvPr>
            <p:cNvCxnSpPr>
              <a:stCxn id="112" idx="5"/>
              <a:endCxn id="114"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9EB04D3-7BE4-D561-9DEA-0610E8738C29}"/>
                </a:ext>
              </a:extLst>
            </p:cNvPr>
            <p:cNvCxnSpPr>
              <a:stCxn id="112" idx="7"/>
              <a:endCxn id="113"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082E465-B033-5BE5-0B78-56C45CAF07AC}"/>
                </a:ext>
              </a:extLst>
            </p:cNvPr>
            <p:cNvCxnSpPr>
              <a:stCxn id="114" idx="6"/>
              <a:endCxn id="115"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8750369-C516-1889-2364-E7A4AB2B128B}"/>
                </a:ext>
              </a:extLst>
            </p:cNvPr>
            <p:cNvCxnSpPr>
              <a:stCxn id="115" idx="1"/>
              <a:endCxn id="113"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D6944F4-5157-9C2F-C1A3-EBCB60FCE120}"/>
                </a:ext>
              </a:extLst>
            </p:cNvPr>
            <p:cNvCxnSpPr>
              <a:stCxn id="117" idx="2"/>
              <a:endCxn id="113"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B6C6154-3480-0DC4-CB83-E61CEF264010}"/>
                </a:ext>
              </a:extLst>
            </p:cNvPr>
            <p:cNvCxnSpPr>
              <a:stCxn id="115" idx="0"/>
              <a:endCxn id="117"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3DFF2827-925D-F27B-1B2D-7204E1203DEA}"/>
                </a:ext>
              </a:extLst>
            </p:cNvPr>
            <p:cNvCxnSpPr>
              <a:stCxn id="116" idx="1"/>
              <a:endCxn id="117"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80EE22F4-B385-7EBF-2FC0-44F42BB62280}"/>
                </a:ext>
              </a:extLst>
            </p:cNvPr>
            <p:cNvCxnSpPr>
              <a:stCxn id="116" idx="3"/>
              <a:endCxn id="115"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573B58AA-4399-10A6-CE2D-C003CACA63CF}"/>
                </a:ext>
              </a:extLst>
            </p:cNvPr>
            <p:cNvSpPr txBox="1"/>
            <p:nvPr/>
          </p:nvSpPr>
          <p:spPr>
            <a:xfrm>
              <a:off x="886366" y="3331447"/>
              <a:ext cx="418704" cy="369332"/>
            </a:xfrm>
            <a:prstGeom prst="rect">
              <a:avLst/>
            </a:prstGeom>
            <a:noFill/>
          </p:spPr>
          <p:txBody>
            <a:bodyPr wrap="none" rtlCol="0">
              <a:spAutoFit/>
            </a:bodyPr>
            <a:lstStyle/>
            <a:p>
              <a:r>
                <a:rPr lang="en-US" dirty="0">
                  <a:solidFill>
                    <a:srgbClr val="00B050"/>
                  </a:solidFill>
                </a:rPr>
                <a:t>10</a:t>
              </a:r>
            </a:p>
          </p:txBody>
        </p:sp>
        <p:sp>
          <p:nvSpPr>
            <p:cNvPr id="95" name="TextBox 94">
              <a:extLst>
                <a:ext uri="{FF2B5EF4-FFF2-40B4-BE49-F238E27FC236}">
                  <a16:creationId xmlns:a16="http://schemas.microsoft.com/office/drawing/2014/main" id="{C6CDC331-D36E-5E1F-DB95-1FCB2FE49C0C}"/>
                </a:ext>
              </a:extLst>
            </p:cNvPr>
            <p:cNvSpPr txBox="1"/>
            <p:nvPr/>
          </p:nvSpPr>
          <p:spPr>
            <a:xfrm>
              <a:off x="6095562" y="4099030"/>
              <a:ext cx="301686" cy="369332"/>
            </a:xfrm>
            <a:prstGeom prst="rect">
              <a:avLst/>
            </a:prstGeom>
            <a:noFill/>
          </p:spPr>
          <p:txBody>
            <a:bodyPr wrap="none" rtlCol="0">
              <a:spAutoFit/>
            </a:bodyPr>
            <a:lstStyle/>
            <a:p>
              <a:r>
                <a:rPr lang="en-US" dirty="0">
                  <a:solidFill>
                    <a:srgbClr val="00B050"/>
                  </a:solidFill>
                </a:rPr>
                <a:t>2</a:t>
              </a:r>
            </a:p>
          </p:txBody>
        </p:sp>
        <p:sp>
          <p:nvSpPr>
            <p:cNvPr id="96" name="TextBox 95">
              <a:extLst>
                <a:ext uri="{FF2B5EF4-FFF2-40B4-BE49-F238E27FC236}">
                  <a16:creationId xmlns:a16="http://schemas.microsoft.com/office/drawing/2014/main" id="{61FA3E20-80B4-EAF5-8415-44C2012D3D00}"/>
                </a:ext>
              </a:extLst>
            </p:cNvPr>
            <p:cNvSpPr txBox="1"/>
            <p:nvPr/>
          </p:nvSpPr>
          <p:spPr>
            <a:xfrm>
              <a:off x="3895875" y="6564868"/>
              <a:ext cx="301686" cy="369332"/>
            </a:xfrm>
            <a:prstGeom prst="rect">
              <a:avLst/>
            </a:prstGeom>
            <a:noFill/>
          </p:spPr>
          <p:txBody>
            <a:bodyPr wrap="none" rtlCol="0">
              <a:spAutoFit/>
            </a:bodyPr>
            <a:lstStyle/>
            <a:p>
              <a:r>
                <a:rPr lang="en-US" dirty="0">
                  <a:solidFill>
                    <a:srgbClr val="00B050"/>
                  </a:solidFill>
                </a:rPr>
                <a:t>6</a:t>
              </a:r>
            </a:p>
          </p:txBody>
        </p:sp>
        <p:sp>
          <p:nvSpPr>
            <p:cNvPr id="97" name="TextBox 96">
              <a:extLst>
                <a:ext uri="{FF2B5EF4-FFF2-40B4-BE49-F238E27FC236}">
                  <a16:creationId xmlns:a16="http://schemas.microsoft.com/office/drawing/2014/main" id="{F27BAD20-3EC2-ED23-881F-E7F7FACF3AEE}"/>
                </a:ext>
              </a:extLst>
            </p:cNvPr>
            <p:cNvSpPr txBox="1"/>
            <p:nvPr/>
          </p:nvSpPr>
          <p:spPr>
            <a:xfrm>
              <a:off x="6047348" y="5905158"/>
              <a:ext cx="418704" cy="369332"/>
            </a:xfrm>
            <a:prstGeom prst="rect">
              <a:avLst/>
            </a:prstGeom>
            <a:noFill/>
          </p:spPr>
          <p:txBody>
            <a:bodyPr wrap="none" rtlCol="0">
              <a:spAutoFit/>
            </a:bodyPr>
            <a:lstStyle/>
            <a:p>
              <a:r>
                <a:rPr lang="en-US" dirty="0">
                  <a:solidFill>
                    <a:srgbClr val="00B050"/>
                  </a:solidFill>
                </a:rPr>
                <a:t>11</a:t>
              </a:r>
            </a:p>
          </p:txBody>
        </p:sp>
        <p:sp>
          <p:nvSpPr>
            <p:cNvPr id="98" name="TextBox 97">
              <a:extLst>
                <a:ext uri="{FF2B5EF4-FFF2-40B4-BE49-F238E27FC236}">
                  <a16:creationId xmlns:a16="http://schemas.microsoft.com/office/drawing/2014/main" id="{20A4DC10-A8AB-0146-9D80-D397663E7366}"/>
                </a:ext>
              </a:extLst>
            </p:cNvPr>
            <p:cNvSpPr txBox="1"/>
            <p:nvPr/>
          </p:nvSpPr>
          <p:spPr>
            <a:xfrm>
              <a:off x="5004912" y="4717243"/>
              <a:ext cx="301686" cy="369332"/>
            </a:xfrm>
            <a:prstGeom prst="rect">
              <a:avLst/>
            </a:prstGeom>
            <a:noFill/>
          </p:spPr>
          <p:txBody>
            <a:bodyPr wrap="none" rtlCol="0">
              <a:spAutoFit/>
            </a:bodyPr>
            <a:lstStyle/>
            <a:p>
              <a:r>
                <a:rPr lang="en-US" dirty="0">
                  <a:solidFill>
                    <a:srgbClr val="00B050"/>
                  </a:solidFill>
                </a:rPr>
                <a:t>9</a:t>
              </a:r>
            </a:p>
          </p:txBody>
        </p:sp>
        <p:sp>
          <p:nvSpPr>
            <p:cNvPr id="99" name="TextBox 98">
              <a:extLst>
                <a:ext uri="{FF2B5EF4-FFF2-40B4-BE49-F238E27FC236}">
                  <a16:creationId xmlns:a16="http://schemas.microsoft.com/office/drawing/2014/main" id="{C5230F33-15FC-B86E-CFB2-1A6C41D3B37A}"/>
                </a:ext>
              </a:extLst>
            </p:cNvPr>
            <p:cNvSpPr txBox="1"/>
            <p:nvPr/>
          </p:nvSpPr>
          <p:spPr>
            <a:xfrm>
              <a:off x="4119679" y="4462779"/>
              <a:ext cx="301686" cy="369332"/>
            </a:xfrm>
            <a:prstGeom prst="rect">
              <a:avLst/>
            </a:prstGeom>
            <a:noFill/>
          </p:spPr>
          <p:txBody>
            <a:bodyPr wrap="none" rtlCol="0">
              <a:spAutoFit/>
            </a:bodyPr>
            <a:lstStyle/>
            <a:p>
              <a:r>
                <a:rPr lang="en-US" dirty="0">
                  <a:solidFill>
                    <a:srgbClr val="00B050"/>
                  </a:solidFill>
                </a:rPr>
                <a:t>5</a:t>
              </a:r>
            </a:p>
          </p:txBody>
        </p:sp>
        <p:sp>
          <p:nvSpPr>
            <p:cNvPr id="100" name="TextBox 99">
              <a:extLst>
                <a:ext uri="{FF2B5EF4-FFF2-40B4-BE49-F238E27FC236}">
                  <a16:creationId xmlns:a16="http://schemas.microsoft.com/office/drawing/2014/main" id="{A2FA727E-00E7-2DE9-9286-19273178E7AB}"/>
                </a:ext>
              </a:extLst>
            </p:cNvPr>
            <p:cNvSpPr txBox="1"/>
            <p:nvPr/>
          </p:nvSpPr>
          <p:spPr>
            <a:xfrm>
              <a:off x="4582463" y="3299181"/>
              <a:ext cx="301686" cy="369332"/>
            </a:xfrm>
            <a:prstGeom prst="rect">
              <a:avLst/>
            </a:prstGeom>
            <a:noFill/>
          </p:spPr>
          <p:txBody>
            <a:bodyPr wrap="none" rtlCol="0">
              <a:spAutoFit/>
            </a:bodyPr>
            <a:lstStyle/>
            <a:p>
              <a:r>
                <a:rPr lang="en-US" dirty="0">
                  <a:solidFill>
                    <a:srgbClr val="00B050"/>
                  </a:solidFill>
                </a:rPr>
                <a:t>8</a:t>
              </a:r>
            </a:p>
          </p:txBody>
        </p:sp>
        <p:sp>
          <p:nvSpPr>
            <p:cNvPr id="101" name="TextBox 100">
              <a:extLst>
                <a:ext uri="{FF2B5EF4-FFF2-40B4-BE49-F238E27FC236}">
                  <a16:creationId xmlns:a16="http://schemas.microsoft.com/office/drawing/2014/main" id="{2C2753F7-84C3-6E23-EA90-EB61012457AA}"/>
                </a:ext>
              </a:extLst>
            </p:cNvPr>
            <p:cNvSpPr txBox="1"/>
            <p:nvPr/>
          </p:nvSpPr>
          <p:spPr>
            <a:xfrm>
              <a:off x="3058462" y="5546337"/>
              <a:ext cx="301686" cy="369332"/>
            </a:xfrm>
            <a:prstGeom prst="rect">
              <a:avLst/>
            </a:prstGeom>
            <a:noFill/>
          </p:spPr>
          <p:txBody>
            <a:bodyPr wrap="none" rtlCol="0">
              <a:spAutoFit/>
            </a:bodyPr>
            <a:lstStyle/>
            <a:p>
              <a:r>
                <a:rPr lang="en-US" dirty="0">
                  <a:solidFill>
                    <a:srgbClr val="00B050"/>
                  </a:solidFill>
                </a:rPr>
                <a:t>3</a:t>
              </a:r>
            </a:p>
          </p:txBody>
        </p:sp>
        <p:sp>
          <p:nvSpPr>
            <p:cNvPr id="102" name="TextBox 101">
              <a:extLst>
                <a:ext uri="{FF2B5EF4-FFF2-40B4-BE49-F238E27FC236}">
                  <a16:creationId xmlns:a16="http://schemas.microsoft.com/office/drawing/2014/main" id="{84B64F94-B4E7-9881-CF05-BB8E0CA924A8}"/>
                </a:ext>
              </a:extLst>
            </p:cNvPr>
            <p:cNvSpPr txBox="1"/>
            <p:nvPr/>
          </p:nvSpPr>
          <p:spPr>
            <a:xfrm>
              <a:off x="3064048" y="3853179"/>
              <a:ext cx="301686" cy="369332"/>
            </a:xfrm>
            <a:prstGeom prst="rect">
              <a:avLst/>
            </a:prstGeom>
            <a:noFill/>
          </p:spPr>
          <p:txBody>
            <a:bodyPr wrap="none" rtlCol="0">
              <a:spAutoFit/>
            </a:bodyPr>
            <a:lstStyle/>
            <a:p>
              <a:r>
                <a:rPr lang="en-US" dirty="0">
                  <a:solidFill>
                    <a:srgbClr val="00B050"/>
                  </a:solidFill>
                </a:rPr>
                <a:t>7</a:t>
              </a:r>
            </a:p>
          </p:txBody>
        </p:sp>
        <p:sp>
          <p:nvSpPr>
            <p:cNvPr id="103" name="TextBox 102">
              <a:extLst>
                <a:ext uri="{FF2B5EF4-FFF2-40B4-BE49-F238E27FC236}">
                  <a16:creationId xmlns:a16="http://schemas.microsoft.com/office/drawing/2014/main" id="{4773DACA-B0B1-2F32-B812-1B954F22652A}"/>
                </a:ext>
              </a:extLst>
            </p:cNvPr>
            <p:cNvSpPr txBox="1"/>
            <p:nvPr/>
          </p:nvSpPr>
          <p:spPr>
            <a:xfrm>
              <a:off x="2051034" y="5224258"/>
              <a:ext cx="301686" cy="369332"/>
            </a:xfrm>
            <a:prstGeom prst="rect">
              <a:avLst/>
            </a:prstGeom>
            <a:noFill/>
          </p:spPr>
          <p:txBody>
            <a:bodyPr wrap="none" rtlCol="0">
              <a:spAutoFit/>
            </a:bodyPr>
            <a:lstStyle/>
            <a:p>
              <a:r>
                <a:rPr lang="en-US" dirty="0">
                  <a:solidFill>
                    <a:srgbClr val="00B050"/>
                  </a:solidFill>
                </a:rPr>
                <a:t>3</a:t>
              </a:r>
            </a:p>
          </p:txBody>
        </p:sp>
        <p:sp>
          <p:nvSpPr>
            <p:cNvPr id="104" name="TextBox 103">
              <a:extLst>
                <a:ext uri="{FF2B5EF4-FFF2-40B4-BE49-F238E27FC236}">
                  <a16:creationId xmlns:a16="http://schemas.microsoft.com/office/drawing/2014/main" id="{AE274F85-FFA4-406C-214F-790BC779011A}"/>
                </a:ext>
              </a:extLst>
            </p:cNvPr>
            <p:cNvSpPr txBox="1"/>
            <p:nvPr/>
          </p:nvSpPr>
          <p:spPr>
            <a:xfrm>
              <a:off x="1885966" y="6404395"/>
              <a:ext cx="301686" cy="369332"/>
            </a:xfrm>
            <a:prstGeom prst="rect">
              <a:avLst/>
            </a:prstGeom>
            <a:noFill/>
          </p:spPr>
          <p:txBody>
            <a:bodyPr wrap="none" rtlCol="0">
              <a:spAutoFit/>
            </a:bodyPr>
            <a:lstStyle/>
            <a:p>
              <a:r>
                <a:rPr lang="en-US" dirty="0">
                  <a:solidFill>
                    <a:srgbClr val="00B050"/>
                  </a:solidFill>
                </a:rPr>
                <a:t>1</a:t>
              </a:r>
            </a:p>
          </p:txBody>
        </p:sp>
        <p:sp>
          <p:nvSpPr>
            <p:cNvPr id="105" name="TextBox 104">
              <a:extLst>
                <a:ext uri="{FF2B5EF4-FFF2-40B4-BE49-F238E27FC236}">
                  <a16:creationId xmlns:a16="http://schemas.microsoft.com/office/drawing/2014/main" id="{453315FD-2B2D-AE4E-EC7E-D93F59F1EC0A}"/>
                </a:ext>
              </a:extLst>
            </p:cNvPr>
            <p:cNvSpPr txBox="1"/>
            <p:nvPr/>
          </p:nvSpPr>
          <p:spPr>
            <a:xfrm>
              <a:off x="2830979" y="2862182"/>
              <a:ext cx="301686" cy="369332"/>
            </a:xfrm>
            <a:prstGeom prst="rect">
              <a:avLst/>
            </a:prstGeom>
            <a:noFill/>
          </p:spPr>
          <p:txBody>
            <a:bodyPr wrap="none" rtlCol="0">
              <a:spAutoFit/>
            </a:bodyPr>
            <a:lstStyle/>
            <a:p>
              <a:r>
                <a:rPr lang="en-US" dirty="0">
                  <a:solidFill>
                    <a:srgbClr val="00B050"/>
                  </a:solidFill>
                </a:rPr>
                <a:t>8</a:t>
              </a:r>
            </a:p>
          </p:txBody>
        </p:sp>
        <p:sp>
          <p:nvSpPr>
            <p:cNvPr id="106" name="TextBox 105">
              <a:extLst>
                <a:ext uri="{FF2B5EF4-FFF2-40B4-BE49-F238E27FC236}">
                  <a16:creationId xmlns:a16="http://schemas.microsoft.com/office/drawing/2014/main" id="{8D6CBC87-3A44-0DC9-3F93-3CA9D807A5F8}"/>
                </a:ext>
              </a:extLst>
            </p:cNvPr>
            <p:cNvSpPr txBox="1"/>
            <p:nvPr/>
          </p:nvSpPr>
          <p:spPr>
            <a:xfrm>
              <a:off x="256634" y="5096525"/>
              <a:ext cx="418704" cy="369332"/>
            </a:xfrm>
            <a:prstGeom prst="rect">
              <a:avLst/>
            </a:prstGeom>
            <a:noFill/>
          </p:spPr>
          <p:txBody>
            <a:bodyPr wrap="none" rtlCol="0">
              <a:spAutoFit/>
            </a:bodyPr>
            <a:lstStyle/>
            <a:p>
              <a:r>
                <a:rPr lang="en-US" dirty="0">
                  <a:solidFill>
                    <a:srgbClr val="00B050"/>
                  </a:solidFill>
                </a:rPr>
                <a:t>12</a:t>
              </a:r>
            </a:p>
          </p:txBody>
        </p:sp>
        <p:cxnSp>
          <p:nvCxnSpPr>
            <p:cNvPr id="107" name="Straight Connector 106">
              <a:extLst>
                <a:ext uri="{FF2B5EF4-FFF2-40B4-BE49-F238E27FC236}">
                  <a16:creationId xmlns:a16="http://schemas.microsoft.com/office/drawing/2014/main" id="{F1FFCBEE-2A44-CB7D-9112-51463AC0BA68}"/>
                </a:ext>
              </a:extLst>
            </p:cNvPr>
            <p:cNvCxnSpPr>
              <a:stCxn id="110" idx="4"/>
              <a:endCxn id="111"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3A4F797B-72B3-BEA1-6740-D9E8CE9D0E95}"/>
                </a:ext>
              </a:extLst>
            </p:cNvPr>
            <p:cNvSpPr txBox="1"/>
            <p:nvPr/>
          </p:nvSpPr>
          <p:spPr>
            <a:xfrm>
              <a:off x="1414258" y="4262424"/>
              <a:ext cx="301686" cy="369332"/>
            </a:xfrm>
            <a:prstGeom prst="rect">
              <a:avLst/>
            </a:prstGeom>
            <a:noFill/>
          </p:spPr>
          <p:txBody>
            <a:bodyPr wrap="none" rtlCol="0">
              <a:spAutoFit/>
            </a:bodyPr>
            <a:lstStyle/>
            <a:p>
              <a:r>
                <a:rPr lang="en-US" dirty="0">
                  <a:solidFill>
                    <a:srgbClr val="00B050"/>
                  </a:solidFill>
                </a:rPr>
                <a:t>9</a:t>
              </a:r>
            </a:p>
          </p:txBody>
        </p:sp>
        <p:sp>
          <p:nvSpPr>
            <p:cNvPr id="109" name="Oval 108">
              <a:extLst>
                <a:ext uri="{FF2B5EF4-FFF2-40B4-BE49-F238E27FC236}">
                  <a16:creationId xmlns:a16="http://schemas.microsoft.com/office/drawing/2014/main" id="{F7689B07-8B96-C628-84A1-EB76320D0233}"/>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10" name="Oval 109">
              <a:extLst>
                <a:ext uri="{FF2B5EF4-FFF2-40B4-BE49-F238E27FC236}">
                  <a16:creationId xmlns:a16="http://schemas.microsoft.com/office/drawing/2014/main" id="{B81FDB97-9282-2DE9-1944-987DD8D686C2}"/>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11" name="Oval 110">
              <a:extLst>
                <a:ext uri="{FF2B5EF4-FFF2-40B4-BE49-F238E27FC236}">
                  <a16:creationId xmlns:a16="http://schemas.microsoft.com/office/drawing/2014/main" id="{FE4251E8-8AC6-FAA9-346C-F5AEE8B8B4F5}"/>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12" name="Oval 111">
              <a:extLst>
                <a:ext uri="{FF2B5EF4-FFF2-40B4-BE49-F238E27FC236}">
                  <a16:creationId xmlns:a16="http://schemas.microsoft.com/office/drawing/2014/main" id="{CF4E9DB5-6600-A244-84BD-1E8489C9DE6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13" name="Oval 112">
              <a:extLst>
                <a:ext uri="{FF2B5EF4-FFF2-40B4-BE49-F238E27FC236}">
                  <a16:creationId xmlns:a16="http://schemas.microsoft.com/office/drawing/2014/main" id="{29E1476E-ADEB-5C32-FA45-6016DF7A1BD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14" name="Oval 113">
              <a:extLst>
                <a:ext uri="{FF2B5EF4-FFF2-40B4-BE49-F238E27FC236}">
                  <a16:creationId xmlns:a16="http://schemas.microsoft.com/office/drawing/2014/main" id="{440E953A-03FC-57E6-91C6-F7AA199E1A00}"/>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15" name="Oval 114">
              <a:extLst>
                <a:ext uri="{FF2B5EF4-FFF2-40B4-BE49-F238E27FC236}">
                  <a16:creationId xmlns:a16="http://schemas.microsoft.com/office/drawing/2014/main" id="{7CB4F600-AA8F-EA04-E686-3ECC76CE85F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16" name="Oval 115">
              <a:extLst>
                <a:ext uri="{FF2B5EF4-FFF2-40B4-BE49-F238E27FC236}">
                  <a16:creationId xmlns:a16="http://schemas.microsoft.com/office/drawing/2014/main" id="{6CBA3549-04D4-33AB-72F9-D8470586E55D}"/>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17" name="Oval 116">
              <a:extLst>
                <a:ext uri="{FF2B5EF4-FFF2-40B4-BE49-F238E27FC236}">
                  <a16:creationId xmlns:a16="http://schemas.microsoft.com/office/drawing/2014/main" id="{B3C52EDD-949D-0912-45E8-C4A5890C6F8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BFABC4A1-2798-BFDE-88F5-C6F4D9B4F3BA}"/>
                  </a:ext>
                </a:extLst>
              </p14:cNvPr>
              <p14:cNvContentPartPr/>
              <p14:nvPr/>
            </p14:nvContentPartPr>
            <p14:xfrm>
              <a:off x="608400" y="982800"/>
              <a:ext cx="4200480" cy="1834200"/>
            </p14:xfrm>
          </p:contentPart>
        </mc:Choice>
        <mc:Fallback>
          <p:pic>
            <p:nvPicPr>
              <p:cNvPr id="4" name="Ink 3">
                <a:extLst>
                  <a:ext uri="{FF2B5EF4-FFF2-40B4-BE49-F238E27FC236}">
                    <a16:creationId xmlns:a16="http://schemas.microsoft.com/office/drawing/2014/main" id="{BFABC4A1-2798-BFDE-88F5-C6F4D9B4F3BA}"/>
                  </a:ext>
                </a:extLst>
              </p:cNvPr>
              <p:cNvPicPr/>
              <p:nvPr/>
            </p:nvPicPr>
            <p:blipFill>
              <a:blip r:embed="rId4"/>
              <a:stretch>
                <a:fillRect/>
              </a:stretch>
            </p:blipFill>
            <p:spPr>
              <a:xfrm>
                <a:off x="599040" y="973440"/>
                <a:ext cx="4219200" cy="1852920"/>
              </a:xfrm>
              <a:prstGeom prst="rect">
                <a:avLst/>
              </a:prstGeom>
            </p:spPr>
          </p:pic>
        </mc:Fallback>
      </mc:AlternateContent>
    </p:spTree>
    <p:extLst>
      <p:ext uri="{BB962C8B-B14F-4D97-AF65-F5344CB8AC3E}">
        <p14:creationId xmlns:p14="http://schemas.microsoft.com/office/powerpoint/2010/main" val="295075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Dijkstra’s Algorithm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graph with </a:t>
                </a:r>
                <a:r>
                  <a:rPr lang="en-US" b="1" dirty="0"/>
                  <a:t>no negative edge weights</a:t>
                </a:r>
                <a:r>
                  <a:rPr lang="en-US" dirty="0"/>
                  <a:t>, start node </a:t>
                </a:r>
                <a14:m>
                  <m:oMath xmlns:m="http://schemas.openxmlformats.org/officeDocument/2006/math">
                    <m:r>
                      <a:rPr lang="en-US" b="0" i="1" smtClean="0">
                        <a:solidFill>
                          <a:srgbClr val="FF0000"/>
                        </a:solidFill>
                        <a:latin typeface="Cambria Math"/>
                      </a:rPr>
                      <m:t>𝑠</m:t>
                    </m:r>
                  </m:oMath>
                </a14:m>
                <a:r>
                  <a:rPr lang="en-US" dirty="0"/>
                  <a:t>, optional end node </a:t>
                </a:r>
                <a14:m>
                  <m:oMath xmlns:m="http://schemas.openxmlformats.org/officeDocument/2006/math">
                    <m:r>
                      <a:rPr lang="en-US" b="0" i="1" smtClean="0">
                        <a:latin typeface="Cambria Math" panose="02040503050406030204" pitchFamily="18" charset="0"/>
                      </a:rPr>
                      <m:t>𝑡</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repeatedly go to the incomplete node “nearest” to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a:t>
                </a:r>
              </a:p>
              <a:p>
                <a:r>
                  <a:rPr lang="en-US" dirty="0"/>
                  <a:t>Output: </a:t>
                </a:r>
              </a:p>
              <a:p>
                <a:pPr lvl="1"/>
                <a:r>
                  <a:rPr lang="en-US" dirty="0"/>
                  <a:t>Distance from start to end</a:t>
                </a:r>
              </a:p>
              <a:p>
                <a:pPr lvl="1"/>
                <a:r>
                  <a:rPr lang="en-US" dirty="0"/>
                  <a:t>Distance from start to every node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70584FBD-308D-08B0-5088-636F7CCFBE9C}"/>
              </a:ext>
              <a:ext uri="{C183D7F6-B498-43B3-948B-1728B52AA6E4}">
                <adec:decorative xmlns:adec="http://schemas.microsoft.com/office/drawing/2017/decorative" val="1"/>
              </a:ext>
            </a:extLst>
          </p:cNvPr>
          <p:cNvGrpSpPr/>
          <p:nvPr/>
        </p:nvGrpSpPr>
        <p:grpSpPr>
          <a:xfrm>
            <a:off x="7086600" y="3277786"/>
            <a:ext cx="4616614" cy="2970614"/>
            <a:chOff x="7086600" y="3277786"/>
            <a:chExt cx="4616614" cy="2970614"/>
          </a:xfrm>
        </p:grpSpPr>
        <p:grpSp>
          <p:nvGrpSpPr>
            <p:cNvPr id="134" name="Group 133">
              <a:extLst>
                <a:ext uri="{FF2B5EF4-FFF2-40B4-BE49-F238E27FC236}">
                  <a16:creationId xmlns:a16="http://schemas.microsoft.com/office/drawing/2014/main" id="{E2B0C053-06DE-DC6A-94E3-26A4B7C389DB}"/>
                </a:ext>
              </a:extLst>
            </p:cNvPr>
            <p:cNvGrpSpPr/>
            <p:nvPr/>
          </p:nvGrpSpPr>
          <p:grpSpPr>
            <a:xfrm>
              <a:off x="7103154" y="3461160"/>
              <a:ext cx="4600060" cy="2787240"/>
              <a:chOff x="0" y="2862182"/>
              <a:chExt cx="7044346" cy="4268266"/>
            </a:xfrm>
          </p:grpSpPr>
          <p:cxnSp>
            <p:nvCxnSpPr>
              <p:cNvPr id="135" name="Straight Connector 134">
                <a:extLst>
                  <a:ext uri="{FF2B5EF4-FFF2-40B4-BE49-F238E27FC236}">
                    <a16:creationId xmlns:a16="http://schemas.microsoft.com/office/drawing/2014/main" id="{59D6E633-2018-6DF0-8676-6A173CB557A1}"/>
                  </a:ext>
                </a:extLst>
              </p:cNvPr>
              <p:cNvCxnSpPr>
                <a:stCxn id="163" idx="7"/>
                <a:endCxn id="16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3DD6544E-44ED-CF32-47B5-A1B4988A6D49}"/>
                  </a:ext>
                </a:extLst>
              </p:cNvPr>
              <p:cNvCxnSpPr>
                <a:stCxn id="164" idx="6"/>
                <a:endCxn id="16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6609AA63-0697-DFAB-2F65-DD84B6399C65}"/>
                  </a:ext>
                </a:extLst>
              </p:cNvPr>
              <p:cNvCxnSpPr>
                <a:stCxn id="163" idx="4"/>
                <a:endCxn id="16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9392A1AD-267A-CC27-B94E-D47715F596FF}"/>
                  </a:ext>
                </a:extLst>
              </p:cNvPr>
              <p:cNvCxnSpPr>
                <a:stCxn id="166" idx="3"/>
                <a:endCxn id="16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868CCB42-49BD-0035-AF74-5D2BC6B5718E}"/>
                  </a:ext>
                </a:extLst>
              </p:cNvPr>
              <p:cNvCxnSpPr>
                <a:stCxn id="168" idx="2"/>
                <a:endCxn id="16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36E63AAA-79BB-40A4-255C-8A6F4CEF1F70}"/>
                  </a:ext>
                </a:extLst>
              </p:cNvPr>
              <p:cNvCxnSpPr>
                <a:stCxn id="166" idx="5"/>
                <a:endCxn id="16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4C8E128-E7FF-0EE2-C929-28DCF5F3B109}"/>
                  </a:ext>
                </a:extLst>
              </p:cNvPr>
              <p:cNvCxnSpPr>
                <a:stCxn id="166" idx="7"/>
                <a:endCxn id="16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2466A6F-7C04-3155-ED0B-352D7B6E726F}"/>
                  </a:ext>
                </a:extLst>
              </p:cNvPr>
              <p:cNvCxnSpPr>
                <a:stCxn id="168" idx="6"/>
                <a:endCxn id="16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E3467D08-B158-F459-76E0-1CC5F3E2A736}"/>
                  </a:ext>
                </a:extLst>
              </p:cNvPr>
              <p:cNvCxnSpPr>
                <a:stCxn id="169" idx="1"/>
                <a:endCxn id="16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FED42938-B1CF-CCAB-82E7-C5D9ED62B47E}"/>
                  </a:ext>
                </a:extLst>
              </p:cNvPr>
              <p:cNvCxnSpPr>
                <a:stCxn id="171" idx="2"/>
                <a:endCxn id="16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A0F49481-D214-4D23-F5DB-22D5C9AC8216}"/>
                  </a:ext>
                </a:extLst>
              </p:cNvPr>
              <p:cNvCxnSpPr>
                <a:stCxn id="169" idx="0"/>
                <a:endCxn id="17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EDD9656E-2A08-FAF6-0E5A-864DBE4AF542}"/>
                  </a:ext>
                </a:extLst>
              </p:cNvPr>
              <p:cNvCxnSpPr>
                <a:stCxn id="170" idx="1"/>
                <a:endCxn id="17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918935C-8432-0740-DBB5-9F8278FF03C2}"/>
                  </a:ext>
                </a:extLst>
              </p:cNvPr>
              <p:cNvCxnSpPr>
                <a:stCxn id="170" idx="3"/>
                <a:endCxn id="16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8" name="TextBox 147">
                <a:extLst>
                  <a:ext uri="{FF2B5EF4-FFF2-40B4-BE49-F238E27FC236}">
                    <a16:creationId xmlns:a16="http://schemas.microsoft.com/office/drawing/2014/main" id="{5DA70AD2-103F-3808-D08A-C8C7652E78C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49" name="TextBox 148">
                <a:extLst>
                  <a:ext uri="{FF2B5EF4-FFF2-40B4-BE49-F238E27FC236}">
                    <a16:creationId xmlns:a16="http://schemas.microsoft.com/office/drawing/2014/main" id="{3826737A-FAD1-118C-9744-F6C76DF1C23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150" name="TextBox 149">
                <a:extLst>
                  <a:ext uri="{FF2B5EF4-FFF2-40B4-BE49-F238E27FC236}">
                    <a16:creationId xmlns:a16="http://schemas.microsoft.com/office/drawing/2014/main" id="{677F8BFC-E723-6F4D-29CA-E8ED1B6D3D99}"/>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151" name="TextBox 150">
                <a:extLst>
                  <a:ext uri="{FF2B5EF4-FFF2-40B4-BE49-F238E27FC236}">
                    <a16:creationId xmlns:a16="http://schemas.microsoft.com/office/drawing/2014/main" id="{E5965D04-95BE-172D-DE21-720E47C71DB1}"/>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52" name="TextBox 151">
                <a:extLst>
                  <a:ext uri="{FF2B5EF4-FFF2-40B4-BE49-F238E27FC236}">
                    <a16:creationId xmlns:a16="http://schemas.microsoft.com/office/drawing/2014/main" id="{C0F2268A-3C7A-655E-79FA-25240CF558A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53" name="TextBox 152">
                <a:extLst>
                  <a:ext uri="{FF2B5EF4-FFF2-40B4-BE49-F238E27FC236}">
                    <a16:creationId xmlns:a16="http://schemas.microsoft.com/office/drawing/2014/main" id="{46D66E34-9CBE-C2C6-5186-6CDDE2660625}"/>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54" name="TextBox 153">
                <a:extLst>
                  <a:ext uri="{FF2B5EF4-FFF2-40B4-BE49-F238E27FC236}">
                    <a16:creationId xmlns:a16="http://schemas.microsoft.com/office/drawing/2014/main" id="{1F4F19F6-511C-663F-AB69-47F024628721}"/>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55" name="TextBox 154">
                <a:extLst>
                  <a:ext uri="{FF2B5EF4-FFF2-40B4-BE49-F238E27FC236}">
                    <a16:creationId xmlns:a16="http://schemas.microsoft.com/office/drawing/2014/main" id="{0DFECE1A-1211-86CD-9F2F-1BEA574448D8}"/>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56" name="TextBox 155">
                <a:extLst>
                  <a:ext uri="{FF2B5EF4-FFF2-40B4-BE49-F238E27FC236}">
                    <a16:creationId xmlns:a16="http://schemas.microsoft.com/office/drawing/2014/main" id="{948369BE-B017-271D-FAD6-FCA8E179CD0F}"/>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57" name="TextBox 156">
                <a:extLst>
                  <a:ext uri="{FF2B5EF4-FFF2-40B4-BE49-F238E27FC236}">
                    <a16:creationId xmlns:a16="http://schemas.microsoft.com/office/drawing/2014/main" id="{BA7E08C1-460F-68AC-983A-1E7F28845F34}"/>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58" name="TextBox 157">
                <a:extLst>
                  <a:ext uri="{FF2B5EF4-FFF2-40B4-BE49-F238E27FC236}">
                    <a16:creationId xmlns:a16="http://schemas.microsoft.com/office/drawing/2014/main" id="{54DF8D0B-3D67-6BD4-8990-704D5199F310}"/>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59" name="TextBox 158">
                <a:extLst>
                  <a:ext uri="{FF2B5EF4-FFF2-40B4-BE49-F238E27FC236}">
                    <a16:creationId xmlns:a16="http://schemas.microsoft.com/office/drawing/2014/main" id="{7E1CF5CE-DA1C-A802-F0A8-C56514233D7F}"/>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60" name="TextBox 159">
                <a:extLst>
                  <a:ext uri="{FF2B5EF4-FFF2-40B4-BE49-F238E27FC236}">
                    <a16:creationId xmlns:a16="http://schemas.microsoft.com/office/drawing/2014/main" id="{DBBF6E78-42E8-3F02-0B9F-2835210B593E}"/>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61" name="Straight Connector 160">
                <a:extLst>
                  <a:ext uri="{FF2B5EF4-FFF2-40B4-BE49-F238E27FC236}">
                    <a16:creationId xmlns:a16="http://schemas.microsoft.com/office/drawing/2014/main" id="{51C31B08-8330-A11B-4F1A-B06FF798EC0B}"/>
                  </a:ext>
                </a:extLst>
              </p:cNvPr>
              <p:cNvCxnSpPr>
                <a:stCxn id="164" idx="4"/>
                <a:endCxn id="16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2" name="TextBox 161">
                <a:extLst>
                  <a:ext uri="{FF2B5EF4-FFF2-40B4-BE49-F238E27FC236}">
                    <a16:creationId xmlns:a16="http://schemas.microsoft.com/office/drawing/2014/main" id="{DF936A7D-07BE-9BA8-21D5-AE93448D2F1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63" name="Oval 162">
                <a:extLst>
                  <a:ext uri="{FF2B5EF4-FFF2-40B4-BE49-F238E27FC236}">
                    <a16:creationId xmlns:a16="http://schemas.microsoft.com/office/drawing/2014/main" id="{B5D2CB04-20EB-6DF5-8909-971BD47541D3}"/>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64" name="Oval 163">
                <a:extLst>
                  <a:ext uri="{FF2B5EF4-FFF2-40B4-BE49-F238E27FC236}">
                    <a16:creationId xmlns:a16="http://schemas.microsoft.com/office/drawing/2014/main" id="{72050422-D698-F55D-822D-539B17CD05BA}"/>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65" name="Oval 164">
                <a:extLst>
                  <a:ext uri="{FF2B5EF4-FFF2-40B4-BE49-F238E27FC236}">
                    <a16:creationId xmlns:a16="http://schemas.microsoft.com/office/drawing/2014/main" id="{CB30E8C8-7D92-1928-E6B2-09A458489B4A}"/>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6" name="Oval 165">
                <a:extLst>
                  <a:ext uri="{FF2B5EF4-FFF2-40B4-BE49-F238E27FC236}">
                    <a16:creationId xmlns:a16="http://schemas.microsoft.com/office/drawing/2014/main" id="{5659AE9B-AED2-63F5-FFEF-4AC3BF336A0C}"/>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7" name="Oval 166">
                <a:extLst>
                  <a:ext uri="{FF2B5EF4-FFF2-40B4-BE49-F238E27FC236}">
                    <a16:creationId xmlns:a16="http://schemas.microsoft.com/office/drawing/2014/main" id="{5BDE5ABE-0BF2-0B27-7E8C-60DAA4887FE8}"/>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68" name="Oval 167">
                <a:extLst>
                  <a:ext uri="{FF2B5EF4-FFF2-40B4-BE49-F238E27FC236}">
                    <a16:creationId xmlns:a16="http://schemas.microsoft.com/office/drawing/2014/main" id="{9E2D920A-40D6-F04D-AC14-A74BA229EA51}"/>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9" name="Oval 168">
                <a:extLst>
                  <a:ext uri="{FF2B5EF4-FFF2-40B4-BE49-F238E27FC236}">
                    <a16:creationId xmlns:a16="http://schemas.microsoft.com/office/drawing/2014/main" id="{62DFA89F-EAD1-9C56-7425-0D3283049666}"/>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Oval 169">
                <a:extLst>
                  <a:ext uri="{FF2B5EF4-FFF2-40B4-BE49-F238E27FC236}">
                    <a16:creationId xmlns:a16="http://schemas.microsoft.com/office/drawing/2014/main" id="{D25E4BD8-F1DE-8963-31EA-49C479A959B2}"/>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71" name="Oval 170">
                <a:extLst>
                  <a:ext uri="{FF2B5EF4-FFF2-40B4-BE49-F238E27FC236}">
                    <a16:creationId xmlns:a16="http://schemas.microsoft.com/office/drawing/2014/main" id="{853FC4DB-BD17-BF97-F6FE-06F1DF7ADDBA}"/>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72" name="TextBox 171">
              <a:extLst>
                <a:ext uri="{FF2B5EF4-FFF2-40B4-BE49-F238E27FC236}">
                  <a16:creationId xmlns:a16="http://schemas.microsoft.com/office/drawing/2014/main" id="{72B9C0E9-4F4A-28A1-4EF7-71C638927532}"/>
                </a:ext>
              </a:extLst>
            </p:cNvPr>
            <p:cNvSpPr txBox="1"/>
            <p:nvPr/>
          </p:nvSpPr>
          <p:spPr>
            <a:xfrm>
              <a:off x="7086600" y="3962400"/>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73" name="TextBox 172">
                  <a:extLst>
                    <a:ext uri="{FF2B5EF4-FFF2-40B4-BE49-F238E27FC236}">
                      <a16:creationId xmlns:a16="http://schemas.microsoft.com/office/drawing/2014/main" id="{4C06AA38-1612-6A93-21BB-70EA359FCE44}"/>
                    </a:ext>
                  </a:extLst>
                </p:cNvPr>
                <p:cNvSpPr txBox="1"/>
                <p:nvPr/>
              </p:nvSpPr>
              <p:spPr>
                <a:xfrm>
                  <a:off x="8148957" y="3277786"/>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73" name="TextBox 172">
                  <a:extLst>
                    <a:ext uri="{FF2B5EF4-FFF2-40B4-BE49-F238E27FC236}">
                      <a16:creationId xmlns:a16="http://schemas.microsoft.com/office/drawing/2014/main" id="{4C06AA38-1612-6A93-21BB-70EA359FCE44}"/>
                    </a:ext>
                  </a:extLst>
                </p:cNvPr>
                <p:cNvSpPr txBox="1">
                  <a:spLocks noRot="1" noChangeAspect="1" noMove="1" noResize="1" noEditPoints="1" noAdjustHandles="1" noChangeArrowheads="1" noChangeShapeType="1" noTextEdit="1"/>
                </p:cNvSpPr>
                <p:nvPr/>
              </p:nvSpPr>
              <p:spPr>
                <a:xfrm>
                  <a:off x="8148957" y="3277786"/>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80460AAE-AA39-FF16-B609-F2F0EE40DF05}"/>
                    </a:ext>
                  </a:extLst>
                </p:cNvPr>
                <p:cNvSpPr txBox="1"/>
                <p:nvPr/>
              </p:nvSpPr>
              <p:spPr>
                <a:xfrm>
                  <a:off x="7315200" y="533892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74" name="TextBox 173">
                  <a:extLst>
                    <a:ext uri="{FF2B5EF4-FFF2-40B4-BE49-F238E27FC236}">
                      <a16:creationId xmlns:a16="http://schemas.microsoft.com/office/drawing/2014/main" id="{80460AAE-AA39-FF16-B609-F2F0EE40DF05}"/>
                    </a:ext>
                  </a:extLst>
                </p:cNvPr>
                <p:cNvSpPr txBox="1">
                  <a:spLocks noRot="1" noChangeAspect="1" noMove="1" noResize="1" noEditPoints="1" noAdjustHandles="1" noChangeArrowheads="1" noChangeShapeType="1" noTextEdit="1"/>
                </p:cNvSpPr>
                <p:nvPr/>
              </p:nvSpPr>
              <p:spPr>
                <a:xfrm>
                  <a:off x="7315200" y="5338920"/>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A0659F17-1C24-F96F-A6AF-0A70BE1087B3}"/>
                    </a:ext>
                  </a:extLst>
                </p:cNvPr>
                <p:cNvSpPr txBox="1"/>
                <p:nvPr/>
              </p:nvSpPr>
              <p:spPr>
                <a:xfrm>
                  <a:off x="8529076" y="426884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15</m:t>
                        </m:r>
                      </m:oMath>
                    </m:oMathPara>
                  </a14:m>
                  <a:endParaRPr lang="en-US" dirty="0">
                    <a:solidFill>
                      <a:srgbClr val="FF9933"/>
                    </a:solidFill>
                  </a:endParaRPr>
                </a:p>
              </p:txBody>
            </p:sp>
          </mc:Choice>
          <mc:Fallback xmlns="">
            <p:sp>
              <p:nvSpPr>
                <p:cNvPr id="175" name="TextBox 174">
                  <a:extLst>
                    <a:ext uri="{FF2B5EF4-FFF2-40B4-BE49-F238E27FC236}">
                      <a16:creationId xmlns:a16="http://schemas.microsoft.com/office/drawing/2014/main" id="{A0659F17-1C24-F96F-A6AF-0A70BE1087B3}"/>
                    </a:ext>
                  </a:extLst>
                </p:cNvPr>
                <p:cNvSpPr txBox="1">
                  <a:spLocks noRot="1" noChangeAspect="1" noMove="1" noResize="1" noEditPoints="1" noAdjustHandles="1" noChangeArrowheads="1" noChangeShapeType="1" noTextEdit="1"/>
                </p:cNvSpPr>
                <p:nvPr/>
              </p:nvSpPr>
              <p:spPr>
                <a:xfrm>
                  <a:off x="8529076" y="4268840"/>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CB7366F2-337C-6A62-9057-95C180D24C66}"/>
                    </a:ext>
                  </a:extLst>
                </p:cNvPr>
                <p:cNvSpPr txBox="1"/>
                <p:nvPr/>
              </p:nvSpPr>
              <p:spPr>
                <a:xfrm>
                  <a:off x="9468933" y="33528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xmlns="">
            <p:sp>
              <p:nvSpPr>
                <p:cNvPr id="176" name="TextBox 175">
                  <a:extLst>
                    <a:ext uri="{FF2B5EF4-FFF2-40B4-BE49-F238E27FC236}">
                      <a16:creationId xmlns:a16="http://schemas.microsoft.com/office/drawing/2014/main" id="{CB7366F2-337C-6A62-9057-95C180D24C66}"/>
                    </a:ext>
                  </a:extLst>
                </p:cNvPr>
                <p:cNvSpPr txBox="1">
                  <a:spLocks noRot="1" noChangeAspect="1" noMove="1" noResize="1" noEditPoints="1" noAdjustHandles="1" noChangeArrowheads="1" noChangeShapeType="1" noTextEdit="1"/>
                </p:cNvSpPr>
                <p:nvPr/>
              </p:nvSpPr>
              <p:spPr>
                <a:xfrm>
                  <a:off x="9468933" y="3352800"/>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1D10D103-2C2A-CC57-50D7-0A6F7673076B}"/>
                    </a:ext>
                  </a:extLst>
                </p:cNvPr>
                <p:cNvSpPr txBox="1"/>
                <p:nvPr/>
              </p:nvSpPr>
              <p:spPr>
                <a:xfrm>
                  <a:off x="8687490" y="5523586"/>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77" name="TextBox 176">
                  <a:extLst>
                    <a:ext uri="{FF2B5EF4-FFF2-40B4-BE49-F238E27FC236}">
                      <a16:creationId xmlns:a16="http://schemas.microsoft.com/office/drawing/2014/main" id="{1D10D103-2C2A-CC57-50D7-0A6F7673076B}"/>
                    </a:ext>
                  </a:extLst>
                </p:cNvPr>
                <p:cNvSpPr txBox="1">
                  <a:spLocks noRot="1" noChangeAspect="1" noMove="1" noResize="1" noEditPoints="1" noAdjustHandles="1" noChangeArrowheads="1" noChangeShapeType="1" noTextEdit="1"/>
                </p:cNvSpPr>
                <p:nvPr/>
              </p:nvSpPr>
              <p:spPr>
                <a:xfrm>
                  <a:off x="8687490" y="5523586"/>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DB34DC73-2D5D-F33F-A1CF-3E17FD89079F}"/>
                    </a:ext>
                  </a:extLst>
                </p:cNvPr>
                <p:cNvSpPr txBox="1"/>
                <p:nvPr/>
              </p:nvSpPr>
              <p:spPr>
                <a:xfrm>
                  <a:off x="9944207" y="550815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78" name="TextBox 177">
                  <a:extLst>
                    <a:ext uri="{FF2B5EF4-FFF2-40B4-BE49-F238E27FC236}">
                      <a16:creationId xmlns:a16="http://schemas.microsoft.com/office/drawing/2014/main" id="{DB34DC73-2D5D-F33F-A1CF-3E17FD89079F}"/>
                    </a:ext>
                  </a:extLst>
                </p:cNvPr>
                <p:cNvSpPr txBox="1">
                  <a:spLocks noRot="1" noChangeAspect="1" noMove="1" noResize="1" noEditPoints="1" noAdjustHandles="1" noChangeArrowheads="1" noChangeShapeType="1" noTextEdit="1"/>
                </p:cNvSpPr>
                <p:nvPr/>
              </p:nvSpPr>
              <p:spPr>
                <a:xfrm>
                  <a:off x="9944207" y="550815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DCC898EB-EBD5-1D4A-8CB2-095DD1B664BE}"/>
                    </a:ext>
                  </a:extLst>
                </p:cNvPr>
                <p:cNvSpPr txBox="1"/>
                <p:nvPr/>
              </p:nvSpPr>
              <p:spPr>
                <a:xfrm>
                  <a:off x="10366649" y="3722132"/>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79" name="TextBox 178">
                  <a:extLst>
                    <a:ext uri="{FF2B5EF4-FFF2-40B4-BE49-F238E27FC236}">
                      <a16:creationId xmlns:a16="http://schemas.microsoft.com/office/drawing/2014/main" id="{DCC898EB-EBD5-1D4A-8CB2-095DD1B664BE}"/>
                    </a:ext>
                  </a:extLst>
                </p:cNvPr>
                <p:cNvSpPr txBox="1">
                  <a:spLocks noRot="1" noChangeAspect="1" noMove="1" noResize="1" noEditPoints="1" noAdjustHandles="1" noChangeArrowheads="1" noChangeShapeType="1" noTextEdit="1"/>
                </p:cNvSpPr>
                <p:nvPr/>
              </p:nvSpPr>
              <p:spPr>
                <a:xfrm>
                  <a:off x="10366649" y="3722132"/>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0" name="TextBox 179">
                  <a:extLst>
                    <a:ext uri="{FF2B5EF4-FFF2-40B4-BE49-F238E27FC236}">
                      <a16:creationId xmlns:a16="http://schemas.microsoft.com/office/drawing/2014/main" id="{0C8388A9-2D5A-E7FD-BEDA-3F8161AD0BCE}"/>
                    </a:ext>
                  </a:extLst>
                </p:cNvPr>
                <p:cNvSpPr txBox="1"/>
                <p:nvPr/>
              </p:nvSpPr>
              <p:spPr>
                <a:xfrm>
                  <a:off x="11225468" y="4395879"/>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80" name="TextBox 179">
                  <a:extLst>
                    <a:ext uri="{FF2B5EF4-FFF2-40B4-BE49-F238E27FC236}">
                      <a16:creationId xmlns:a16="http://schemas.microsoft.com/office/drawing/2014/main" id="{0C8388A9-2D5A-E7FD-BEDA-3F8161AD0BCE}"/>
                    </a:ext>
                  </a:extLst>
                </p:cNvPr>
                <p:cNvSpPr txBox="1">
                  <a:spLocks noRot="1" noChangeAspect="1" noMove="1" noResize="1" noEditPoints="1" noAdjustHandles="1" noChangeArrowheads="1" noChangeShapeType="1" noTextEdit="1"/>
                </p:cNvSpPr>
                <p:nvPr/>
              </p:nvSpPr>
              <p:spPr>
                <a:xfrm>
                  <a:off x="11225468" y="4395879"/>
                  <a:ext cx="433132" cy="369332"/>
                </a:xfrm>
                <a:prstGeom prst="rect">
                  <a:avLst/>
                </a:prstGeom>
                <a:blipFill>
                  <a:blip r:embed="rId10"/>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816096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50C67-6614-E0A8-7DC3-D73D18C35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A7FC5-8995-DDCE-5A34-094DFA6BF07E}"/>
              </a:ext>
            </a:extLst>
          </p:cNvPr>
          <p:cNvSpPr>
            <a:spLocks noGrp="1"/>
          </p:cNvSpPr>
          <p:nvPr>
            <p:ph type="title"/>
          </p:nvPr>
        </p:nvSpPr>
        <p:spPr/>
        <p:txBody>
          <a:bodyPr>
            <a:normAutofit/>
          </a:bodyPr>
          <a:lstStyle/>
          <a:p>
            <a:r>
              <a:rPr lang="en-US" dirty="0"/>
              <a:t>Dijkstra’s</a:t>
            </a:r>
          </a:p>
        </p:txBody>
      </p:sp>
      <p:sp>
        <p:nvSpPr>
          <p:cNvPr id="5" name="TextBox 4">
            <a:extLst>
              <a:ext uri="{FF2B5EF4-FFF2-40B4-BE49-F238E27FC236}">
                <a16:creationId xmlns:a16="http://schemas.microsoft.com/office/drawing/2014/main" id="{7D00DF9E-D981-B9DE-0213-A6EC4281A681}"/>
              </a:ext>
            </a:extLst>
          </p:cNvPr>
          <p:cNvSpPr txBox="1"/>
          <p:nvPr/>
        </p:nvSpPr>
        <p:spPr>
          <a:xfrm>
            <a:off x="978905" y="1337488"/>
            <a:ext cx="5532582" cy="5324535"/>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for each neighbor v of </a:t>
            </a:r>
            <a:r>
              <a:rPr lang="en-US" sz="2000" dirty="0" err="1"/>
              <a:t>curr</a:t>
            </a:r>
            <a:r>
              <a:rPr lang="en-US" sz="2000" dirty="0"/>
              <a:t>:</a:t>
            </a:r>
          </a:p>
          <a:p>
            <a:r>
              <a:rPr lang="en-US" sz="2000" dirty="0"/>
              <a:t>        d = distance to </a:t>
            </a:r>
            <a:r>
              <a:rPr lang="en-US" sz="2000" dirty="0" err="1"/>
              <a:t>curr</a:t>
            </a:r>
            <a:r>
              <a:rPr lang="en-US" sz="2000" dirty="0"/>
              <a:t>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a:t>
            </a:r>
            <a:r>
              <a:rPr lang="en-US" sz="2000" dirty="0" err="1"/>
              <a:t>PQ.decreaseKey</a:t>
            </a:r>
            <a:r>
              <a:rPr lang="en-US" sz="2000" dirty="0"/>
              <a:t>(v, d)</a:t>
            </a:r>
          </a:p>
          <a:p>
            <a:r>
              <a:rPr lang="en-US" sz="2000" dirty="0"/>
              <a:t>         </a:t>
            </a:r>
          </a:p>
          <a:p>
            <a:endParaRPr lang="en-US" sz="2000" dirty="0"/>
          </a:p>
        </p:txBody>
      </p:sp>
      <p:sp>
        <p:nvSpPr>
          <p:cNvPr id="3" name="TextBox 2">
            <a:extLst>
              <a:ext uri="{FF2B5EF4-FFF2-40B4-BE49-F238E27FC236}">
                <a16:creationId xmlns:a16="http://schemas.microsoft.com/office/drawing/2014/main" id="{5340215A-8216-593A-BB1F-9A3C595197B4}"/>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6" name="TextBox 5">
            <a:extLst>
              <a:ext uri="{FF2B5EF4-FFF2-40B4-BE49-F238E27FC236}">
                <a16:creationId xmlns:a16="http://schemas.microsoft.com/office/drawing/2014/main" id="{2BF61ED2-533A-F37C-7346-ECD829515588}"/>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sp>
        <p:nvSpPr>
          <p:cNvPr id="7" name="TextBox 6">
            <a:extLst>
              <a:ext uri="{FF2B5EF4-FFF2-40B4-BE49-F238E27FC236}">
                <a16:creationId xmlns:a16="http://schemas.microsoft.com/office/drawing/2014/main" id="{D478637C-220B-9777-0D27-9DDCFF148B61}"/>
              </a:ext>
            </a:extLst>
          </p:cNvPr>
          <p:cNvSpPr txBox="1"/>
          <p:nvPr/>
        </p:nvSpPr>
        <p:spPr>
          <a:xfrm>
            <a:off x="6391564" y="3208631"/>
            <a:ext cx="5881254" cy="923330"/>
          </a:xfrm>
          <a:prstGeom prst="rect">
            <a:avLst/>
          </a:prstGeom>
          <a:noFill/>
        </p:spPr>
        <p:txBody>
          <a:bodyPr wrap="square">
            <a:spAutoFit/>
          </a:bodyPr>
          <a:lstStyle/>
          <a:p>
            <a:r>
              <a:rPr lang="en-US" dirty="0">
                <a:solidFill>
                  <a:srgbClr val="FF0000"/>
                </a:solidFill>
              </a:rPr>
              <a:t>Seen = added to the priority queue</a:t>
            </a:r>
          </a:p>
          <a:p>
            <a:r>
              <a:rPr lang="en-US" dirty="0">
                <a:solidFill>
                  <a:srgbClr val="FF0000"/>
                </a:solidFill>
              </a:rPr>
              <a:t>Done = removed from the priority queue</a:t>
            </a:r>
          </a:p>
          <a:p>
            <a:r>
              <a:rPr lang="en-US" dirty="0">
                <a:solidFill>
                  <a:srgbClr val="FF0000"/>
                </a:solidFill>
              </a:rPr>
              <a:t>When it’s done we’ve found the shortest path to that node</a:t>
            </a:r>
          </a:p>
        </p:txBody>
      </p:sp>
      <p:grpSp>
        <p:nvGrpSpPr>
          <p:cNvPr id="22" name="Group 21" descr="In the pseudocode, we have the inner for loop that states &quot;for each neighbor of curr&quot;. For a particular node v, this loop runs deg(v) times. Across all nodes, this for loop therefore iterates |E| times.&#10;&#10;Within the for loop we do a constant number of priority queue operations, where the maximum size of the priority queue is |V|. Therefore each iteration of the for loop is worse case O(log |V|) time.&#10;&#10;Combined, we have an overall running time of |E| log |V|.">
            <a:extLst>
              <a:ext uri="{FF2B5EF4-FFF2-40B4-BE49-F238E27FC236}">
                <a16:creationId xmlns:a16="http://schemas.microsoft.com/office/drawing/2014/main" id="{EF6DB139-9AF5-70F7-A2C3-3BBBCA5191CC}"/>
              </a:ext>
            </a:extLst>
          </p:cNvPr>
          <p:cNvGrpSpPr/>
          <p:nvPr/>
        </p:nvGrpSpPr>
        <p:grpSpPr>
          <a:xfrm>
            <a:off x="23558" y="3223492"/>
            <a:ext cx="10746042" cy="2743200"/>
            <a:chOff x="23558" y="3223492"/>
            <a:chExt cx="10746042" cy="274320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0C31AF8-92A6-EE59-FD08-444176A0FBAD}"/>
                    </a:ext>
                  </a:extLst>
                </p:cNvPr>
                <p:cNvSpPr txBox="1"/>
                <p:nvPr/>
              </p:nvSpPr>
              <p:spPr>
                <a:xfrm>
                  <a:off x="7894783" y="5108803"/>
                  <a:ext cx="2874817" cy="369332"/>
                </a:xfrm>
                <a:prstGeom prst="rect">
                  <a:avLst/>
                </a:prstGeom>
                <a:noFill/>
              </p:spPr>
              <p:txBody>
                <a:bodyPr wrap="square">
                  <a:spAutoFit/>
                </a:bodyPr>
                <a:lstStyle/>
                <a:p>
                  <a:r>
                    <a:rPr lang="en-US" dirty="0">
                      <a:solidFill>
                        <a:srgbClr val="0070C0"/>
                      </a:solidFill>
                    </a:rPr>
                    <a:t>Running time: </a:t>
                  </a:r>
                  <a14:m>
                    <m:oMath xmlns:m="http://schemas.openxmlformats.org/officeDocument/2006/math">
                      <m:r>
                        <m:rPr>
                          <m:sty m:val="p"/>
                        </m:rPr>
                        <a:rPr lang="en-US" b="0" i="0" smtClean="0">
                          <a:solidFill>
                            <a:srgbClr val="0070C0"/>
                          </a:solidFill>
                          <a:latin typeface="Cambria Math" panose="02040503050406030204" pitchFamily="18" charset="0"/>
                        </a:rPr>
                        <m:t>Θ</m:t>
                      </m:r>
                      <m:d>
                        <m:dPr>
                          <m:ctrlPr>
                            <a:rPr lang="en-US" b="0" i="1" smtClean="0">
                              <a:solidFill>
                                <a:srgbClr val="0070C0"/>
                              </a:solidFill>
                              <a:latin typeface="Cambria Math" panose="02040503050406030204" pitchFamily="18" charset="0"/>
                            </a:rPr>
                          </m:ctrlPr>
                        </m:dPr>
                        <m:e>
                          <m:d>
                            <m:dPr>
                              <m:begChr m:val="|"/>
                              <m:endChr m:val="|"/>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𝐸</m:t>
                              </m:r>
                            </m:e>
                          </m:d>
                          <m:func>
                            <m:funcPr>
                              <m:ctrlPr>
                                <a:rPr lang="en-US" b="0" i="1" smtClean="0">
                                  <a:solidFill>
                                    <a:srgbClr val="0070C0"/>
                                  </a:solidFill>
                                  <a:latin typeface="Cambria Math" panose="02040503050406030204" pitchFamily="18" charset="0"/>
                                </a:rPr>
                              </m:ctrlPr>
                            </m:funcPr>
                            <m:fName>
                              <m:r>
                                <m:rPr>
                                  <m:sty m:val="p"/>
                                </m:rPr>
                                <a:rPr lang="en-US" b="0" i="0" smtClean="0">
                                  <a:solidFill>
                                    <a:srgbClr val="0070C0"/>
                                  </a:solidFill>
                                  <a:latin typeface="Cambria Math" panose="02040503050406030204" pitchFamily="18" charset="0"/>
                                </a:rPr>
                                <m:t>log</m:t>
                              </m:r>
                            </m:fName>
                            <m:e>
                              <m:d>
                                <m:dPr>
                                  <m:begChr m:val="|"/>
                                  <m:endChr m:val="|"/>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𝑉</m:t>
                                  </m:r>
                                </m:e>
                              </m:d>
                            </m:e>
                          </m:func>
                        </m:e>
                      </m:d>
                    </m:oMath>
                  </a14:m>
                  <a:endParaRPr lang="en-US" dirty="0">
                    <a:solidFill>
                      <a:srgbClr val="0070C0"/>
                    </a:solidFill>
                  </a:endParaRPr>
                </a:p>
              </p:txBody>
            </p:sp>
          </mc:Choice>
          <mc:Fallback xmlns="">
            <p:sp>
              <p:nvSpPr>
                <p:cNvPr id="8" name="TextBox 7">
                  <a:extLst>
                    <a:ext uri="{FF2B5EF4-FFF2-40B4-BE49-F238E27FC236}">
                      <a16:creationId xmlns:a16="http://schemas.microsoft.com/office/drawing/2014/main" id="{00C31AF8-92A6-EE59-FD08-444176A0FBAD}"/>
                    </a:ext>
                  </a:extLst>
                </p:cNvPr>
                <p:cNvSpPr txBox="1">
                  <a:spLocks noRot="1" noChangeAspect="1" noMove="1" noResize="1" noEditPoints="1" noAdjustHandles="1" noChangeArrowheads="1" noChangeShapeType="1" noTextEdit="1"/>
                </p:cNvSpPr>
                <p:nvPr/>
              </p:nvSpPr>
              <p:spPr>
                <a:xfrm>
                  <a:off x="7894783" y="5108803"/>
                  <a:ext cx="2874817" cy="369332"/>
                </a:xfrm>
                <a:prstGeom prst="rect">
                  <a:avLst/>
                </a:prstGeom>
                <a:blipFill>
                  <a:blip r:embed="rId2"/>
                  <a:stretch>
                    <a:fillRect l="-1695" t="-8197" b="-24590"/>
                  </a:stretch>
                </a:blipFill>
              </p:spPr>
              <p:txBody>
                <a:bodyPr/>
                <a:lstStyle/>
                <a:p>
                  <a:r>
                    <a:rPr lang="en-US">
                      <a:noFill/>
                    </a:rPr>
                    <a:t> </a:t>
                  </a:r>
                </a:p>
              </p:txBody>
            </p:sp>
          </mc:Fallback>
        </mc:AlternateContent>
        <p:sp>
          <p:nvSpPr>
            <p:cNvPr id="10" name="Left Brace 9">
              <a:extLst>
                <a:ext uri="{FF2B5EF4-FFF2-40B4-BE49-F238E27FC236}">
                  <a16:creationId xmlns:a16="http://schemas.microsoft.com/office/drawing/2014/main" id="{14546CC3-7E9D-B6AF-E341-25FA8C652CA3}"/>
                </a:ext>
              </a:extLst>
            </p:cNvPr>
            <p:cNvSpPr/>
            <p:nvPr/>
          </p:nvSpPr>
          <p:spPr>
            <a:xfrm>
              <a:off x="810492" y="3223492"/>
              <a:ext cx="584200" cy="2743200"/>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70C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F4BEF50-2E7E-3A91-37F6-6F058E680EF7}"/>
                    </a:ext>
                  </a:extLst>
                </p:cNvPr>
                <p:cNvSpPr txBox="1"/>
                <p:nvPr/>
              </p:nvSpPr>
              <p:spPr>
                <a:xfrm>
                  <a:off x="23558" y="4185274"/>
                  <a:ext cx="1107579" cy="646331"/>
                </a:xfrm>
                <a:prstGeom prst="rect">
                  <a:avLst/>
                </a:prstGeom>
                <a:noFill/>
              </p:spPr>
              <p:txBody>
                <a:bodyPr wrap="square">
                  <a:spAutoFit/>
                </a:bodyPr>
                <a:lstStyle/>
                <a:p>
                  <a:r>
                    <a:rPr lang="en-US" dirty="0">
                      <a:solidFill>
                        <a:srgbClr val="0070C0"/>
                      </a:solidFill>
                    </a:rPr>
                    <a:t>Loops </a:t>
                  </a:r>
                  <a14:m>
                    <m:oMath xmlns:m="http://schemas.openxmlformats.org/officeDocument/2006/math">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𝐸</m:t>
                      </m:r>
                      <m:r>
                        <a:rPr lang="en-US" b="0" i="1" smtClean="0">
                          <a:solidFill>
                            <a:srgbClr val="0070C0"/>
                          </a:solidFill>
                          <a:latin typeface="Cambria Math" panose="02040503050406030204" pitchFamily="18" charset="0"/>
                        </a:rPr>
                        <m:t>|</m:t>
                      </m:r>
                    </m:oMath>
                  </a14:m>
                  <a:r>
                    <a:rPr lang="en-US" dirty="0">
                      <a:solidFill>
                        <a:srgbClr val="0070C0"/>
                      </a:solidFill>
                    </a:rPr>
                    <a:t> times</a:t>
                  </a:r>
                </a:p>
              </p:txBody>
            </p:sp>
          </mc:Choice>
          <mc:Fallback xmlns="">
            <p:sp>
              <p:nvSpPr>
                <p:cNvPr id="11" name="TextBox 10">
                  <a:extLst>
                    <a:ext uri="{FF2B5EF4-FFF2-40B4-BE49-F238E27FC236}">
                      <a16:creationId xmlns:a16="http://schemas.microsoft.com/office/drawing/2014/main" id="{5F4BEF50-2E7E-3A91-37F6-6F058E680EF7}"/>
                    </a:ext>
                  </a:extLst>
                </p:cNvPr>
                <p:cNvSpPr txBox="1">
                  <a:spLocks noRot="1" noChangeAspect="1" noMove="1" noResize="1" noEditPoints="1" noAdjustHandles="1" noChangeArrowheads="1" noChangeShapeType="1" noTextEdit="1"/>
                </p:cNvSpPr>
                <p:nvPr/>
              </p:nvSpPr>
              <p:spPr>
                <a:xfrm>
                  <a:off x="23558" y="4185274"/>
                  <a:ext cx="1107579" cy="646331"/>
                </a:xfrm>
                <a:prstGeom prst="rect">
                  <a:avLst/>
                </a:prstGeom>
                <a:blipFill>
                  <a:blip r:embed="rId3"/>
                  <a:stretch>
                    <a:fillRect l="-4945" t="-5660"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D7543FA-9328-F538-F0B8-482E05D0D519}"/>
                    </a:ext>
                  </a:extLst>
                </p:cNvPr>
                <p:cNvSpPr txBox="1"/>
                <p:nvPr/>
              </p:nvSpPr>
              <p:spPr>
                <a:xfrm>
                  <a:off x="6093565" y="4739241"/>
                  <a:ext cx="1371253" cy="923330"/>
                </a:xfrm>
                <a:prstGeom prst="rect">
                  <a:avLst/>
                </a:prstGeom>
                <a:noFill/>
              </p:spPr>
              <p:txBody>
                <a:bodyPr wrap="square">
                  <a:spAutoFit/>
                </a:bodyPr>
                <a:lstStyle/>
                <a:p>
                  <a:r>
                    <a:rPr lang="en-US" dirty="0">
                      <a:solidFill>
                        <a:srgbClr val="0070C0"/>
                      </a:solidFill>
                    </a:rPr>
                    <a:t>Worst case </a:t>
                  </a:r>
                  <a14:m>
                    <m:oMath xmlns:m="http://schemas.openxmlformats.org/officeDocument/2006/math">
                      <m:r>
                        <m:rPr>
                          <m:sty m:val="p"/>
                        </m:rPr>
                        <a:rPr lang="en-US" b="0" i="0" smtClean="0">
                          <a:solidFill>
                            <a:srgbClr val="0070C0"/>
                          </a:solidFill>
                          <a:latin typeface="Cambria Math" panose="02040503050406030204" pitchFamily="18" charset="0"/>
                        </a:rPr>
                        <m:t>Θ</m:t>
                      </m:r>
                      <m:r>
                        <a:rPr lang="en-US" b="0" i="1" smtClean="0">
                          <a:solidFill>
                            <a:srgbClr val="0070C0"/>
                          </a:solidFill>
                          <a:latin typeface="Cambria Math" panose="02040503050406030204" pitchFamily="18" charset="0"/>
                        </a:rPr>
                        <m:t>(</m:t>
                      </m:r>
                      <m:func>
                        <m:funcPr>
                          <m:ctrlPr>
                            <a:rPr lang="en-US" b="0" i="1" smtClean="0">
                              <a:solidFill>
                                <a:srgbClr val="0070C0"/>
                              </a:solidFill>
                              <a:latin typeface="Cambria Math" panose="02040503050406030204" pitchFamily="18" charset="0"/>
                            </a:rPr>
                          </m:ctrlPr>
                        </m:funcPr>
                        <m:fName>
                          <m:r>
                            <m:rPr>
                              <m:sty m:val="p"/>
                            </m:rPr>
                            <a:rPr lang="en-US" b="0" i="0" smtClean="0">
                              <a:solidFill>
                                <a:srgbClr val="0070C0"/>
                              </a:solidFill>
                              <a:latin typeface="Cambria Math" panose="02040503050406030204" pitchFamily="18" charset="0"/>
                            </a:rPr>
                            <m:t>log</m:t>
                          </m:r>
                        </m:fName>
                        <m:e>
                          <m:d>
                            <m:dPr>
                              <m:begChr m:val="|"/>
                              <m:endChr m:val="|"/>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𝑉</m:t>
                              </m:r>
                            </m:e>
                          </m:d>
                        </m:e>
                      </m:func>
                      <m:r>
                        <a:rPr lang="en-US" b="0" i="1" smtClean="0">
                          <a:solidFill>
                            <a:srgbClr val="0070C0"/>
                          </a:solidFill>
                          <a:latin typeface="Cambria Math" panose="02040503050406030204" pitchFamily="18" charset="0"/>
                        </a:rPr>
                        <m:t>)</m:t>
                      </m:r>
                    </m:oMath>
                  </a14:m>
                  <a:r>
                    <a:rPr lang="en-US" dirty="0">
                      <a:solidFill>
                        <a:srgbClr val="0070C0"/>
                      </a:solidFill>
                    </a:rPr>
                    <a:t> each</a:t>
                  </a:r>
                </a:p>
              </p:txBody>
            </p:sp>
          </mc:Choice>
          <mc:Fallback xmlns="">
            <p:sp>
              <p:nvSpPr>
                <p:cNvPr id="12" name="TextBox 11">
                  <a:extLst>
                    <a:ext uri="{FF2B5EF4-FFF2-40B4-BE49-F238E27FC236}">
                      <a16:creationId xmlns:a16="http://schemas.microsoft.com/office/drawing/2014/main" id="{BD7543FA-9328-F538-F0B8-482E05D0D519}"/>
                    </a:ext>
                  </a:extLst>
                </p:cNvPr>
                <p:cNvSpPr txBox="1">
                  <a:spLocks noRot="1" noChangeAspect="1" noMove="1" noResize="1" noEditPoints="1" noAdjustHandles="1" noChangeArrowheads="1" noChangeShapeType="1" noTextEdit="1"/>
                </p:cNvSpPr>
                <p:nvPr/>
              </p:nvSpPr>
              <p:spPr>
                <a:xfrm>
                  <a:off x="6093565" y="4739241"/>
                  <a:ext cx="1371253" cy="923330"/>
                </a:xfrm>
                <a:prstGeom prst="rect">
                  <a:avLst/>
                </a:prstGeom>
                <a:blipFill>
                  <a:blip r:embed="rId4"/>
                  <a:stretch>
                    <a:fillRect l="-4000" t="-3289" b="-9211"/>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BF44557C-90DF-9AFD-DFDA-659D0AAD740C}"/>
                </a:ext>
              </a:extLst>
            </p:cNvPr>
            <p:cNvCxnSpPr>
              <a:cxnSpLocks/>
              <a:stCxn id="12" idx="1"/>
            </p:cNvCxnSpPr>
            <p:nvPr/>
          </p:nvCxnSpPr>
          <p:spPr>
            <a:xfrm flipH="1" flipV="1">
              <a:off x="3509818" y="4913745"/>
              <a:ext cx="2583747" cy="2871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48D7CDF-F47D-2694-EC18-AE8EE557C879}"/>
                </a:ext>
              </a:extLst>
            </p:cNvPr>
            <p:cNvCxnSpPr>
              <a:cxnSpLocks/>
              <a:stCxn id="12" idx="1"/>
            </p:cNvCxnSpPr>
            <p:nvPr/>
          </p:nvCxnSpPr>
          <p:spPr>
            <a:xfrm flipH="1">
              <a:off x="3980873" y="5200906"/>
              <a:ext cx="2112692" cy="60098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4C7996B8-E102-B66A-26FF-D6C78121705C}"/>
                  </a:ext>
                </a:extLst>
              </p14:cNvPr>
              <p14:cNvContentPartPr/>
              <p14:nvPr/>
            </p14:nvContentPartPr>
            <p14:xfrm>
              <a:off x="1960200" y="1595160"/>
              <a:ext cx="1911600" cy="1693440"/>
            </p14:xfrm>
          </p:contentPart>
        </mc:Choice>
        <mc:Fallback>
          <p:pic>
            <p:nvPicPr>
              <p:cNvPr id="4" name="Ink 3">
                <a:extLst>
                  <a:ext uri="{FF2B5EF4-FFF2-40B4-BE49-F238E27FC236}">
                    <a16:creationId xmlns:a16="http://schemas.microsoft.com/office/drawing/2014/main" id="{4C7996B8-E102-B66A-26FF-D6C78121705C}"/>
                  </a:ext>
                </a:extLst>
              </p:cNvPr>
              <p:cNvPicPr/>
              <p:nvPr/>
            </p:nvPicPr>
            <p:blipFill>
              <a:blip r:embed="rId6"/>
              <a:stretch>
                <a:fillRect/>
              </a:stretch>
            </p:blipFill>
            <p:spPr>
              <a:xfrm>
                <a:off x="1950840" y="1585800"/>
                <a:ext cx="1930320" cy="1712160"/>
              </a:xfrm>
              <a:prstGeom prst="rect">
                <a:avLst/>
              </a:prstGeom>
            </p:spPr>
          </p:pic>
        </mc:Fallback>
      </mc:AlternateContent>
    </p:spTree>
    <p:extLst>
      <p:ext uri="{BB962C8B-B14F-4D97-AF65-F5344CB8AC3E}">
        <p14:creationId xmlns:p14="http://schemas.microsoft.com/office/powerpoint/2010/main" val="152201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Dijkstra’s Algorithm (1/8)</a:t>
            </a:r>
          </a:p>
        </p:txBody>
      </p:sp>
      <p:sp>
        <p:nvSpPr>
          <p:cNvPr id="8" name="TextBox 7">
            <a:extLst>
              <a:ext uri="{FF2B5EF4-FFF2-40B4-BE49-F238E27FC236}">
                <a16:creationId xmlns:a16="http://schemas.microsoft.com/office/drawing/2014/main" id="{2EDA24C6-DAB3-0D4B-C96F-398373703893}"/>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7" name="TextBox 6">
            <a:extLst>
              <a:ext uri="{FF2B5EF4-FFF2-40B4-BE49-F238E27FC236}">
                <a16:creationId xmlns:a16="http://schemas.microsoft.com/office/drawing/2014/main" id="{549A59E0-910E-8F4C-8D9E-2EF7803C459B}"/>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5" name="Group 4" descr="An illustration of the following weighted undirected graph:&#10;&#10;The vertices are: 0,1,2,3,4,5,6,7&#10;The edges are as follows:&#10;(10,1) w=10, (0,2) w=12, &#10;(1,4) w=8, (1,2) w=9, &#10;(2,3) w=3, (2,5) w=1, &#10;(3,4) w=7, (3,5) w=1, &#10;(4,6) w=5, (4,7) w=6, &#10;(5,6) w=7, &#10;(6,7) w=9, (6,8) w=11, &#10;(7,8) w=2&#10;&#10;The source of our single-source shortest paths will be node 0. To begin, 0 is marked as seen by not done and has distance 0. 0 is the only node on the priority queue. All other nodes are neither seen nor done and their distance is infinity.">
            <a:extLst>
              <a:ext uri="{FF2B5EF4-FFF2-40B4-BE49-F238E27FC236}">
                <a16:creationId xmlns:a16="http://schemas.microsoft.com/office/drawing/2014/main" id="{C5F99991-0ED0-7652-2AC9-F2DB27C3FAB8}"/>
              </a:ext>
            </a:extLst>
          </p:cNvPr>
          <p:cNvGrpSpPr/>
          <p:nvPr/>
        </p:nvGrpSpPr>
        <p:grpSpPr>
          <a:xfrm>
            <a:off x="6308046" y="3183900"/>
            <a:ext cx="4616614" cy="2970614"/>
            <a:chOff x="6308046" y="3183900"/>
            <a:chExt cx="4616614" cy="2970614"/>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p:cNvSpPr txBox="1"/>
                <p:nvPr/>
              </p:nvSpPr>
              <p:spPr>
                <a:xfrm>
                  <a:off x="7370403" y="31839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m:t>
                        </m:r>
                      </m:oMath>
                    </m:oMathPara>
                  </a14:m>
                  <a:endParaRPr lang="en-US" dirty="0">
                    <a:solidFill>
                      <a:srgbClr val="FF9933"/>
                    </a:solidFill>
                  </a:endParaRPr>
                </a:p>
              </p:txBody>
            </p:sp>
          </mc:Choice>
          <mc:Fallback xmlns="">
            <p:sp>
              <p:nvSpPr>
                <p:cNvPr id="121" name="TextBox 120"/>
                <p:cNvSpPr txBox="1">
                  <a:spLocks noRot="1" noChangeAspect="1" noMove="1" noResize="1" noEditPoints="1" noAdjustHandles="1" noChangeArrowheads="1" noChangeShapeType="1" noTextEdit="1"/>
                </p:cNvSpPr>
                <p:nvPr/>
              </p:nvSpPr>
              <p:spPr>
                <a:xfrm>
                  <a:off x="7370403" y="3183900"/>
                  <a:ext cx="43313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p:cNvSpPr txBox="1"/>
                <p:nvPr/>
              </p:nvSpPr>
              <p:spPr>
                <a:xfrm>
                  <a:off x="6536646" y="524503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m:t>
                        </m:r>
                      </m:oMath>
                    </m:oMathPara>
                  </a14:m>
                  <a:endParaRPr lang="en-US" dirty="0">
                    <a:solidFill>
                      <a:srgbClr val="FF9933"/>
                    </a:solidFill>
                  </a:endParaRPr>
                </a:p>
              </p:txBody>
            </p:sp>
          </mc:Choice>
          <mc:Fallback xmlns="">
            <p:sp>
              <p:nvSpPr>
                <p:cNvPr id="122" name="TextBox 121"/>
                <p:cNvSpPr txBox="1">
                  <a:spLocks noRot="1" noChangeAspect="1" noMove="1" noResize="1" noEditPoints="1" noAdjustHandles="1" noChangeArrowheads="1" noChangeShapeType="1" noTextEdit="1"/>
                </p:cNvSpPr>
                <p:nvPr/>
              </p:nvSpPr>
              <p:spPr>
                <a:xfrm>
                  <a:off x="6536646" y="5245034"/>
                  <a:ext cx="43313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7750522" y="417495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7750522" y="4174954"/>
                  <a:ext cx="43313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8690379" y="325891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8690379" y="3258914"/>
                  <a:ext cx="43313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936" y="54297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7908936" y="5429700"/>
                  <a:ext cx="43313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grpSp>
      <p:sp>
        <p:nvSpPr>
          <p:cNvPr id="43" name="TextBox 42"/>
          <p:cNvSpPr txBox="1"/>
          <p:nvPr/>
        </p:nvSpPr>
        <p:spPr>
          <a:xfrm>
            <a:off x="1905001" y="1143000"/>
            <a:ext cx="3381894"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D3357D80-81CD-5C80-2A0A-246BEC3E413C}"/>
                  </a:ext>
                </a:extLst>
              </p:cNvPr>
              <p:cNvGraphicFramePr>
                <a:graphicFrameLocks noGrp="1"/>
              </p:cNvGraphicFramePr>
              <p:nvPr>
                <p:extLst>
                  <p:ext uri="{D42A27DB-BD31-4B8C-83A1-F6EECF244321}">
                    <p14:modId xmlns:p14="http://schemas.microsoft.com/office/powerpoint/2010/main" val="198079570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0</a:t>
                          </a:r>
                        </a:p>
                      </a:txBody>
                      <a:tcPr>
                        <a:solidFill>
                          <a:schemeClr val="accent2">
                            <a:lumMod val="40000"/>
                            <a:lumOff val="60000"/>
                          </a:schemeClr>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3" name="Table 2">
                <a:extLst>
                  <a:ext uri="{FF2B5EF4-FFF2-40B4-BE49-F238E27FC236}">
                    <a16:creationId xmlns:a16="http://schemas.microsoft.com/office/drawing/2014/main" id="{D3357D80-81CD-5C80-2A0A-246BEC3E413C}"/>
                  </a:ext>
                </a:extLst>
              </p:cNvPr>
              <p:cNvGraphicFramePr>
                <a:graphicFrameLocks noGrp="1"/>
              </p:cNvGraphicFramePr>
              <p:nvPr>
                <p:extLst>
                  <p:ext uri="{D42A27DB-BD31-4B8C-83A1-F6EECF244321}">
                    <p14:modId xmlns:p14="http://schemas.microsoft.com/office/powerpoint/2010/main" val="198079570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0</a:t>
                          </a:r>
                        </a:p>
                      </a:txBody>
                      <a:tcPr>
                        <a:solidFill>
                          <a:schemeClr val="accent2">
                            <a:lumMod val="40000"/>
                            <a:lumOff val="60000"/>
                          </a:schemeClr>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208197" r="-1869" b="-722951"/>
                          </a:stretch>
                        </a:blip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308197" r="-1869" b="-622951"/>
                          </a:stretch>
                        </a:blip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408197" r="-1869" b="-522951"/>
                          </a:stretch>
                        </a:blip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508197" r="-1869" b="-422951"/>
                          </a:stretch>
                        </a:blip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608197" r="-1869" b="-322951"/>
                          </a:stretch>
                        </a:blip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mc:AlternateContent xmlns:mc="http://schemas.openxmlformats.org/markup-compatibility/2006">
        <mc:Choice xmlns:p14="http://schemas.microsoft.com/office/powerpoint/2010/main" Requires="p14">
          <p:contentPart p14:bwMode="auto" r:id="rId11">
            <p14:nvContentPartPr>
              <p14:cNvPr id="4" name="Ink 3">
                <a:extLst>
                  <a:ext uri="{FF2B5EF4-FFF2-40B4-BE49-F238E27FC236}">
                    <a16:creationId xmlns:a16="http://schemas.microsoft.com/office/drawing/2014/main" id="{ECE16665-0679-D70A-1898-24FC5C77042B}"/>
                  </a:ext>
                </a:extLst>
              </p14:cNvPr>
              <p14:cNvContentPartPr/>
              <p14:nvPr/>
            </p14:nvContentPartPr>
            <p14:xfrm>
              <a:off x="1395000" y="1904400"/>
              <a:ext cx="6683040" cy="3796560"/>
            </p14:xfrm>
          </p:contentPart>
        </mc:Choice>
        <mc:Fallback>
          <p:pic>
            <p:nvPicPr>
              <p:cNvPr id="4" name="Ink 3">
                <a:extLst>
                  <a:ext uri="{FF2B5EF4-FFF2-40B4-BE49-F238E27FC236}">
                    <a16:creationId xmlns:a16="http://schemas.microsoft.com/office/drawing/2014/main" id="{ECE16665-0679-D70A-1898-24FC5C77042B}"/>
                  </a:ext>
                </a:extLst>
              </p:cNvPr>
              <p:cNvPicPr/>
              <p:nvPr/>
            </p:nvPicPr>
            <p:blipFill>
              <a:blip r:embed="rId12"/>
              <a:stretch>
                <a:fillRect/>
              </a:stretch>
            </p:blipFill>
            <p:spPr>
              <a:xfrm>
                <a:off x="1385640" y="1895040"/>
                <a:ext cx="6701760" cy="3815280"/>
              </a:xfrm>
              <a:prstGeom prst="rect">
                <a:avLst/>
              </a:prstGeom>
            </p:spPr>
          </p:pic>
        </mc:Fallback>
      </mc:AlternateContent>
    </p:spTree>
    <p:extLst>
      <p:ext uri="{BB962C8B-B14F-4D97-AF65-F5344CB8AC3E}">
        <p14:creationId xmlns:p14="http://schemas.microsoft.com/office/powerpoint/2010/main" val="723040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Dijkstra’s Algorithm (2/8)</a:t>
            </a:r>
          </a:p>
        </p:txBody>
      </p:sp>
      <p:sp>
        <p:nvSpPr>
          <p:cNvPr id="9" name="TextBox 8">
            <a:extLst>
              <a:ext uri="{FF2B5EF4-FFF2-40B4-BE49-F238E27FC236}">
                <a16:creationId xmlns:a16="http://schemas.microsoft.com/office/drawing/2014/main" id="{E7A5B5C9-A27D-79D0-2A89-02B238BE9C0B}"/>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7" name="TextBox 6">
            <a:extLst>
              <a:ext uri="{FF2B5EF4-FFF2-40B4-BE49-F238E27FC236}">
                <a16:creationId xmlns:a16="http://schemas.microsoft.com/office/drawing/2014/main" id="{32719A18-4BE2-4E25-34C9-90BF039CFBB7}"/>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5" name="Group 4" descr="An illustration of the following weighted undirected graph:&#10;&#10;The vertices are: 0,1,2,3,4,5,6,7&#10;The edges are as follows:&#10;(10,1) w=10, (0,2) w=12, &#10;(1,4) w=8, (1,2) w=9, &#10;(2,3) w=3, (2,5) w=1, &#10;(3,4) w=7, (3,5) w=1, &#10;(4,6) w=5, (4,7) w=6, &#10;(5,6) w=7, &#10;(6,7) w=9, (6,8) w=11, &#10;(7,8) w=2&#10;&#10;At each step we will remove the node with the smallest priority from the priority queue. In this case, 0 is the only node in the priority queue, and so we remove 0. We mark 0 as done.&#10;&#10;The neighbors of 0 are 1 and 2. Because 0 had distance 0 from the source, and the edge (0,1) had weight 10, there is a path to node 1 with cost 0+10=10. Since 1 was not yet seen, we mark 1 as seen and then add it to the priority queue with priority 10.&#10;&#10;Because 0 had distance 0 from the source, and the edge (0,2) had weight 12, there is a path to node 2 with cost 0+12=12. Since 2 was not yet seen, we mark 2 as seen and then add it to the priority queue with priority 12.">
            <a:extLst>
              <a:ext uri="{FF2B5EF4-FFF2-40B4-BE49-F238E27FC236}">
                <a16:creationId xmlns:a16="http://schemas.microsoft.com/office/drawing/2014/main" id="{F6DCA0C1-7211-F734-939C-8289CDBE2E31}"/>
              </a:ext>
            </a:extLst>
          </p:cNvPr>
          <p:cNvGrpSpPr/>
          <p:nvPr/>
        </p:nvGrpSpPr>
        <p:grpSpPr>
          <a:xfrm>
            <a:off x="6094057" y="3183900"/>
            <a:ext cx="4830603" cy="2970614"/>
            <a:chOff x="6094057" y="3183900"/>
            <a:chExt cx="4830603" cy="2970614"/>
          </a:xfrm>
        </p:grpSpPr>
        <p:cxnSp>
          <p:nvCxnSpPr>
            <p:cNvPr id="45" name="Straight Connector 44"/>
            <p:cNvCxnSpPr>
              <a:stCxn id="111" idx="7"/>
              <a:endCxn id="112" idx="2"/>
            </p:cNvCxnSpPr>
            <p:nvPr/>
          </p:nvCxnSpPr>
          <p:spPr>
            <a:xfrm flipV="1">
              <a:off x="6610687" y="3637978"/>
              <a:ext cx="974896" cy="62859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7920754" y="3637978"/>
              <a:ext cx="986191" cy="342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6492186" y="4552659"/>
              <a:ext cx="560220" cy="68322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7289409" y="4717992"/>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7289409" y="5472883"/>
              <a:ext cx="894245" cy="36915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8291772" y="4717992"/>
              <a:ext cx="59468" cy="95646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8291772" y="3790691"/>
              <a:ext cx="664258" cy="690299"/>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8518825" y="5792955"/>
              <a:ext cx="1120694" cy="49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9074531" y="3839775"/>
              <a:ext cx="564988" cy="171617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9193032" y="3790691"/>
              <a:ext cx="596853" cy="32337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9758020" y="4232568"/>
              <a:ext cx="80950" cy="127430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10075972" y="4232568"/>
              <a:ext cx="562601" cy="440699"/>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9925606" y="4910269"/>
              <a:ext cx="712967" cy="7641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6825611" y="3584662"/>
              <a:ext cx="418704" cy="369332"/>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10305090" y="4174954"/>
              <a:ext cx="301686" cy="369332"/>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8868663" y="5785182"/>
              <a:ext cx="301686" cy="369332"/>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10273606" y="5354382"/>
              <a:ext cx="418704" cy="369332"/>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9756714" y="4499062"/>
              <a:ext cx="301686" cy="369332"/>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9014810" y="4412487"/>
              <a:ext cx="301686" cy="369332"/>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9317015" y="3652641"/>
              <a:ext cx="301686" cy="369332"/>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8321820" y="5120066"/>
              <a:ext cx="301686" cy="369332"/>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8325468" y="3965662"/>
              <a:ext cx="301686" cy="369332"/>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7663955" y="4909744"/>
              <a:ext cx="301686" cy="369332"/>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7556163" y="5680391"/>
              <a:ext cx="301686" cy="369332"/>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8173270" y="3367274"/>
              <a:ext cx="301686" cy="369332"/>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6492186" y="4826333"/>
              <a:ext cx="418704" cy="369332"/>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7170907" y="3805564"/>
              <a:ext cx="582261" cy="1381232"/>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7248131" y="4281652"/>
              <a:ext cx="301686" cy="369332"/>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6324600" y="4217488"/>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7585583" y="347039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7003322" y="518679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8005685" y="443190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8906945" y="350460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8183654" y="567445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9590435" y="550686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10589489" y="4624182"/>
              <a:ext cx="335171" cy="335171"/>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9789885" y="3946481"/>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7750522" y="417495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7750522" y="4174954"/>
                  <a:ext cx="43313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8690379" y="325891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8690379" y="3258914"/>
                  <a:ext cx="43313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936" y="54297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7908936" y="5429700"/>
                  <a:ext cx="43313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3" name="Freeform 128">
              <a:extLst>
                <a:ext uri="{FF2B5EF4-FFF2-40B4-BE49-F238E27FC236}">
                  <a16:creationId xmlns:a16="http://schemas.microsoft.com/office/drawing/2014/main" id="{55A2AC7A-2AFB-5043-31ED-CB388B10C1C8}"/>
                </a:ext>
              </a:extLst>
            </p:cNvPr>
            <p:cNvSpPr/>
            <p:nvPr/>
          </p:nvSpPr>
          <p:spPr>
            <a:xfrm>
              <a:off x="6094057" y="3839848"/>
              <a:ext cx="851338" cy="898634"/>
            </a:xfrm>
            <a:custGeom>
              <a:avLst/>
              <a:gdLst>
                <a:gd name="connsiteX0" fmla="*/ 78828 w 851338"/>
                <a:gd name="connsiteY0" fmla="*/ 31531 h 898634"/>
                <a:gd name="connsiteX1" fmla="*/ 0 w 851338"/>
                <a:gd name="connsiteY1" fmla="*/ 583324 h 898634"/>
                <a:gd name="connsiteX2" fmla="*/ 236483 w 851338"/>
                <a:gd name="connsiteY2" fmla="*/ 898634 h 898634"/>
                <a:gd name="connsiteX3" fmla="*/ 740980 w 851338"/>
                <a:gd name="connsiteY3" fmla="*/ 725214 h 898634"/>
                <a:gd name="connsiteX4" fmla="*/ 851338 w 851338"/>
                <a:gd name="connsiteY4" fmla="*/ 268014 h 898634"/>
                <a:gd name="connsiteX5" fmla="*/ 630621 w 851338"/>
                <a:gd name="connsiteY5" fmla="*/ 0 h 898634"/>
                <a:gd name="connsiteX6" fmla="*/ 78828 w 851338"/>
                <a:gd name="connsiteY6" fmla="*/ 31531 h 898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1338" h="898634">
                  <a:moveTo>
                    <a:pt x="78828" y="31531"/>
                  </a:moveTo>
                  <a:lnTo>
                    <a:pt x="0" y="583324"/>
                  </a:lnTo>
                  <a:lnTo>
                    <a:pt x="236483" y="898634"/>
                  </a:lnTo>
                  <a:lnTo>
                    <a:pt x="740980" y="725214"/>
                  </a:lnTo>
                  <a:lnTo>
                    <a:pt x="851338" y="268014"/>
                  </a:lnTo>
                  <a:lnTo>
                    <a:pt x="630621" y="0"/>
                  </a:lnTo>
                  <a:lnTo>
                    <a:pt x="78828" y="315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0424BB1C-8046-0D22-B564-AA46015EAE6C}"/>
                  </a:ext>
                </a:extLst>
              </p:cNvPr>
              <p:cNvGraphicFramePr>
                <a:graphicFrameLocks noGrp="1"/>
              </p:cNvGraphicFramePr>
              <p:nvPr>
                <p:extLst>
                  <p:ext uri="{D42A27DB-BD31-4B8C-83A1-F6EECF244321}">
                    <p14:modId xmlns:p14="http://schemas.microsoft.com/office/powerpoint/2010/main" val="396236554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10</a:t>
                          </a:r>
                        </a:p>
                      </a:txBody>
                      <a:tcPr>
                        <a:solidFill>
                          <a:schemeClr val="accent2">
                            <a:lumMod val="40000"/>
                            <a:lumOff val="60000"/>
                          </a:schemeClr>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chemeClr val="accent2">
                            <a:lumMod val="40000"/>
                            <a:lumOff val="60000"/>
                          </a:schemeClr>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11" name="Table 10">
                <a:extLst>
                  <a:ext uri="{FF2B5EF4-FFF2-40B4-BE49-F238E27FC236}">
                    <a16:creationId xmlns:a16="http://schemas.microsoft.com/office/drawing/2014/main" id="{0424BB1C-8046-0D22-B564-AA46015EAE6C}"/>
                  </a:ext>
                </a:extLst>
              </p:cNvPr>
              <p:cNvGraphicFramePr>
                <a:graphicFrameLocks noGrp="1"/>
              </p:cNvGraphicFramePr>
              <p:nvPr>
                <p:extLst>
                  <p:ext uri="{D42A27DB-BD31-4B8C-83A1-F6EECF244321}">
                    <p14:modId xmlns:p14="http://schemas.microsoft.com/office/powerpoint/2010/main" val="396236554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10</a:t>
                          </a:r>
                        </a:p>
                      </a:txBody>
                      <a:tcPr>
                        <a:solidFill>
                          <a:schemeClr val="accent2">
                            <a:lumMod val="40000"/>
                            <a:lumOff val="60000"/>
                          </a:schemeClr>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chemeClr val="accent2">
                            <a:lumMod val="40000"/>
                            <a:lumOff val="60000"/>
                          </a:schemeClr>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408197" r="-1869" b="-522951"/>
                          </a:stretch>
                        </a:blip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508197" r="-1869" b="-422951"/>
                          </a:stretch>
                        </a:blip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608197" r="-1869" b="-322951"/>
                          </a:stretch>
                        </a:blip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mc:AlternateContent xmlns:mc="http://schemas.openxmlformats.org/markup-compatibility/2006">
        <mc:Choice xmlns:p14="http://schemas.microsoft.com/office/powerpoint/2010/main" Requires="p14">
          <p:contentPart p14:bwMode="auto" r:id="rId11">
            <p14:nvContentPartPr>
              <p14:cNvPr id="4" name="Ink 3">
                <a:extLst>
                  <a:ext uri="{FF2B5EF4-FFF2-40B4-BE49-F238E27FC236}">
                    <a16:creationId xmlns:a16="http://schemas.microsoft.com/office/drawing/2014/main" id="{090F9C34-3AA5-3FE7-5EF6-393E4BBB8ACA}"/>
                  </a:ext>
                </a:extLst>
              </p14:cNvPr>
              <p14:cNvContentPartPr/>
              <p14:nvPr/>
            </p14:nvContentPartPr>
            <p14:xfrm>
              <a:off x="1357920" y="3076920"/>
              <a:ext cx="7792560" cy="2116080"/>
            </p14:xfrm>
          </p:contentPart>
        </mc:Choice>
        <mc:Fallback>
          <p:pic>
            <p:nvPicPr>
              <p:cNvPr id="4" name="Ink 3">
                <a:extLst>
                  <a:ext uri="{FF2B5EF4-FFF2-40B4-BE49-F238E27FC236}">
                    <a16:creationId xmlns:a16="http://schemas.microsoft.com/office/drawing/2014/main" id="{090F9C34-3AA5-3FE7-5EF6-393E4BBB8ACA}"/>
                  </a:ext>
                </a:extLst>
              </p:cNvPr>
              <p:cNvPicPr/>
              <p:nvPr/>
            </p:nvPicPr>
            <p:blipFill>
              <a:blip r:embed="rId12"/>
              <a:stretch>
                <a:fillRect/>
              </a:stretch>
            </p:blipFill>
            <p:spPr>
              <a:xfrm>
                <a:off x="1348560" y="3067560"/>
                <a:ext cx="7811280" cy="2134800"/>
              </a:xfrm>
              <a:prstGeom prst="rect">
                <a:avLst/>
              </a:prstGeom>
            </p:spPr>
          </p:pic>
        </mc:Fallback>
      </mc:AlternateContent>
    </p:spTree>
    <p:extLst>
      <p:ext uri="{BB962C8B-B14F-4D97-AF65-F5344CB8AC3E}">
        <p14:creationId xmlns:p14="http://schemas.microsoft.com/office/powerpoint/2010/main" val="950633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Dijkstra’s Algorithm (3/8)</a:t>
            </a:r>
          </a:p>
        </p:txBody>
      </p:sp>
      <p:sp>
        <p:nvSpPr>
          <p:cNvPr id="9" name="TextBox 8">
            <a:extLst>
              <a:ext uri="{FF2B5EF4-FFF2-40B4-BE49-F238E27FC236}">
                <a16:creationId xmlns:a16="http://schemas.microsoft.com/office/drawing/2014/main" id="{4602EFD5-44CF-8D2A-1EDE-EDDE2D634DD8}"/>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5" name="TextBox 4">
            <a:extLst>
              <a:ext uri="{FF2B5EF4-FFF2-40B4-BE49-F238E27FC236}">
                <a16:creationId xmlns:a16="http://schemas.microsoft.com/office/drawing/2014/main" id="{206CBF64-E216-A0AB-6859-997EAFD84173}"/>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3" name="Group 2" descr="An illustration of the following weighted undirected graph:&#10;&#10;The vertices are: 0,1,2,3,4,5,6,7&#10;The edges are as follows:&#10;(10,1) w=10, (0,2) w=12, &#10;(1,4) w=8, (1,2) w=9, &#10;(2,3) w=3, (2,5) w=1, &#10;(3,4) w=7, (3,5) w=1, &#10;(4,6) w=5, (4,7) w=6, &#10;(5,6) w=7, &#10;(6,7) w=9, (6,8) w=11, &#10;(7,8) w=2&#10;&#10;Next we remove node 1 from the priority queue, which has distance 10. We mark 1 as done.&#10;&#10;The undone neighbors of 1 are 2 and 4. Because 1 had distance 10 from the source, and the edge (0,2) had weight 9, there is a path to node 2 with cost 10+9=19. 1 was already seen and has distance 12. Since 12&lt;19, we make no updates to node 2.&#10;&#10;The edge (1,4) had weight 8, so there is a path to node 4 with cost 10+8=18. Since 4 was not yet seen, we mark 4 as seen and then add it to the priority queue with priority 18.">
            <a:extLst>
              <a:ext uri="{FF2B5EF4-FFF2-40B4-BE49-F238E27FC236}">
                <a16:creationId xmlns:a16="http://schemas.microsoft.com/office/drawing/2014/main" id="{160E901C-2B3B-1F97-56B5-6B556EA6FF88}"/>
              </a:ext>
            </a:extLst>
          </p:cNvPr>
          <p:cNvGrpSpPr/>
          <p:nvPr/>
        </p:nvGrpSpPr>
        <p:grpSpPr>
          <a:xfrm>
            <a:off x="6020278" y="2990600"/>
            <a:ext cx="4904382" cy="3163914"/>
            <a:chOff x="6020278" y="2990600"/>
            <a:chExt cx="4904382" cy="3163914"/>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7750522" y="417495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7750522" y="4174954"/>
                  <a:ext cx="43313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936" y="54297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7908936" y="5429700"/>
                  <a:ext cx="43313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6" name="Freeform 52">
              <a:extLst>
                <a:ext uri="{FF2B5EF4-FFF2-40B4-BE49-F238E27FC236}">
                  <a16:creationId xmlns:a16="http://schemas.microsoft.com/office/drawing/2014/main" id="{6A915CC6-41C2-5EEB-A078-FB9410429D29}"/>
                </a:ext>
              </a:extLst>
            </p:cNvPr>
            <p:cNvSpPr/>
            <p:nvPr/>
          </p:nvSpPr>
          <p:spPr>
            <a:xfrm>
              <a:off x="6020278" y="2990600"/>
              <a:ext cx="2112579" cy="1813034"/>
            </a:xfrm>
            <a:custGeom>
              <a:avLst/>
              <a:gdLst>
                <a:gd name="connsiteX0" fmla="*/ 0 w 2112579"/>
                <a:gd name="connsiteY0" fmla="*/ 1103586 h 1813034"/>
                <a:gd name="connsiteX1" fmla="*/ 47297 w 2112579"/>
                <a:gd name="connsiteY1" fmla="*/ 1592317 h 1813034"/>
                <a:gd name="connsiteX2" fmla="*/ 362607 w 2112579"/>
                <a:gd name="connsiteY2" fmla="*/ 1813034 h 1813034"/>
                <a:gd name="connsiteX3" fmla="*/ 1213945 w 2112579"/>
                <a:gd name="connsiteY3" fmla="*/ 1292772 h 1813034"/>
                <a:gd name="connsiteX4" fmla="*/ 1986455 w 2112579"/>
                <a:gd name="connsiteY4" fmla="*/ 914400 h 1813034"/>
                <a:gd name="connsiteX5" fmla="*/ 2112579 w 2112579"/>
                <a:gd name="connsiteY5" fmla="*/ 488731 h 1813034"/>
                <a:gd name="connsiteX6" fmla="*/ 2017986 w 2112579"/>
                <a:gd name="connsiteY6" fmla="*/ 0 h 1813034"/>
                <a:gd name="connsiteX7" fmla="*/ 1608083 w 2112579"/>
                <a:gd name="connsiteY7" fmla="*/ 173420 h 1813034"/>
                <a:gd name="connsiteX8" fmla="*/ 0 w 2112579"/>
                <a:gd name="connsiteY8" fmla="*/ 1103586 h 181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579" h="1813034">
                  <a:moveTo>
                    <a:pt x="0" y="1103586"/>
                  </a:moveTo>
                  <a:lnTo>
                    <a:pt x="47297" y="1592317"/>
                  </a:lnTo>
                  <a:lnTo>
                    <a:pt x="362607" y="1813034"/>
                  </a:lnTo>
                  <a:lnTo>
                    <a:pt x="1213945" y="1292772"/>
                  </a:lnTo>
                  <a:lnTo>
                    <a:pt x="1986455" y="914400"/>
                  </a:lnTo>
                  <a:lnTo>
                    <a:pt x="2112579" y="488731"/>
                  </a:lnTo>
                  <a:lnTo>
                    <a:pt x="2017986" y="0"/>
                  </a:lnTo>
                  <a:lnTo>
                    <a:pt x="1608083" y="173420"/>
                  </a:lnTo>
                  <a:lnTo>
                    <a:pt x="0" y="1103586"/>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95890E5F-24D2-501C-FA48-3F449C17DCD5}"/>
                  </a:ext>
                </a:extLst>
              </p:cNvPr>
              <p:cNvGraphicFramePr>
                <a:graphicFrameLocks noGrp="1"/>
              </p:cNvGraphicFramePr>
              <p:nvPr>
                <p:extLst>
                  <p:ext uri="{D42A27DB-BD31-4B8C-83A1-F6EECF244321}">
                    <p14:modId xmlns:p14="http://schemas.microsoft.com/office/powerpoint/2010/main" val="333625603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95890E5F-24D2-501C-FA48-3F449C17DCD5}"/>
                  </a:ext>
                </a:extLst>
              </p:cNvPr>
              <p:cNvGraphicFramePr>
                <a:graphicFrameLocks noGrp="1"/>
              </p:cNvGraphicFramePr>
              <p:nvPr>
                <p:extLst>
                  <p:ext uri="{D42A27DB-BD31-4B8C-83A1-F6EECF244321}">
                    <p14:modId xmlns:p14="http://schemas.microsoft.com/office/powerpoint/2010/main" val="333625603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408197" r="-1869" b="-522951"/>
                          </a:stretch>
                        </a:blip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608197" r="-1869" b="-322951"/>
                          </a:stretch>
                        </a:blip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mc:AlternateContent xmlns:mc="http://schemas.openxmlformats.org/markup-compatibility/2006">
        <mc:Choice xmlns:p14="http://schemas.microsoft.com/office/powerpoint/2010/main" Requires="p14">
          <p:contentPart p14:bwMode="auto" r:id="rId11">
            <p14:nvContentPartPr>
              <p14:cNvPr id="4" name="Ink 3">
                <a:extLst>
                  <a:ext uri="{FF2B5EF4-FFF2-40B4-BE49-F238E27FC236}">
                    <a16:creationId xmlns:a16="http://schemas.microsoft.com/office/drawing/2014/main" id="{26ED43A6-127F-1464-7FDF-559AD4D48D62}"/>
                  </a:ext>
                </a:extLst>
              </p14:cNvPr>
              <p14:cNvContentPartPr/>
              <p14:nvPr/>
            </p14:nvContentPartPr>
            <p14:xfrm>
              <a:off x="1431720" y="3612600"/>
              <a:ext cx="7107480" cy="2480400"/>
            </p14:xfrm>
          </p:contentPart>
        </mc:Choice>
        <mc:Fallback>
          <p:pic>
            <p:nvPicPr>
              <p:cNvPr id="4" name="Ink 3">
                <a:extLst>
                  <a:ext uri="{FF2B5EF4-FFF2-40B4-BE49-F238E27FC236}">
                    <a16:creationId xmlns:a16="http://schemas.microsoft.com/office/drawing/2014/main" id="{26ED43A6-127F-1464-7FDF-559AD4D48D62}"/>
                  </a:ext>
                </a:extLst>
              </p:cNvPr>
              <p:cNvPicPr/>
              <p:nvPr/>
            </p:nvPicPr>
            <p:blipFill>
              <a:blip r:embed="rId12"/>
              <a:stretch>
                <a:fillRect/>
              </a:stretch>
            </p:blipFill>
            <p:spPr>
              <a:xfrm>
                <a:off x="1422360" y="3603240"/>
                <a:ext cx="7126200" cy="2499120"/>
              </a:xfrm>
              <a:prstGeom prst="rect">
                <a:avLst/>
              </a:prstGeom>
            </p:spPr>
          </p:pic>
        </mc:Fallback>
      </mc:AlternateContent>
    </p:spTree>
    <p:extLst>
      <p:ext uri="{BB962C8B-B14F-4D97-AF65-F5344CB8AC3E}">
        <p14:creationId xmlns:p14="http://schemas.microsoft.com/office/powerpoint/2010/main" val="2439610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Dijkstra’s Algorithm (4/8)</a:t>
            </a:r>
          </a:p>
        </p:txBody>
      </p:sp>
      <p:sp>
        <p:nvSpPr>
          <p:cNvPr id="9" name="TextBox 8">
            <a:extLst>
              <a:ext uri="{FF2B5EF4-FFF2-40B4-BE49-F238E27FC236}">
                <a16:creationId xmlns:a16="http://schemas.microsoft.com/office/drawing/2014/main" id="{6C4B4080-E8DA-8856-7748-55E5B8632E46}"/>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5" name="TextBox 4">
            <a:extLst>
              <a:ext uri="{FF2B5EF4-FFF2-40B4-BE49-F238E27FC236}">
                <a16:creationId xmlns:a16="http://schemas.microsoft.com/office/drawing/2014/main" id="{12DBE2B8-E53A-E358-ABA8-46992D45A65B}"/>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6" name="Group 5" descr="An illustration of the following weighted undirected graph:&#10;&#10;The vertices are: 0,1,2,3,4,5,6,7&#10;The edges are as follows:&#10;(10,1) w=10, (0,2) w=12, &#10;(1,4) w=8, (1,2) w=9, &#10;(2,3) w=3, (2,5) w=1, &#10;(3,4) w=7, (3,5) w=1, &#10;(4,6) w=5, (4,7) w=6, &#10;(5,6) w=7, &#10;(6,7) w=9, (6,8) w=11, &#10;(7,8) w=2&#10;&#10;Next we remove node 2 from the priority queue, which has distance 12. We mark 2 as done.&#10;&#10;The undone neighbors of 2 are 3 and 5. Because 2 had distance 12 from the source, and the edge (2,3) had weight 3, there is a path to node 3 with cost 12+3=15. 3 was noy yet seen so we mark node 3 as seen and add it to the priority queue with priority 15.&#10;&#10;The edge (2,5) had weight 1, so there is a path to node 5 with cost 12+1=13. Since 5 was not yet seen, we mark 5 as seen and then add it to the priority queue with priority 13.">
            <a:extLst>
              <a:ext uri="{FF2B5EF4-FFF2-40B4-BE49-F238E27FC236}">
                <a16:creationId xmlns:a16="http://schemas.microsoft.com/office/drawing/2014/main" id="{0FE565FD-4535-EAD3-B0BA-E54CDDE2454D}"/>
              </a:ext>
            </a:extLst>
          </p:cNvPr>
          <p:cNvGrpSpPr/>
          <p:nvPr/>
        </p:nvGrpSpPr>
        <p:grpSpPr>
          <a:xfrm>
            <a:off x="6241676" y="3048735"/>
            <a:ext cx="4682984" cy="3105779"/>
            <a:chOff x="6241676" y="3048735"/>
            <a:chExt cx="4682984" cy="3105779"/>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15</m:t>
                        </m:r>
                      </m:oMath>
                    </m:oMathPara>
                  </a14:m>
                  <a:endParaRPr lang="en-US" dirty="0">
                    <a:solidFill>
                      <a:srgbClr val="FF9933"/>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3" name="Freeform 2">
              <a:extLst>
                <a:ext uri="{FF2B5EF4-FFF2-40B4-BE49-F238E27FC236}">
                  <a16:creationId xmlns:a16="http://schemas.microsoft.com/office/drawing/2014/main" id="{5B00DD77-22D2-DAD9-DEC4-DAA06750910C}"/>
                </a:ext>
              </a:extLst>
            </p:cNvPr>
            <p:cNvSpPr/>
            <p:nvPr/>
          </p:nvSpPr>
          <p:spPr>
            <a:xfrm>
              <a:off x="6241676" y="3048735"/>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FF70FB78-0FFB-26FB-9436-0A6AB0660764}"/>
                  </a:ext>
                </a:extLst>
              </p:cNvPr>
              <p:cNvGraphicFramePr>
                <a:graphicFrameLocks noGrp="1"/>
              </p:cNvGraphicFramePr>
              <p:nvPr>
                <p:extLst>
                  <p:ext uri="{D42A27DB-BD31-4B8C-83A1-F6EECF244321}">
                    <p14:modId xmlns:p14="http://schemas.microsoft.com/office/powerpoint/2010/main" val="1546791351"/>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15 </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13</a:t>
                          </a:r>
                        </a:p>
                      </a:txBody>
                      <a:tcPr>
                        <a:solidFill>
                          <a:schemeClr val="accent2">
                            <a:lumMod val="40000"/>
                            <a:lumOff val="60000"/>
                          </a:schemeClr>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FF70FB78-0FFB-26FB-9436-0A6AB0660764}"/>
                  </a:ext>
                </a:extLst>
              </p:cNvPr>
              <p:cNvGraphicFramePr>
                <a:graphicFrameLocks noGrp="1"/>
              </p:cNvGraphicFramePr>
              <p:nvPr>
                <p:extLst>
                  <p:ext uri="{D42A27DB-BD31-4B8C-83A1-F6EECF244321}">
                    <p14:modId xmlns:p14="http://schemas.microsoft.com/office/powerpoint/2010/main" val="1546791351"/>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15 </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13</a:t>
                          </a:r>
                        </a:p>
                      </a:txBody>
                      <a:tcPr>
                        <a:solidFill>
                          <a:schemeClr val="accent2">
                            <a:lumMod val="40000"/>
                            <a:lumOff val="60000"/>
                          </a:schemeClr>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mc:AlternateContent xmlns:mc="http://schemas.openxmlformats.org/markup-compatibility/2006">
        <mc:Choice xmlns:p14="http://schemas.microsoft.com/office/powerpoint/2010/main" Requires="p14">
          <p:contentPart p14:bwMode="auto" r:id="rId11">
            <p14:nvContentPartPr>
              <p14:cNvPr id="4" name="Ink 3">
                <a:extLst>
                  <a:ext uri="{FF2B5EF4-FFF2-40B4-BE49-F238E27FC236}">
                    <a16:creationId xmlns:a16="http://schemas.microsoft.com/office/drawing/2014/main" id="{CB978770-6BD6-131A-7CE8-DAB0F65293FA}"/>
                  </a:ext>
                </a:extLst>
              </p14:cNvPr>
              <p14:cNvContentPartPr/>
              <p14:nvPr/>
            </p14:nvContentPartPr>
            <p14:xfrm>
              <a:off x="1422720" y="3906720"/>
              <a:ext cx="8569800" cy="2232000"/>
            </p14:xfrm>
          </p:contentPart>
        </mc:Choice>
        <mc:Fallback>
          <p:pic>
            <p:nvPicPr>
              <p:cNvPr id="4" name="Ink 3">
                <a:extLst>
                  <a:ext uri="{FF2B5EF4-FFF2-40B4-BE49-F238E27FC236}">
                    <a16:creationId xmlns:a16="http://schemas.microsoft.com/office/drawing/2014/main" id="{CB978770-6BD6-131A-7CE8-DAB0F65293FA}"/>
                  </a:ext>
                </a:extLst>
              </p:cNvPr>
              <p:cNvPicPr/>
              <p:nvPr/>
            </p:nvPicPr>
            <p:blipFill>
              <a:blip r:embed="rId12"/>
              <a:stretch>
                <a:fillRect/>
              </a:stretch>
            </p:blipFill>
            <p:spPr>
              <a:xfrm>
                <a:off x="1413360" y="3897360"/>
                <a:ext cx="8588520" cy="2250720"/>
              </a:xfrm>
              <a:prstGeom prst="rect">
                <a:avLst/>
              </a:prstGeom>
            </p:spPr>
          </p:pic>
        </mc:Fallback>
      </mc:AlternateContent>
    </p:spTree>
    <p:extLst>
      <p:ext uri="{BB962C8B-B14F-4D97-AF65-F5344CB8AC3E}">
        <p14:creationId xmlns:p14="http://schemas.microsoft.com/office/powerpoint/2010/main" val="2064256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Dijkstra’s Algorithm (5/8)</a:t>
            </a:r>
          </a:p>
        </p:txBody>
      </p:sp>
      <p:sp>
        <p:nvSpPr>
          <p:cNvPr id="9" name="TextBox 8">
            <a:extLst>
              <a:ext uri="{FF2B5EF4-FFF2-40B4-BE49-F238E27FC236}">
                <a16:creationId xmlns:a16="http://schemas.microsoft.com/office/drawing/2014/main" id="{8302184F-0273-1F7D-5C77-7904ED610303}"/>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5" name="TextBox 4">
            <a:extLst>
              <a:ext uri="{FF2B5EF4-FFF2-40B4-BE49-F238E27FC236}">
                <a16:creationId xmlns:a16="http://schemas.microsoft.com/office/drawing/2014/main" id="{892D4281-E487-3029-6FBD-9869FB14E232}"/>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3" name="Group 2" descr="An illustration of the following weighted undirected graph:&#10;&#10;The vertices are: 0,1,2,3,4,5,6,7&#10;The edges are as follows:&#10;(10,1) w=10, (0,2) w=12, &#10;(1,4) w=8, (1,2) w=9, &#10;(2,3) w=3, (2,5) w=1, &#10;(3,4) w=7, (3,5) w=1, &#10;(4,6) w=5, (4,7) w=6, &#10;(5,6) w=7, &#10;(6,7) w=9, (6,8) w=11, &#10;(7,8) w=2&#10;&#10;Next we remove node 5 from the priority queue, which has distance 13. We mark 5 as done.&#10;&#10;The undone neighbors of 5 are 3 and 6. Because 3 had distance 13 from the source, and the edge (5,3) had weight 1, there is a path to node 3 with cost 13+1=14. Node 3 currently has distance 15, and so this is a better path. We update the distance for node 3 to be 14 and then update its priority in the priority queue to match.&#10;&#10;The edge (5,6) had weight 7, so there is a path to node 6 with cost 13+7=20. Since 6 was not yet seen, we mark 6 as seen and then add it to the priority queue with priority 20.">
            <a:extLst>
              <a:ext uri="{FF2B5EF4-FFF2-40B4-BE49-F238E27FC236}">
                <a16:creationId xmlns:a16="http://schemas.microsoft.com/office/drawing/2014/main" id="{EE05D2AF-A408-A1B9-6F76-4E26E74CC220}"/>
              </a:ext>
            </a:extLst>
          </p:cNvPr>
          <p:cNvGrpSpPr/>
          <p:nvPr/>
        </p:nvGrpSpPr>
        <p:grpSpPr>
          <a:xfrm>
            <a:off x="6138563" y="3080616"/>
            <a:ext cx="4786097" cy="3073898"/>
            <a:chOff x="6138563" y="3080616"/>
            <a:chExt cx="4786097" cy="3073898"/>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7517BE1A-803F-1EFD-BBF2-B7D8BD2FC2D3}"/>
                </a:ext>
              </a:extLst>
            </p:cNvPr>
            <p:cNvSpPr/>
            <p:nvPr/>
          </p:nvSpPr>
          <p:spPr>
            <a:xfrm>
              <a:off x="6138563" y="3080616"/>
              <a:ext cx="2632842"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2842" h="3026979">
                  <a:moveTo>
                    <a:pt x="0" y="1166648"/>
                  </a:moveTo>
                  <a:lnTo>
                    <a:pt x="141890" y="2017986"/>
                  </a:lnTo>
                  <a:lnTo>
                    <a:pt x="583324" y="2695904"/>
                  </a:lnTo>
                  <a:lnTo>
                    <a:pt x="1292773" y="2932386"/>
                  </a:lnTo>
                  <a:lnTo>
                    <a:pt x="2222938" y="3026979"/>
                  </a:lnTo>
                  <a:lnTo>
                    <a:pt x="2538249" y="2963917"/>
                  </a:lnTo>
                  <a:lnTo>
                    <a:pt x="2632842" y="2601311"/>
                  </a:lnTo>
                  <a:lnTo>
                    <a:pt x="1891862" y="1970690"/>
                  </a:lnTo>
                  <a:lnTo>
                    <a:pt x="1686911" y="1466193"/>
                  </a:lnTo>
                  <a:lnTo>
                    <a:pt x="1781504" y="993228"/>
                  </a:lnTo>
                  <a:lnTo>
                    <a:pt x="1954924" y="346842"/>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2BCAD973-D086-1800-8DB7-8BC64689BD1C}"/>
                  </a:ext>
                </a:extLst>
              </p:cNvPr>
              <p:cNvGraphicFramePr>
                <a:graphicFrameLocks noGrp="1"/>
              </p:cNvGraphicFramePr>
              <p:nvPr>
                <p:extLst>
                  <p:ext uri="{D42A27DB-BD31-4B8C-83A1-F6EECF244321}">
                    <p14:modId xmlns:p14="http://schemas.microsoft.com/office/powerpoint/2010/main" val="281781893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chemeClr val="accent2">
                            <a:lumMod val="40000"/>
                            <a:lumOff val="60000"/>
                          </a:schemeClr>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2BCAD973-D086-1800-8DB7-8BC64689BD1C}"/>
                  </a:ext>
                </a:extLst>
              </p:cNvPr>
              <p:cNvGraphicFramePr>
                <a:graphicFrameLocks noGrp="1"/>
              </p:cNvGraphicFramePr>
              <p:nvPr>
                <p:extLst>
                  <p:ext uri="{D42A27DB-BD31-4B8C-83A1-F6EECF244321}">
                    <p14:modId xmlns:p14="http://schemas.microsoft.com/office/powerpoint/2010/main" val="281781893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chemeClr val="accent2">
                            <a:lumMod val="40000"/>
                            <a:lumOff val="60000"/>
                          </a:schemeClr>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mc:AlternateContent xmlns:mc="http://schemas.openxmlformats.org/markup-compatibility/2006">
        <mc:Choice xmlns:p14="http://schemas.microsoft.com/office/powerpoint/2010/main" Requires="p14">
          <p:contentPart p14:bwMode="auto" r:id="rId11">
            <p14:nvContentPartPr>
              <p14:cNvPr id="4" name="Ink 3">
                <a:extLst>
                  <a:ext uri="{FF2B5EF4-FFF2-40B4-BE49-F238E27FC236}">
                    <a16:creationId xmlns:a16="http://schemas.microsoft.com/office/drawing/2014/main" id="{C0F724F9-36CC-B5DE-B008-3FAF9DFA38FD}"/>
                  </a:ext>
                </a:extLst>
              </p14:cNvPr>
              <p14:cNvContentPartPr/>
              <p14:nvPr/>
            </p14:nvContentPartPr>
            <p14:xfrm>
              <a:off x="8308080" y="3900600"/>
              <a:ext cx="504360" cy="438120"/>
            </p14:xfrm>
          </p:contentPart>
        </mc:Choice>
        <mc:Fallback>
          <p:pic>
            <p:nvPicPr>
              <p:cNvPr id="4" name="Ink 3">
                <a:extLst>
                  <a:ext uri="{FF2B5EF4-FFF2-40B4-BE49-F238E27FC236}">
                    <a16:creationId xmlns:a16="http://schemas.microsoft.com/office/drawing/2014/main" id="{C0F724F9-36CC-B5DE-B008-3FAF9DFA38FD}"/>
                  </a:ext>
                </a:extLst>
              </p:cNvPr>
              <p:cNvPicPr/>
              <p:nvPr/>
            </p:nvPicPr>
            <p:blipFill>
              <a:blip r:embed="rId12"/>
              <a:stretch>
                <a:fillRect/>
              </a:stretch>
            </p:blipFill>
            <p:spPr>
              <a:xfrm>
                <a:off x="8298720" y="3891240"/>
                <a:ext cx="523080" cy="456840"/>
              </a:xfrm>
              <a:prstGeom prst="rect">
                <a:avLst/>
              </a:prstGeom>
            </p:spPr>
          </p:pic>
        </mc:Fallback>
      </mc:AlternateContent>
    </p:spTree>
    <p:extLst>
      <p:ext uri="{BB962C8B-B14F-4D97-AF65-F5344CB8AC3E}">
        <p14:creationId xmlns:p14="http://schemas.microsoft.com/office/powerpoint/2010/main" val="2933239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A6AFC-5873-D3A3-441A-B84FA4CDA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ACE1A-7092-4A01-190A-A318C0072AF5}"/>
              </a:ext>
            </a:extLst>
          </p:cNvPr>
          <p:cNvSpPr>
            <a:spLocks noGrp="1"/>
          </p:cNvSpPr>
          <p:nvPr>
            <p:ph type="title"/>
          </p:nvPr>
        </p:nvSpPr>
        <p:spPr/>
        <p:txBody>
          <a:bodyPr>
            <a:normAutofit/>
          </a:bodyPr>
          <a:lstStyle/>
          <a:p>
            <a:r>
              <a:rPr lang="en-US" dirty="0"/>
              <a:t>Dijkstra’s Algorithm (6/8)</a:t>
            </a:r>
          </a:p>
        </p:txBody>
      </p:sp>
      <p:sp>
        <p:nvSpPr>
          <p:cNvPr id="9" name="TextBox 8">
            <a:extLst>
              <a:ext uri="{FF2B5EF4-FFF2-40B4-BE49-F238E27FC236}">
                <a16:creationId xmlns:a16="http://schemas.microsoft.com/office/drawing/2014/main" id="{D39EE158-F545-B223-0A0A-FDA3E5F8A020}"/>
              </a:ext>
            </a:extLst>
          </p:cNvPr>
          <p:cNvSpPr txBox="1"/>
          <p:nvPr/>
        </p:nvSpPr>
        <p:spPr>
          <a:xfrm>
            <a:off x="6553271" y="386968"/>
            <a:ext cx="4897289" cy="954107"/>
          </a:xfrm>
          <a:prstGeom prst="rect">
            <a:avLst/>
          </a:prstGeom>
          <a:noFill/>
          <a:ln>
            <a:solidFill>
              <a:srgbClr val="FF0000"/>
            </a:solidFill>
          </a:ln>
        </p:spPr>
        <p:txBody>
          <a:bodyPr wrap="square" rtlCol="0">
            <a:spAutoFit/>
          </a:bodyPr>
          <a:lstStyle/>
          <a:p>
            <a:r>
              <a:rPr lang="en-US" sz="2800" dirty="0">
                <a:solidFill>
                  <a:srgbClr val="FF0000"/>
                </a:solidFill>
              </a:rPr>
              <a:t>What if we had a negative-weight edge?</a:t>
            </a:r>
          </a:p>
        </p:txBody>
      </p:sp>
      <p:sp>
        <p:nvSpPr>
          <p:cNvPr id="7" name="TextBox 6">
            <a:extLst>
              <a:ext uri="{FF2B5EF4-FFF2-40B4-BE49-F238E27FC236}">
                <a16:creationId xmlns:a16="http://schemas.microsoft.com/office/drawing/2014/main" id="{7060D21E-EFA3-0243-25B3-40C794257A60}"/>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3" name="Group 2" descr="Now we consider the case where an edge weight is negative. Using the same graph as before with the same progress through Dijkstra's algorithm, we modify the graph so that edge (3,4) has weight -13.&#10;&#10;The vertices are: 0,1,2,3,4,5,6,7&#10;The edges are as follows:&#10;(10,1) w=10, (0,2) w=12, &#10;(1,4) w=8, (1,2) w=9, &#10;(2,3) w=3, (2,5) w=1, &#10;(3,4) w=-13, (3,5) w=1, &#10;(4,6) w=5, (4,7) w=6, &#10;(5,6) w=7, &#10;(6,7) w=9, (6,8) w=11, &#10;(7,8) w=2">
            <a:extLst>
              <a:ext uri="{FF2B5EF4-FFF2-40B4-BE49-F238E27FC236}">
                <a16:creationId xmlns:a16="http://schemas.microsoft.com/office/drawing/2014/main" id="{23F20B83-F6FD-C65B-7E5F-818FB8C33D62}"/>
              </a:ext>
            </a:extLst>
          </p:cNvPr>
          <p:cNvGrpSpPr/>
          <p:nvPr/>
        </p:nvGrpSpPr>
        <p:grpSpPr>
          <a:xfrm>
            <a:off x="6138563" y="3080616"/>
            <a:ext cx="4786097" cy="3073898"/>
            <a:chOff x="6138563" y="3080616"/>
            <a:chExt cx="4786097" cy="3073898"/>
          </a:xfrm>
        </p:grpSpPr>
        <p:grpSp>
          <p:nvGrpSpPr>
            <p:cNvPr id="44" name="Group 43">
              <a:extLst>
                <a:ext uri="{FF2B5EF4-FFF2-40B4-BE49-F238E27FC236}">
                  <a16:creationId xmlns:a16="http://schemas.microsoft.com/office/drawing/2014/main" id="{C1FB94FE-2F38-28CB-E7F1-2DE5A92C49F6}"/>
                </a:ext>
              </a:extLst>
            </p:cNvPr>
            <p:cNvGrpSpPr/>
            <p:nvPr/>
          </p:nvGrpSpPr>
          <p:grpSpPr>
            <a:xfrm>
              <a:off x="6324600" y="3367274"/>
              <a:ext cx="4600060" cy="2787240"/>
              <a:chOff x="0" y="2862182"/>
              <a:chExt cx="7044346" cy="4268266"/>
            </a:xfrm>
          </p:grpSpPr>
          <p:cxnSp>
            <p:nvCxnSpPr>
              <p:cNvPr id="45" name="Straight Connector 44">
                <a:extLst>
                  <a:ext uri="{FF2B5EF4-FFF2-40B4-BE49-F238E27FC236}">
                    <a16:creationId xmlns:a16="http://schemas.microsoft.com/office/drawing/2014/main" id="{44637CA6-9D23-0408-E63F-7A89F59067F7}"/>
                  </a:ext>
                </a:extLst>
              </p:cNvPr>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0B7E08D-9585-3027-42E2-2D42D47FC576}"/>
                  </a:ext>
                </a:extLst>
              </p:cNvPr>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2909710-2188-085A-4F49-1962DC04C4FD}"/>
                  </a:ext>
                </a:extLst>
              </p:cNvPr>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682C9EB-163A-0337-929F-53F0159D2B30}"/>
                  </a:ext>
                </a:extLst>
              </p:cNvPr>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3E028CD5-0FC8-551A-D4C4-3ADE1A09B0B6}"/>
                  </a:ext>
                </a:extLst>
              </p:cNvPr>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110AF31-EC2F-79C3-AA43-6028894DA710}"/>
                  </a:ext>
                </a:extLst>
              </p:cNvPr>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0A577C2B-70C6-D581-29D9-69E73A967E9C}"/>
                  </a:ext>
                </a:extLst>
              </p:cNvPr>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2323306-A007-327E-E179-AA681ED286ED}"/>
                  </a:ext>
                </a:extLst>
              </p:cNvPr>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9F8EB219-C9F5-2821-6BD9-FA8CEECBDED9}"/>
                  </a:ext>
                </a:extLst>
              </p:cNvPr>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129EEE4B-DBCD-7DB6-2B4E-96ECD49D01CD}"/>
                  </a:ext>
                </a:extLst>
              </p:cNvPr>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09821BB-510F-AB47-4D35-A7140F72084C}"/>
                  </a:ext>
                </a:extLst>
              </p:cNvPr>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B7BF877F-EEF1-6083-7835-0FB3C50D34B2}"/>
                  </a:ext>
                </a:extLst>
              </p:cNvPr>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F204007-C0CE-27B8-5AE4-8B3D361AF41B}"/>
                  </a:ext>
                </a:extLst>
              </p:cNvPr>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EB78AA5B-1BF8-672D-4C71-20DC3CBF05ED}"/>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92923259-3B79-4F09-37EB-BA17CCAD7FFF}"/>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E5C59115-6FC5-461F-9101-E50EBFC920A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a:extLst>
                  <a:ext uri="{FF2B5EF4-FFF2-40B4-BE49-F238E27FC236}">
                    <a16:creationId xmlns:a16="http://schemas.microsoft.com/office/drawing/2014/main" id="{2F5D377F-A954-7E43-869D-1D8BFA041FBD}"/>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57F5E381-B7AC-7D29-0F9D-5906269BFC8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EF4119A0-4CD2-A675-92C3-C718CC5D3FB9}"/>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D4F02C61-06F2-58C4-5FDA-AD754A217CA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a:extLst>
                  <a:ext uri="{FF2B5EF4-FFF2-40B4-BE49-F238E27FC236}">
                    <a16:creationId xmlns:a16="http://schemas.microsoft.com/office/drawing/2014/main" id="{3429E236-3362-E229-CF57-ABD3070D9795}"/>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6BD398B8-98C0-A542-A0F6-DB098BEC73D2}"/>
                      </a:ext>
                    </a:extLst>
                  </p:cNvPr>
                  <p:cNvSpPr txBox="1"/>
                  <p:nvPr/>
                </p:nvSpPr>
                <p:spPr>
                  <a:xfrm>
                    <a:off x="2588208" y="3621678"/>
                    <a:ext cx="1051134" cy="565580"/>
                  </a:xfrm>
                  <a:prstGeom prst="rect">
                    <a:avLst/>
                  </a:prstGeom>
                  <a:solidFill>
                    <a:srgbClr val="CC99FF">
                      <a:alpha val="50196"/>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7030A0"/>
                              </a:solidFill>
                              <a:latin typeface="Cambria Math" panose="02040503050406030204" pitchFamily="18" charset="0"/>
                            </a:rPr>
                            <m:t>−</m:t>
                          </m:r>
                          <m:r>
                            <a:rPr lang="en-US" b="1" i="1" dirty="0" smtClean="0">
                              <a:solidFill>
                                <a:srgbClr val="7030A0"/>
                              </a:solidFill>
                              <a:latin typeface="Cambria Math" panose="02040503050406030204" pitchFamily="18" charset="0"/>
                            </a:rPr>
                            <m:t>𝟏𝟑</m:t>
                          </m:r>
                        </m:oMath>
                      </m:oMathPara>
                    </a14:m>
                    <a:endParaRPr lang="en-US" b="1" dirty="0">
                      <a:solidFill>
                        <a:srgbClr val="7030A0"/>
                      </a:solidFill>
                    </a:endParaRPr>
                  </a:p>
                </p:txBody>
              </p:sp>
            </mc:Choice>
            <mc:Fallback xmlns="">
              <p:sp>
                <p:nvSpPr>
                  <p:cNvPr id="104" name="TextBox 103">
                    <a:extLst>
                      <a:ext uri="{FF2B5EF4-FFF2-40B4-BE49-F238E27FC236}">
                        <a16:creationId xmlns:a16="http://schemas.microsoft.com/office/drawing/2014/main" id="{6BD398B8-98C0-A542-A0F6-DB098BEC73D2}"/>
                      </a:ext>
                    </a:extLst>
                  </p:cNvPr>
                  <p:cNvSpPr txBox="1">
                    <a:spLocks noRot="1" noChangeAspect="1" noMove="1" noResize="1" noEditPoints="1" noAdjustHandles="1" noChangeArrowheads="1" noChangeShapeType="1" noTextEdit="1"/>
                  </p:cNvSpPr>
                  <p:nvPr/>
                </p:nvSpPr>
                <p:spPr>
                  <a:xfrm>
                    <a:off x="2588208" y="3621678"/>
                    <a:ext cx="1051134" cy="565580"/>
                  </a:xfrm>
                  <a:prstGeom prst="rect">
                    <a:avLst/>
                  </a:prstGeom>
                  <a:blipFill>
                    <a:blip r:embed="rId2"/>
                    <a:stretch>
                      <a:fillRect/>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9B86F4CA-B471-5347-1FD1-F14EB9A49AB2}"/>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366D62DB-977E-6682-C549-2DE3E9F233B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FC2378CF-3C66-1701-9FE3-71A99D25DB94}"/>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83CF884A-B4A4-787D-7840-BF67B8996FD3}"/>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41AC709D-EBF0-D3C0-01CF-0F969224CB5F}"/>
                  </a:ext>
                </a:extLst>
              </p:cNvPr>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7E0159F0-2CAC-3368-C343-0F860D748A89}"/>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D8A0971B-659F-657A-8CE6-30F31C427891}"/>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a:extLst>
                  <a:ext uri="{FF2B5EF4-FFF2-40B4-BE49-F238E27FC236}">
                    <a16:creationId xmlns:a16="http://schemas.microsoft.com/office/drawing/2014/main" id="{F360A053-ACB4-BB20-4DF5-DE21109106C9}"/>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a:extLst>
                  <a:ext uri="{FF2B5EF4-FFF2-40B4-BE49-F238E27FC236}">
                    <a16:creationId xmlns:a16="http://schemas.microsoft.com/office/drawing/2014/main" id="{6E9A6DF6-E506-573E-423C-A28250665507}"/>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a:extLst>
                  <a:ext uri="{FF2B5EF4-FFF2-40B4-BE49-F238E27FC236}">
                    <a16:creationId xmlns:a16="http://schemas.microsoft.com/office/drawing/2014/main" id="{547E38C5-DC2E-1A8E-54D5-95E4415F6854}"/>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a:extLst>
                  <a:ext uri="{FF2B5EF4-FFF2-40B4-BE49-F238E27FC236}">
                    <a16:creationId xmlns:a16="http://schemas.microsoft.com/office/drawing/2014/main" id="{067489D9-9168-4AEC-E48C-008463DAB085}"/>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a:extLst>
                  <a:ext uri="{FF2B5EF4-FFF2-40B4-BE49-F238E27FC236}">
                    <a16:creationId xmlns:a16="http://schemas.microsoft.com/office/drawing/2014/main" id="{067B5737-64C0-67D5-770E-E6369452B028}"/>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a:extLst>
                  <a:ext uri="{FF2B5EF4-FFF2-40B4-BE49-F238E27FC236}">
                    <a16:creationId xmlns:a16="http://schemas.microsoft.com/office/drawing/2014/main" id="{2CC70510-F166-C865-9371-56B833A1838C}"/>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a:extLst>
                  <a:ext uri="{FF2B5EF4-FFF2-40B4-BE49-F238E27FC236}">
                    <a16:creationId xmlns:a16="http://schemas.microsoft.com/office/drawing/2014/main" id="{C3B699F3-21CC-0820-F3A9-57AF501D82D4}"/>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a:extLst>
                  <a:ext uri="{FF2B5EF4-FFF2-40B4-BE49-F238E27FC236}">
                    <a16:creationId xmlns:a16="http://schemas.microsoft.com/office/drawing/2014/main" id="{8A6F7EB8-06D2-98D6-4782-090CBEED4D18}"/>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a:extLst>
                <a:ext uri="{FF2B5EF4-FFF2-40B4-BE49-F238E27FC236}">
                  <a16:creationId xmlns:a16="http://schemas.microsoft.com/office/drawing/2014/main" id="{88F9950D-EE5E-B9F6-7583-A26DC530A4CB}"/>
                </a:ext>
              </a:extLst>
            </p:cNvPr>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EE07EF5F-57C4-CDCA-1131-963924CF5FF6}"/>
                    </a:ext>
                  </a:extLst>
                </p:cNvPr>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a:extLst>
                    <a:ext uri="{FF2B5EF4-FFF2-40B4-BE49-F238E27FC236}">
                      <a16:creationId xmlns:a16="http://schemas.microsoft.com/office/drawing/2014/main" id="{EE07EF5F-57C4-CDCA-1131-963924CF5FF6}"/>
                    </a:ext>
                  </a:extLst>
                </p:cNvPr>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0638A173-F25F-AFEA-DCFB-BD031565058D}"/>
                    </a:ext>
                  </a:extLst>
                </p:cNvPr>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a:extLst>
                    <a:ext uri="{FF2B5EF4-FFF2-40B4-BE49-F238E27FC236}">
                      <a16:creationId xmlns:a16="http://schemas.microsoft.com/office/drawing/2014/main" id="{0638A173-F25F-AFEA-DCFB-BD031565058D}"/>
                    </a:ext>
                  </a:extLst>
                </p:cNvPr>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E95C86B2-B652-DD50-F8AB-D343CC766623}"/>
                    </a:ext>
                  </a:extLst>
                </p:cNvPr>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xmlns="">
            <p:sp>
              <p:nvSpPr>
                <p:cNvPr id="123" name="TextBox 122">
                  <a:extLst>
                    <a:ext uri="{FF2B5EF4-FFF2-40B4-BE49-F238E27FC236}">
                      <a16:creationId xmlns:a16="http://schemas.microsoft.com/office/drawing/2014/main" id="{E95C86B2-B652-DD50-F8AB-D343CC766623}"/>
                    </a:ext>
                  </a:extLst>
                </p:cNvPr>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45EC0C4F-F17A-2734-D6C4-6809B9110F5E}"/>
                    </a:ext>
                  </a:extLst>
                </p:cNvPr>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xmlns="">
            <p:sp>
              <p:nvSpPr>
                <p:cNvPr id="124" name="TextBox 123">
                  <a:extLst>
                    <a:ext uri="{FF2B5EF4-FFF2-40B4-BE49-F238E27FC236}">
                      <a16:creationId xmlns:a16="http://schemas.microsoft.com/office/drawing/2014/main" id="{45EC0C4F-F17A-2734-D6C4-6809B9110F5E}"/>
                    </a:ext>
                  </a:extLst>
                </p:cNvPr>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8D6C21A7-89A1-D414-6E0F-3E81FD3ADC00}"/>
                    </a:ext>
                  </a:extLst>
                </p:cNvPr>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25" name="TextBox 124">
                  <a:extLst>
                    <a:ext uri="{FF2B5EF4-FFF2-40B4-BE49-F238E27FC236}">
                      <a16:creationId xmlns:a16="http://schemas.microsoft.com/office/drawing/2014/main" id="{8D6C21A7-89A1-D414-6E0F-3E81FD3ADC00}"/>
                    </a:ext>
                  </a:extLst>
                </p:cNvPr>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2EADC276-080C-7449-2473-FE534E138D0B}"/>
                    </a:ext>
                  </a:extLst>
                </p:cNvPr>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xmlns="">
            <p:sp>
              <p:nvSpPr>
                <p:cNvPr id="126" name="TextBox 125">
                  <a:extLst>
                    <a:ext uri="{FF2B5EF4-FFF2-40B4-BE49-F238E27FC236}">
                      <a16:creationId xmlns:a16="http://schemas.microsoft.com/office/drawing/2014/main" id="{2EADC276-080C-7449-2473-FE534E138D0B}"/>
                    </a:ext>
                  </a:extLst>
                </p:cNvPr>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CF5EF38B-91A4-7E87-E7C8-FDFFD914DCC5}"/>
                    </a:ext>
                  </a:extLst>
                </p:cNvPr>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a:extLst>
                    <a:ext uri="{FF2B5EF4-FFF2-40B4-BE49-F238E27FC236}">
                      <a16:creationId xmlns:a16="http://schemas.microsoft.com/office/drawing/2014/main" id="{CF5EF38B-91A4-7E87-E7C8-FDFFD914DCC5}"/>
                    </a:ext>
                  </a:extLst>
                </p:cNvPr>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1C3CFCDF-2C1B-166E-B3D4-DA39BD7644EC}"/>
                    </a:ext>
                  </a:extLst>
                </p:cNvPr>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a:extLst>
                    <a:ext uri="{FF2B5EF4-FFF2-40B4-BE49-F238E27FC236}">
                      <a16:creationId xmlns:a16="http://schemas.microsoft.com/office/drawing/2014/main" id="{1C3CFCDF-2C1B-166E-B3D4-DA39BD7644EC}"/>
                    </a:ext>
                  </a:extLst>
                </p:cNvPr>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10"/>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10D3B2CC-705F-D70A-4A12-57B0642873DB}"/>
                </a:ext>
              </a:extLst>
            </p:cNvPr>
            <p:cNvSpPr/>
            <p:nvPr/>
          </p:nvSpPr>
          <p:spPr>
            <a:xfrm>
              <a:off x="6138563" y="3080616"/>
              <a:ext cx="2632842"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2842" h="3026979">
                  <a:moveTo>
                    <a:pt x="0" y="1166648"/>
                  </a:moveTo>
                  <a:lnTo>
                    <a:pt x="141890" y="2017986"/>
                  </a:lnTo>
                  <a:lnTo>
                    <a:pt x="583324" y="2695904"/>
                  </a:lnTo>
                  <a:lnTo>
                    <a:pt x="1292773" y="2932386"/>
                  </a:lnTo>
                  <a:lnTo>
                    <a:pt x="2222938" y="3026979"/>
                  </a:lnTo>
                  <a:lnTo>
                    <a:pt x="2538249" y="2963917"/>
                  </a:lnTo>
                  <a:lnTo>
                    <a:pt x="2632842" y="2601311"/>
                  </a:lnTo>
                  <a:lnTo>
                    <a:pt x="1891862" y="1970690"/>
                  </a:lnTo>
                  <a:lnTo>
                    <a:pt x="1686911" y="1466193"/>
                  </a:lnTo>
                  <a:lnTo>
                    <a:pt x="1781504" y="993228"/>
                  </a:lnTo>
                  <a:lnTo>
                    <a:pt x="1954924" y="346842"/>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a:extLst>
              <a:ext uri="{FF2B5EF4-FFF2-40B4-BE49-F238E27FC236}">
                <a16:creationId xmlns:a16="http://schemas.microsoft.com/office/drawing/2014/main" id="{41976749-9DD2-F593-3602-B0A37AB47DE8}"/>
              </a:ext>
            </a:extLst>
          </p:cNvPr>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C74D8259-7ADD-2549-8DD5-DC8207A7D4F6}"/>
                  </a:ext>
                </a:extLst>
              </p:cNvPr>
              <p:cNvGraphicFramePr>
                <a:graphicFrameLocks noGrp="1"/>
              </p:cNvGraphicFramePr>
              <p:nvPr>
                <p:extLst>
                  <p:ext uri="{D42A27DB-BD31-4B8C-83A1-F6EECF244321}">
                    <p14:modId xmlns:p14="http://schemas.microsoft.com/office/powerpoint/2010/main" val="25955023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8" name="Table 7">
                <a:extLst>
                  <a:ext uri="{FF2B5EF4-FFF2-40B4-BE49-F238E27FC236}">
                    <a16:creationId xmlns:a16="http://schemas.microsoft.com/office/drawing/2014/main" id="{C74D8259-7ADD-2549-8DD5-DC8207A7D4F6}"/>
                  </a:ext>
                </a:extLst>
              </p:cNvPr>
              <p:cNvGraphicFramePr>
                <a:graphicFrameLocks noGrp="1"/>
              </p:cNvGraphicFramePr>
              <p:nvPr>
                <p:extLst>
                  <p:ext uri="{D42A27DB-BD31-4B8C-83A1-F6EECF244321}">
                    <p14:modId xmlns:p14="http://schemas.microsoft.com/office/powerpoint/2010/main" val="25955023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mc:AlternateContent xmlns:mc="http://schemas.openxmlformats.org/markup-compatibility/2006">
        <mc:Choice xmlns:p14="http://schemas.microsoft.com/office/powerpoint/2010/main" Requires="p14">
          <p:contentPart p14:bwMode="auto" r:id="rId12">
            <p14:nvContentPartPr>
              <p14:cNvPr id="4" name="Ink 3">
                <a:extLst>
                  <a:ext uri="{FF2B5EF4-FFF2-40B4-BE49-F238E27FC236}">
                    <a16:creationId xmlns:a16="http://schemas.microsoft.com/office/drawing/2014/main" id="{B6193183-2B46-94BD-7EC0-AC3816B8271C}"/>
                  </a:ext>
                </a:extLst>
              </p14:cNvPr>
              <p14:cNvContentPartPr/>
              <p14:nvPr/>
            </p14:nvContentPartPr>
            <p14:xfrm>
              <a:off x="2169360" y="3227040"/>
              <a:ext cx="7380720" cy="1647360"/>
            </p14:xfrm>
          </p:contentPart>
        </mc:Choice>
        <mc:Fallback>
          <p:pic>
            <p:nvPicPr>
              <p:cNvPr id="4" name="Ink 3">
                <a:extLst>
                  <a:ext uri="{FF2B5EF4-FFF2-40B4-BE49-F238E27FC236}">
                    <a16:creationId xmlns:a16="http://schemas.microsoft.com/office/drawing/2014/main" id="{B6193183-2B46-94BD-7EC0-AC3816B8271C}"/>
                  </a:ext>
                </a:extLst>
              </p:cNvPr>
              <p:cNvPicPr/>
              <p:nvPr/>
            </p:nvPicPr>
            <p:blipFill>
              <a:blip r:embed="rId13"/>
              <a:stretch>
                <a:fillRect/>
              </a:stretch>
            </p:blipFill>
            <p:spPr>
              <a:xfrm>
                <a:off x="2160000" y="3217680"/>
                <a:ext cx="7399440" cy="1666080"/>
              </a:xfrm>
              <a:prstGeom prst="rect">
                <a:avLst/>
              </a:prstGeom>
            </p:spPr>
          </p:pic>
        </mc:Fallback>
      </mc:AlternateContent>
    </p:spTree>
    <p:extLst>
      <p:ext uri="{BB962C8B-B14F-4D97-AF65-F5344CB8AC3E}">
        <p14:creationId xmlns:p14="http://schemas.microsoft.com/office/powerpoint/2010/main" val="7528720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39BC1-3877-A0B9-2A79-2FBBAB9A42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D45D8-2042-D5FE-8BAD-13E7660F75A1}"/>
              </a:ext>
            </a:extLst>
          </p:cNvPr>
          <p:cNvSpPr>
            <a:spLocks noGrp="1"/>
          </p:cNvSpPr>
          <p:nvPr>
            <p:ph type="title"/>
          </p:nvPr>
        </p:nvSpPr>
        <p:spPr/>
        <p:txBody>
          <a:bodyPr>
            <a:normAutofit/>
          </a:bodyPr>
          <a:lstStyle/>
          <a:p>
            <a:r>
              <a:rPr lang="en-US" dirty="0"/>
              <a:t>Dijkstra’s Algorithm (7/8)</a:t>
            </a:r>
          </a:p>
        </p:txBody>
      </p:sp>
      <p:sp>
        <p:nvSpPr>
          <p:cNvPr id="43" name="TextBox 42">
            <a:extLst>
              <a:ext uri="{FF2B5EF4-FFF2-40B4-BE49-F238E27FC236}">
                <a16:creationId xmlns:a16="http://schemas.microsoft.com/office/drawing/2014/main" id="{03E64559-B6A4-1C68-6217-A70EE451AD38}"/>
              </a:ext>
            </a:extLst>
          </p:cNvPr>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p:grpSp>
        <p:nvGrpSpPr>
          <p:cNvPr id="3" name="Group 2" descr="The vertices are: 0,1,2,3,4,5,6,7&#10;The edges are as follows:&#10;(10,1) w=10, (0,2) w=12, &#10;(1,4) w=8, (1,2) w=9, &#10;(2,3) w=3, (2,5) w=1, &#10;(3,4) w=-13, (3,5) w=1, &#10;(4,6) w=5, (4,7) w=6, &#10;(5,6) w=7, &#10;(6,7) w=9, (6,8) w=11, &#10;(7,8) w=2&#10;&#10;Next we remove node 3 from the priority queue, which has distance 14. We mark 3 as done.&#10;&#10;The only undone neighbor of 3 is 4. Because 3 had distance 14 from the source, and the edge (3,4) had weight -13, there is a path to node 4 with cost 14-13=1. Node 4 currently has distance 18, and so this is a better path. We update the distance for node 4 to be 1 and then update its priority in the priority queue to match.">
            <a:extLst>
              <a:ext uri="{FF2B5EF4-FFF2-40B4-BE49-F238E27FC236}">
                <a16:creationId xmlns:a16="http://schemas.microsoft.com/office/drawing/2014/main" id="{F768C2B5-BAE6-7D5F-7184-70C57B7EFF11}"/>
              </a:ext>
            </a:extLst>
          </p:cNvPr>
          <p:cNvGrpSpPr/>
          <p:nvPr/>
        </p:nvGrpSpPr>
        <p:grpSpPr>
          <a:xfrm>
            <a:off x="6138563" y="3080616"/>
            <a:ext cx="4786097" cy="3073898"/>
            <a:chOff x="6138563" y="3080616"/>
            <a:chExt cx="4786097" cy="3073898"/>
          </a:xfrm>
        </p:grpSpPr>
        <p:grpSp>
          <p:nvGrpSpPr>
            <p:cNvPr id="44" name="Group 43">
              <a:extLst>
                <a:ext uri="{FF2B5EF4-FFF2-40B4-BE49-F238E27FC236}">
                  <a16:creationId xmlns:a16="http://schemas.microsoft.com/office/drawing/2014/main" id="{781FBA64-3EB3-0876-F334-4BFBF49B6367}"/>
                </a:ext>
              </a:extLst>
            </p:cNvPr>
            <p:cNvGrpSpPr/>
            <p:nvPr/>
          </p:nvGrpSpPr>
          <p:grpSpPr>
            <a:xfrm>
              <a:off x="6324600" y="3367274"/>
              <a:ext cx="4600060" cy="2787240"/>
              <a:chOff x="0" y="2862182"/>
              <a:chExt cx="7044346" cy="4268266"/>
            </a:xfrm>
          </p:grpSpPr>
          <p:cxnSp>
            <p:nvCxnSpPr>
              <p:cNvPr id="45" name="Straight Connector 44">
                <a:extLst>
                  <a:ext uri="{FF2B5EF4-FFF2-40B4-BE49-F238E27FC236}">
                    <a16:creationId xmlns:a16="http://schemas.microsoft.com/office/drawing/2014/main" id="{B4672FE4-78AF-DB1C-F7A9-8A5F46DBB931}"/>
                  </a:ext>
                </a:extLst>
              </p:cNvPr>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06A6613-E657-7438-A38B-C6DF39024A27}"/>
                  </a:ext>
                </a:extLst>
              </p:cNvPr>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F0D1EAE-AAE6-67F0-2866-E904DE21274A}"/>
                  </a:ext>
                </a:extLst>
              </p:cNvPr>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B692E36-1E3D-27DE-132C-011EFE2B63F9}"/>
                  </a:ext>
                </a:extLst>
              </p:cNvPr>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6B551F2-78D0-D5A1-5CD3-65AE42E48EE6}"/>
                  </a:ext>
                </a:extLst>
              </p:cNvPr>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CDE9EC2-24AA-81C8-4E81-BA0B5BFAC344}"/>
                  </a:ext>
                </a:extLst>
              </p:cNvPr>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7C6C01F-6597-C127-B9E6-AB2E2D20146F}"/>
                  </a:ext>
                </a:extLst>
              </p:cNvPr>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8082606-B23E-4EFD-57DD-C6E210C8214B}"/>
                  </a:ext>
                </a:extLst>
              </p:cNvPr>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5A55D0A-E794-D8F9-2E84-132F9B5BF41B}"/>
                  </a:ext>
                </a:extLst>
              </p:cNvPr>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F295BB2-5A7E-2105-3ABE-FFCED730BD5E}"/>
                  </a:ext>
                </a:extLst>
              </p:cNvPr>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306CC77-BE81-28AF-C162-C4F4284A4C00}"/>
                  </a:ext>
                </a:extLst>
              </p:cNvPr>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CFF37F0-ADCC-59B1-F1E9-739AC3E486CF}"/>
                  </a:ext>
                </a:extLst>
              </p:cNvPr>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4051FC9-4758-357F-58AF-8EE3CE423E65}"/>
                  </a:ext>
                </a:extLst>
              </p:cNvPr>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7D34BEFB-8C15-C30F-A76E-649DB2D8DC6A}"/>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B7D31C0F-FD50-C1BB-1E89-8B9B0C2C4322}"/>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30994771-3B36-8740-FB74-E11D4A408A60}"/>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a:extLst>
                  <a:ext uri="{FF2B5EF4-FFF2-40B4-BE49-F238E27FC236}">
                    <a16:creationId xmlns:a16="http://schemas.microsoft.com/office/drawing/2014/main" id="{5299972D-DB58-A031-8C3F-12C91149925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6E5B14B9-64DE-ED83-DB7E-152BED0F5A2F}"/>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CDB9BE47-9B1F-B7A5-60E2-22FD3C81040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75791E9C-411F-A8D3-B453-E0BE3F981DA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a:extLst>
                  <a:ext uri="{FF2B5EF4-FFF2-40B4-BE49-F238E27FC236}">
                    <a16:creationId xmlns:a16="http://schemas.microsoft.com/office/drawing/2014/main" id="{B95B4CB8-F371-0AB7-5E6F-3F34A318B68A}"/>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CF207F9-9F30-CF48-C56E-1FD59D44BB02}"/>
                      </a:ext>
                    </a:extLst>
                  </p:cNvPr>
                  <p:cNvSpPr txBox="1"/>
                  <p:nvPr/>
                </p:nvSpPr>
                <p:spPr>
                  <a:xfrm>
                    <a:off x="2589114" y="3638194"/>
                    <a:ext cx="1051134" cy="565580"/>
                  </a:xfrm>
                  <a:prstGeom prst="rect">
                    <a:avLst/>
                  </a:prstGeom>
                  <a:solidFill>
                    <a:srgbClr val="CC99FF">
                      <a:alpha val="50196"/>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7030A0"/>
                              </a:solidFill>
                              <a:latin typeface="Cambria Math" panose="02040503050406030204" pitchFamily="18" charset="0"/>
                            </a:rPr>
                            <m:t>−</m:t>
                          </m:r>
                          <m:r>
                            <a:rPr lang="en-US" b="1" i="1" dirty="0" smtClean="0">
                              <a:solidFill>
                                <a:srgbClr val="7030A0"/>
                              </a:solidFill>
                              <a:latin typeface="Cambria Math" panose="02040503050406030204" pitchFamily="18" charset="0"/>
                            </a:rPr>
                            <m:t>𝟏𝟑</m:t>
                          </m:r>
                        </m:oMath>
                      </m:oMathPara>
                    </a14:m>
                    <a:endParaRPr lang="en-US" b="1" dirty="0">
                      <a:solidFill>
                        <a:srgbClr val="7030A0"/>
                      </a:solidFill>
                    </a:endParaRPr>
                  </a:p>
                </p:txBody>
              </p:sp>
            </mc:Choice>
            <mc:Fallback xmlns="">
              <p:sp>
                <p:nvSpPr>
                  <p:cNvPr id="104" name="TextBox 103">
                    <a:extLst>
                      <a:ext uri="{FF2B5EF4-FFF2-40B4-BE49-F238E27FC236}">
                        <a16:creationId xmlns:a16="http://schemas.microsoft.com/office/drawing/2014/main" id="{ACF207F9-9F30-CF48-C56E-1FD59D44BB02}"/>
                      </a:ext>
                    </a:extLst>
                  </p:cNvPr>
                  <p:cNvSpPr txBox="1">
                    <a:spLocks noRot="1" noChangeAspect="1" noMove="1" noResize="1" noEditPoints="1" noAdjustHandles="1" noChangeArrowheads="1" noChangeShapeType="1" noTextEdit="1"/>
                  </p:cNvSpPr>
                  <p:nvPr/>
                </p:nvSpPr>
                <p:spPr>
                  <a:xfrm>
                    <a:off x="2589114" y="3638194"/>
                    <a:ext cx="1051134" cy="565580"/>
                  </a:xfrm>
                  <a:prstGeom prst="rect">
                    <a:avLst/>
                  </a:prstGeom>
                  <a:blipFill>
                    <a:blip r:embed="rId2"/>
                    <a:stretch>
                      <a:fillRect/>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38AB05C9-E46C-4BEC-DE8F-8B14522DD1AA}"/>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6E3F4BD9-B492-B6DF-CEBD-FFEDA3156331}"/>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718B3B82-4DFD-5FDC-F1CA-5BD612B2B35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CA96A5F4-A861-6B1A-F7D0-4E2CC681650E}"/>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06282D63-8981-A1BF-23F3-B38723AEFDF4}"/>
                  </a:ext>
                </a:extLst>
              </p:cNvPr>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A999FCA3-59F0-979F-F760-895862F0024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F8806EE8-2543-EBC4-3F19-3958E579A014}"/>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a:extLst>
                  <a:ext uri="{FF2B5EF4-FFF2-40B4-BE49-F238E27FC236}">
                    <a16:creationId xmlns:a16="http://schemas.microsoft.com/office/drawing/2014/main" id="{FEA77836-7E3A-BD3A-F07F-122AB1712472}"/>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a:extLst>
                  <a:ext uri="{FF2B5EF4-FFF2-40B4-BE49-F238E27FC236}">
                    <a16:creationId xmlns:a16="http://schemas.microsoft.com/office/drawing/2014/main" id="{9B259E3B-A45A-0153-F162-F6A7E7F85CCE}"/>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a:extLst>
                  <a:ext uri="{FF2B5EF4-FFF2-40B4-BE49-F238E27FC236}">
                    <a16:creationId xmlns:a16="http://schemas.microsoft.com/office/drawing/2014/main" id="{5A90185B-0DFC-D799-4CFC-724ADDE48AD8}"/>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a:extLst>
                  <a:ext uri="{FF2B5EF4-FFF2-40B4-BE49-F238E27FC236}">
                    <a16:creationId xmlns:a16="http://schemas.microsoft.com/office/drawing/2014/main" id="{5999F7A4-3F5E-626B-64ED-50F6A7D612CF}"/>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a:extLst>
                  <a:ext uri="{FF2B5EF4-FFF2-40B4-BE49-F238E27FC236}">
                    <a16:creationId xmlns:a16="http://schemas.microsoft.com/office/drawing/2014/main" id="{49B00AEF-091C-C2CD-F705-C0814DC81D94}"/>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a:extLst>
                  <a:ext uri="{FF2B5EF4-FFF2-40B4-BE49-F238E27FC236}">
                    <a16:creationId xmlns:a16="http://schemas.microsoft.com/office/drawing/2014/main" id="{004F5CDC-46B5-F52D-A93F-1AD7CF451D03}"/>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a:extLst>
                  <a:ext uri="{FF2B5EF4-FFF2-40B4-BE49-F238E27FC236}">
                    <a16:creationId xmlns:a16="http://schemas.microsoft.com/office/drawing/2014/main" id="{4E3F5497-C62C-8D94-E8A5-9D14D75459A3}"/>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a:extLst>
                  <a:ext uri="{FF2B5EF4-FFF2-40B4-BE49-F238E27FC236}">
                    <a16:creationId xmlns:a16="http://schemas.microsoft.com/office/drawing/2014/main" id="{0314616D-7046-798C-DA33-6EA291BBD504}"/>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a:extLst>
                <a:ext uri="{FF2B5EF4-FFF2-40B4-BE49-F238E27FC236}">
                  <a16:creationId xmlns:a16="http://schemas.microsoft.com/office/drawing/2014/main" id="{78FD2D8A-A0C4-11D9-979E-ACE0D8B0908B}"/>
                </a:ext>
              </a:extLst>
            </p:cNvPr>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4C496082-92F1-BFEA-B8E6-7367A215694D}"/>
                    </a:ext>
                  </a:extLst>
                </p:cNvPr>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a:extLst>
                    <a:ext uri="{FF2B5EF4-FFF2-40B4-BE49-F238E27FC236}">
                      <a16:creationId xmlns:a16="http://schemas.microsoft.com/office/drawing/2014/main" id="{4C496082-92F1-BFEA-B8E6-7367A215694D}"/>
                    </a:ext>
                  </a:extLst>
                </p:cNvPr>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92571741-AA7C-6BB9-353E-73FECCD4C0D1}"/>
                    </a:ext>
                  </a:extLst>
                </p:cNvPr>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a:extLst>
                    <a:ext uri="{FF2B5EF4-FFF2-40B4-BE49-F238E27FC236}">
                      <a16:creationId xmlns:a16="http://schemas.microsoft.com/office/drawing/2014/main" id="{92571741-AA7C-6BB9-353E-73FECCD4C0D1}"/>
                    </a:ext>
                  </a:extLst>
                </p:cNvPr>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50B5C3AB-7412-7483-0E48-1EB24EDE9C6B}"/>
                    </a:ext>
                  </a:extLst>
                </p:cNvPr>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xmlns="">
            <p:sp>
              <p:nvSpPr>
                <p:cNvPr id="123" name="TextBox 122">
                  <a:extLst>
                    <a:ext uri="{FF2B5EF4-FFF2-40B4-BE49-F238E27FC236}">
                      <a16:creationId xmlns:a16="http://schemas.microsoft.com/office/drawing/2014/main" id="{50B5C3AB-7412-7483-0E48-1EB24EDE9C6B}"/>
                    </a:ext>
                  </a:extLst>
                </p:cNvPr>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EAEACC80-3E1A-01C0-3EA2-FEC53818A9FC}"/>
                    </a:ext>
                  </a:extLst>
                </p:cNvPr>
                <p:cNvSpPr txBox="1"/>
                <p:nvPr/>
              </p:nvSpPr>
              <p:spPr>
                <a:xfrm>
                  <a:off x="8690379" y="3258914"/>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m:t>
                        </m:r>
                      </m:oMath>
                    </m:oMathPara>
                  </a14:m>
                  <a:endParaRPr lang="en-US" dirty="0">
                    <a:solidFill>
                      <a:srgbClr val="FF9933"/>
                    </a:solidFill>
                  </a:endParaRPr>
                </a:p>
              </p:txBody>
            </p:sp>
          </mc:Choice>
          <mc:Fallback xmlns="">
            <p:sp>
              <p:nvSpPr>
                <p:cNvPr id="124" name="TextBox 123">
                  <a:extLst>
                    <a:ext uri="{FF2B5EF4-FFF2-40B4-BE49-F238E27FC236}">
                      <a16:creationId xmlns:a16="http://schemas.microsoft.com/office/drawing/2014/main" id="{EAEACC80-3E1A-01C0-3EA2-FEC53818A9FC}"/>
                    </a:ext>
                  </a:extLst>
                </p:cNvPr>
                <p:cNvSpPr txBox="1">
                  <a:spLocks noRot="1" noChangeAspect="1" noMove="1" noResize="1" noEditPoints="1" noAdjustHandles="1" noChangeArrowheads="1" noChangeShapeType="1" noTextEdit="1"/>
                </p:cNvSpPr>
                <p:nvPr/>
              </p:nvSpPr>
              <p:spPr>
                <a:xfrm>
                  <a:off x="8690379" y="3258914"/>
                  <a:ext cx="36580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4751C839-8CBA-C81F-C4A4-64CA10F54AE5}"/>
                    </a:ext>
                  </a:extLst>
                </p:cNvPr>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25" name="TextBox 124">
                  <a:extLst>
                    <a:ext uri="{FF2B5EF4-FFF2-40B4-BE49-F238E27FC236}">
                      <a16:creationId xmlns:a16="http://schemas.microsoft.com/office/drawing/2014/main" id="{4751C839-8CBA-C81F-C4A4-64CA10F54AE5}"/>
                    </a:ext>
                  </a:extLst>
                </p:cNvPr>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A2D4AEF7-1358-E518-F02E-B190D32BEA98}"/>
                    </a:ext>
                  </a:extLst>
                </p:cNvPr>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xmlns="">
            <p:sp>
              <p:nvSpPr>
                <p:cNvPr id="126" name="TextBox 125">
                  <a:extLst>
                    <a:ext uri="{FF2B5EF4-FFF2-40B4-BE49-F238E27FC236}">
                      <a16:creationId xmlns:a16="http://schemas.microsoft.com/office/drawing/2014/main" id="{A2D4AEF7-1358-E518-F02E-B190D32BEA98}"/>
                    </a:ext>
                  </a:extLst>
                </p:cNvPr>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491D7C20-D5BF-4701-CAF2-67A0A6BFF8FD}"/>
                    </a:ext>
                  </a:extLst>
                </p:cNvPr>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a:extLst>
                    <a:ext uri="{FF2B5EF4-FFF2-40B4-BE49-F238E27FC236}">
                      <a16:creationId xmlns:a16="http://schemas.microsoft.com/office/drawing/2014/main" id="{491D7C20-D5BF-4701-CAF2-67A0A6BFF8FD}"/>
                    </a:ext>
                  </a:extLst>
                </p:cNvPr>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5877C157-BBAB-E0FE-7870-CC2F5E9FA266}"/>
                    </a:ext>
                  </a:extLst>
                </p:cNvPr>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a:extLst>
                    <a:ext uri="{FF2B5EF4-FFF2-40B4-BE49-F238E27FC236}">
                      <a16:creationId xmlns:a16="http://schemas.microsoft.com/office/drawing/2014/main" id="{5877C157-BBAB-E0FE-7870-CC2F5E9FA266}"/>
                    </a:ext>
                  </a:extLst>
                </p:cNvPr>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10"/>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14B28B9B-81DA-7A57-9030-1A13EFE12F97}"/>
                </a:ext>
              </a:extLst>
            </p:cNvPr>
            <p:cNvSpPr/>
            <p:nvPr/>
          </p:nvSpPr>
          <p:spPr>
            <a:xfrm>
              <a:off x="6138563" y="3080616"/>
              <a:ext cx="2632842"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2548567 w 2632842"/>
                <a:gd name="connsiteY7" fmla="*/ 1912501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2842" h="3026979">
                  <a:moveTo>
                    <a:pt x="0" y="1166648"/>
                  </a:moveTo>
                  <a:lnTo>
                    <a:pt x="141890" y="2017986"/>
                  </a:lnTo>
                  <a:lnTo>
                    <a:pt x="583324" y="2695904"/>
                  </a:lnTo>
                  <a:lnTo>
                    <a:pt x="1292773" y="2932386"/>
                  </a:lnTo>
                  <a:lnTo>
                    <a:pt x="2222938" y="3026979"/>
                  </a:lnTo>
                  <a:lnTo>
                    <a:pt x="2538249" y="2963917"/>
                  </a:lnTo>
                  <a:lnTo>
                    <a:pt x="2632842" y="2601311"/>
                  </a:lnTo>
                  <a:lnTo>
                    <a:pt x="2548567" y="1912501"/>
                  </a:lnTo>
                  <a:lnTo>
                    <a:pt x="2169050" y="1258375"/>
                  </a:lnTo>
                  <a:lnTo>
                    <a:pt x="2005948" y="951664"/>
                  </a:lnTo>
                  <a:lnTo>
                    <a:pt x="1954924" y="346842"/>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87B571E0-1815-BBA3-7175-C8E1140C402C}"/>
              </a:ext>
            </a:extLst>
          </p:cNvPr>
          <p:cNvSpPr txBox="1"/>
          <p:nvPr/>
        </p:nvSpPr>
        <p:spPr>
          <a:xfrm>
            <a:off x="6553271" y="386968"/>
            <a:ext cx="4897289" cy="954107"/>
          </a:xfrm>
          <a:prstGeom prst="rect">
            <a:avLst/>
          </a:prstGeom>
          <a:noFill/>
          <a:ln>
            <a:solidFill>
              <a:srgbClr val="FF0000"/>
            </a:solidFill>
          </a:ln>
        </p:spPr>
        <p:txBody>
          <a:bodyPr wrap="square" rtlCol="0">
            <a:spAutoFit/>
          </a:bodyPr>
          <a:lstStyle/>
          <a:p>
            <a:r>
              <a:rPr lang="en-US" sz="2800" dirty="0">
                <a:solidFill>
                  <a:srgbClr val="FF0000"/>
                </a:solidFill>
              </a:rPr>
              <a:t>What if we had a negative-weight edge?</a:t>
            </a:r>
          </a:p>
        </p:txBody>
      </p:sp>
      <p:sp>
        <p:nvSpPr>
          <p:cNvPr id="5" name="TextBox 4">
            <a:extLst>
              <a:ext uri="{FF2B5EF4-FFF2-40B4-BE49-F238E27FC236}">
                <a16:creationId xmlns:a16="http://schemas.microsoft.com/office/drawing/2014/main" id="{FBECC6F7-BBE2-B245-586F-4B010699B06D}"/>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192378B3-4855-B409-F5A5-1898352C7DA1}"/>
                  </a:ext>
                </a:extLst>
              </p:cNvPr>
              <p:cNvGraphicFramePr>
                <a:graphicFrameLocks noGrp="1"/>
              </p:cNvGraphicFramePr>
              <p:nvPr>
                <p:extLst>
                  <p:ext uri="{D42A27DB-BD31-4B8C-83A1-F6EECF244321}">
                    <p14:modId xmlns:p14="http://schemas.microsoft.com/office/powerpoint/2010/main" val="302106628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192378B3-4855-B409-F5A5-1898352C7DA1}"/>
                  </a:ext>
                </a:extLst>
              </p:cNvPr>
              <p:cNvGraphicFramePr>
                <a:graphicFrameLocks noGrp="1"/>
              </p:cNvGraphicFramePr>
              <p:nvPr>
                <p:extLst>
                  <p:ext uri="{D42A27DB-BD31-4B8C-83A1-F6EECF244321}">
                    <p14:modId xmlns:p14="http://schemas.microsoft.com/office/powerpoint/2010/main" val="302106628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mc:AlternateContent xmlns:mc="http://schemas.openxmlformats.org/markup-compatibility/2006">
        <mc:Choice xmlns:p14="http://schemas.microsoft.com/office/powerpoint/2010/main" Requires="p14">
          <p:contentPart p14:bwMode="auto" r:id="rId12">
            <p14:nvContentPartPr>
              <p14:cNvPr id="4" name="Ink 3">
                <a:extLst>
                  <a:ext uri="{FF2B5EF4-FFF2-40B4-BE49-F238E27FC236}">
                    <a16:creationId xmlns:a16="http://schemas.microsoft.com/office/drawing/2014/main" id="{ADD5E9E3-6D23-AECE-56DA-3F512DE7772F}"/>
                  </a:ext>
                </a:extLst>
              </p14:cNvPr>
              <p14:cNvContentPartPr/>
              <p14:nvPr/>
            </p14:nvContentPartPr>
            <p14:xfrm>
              <a:off x="2872800" y="1824840"/>
              <a:ext cx="6474240" cy="2118960"/>
            </p14:xfrm>
          </p:contentPart>
        </mc:Choice>
        <mc:Fallback>
          <p:pic>
            <p:nvPicPr>
              <p:cNvPr id="4" name="Ink 3">
                <a:extLst>
                  <a:ext uri="{FF2B5EF4-FFF2-40B4-BE49-F238E27FC236}">
                    <a16:creationId xmlns:a16="http://schemas.microsoft.com/office/drawing/2014/main" id="{ADD5E9E3-6D23-AECE-56DA-3F512DE7772F}"/>
                  </a:ext>
                </a:extLst>
              </p:cNvPr>
              <p:cNvPicPr/>
              <p:nvPr/>
            </p:nvPicPr>
            <p:blipFill>
              <a:blip r:embed="rId13"/>
              <a:stretch>
                <a:fillRect/>
              </a:stretch>
            </p:blipFill>
            <p:spPr>
              <a:xfrm>
                <a:off x="2863440" y="1815480"/>
                <a:ext cx="6492960" cy="2137680"/>
              </a:xfrm>
              <a:prstGeom prst="rect">
                <a:avLst/>
              </a:prstGeom>
            </p:spPr>
          </p:pic>
        </mc:Fallback>
      </mc:AlternateContent>
    </p:spTree>
    <p:extLst>
      <p:ext uri="{BB962C8B-B14F-4D97-AF65-F5344CB8AC3E}">
        <p14:creationId xmlns:p14="http://schemas.microsoft.com/office/powerpoint/2010/main" val="66581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7509B-A7A5-D37F-A6F1-E927CFA70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4872C-D798-FF74-E4E8-8A146166C18D}"/>
              </a:ext>
            </a:extLst>
          </p:cNvPr>
          <p:cNvSpPr>
            <a:spLocks noGrp="1"/>
          </p:cNvSpPr>
          <p:nvPr>
            <p:ph type="title"/>
          </p:nvPr>
        </p:nvSpPr>
        <p:spPr/>
        <p:txBody>
          <a:bodyPr>
            <a:normAutofit/>
          </a:bodyPr>
          <a:lstStyle/>
          <a:p>
            <a:r>
              <a:rPr lang="en-US" dirty="0"/>
              <a:t>Dijkstra’s Algorithm (8/8)</a:t>
            </a:r>
          </a:p>
        </p:txBody>
      </p:sp>
      <p:sp>
        <p:nvSpPr>
          <p:cNvPr id="9" name="TextBox 8">
            <a:extLst>
              <a:ext uri="{FF2B5EF4-FFF2-40B4-BE49-F238E27FC236}">
                <a16:creationId xmlns:a16="http://schemas.microsoft.com/office/drawing/2014/main" id="{22DB12FB-7A0D-DA40-4823-7D2ADEAF4538}"/>
              </a:ext>
            </a:extLst>
          </p:cNvPr>
          <p:cNvSpPr txBox="1"/>
          <p:nvPr/>
        </p:nvSpPr>
        <p:spPr>
          <a:xfrm>
            <a:off x="6553271" y="386968"/>
            <a:ext cx="4897289" cy="954107"/>
          </a:xfrm>
          <a:prstGeom prst="rect">
            <a:avLst/>
          </a:prstGeom>
          <a:noFill/>
          <a:ln>
            <a:solidFill>
              <a:srgbClr val="FF0000"/>
            </a:solidFill>
          </a:ln>
        </p:spPr>
        <p:txBody>
          <a:bodyPr wrap="square" rtlCol="0">
            <a:spAutoFit/>
          </a:bodyPr>
          <a:lstStyle/>
          <a:p>
            <a:r>
              <a:rPr lang="en-US" sz="2800" dirty="0">
                <a:solidFill>
                  <a:srgbClr val="FF0000"/>
                </a:solidFill>
              </a:rPr>
              <a:t>What if we had a negative-weight edge?</a:t>
            </a:r>
          </a:p>
        </p:txBody>
      </p:sp>
      <p:sp>
        <p:nvSpPr>
          <p:cNvPr id="5" name="TextBox 4">
            <a:extLst>
              <a:ext uri="{FF2B5EF4-FFF2-40B4-BE49-F238E27FC236}">
                <a16:creationId xmlns:a16="http://schemas.microsoft.com/office/drawing/2014/main" id="{D2C60D77-CDE9-9ED5-3B2A-DECB9CBE2D18}"/>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3" name="Group 2" descr="The vertices are: 0,1,2,3,4,5,6,7&#10;The edges are as follows:&#10;(10,1) w=10, (0,2) w=12, &#10;(1,4) w=8, (1,2) w=9, &#10;(2,3) w=3, (2,5) w=1, &#10;(3,4) w=-13, (3,5) w=1, &#10;(4,6) w=5, (4,7) w=6, &#10;(5,6) w=7, &#10;(6,7) w=9, (6,8) w=11, &#10;(7,8) w=2&#10;&#10;Next we remove node 4 from the priority queue, which has distance 1. We mark 4 as done.&#10;&#10;From here we can see that 4 is distance 1 from the source, and there is an edge from node 4 to node 1 with weight 8. Taking this edge would give a path of cost 9 to node 1. Since node 1 is currently marked as &quot;done&quot;, the algorithm never considers this path. When we marked 1 as done we found a path of cost 10 instead, meaning we did not get the correct shortest path to node 1.">
            <a:extLst>
              <a:ext uri="{FF2B5EF4-FFF2-40B4-BE49-F238E27FC236}">
                <a16:creationId xmlns:a16="http://schemas.microsoft.com/office/drawing/2014/main" id="{400F1266-F02F-FC78-DC63-AD597982C83B}"/>
              </a:ext>
            </a:extLst>
          </p:cNvPr>
          <p:cNvGrpSpPr/>
          <p:nvPr/>
        </p:nvGrpSpPr>
        <p:grpSpPr>
          <a:xfrm>
            <a:off x="4327672" y="3080616"/>
            <a:ext cx="6596988" cy="3073898"/>
            <a:chOff x="4327672" y="3080616"/>
            <a:chExt cx="6596988" cy="3073898"/>
          </a:xfrm>
        </p:grpSpPr>
        <p:grpSp>
          <p:nvGrpSpPr>
            <p:cNvPr id="44" name="Group 43">
              <a:extLst>
                <a:ext uri="{FF2B5EF4-FFF2-40B4-BE49-F238E27FC236}">
                  <a16:creationId xmlns:a16="http://schemas.microsoft.com/office/drawing/2014/main" id="{870862DA-97D7-B978-54EF-F2BAC55F241D}"/>
                </a:ext>
              </a:extLst>
            </p:cNvPr>
            <p:cNvGrpSpPr/>
            <p:nvPr/>
          </p:nvGrpSpPr>
          <p:grpSpPr>
            <a:xfrm>
              <a:off x="6324600" y="3367274"/>
              <a:ext cx="4600060" cy="2787240"/>
              <a:chOff x="0" y="2862182"/>
              <a:chExt cx="7044346" cy="4268266"/>
            </a:xfrm>
          </p:grpSpPr>
          <p:cxnSp>
            <p:nvCxnSpPr>
              <p:cNvPr id="45" name="Straight Connector 44">
                <a:extLst>
                  <a:ext uri="{FF2B5EF4-FFF2-40B4-BE49-F238E27FC236}">
                    <a16:creationId xmlns:a16="http://schemas.microsoft.com/office/drawing/2014/main" id="{6E917015-8D8D-8F91-BF40-A1A65432E2FB}"/>
                  </a:ext>
                </a:extLst>
              </p:cNvPr>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3A3D3F4-81C3-2232-B66F-B8DE46037D11}"/>
                  </a:ext>
                </a:extLst>
              </p:cNvPr>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BBE16A1-B173-D3E8-131E-5F971960929F}"/>
                  </a:ext>
                </a:extLst>
              </p:cNvPr>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53FD12E-05A7-AF69-90C2-2ED7783E8747}"/>
                  </a:ext>
                </a:extLst>
              </p:cNvPr>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AC6E316-696F-2C61-7AAB-BA7278884447}"/>
                  </a:ext>
                </a:extLst>
              </p:cNvPr>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38C248A8-1C65-3924-02CE-3BF3B55FD40A}"/>
                  </a:ext>
                </a:extLst>
              </p:cNvPr>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DEC080D-8FD0-269C-3273-F58E378C6A86}"/>
                  </a:ext>
                </a:extLst>
              </p:cNvPr>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33F71B2-9345-8C91-A471-F6D579A534D5}"/>
                  </a:ext>
                </a:extLst>
              </p:cNvPr>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8DACDC8-1A8F-506D-CA11-3BB6008C1583}"/>
                  </a:ext>
                </a:extLst>
              </p:cNvPr>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9A2466-CE09-EA01-7898-8E3256B03912}"/>
                  </a:ext>
                </a:extLst>
              </p:cNvPr>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5A12195-E72F-0E04-448C-7D99C114D921}"/>
                  </a:ext>
                </a:extLst>
              </p:cNvPr>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3F53516-C9C8-A96B-5DF4-874BB8B6751B}"/>
                  </a:ext>
                </a:extLst>
              </p:cNvPr>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715EB73-979F-60ED-2424-EF30D99EF4E7}"/>
                  </a:ext>
                </a:extLst>
              </p:cNvPr>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2AB35488-A2AC-496F-B95D-BBCEE5E5D718}"/>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6FB531B8-6B49-2D87-C1E4-95B18E7E629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468102F0-0143-1DCC-5881-9A85BF18B2A2}"/>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a:extLst>
                  <a:ext uri="{FF2B5EF4-FFF2-40B4-BE49-F238E27FC236}">
                    <a16:creationId xmlns:a16="http://schemas.microsoft.com/office/drawing/2014/main" id="{E3A40414-89DD-FE55-0520-6F0376F0D191}"/>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333DE062-BB64-7BF7-A559-3396143E57BE}"/>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B2A108CE-F05A-BFC1-D35C-37C0D98D8556}"/>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7ED40FB4-D34D-51D6-0E03-444625536F58}"/>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a:extLst>
                  <a:ext uri="{FF2B5EF4-FFF2-40B4-BE49-F238E27FC236}">
                    <a16:creationId xmlns:a16="http://schemas.microsoft.com/office/drawing/2014/main" id="{B1C4B7ED-8C69-403A-E98E-E2E564087A4B}"/>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F5293F6D-543D-0FD4-282D-7CD03EBCF6F4}"/>
                      </a:ext>
                    </a:extLst>
                  </p:cNvPr>
                  <p:cNvSpPr txBox="1"/>
                  <p:nvPr/>
                </p:nvSpPr>
                <p:spPr>
                  <a:xfrm>
                    <a:off x="2589114" y="3638194"/>
                    <a:ext cx="1051134" cy="565580"/>
                  </a:xfrm>
                  <a:prstGeom prst="rect">
                    <a:avLst/>
                  </a:prstGeom>
                  <a:solidFill>
                    <a:srgbClr val="CC99FF">
                      <a:alpha val="50196"/>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7030A0"/>
                              </a:solidFill>
                              <a:latin typeface="Cambria Math" panose="02040503050406030204" pitchFamily="18" charset="0"/>
                            </a:rPr>
                            <m:t>−</m:t>
                          </m:r>
                          <m:r>
                            <a:rPr lang="en-US" b="1" i="1" dirty="0" smtClean="0">
                              <a:solidFill>
                                <a:srgbClr val="7030A0"/>
                              </a:solidFill>
                              <a:latin typeface="Cambria Math" panose="02040503050406030204" pitchFamily="18" charset="0"/>
                            </a:rPr>
                            <m:t>𝟏𝟑</m:t>
                          </m:r>
                        </m:oMath>
                      </m:oMathPara>
                    </a14:m>
                    <a:endParaRPr lang="en-US" b="1" dirty="0">
                      <a:solidFill>
                        <a:srgbClr val="7030A0"/>
                      </a:solidFill>
                    </a:endParaRPr>
                  </a:p>
                </p:txBody>
              </p:sp>
            </mc:Choice>
            <mc:Fallback xmlns="">
              <p:sp>
                <p:nvSpPr>
                  <p:cNvPr id="104" name="TextBox 103">
                    <a:extLst>
                      <a:ext uri="{FF2B5EF4-FFF2-40B4-BE49-F238E27FC236}">
                        <a16:creationId xmlns:a16="http://schemas.microsoft.com/office/drawing/2014/main" id="{F5293F6D-543D-0FD4-282D-7CD03EBCF6F4}"/>
                      </a:ext>
                    </a:extLst>
                  </p:cNvPr>
                  <p:cNvSpPr txBox="1">
                    <a:spLocks noRot="1" noChangeAspect="1" noMove="1" noResize="1" noEditPoints="1" noAdjustHandles="1" noChangeArrowheads="1" noChangeShapeType="1" noTextEdit="1"/>
                  </p:cNvSpPr>
                  <p:nvPr/>
                </p:nvSpPr>
                <p:spPr>
                  <a:xfrm>
                    <a:off x="2589114" y="3638194"/>
                    <a:ext cx="1051134" cy="565580"/>
                  </a:xfrm>
                  <a:prstGeom prst="rect">
                    <a:avLst/>
                  </a:prstGeom>
                  <a:blipFill>
                    <a:blip r:embed="rId2"/>
                    <a:stretch>
                      <a:fillRect/>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B02AAE0F-BE54-0EE6-B71D-B96C5AC90568}"/>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A296F102-081C-4A60-050D-FE2294076E26}"/>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77ACEA55-63F5-2631-F830-4DE03F6C9BC4}"/>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1A171A41-B8DA-3B7E-3654-973469E6A8C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69B3696B-7BE3-20A3-A1CE-F00E2F93279D}"/>
                  </a:ext>
                </a:extLst>
              </p:cNvPr>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0E2D629F-099A-C1ED-F808-33434EFFFFE3}"/>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F8AA0175-14A8-1F94-CF31-A2A71801F5F4}"/>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a:extLst>
                  <a:ext uri="{FF2B5EF4-FFF2-40B4-BE49-F238E27FC236}">
                    <a16:creationId xmlns:a16="http://schemas.microsoft.com/office/drawing/2014/main" id="{B5922E9A-FED7-77C7-EB13-ED771DFCF9A3}"/>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a:extLst>
                  <a:ext uri="{FF2B5EF4-FFF2-40B4-BE49-F238E27FC236}">
                    <a16:creationId xmlns:a16="http://schemas.microsoft.com/office/drawing/2014/main" id="{64E08466-A355-4B4C-F235-7E75082440A3}"/>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a:extLst>
                  <a:ext uri="{FF2B5EF4-FFF2-40B4-BE49-F238E27FC236}">
                    <a16:creationId xmlns:a16="http://schemas.microsoft.com/office/drawing/2014/main" id="{2B6CC5A4-1A4C-B7DF-01A6-34B1B9893E92}"/>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a:extLst>
                  <a:ext uri="{FF2B5EF4-FFF2-40B4-BE49-F238E27FC236}">
                    <a16:creationId xmlns:a16="http://schemas.microsoft.com/office/drawing/2014/main" id="{E4B90B39-AE2B-250E-5725-E5E784ABB5B4}"/>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a:extLst>
                  <a:ext uri="{FF2B5EF4-FFF2-40B4-BE49-F238E27FC236}">
                    <a16:creationId xmlns:a16="http://schemas.microsoft.com/office/drawing/2014/main" id="{4F4D7F86-F159-61C3-75E3-8CED518B52D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a:extLst>
                  <a:ext uri="{FF2B5EF4-FFF2-40B4-BE49-F238E27FC236}">
                    <a16:creationId xmlns:a16="http://schemas.microsoft.com/office/drawing/2014/main" id="{06810E05-9FC7-7C1B-11DC-D60F92A4C897}"/>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a:extLst>
                  <a:ext uri="{FF2B5EF4-FFF2-40B4-BE49-F238E27FC236}">
                    <a16:creationId xmlns:a16="http://schemas.microsoft.com/office/drawing/2014/main" id="{ED028A64-C5C5-7105-75B0-FF5DC0E7166B}"/>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a:extLst>
                  <a:ext uri="{FF2B5EF4-FFF2-40B4-BE49-F238E27FC236}">
                    <a16:creationId xmlns:a16="http://schemas.microsoft.com/office/drawing/2014/main" id="{3648CC2D-E7C5-66F6-04D1-57F07FDAEAC9}"/>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a:extLst>
                <a:ext uri="{FF2B5EF4-FFF2-40B4-BE49-F238E27FC236}">
                  <a16:creationId xmlns:a16="http://schemas.microsoft.com/office/drawing/2014/main" id="{1F869D36-F53F-A383-2ED3-CD4E496F5382}"/>
                </a:ext>
              </a:extLst>
            </p:cNvPr>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5F01EBBA-7C2D-52CE-B4DA-6F3E7356AF8F}"/>
                    </a:ext>
                  </a:extLst>
                </p:cNvPr>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a:extLst>
                    <a:ext uri="{FF2B5EF4-FFF2-40B4-BE49-F238E27FC236}">
                      <a16:creationId xmlns:a16="http://schemas.microsoft.com/office/drawing/2014/main" id="{5F01EBBA-7C2D-52CE-B4DA-6F3E7356AF8F}"/>
                    </a:ext>
                  </a:extLst>
                </p:cNvPr>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A9A87128-7A7B-9024-2B6A-A948730D622A}"/>
                    </a:ext>
                  </a:extLst>
                </p:cNvPr>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a:extLst>
                    <a:ext uri="{FF2B5EF4-FFF2-40B4-BE49-F238E27FC236}">
                      <a16:creationId xmlns:a16="http://schemas.microsoft.com/office/drawing/2014/main" id="{A9A87128-7A7B-9024-2B6A-A948730D622A}"/>
                    </a:ext>
                  </a:extLst>
                </p:cNvPr>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98996895-9BC9-8B8B-E940-DA7856A79036}"/>
                    </a:ext>
                  </a:extLst>
                </p:cNvPr>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xmlns="">
            <p:sp>
              <p:nvSpPr>
                <p:cNvPr id="123" name="TextBox 122">
                  <a:extLst>
                    <a:ext uri="{FF2B5EF4-FFF2-40B4-BE49-F238E27FC236}">
                      <a16:creationId xmlns:a16="http://schemas.microsoft.com/office/drawing/2014/main" id="{98996895-9BC9-8B8B-E940-DA7856A79036}"/>
                    </a:ext>
                  </a:extLst>
                </p:cNvPr>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1D513E71-6F16-7993-4533-C2045B4DAFFF}"/>
                    </a:ext>
                  </a:extLst>
                </p:cNvPr>
                <p:cNvSpPr txBox="1"/>
                <p:nvPr/>
              </p:nvSpPr>
              <p:spPr>
                <a:xfrm>
                  <a:off x="8690379" y="3258914"/>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m:t>
                        </m:r>
                      </m:oMath>
                    </m:oMathPara>
                  </a14:m>
                  <a:endParaRPr lang="en-US" dirty="0">
                    <a:solidFill>
                      <a:srgbClr val="FF9933"/>
                    </a:solidFill>
                  </a:endParaRPr>
                </a:p>
              </p:txBody>
            </p:sp>
          </mc:Choice>
          <mc:Fallback xmlns="">
            <p:sp>
              <p:nvSpPr>
                <p:cNvPr id="124" name="TextBox 123">
                  <a:extLst>
                    <a:ext uri="{FF2B5EF4-FFF2-40B4-BE49-F238E27FC236}">
                      <a16:creationId xmlns:a16="http://schemas.microsoft.com/office/drawing/2014/main" id="{1D513E71-6F16-7993-4533-C2045B4DAFFF}"/>
                    </a:ext>
                  </a:extLst>
                </p:cNvPr>
                <p:cNvSpPr txBox="1">
                  <a:spLocks noRot="1" noChangeAspect="1" noMove="1" noResize="1" noEditPoints="1" noAdjustHandles="1" noChangeArrowheads="1" noChangeShapeType="1" noTextEdit="1"/>
                </p:cNvSpPr>
                <p:nvPr/>
              </p:nvSpPr>
              <p:spPr>
                <a:xfrm>
                  <a:off x="8690379" y="3258914"/>
                  <a:ext cx="36580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EF3C3BA9-66F2-E22F-ACC0-CF7C3F0F0E27}"/>
                    </a:ext>
                  </a:extLst>
                </p:cNvPr>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25" name="TextBox 124">
                  <a:extLst>
                    <a:ext uri="{FF2B5EF4-FFF2-40B4-BE49-F238E27FC236}">
                      <a16:creationId xmlns:a16="http://schemas.microsoft.com/office/drawing/2014/main" id="{EF3C3BA9-66F2-E22F-ACC0-CF7C3F0F0E27}"/>
                    </a:ext>
                  </a:extLst>
                </p:cNvPr>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3E2F4ED6-3FF5-4030-E8C8-F12D5F0A6CAA}"/>
                    </a:ext>
                  </a:extLst>
                </p:cNvPr>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xmlns="">
            <p:sp>
              <p:nvSpPr>
                <p:cNvPr id="126" name="TextBox 125">
                  <a:extLst>
                    <a:ext uri="{FF2B5EF4-FFF2-40B4-BE49-F238E27FC236}">
                      <a16:creationId xmlns:a16="http://schemas.microsoft.com/office/drawing/2014/main" id="{3E2F4ED6-3FF5-4030-E8C8-F12D5F0A6CAA}"/>
                    </a:ext>
                  </a:extLst>
                </p:cNvPr>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E3285C8C-5797-C641-017F-C0AA59451EE3}"/>
                    </a:ext>
                  </a:extLst>
                </p:cNvPr>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a:extLst>
                    <a:ext uri="{FF2B5EF4-FFF2-40B4-BE49-F238E27FC236}">
                      <a16:creationId xmlns:a16="http://schemas.microsoft.com/office/drawing/2014/main" id="{E3285C8C-5797-C641-017F-C0AA59451EE3}"/>
                    </a:ext>
                  </a:extLst>
                </p:cNvPr>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143AFC96-C2CB-1868-2951-A5A8000759A3}"/>
                    </a:ext>
                  </a:extLst>
                </p:cNvPr>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a:extLst>
                    <a:ext uri="{FF2B5EF4-FFF2-40B4-BE49-F238E27FC236}">
                      <a16:creationId xmlns:a16="http://schemas.microsoft.com/office/drawing/2014/main" id="{143AFC96-C2CB-1868-2951-A5A8000759A3}"/>
                    </a:ext>
                  </a:extLst>
                </p:cNvPr>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10"/>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58E5DFA0-C879-E971-1AF8-D52463E58797}"/>
                </a:ext>
              </a:extLst>
            </p:cNvPr>
            <p:cNvSpPr/>
            <p:nvPr/>
          </p:nvSpPr>
          <p:spPr>
            <a:xfrm>
              <a:off x="6138563" y="3080616"/>
              <a:ext cx="3212758"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2548567 w 2632842"/>
                <a:gd name="connsiteY7" fmla="*/ 1912501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548567 w 3332831"/>
                <a:gd name="csY7" fmla="*/ 1912501 h 3026979"/>
                <a:gd name="csX8" fmla="*/ 3332831 w 3332831"/>
                <a:gd name="csY8" fmla="*/ 602593 h 3026979"/>
                <a:gd name="csX9" fmla="*/ 2005948 w 3332831"/>
                <a:gd name="csY9" fmla="*/ 951664 h 3026979"/>
                <a:gd name="csX10" fmla="*/ 1954924 w 3332831"/>
                <a:gd name="csY10" fmla="*/ 346842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807185 w 3332831"/>
                <a:gd name="csY7" fmla="*/ 1930974 h 3026979"/>
                <a:gd name="csX8" fmla="*/ 3332831 w 3332831"/>
                <a:gd name="csY8" fmla="*/ 602593 h 3026979"/>
                <a:gd name="csX9" fmla="*/ 2005948 w 3332831"/>
                <a:gd name="csY9" fmla="*/ 951664 h 3026979"/>
                <a:gd name="csX10" fmla="*/ 1954924 w 3332831"/>
                <a:gd name="csY10" fmla="*/ 346842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807185 w 3332831"/>
                <a:gd name="csY7" fmla="*/ 1930974 h 3026979"/>
                <a:gd name="csX8" fmla="*/ 3332831 w 3332831"/>
                <a:gd name="csY8" fmla="*/ 602593 h 3026979"/>
                <a:gd name="csX9" fmla="*/ 2680203 w 3332831"/>
                <a:gd name="csY9" fmla="*/ 111155 h 3026979"/>
                <a:gd name="csX10" fmla="*/ 1954924 w 3332831"/>
                <a:gd name="csY10" fmla="*/ 346842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807185 w 3332831"/>
                <a:gd name="csY7" fmla="*/ 1930974 h 3026979"/>
                <a:gd name="csX8" fmla="*/ 3332831 w 3332831"/>
                <a:gd name="csY8" fmla="*/ 602593 h 3026979"/>
                <a:gd name="csX9" fmla="*/ 2680203 w 3332831"/>
                <a:gd name="csY9" fmla="*/ 111155 h 3026979"/>
                <a:gd name="csX10" fmla="*/ 2056524 w 3332831"/>
                <a:gd name="csY10" fmla="*/ 32806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212758"/>
                <a:gd name="csY0" fmla="*/ 1166648 h 3026979"/>
                <a:gd name="csX1" fmla="*/ 141890 w 3212758"/>
                <a:gd name="csY1" fmla="*/ 2017986 h 3026979"/>
                <a:gd name="csX2" fmla="*/ 583324 w 3212758"/>
                <a:gd name="csY2" fmla="*/ 2695904 h 3026979"/>
                <a:gd name="csX3" fmla="*/ 1292773 w 3212758"/>
                <a:gd name="csY3" fmla="*/ 2932386 h 3026979"/>
                <a:gd name="csX4" fmla="*/ 2222938 w 3212758"/>
                <a:gd name="csY4" fmla="*/ 3026979 h 3026979"/>
                <a:gd name="csX5" fmla="*/ 2538249 w 3212758"/>
                <a:gd name="csY5" fmla="*/ 2963917 h 3026979"/>
                <a:gd name="csX6" fmla="*/ 2632842 w 3212758"/>
                <a:gd name="csY6" fmla="*/ 2601311 h 3026979"/>
                <a:gd name="csX7" fmla="*/ 2807185 w 3212758"/>
                <a:gd name="csY7" fmla="*/ 1930974 h 3026979"/>
                <a:gd name="csX8" fmla="*/ 3212758 w 3212758"/>
                <a:gd name="csY8" fmla="*/ 611830 h 3026979"/>
                <a:gd name="csX9" fmla="*/ 2680203 w 3212758"/>
                <a:gd name="csY9" fmla="*/ 111155 h 3026979"/>
                <a:gd name="csX10" fmla="*/ 2056524 w 3212758"/>
                <a:gd name="csY10" fmla="*/ 32806 h 3026979"/>
                <a:gd name="csX11" fmla="*/ 1718442 w 3212758"/>
                <a:gd name="csY11" fmla="*/ 0 h 3026979"/>
                <a:gd name="csX12" fmla="*/ 1229711 w 3212758"/>
                <a:gd name="csY12" fmla="*/ 63062 h 3026979"/>
                <a:gd name="csX13" fmla="*/ 378373 w 3212758"/>
                <a:gd name="csY13" fmla="*/ 630621 h 3026979"/>
                <a:gd name="csX14" fmla="*/ 0 w 3212758"/>
                <a:gd name="csY14" fmla="*/ 1166648 h 3026979"/>
                <a:gd name="csX0" fmla="*/ 0 w 3212758"/>
                <a:gd name="csY0" fmla="*/ 1166648 h 3026979"/>
                <a:gd name="csX1" fmla="*/ 141890 w 3212758"/>
                <a:gd name="csY1" fmla="*/ 2017986 h 3026979"/>
                <a:gd name="csX2" fmla="*/ 583324 w 3212758"/>
                <a:gd name="csY2" fmla="*/ 2695904 h 3026979"/>
                <a:gd name="csX3" fmla="*/ 1292773 w 3212758"/>
                <a:gd name="csY3" fmla="*/ 2932386 h 3026979"/>
                <a:gd name="csX4" fmla="*/ 2222938 w 3212758"/>
                <a:gd name="csY4" fmla="*/ 3026979 h 3026979"/>
                <a:gd name="csX5" fmla="*/ 2538249 w 3212758"/>
                <a:gd name="csY5" fmla="*/ 2963917 h 3026979"/>
                <a:gd name="csX6" fmla="*/ 2632842 w 3212758"/>
                <a:gd name="csY6" fmla="*/ 2601311 h 3026979"/>
                <a:gd name="csX7" fmla="*/ 2807185 w 3212758"/>
                <a:gd name="csY7" fmla="*/ 1930974 h 3026979"/>
                <a:gd name="csX8" fmla="*/ 3212758 w 3212758"/>
                <a:gd name="csY8" fmla="*/ 611830 h 3026979"/>
                <a:gd name="csX9" fmla="*/ 2680203 w 3212758"/>
                <a:gd name="csY9" fmla="*/ 111155 h 3026979"/>
                <a:gd name="csX10" fmla="*/ 2056524 w 3212758"/>
                <a:gd name="csY10" fmla="*/ 32806 h 3026979"/>
                <a:gd name="csX11" fmla="*/ 1718442 w 3212758"/>
                <a:gd name="csY11" fmla="*/ 0 h 3026979"/>
                <a:gd name="csX12" fmla="*/ 1229711 w 3212758"/>
                <a:gd name="csY12" fmla="*/ 63062 h 3026979"/>
                <a:gd name="csX13" fmla="*/ 378373 w 3212758"/>
                <a:gd name="csY13" fmla="*/ 630621 h 3026979"/>
                <a:gd name="csX14" fmla="*/ 0 w 3212758"/>
                <a:gd name="csY14" fmla="*/ 1166648 h 30269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212758" h="3026979">
                  <a:moveTo>
                    <a:pt x="0" y="1166648"/>
                  </a:moveTo>
                  <a:lnTo>
                    <a:pt x="141890" y="2017986"/>
                  </a:lnTo>
                  <a:lnTo>
                    <a:pt x="583324" y="2695904"/>
                  </a:lnTo>
                  <a:lnTo>
                    <a:pt x="1292773" y="2932386"/>
                  </a:lnTo>
                  <a:lnTo>
                    <a:pt x="2222938" y="3026979"/>
                  </a:lnTo>
                  <a:lnTo>
                    <a:pt x="2538249" y="2963917"/>
                  </a:lnTo>
                  <a:lnTo>
                    <a:pt x="2632842" y="2601311"/>
                  </a:lnTo>
                  <a:lnTo>
                    <a:pt x="2807185" y="1930974"/>
                  </a:lnTo>
                  <a:lnTo>
                    <a:pt x="3212758" y="611830"/>
                  </a:lnTo>
                  <a:cubicBezTo>
                    <a:pt x="3035240" y="287920"/>
                    <a:pt x="2857721" y="278047"/>
                    <a:pt x="2680203" y="111155"/>
                  </a:cubicBezTo>
                  <a:lnTo>
                    <a:pt x="2056524" y="32806"/>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90DED5B1-B96A-0C73-F654-EDDB2D51A333}"/>
                </a:ext>
              </a:extLst>
            </p:cNvPr>
            <p:cNvSpPr txBox="1"/>
            <p:nvPr/>
          </p:nvSpPr>
          <p:spPr>
            <a:xfrm>
              <a:off x="4327672" y="3213095"/>
              <a:ext cx="2245423" cy="369332"/>
            </a:xfrm>
            <a:prstGeom prst="rect">
              <a:avLst/>
            </a:prstGeom>
            <a:noFill/>
          </p:spPr>
          <p:txBody>
            <a:bodyPr wrap="none" rtlCol="0">
              <a:spAutoFit/>
            </a:bodyPr>
            <a:lstStyle/>
            <a:p>
              <a:r>
                <a:rPr lang="en-US" b="1" dirty="0">
                  <a:solidFill>
                    <a:srgbClr val="7030A0"/>
                  </a:solidFill>
                </a:rPr>
                <a:t>There’s a better path!</a:t>
              </a:r>
            </a:p>
          </p:txBody>
        </p:sp>
      </p:grpSp>
      <p:sp>
        <p:nvSpPr>
          <p:cNvPr id="43" name="TextBox 42">
            <a:extLst>
              <a:ext uri="{FF2B5EF4-FFF2-40B4-BE49-F238E27FC236}">
                <a16:creationId xmlns:a16="http://schemas.microsoft.com/office/drawing/2014/main" id="{3650A62E-18F5-2131-B9E6-0CD3ECCE7872}"/>
              </a:ext>
            </a:extLst>
          </p:cNvPr>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88360AB3-F95D-73ED-ECDB-2ED76BCDD234}"/>
                  </a:ext>
                </a:extLst>
              </p:cNvPr>
              <p:cNvGraphicFramePr>
                <a:graphicFrameLocks noGrp="1"/>
              </p:cNvGraphicFramePr>
              <p:nvPr>
                <p:extLst>
                  <p:ext uri="{D42A27DB-BD31-4B8C-83A1-F6EECF244321}">
                    <p14:modId xmlns:p14="http://schemas.microsoft.com/office/powerpoint/2010/main" val="322411731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88360AB3-F95D-73ED-ECDB-2ED76BCDD234}"/>
                  </a:ext>
                </a:extLst>
              </p:cNvPr>
              <p:cNvGraphicFramePr>
                <a:graphicFrameLocks noGrp="1"/>
              </p:cNvGraphicFramePr>
              <p:nvPr>
                <p:extLst>
                  <p:ext uri="{D42A27DB-BD31-4B8C-83A1-F6EECF244321}">
                    <p14:modId xmlns:p14="http://schemas.microsoft.com/office/powerpoint/2010/main" val="322411731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spTree>
    <p:extLst>
      <p:ext uri="{BB962C8B-B14F-4D97-AF65-F5344CB8AC3E}">
        <p14:creationId xmlns:p14="http://schemas.microsoft.com/office/powerpoint/2010/main" val="36766217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3" name="TextBox 42"/>
              <p:cNvSpPr txBox="1"/>
              <p:nvPr/>
            </p:nvSpPr>
            <p:spPr>
              <a:xfrm>
                <a:off x="146009" y="33055"/>
                <a:ext cx="11292188" cy="6824945"/>
              </a:xfrm>
              <a:prstGeom prst="rect">
                <a:avLst/>
              </a:prstGeom>
              <a:noFill/>
            </p:spPr>
            <p:txBody>
              <a:bodyPr wrap="square" rtlCol="0">
                <a:spAutoFit/>
              </a:bodyPr>
              <a:lstStyle/>
              <a:p>
                <a:r>
                  <a:rPr lang="en-US" sz="1750" dirty="0"/>
                  <a:t>int </a:t>
                </a:r>
                <a:r>
                  <a:rPr lang="en-US" sz="1750" dirty="0" err="1"/>
                  <a:t>dijkstras</a:t>
                </a:r>
                <a:r>
                  <a:rPr lang="en-US" sz="1750" dirty="0"/>
                  <a:t>(graph, start, end){</a:t>
                </a:r>
              </a:p>
              <a:p>
                <a:r>
                  <a:rPr lang="en-US" sz="1750" dirty="0"/>
                  <a:t>	distances = [</a:t>
                </a:r>
                <a14:m>
                  <m:oMath xmlns:m="http://schemas.openxmlformats.org/officeDocument/2006/math">
                    <m:r>
                      <a:rPr lang="en-US" sz="1750" b="0" i="1" smtClean="0">
                        <a:latin typeface="Cambria Math" panose="02040503050406030204" pitchFamily="18" charset="0"/>
                      </a:rPr>
                      <m:t>∞</m:t>
                    </m:r>
                  </m:oMath>
                </a14:m>
                <a:r>
                  <a:rPr lang="en-US" sz="1750" dirty="0"/>
                  <a:t>, </a:t>
                </a:r>
                <a14:m>
                  <m:oMath xmlns:m="http://schemas.openxmlformats.org/officeDocument/2006/math">
                    <m:r>
                      <a:rPr lang="en-US" sz="1750" i="1">
                        <a:latin typeface="Cambria Math" panose="02040503050406030204" pitchFamily="18" charset="0"/>
                      </a:rPr>
                      <m:t>∞</m:t>
                    </m:r>
                  </m:oMath>
                </a14:m>
                <a:r>
                  <a:rPr lang="en-US" sz="1750" dirty="0"/>
                  <a:t>, </a:t>
                </a:r>
                <a14:m>
                  <m:oMath xmlns:m="http://schemas.openxmlformats.org/officeDocument/2006/math">
                    <m:r>
                      <a:rPr lang="en-US" sz="1750" i="1">
                        <a:latin typeface="Cambria Math" panose="02040503050406030204" pitchFamily="18" charset="0"/>
                      </a:rPr>
                      <m:t>∞</m:t>
                    </m:r>
                  </m:oMath>
                </a14:m>
                <a:r>
                  <a:rPr lang="en-US" sz="1750" dirty="0"/>
                  <a:t>,…];  // one index per node</a:t>
                </a:r>
              </a:p>
              <a:p>
                <a:r>
                  <a:rPr lang="en-US" sz="1750" dirty="0"/>
                  <a:t>	seen = [</a:t>
                </a:r>
                <a:r>
                  <a:rPr lang="en-US" sz="1750" dirty="0" err="1"/>
                  <a:t>False,False,False</a:t>
                </a:r>
                <a:r>
                  <a:rPr lang="en-US" sz="1750" dirty="0"/>
                  <a:t>,…];  // one index per node</a:t>
                </a:r>
              </a:p>
              <a:p>
                <a:r>
                  <a:rPr lang="en-US" sz="1750" dirty="0"/>
                  <a:t>	done = [</a:t>
                </a:r>
                <a:r>
                  <a:rPr lang="en-US" sz="1750" dirty="0" err="1"/>
                  <a:t>False,False,False</a:t>
                </a:r>
                <a:r>
                  <a:rPr lang="en-US" sz="1750" dirty="0"/>
                  <a:t>,…];  // one index per node</a:t>
                </a:r>
              </a:p>
              <a:p>
                <a:r>
                  <a:rPr lang="en-US" sz="1750" dirty="0"/>
                  <a:t>	PQ = new </a:t>
                </a:r>
                <a:r>
                  <a:rPr lang="en-US" sz="1750" dirty="0" err="1"/>
                  <a:t>MinHeap</a:t>
                </a:r>
                <a:r>
                  <a:rPr lang="en-US" sz="1750" dirty="0"/>
                  <a:t>();</a:t>
                </a:r>
              </a:p>
              <a:p>
                <a:r>
                  <a:rPr lang="en-US" sz="1750" dirty="0"/>
                  <a:t>	</a:t>
                </a:r>
                <a:r>
                  <a:rPr lang="en-US" sz="1750" dirty="0" err="1"/>
                  <a:t>PQ.insert</a:t>
                </a:r>
                <a:r>
                  <a:rPr lang="en-US" sz="1750" dirty="0"/>
                  <a:t>(0, start);  // priority=0, value=start</a:t>
                </a:r>
              </a:p>
              <a:p>
                <a:r>
                  <a:rPr lang="en-US" sz="1750" dirty="0"/>
                  <a:t>	distances[start] = 0;</a:t>
                </a:r>
              </a:p>
              <a:p>
                <a:r>
                  <a:rPr lang="en-US" sz="1750" dirty="0"/>
                  <a:t>	while (!</a:t>
                </a:r>
                <a:r>
                  <a:rPr lang="en-US" sz="1750" dirty="0" err="1"/>
                  <a:t>PQ.isEmpty</a:t>
                </a:r>
                <a:r>
                  <a:rPr lang="en-US" sz="1750" dirty="0"/>
                  <a:t>){</a:t>
                </a:r>
              </a:p>
              <a:p>
                <a:r>
                  <a:rPr lang="en-US" sz="1750" dirty="0"/>
                  <a:t>		current = </a:t>
                </a:r>
                <a:r>
                  <a:rPr lang="en-US" sz="1750" dirty="0" err="1"/>
                  <a:t>PQ.extract</a:t>
                </a:r>
                <a:r>
                  <a:rPr lang="en-US" sz="1750" dirty="0"/>
                  <a:t>();</a:t>
                </a:r>
              </a:p>
              <a:p>
                <a:r>
                  <a:rPr lang="en-US" sz="1750" dirty="0"/>
                  <a:t>		done[current] = True;</a:t>
                </a:r>
              </a:p>
              <a:p>
                <a:r>
                  <a:rPr lang="en-US" sz="1750" dirty="0"/>
                  <a:t>		for (neighbor : </a:t>
                </a:r>
                <a:r>
                  <a:rPr lang="en-US" sz="1750" dirty="0" err="1"/>
                  <a:t>current.neighbors</a:t>
                </a:r>
                <a:r>
                  <a:rPr lang="en-US" sz="1750" dirty="0"/>
                  <a:t>){</a:t>
                </a:r>
              </a:p>
              <a:p>
                <a:r>
                  <a:rPr lang="en-US" sz="1750" dirty="0"/>
                  <a:t>			</a:t>
                </a:r>
                <a:r>
                  <a:rPr lang="en-US" sz="1750" dirty="0" err="1"/>
                  <a:t>new_dist</a:t>
                </a:r>
                <a:r>
                  <a:rPr lang="en-US" sz="1750" dirty="0"/>
                  <a:t> = distances[current]+weight(</a:t>
                </a:r>
                <a:r>
                  <a:rPr lang="en-US" sz="1750" dirty="0" err="1"/>
                  <a:t>current,neighbor</a:t>
                </a:r>
                <a:r>
                  <a:rPr lang="en-US" sz="1750" dirty="0"/>
                  <a:t>);</a:t>
                </a:r>
              </a:p>
              <a:p>
                <a:r>
                  <a:rPr lang="en-US" sz="1750" dirty="0"/>
                  <a:t>			if (! seen[neighbor]){</a:t>
                </a:r>
              </a:p>
              <a:p>
                <a:r>
                  <a:rPr lang="en-US" sz="1750" dirty="0"/>
                  <a:t>				seen[neighbor] = True;</a:t>
                </a:r>
              </a:p>
              <a:p>
                <a:r>
                  <a:rPr lang="en-US" sz="1750" dirty="0"/>
                  <a:t>				distances[neighbor] = </a:t>
                </a:r>
                <a:r>
                  <a:rPr lang="en-US" sz="1750" dirty="0" err="1"/>
                  <a:t>new_dist</a:t>
                </a:r>
                <a:r>
                  <a:rPr lang="en-US" sz="1750" dirty="0"/>
                  <a:t>;</a:t>
                </a:r>
              </a:p>
              <a:p>
                <a:r>
                  <a:rPr lang="en-US" sz="1750" dirty="0"/>
                  <a:t>				</a:t>
                </a:r>
                <a:r>
                  <a:rPr lang="en-US" sz="1750" dirty="0" err="1"/>
                  <a:t>PQ.insert</a:t>
                </a:r>
                <a:r>
                  <a:rPr lang="en-US" sz="1750" dirty="0"/>
                  <a:t>(</a:t>
                </a:r>
                <a:r>
                  <a:rPr lang="en-US" sz="1750" dirty="0" err="1"/>
                  <a:t>new_dist</a:t>
                </a:r>
                <a:r>
                  <a:rPr lang="en-US" sz="1750" dirty="0"/>
                  <a:t>, neighbor);</a:t>
                </a:r>
              </a:p>
              <a:p>
                <a:r>
                  <a:rPr lang="en-US" sz="1750" dirty="0"/>
                  <a:t>			}</a:t>
                </a:r>
              </a:p>
              <a:p>
                <a:r>
                  <a:rPr lang="en-US" sz="1750" dirty="0"/>
                  <a:t>			else if (! done[neighbor] &amp;&amp; </a:t>
                </a:r>
                <a:r>
                  <a:rPr lang="en-US" sz="1750" dirty="0" err="1"/>
                  <a:t>new_dist</a:t>
                </a:r>
                <a:r>
                  <a:rPr lang="en-US" sz="1750" dirty="0"/>
                  <a:t> &lt; distances[neighbor]){</a:t>
                </a:r>
              </a:p>
              <a:p>
                <a:r>
                  <a:rPr lang="en-US" sz="1750" dirty="0"/>
                  <a:t>				distances[neighbor] = </a:t>
                </a:r>
                <a:r>
                  <a:rPr lang="en-US" sz="1750" dirty="0" err="1"/>
                  <a:t>new_dist</a:t>
                </a:r>
                <a:r>
                  <a:rPr lang="en-US" sz="1750" dirty="0"/>
                  <a:t>;</a:t>
                </a:r>
              </a:p>
              <a:p>
                <a:r>
                  <a:rPr lang="en-US" sz="1750" dirty="0"/>
                  <a:t>				</a:t>
                </a:r>
                <a:r>
                  <a:rPr lang="en-US" sz="1750" dirty="0" err="1"/>
                  <a:t>PQ.decreaseKey</a:t>
                </a:r>
                <a:r>
                  <a:rPr lang="en-US" sz="1750" dirty="0"/>
                  <a:t>(</a:t>
                </a:r>
                <a:r>
                  <a:rPr lang="en-US" sz="1750" dirty="0" err="1"/>
                  <a:t>new_dist,neighbor</a:t>
                </a:r>
                <a:r>
                  <a:rPr lang="en-US" sz="1750" dirty="0"/>
                  <a:t>); </a:t>
                </a:r>
              </a:p>
              <a:p>
                <a:r>
                  <a:rPr lang="en-US" sz="1750" dirty="0"/>
                  <a:t>			}</a:t>
                </a:r>
              </a:p>
              <a:p>
                <a:r>
                  <a:rPr lang="en-US" sz="1750" dirty="0"/>
                  <a:t>		}</a:t>
                </a:r>
              </a:p>
              <a:p>
                <a:r>
                  <a:rPr lang="en-US" sz="1750" dirty="0"/>
                  <a:t>	}</a:t>
                </a:r>
              </a:p>
              <a:p>
                <a:r>
                  <a:rPr lang="en-US" sz="1750" dirty="0"/>
                  <a:t>	return distances[end]</a:t>
                </a:r>
              </a:p>
              <a:p>
                <a:r>
                  <a:rPr lang="en-US" sz="1750" dirty="0"/>
                  <a:t>}</a:t>
                </a:r>
              </a:p>
            </p:txBody>
          </p:sp>
        </mc:Choice>
        <mc:Fallback xmlns="">
          <p:sp>
            <p:nvSpPr>
              <p:cNvPr id="43" name="TextBox 42"/>
              <p:cNvSpPr txBox="1">
                <a:spLocks noRot="1" noChangeAspect="1" noMove="1" noResize="1" noEditPoints="1" noAdjustHandles="1" noChangeArrowheads="1" noChangeShapeType="1" noTextEdit="1"/>
              </p:cNvSpPr>
              <p:nvPr/>
            </p:nvSpPr>
            <p:spPr>
              <a:xfrm>
                <a:off x="146009" y="33055"/>
                <a:ext cx="11292188" cy="6824945"/>
              </a:xfrm>
              <a:prstGeom prst="rect">
                <a:avLst/>
              </a:prstGeom>
              <a:blipFill>
                <a:blip r:embed="rId2"/>
                <a:stretch>
                  <a:fillRect l="-378" t="-179" b="-357"/>
                </a:stretch>
              </a:blipFill>
            </p:spPr>
            <p:txBody>
              <a:bodyPr/>
              <a:lstStyle/>
              <a:p>
                <a:r>
                  <a:rPr lang="en-US">
                    <a:noFill/>
                  </a:rPr>
                  <a:t> </a:t>
                </a:r>
              </a:p>
            </p:txBody>
          </p:sp>
        </mc:Fallback>
      </mc:AlternateContent>
      <p:sp>
        <p:nvSpPr>
          <p:cNvPr id="2" name="Title 1"/>
          <p:cNvSpPr>
            <a:spLocks noGrp="1"/>
          </p:cNvSpPr>
          <p:nvPr>
            <p:ph type="title"/>
          </p:nvPr>
        </p:nvSpPr>
        <p:spPr>
          <a:xfrm>
            <a:off x="6705600" y="0"/>
            <a:ext cx="5486400" cy="1143000"/>
          </a:xfrm>
        </p:spPr>
        <p:txBody>
          <a:bodyPr>
            <a:normAutofit fontScale="90000"/>
          </a:bodyPr>
          <a:lstStyle/>
          <a:p>
            <a:r>
              <a:rPr lang="en-US" dirty="0"/>
              <a:t>Dijkstra’s Algorithm - Pseudocode</a:t>
            </a:r>
          </a:p>
        </p:txBody>
      </p:sp>
    </p:spTree>
    <p:extLst>
      <p:ext uri="{BB962C8B-B14F-4D97-AF65-F5344CB8AC3E}">
        <p14:creationId xmlns:p14="http://schemas.microsoft.com/office/powerpoint/2010/main" val="4141196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Dijkstra’s Algorithm: Running Time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How many total priority queue operations are necessary?</a:t>
                </a:r>
              </a:p>
              <a:p>
                <a:pPr lvl="1"/>
                <a:r>
                  <a:rPr lang="en-US" dirty="0"/>
                  <a:t>How many times is each node added to the priority queue?</a:t>
                </a:r>
              </a:p>
              <a:p>
                <a:pPr lvl="1"/>
                <a:r>
                  <a:rPr lang="en-US" dirty="0"/>
                  <a:t>How many times might a node’s priority be changed?</a:t>
                </a:r>
              </a:p>
              <a:p>
                <a:r>
                  <a:rPr lang="en-US" dirty="0"/>
                  <a:t>What’s the running time of each priority queue operation?</a:t>
                </a:r>
              </a:p>
              <a:p>
                <a:r>
                  <a:rPr lang="en-US" dirty="0"/>
                  <a:t>Overall running time:</a:t>
                </a:r>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func>
                      </m:e>
                    </m:d>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007206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Dijkstra’s Algorithm: Correctness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600201"/>
                <a:ext cx="7417893" cy="4525963"/>
              </a:xfrm>
            </p:spPr>
            <p:txBody>
              <a:bodyPr>
                <a:normAutofit/>
              </a:bodyPr>
              <a:lstStyle/>
              <a:p>
                <a:r>
                  <a:rPr lang="en-US" dirty="0"/>
                  <a:t>Claim: when a node is removed from the priority queue, its distance is that of the shortest path</a:t>
                </a:r>
              </a:p>
              <a:p>
                <a:r>
                  <a:rPr lang="en-US" dirty="0"/>
                  <a:t>Induction over number of completed nodes</a:t>
                </a:r>
              </a:p>
              <a:p>
                <a:r>
                  <a:rPr lang="en-US" dirty="0"/>
                  <a:t>Base Case: Only the start node removed</a:t>
                </a:r>
              </a:p>
              <a:p>
                <a:pPr lvl="1"/>
                <a:r>
                  <a:rPr lang="en-US" dirty="0"/>
                  <a:t>It is indeed 0 away from itself</a:t>
                </a:r>
              </a:p>
              <a:p>
                <a:r>
                  <a:rPr lang="en-US" dirty="0"/>
                  <a:t>Inductive Step:</a:t>
                </a:r>
              </a:p>
              <a:p>
                <a:pPr lvl="1"/>
                <a:r>
                  <a:rPr lang="en-US" dirty="0"/>
                  <a:t>If we have correctly found shortest paths for the first </a:t>
                </a:r>
                <a14:m>
                  <m:oMath xmlns:m="http://schemas.openxmlformats.org/officeDocument/2006/math">
                    <m:r>
                      <a:rPr lang="en-US" b="0" i="1" smtClean="0">
                        <a:latin typeface="Cambria Math" panose="02040503050406030204" pitchFamily="18" charset="0"/>
                      </a:rPr>
                      <m:t>𝑘</m:t>
                    </m:r>
                  </m:oMath>
                </a14:m>
                <a:r>
                  <a:rPr lang="en-US" dirty="0"/>
                  <a:t> nodes, then when we remove node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we have found its shortest path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600201"/>
                <a:ext cx="7417893" cy="4525963"/>
              </a:xfrm>
              <a:blipFill>
                <a:blip r:embed="rId2"/>
                <a:stretch>
                  <a:fillRect l="-1479" t="-2291" r="-1561"/>
                </a:stretch>
              </a:blipFill>
            </p:spPr>
            <p:txBody>
              <a:bodyPr/>
              <a:lstStyle/>
              <a:p>
                <a:r>
                  <a:rPr lang="en-US">
                    <a:noFill/>
                  </a:rPr>
                  <a:t> </a:t>
                </a:r>
              </a:p>
            </p:txBody>
          </p:sp>
        </mc:Fallback>
      </mc:AlternateContent>
      <p:grpSp>
        <p:nvGrpSpPr>
          <p:cNvPr id="50" name="Group 49" descr="An illustration of the graph when node a is removed from the priority queue during Dijkstra's algorithm.&#10;&#10;We say that, among the k nodes already removed, we have s (the source), x, and y. There is an additional node b that has not yet been removed.&#10;&#10;Because a just got removed, it has an edge to some already-removed node, in this case there is an edge from y to a.">
            <a:extLst>
              <a:ext uri="{FF2B5EF4-FFF2-40B4-BE49-F238E27FC236}">
                <a16:creationId xmlns:a16="http://schemas.microsoft.com/office/drawing/2014/main" id="{D9F51567-0220-C8E3-67DF-59F647C811E1}"/>
              </a:ext>
            </a:extLst>
          </p:cNvPr>
          <p:cNvGrpSpPr/>
          <p:nvPr/>
        </p:nvGrpSpPr>
        <p:grpSpPr>
          <a:xfrm>
            <a:off x="8158085" y="1755227"/>
            <a:ext cx="3196912" cy="2664373"/>
            <a:chOff x="8158085" y="1755227"/>
            <a:chExt cx="3196912" cy="2664373"/>
          </a:xfrm>
        </p:grpSpPr>
        <p:sp>
          <p:nvSpPr>
            <p:cNvPr id="51" name="Freeform: Shape 50">
              <a:extLst>
                <a:ext uri="{FF2B5EF4-FFF2-40B4-BE49-F238E27FC236}">
                  <a16:creationId xmlns:a16="http://schemas.microsoft.com/office/drawing/2014/main" id="{72D717BB-C79F-F287-0BEC-F57D7EE73751}"/>
                </a:ext>
              </a:extLst>
            </p:cNvPr>
            <p:cNvSpPr/>
            <p:nvPr/>
          </p:nvSpPr>
          <p:spPr>
            <a:xfrm>
              <a:off x="8516679" y="2345631"/>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51">
              <a:extLst>
                <a:ext uri="{FF2B5EF4-FFF2-40B4-BE49-F238E27FC236}">
                  <a16:creationId xmlns:a16="http://schemas.microsoft.com/office/drawing/2014/main" id="{D49F9BE9-05B2-3134-EBE0-6D649BBA4CEE}"/>
                </a:ext>
              </a:extLst>
            </p:cNvPr>
            <p:cNvSpPr/>
            <p:nvPr/>
          </p:nvSpPr>
          <p:spPr>
            <a:xfrm>
              <a:off x="10028475" y="2085324"/>
              <a:ext cx="1326522" cy="1307804"/>
            </a:xfrm>
            <a:custGeom>
              <a:avLst/>
              <a:gdLst>
                <a:gd name="connsiteX0" fmla="*/ 1102506 w 1326522"/>
                <a:gd name="connsiteY0" fmla="*/ 0 h 1307804"/>
                <a:gd name="connsiteX1" fmla="*/ 1315157 w 1326522"/>
                <a:gd name="connsiteY1" fmla="*/ 499730 h 1307804"/>
                <a:gd name="connsiteX2" fmla="*/ 794162 w 1326522"/>
                <a:gd name="connsiteY2" fmla="*/ 818707 h 1307804"/>
                <a:gd name="connsiteX3" fmla="*/ 538980 w 1326522"/>
                <a:gd name="connsiteY3" fmla="*/ 478465 h 1307804"/>
                <a:gd name="connsiteX4" fmla="*/ 49882 w 1326522"/>
                <a:gd name="connsiteY4" fmla="*/ 372139 h 1307804"/>
                <a:gd name="connsiteX5" fmla="*/ 49882 w 1326522"/>
                <a:gd name="connsiteY5" fmla="*/ 818707 h 1307804"/>
                <a:gd name="connsiteX6" fmla="*/ 347594 w 1326522"/>
                <a:gd name="connsiteY6" fmla="*/ 1063256 h 1307804"/>
                <a:gd name="connsiteX7" fmla="*/ 113678 w 1326522"/>
                <a:gd name="connsiteY7" fmla="*/ 1307804 h 13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6522" h="1307804">
                  <a:moveTo>
                    <a:pt x="1102506" y="0"/>
                  </a:moveTo>
                  <a:cubicBezTo>
                    <a:pt x="1234527" y="181639"/>
                    <a:pt x="1366548" y="363279"/>
                    <a:pt x="1315157" y="499730"/>
                  </a:cubicBezTo>
                  <a:cubicBezTo>
                    <a:pt x="1263766" y="636181"/>
                    <a:pt x="923525" y="822251"/>
                    <a:pt x="794162" y="818707"/>
                  </a:cubicBezTo>
                  <a:cubicBezTo>
                    <a:pt x="664799" y="815163"/>
                    <a:pt x="663027" y="552893"/>
                    <a:pt x="538980" y="478465"/>
                  </a:cubicBezTo>
                  <a:cubicBezTo>
                    <a:pt x="414933" y="404037"/>
                    <a:pt x="131398" y="315432"/>
                    <a:pt x="49882" y="372139"/>
                  </a:cubicBezTo>
                  <a:cubicBezTo>
                    <a:pt x="-31634" y="428846"/>
                    <a:pt x="263" y="703521"/>
                    <a:pt x="49882" y="818707"/>
                  </a:cubicBezTo>
                  <a:cubicBezTo>
                    <a:pt x="99501" y="933893"/>
                    <a:pt x="336961" y="981740"/>
                    <a:pt x="347594" y="1063256"/>
                  </a:cubicBezTo>
                  <a:cubicBezTo>
                    <a:pt x="358227" y="1144772"/>
                    <a:pt x="104818" y="1217427"/>
                    <a:pt x="113678" y="1307804"/>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AA54A58A-DD11-A6C3-5502-F87E9D3C97FE}"/>
                </a:ext>
              </a:extLst>
            </p:cNvPr>
            <p:cNvSpPr/>
            <p:nvPr/>
          </p:nvSpPr>
          <p:spPr>
            <a:xfrm rot="4551713">
              <a:off x="8260434" y="3358209"/>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1D95B863-A132-F109-C76B-E02F57ED5026}"/>
                </a:ext>
              </a:extLst>
            </p:cNvPr>
            <p:cNvCxnSpPr>
              <a:cxnSpLocks/>
              <a:stCxn id="57" idx="6"/>
              <a:endCxn id="62" idx="2"/>
            </p:cNvCxnSpPr>
            <p:nvPr/>
          </p:nvCxnSpPr>
          <p:spPr>
            <a:xfrm flipV="1">
              <a:off x="9901954" y="1970913"/>
              <a:ext cx="1042288" cy="33517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612ADCD8-B11C-C98E-8D45-5C544E1E2AEE}"/>
                </a:ext>
              </a:extLst>
            </p:cNvPr>
            <p:cNvCxnSpPr>
              <a:stCxn id="59" idx="3"/>
              <a:endCxn id="58" idx="7"/>
            </p:cNvCxnSpPr>
            <p:nvPr/>
          </p:nvCxnSpPr>
          <p:spPr>
            <a:xfrm flipH="1">
              <a:off x="9270609" y="3386098"/>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Oval 55">
                  <a:extLst>
                    <a:ext uri="{FF2B5EF4-FFF2-40B4-BE49-F238E27FC236}">
                      <a16:creationId xmlns:a16="http://schemas.microsoft.com/office/drawing/2014/main" id="{CECCEFD7-142A-C970-5176-907A3A9F3847}"/>
                    </a:ext>
                  </a:extLst>
                </p:cNvPr>
                <p:cNvSpPr/>
                <p:nvPr/>
              </p:nvSpPr>
              <p:spPr>
                <a:xfrm>
                  <a:off x="8305800" y="2885594"/>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oMath>
                    </m:oMathPara>
                  </a14:m>
                  <a:endParaRPr lang="en-US" dirty="0"/>
                </a:p>
              </p:txBody>
            </p:sp>
          </mc:Choice>
          <mc:Fallback xmlns="">
            <p:sp>
              <p:nvSpPr>
                <p:cNvPr id="56" name="Oval 55">
                  <a:extLst>
                    <a:ext uri="{FF2B5EF4-FFF2-40B4-BE49-F238E27FC236}">
                      <a16:creationId xmlns:a16="http://schemas.microsoft.com/office/drawing/2014/main" id="{CECCEFD7-142A-C970-5176-907A3A9F3847}"/>
                    </a:ext>
                  </a:extLst>
                </p:cNvPr>
                <p:cNvSpPr>
                  <a:spLocks noRot="1" noChangeAspect="1" noMove="1" noResize="1" noEditPoints="1" noAdjustHandles="1" noChangeArrowheads="1" noChangeShapeType="1" noTextEdit="1"/>
                </p:cNvSpPr>
                <p:nvPr/>
              </p:nvSpPr>
              <p:spPr>
                <a:xfrm>
                  <a:off x="8305800" y="2885594"/>
                  <a:ext cx="335171" cy="335171"/>
                </a:xfrm>
                <a:prstGeom prst="ellipse">
                  <a:avLst/>
                </a:prstGeom>
                <a:blipFill>
                  <a:blip r:embed="rId3"/>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Oval 56">
                  <a:extLst>
                    <a:ext uri="{FF2B5EF4-FFF2-40B4-BE49-F238E27FC236}">
                      <a16:creationId xmlns:a16="http://schemas.microsoft.com/office/drawing/2014/main" id="{ACF6EC2A-831A-A941-C2A8-CE34688ECE26}"/>
                    </a:ext>
                  </a:extLst>
                </p:cNvPr>
                <p:cNvSpPr/>
                <p:nvPr/>
              </p:nvSpPr>
              <p:spPr>
                <a:xfrm>
                  <a:off x="9566783" y="213849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oMath>
                    </m:oMathPara>
                  </a14:m>
                  <a:endParaRPr lang="en-US" dirty="0">
                    <a:solidFill>
                      <a:schemeClr val="tx1"/>
                    </a:solidFill>
                  </a:endParaRPr>
                </a:p>
              </p:txBody>
            </p:sp>
          </mc:Choice>
          <mc:Fallback xmlns="">
            <p:sp>
              <p:nvSpPr>
                <p:cNvPr id="57" name="Oval 56">
                  <a:extLst>
                    <a:ext uri="{FF2B5EF4-FFF2-40B4-BE49-F238E27FC236}">
                      <a16:creationId xmlns:a16="http://schemas.microsoft.com/office/drawing/2014/main" id="{ACF6EC2A-831A-A941-C2A8-CE34688ECE26}"/>
                    </a:ext>
                  </a:extLst>
                </p:cNvPr>
                <p:cNvSpPr>
                  <a:spLocks noRot="1" noChangeAspect="1" noMove="1" noResize="1" noEditPoints="1" noAdjustHandles="1" noChangeArrowheads="1" noChangeShapeType="1" noTextEdit="1"/>
                </p:cNvSpPr>
                <p:nvPr/>
              </p:nvSpPr>
              <p:spPr>
                <a:xfrm>
                  <a:off x="9566783" y="2138498"/>
                  <a:ext cx="335171" cy="335171"/>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Oval 57">
                  <a:extLst>
                    <a:ext uri="{FF2B5EF4-FFF2-40B4-BE49-F238E27FC236}">
                      <a16:creationId xmlns:a16="http://schemas.microsoft.com/office/drawing/2014/main" id="{6BF00F74-AA5F-F9E3-5FF3-32644B0A23A6}"/>
                    </a:ext>
                  </a:extLst>
                </p:cNvPr>
                <p:cNvSpPr/>
                <p:nvPr/>
              </p:nvSpPr>
              <p:spPr>
                <a:xfrm>
                  <a:off x="8984522" y="385490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𝑦</m:t>
                        </m:r>
                      </m:oMath>
                    </m:oMathPara>
                  </a14:m>
                  <a:endParaRPr lang="en-US" dirty="0">
                    <a:solidFill>
                      <a:schemeClr val="tx1"/>
                    </a:solidFill>
                  </a:endParaRPr>
                </a:p>
              </p:txBody>
            </p:sp>
          </mc:Choice>
          <mc:Fallback xmlns="">
            <p:sp>
              <p:nvSpPr>
                <p:cNvPr id="58" name="Oval 57">
                  <a:extLst>
                    <a:ext uri="{FF2B5EF4-FFF2-40B4-BE49-F238E27FC236}">
                      <a16:creationId xmlns:a16="http://schemas.microsoft.com/office/drawing/2014/main" id="{6BF00F74-AA5F-F9E3-5FF3-32644B0A23A6}"/>
                    </a:ext>
                  </a:extLst>
                </p:cNvPr>
                <p:cNvSpPr>
                  <a:spLocks noRot="1" noChangeAspect="1" noMove="1" noResize="1" noEditPoints="1" noAdjustHandles="1" noChangeArrowheads="1" noChangeShapeType="1" noTextEdit="1"/>
                </p:cNvSpPr>
                <p:nvPr/>
              </p:nvSpPr>
              <p:spPr>
                <a:xfrm>
                  <a:off x="8984522" y="3854902"/>
                  <a:ext cx="335171" cy="335171"/>
                </a:xfrm>
                <a:prstGeom prst="ellipse">
                  <a:avLst/>
                </a:prstGeom>
                <a:blipFill>
                  <a:blip r:embed="rId5"/>
                  <a:stretch>
                    <a:fillRect b="-8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274205F9-F459-6B53-7AB4-F0568284481A}"/>
                    </a:ext>
                  </a:extLst>
                </p:cNvPr>
                <p:cNvSpPr/>
                <p:nvPr/>
              </p:nvSpPr>
              <p:spPr>
                <a:xfrm>
                  <a:off x="9986885" y="3100011"/>
                  <a:ext cx="335171" cy="335171"/>
                </a:xfrm>
                <a:prstGeom prst="ellipse">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𝑎</m:t>
                        </m:r>
                      </m:oMath>
                    </m:oMathPara>
                  </a14:m>
                  <a:endParaRPr lang="en-US" dirty="0">
                    <a:solidFill>
                      <a:schemeClr val="tx1"/>
                    </a:solidFill>
                  </a:endParaRPr>
                </a:p>
              </p:txBody>
            </p:sp>
          </mc:Choice>
          <mc:Fallback xmlns="">
            <p:sp>
              <p:nvSpPr>
                <p:cNvPr id="59" name="Oval 58">
                  <a:extLst>
                    <a:ext uri="{FF2B5EF4-FFF2-40B4-BE49-F238E27FC236}">
                      <a16:creationId xmlns:a16="http://schemas.microsoft.com/office/drawing/2014/main" id="{274205F9-F459-6B53-7AB4-F0568284481A}"/>
                    </a:ext>
                  </a:extLst>
                </p:cNvPr>
                <p:cNvSpPr>
                  <a:spLocks noRot="1" noChangeAspect="1" noMove="1" noResize="1" noEditPoints="1" noAdjustHandles="1" noChangeArrowheads="1" noChangeShapeType="1" noTextEdit="1"/>
                </p:cNvSpPr>
                <p:nvPr/>
              </p:nvSpPr>
              <p:spPr>
                <a:xfrm>
                  <a:off x="9986885" y="3100011"/>
                  <a:ext cx="335171" cy="335171"/>
                </a:xfrm>
                <a:prstGeom prst="ellipse">
                  <a:avLst/>
                </a:prstGeom>
                <a:blipFill>
                  <a:blip r:embed="rId6"/>
                  <a:stretch>
                    <a:fillRect/>
                  </a:stretch>
                </a:blipFill>
                <a:ln>
                  <a:solidFill>
                    <a:schemeClr val="accent3">
                      <a:lumMod val="50000"/>
                    </a:schemeClr>
                  </a:solidFill>
                </a:ln>
              </p:spPr>
              <p:txBody>
                <a:bodyPr/>
                <a:lstStyle/>
                <a:p>
                  <a:r>
                    <a:rPr lang="en-US">
                      <a:noFill/>
                    </a:rPr>
                    <a:t> </a:t>
                  </a:r>
                </a:p>
              </p:txBody>
            </p:sp>
          </mc:Fallback>
        </mc:AlternateContent>
        <p:sp>
          <p:nvSpPr>
            <p:cNvPr id="60" name="Freeform 2">
              <a:extLst>
                <a:ext uri="{FF2B5EF4-FFF2-40B4-BE49-F238E27FC236}">
                  <a16:creationId xmlns:a16="http://schemas.microsoft.com/office/drawing/2014/main" id="{1AA321F2-CA62-96E6-71A4-74099224ED2B}"/>
                </a:ext>
              </a:extLst>
            </p:cNvPr>
            <p:cNvSpPr/>
            <p:nvPr/>
          </p:nvSpPr>
          <p:spPr>
            <a:xfrm>
              <a:off x="8158085" y="1755227"/>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01FAA253-D905-16A5-5B0F-C651DBDAB6CE}"/>
                    </a:ext>
                  </a:extLst>
                </p:cNvPr>
                <p:cNvSpPr txBox="1"/>
                <p:nvPr/>
              </p:nvSpPr>
              <p:spPr>
                <a:xfrm rot="19167461">
                  <a:off x="8886445" y="2873184"/>
                  <a:ext cx="941604" cy="369332"/>
                </a:xfrm>
                <a:prstGeom prst="rect">
                  <a:avLst/>
                </a:prstGeom>
                <a:noFill/>
              </p:spPr>
              <p:txBody>
                <a:bodyPr wrap="none" rtlCol="0">
                  <a:spAutoFit/>
                </a:bodyPr>
                <a:lstStyle/>
                <a:p>
                  <a14:m>
                    <m:oMath xmlns:m="http://schemas.openxmlformats.org/officeDocument/2006/math">
                      <m:r>
                        <a:rPr lang="en-US" b="0" i="1" smtClean="0">
                          <a:solidFill>
                            <a:schemeClr val="tx2">
                              <a:lumMod val="75000"/>
                            </a:schemeClr>
                          </a:solidFill>
                          <a:latin typeface="Cambria Math" panose="02040503050406030204" pitchFamily="18" charset="0"/>
                        </a:rPr>
                        <m:t>𝑘</m:t>
                      </m:r>
                    </m:oMath>
                  </a14:m>
                  <a:r>
                    <a:rPr lang="en-US" dirty="0">
                      <a:solidFill>
                        <a:schemeClr val="tx2">
                          <a:lumMod val="75000"/>
                        </a:schemeClr>
                      </a:solidFill>
                    </a:rPr>
                    <a:t> nodes</a:t>
                  </a:r>
                </a:p>
              </p:txBody>
            </p:sp>
          </mc:Choice>
          <mc:Fallback xmlns="">
            <p:sp>
              <p:nvSpPr>
                <p:cNvPr id="61" name="TextBox 60">
                  <a:extLst>
                    <a:ext uri="{FF2B5EF4-FFF2-40B4-BE49-F238E27FC236}">
                      <a16:creationId xmlns:a16="http://schemas.microsoft.com/office/drawing/2014/main" id="{01FAA253-D905-16A5-5B0F-C651DBDAB6CE}"/>
                    </a:ext>
                  </a:extLst>
                </p:cNvPr>
                <p:cNvSpPr txBox="1">
                  <a:spLocks noRot="1" noChangeAspect="1" noMove="1" noResize="1" noEditPoints="1" noAdjustHandles="1" noChangeArrowheads="1" noChangeShapeType="1" noTextEdit="1"/>
                </p:cNvSpPr>
                <p:nvPr/>
              </p:nvSpPr>
              <p:spPr>
                <a:xfrm rot="19167461">
                  <a:off x="8886445" y="2873184"/>
                  <a:ext cx="941604" cy="369332"/>
                </a:xfrm>
                <a:prstGeom prst="rect">
                  <a:avLst/>
                </a:prstGeom>
                <a:blipFill>
                  <a:blip r:embed="rId7"/>
                  <a:stretch>
                    <a:fillRect t="-6122" r="-10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Oval 61">
                  <a:extLst>
                    <a:ext uri="{FF2B5EF4-FFF2-40B4-BE49-F238E27FC236}">
                      <a16:creationId xmlns:a16="http://schemas.microsoft.com/office/drawing/2014/main" id="{A9DA4521-2E76-80A8-25EE-FC42B7AB61DD}"/>
                    </a:ext>
                  </a:extLst>
                </p:cNvPr>
                <p:cNvSpPr/>
                <p:nvPr/>
              </p:nvSpPr>
              <p:spPr>
                <a:xfrm>
                  <a:off x="10944242" y="18033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62" name="Oval 61">
                  <a:extLst>
                    <a:ext uri="{FF2B5EF4-FFF2-40B4-BE49-F238E27FC236}">
                      <a16:creationId xmlns:a16="http://schemas.microsoft.com/office/drawing/2014/main" id="{A9DA4521-2E76-80A8-25EE-FC42B7AB61DD}"/>
                    </a:ext>
                  </a:extLst>
                </p:cNvPr>
                <p:cNvSpPr>
                  <a:spLocks noRot="1" noChangeAspect="1" noMove="1" noResize="1" noEditPoints="1" noAdjustHandles="1" noChangeArrowheads="1" noChangeShapeType="1" noTextEdit="1"/>
                </p:cNvSpPr>
                <p:nvPr/>
              </p:nvSpPr>
              <p:spPr>
                <a:xfrm>
                  <a:off x="10944242" y="1803327"/>
                  <a:ext cx="335171" cy="335171"/>
                </a:xfrm>
                <a:prstGeom prst="ellipse">
                  <a:avLst/>
                </a:prstGeom>
                <a:blipFill>
                  <a:blip r:embed="rId8"/>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4770963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Dijkstra’s: Correctness – Properties of </a:t>
                </a:r>
                <a14:m>
                  <m:oMath xmlns:m="http://schemas.openxmlformats.org/officeDocument/2006/math">
                    <m:r>
                      <a:rPr lang="en-US" b="0" i="1" smtClean="0">
                        <a:latin typeface="Cambria Math" panose="02040503050406030204" pitchFamily="18" charset="0"/>
                      </a:rPr>
                      <m:t>𝑎</m:t>
                    </m:r>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600201"/>
                <a:ext cx="7417893" cy="4525963"/>
              </a:xfrm>
            </p:spPr>
            <p:txBody>
              <a:bodyPr>
                <a:normAutofit/>
              </a:bodyPr>
              <a:lstStyle/>
              <a:p>
                <a:r>
                  <a:rPr lang="en-US" dirty="0"/>
                  <a:t>Suppose </a:t>
                </a:r>
                <a14:m>
                  <m:oMath xmlns:m="http://schemas.openxmlformats.org/officeDocument/2006/math">
                    <m:r>
                      <a:rPr lang="en-US" b="0" i="1" smtClean="0">
                        <a:latin typeface="Cambria Math" panose="02040503050406030204" pitchFamily="18" charset="0"/>
                      </a:rPr>
                      <m:t>𝑎</m:t>
                    </m:r>
                  </m:oMath>
                </a14:m>
                <a:r>
                  <a:rPr lang="en-US" dirty="0"/>
                  <a:t> is the next node removed from the queue. What do we know bout </a:t>
                </a:r>
                <a14:m>
                  <m:oMath xmlns:m="http://schemas.openxmlformats.org/officeDocument/2006/math">
                    <m:r>
                      <a:rPr lang="en-US" b="0" i="1" smtClean="0">
                        <a:latin typeface="Cambria Math" panose="02040503050406030204" pitchFamily="18" charset="0"/>
                      </a:rPr>
                      <m:t>𝑎</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600201"/>
                <a:ext cx="7417893" cy="4525963"/>
              </a:xfrm>
              <a:blipFill>
                <a:blip r:embed="rId3"/>
                <a:stretch>
                  <a:fillRect l="-1890" t="-1617"/>
                </a:stretch>
              </a:blipFill>
            </p:spPr>
            <p:txBody>
              <a:bodyPr/>
              <a:lstStyle/>
              <a:p>
                <a:r>
                  <a:rPr lang="en-US">
                    <a:noFill/>
                  </a:rPr>
                  <a:t> </a:t>
                </a:r>
              </a:p>
            </p:txBody>
          </p:sp>
        </mc:Fallback>
      </mc:AlternateContent>
      <p:grpSp>
        <p:nvGrpSpPr>
          <p:cNvPr id="6" name="Group 5" descr="An illustration of the graph when node a is removed from the priority queue during Dijkstra's algorithm.&#10;&#10;We say that, among the k nodes already removed, we have s (the source), x, and y. There is an additional node b that has not yet been removed.&#10;&#10;Because a just got removed, it has an edge to some already-removed node, in this case there is an edge from y to a.">
            <a:extLst>
              <a:ext uri="{FF2B5EF4-FFF2-40B4-BE49-F238E27FC236}">
                <a16:creationId xmlns:a16="http://schemas.microsoft.com/office/drawing/2014/main" id="{736FFE37-B68D-8CB3-2DAF-1FA5F7CF6923}"/>
              </a:ext>
            </a:extLst>
          </p:cNvPr>
          <p:cNvGrpSpPr/>
          <p:nvPr/>
        </p:nvGrpSpPr>
        <p:grpSpPr>
          <a:xfrm>
            <a:off x="8158085" y="1755227"/>
            <a:ext cx="3196912" cy="2664373"/>
            <a:chOff x="8158085" y="1755227"/>
            <a:chExt cx="3196912" cy="2664373"/>
          </a:xfrm>
        </p:grpSpPr>
        <p:sp>
          <p:nvSpPr>
            <p:cNvPr id="8" name="Freeform: Shape 7">
              <a:extLst>
                <a:ext uri="{FF2B5EF4-FFF2-40B4-BE49-F238E27FC236}">
                  <a16:creationId xmlns:a16="http://schemas.microsoft.com/office/drawing/2014/main" id="{8EF2FDF0-F493-81A8-D886-31219A363244}"/>
                </a:ext>
              </a:extLst>
            </p:cNvPr>
            <p:cNvSpPr/>
            <p:nvPr/>
          </p:nvSpPr>
          <p:spPr>
            <a:xfrm>
              <a:off x="8516679" y="2345631"/>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54AB5B1-E3ED-CE58-88FC-89A15DA67352}"/>
                </a:ext>
              </a:extLst>
            </p:cNvPr>
            <p:cNvSpPr/>
            <p:nvPr/>
          </p:nvSpPr>
          <p:spPr>
            <a:xfrm>
              <a:off x="10028475" y="2085324"/>
              <a:ext cx="1326522" cy="1307804"/>
            </a:xfrm>
            <a:custGeom>
              <a:avLst/>
              <a:gdLst>
                <a:gd name="connsiteX0" fmla="*/ 1102506 w 1326522"/>
                <a:gd name="connsiteY0" fmla="*/ 0 h 1307804"/>
                <a:gd name="connsiteX1" fmla="*/ 1315157 w 1326522"/>
                <a:gd name="connsiteY1" fmla="*/ 499730 h 1307804"/>
                <a:gd name="connsiteX2" fmla="*/ 794162 w 1326522"/>
                <a:gd name="connsiteY2" fmla="*/ 818707 h 1307804"/>
                <a:gd name="connsiteX3" fmla="*/ 538980 w 1326522"/>
                <a:gd name="connsiteY3" fmla="*/ 478465 h 1307804"/>
                <a:gd name="connsiteX4" fmla="*/ 49882 w 1326522"/>
                <a:gd name="connsiteY4" fmla="*/ 372139 h 1307804"/>
                <a:gd name="connsiteX5" fmla="*/ 49882 w 1326522"/>
                <a:gd name="connsiteY5" fmla="*/ 818707 h 1307804"/>
                <a:gd name="connsiteX6" fmla="*/ 347594 w 1326522"/>
                <a:gd name="connsiteY6" fmla="*/ 1063256 h 1307804"/>
                <a:gd name="connsiteX7" fmla="*/ 113678 w 1326522"/>
                <a:gd name="connsiteY7" fmla="*/ 1307804 h 13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6522" h="1307804">
                  <a:moveTo>
                    <a:pt x="1102506" y="0"/>
                  </a:moveTo>
                  <a:cubicBezTo>
                    <a:pt x="1234527" y="181639"/>
                    <a:pt x="1366548" y="363279"/>
                    <a:pt x="1315157" y="499730"/>
                  </a:cubicBezTo>
                  <a:cubicBezTo>
                    <a:pt x="1263766" y="636181"/>
                    <a:pt x="923525" y="822251"/>
                    <a:pt x="794162" y="818707"/>
                  </a:cubicBezTo>
                  <a:cubicBezTo>
                    <a:pt x="664799" y="815163"/>
                    <a:pt x="663027" y="552893"/>
                    <a:pt x="538980" y="478465"/>
                  </a:cubicBezTo>
                  <a:cubicBezTo>
                    <a:pt x="414933" y="404037"/>
                    <a:pt x="131398" y="315432"/>
                    <a:pt x="49882" y="372139"/>
                  </a:cubicBezTo>
                  <a:cubicBezTo>
                    <a:pt x="-31634" y="428846"/>
                    <a:pt x="263" y="703521"/>
                    <a:pt x="49882" y="818707"/>
                  </a:cubicBezTo>
                  <a:cubicBezTo>
                    <a:pt x="99501" y="933893"/>
                    <a:pt x="336961" y="981740"/>
                    <a:pt x="347594" y="1063256"/>
                  </a:cubicBezTo>
                  <a:cubicBezTo>
                    <a:pt x="358227" y="1144772"/>
                    <a:pt x="104818" y="1217427"/>
                    <a:pt x="113678" y="1307804"/>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85DAC6F-D6AB-8004-1525-261A73856BF3}"/>
                </a:ext>
              </a:extLst>
            </p:cNvPr>
            <p:cNvSpPr/>
            <p:nvPr/>
          </p:nvSpPr>
          <p:spPr>
            <a:xfrm rot="4551713">
              <a:off x="8260434" y="3358209"/>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EF5CDCB4-B120-199D-83F3-7142A47C7D39}"/>
                </a:ext>
              </a:extLst>
            </p:cNvPr>
            <p:cNvCxnSpPr>
              <a:cxnSpLocks/>
              <a:stCxn id="16" idx="6"/>
              <a:endCxn id="21" idx="2"/>
            </p:cNvCxnSpPr>
            <p:nvPr/>
          </p:nvCxnSpPr>
          <p:spPr>
            <a:xfrm flipV="1">
              <a:off x="9901954" y="1970913"/>
              <a:ext cx="1042288" cy="33517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3D4B60-94A3-62D7-EE52-4C25ED1DF035}"/>
                </a:ext>
              </a:extLst>
            </p:cNvPr>
            <p:cNvCxnSpPr>
              <a:stCxn id="18" idx="3"/>
              <a:endCxn id="17" idx="7"/>
            </p:cNvCxnSpPr>
            <p:nvPr/>
          </p:nvCxnSpPr>
          <p:spPr>
            <a:xfrm flipH="1">
              <a:off x="9270609" y="3386098"/>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B74F56B5-EA05-9004-9B8B-5BDE35F5D1A9}"/>
                    </a:ext>
                  </a:extLst>
                </p:cNvPr>
                <p:cNvSpPr/>
                <p:nvPr/>
              </p:nvSpPr>
              <p:spPr>
                <a:xfrm>
                  <a:off x="8305800" y="2885594"/>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oMath>
                    </m:oMathPara>
                  </a14:m>
                  <a:endParaRPr lang="en-US" dirty="0"/>
                </a:p>
              </p:txBody>
            </p:sp>
          </mc:Choice>
          <mc:Fallback xmlns="">
            <p:sp>
              <p:nvSpPr>
                <p:cNvPr id="15" name="Oval 14">
                  <a:extLst>
                    <a:ext uri="{FF2B5EF4-FFF2-40B4-BE49-F238E27FC236}">
                      <a16:creationId xmlns:a16="http://schemas.microsoft.com/office/drawing/2014/main" id="{B74F56B5-EA05-9004-9B8B-5BDE35F5D1A9}"/>
                    </a:ext>
                  </a:extLst>
                </p:cNvPr>
                <p:cNvSpPr>
                  <a:spLocks noRot="1" noChangeAspect="1" noMove="1" noResize="1" noEditPoints="1" noAdjustHandles="1" noChangeArrowheads="1" noChangeShapeType="1" noTextEdit="1"/>
                </p:cNvSpPr>
                <p:nvPr/>
              </p:nvSpPr>
              <p:spPr>
                <a:xfrm>
                  <a:off x="8305800" y="2885594"/>
                  <a:ext cx="335171" cy="335171"/>
                </a:xfrm>
                <a:prstGeom prst="ellipse">
                  <a:avLst/>
                </a:prstGeom>
                <a:blipFill>
                  <a:blip r:embed="rId4"/>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a:extLst>
                    <a:ext uri="{FF2B5EF4-FFF2-40B4-BE49-F238E27FC236}">
                      <a16:creationId xmlns:a16="http://schemas.microsoft.com/office/drawing/2014/main" id="{EC10B1F1-F259-C6CE-98D7-6833406F193B}"/>
                    </a:ext>
                  </a:extLst>
                </p:cNvPr>
                <p:cNvSpPr/>
                <p:nvPr/>
              </p:nvSpPr>
              <p:spPr>
                <a:xfrm>
                  <a:off x="9566783" y="213849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oMath>
                    </m:oMathPara>
                  </a14:m>
                  <a:endParaRPr lang="en-US" dirty="0">
                    <a:solidFill>
                      <a:schemeClr val="tx1"/>
                    </a:solidFill>
                  </a:endParaRPr>
                </a:p>
              </p:txBody>
            </p:sp>
          </mc:Choice>
          <mc:Fallback xmlns="">
            <p:sp>
              <p:nvSpPr>
                <p:cNvPr id="16" name="Oval 15">
                  <a:extLst>
                    <a:ext uri="{FF2B5EF4-FFF2-40B4-BE49-F238E27FC236}">
                      <a16:creationId xmlns:a16="http://schemas.microsoft.com/office/drawing/2014/main" id="{EC10B1F1-F259-C6CE-98D7-6833406F193B}"/>
                    </a:ext>
                  </a:extLst>
                </p:cNvPr>
                <p:cNvSpPr>
                  <a:spLocks noRot="1" noChangeAspect="1" noMove="1" noResize="1" noEditPoints="1" noAdjustHandles="1" noChangeArrowheads="1" noChangeShapeType="1" noTextEdit="1"/>
                </p:cNvSpPr>
                <p:nvPr/>
              </p:nvSpPr>
              <p:spPr>
                <a:xfrm>
                  <a:off x="9566783" y="2138498"/>
                  <a:ext cx="335171" cy="335171"/>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a:extLst>
                    <a:ext uri="{FF2B5EF4-FFF2-40B4-BE49-F238E27FC236}">
                      <a16:creationId xmlns:a16="http://schemas.microsoft.com/office/drawing/2014/main" id="{220DD1F8-6D41-5A3E-133E-D28416B26C9A}"/>
                    </a:ext>
                  </a:extLst>
                </p:cNvPr>
                <p:cNvSpPr/>
                <p:nvPr/>
              </p:nvSpPr>
              <p:spPr>
                <a:xfrm>
                  <a:off x="8984522" y="385490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𝑦</m:t>
                        </m:r>
                      </m:oMath>
                    </m:oMathPara>
                  </a14:m>
                  <a:endParaRPr lang="en-US" dirty="0">
                    <a:solidFill>
                      <a:schemeClr val="tx1"/>
                    </a:solidFill>
                  </a:endParaRPr>
                </a:p>
              </p:txBody>
            </p:sp>
          </mc:Choice>
          <mc:Fallback xmlns="">
            <p:sp>
              <p:nvSpPr>
                <p:cNvPr id="17" name="Oval 16">
                  <a:extLst>
                    <a:ext uri="{FF2B5EF4-FFF2-40B4-BE49-F238E27FC236}">
                      <a16:creationId xmlns:a16="http://schemas.microsoft.com/office/drawing/2014/main" id="{220DD1F8-6D41-5A3E-133E-D28416B26C9A}"/>
                    </a:ext>
                  </a:extLst>
                </p:cNvPr>
                <p:cNvSpPr>
                  <a:spLocks noRot="1" noChangeAspect="1" noMove="1" noResize="1" noEditPoints="1" noAdjustHandles="1" noChangeArrowheads="1" noChangeShapeType="1" noTextEdit="1"/>
                </p:cNvSpPr>
                <p:nvPr/>
              </p:nvSpPr>
              <p:spPr>
                <a:xfrm>
                  <a:off x="8984522" y="3854902"/>
                  <a:ext cx="335171" cy="335171"/>
                </a:xfrm>
                <a:prstGeom prst="ellipse">
                  <a:avLst/>
                </a:prstGeom>
                <a:blipFill>
                  <a:blip r:embed="rId6"/>
                  <a:stretch>
                    <a:fillRect b="-8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a:extLst>
                    <a:ext uri="{FF2B5EF4-FFF2-40B4-BE49-F238E27FC236}">
                      <a16:creationId xmlns:a16="http://schemas.microsoft.com/office/drawing/2014/main" id="{9250D169-6AE4-99EC-E73B-2BC84477191A}"/>
                    </a:ext>
                  </a:extLst>
                </p:cNvPr>
                <p:cNvSpPr/>
                <p:nvPr/>
              </p:nvSpPr>
              <p:spPr>
                <a:xfrm>
                  <a:off x="9986885" y="3100011"/>
                  <a:ext cx="335171" cy="335171"/>
                </a:xfrm>
                <a:prstGeom prst="ellipse">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𝑎</m:t>
                        </m:r>
                      </m:oMath>
                    </m:oMathPara>
                  </a14:m>
                  <a:endParaRPr lang="en-US" dirty="0">
                    <a:solidFill>
                      <a:schemeClr val="tx1"/>
                    </a:solidFill>
                  </a:endParaRPr>
                </a:p>
              </p:txBody>
            </p:sp>
          </mc:Choice>
          <mc:Fallback xmlns="">
            <p:sp>
              <p:nvSpPr>
                <p:cNvPr id="18" name="Oval 17">
                  <a:extLst>
                    <a:ext uri="{FF2B5EF4-FFF2-40B4-BE49-F238E27FC236}">
                      <a16:creationId xmlns:a16="http://schemas.microsoft.com/office/drawing/2014/main" id="{9250D169-6AE4-99EC-E73B-2BC84477191A}"/>
                    </a:ext>
                  </a:extLst>
                </p:cNvPr>
                <p:cNvSpPr>
                  <a:spLocks noRot="1" noChangeAspect="1" noMove="1" noResize="1" noEditPoints="1" noAdjustHandles="1" noChangeArrowheads="1" noChangeShapeType="1" noTextEdit="1"/>
                </p:cNvSpPr>
                <p:nvPr/>
              </p:nvSpPr>
              <p:spPr>
                <a:xfrm>
                  <a:off x="9986885" y="3100011"/>
                  <a:ext cx="335171" cy="335171"/>
                </a:xfrm>
                <a:prstGeom prst="ellipse">
                  <a:avLst/>
                </a:prstGeom>
                <a:blipFill>
                  <a:blip r:embed="rId7"/>
                  <a:stretch>
                    <a:fillRect/>
                  </a:stretch>
                </a:blipFill>
                <a:ln>
                  <a:solidFill>
                    <a:schemeClr val="accent3">
                      <a:lumMod val="50000"/>
                    </a:schemeClr>
                  </a:solidFill>
                </a:ln>
              </p:spPr>
              <p:txBody>
                <a:bodyPr/>
                <a:lstStyle/>
                <a:p>
                  <a:r>
                    <a:rPr lang="en-US">
                      <a:noFill/>
                    </a:rPr>
                    <a:t> </a:t>
                  </a:r>
                </a:p>
              </p:txBody>
            </p:sp>
          </mc:Fallback>
        </mc:AlternateContent>
        <p:sp>
          <p:nvSpPr>
            <p:cNvPr id="19" name="Freeform 2">
              <a:extLst>
                <a:ext uri="{FF2B5EF4-FFF2-40B4-BE49-F238E27FC236}">
                  <a16:creationId xmlns:a16="http://schemas.microsoft.com/office/drawing/2014/main" id="{FCAA960C-779E-4A36-098D-B35121B174D2}"/>
                </a:ext>
              </a:extLst>
            </p:cNvPr>
            <p:cNvSpPr/>
            <p:nvPr/>
          </p:nvSpPr>
          <p:spPr>
            <a:xfrm>
              <a:off x="8158085" y="1755227"/>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2DB98B6-1A10-ABD4-44B2-3EA140589CA3}"/>
                    </a:ext>
                  </a:extLst>
                </p:cNvPr>
                <p:cNvSpPr txBox="1"/>
                <p:nvPr/>
              </p:nvSpPr>
              <p:spPr>
                <a:xfrm rot="19167461">
                  <a:off x="8886445" y="2873184"/>
                  <a:ext cx="941604" cy="369332"/>
                </a:xfrm>
                <a:prstGeom prst="rect">
                  <a:avLst/>
                </a:prstGeom>
                <a:noFill/>
              </p:spPr>
              <p:txBody>
                <a:bodyPr wrap="none" rtlCol="0">
                  <a:spAutoFit/>
                </a:bodyPr>
                <a:lstStyle/>
                <a:p>
                  <a14:m>
                    <m:oMath xmlns:m="http://schemas.openxmlformats.org/officeDocument/2006/math">
                      <m:r>
                        <a:rPr lang="en-US" b="0" i="1" smtClean="0">
                          <a:solidFill>
                            <a:schemeClr val="tx2">
                              <a:lumMod val="75000"/>
                            </a:schemeClr>
                          </a:solidFill>
                          <a:latin typeface="Cambria Math" panose="02040503050406030204" pitchFamily="18" charset="0"/>
                        </a:rPr>
                        <m:t>𝑘</m:t>
                      </m:r>
                    </m:oMath>
                  </a14:m>
                  <a:r>
                    <a:rPr lang="en-US" dirty="0">
                      <a:solidFill>
                        <a:schemeClr val="tx2">
                          <a:lumMod val="75000"/>
                        </a:schemeClr>
                      </a:solidFill>
                    </a:rPr>
                    <a:t> nodes</a:t>
                  </a:r>
                </a:p>
              </p:txBody>
            </p:sp>
          </mc:Choice>
          <mc:Fallback xmlns="">
            <p:sp>
              <p:nvSpPr>
                <p:cNvPr id="20" name="TextBox 19">
                  <a:extLst>
                    <a:ext uri="{FF2B5EF4-FFF2-40B4-BE49-F238E27FC236}">
                      <a16:creationId xmlns:a16="http://schemas.microsoft.com/office/drawing/2014/main" id="{B2DB98B6-1A10-ABD4-44B2-3EA140589CA3}"/>
                    </a:ext>
                  </a:extLst>
                </p:cNvPr>
                <p:cNvSpPr txBox="1">
                  <a:spLocks noRot="1" noChangeAspect="1" noMove="1" noResize="1" noEditPoints="1" noAdjustHandles="1" noChangeArrowheads="1" noChangeShapeType="1" noTextEdit="1"/>
                </p:cNvSpPr>
                <p:nvPr/>
              </p:nvSpPr>
              <p:spPr>
                <a:xfrm rot="19167461">
                  <a:off x="8886445" y="2873184"/>
                  <a:ext cx="941604" cy="369332"/>
                </a:xfrm>
                <a:prstGeom prst="rect">
                  <a:avLst/>
                </a:prstGeom>
                <a:blipFill>
                  <a:blip r:embed="rId8"/>
                  <a:stretch>
                    <a:fillRect t="-6122" r="-10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5550C739-FC10-852E-8C7A-7A2DCBEB988F}"/>
                    </a:ext>
                  </a:extLst>
                </p:cNvPr>
                <p:cNvSpPr/>
                <p:nvPr/>
              </p:nvSpPr>
              <p:spPr>
                <a:xfrm>
                  <a:off x="10944242" y="18033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21" name="Oval 20">
                  <a:extLst>
                    <a:ext uri="{FF2B5EF4-FFF2-40B4-BE49-F238E27FC236}">
                      <a16:creationId xmlns:a16="http://schemas.microsoft.com/office/drawing/2014/main" id="{5550C739-FC10-852E-8C7A-7A2DCBEB988F}"/>
                    </a:ext>
                  </a:extLst>
                </p:cNvPr>
                <p:cNvSpPr>
                  <a:spLocks noRot="1" noChangeAspect="1" noMove="1" noResize="1" noEditPoints="1" noAdjustHandles="1" noChangeArrowheads="1" noChangeShapeType="1" noTextEdit="1"/>
                </p:cNvSpPr>
                <p:nvPr/>
              </p:nvSpPr>
              <p:spPr>
                <a:xfrm>
                  <a:off x="10944242" y="1803327"/>
                  <a:ext cx="335171" cy="335171"/>
                </a:xfrm>
                <a:prstGeom prst="ellipse">
                  <a:avLst/>
                </a:prstGeom>
                <a:blipFill>
                  <a:blip r:embed="rId9"/>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396707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Dijkstra’s: Correctness – Why </a:t>
                </a:r>
                <a14:m>
                  <m:oMath xmlns:m="http://schemas.openxmlformats.org/officeDocument/2006/math">
                    <m:r>
                      <a:rPr lang="en-US" b="0" i="1" smtClean="0">
                        <a:latin typeface="Cambria Math" panose="02040503050406030204" pitchFamily="18" charset="0"/>
                      </a:rPr>
                      <m:t>𝑎</m:t>
                    </m:r>
                  </m:oMath>
                </a14:m>
                <a:r>
                  <a:rPr lang="en-US" dirty="0"/>
                  <a:t> is correct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600201"/>
                <a:ext cx="8361699" cy="5121275"/>
              </a:xfrm>
            </p:spPr>
            <p:txBody>
              <a:bodyPr>
                <a:normAutofit/>
              </a:bodyPr>
              <a:lstStyle/>
              <a:p>
                <a:r>
                  <a:rPr lang="en-US" dirty="0"/>
                  <a:t>Suppose </a:t>
                </a:r>
                <a14:m>
                  <m:oMath xmlns:m="http://schemas.openxmlformats.org/officeDocument/2006/math">
                    <m:r>
                      <a:rPr lang="en-US" b="0" i="1" smtClean="0">
                        <a:latin typeface="Cambria Math" panose="02040503050406030204" pitchFamily="18" charset="0"/>
                      </a:rPr>
                      <m:t>𝑎</m:t>
                    </m:r>
                  </m:oMath>
                </a14:m>
                <a:r>
                  <a:rPr lang="en-US" dirty="0"/>
                  <a:t> is the next node removed from the queue. </a:t>
                </a:r>
              </a:p>
              <a:p>
                <a:pPr lvl="1"/>
                <a:r>
                  <a:rPr lang="en-US" dirty="0"/>
                  <a:t>No other node incomplete node has a shorter path discovered so far</a:t>
                </a:r>
              </a:p>
              <a:p>
                <a:r>
                  <a:rPr lang="en-US" dirty="0"/>
                  <a:t>Claim: no undiscovered path to </a:t>
                </a:r>
                <a14:m>
                  <m:oMath xmlns:m="http://schemas.openxmlformats.org/officeDocument/2006/math">
                    <m:r>
                      <a:rPr lang="en-US" b="0" i="1" smtClean="0">
                        <a:latin typeface="Cambria Math" panose="02040503050406030204" pitchFamily="18" charset="0"/>
                      </a:rPr>
                      <m:t>𝑎</m:t>
                    </m:r>
                  </m:oMath>
                </a14:m>
                <a:r>
                  <a:rPr lang="en-US" dirty="0"/>
                  <a:t> could be shorter</a:t>
                </a:r>
              </a:p>
              <a:p>
                <a:pPr lvl="1"/>
                <a:r>
                  <a:rPr lang="en-US" b="0" dirty="0"/>
                  <a:t>Consider any other incomplete node </a:t>
                </a:r>
                <a14:m>
                  <m:oMath xmlns:m="http://schemas.openxmlformats.org/officeDocument/2006/math">
                    <m:r>
                      <a:rPr lang="en-US" b="0" i="1" smtClean="0">
                        <a:latin typeface="Cambria Math" panose="02040503050406030204" pitchFamily="18" charset="0"/>
                      </a:rPr>
                      <m:t>𝑏</m:t>
                    </m:r>
                  </m:oMath>
                </a14:m>
                <a:r>
                  <a:rPr lang="en-US" dirty="0"/>
                  <a:t> that is 1 edge away from a complete node</a:t>
                </a:r>
              </a:p>
              <a:p>
                <a:pPr lvl="1"/>
                <a14:m>
                  <m:oMath xmlns:m="http://schemas.openxmlformats.org/officeDocument/2006/math">
                    <m:r>
                      <a:rPr lang="en-US" b="0" i="1" smtClean="0">
                        <a:latin typeface="Cambria Math" panose="02040503050406030204" pitchFamily="18" charset="0"/>
                      </a:rPr>
                      <m:t>𝑎</m:t>
                    </m:r>
                  </m:oMath>
                </a14:m>
                <a:r>
                  <a:rPr lang="en-US" dirty="0"/>
                  <a:t> is the closest node that is one away from a complete node</a:t>
                </a:r>
              </a:p>
              <a:p>
                <a:pPr lvl="1"/>
                <a:r>
                  <a:rPr lang="en-US" dirty="0"/>
                  <a:t>Thus no path that includes </a:t>
                </a:r>
                <a14:m>
                  <m:oMath xmlns:m="http://schemas.openxmlformats.org/officeDocument/2006/math">
                    <m:r>
                      <a:rPr lang="en-US" b="0" i="1" smtClean="0">
                        <a:latin typeface="Cambria Math" panose="02040503050406030204" pitchFamily="18" charset="0"/>
                      </a:rPr>
                      <m:t>𝑏</m:t>
                    </m:r>
                  </m:oMath>
                </a14:m>
                <a:r>
                  <a:rPr lang="en-US" dirty="0"/>
                  <a:t> can be a shorter path to </a:t>
                </a:r>
                <a14:m>
                  <m:oMath xmlns:m="http://schemas.openxmlformats.org/officeDocument/2006/math">
                    <m:r>
                      <a:rPr lang="en-US" b="0" i="1" smtClean="0">
                        <a:latin typeface="Cambria Math" panose="02040503050406030204" pitchFamily="18" charset="0"/>
                      </a:rPr>
                      <m:t>𝑎</m:t>
                    </m:r>
                  </m:oMath>
                </a14:m>
                <a:endParaRPr lang="en-US" dirty="0"/>
              </a:p>
              <a:p>
                <a:pPr lvl="1"/>
                <a:r>
                  <a:rPr lang="en-US" dirty="0"/>
                  <a:t>Therefore the shortest path to </a:t>
                </a:r>
                <a14:m>
                  <m:oMath xmlns:m="http://schemas.openxmlformats.org/officeDocument/2006/math">
                    <m:r>
                      <a:rPr lang="en-US" b="0" i="1" smtClean="0">
                        <a:latin typeface="Cambria Math" panose="02040503050406030204" pitchFamily="18" charset="0"/>
                      </a:rPr>
                      <m:t>𝑎</m:t>
                    </m:r>
                  </m:oMath>
                </a14:m>
                <a:r>
                  <a:rPr lang="en-US" dirty="0"/>
                  <a:t> must use only complete nodes, and therefore we have found it already!</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600201"/>
                <a:ext cx="8361699" cy="5121275"/>
              </a:xfrm>
              <a:blipFill>
                <a:blip r:embed="rId3"/>
                <a:stretch>
                  <a:fillRect l="-1312" t="-2024" r="-219"/>
                </a:stretch>
              </a:blipFill>
            </p:spPr>
            <p:txBody>
              <a:bodyPr/>
              <a:lstStyle/>
              <a:p>
                <a:r>
                  <a:rPr lang="en-US">
                    <a:noFill/>
                  </a:rPr>
                  <a:t> </a:t>
                </a:r>
              </a:p>
            </p:txBody>
          </p:sp>
        </mc:Fallback>
      </mc:AlternateContent>
      <p:grpSp>
        <p:nvGrpSpPr>
          <p:cNvPr id="20" name="Group 19" descr="An illustration of the graph when node a is removed from the priority queue during Dijkstra's algorithm.&#10;&#10;We say that, among the k nodes already removed, we have s (the source), x, and y. There is an additional node b that has not yet been removed.&#10;&#10;Because a just got removed, it has an edge to some already-removed node, in this case there is an edge from y to a.">
            <a:extLst>
              <a:ext uri="{FF2B5EF4-FFF2-40B4-BE49-F238E27FC236}">
                <a16:creationId xmlns:a16="http://schemas.microsoft.com/office/drawing/2014/main" id="{49357B1E-48F0-D9B6-159A-08FA6DC3CFCF}"/>
              </a:ext>
            </a:extLst>
          </p:cNvPr>
          <p:cNvGrpSpPr/>
          <p:nvPr/>
        </p:nvGrpSpPr>
        <p:grpSpPr>
          <a:xfrm>
            <a:off x="8158085" y="1755227"/>
            <a:ext cx="3196912" cy="2664373"/>
            <a:chOff x="8158085" y="1755227"/>
            <a:chExt cx="3196912" cy="2664373"/>
          </a:xfrm>
        </p:grpSpPr>
        <p:sp>
          <p:nvSpPr>
            <p:cNvPr id="12" name="Freeform: Shape 11">
              <a:extLst>
                <a:ext uri="{FF2B5EF4-FFF2-40B4-BE49-F238E27FC236}">
                  <a16:creationId xmlns:a16="http://schemas.microsoft.com/office/drawing/2014/main" id="{F370E14E-294F-D4D8-77F0-CC545453D0D1}"/>
                </a:ext>
              </a:extLst>
            </p:cNvPr>
            <p:cNvSpPr/>
            <p:nvPr/>
          </p:nvSpPr>
          <p:spPr>
            <a:xfrm>
              <a:off x="8516679" y="2345631"/>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3497A4C-A31D-1F41-AD5A-57852224D4A6}"/>
                </a:ext>
              </a:extLst>
            </p:cNvPr>
            <p:cNvSpPr/>
            <p:nvPr/>
          </p:nvSpPr>
          <p:spPr>
            <a:xfrm>
              <a:off x="10028475" y="2085324"/>
              <a:ext cx="1326522" cy="1307804"/>
            </a:xfrm>
            <a:custGeom>
              <a:avLst/>
              <a:gdLst>
                <a:gd name="connsiteX0" fmla="*/ 1102506 w 1326522"/>
                <a:gd name="connsiteY0" fmla="*/ 0 h 1307804"/>
                <a:gd name="connsiteX1" fmla="*/ 1315157 w 1326522"/>
                <a:gd name="connsiteY1" fmla="*/ 499730 h 1307804"/>
                <a:gd name="connsiteX2" fmla="*/ 794162 w 1326522"/>
                <a:gd name="connsiteY2" fmla="*/ 818707 h 1307804"/>
                <a:gd name="connsiteX3" fmla="*/ 538980 w 1326522"/>
                <a:gd name="connsiteY3" fmla="*/ 478465 h 1307804"/>
                <a:gd name="connsiteX4" fmla="*/ 49882 w 1326522"/>
                <a:gd name="connsiteY4" fmla="*/ 372139 h 1307804"/>
                <a:gd name="connsiteX5" fmla="*/ 49882 w 1326522"/>
                <a:gd name="connsiteY5" fmla="*/ 818707 h 1307804"/>
                <a:gd name="connsiteX6" fmla="*/ 347594 w 1326522"/>
                <a:gd name="connsiteY6" fmla="*/ 1063256 h 1307804"/>
                <a:gd name="connsiteX7" fmla="*/ 113678 w 1326522"/>
                <a:gd name="connsiteY7" fmla="*/ 1307804 h 13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6522" h="1307804">
                  <a:moveTo>
                    <a:pt x="1102506" y="0"/>
                  </a:moveTo>
                  <a:cubicBezTo>
                    <a:pt x="1234527" y="181639"/>
                    <a:pt x="1366548" y="363279"/>
                    <a:pt x="1315157" y="499730"/>
                  </a:cubicBezTo>
                  <a:cubicBezTo>
                    <a:pt x="1263766" y="636181"/>
                    <a:pt x="923525" y="822251"/>
                    <a:pt x="794162" y="818707"/>
                  </a:cubicBezTo>
                  <a:cubicBezTo>
                    <a:pt x="664799" y="815163"/>
                    <a:pt x="663027" y="552893"/>
                    <a:pt x="538980" y="478465"/>
                  </a:cubicBezTo>
                  <a:cubicBezTo>
                    <a:pt x="414933" y="404037"/>
                    <a:pt x="131398" y="315432"/>
                    <a:pt x="49882" y="372139"/>
                  </a:cubicBezTo>
                  <a:cubicBezTo>
                    <a:pt x="-31634" y="428846"/>
                    <a:pt x="263" y="703521"/>
                    <a:pt x="49882" y="818707"/>
                  </a:cubicBezTo>
                  <a:cubicBezTo>
                    <a:pt x="99501" y="933893"/>
                    <a:pt x="336961" y="981740"/>
                    <a:pt x="347594" y="1063256"/>
                  </a:cubicBezTo>
                  <a:cubicBezTo>
                    <a:pt x="358227" y="1144772"/>
                    <a:pt x="104818" y="1217427"/>
                    <a:pt x="113678" y="1307804"/>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9EE5EFF-E73D-CC1A-67C7-83B99473A9EF}"/>
                </a:ext>
              </a:extLst>
            </p:cNvPr>
            <p:cNvSpPr/>
            <p:nvPr/>
          </p:nvSpPr>
          <p:spPr>
            <a:xfrm rot="4551713">
              <a:off x="8260434" y="3358209"/>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5339FE6-70DB-0853-D628-B1D39E14C1A4}"/>
                </a:ext>
              </a:extLst>
            </p:cNvPr>
            <p:cNvCxnSpPr>
              <a:cxnSpLocks/>
              <a:stCxn id="35" idx="6"/>
              <a:endCxn id="47" idx="2"/>
            </p:cNvCxnSpPr>
            <p:nvPr/>
          </p:nvCxnSpPr>
          <p:spPr>
            <a:xfrm flipV="1">
              <a:off x="9901954" y="1970913"/>
              <a:ext cx="1042288" cy="33517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AB10B90-58C0-64FA-0381-549AB79BDE62}"/>
                </a:ext>
              </a:extLst>
            </p:cNvPr>
            <p:cNvCxnSpPr>
              <a:stCxn id="37" idx="3"/>
              <a:endCxn id="36" idx="7"/>
            </p:cNvCxnSpPr>
            <p:nvPr/>
          </p:nvCxnSpPr>
          <p:spPr>
            <a:xfrm flipH="1">
              <a:off x="9270609" y="3386098"/>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8628FAB3-8BD0-3738-DA2D-79E3D16F1C02}"/>
                    </a:ext>
                  </a:extLst>
                </p:cNvPr>
                <p:cNvSpPr/>
                <p:nvPr/>
              </p:nvSpPr>
              <p:spPr>
                <a:xfrm>
                  <a:off x="8305800" y="2885594"/>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oMath>
                    </m:oMathPara>
                  </a14:m>
                  <a:endParaRPr lang="en-US" dirty="0"/>
                </a:p>
              </p:txBody>
            </p:sp>
          </mc:Choice>
          <mc:Fallback xmlns="">
            <p:sp>
              <p:nvSpPr>
                <p:cNvPr id="34" name="Oval 33">
                  <a:extLst>
                    <a:ext uri="{FF2B5EF4-FFF2-40B4-BE49-F238E27FC236}">
                      <a16:creationId xmlns:a16="http://schemas.microsoft.com/office/drawing/2014/main" id="{8628FAB3-8BD0-3738-DA2D-79E3D16F1C02}"/>
                    </a:ext>
                  </a:extLst>
                </p:cNvPr>
                <p:cNvSpPr>
                  <a:spLocks noRot="1" noChangeAspect="1" noMove="1" noResize="1" noEditPoints="1" noAdjustHandles="1" noChangeArrowheads="1" noChangeShapeType="1" noTextEdit="1"/>
                </p:cNvSpPr>
                <p:nvPr/>
              </p:nvSpPr>
              <p:spPr>
                <a:xfrm>
                  <a:off x="8305800" y="2885594"/>
                  <a:ext cx="335171" cy="335171"/>
                </a:xfrm>
                <a:prstGeom prst="ellipse">
                  <a:avLst/>
                </a:prstGeom>
                <a:blipFill>
                  <a:blip r:embed="rId4"/>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BABBDF72-2FF5-2183-A9B1-28ADD7420C07}"/>
                    </a:ext>
                  </a:extLst>
                </p:cNvPr>
                <p:cNvSpPr/>
                <p:nvPr/>
              </p:nvSpPr>
              <p:spPr>
                <a:xfrm>
                  <a:off x="9566783" y="213849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oMath>
                    </m:oMathPara>
                  </a14:m>
                  <a:endParaRPr lang="en-US" dirty="0">
                    <a:solidFill>
                      <a:schemeClr val="tx1"/>
                    </a:solidFill>
                  </a:endParaRPr>
                </a:p>
              </p:txBody>
            </p:sp>
          </mc:Choice>
          <mc:Fallback xmlns="">
            <p:sp>
              <p:nvSpPr>
                <p:cNvPr id="35" name="Oval 34">
                  <a:extLst>
                    <a:ext uri="{FF2B5EF4-FFF2-40B4-BE49-F238E27FC236}">
                      <a16:creationId xmlns:a16="http://schemas.microsoft.com/office/drawing/2014/main" id="{BABBDF72-2FF5-2183-A9B1-28ADD7420C07}"/>
                    </a:ext>
                  </a:extLst>
                </p:cNvPr>
                <p:cNvSpPr>
                  <a:spLocks noRot="1" noChangeAspect="1" noMove="1" noResize="1" noEditPoints="1" noAdjustHandles="1" noChangeArrowheads="1" noChangeShapeType="1" noTextEdit="1"/>
                </p:cNvSpPr>
                <p:nvPr/>
              </p:nvSpPr>
              <p:spPr>
                <a:xfrm>
                  <a:off x="9566783" y="2138498"/>
                  <a:ext cx="335171" cy="335171"/>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AE8CEF62-5070-282D-FBC7-78010062099D}"/>
                    </a:ext>
                  </a:extLst>
                </p:cNvPr>
                <p:cNvSpPr/>
                <p:nvPr/>
              </p:nvSpPr>
              <p:spPr>
                <a:xfrm>
                  <a:off x="8984522" y="385490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𝑦</m:t>
                        </m:r>
                      </m:oMath>
                    </m:oMathPara>
                  </a14:m>
                  <a:endParaRPr lang="en-US" dirty="0">
                    <a:solidFill>
                      <a:schemeClr val="tx1"/>
                    </a:solidFill>
                  </a:endParaRPr>
                </a:p>
              </p:txBody>
            </p:sp>
          </mc:Choice>
          <mc:Fallback xmlns="">
            <p:sp>
              <p:nvSpPr>
                <p:cNvPr id="36" name="Oval 35">
                  <a:extLst>
                    <a:ext uri="{FF2B5EF4-FFF2-40B4-BE49-F238E27FC236}">
                      <a16:creationId xmlns:a16="http://schemas.microsoft.com/office/drawing/2014/main" id="{AE8CEF62-5070-282D-FBC7-78010062099D}"/>
                    </a:ext>
                  </a:extLst>
                </p:cNvPr>
                <p:cNvSpPr>
                  <a:spLocks noRot="1" noChangeAspect="1" noMove="1" noResize="1" noEditPoints="1" noAdjustHandles="1" noChangeArrowheads="1" noChangeShapeType="1" noTextEdit="1"/>
                </p:cNvSpPr>
                <p:nvPr/>
              </p:nvSpPr>
              <p:spPr>
                <a:xfrm>
                  <a:off x="8984522" y="3854902"/>
                  <a:ext cx="335171" cy="335171"/>
                </a:xfrm>
                <a:prstGeom prst="ellipse">
                  <a:avLst/>
                </a:prstGeom>
                <a:blipFill>
                  <a:blip r:embed="rId6"/>
                  <a:stretch>
                    <a:fillRect b="-8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a:extLst>
                    <a:ext uri="{FF2B5EF4-FFF2-40B4-BE49-F238E27FC236}">
                      <a16:creationId xmlns:a16="http://schemas.microsoft.com/office/drawing/2014/main" id="{F0CC2B2E-CACC-9F08-B7C8-C7E525968DFB}"/>
                    </a:ext>
                  </a:extLst>
                </p:cNvPr>
                <p:cNvSpPr/>
                <p:nvPr/>
              </p:nvSpPr>
              <p:spPr>
                <a:xfrm>
                  <a:off x="9986885" y="3100011"/>
                  <a:ext cx="335171" cy="335171"/>
                </a:xfrm>
                <a:prstGeom prst="ellipse">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𝑎</m:t>
                        </m:r>
                      </m:oMath>
                    </m:oMathPara>
                  </a14:m>
                  <a:endParaRPr lang="en-US" dirty="0">
                    <a:solidFill>
                      <a:schemeClr val="tx1"/>
                    </a:solidFill>
                  </a:endParaRPr>
                </a:p>
              </p:txBody>
            </p:sp>
          </mc:Choice>
          <mc:Fallback xmlns="">
            <p:sp>
              <p:nvSpPr>
                <p:cNvPr id="37" name="Oval 36">
                  <a:extLst>
                    <a:ext uri="{FF2B5EF4-FFF2-40B4-BE49-F238E27FC236}">
                      <a16:creationId xmlns:a16="http://schemas.microsoft.com/office/drawing/2014/main" id="{F0CC2B2E-CACC-9F08-B7C8-C7E525968DFB}"/>
                    </a:ext>
                  </a:extLst>
                </p:cNvPr>
                <p:cNvSpPr>
                  <a:spLocks noRot="1" noChangeAspect="1" noMove="1" noResize="1" noEditPoints="1" noAdjustHandles="1" noChangeArrowheads="1" noChangeShapeType="1" noTextEdit="1"/>
                </p:cNvSpPr>
                <p:nvPr/>
              </p:nvSpPr>
              <p:spPr>
                <a:xfrm>
                  <a:off x="9986885" y="3100011"/>
                  <a:ext cx="335171" cy="335171"/>
                </a:xfrm>
                <a:prstGeom prst="ellipse">
                  <a:avLst/>
                </a:prstGeom>
                <a:blipFill>
                  <a:blip r:embed="rId7"/>
                  <a:stretch>
                    <a:fillRect/>
                  </a:stretch>
                </a:blipFill>
                <a:ln>
                  <a:solidFill>
                    <a:schemeClr val="accent3">
                      <a:lumMod val="50000"/>
                    </a:schemeClr>
                  </a:solidFill>
                </a:ln>
              </p:spPr>
              <p:txBody>
                <a:bodyPr/>
                <a:lstStyle/>
                <a:p>
                  <a:r>
                    <a:rPr lang="en-US">
                      <a:noFill/>
                    </a:rPr>
                    <a:t> </a:t>
                  </a:r>
                </a:p>
              </p:txBody>
            </p:sp>
          </mc:Fallback>
        </mc:AlternateContent>
        <p:sp>
          <p:nvSpPr>
            <p:cNvPr id="44" name="Freeform 2">
              <a:extLst>
                <a:ext uri="{FF2B5EF4-FFF2-40B4-BE49-F238E27FC236}">
                  <a16:creationId xmlns:a16="http://schemas.microsoft.com/office/drawing/2014/main" id="{187AAD63-1D27-A33B-AA85-F13586E96FD7}"/>
                </a:ext>
              </a:extLst>
            </p:cNvPr>
            <p:cNvSpPr/>
            <p:nvPr/>
          </p:nvSpPr>
          <p:spPr>
            <a:xfrm>
              <a:off x="8158085" y="1755227"/>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9B7DCAD-FE75-8FAF-B7D8-C443CAF47EA7}"/>
                    </a:ext>
                  </a:extLst>
                </p:cNvPr>
                <p:cNvSpPr txBox="1"/>
                <p:nvPr/>
              </p:nvSpPr>
              <p:spPr>
                <a:xfrm rot="19167461">
                  <a:off x="8886445" y="2873184"/>
                  <a:ext cx="941604" cy="369332"/>
                </a:xfrm>
                <a:prstGeom prst="rect">
                  <a:avLst/>
                </a:prstGeom>
                <a:noFill/>
              </p:spPr>
              <p:txBody>
                <a:bodyPr wrap="none" rtlCol="0">
                  <a:spAutoFit/>
                </a:bodyPr>
                <a:lstStyle/>
                <a:p>
                  <a14:m>
                    <m:oMath xmlns:m="http://schemas.openxmlformats.org/officeDocument/2006/math">
                      <m:r>
                        <a:rPr lang="en-US" b="0" i="1" smtClean="0">
                          <a:solidFill>
                            <a:schemeClr val="tx2">
                              <a:lumMod val="75000"/>
                            </a:schemeClr>
                          </a:solidFill>
                          <a:latin typeface="Cambria Math" panose="02040503050406030204" pitchFamily="18" charset="0"/>
                        </a:rPr>
                        <m:t>𝑘</m:t>
                      </m:r>
                    </m:oMath>
                  </a14:m>
                  <a:r>
                    <a:rPr lang="en-US" dirty="0">
                      <a:solidFill>
                        <a:schemeClr val="tx2">
                          <a:lumMod val="75000"/>
                        </a:schemeClr>
                      </a:solidFill>
                    </a:rPr>
                    <a:t> nodes</a:t>
                  </a:r>
                </a:p>
              </p:txBody>
            </p:sp>
          </mc:Choice>
          <mc:Fallback xmlns="">
            <p:sp>
              <p:nvSpPr>
                <p:cNvPr id="45" name="TextBox 44">
                  <a:extLst>
                    <a:ext uri="{FF2B5EF4-FFF2-40B4-BE49-F238E27FC236}">
                      <a16:creationId xmlns:a16="http://schemas.microsoft.com/office/drawing/2014/main" id="{99B7DCAD-FE75-8FAF-B7D8-C443CAF47EA7}"/>
                    </a:ext>
                  </a:extLst>
                </p:cNvPr>
                <p:cNvSpPr txBox="1">
                  <a:spLocks noRot="1" noChangeAspect="1" noMove="1" noResize="1" noEditPoints="1" noAdjustHandles="1" noChangeArrowheads="1" noChangeShapeType="1" noTextEdit="1"/>
                </p:cNvSpPr>
                <p:nvPr/>
              </p:nvSpPr>
              <p:spPr>
                <a:xfrm rot="19167461">
                  <a:off x="8886445" y="2873184"/>
                  <a:ext cx="941604" cy="369332"/>
                </a:xfrm>
                <a:prstGeom prst="rect">
                  <a:avLst/>
                </a:prstGeom>
                <a:blipFill>
                  <a:blip r:embed="rId8"/>
                  <a:stretch>
                    <a:fillRect t="-6122" r="-10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Oval 46">
                  <a:extLst>
                    <a:ext uri="{FF2B5EF4-FFF2-40B4-BE49-F238E27FC236}">
                      <a16:creationId xmlns:a16="http://schemas.microsoft.com/office/drawing/2014/main" id="{5A4C501F-64FF-88BA-788A-8096A2CFC062}"/>
                    </a:ext>
                  </a:extLst>
                </p:cNvPr>
                <p:cNvSpPr/>
                <p:nvPr/>
              </p:nvSpPr>
              <p:spPr>
                <a:xfrm>
                  <a:off x="10944242" y="18033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47" name="Oval 46">
                  <a:extLst>
                    <a:ext uri="{FF2B5EF4-FFF2-40B4-BE49-F238E27FC236}">
                      <a16:creationId xmlns:a16="http://schemas.microsoft.com/office/drawing/2014/main" id="{5A4C501F-64FF-88BA-788A-8096A2CFC062}"/>
                    </a:ext>
                  </a:extLst>
                </p:cNvPr>
                <p:cNvSpPr>
                  <a:spLocks noRot="1" noChangeAspect="1" noMove="1" noResize="1" noEditPoints="1" noAdjustHandles="1" noChangeArrowheads="1" noChangeShapeType="1" noTextEdit="1"/>
                </p:cNvSpPr>
                <p:nvPr/>
              </p:nvSpPr>
              <p:spPr>
                <a:xfrm>
                  <a:off x="10944242" y="1803327"/>
                  <a:ext cx="335171" cy="335171"/>
                </a:xfrm>
                <a:prstGeom prst="ellipse">
                  <a:avLst/>
                </a:prstGeom>
                <a:blipFill>
                  <a:blip r:embed="rId9"/>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41686281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3954" y="100530"/>
            <a:ext cx="10515600" cy="1325563"/>
          </a:xfrm>
        </p:spPr>
        <p:txBody>
          <a:bodyPr/>
          <a:lstStyle/>
          <a:p>
            <a:r>
              <a:rPr lang="en-US" dirty="0"/>
              <a:t>Why we need non-negative edge weights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600201"/>
                <a:ext cx="8361699" cy="5121275"/>
              </a:xfrm>
            </p:spPr>
            <p:txBody>
              <a:bodyPr>
                <a:normAutofit/>
              </a:bodyPr>
              <a:lstStyle/>
              <a:p>
                <a:r>
                  <a:rPr lang="en-US" dirty="0"/>
                  <a:t>Suppose </a:t>
                </a:r>
                <a14:m>
                  <m:oMath xmlns:m="http://schemas.openxmlformats.org/officeDocument/2006/math">
                    <m:r>
                      <a:rPr lang="en-US" b="0" i="1" smtClean="0">
                        <a:latin typeface="Cambria Math" panose="02040503050406030204" pitchFamily="18" charset="0"/>
                      </a:rPr>
                      <m:t>𝑎</m:t>
                    </m:r>
                  </m:oMath>
                </a14:m>
                <a:r>
                  <a:rPr lang="en-US" dirty="0"/>
                  <a:t> is the next node removed from the queue. </a:t>
                </a:r>
              </a:p>
              <a:p>
                <a:pPr lvl="1"/>
                <a:r>
                  <a:rPr lang="en-US" dirty="0"/>
                  <a:t>No other node incomplete node has a shorter path discovered so far</a:t>
                </a:r>
              </a:p>
              <a:p>
                <a:r>
                  <a:rPr lang="en-US" dirty="0"/>
                  <a:t>Claim: no undiscovered path to </a:t>
                </a:r>
                <a14:m>
                  <m:oMath xmlns:m="http://schemas.openxmlformats.org/officeDocument/2006/math">
                    <m:r>
                      <a:rPr lang="en-US" b="0" i="1" smtClean="0">
                        <a:latin typeface="Cambria Math" panose="02040503050406030204" pitchFamily="18" charset="0"/>
                      </a:rPr>
                      <m:t>𝑎</m:t>
                    </m:r>
                  </m:oMath>
                </a14:m>
                <a:r>
                  <a:rPr lang="en-US" dirty="0"/>
                  <a:t> could be shorter</a:t>
                </a:r>
              </a:p>
              <a:p>
                <a:pPr lvl="1"/>
                <a:r>
                  <a:rPr lang="en-US" b="0" dirty="0"/>
                  <a:t>Consider any other incomplete node </a:t>
                </a:r>
                <a14:m>
                  <m:oMath xmlns:m="http://schemas.openxmlformats.org/officeDocument/2006/math">
                    <m:r>
                      <a:rPr lang="en-US" b="0" i="1" smtClean="0">
                        <a:latin typeface="Cambria Math" panose="02040503050406030204" pitchFamily="18" charset="0"/>
                      </a:rPr>
                      <m:t>𝑏</m:t>
                    </m:r>
                  </m:oMath>
                </a14:m>
                <a:r>
                  <a:rPr lang="en-US" dirty="0"/>
                  <a:t> that is 1 edge away from a complete node</a:t>
                </a:r>
              </a:p>
              <a:p>
                <a:pPr lvl="1"/>
                <a14:m>
                  <m:oMath xmlns:m="http://schemas.openxmlformats.org/officeDocument/2006/math">
                    <m:r>
                      <a:rPr lang="en-US" b="0" i="1" smtClean="0">
                        <a:latin typeface="Cambria Math" panose="02040503050406030204" pitchFamily="18" charset="0"/>
                      </a:rPr>
                      <m:t>𝑎</m:t>
                    </m:r>
                  </m:oMath>
                </a14:m>
                <a:r>
                  <a:rPr lang="en-US" dirty="0"/>
                  <a:t> is the closest node that is one away from a complete node</a:t>
                </a:r>
              </a:p>
              <a:p>
                <a:pPr lvl="1"/>
                <a:r>
                  <a:rPr lang="en-US" dirty="0">
                    <a:solidFill>
                      <a:srgbClr val="FF0000"/>
                    </a:solidFill>
                  </a:rPr>
                  <a:t>No path from </a:t>
                </a:r>
                <a14:m>
                  <m:oMath xmlns:m="http://schemas.openxmlformats.org/officeDocument/2006/math">
                    <m:r>
                      <a:rPr lang="en-US" b="0" i="1" smtClean="0">
                        <a:solidFill>
                          <a:srgbClr val="FF0000"/>
                        </a:solidFill>
                        <a:latin typeface="Cambria Math" panose="02040503050406030204" pitchFamily="18" charset="0"/>
                      </a:rPr>
                      <m:t>𝑏</m:t>
                    </m:r>
                  </m:oMath>
                </a14:m>
                <a:r>
                  <a:rPr lang="en-US" dirty="0">
                    <a:solidFill>
                      <a:srgbClr val="FF0000"/>
                    </a:solidFill>
                  </a:rPr>
                  <a:t> to </a:t>
                </a:r>
                <a14:m>
                  <m:oMath xmlns:m="http://schemas.openxmlformats.org/officeDocument/2006/math">
                    <m:r>
                      <a:rPr lang="en-US" b="0" i="1" smtClean="0">
                        <a:solidFill>
                          <a:srgbClr val="FF0000"/>
                        </a:solidFill>
                        <a:latin typeface="Cambria Math" panose="02040503050406030204" pitchFamily="18" charset="0"/>
                      </a:rPr>
                      <m:t>𝑎</m:t>
                    </m:r>
                  </m:oMath>
                </a14:m>
                <a:r>
                  <a:rPr lang="en-US" dirty="0">
                    <a:solidFill>
                      <a:srgbClr val="FF0000"/>
                    </a:solidFill>
                  </a:rPr>
                  <a:t> can have negative weight</a:t>
                </a:r>
                <a:endParaRPr lang="en-US" dirty="0"/>
              </a:p>
              <a:p>
                <a:pPr lvl="1"/>
                <a:r>
                  <a:rPr lang="en-US" dirty="0"/>
                  <a:t>Thus no path that includes </a:t>
                </a:r>
                <a14:m>
                  <m:oMath xmlns:m="http://schemas.openxmlformats.org/officeDocument/2006/math">
                    <m:r>
                      <a:rPr lang="en-US" b="0" i="1" smtClean="0">
                        <a:latin typeface="Cambria Math" panose="02040503050406030204" pitchFamily="18" charset="0"/>
                      </a:rPr>
                      <m:t>𝑏</m:t>
                    </m:r>
                  </m:oMath>
                </a14:m>
                <a:r>
                  <a:rPr lang="en-US" dirty="0"/>
                  <a:t> can be a shorter path to </a:t>
                </a:r>
                <a14:m>
                  <m:oMath xmlns:m="http://schemas.openxmlformats.org/officeDocument/2006/math">
                    <m:r>
                      <a:rPr lang="en-US" b="0" i="1" smtClean="0">
                        <a:latin typeface="Cambria Math" panose="02040503050406030204" pitchFamily="18" charset="0"/>
                      </a:rPr>
                      <m:t>𝑎</m:t>
                    </m:r>
                  </m:oMath>
                </a14:m>
                <a:endParaRPr lang="en-US" dirty="0"/>
              </a:p>
              <a:p>
                <a:pPr lvl="1"/>
                <a:r>
                  <a:rPr lang="en-US" dirty="0"/>
                  <a:t>Therefore the shortest path to </a:t>
                </a:r>
                <a14:m>
                  <m:oMath xmlns:m="http://schemas.openxmlformats.org/officeDocument/2006/math">
                    <m:r>
                      <a:rPr lang="en-US" b="0" i="1" smtClean="0">
                        <a:latin typeface="Cambria Math" panose="02040503050406030204" pitchFamily="18" charset="0"/>
                      </a:rPr>
                      <m:t>𝑎</m:t>
                    </m:r>
                  </m:oMath>
                </a14:m>
                <a:r>
                  <a:rPr lang="en-US" dirty="0"/>
                  <a:t> must use only complete nodes, and therefore we have found it already!</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600201"/>
                <a:ext cx="8361699" cy="5121275"/>
              </a:xfrm>
              <a:blipFill>
                <a:blip r:embed="rId2"/>
                <a:stretch>
                  <a:fillRect l="-1312" t="-2024" r="-219"/>
                </a:stretch>
              </a:blipFill>
            </p:spPr>
            <p:txBody>
              <a:bodyPr/>
              <a:lstStyle/>
              <a:p>
                <a:r>
                  <a:rPr lang="en-US">
                    <a:noFill/>
                  </a:rPr>
                  <a:t> </a:t>
                </a:r>
              </a:p>
            </p:txBody>
          </p:sp>
        </mc:Fallback>
      </mc:AlternateContent>
      <p:grpSp>
        <p:nvGrpSpPr>
          <p:cNvPr id="20" name="Group 19" descr="An illustration of the graph when node a is removed from the priority queue during Dijkstra's algorithm.&#10;&#10;We say that, among the k nodes already removed, we have s (the source), x, and y. There is an additional node b that has not yet been removed.&#10;&#10;Because a just got removed, it has an edge to some already-removed node, in this case there is an edge from y to a.">
            <a:extLst>
              <a:ext uri="{FF2B5EF4-FFF2-40B4-BE49-F238E27FC236}">
                <a16:creationId xmlns:a16="http://schemas.microsoft.com/office/drawing/2014/main" id="{49357B1E-48F0-D9B6-159A-08FA6DC3CFCF}"/>
              </a:ext>
            </a:extLst>
          </p:cNvPr>
          <p:cNvGrpSpPr/>
          <p:nvPr/>
        </p:nvGrpSpPr>
        <p:grpSpPr>
          <a:xfrm>
            <a:off x="8158085" y="1755227"/>
            <a:ext cx="3196912" cy="2664373"/>
            <a:chOff x="8158085" y="1755227"/>
            <a:chExt cx="3196912" cy="2664373"/>
          </a:xfrm>
        </p:grpSpPr>
        <p:sp>
          <p:nvSpPr>
            <p:cNvPr id="12" name="Freeform: Shape 11">
              <a:extLst>
                <a:ext uri="{FF2B5EF4-FFF2-40B4-BE49-F238E27FC236}">
                  <a16:creationId xmlns:a16="http://schemas.microsoft.com/office/drawing/2014/main" id="{F370E14E-294F-D4D8-77F0-CC545453D0D1}"/>
                </a:ext>
              </a:extLst>
            </p:cNvPr>
            <p:cNvSpPr/>
            <p:nvPr/>
          </p:nvSpPr>
          <p:spPr>
            <a:xfrm>
              <a:off x="8516679" y="2345631"/>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3497A4C-A31D-1F41-AD5A-57852224D4A6}"/>
                </a:ext>
              </a:extLst>
            </p:cNvPr>
            <p:cNvSpPr/>
            <p:nvPr/>
          </p:nvSpPr>
          <p:spPr>
            <a:xfrm>
              <a:off x="10028475" y="2085324"/>
              <a:ext cx="1326522" cy="1307804"/>
            </a:xfrm>
            <a:custGeom>
              <a:avLst/>
              <a:gdLst>
                <a:gd name="connsiteX0" fmla="*/ 1102506 w 1326522"/>
                <a:gd name="connsiteY0" fmla="*/ 0 h 1307804"/>
                <a:gd name="connsiteX1" fmla="*/ 1315157 w 1326522"/>
                <a:gd name="connsiteY1" fmla="*/ 499730 h 1307804"/>
                <a:gd name="connsiteX2" fmla="*/ 794162 w 1326522"/>
                <a:gd name="connsiteY2" fmla="*/ 818707 h 1307804"/>
                <a:gd name="connsiteX3" fmla="*/ 538980 w 1326522"/>
                <a:gd name="connsiteY3" fmla="*/ 478465 h 1307804"/>
                <a:gd name="connsiteX4" fmla="*/ 49882 w 1326522"/>
                <a:gd name="connsiteY4" fmla="*/ 372139 h 1307804"/>
                <a:gd name="connsiteX5" fmla="*/ 49882 w 1326522"/>
                <a:gd name="connsiteY5" fmla="*/ 818707 h 1307804"/>
                <a:gd name="connsiteX6" fmla="*/ 347594 w 1326522"/>
                <a:gd name="connsiteY6" fmla="*/ 1063256 h 1307804"/>
                <a:gd name="connsiteX7" fmla="*/ 113678 w 1326522"/>
                <a:gd name="connsiteY7" fmla="*/ 1307804 h 13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6522" h="1307804">
                  <a:moveTo>
                    <a:pt x="1102506" y="0"/>
                  </a:moveTo>
                  <a:cubicBezTo>
                    <a:pt x="1234527" y="181639"/>
                    <a:pt x="1366548" y="363279"/>
                    <a:pt x="1315157" y="499730"/>
                  </a:cubicBezTo>
                  <a:cubicBezTo>
                    <a:pt x="1263766" y="636181"/>
                    <a:pt x="923525" y="822251"/>
                    <a:pt x="794162" y="818707"/>
                  </a:cubicBezTo>
                  <a:cubicBezTo>
                    <a:pt x="664799" y="815163"/>
                    <a:pt x="663027" y="552893"/>
                    <a:pt x="538980" y="478465"/>
                  </a:cubicBezTo>
                  <a:cubicBezTo>
                    <a:pt x="414933" y="404037"/>
                    <a:pt x="131398" y="315432"/>
                    <a:pt x="49882" y="372139"/>
                  </a:cubicBezTo>
                  <a:cubicBezTo>
                    <a:pt x="-31634" y="428846"/>
                    <a:pt x="263" y="703521"/>
                    <a:pt x="49882" y="818707"/>
                  </a:cubicBezTo>
                  <a:cubicBezTo>
                    <a:pt x="99501" y="933893"/>
                    <a:pt x="336961" y="981740"/>
                    <a:pt x="347594" y="1063256"/>
                  </a:cubicBezTo>
                  <a:cubicBezTo>
                    <a:pt x="358227" y="1144772"/>
                    <a:pt x="104818" y="1217427"/>
                    <a:pt x="113678" y="1307804"/>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9EE5EFF-E73D-CC1A-67C7-83B99473A9EF}"/>
                </a:ext>
              </a:extLst>
            </p:cNvPr>
            <p:cNvSpPr/>
            <p:nvPr/>
          </p:nvSpPr>
          <p:spPr>
            <a:xfrm rot="4551713">
              <a:off x="8260434" y="3358209"/>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5339FE6-70DB-0853-D628-B1D39E14C1A4}"/>
                </a:ext>
              </a:extLst>
            </p:cNvPr>
            <p:cNvCxnSpPr>
              <a:cxnSpLocks/>
              <a:stCxn id="35" idx="6"/>
              <a:endCxn id="47" idx="2"/>
            </p:cNvCxnSpPr>
            <p:nvPr/>
          </p:nvCxnSpPr>
          <p:spPr>
            <a:xfrm flipV="1">
              <a:off x="9901954" y="1970913"/>
              <a:ext cx="1042288" cy="33517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AB10B90-58C0-64FA-0381-549AB79BDE62}"/>
                </a:ext>
              </a:extLst>
            </p:cNvPr>
            <p:cNvCxnSpPr>
              <a:stCxn id="37" idx="3"/>
              <a:endCxn id="36" idx="7"/>
            </p:cNvCxnSpPr>
            <p:nvPr/>
          </p:nvCxnSpPr>
          <p:spPr>
            <a:xfrm flipH="1">
              <a:off x="9270609" y="3386098"/>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8628FAB3-8BD0-3738-DA2D-79E3D16F1C02}"/>
                    </a:ext>
                  </a:extLst>
                </p:cNvPr>
                <p:cNvSpPr/>
                <p:nvPr/>
              </p:nvSpPr>
              <p:spPr>
                <a:xfrm>
                  <a:off x="8305800" y="2885594"/>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oMath>
                    </m:oMathPara>
                  </a14:m>
                  <a:endParaRPr lang="en-US" dirty="0"/>
                </a:p>
              </p:txBody>
            </p:sp>
          </mc:Choice>
          <mc:Fallback xmlns="">
            <p:sp>
              <p:nvSpPr>
                <p:cNvPr id="34" name="Oval 33">
                  <a:extLst>
                    <a:ext uri="{FF2B5EF4-FFF2-40B4-BE49-F238E27FC236}">
                      <a16:creationId xmlns:a16="http://schemas.microsoft.com/office/drawing/2014/main" id="{8628FAB3-8BD0-3738-DA2D-79E3D16F1C02}"/>
                    </a:ext>
                  </a:extLst>
                </p:cNvPr>
                <p:cNvSpPr>
                  <a:spLocks noRot="1" noChangeAspect="1" noMove="1" noResize="1" noEditPoints="1" noAdjustHandles="1" noChangeArrowheads="1" noChangeShapeType="1" noTextEdit="1"/>
                </p:cNvSpPr>
                <p:nvPr/>
              </p:nvSpPr>
              <p:spPr>
                <a:xfrm>
                  <a:off x="8305800" y="2885594"/>
                  <a:ext cx="335171" cy="335171"/>
                </a:xfrm>
                <a:prstGeom prst="ellipse">
                  <a:avLst/>
                </a:prstGeom>
                <a:blipFill>
                  <a:blip r:embed="rId3"/>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BABBDF72-2FF5-2183-A9B1-28ADD7420C07}"/>
                    </a:ext>
                  </a:extLst>
                </p:cNvPr>
                <p:cNvSpPr/>
                <p:nvPr/>
              </p:nvSpPr>
              <p:spPr>
                <a:xfrm>
                  <a:off x="9566783" y="213849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oMath>
                    </m:oMathPara>
                  </a14:m>
                  <a:endParaRPr lang="en-US" dirty="0">
                    <a:solidFill>
                      <a:schemeClr val="tx1"/>
                    </a:solidFill>
                  </a:endParaRPr>
                </a:p>
              </p:txBody>
            </p:sp>
          </mc:Choice>
          <mc:Fallback xmlns="">
            <p:sp>
              <p:nvSpPr>
                <p:cNvPr id="35" name="Oval 34">
                  <a:extLst>
                    <a:ext uri="{FF2B5EF4-FFF2-40B4-BE49-F238E27FC236}">
                      <a16:creationId xmlns:a16="http://schemas.microsoft.com/office/drawing/2014/main" id="{BABBDF72-2FF5-2183-A9B1-28ADD7420C07}"/>
                    </a:ext>
                  </a:extLst>
                </p:cNvPr>
                <p:cNvSpPr>
                  <a:spLocks noRot="1" noChangeAspect="1" noMove="1" noResize="1" noEditPoints="1" noAdjustHandles="1" noChangeArrowheads="1" noChangeShapeType="1" noTextEdit="1"/>
                </p:cNvSpPr>
                <p:nvPr/>
              </p:nvSpPr>
              <p:spPr>
                <a:xfrm>
                  <a:off x="9566783" y="2138498"/>
                  <a:ext cx="335171" cy="335171"/>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AE8CEF62-5070-282D-FBC7-78010062099D}"/>
                    </a:ext>
                  </a:extLst>
                </p:cNvPr>
                <p:cNvSpPr/>
                <p:nvPr/>
              </p:nvSpPr>
              <p:spPr>
                <a:xfrm>
                  <a:off x="8984522" y="385490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𝑦</m:t>
                        </m:r>
                      </m:oMath>
                    </m:oMathPara>
                  </a14:m>
                  <a:endParaRPr lang="en-US" dirty="0">
                    <a:solidFill>
                      <a:schemeClr val="tx1"/>
                    </a:solidFill>
                  </a:endParaRPr>
                </a:p>
              </p:txBody>
            </p:sp>
          </mc:Choice>
          <mc:Fallback xmlns="">
            <p:sp>
              <p:nvSpPr>
                <p:cNvPr id="36" name="Oval 35">
                  <a:extLst>
                    <a:ext uri="{FF2B5EF4-FFF2-40B4-BE49-F238E27FC236}">
                      <a16:creationId xmlns:a16="http://schemas.microsoft.com/office/drawing/2014/main" id="{AE8CEF62-5070-282D-FBC7-78010062099D}"/>
                    </a:ext>
                  </a:extLst>
                </p:cNvPr>
                <p:cNvSpPr>
                  <a:spLocks noRot="1" noChangeAspect="1" noMove="1" noResize="1" noEditPoints="1" noAdjustHandles="1" noChangeArrowheads="1" noChangeShapeType="1" noTextEdit="1"/>
                </p:cNvSpPr>
                <p:nvPr/>
              </p:nvSpPr>
              <p:spPr>
                <a:xfrm>
                  <a:off x="8984522" y="3854902"/>
                  <a:ext cx="335171" cy="335171"/>
                </a:xfrm>
                <a:prstGeom prst="ellipse">
                  <a:avLst/>
                </a:prstGeom>
                <a:blipFill>
                  <a:blip r:embed="rId5"/>
                  <a:stretch>
                    <a:fillRect b="-8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a:extLst>
                    <a:ext uri="{FF2B5EF4-FFF2-40B4-BE49-F238E27FC236}">
                      <a16:creationId xmlns:a16="http://schemas.microsoft.com/office/drawing/2014/main" id="{F0CC2B2E-CACC-9F08-B7C8-C7E525968DFB}"/>
                    </a:ext>
                  </a:extLst>
                </p:cNvPr>
                <p:cNvSpPr/>
                <p:nvPr/>
              </p:nvSpPr>
              <p:spPr>
                <a:xfrm>
                  <a:off x="9986885" y="3100011"/>
                  <a:ext cx="335171" cy="335171"/>
                </a:xfrm>
                <a:prstGeom prst="ellipse">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𝑎</m:t>
                        </m:r>
                      </m:oMath>
                    </m:oMathPara>
                  </a14:m>
                  <a:endParaRPr lang="en-US" dirty="0">
                    <a:solidFill>
                      <a:schemeClr val="tx1"/>
                    </a:solidFill>
                  </a:endParaRPr>
                </a:p>
              </p:txBody>
            </p:sp>
          </mc:Choice>
          <mc:Fallback xmlns="">
            <p:sp>
              <p:nvSpPr>
                <p:cNvPr id="37" name="Oval 36">
                  <a:extLst>
                    <a:ext uri="{FF2B5EF4-FFF2-40B4-BE49-F238E27FC236}">
                      <a16:creationId xmlns:a16="http://schemas.microsoft.com/office/drawing/2014/main" id="{F0CC2B2E-CACC-9F08-B7C8-C7E525968DFB}"/>
                    </a:ext>
                  </a:extLst>
                </p:cNvPr>
                <p:cNvSpPr>
                  <a:spLocks noRot="1" noChangeAspect="1" noMove="1" noResize="1" noEditPoints="1" noAdjustHandles="1" noChangeArrowheads="1" noChangeShapeType="1" noTextEdit="1"/>
                </p:cNvSpPr>
                <p:nvPr/>
              </p:nvSpPr>
              <p:spPr>
                <a:xfrm>
                  <a:off x="9986885" y="3100011"/>
                  <a:ext cx="335171" cy="335171"/>
                </a:xfrm>
                <a:prstGeom prst="ellipse">
                  <a:avLst/>
                </a:prstGeom>
                <a:blipFill>
                  <a:blip r:embed="rId6"/>
                  <a:stretch>
                    <a:fillRect/>
                  </a:stretch>
                </a:blipFill>
                <a:ln>
                  <a:solidFill>
                    <a:schemeClr val="accent3">
                      <a:lumMod val="50000"/>
                    </a:schemeClr>
                  </a:solidFill>
                </a:ln>
              </p:spPr>
              <p:txBody>
                <a:bodyPr/>
                <a:lstStyle/>
                <a:p>
                  <a:r>
                    <a:rPr lang="en-US">
                      <a:noFill/>
                    </a:rPr>
                    <a:t> </a:t>
                  </a:r>
                </a:p>
              </p:txBody>
            </p:sp>
          </mc:Fallback>
        </mc:AlternateContent>
        <p:sp>
          <p:nvSpPr>
            <p:cNvPr id="44" name="Freeform 2">
              <a:extLst>
                <a:ext uri="{FF2B5EF4-FFF2-40B4-BE49-F238E27FC236}">
                  <a16:creationId xmlns:a16="http://schemas.microsoft.com/office/drawing/2014/main" id="{187AAD63-1D27-A33B-AA85-F13586E96FD7}"/>
                </a:ext>
              </a:extLst>
            </p:cNvPr>
            <p:cNvSpPr/>
            <p:nvPr/>
          </p:nvSpPr>
          <p:spPr>
            <a:xfrm>
              <a:off x="8158085" y="1755227"/>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9B7DCAD-FE75-8FAF-B7D8-C443CAF47EA7}"/>
                    </a:ext>
                  </a:extLst>
                </p:cNvPr>
                <p:cNvSpPr txBox="1"/>
                <p:nvPr/>
              </p:nvSpPr>
              <p:spPr>
                <a:xfrm rot="19167461">
                  <a:off x="8886445" y="2873184"/>
                  <a:ext cx="941604" cy="369332"/>
                </a:xfrm>
                <a:prstGeom prst="rect">
                  <a:avLst/>
                </a:prstGeom>
                <a:noFill/>
              </p:spPr>
              <p:txBody>
                <a:bodyPr wrap="none" rtlCol="0">
                  <a:spAutoFit/>
                </a:bodyPr>
                <a:lstStyle/>
                <a:p>
                  <a14:m>
                    <m:oMath xmlns:m="http://schemas.openxmlformats.org/officeDocument/2006/math">
                      <m:r>
                        <a:rPr lang="en-US" b="0" i="1" smtClean="0">
                          <a:solidFill>
                            <a:schemeClr val="tx2">
                              <a:lumMod val="75000"/>
                            </a:schemeClr>
                          </a:solidFill>
                          <a:latin typeface="Cambria Math" panose="02040503050406030204" pitchFamily="18" charset="0"/>
                        </a:rPr>
                        <m:t>𝑘</m:t>
                      </m:r>
                    </m:oMath>
                  </a14:m>
                  <a:r>
                    <a:rPr lang="en-US" dirty="0">
                      <a:solidFill>
                        <a:schemeClr val="tx2">
                          <a:lumMod val="75000"/>
                        </a:schemeClr>
                      </a:solidFill>
                    </a:rPr>
                    <a:t> nodes</a:t>
                  </a:r>
                </a:p>
              </p:txBody>
            </p:sp>
          </mc:Choice>
          <mc:Fallback xmlns="">
            <p:sp>
              <p:nvSpPr>
                <p:cNvPr id="45" name="TextBox 44">
                  <a:extLst>
                    <a:ext uri="{FF2B5EF4-FFF2-40B4-BE49-F238E27FC236}">
                      <a16:creationId xmlns:a16="http://schemas.microsoft.com/office/drawing/2014/main" id="{99B7DCAD-FE75-8FAF-B7D8-C443CAF47EA7}"/>
                    </a:ext>
                  </a:extLst>
                </p:cNvPr>
                <p:cNvSpPr txBox="1">
                  <a:spLocks noRot="1" noChangeAspect="1" noMove="1" noResize="1" noEditPoints="1" noAdjustHandles="1" noChangeArrowheads="1" noChangeShapeType="1" noTextEdit="1"/>
                </p:cNvSpPr>
                <p:nvPr/>
              </p:nvSpPr>
              <p:spPr>
                <a:xfrm rot="19167461">
                  <a:off x="8886445" y="2873184"/>
                  <a:ext cx="941604" cy="369332"/>
                </a:xfrm>
                <a:prstGeom prst="rect">
                  <a:avLst/>
                </a:prstGeom>
                <a:blipFill>
                  <a:blip r:embed="rId7"/>
                  <a:stretch>
                    <a:fillRect t="-6122" r="-10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Oval 46">
                  <a:extLst>
                    <a:ext uri="{FF2B5EF4-FFF2-40B4-BE49-F238E27FC236}">
                      <a16:creationId xmlns:a16="http://schemas.microsoft.com/office/drawing/2014/main" id="{5A4C501F-64FF-88BA-788A-8096A2CFC062}"/>
                    </a:ext>
                  </a:extLst>
                </p:cNvPr>
                <p:cNvSpPr/>
                <p:nvPr/>
              </p:nvSpPr>
              <p:spPr>
                <a:xfrm>
                  <a:off x="10944242" y="18033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47" name="Oval 46">
                  <a:extLst>
                    <a:ext uri="{FF2B5EF4-FFF2-40B4-BE49-F238E27FC236}">
                      <a16:creationId xmlns:a16="http://schemas.microsoft.com/office/drawing/2014/main" id="{5A4C501F-64FF-88BA-788A-8096A2CFC062}"/>
                    </a:ext>
                  </a:extLst>
                </p:cNvPr>
                <p:cNvSpPr>
                  <a:spLocks noRot="1" noChangeAspect="1" noMove="1" noResize="1" noEditPoints="1" noAdjustHandles="1" noChangeArrowheads="1" noChangeShapeType="1" noTextEdit="1"/>
                </p:cNvSpPr>
                <p:nvPr/>
              </p:nvSpPr>
              <p:spPr>
                <a:xfrm>
                  <a:off x="10944242" y="1803327"/>
                  <a:ext cx="335171" cy="335171"/>
                </a:xfrm>
                <a:prstGeom prst="ellipse">
                  <a:avLst/>
                </a:prstGeom>
                <a:blipFill>
                  <a:blip r:embed="rId8"/>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740959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28617</TotalTime>
  <Words>3505</Words>
  <Application>Microsoft Office PowerPoint</Application>
  <PresentationFormat>Widescreen</PresentationFormat>
  <Paragraphs>1203</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Calibri Light</vt:lpstr>
      <vt:lpstr>Calibri</vt:lpstr>
      <vt:lpstr>Cambria Math</vt:lpstr>
      <vt:lpstr>Arial</vt:lpstr>
      <vt:lpstr>Aptos</vt:lpstr>
      <vt:lpstr>Office Theme</vt:lpstr>
      <vt:lpstr>CSE 332 Spring 2026 Lecture 17: Graphs 3</vt:lpstr>
      <vt:lpstr>Breadth-First Search</vt:lpstr>
      <vt:lpstr>BFS – Pseudocode</vt:lpstr>
      <vt:lpstr>BFS – Worked Example</vt:lpstr>
      <vt:lpstr>Find Distance (unweighted)</vt:lpstr>
      <vt:lpstr>Find Distance – Worked Example</vt:lpstr>
      <vt:lpstr>Shortest Path – Worked Example</vt:lpstr>
      <vt:lpstr>Depth-First Search</vt:lpstr>
      <vt:lpstr>DFS (non-recursive)</vt:lpstr>
      <vt:lpstr>DFS Recursively (more common)</vt:lpstr>
      <vt:lpstr>DFS – Worked Example</vt:lpstr>
      <vt:lpstr>Using DFS</vt:lpstr>
      <vt:lpstr>Back Edges</vt:lpstr>
      <vt:lpstr>Cycle Detection</vt:lpstr>
      <vt:lpstr>Cycle Detection – Worked Example</vt:lpstr>
      <vt:lpstr>Single-Source Shortest Path</vt:lpstr>
      <vt:lpstr>Dijkstra’s Algorithm</vt:lpstr>
      <vt:lpstr>Dijkstra’s</vt:lpstr>
      <vt:lpstr>Dijkstra’s Algorithm (1/8)</vt:lpstr>
      <vt:lpstr>Dijkstra’s Algorithm (2/8)</vt:lpstr>
      <vt:lpstr>Dijkstra’s Algorithm (3/8)</vt:lpstr>
      <vt:lpstr>Dijkstra’s Algorithm (4/8)</vt:lpstr>
      <vt:lpstr>Dijkstra’s Algorithm (5/8)</vt:lpstr>
      <vt:lpstr>Dijkstra’s Algorithm (6/8)</vt:lpstr>
      <vt:lpstr>Dijkstra’s Algorithm (7/8)</vt:lpstr>
      <vt:lpstr>Dijkstra’s Algorithm (8/8)</vt:lpstr>
      <vt:lpstr>Dijkstra’s Algorithm - Pseudocode</vt:lpstr>
      <vt:lpstr>Dijkstra’s Algorithm: Running Time</vt:lpstr>
      <vt:lpstr>Dijkstra’s Algorithm: Correctness</vt:lpstr>
      <vt:lpstr>Dijkstra’s: Correctness – Properties of a</vt:lpstr>
      <vt:lpstr>Dijkstra’s: Correctness – Why a is correct</vt:lpstr>
      <vt:lpstr>Why we need non-negative edge weights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287</cp:revision>
  <dcterms:created xsi:type="dcterms:W3CDTF">2023-10-13T16:06:42Z</dcterms:created>
  <dcterms:modified xsi:type="dcterms:W3CDTF">2026-05-11T16:43:45Z</dcterms:modified>
</cp:coreProperties>
</file>