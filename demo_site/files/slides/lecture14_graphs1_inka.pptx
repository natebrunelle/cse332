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7" r:id="rId2"/>
    <p:sldId id="555" r:id="rId3"/>
    <p:sldId id="543" r:id="rId4"/>
    <p:sldId id="545" r:id="rId5"/>
    <p:sldId id="548" r:id="rId6"/>
    <p:sldId id="546" r:id="rId7"/>
    <p:sldId id="549" r:id="rId8"/>
    <p:sldId id="550" r:id="rId9"/>
    <p:sldId id="551" r:id="rId10"/>
    <p:sldId id="547" r:id="rId11"/>
    <p:sldId id="752" r:id="rId12"/>
    <p:sldId id="753" r:id="rId13"/>
    <p:sldId id="830" r:id="rId14"/>
    <p:sldId id="836" r:id="rId15"/>
    <p:sldId id="829" r:id="rId16"/>
    <p:sldId id="837" r:id="rId17"/>
    <p:sldId id="846" r:id="rId18"/>
    <p:sldId id="850" r:id="rId19"/>
    <p:sldId id="756" r:id="rId20"/>
    <p:sldId id="757" r:id="rId21"/>
    <p:sldId id="847" r:id="rId22"/>
    <p:sldId id="848" r:id="rId23"/>
    <p:sldId id="849" r:id="rId24"/>
    <p:sldId id="851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39:26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21056 5681 0,'0'0'0,"0"0"0,0 0 0,0 8 16,0 18-16,8 17 15,1 33 1,-1 18-16,1-9 16,-9 0-1,0 8-15,0-8 16,17 17-1,9-8-15,42-9 16,17 0 0,26-25-1,26-9-15,25-26 16,9-8 0,16-8-16,10-9 15,25 0 1,42 8-16,18 1 0,25 16 15,9 9 1,-9 0 0,9 9-16,-9 16 15,17 26 1,-16-8 0,-10 8-16,-16-17 15,-69-9 1,-42-25-16,-17-17 15,16-8-15,-7-18 16,-35-16 0,-17-18-1,-17-25-15,8-42 16,-17-18 0,-25 1-16,-17-60 15,-43-1-15,-43-101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41:08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10515 13692 0,'0'0'0,"0"0"0,0 0 16,-8-8-1,-1-1-15,0 1 16,1-1 0,-26 1-1,-26-1 1,-42 18-16,-35 8 15,18 8-15,-18 18 16,-34 25 0,18 8-1,25 1-15,17-1 16,42-25-16,27-25 0,8-1 31,17-16-15,8-1-16,9 1 0,0-9 31,0-9-31,0 9 0</inkml:trace>
  <inkml:trace contextRef="#ctx0" brushRef="#br0" timeOffset="260.08">8731 13998 0,'-8'0'0,"-18"9"16,-17 16-16,-16 26 16,7 0-1,10 9 1,16-9-16,9-8 16,17-1-16,0 1 15,17-9 1,9 0-16,25 25 15,9 1 1,0-9-16,8 34 16,-17-34-1</inkml:trace>
  <inkml:trace contextRef="#ctx0" brushRef="#br0" timeOffset="2798.39">9337 9244 0,'0'0'0,"0"0"0,0 0 15,0 0-15,0 0 16,0-8 0,0-1-1,0 9-15,0 0 16,-25-8 0,-61-9-16,-59 17 15,-77 8 1,-42 1-16,50 8 15,35-9 1,-9-8-16,69 9 16,76-9-1,18-9-15,7 1 0,10 8 16</inkml:trace>
  <inkml:trace contextRef="#ctx0" brushRef="#br0" timeOffset="3032.14">8202 8887 0,'0'0'0,"0"0"0,-8 0 16,-10 0 0,-16 0-1,-8 17-15,-27 9 0,-24 16 32,16 9-32,0 26 15,-26 16-15,18-25 16,42-8-16,26-18 15,43 1 1,42 25-16,103 26 31,25 16-31,60 60 0</inkml:trace>
  <inkml:trace contextRef="#ctx0" brushRef="#br0" timeOffset="4645.67">9994 11677 0,'0'0'0,"-8"-9"0,-1-8 15,-8-8 1,0-1 0,0-8-16,9 9 0,-1-9 15,-25 0 1,-17 8 0,-18 18-1,-59 25-15,0 25 16,-8 9-16,-43 9 15,34-35-15,59-16 16,26-9 0,-8-17-1,17-9-15,25-16 16,18-9 0,8 8-1,8-8-15,1 8 0,-9 9 16,0 17-1,0 0 1,-9 9 0,-16 8-16,-26 8 0,-52 35 15,-8 25 1,34 0 0,26 0-16,8-8 15,18-18 1,8 1-16,17-1 15,17-8-15,43 9 16,76 8 0,-8-26-1,-94-16-15</inkml:trace>
  <inkml:trace contextRef="#ctx0" brushRef="#br0" timeOffset="7353.79">5548 13539 0,'0'0'0,"0"0"0,0 0 16,-9 0-16,-16 9 15,-18-1-15,0 9 16,-17-8-1,-25 8 1,-9 0 0,26 0-16,0 25 15,-35 18-15,-8 16 16,-8 9 0,8 17-16,0 0 15,0 26-15,9-9 16,8-17-1,8 17 1,18-8-16,25-1 16,18 18-16,16-26 15,43 8 1,35 1 0,42-9-16,8-8 15,35-35-15,59-25 16,18-17-1,42-34-15,17-25 16,-9-26 0,27 0-16,-35 8 15,-34-8 1,17-9 0,-68 9-16,-43 9 15,-17-9 1,-17 0-16,-34 8 15,-26 9 1,-17 9 0,-17-18-16,-26-8 0,-50-25 15,-95-26 1,-111-26-16,-76 17 16,-52 43-16,-42 26 15,-26 25 1,-76 59-1,127 18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43:53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2253 7288 0,'0'0'0,"0"0"0</inkml:trace>
  <inkml:trace contextRef="#ctx0" brushRef="#br0" timeOffset="1613.27">2757 4941 0,'-9'0'0,"-8"9"0,-43 25 16,-59 51 0,8 34-16,43 0 15,-9 34-15,-26 51 16,18-51 0,25-51-1,1 43-15,33 8 16,35-43-1,25-16-15,34 16 16,0-8 0,-8-25-16,77 17 15,59-9 1,-17-26-16,86-8 16,-1-8-1,26-18-15,52-8 16,-95 0-1,95 9-15,-61-1 16,18 1-16,0 8 16,-9 0-1,0 0 1,-42-9-16,-9-8 16,-26-17-1,35-8-15,-52-18 16,0-16-1,-42-9-15,-43-9 16,-17-16 0,17-18-16,0-16 15,-9-18 1,-17-17-16,-16 1 16,-18-9-1,-17-9 1,-43 18-16,-33-1 15,-69-17-15,-26 9 16,-33 26 0,-61-1-1,-25 18-15,-26-9 16,-8 8 0,-17 26-16,-94 0 15,-17 34-15,-52 34 16,-93 51-1,-43 34 1,-68 94-16,59 84 16,240-67-16</inkml:trace>
  <inkml:trace contextRef="#ctx0" brushRef="#br0" timeOffset="7841.4">4046 7067 0,'0'0'0,"0"0"0,0 0 0,0 0 16,0 0 0,-9 0-1,0-8-15,-8 8 16,-8 0-1,-26 0-15,-18 0 16,-25 17 0,-25 17-16,-1 8 15,1 18 1,-18 33-16,-8 1 16,0 16-1,0 27-15,0 7 16,17 9-1,9-17-15,-1 9 16,9 8 0,17-9-16,34-33 15,18-9 1,33 0-16,43 17 16,26-17-1,25-8-15,44-1 16,50 9-1,-9-17-15,10-25 16,25-17-16,-1-1 16,35-8-16,-8-8 15,16 8 1,9 0 0,9 0-1,-26 8-15,25 18 16,-16-9-1,42 0-15,-8-17 16,-18-26 0,10-8-16,-1-17 15,0-8 1,-9-26-16,18 0 16,-43 0-1,0-34-15,-77-17 16,-34-18-1,-25 1-15,-35 17 16,-25-17 0,-26-8-16,-26-1 15,-34 9 1,-25-8-16,-17-1 16,-35-8-1,-33 8-15,-18 26 16,-42 0-1,-18 0-15,-8 9 16,-25 25 0,-1 8-16,-25 1 15,-26 16 1,-17 17-16,-25 18 16,-9 8-1,-17 34-15,-26 17 16,-8 9-1,-18 33-15,52 9 0</inkml:trace>
  <inkml:trace contextRef="#ctx0" brushRef="#br0" timeOffset="20570.41">2620 9772 0,'0'0'15,"-8"0"-15,-1 0 0,1 0 16,-1 0-1,1 0-15,-1 0 16,-17 0 0,1 8-16,-18 9 15,-17 0 1,9 9-16,0 25 16,-26 25-1,9 43-15,-17 26 16,25-1-1,17-7-15,18 7 16,16 9-16,26 0 16,26 9-16,16-18 31,10-8-31,33 26 16,26 0-1,17-35-15,0-16 16,18-1-1,50 1-15,0-26 16,18 0 0,25-17-16,17 9 15,17-1 1,9-16-16,0-9 16,-18-26-1,26-25-15,-42-17 16,-26-25-1,-9-9-15,-42-17 16,-26-17 0,9-26-16,-26-17 15,-42-16 1,-44-35-16,-42-59 16,-51-34-1,-43-17-15,-42-9 16,-35 9-1,-16 42-15,-78 26 16,-59 17-16,-52 17 16,-67 51-1,-78 25 1,-34 52-16,9 50 16,-43 60-1,-8 68-15,0 52 16,178-61-16</inkml:trace>
  <inkml:trace contextRef="#ctx0" brushRef="#br0" timeOffset="42236.93">7639 11362 0,'0'0'16,"0"0"-16,0-9 0,17-8 16,43-25-16,68-43 31,17-17-31,17 0 15,9 8 1,-1 1-16,27-26 16,-10 0-1,-7-1-15,16 27 16,-8 8-16,-26 8 16,-26 9-1,-42 34 1,-25 17-16,-27 17 15,-16 9-15,-18 16 16,-33 60 0,-61 68-16,-42 52 15,-42 41 1,-18 35-16,17 8 16,18-8-1,16 8 1,18-17-16,25-25 0,8-1 31,35-76-31,17-17 16,8-34-1,9-51-15,9-34 16,-1-8 0,9-18-16,-8-33 15,-9-43 1,-9-60-16,9-110 15,8 0-15,1-17 16,8-9 0,8 18-1,1 8-15,-9 42 16,8 9 0,1 34-16,-9 25 15,9 18 1,8-1-16,0 18 15,0 33 1,0 18-16,0 16 16,0 18-1,0 16 1,34 43-16,43 77 16,17 67-16,-17 18 15,0-1 1,8 18-16,9-17 15,0-9 1,0 0-16,-26-26 16,-8-16-1,-17 0 1,-9-26-16,-8-43 16,-9-42-1,-17-17-15,-8-8 16,-1-18-16,-16 1 15,-9-1 1,-43-16-16,-77-26 16,-59-26-1,0-33 1,-26-26-16,8-9 16,52 1-16,-43-61 15,18 10-15,59 16 16,0-25-1,-43-102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45:40.9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16251 1199 0,'0'0'0,"0"0"0,0 0 0,0 0 16,8 0-16,1 0 15,-1 0-15,-8 0 16,0 0 0,0 0-1,-8 26 1,-27 84-16,-24 35 15,8-9 1,-1 34-16,18-25 16,26-43-1,8-43-15,17-16 16,0-26-16</inkml:trace>
  <inkml:trace contextRef="#ctx0" brushRef="#br0" timeOffset="1407.95">17283 1454 0,'0'0'0,"0"0"0,0 0 15,0 0-15,-8 9 16,-26 16 0,-26 26-1,-17 9-15,17-9 16,26 0-1,0 8-15,8 9 16,9-8 0,17 0-16,0-18 15,26 1-15,68-9 16,34-17 0,-26-34-1,-25-26-15,25-25 0,9-9 31,-17 9-31,-25 9 16,-27-26-16,-42 0 16,-34 8-1,-34 18 1,-60-1-16,-43 18 16,9 33-1,60 9-15,76 9 16</inkml:trace>
  <inkml:trace contextRef="#ctx0" brushRef="#br0" timeOffset="2193.91">19024 1267 0,'0'0'0,"-8"9"15,-18 33-15,-16 26 16,-1 17-1,-8-17-15,-1 0 16,1 9 0,9-26-16,7 0 15,18-9 1,17-8-16,26 0 16,25-8-16,35 8 15,-1-17-15,-51-8 31,-8-9-31,-9 0 16,8 17 0,1 0-16,-18 8 0,1 9 15,0 0 1,-1-8 0,-16-1-16,-10-8 15,-7 0 1,-9-17-1,8-25 1,1-60-16,16 17 16</inkml:trace>
  <inkml:trace contextRef="#ctx0" brushRef="#br0" timeOffset="2439.66">19024 1250 0,'0'0'0,"0"0"15,0 9-15,9 8 0,-1 8 16,18 9 0,34 9-1,42-9-15,26-26 16,-34-16-1,-68-1-15</inkml:trace>
  <inkml:trace contextRef="#ctx0" brushRef="#br0" timeOffset="3019.69">20586 1488 0,'0'0'0,"0"0"15,0 0-15,0 0 16,-8 0 0,-1 0-16,-25 0 15,-26 17 1,-25 0-16,8 17 16,0 26-1,-25 33 1,0 26-16,33 9 15,35-17-15,43-35 16,42 18 0,0-26-16,9-26 15,42-8 1,18-34 0,-1-8-16,-42-1 15,-43 1-15,-8-1 16,-18-8-1,-8 0 1,-17-8-16,-43-18 16,-42 1-1,17-1-15,16 26 16,-7 0-16,16 0 16,9 9-16,34-1 15</inkml:trace>
  <inkml:trace contextRef="#ctx0" brushRef="#br0" timeOffset="4652.25">15866 2858 0,'0'0'0,"0"0"0,0 8 16,9 1-16,-9-1 15,0 9 1,9 0-1,-1 0-15,1 0 16,-1 17 0,9 17-16,0 0 15,9 0-15,-18-8 16,1-9-16,-9 17 16,-26 0-1,9-26-15</inkml:trace>
  <inkml:trace contextRef="#ctx0" brushRef="#br0" timeOffset="5507.92">17198 2832 0,'0'0'0,"0"0"16,26 17-16,25 17 15,-9 0 1,-7 0 0,-10 0-16,-8 0 15,9 26 1,-1-1-16,-16 9 16,-1 0-1,-16 0-15,-1-8 16,-8-9-16,-25-17 15,-1-9 1,0-16-16,9-18 16,0 1-1,17-18 1,0 9-16,17 0 16,8-8-1,35-1-15,0 9 16,-9 0-1,-8 17 1,-1 0-16,9 17 16,9 0-1,0 9-15,8-1 0,9-8 16,-26-8 0</inkml:trace>
  <inkml:trace contextRef="#ctx0" brushRef="#br0" timeOffset="5868.72">18820 2823 0,'0'0'0,"0"26"15,0 42 1,-9 26-16,0 8 16,-25 0-16,-25 0 15,7-17 1,18-34-16,26-26 16</inkml:trace>
  <inkml:trace contextRef="#ctx0" brushRef="#br0" timeOffset="6362.57">19827 2840 0,'0'0'0,"0"0"0,8 9 16,18 8-16,25 17 15,9 9-15,-9-18 16,-17-8-16,9 17 31,-1 0-31,-7 0 16,-18 0 0,-17 34-16,-9 34 15,-8 0 1,-9 9-16,-8-35 15,17-16 1,9-18-16,16 1 16,9-18-1,43 1-15,119 8 16,-8-17-16,-120-17 16</inkml:trace>
  <inkml:trace contextRef="#ctx0" brushRef="#br1" timeOffset="13007.16">16157 808 0,'0'0'0,"-9"0"0,-16 42 16,-10 26-1,1-25 1,0 8-16,0 9 0,-9 8 16,-8 8-1,-9 18-15,-8 25 32,0 17-32,-1 8 15,1-16 1,17 8-16,-9 9 15,-8-9 1,8-9-16,9 26 16,8 0-16,26 0 15,9 1 1,8-18 0,17-17-16,0-26 15,17 9 1,26-8-16,8-18 15,26-16 1,8-18-16,18-25 16,8-17-1,25-17-15,-24-25 16,-19-26 0,-7-9-16,-9-8 15,-17-8 1,-9-26-16,-17 0 15,-8-17 1,-18-18-16,1-7 16,-18-26-1,-16 0-15,-18 25 16,-16-25 0,-10 0-16,18 17 15,0 0 1,0 17-16,-17 17 15,0 17-15,8 16 16,0 10 0,1 8-1,-18 34-15,-60 25 16,-153 26 0</inkml:trace>
  <inkml:trace contextRef="#ctx0" brushRef="#br1" timeOffset="19608.99">17462 970 0,'0'0'0,"0"0"0,0 0 15,0 0-15,0 0 16,0-9 0,0 0-1,0-8 1,-8 0-16,-1-8 0,1 16 15,-1-8 1,1 9 0,8 8-16,-9 0 15,1 0-15,-1 0 16,-8 0-16,9 0 16,-1 0-1,9 0-15,-8 0 16,8 0 15,0 0-31,0 0 16,0 0-16,0 0 15,-9 0 1,0 0-16,1 0 16,-1-9-1,-8 9-15,0 0 16,9 0-16,-9 0 31,8 0-31,-8 0 16,0 0-16,-9 9 15,1 16 1,-9-8 0,-1 17-16,-7 1 15,-1 7 1,-8 18-16,0-1 15,17-8 1,-1 9-16,-7 16 16,-1 18-1,-8 8-15,8 8 16,9-8 0,-9 9-16,9 8 15,9-8 1,-9 16-16,16 18 15,18-9 1,0-17-16,9 0 16,8 8-1,0 10-15,9-35 16,8 0 0,9 8-16,8 1 15,26 8 1,-1-26-16,1-25 15,9-17 1,7-8-16,10-9 16,16-25-1,18-27-15,8-16 16,0-42-16,0-26 16,-17-17-1,-8-17-15,-9-26 16,-26 9-1,-17-26 1,-25-16-16,-35 8 16,-25-17-16,-25-9 15,-27 9 1,-16 8-16,-17 18 16,-18 8-1,-8 17-15,-8 25 16,-9 34-1,-9 18-15,0 42 16,1 34 0,84 0-1</inkml:trace>
  <inkml:trace contextRef="#ctx0" brushRef="#br1" timeOffset="49641.4">2287 4848 0,'0'0'0,"0"0"0,0 0 0,0 0 31,0 0-31,9 8 16,-1 18 0,-16 33-16,8 35 15,-9 16 1,9-8-16,-25-34 15,8-17 1,8-8-16,9-18 16,0 1-1,0-9-15,9-9 16,8 1 0,34 8-16,26-9 15,42 1 1,-8-1-16,17-16 15,34 8 1,1 0-16,-1 17 16,8 0-1,10 17-15,-61 0 16,-51-17 0,-25 0-16,-9 8 15,-8-16 1,-18-1-16,1-8 15,-1-8 1,18-9-16,34-43 16,25-50-1,26-35-15,0-8 16,-43 51 0,-42 68-16</inkml:trace>
  <inkml:trace contextRef="#ctx0" brushRef="#br1" timeOffset="73932.92">12017 6166 0,'0'0'0,"-8"0"0,-9 25 16,-26 9-16,0 17 16,-8 17-16,8-8 15,9-18 1,9-8-16,8-8 16,-1-9-1,10 0 1,8 0-16,8 8 15,18 1-15,25 8 32,9-8-32,34-9 15,42 0-15,1-9 16,-9-8 0,0 0-1,34 0-15,9 0 16,8 9-16,9-1 15,8-8-15,1 0 16,50 9 0,-16-9-1,16 0 1,-8 8-16,34-8 16,0 9-16,-8 8 15,8 0 1,26 8-16,8-16 15,0-9-15,18-9 16,-27 9-16,78 9 16,-1 8 15,-76 0-31,111 0 16,-9 8-1,-26-8-15,35-8 16,17-9-1,-26 8-15,-60 1 16,69-9 0,-26-9-16,-60 1 0,69-1 15,-26 1 1,-51 16 0,42 1-16,-25-1 15,-43-8 1,-8 0-16,-26 9 0,-51-9 15,-43 0 1,-8 0 0,-35 0-1,-42 0 1,-26 0-16,-25 0 16,-18 0-1,1-9-15,-1 1 16,-8-18-1,-8-16-15,-18-26 16,1-17-16,8-18 16,0 18-1,8 0 1,9 0-16,0-8 16,0-9-1,0-9-15,-9 18 16,1 8-16,-1 8 15,1 9 1,-9 0 0,-9 17-16,1 0 15,-27 8-15,-7 1 16,-35 8 0,-34 8-1,-17 18-15,-26 8 16,-25 0-16,-18 25 15,-25 1 1,-34-1-16,-17-8 16,-17-8-1,-18-1-15,18-8 16,-17 17 0,17-8-1,16-9-15,-7 0 16,7 0-16,-16 0 15,17-9 1,-9 1-16,-8-1 16,-26 1-1,17-1 1,9 1-16,-9-1 16,9 1-1,-9 16-15,9 1 16,-9-1-1,35 1-15,-10-1 16,1-8 0,17 0-16,-17 0 15,0-8 1,-1 8-16,1-9 16,0 9-1,-9 9-15,18-1 16,8 9-16,-1 0 15,18-8 1,52-1-16,16 1 16,26-1-1,42 1-15,26-9 16,9-9 0,0 1-1,-1-1-15,9 1 16,18-1-16,16-8 15,17 9 1,9-1 0,0 9-16,9 0 15,-1 0 1,-8 9-16,9 8 16,-18 34-1,-17 34-15,-8 17 0,0 9 16,8-18-1,35-50-15</inkml:trace>
  <inkml:trace contextRef="#ctx0" brushRef="#br1" timeOffset="82730.17">3909 8709 0,'0'0'0,"0"0"16,0 0-16,-9 0 15,1 0 1,-1 0-16,1 0 15,-1 0 1,1 0-16,-9 0 0,0 0 16,0 17-1,0 17-15,-1 8 16,18 9 15,26 17-31,0-17 16,16-8-16,44-1 15,50-8 1,-8-17-16,17 0 16,52 9-1,-27-9-15,18 8 16,51 9 0,-17 0-1,34 9-15,-8-1 0,16 9 31,-16-17-31,16 0 16,44 9-16,24 0 16,18-18-1,-42-8 1,93 9-16,-34-1 16,-60-16-1,51-1-15,-42-8 16,-9 0-1,-25 0-15,-43 0 16,-26 0-16,-25 0 16,9-8-1,-44-1-15,-42 9 16,-25 0 0,-27-8-1,-16-1-15,-17 1 16,-1-1-16,-8-8 15,-8-8 1,-1-9-16,-16-18 16,-1-16-1,9 0-15,0 34 16</inkml:trace>
  <inkml:trace contextRef="#ctx0" brushRef="#br1" timeOffset="87621.94">19084 9261 0,'0'0'0,"0"0"16,0 0-16,0 0 0,0 0 31,0 0-31,-8-8 16,8 8-16,0 0 16</inkml:trace>
  <inkml:trace contextRef="#ctx0" brushRef="#br1" timeOffset="89148.34">19033 8683 0,'0'0'0,"0"0"0,0 0 15,0 0-15,-9 0 16,1 0 0,-18 0-1,9 0-15,0 0 16,0 9 0,9-1-16,-1 1 15,0-1-15,1 9 16,-1 0-16,-8 9 15,9-1 1,-1 1 0,1 8-1,-9 0-15,0 17 16,-1-9 0,10 1-16,8-9 15,0 0 1,8 0-16,10 0 15,16 0-15,8-9 16,1 1 0,8-9-1,43 8-15,17-16 0,0-1 32,-17 1-32,-26-1 15,-8-8-15,25 0 16,-8 9-16,8-1 15,1 9 1,-9 0-16,8 0 16,17 0-1,9 0 1,-17-8 0,9-1-1,-27 1-15,1-9 0,26-9 16,8 1-16,0-1 15,-9 1 17,-17-9-32,18 8 15,-1 1-15,-8 8 0,9 0 32,-18 0-32,-8-9 15,17 1 1,17-1-16,-1 1 15,1-1 1,0-8-16,26 0 16,0 17-16,-18-8 15,9-1 1,17-8 0,9 9-1,-18-1-15,-16-8 16,16 0-16,1 17 15,-9 0 1,-26 0 0,-8 0-16,9 9 15,-1-1-15,-17 9 16,1 0 0,-18-8-16,-17-1 15,-25 1 1,-1-1-16,-7-8 15,-10 0 1,1 0 0,-1 0-16,1 0 15,-1 0-15,-8 0 16,0 0 0,0 0-16,0 0 15,0-8 1,0-1-16,-8-16 15,-1-1 1,-8-8-16,0 0 16,0 0-1,0 9-15,17-9 16,8-9 0,9-8-16,9 0 15,-17 26 1</inkml:trace>
  <inkml:trace contextRef="#ctx0" brushRef="#br1" timeOffset="90391.9">25537 8615 0,'0'0'16,"0"0"-16,0 0 0,0 0 16,0 0-16,0 0 15,-9 0 1,0 17-16,-8 9 15,-8 8 1,-1 8-16,1 9 16,-1 0-1,9 0 1,0 0-16,8 0 16,1 0-1,8-8 1,0-1-16,0-16 15,0-1-15,0-8 16,0 0 0,17-8-1,17-1-15,34-8 0,43-17 16,26-8 0,8-9-1,17 0-15,26 0 16,0 0-1,25 17 1,26 0-16,8 8 0,27 9 16,16 17-1,-9 0 1,1 0-16,-9 9 16,0-9-1,-17 8-15,-17 9 16,-8 0-16,-26-8 15,17 8-15,-9 8 32,-34-16-32,-17-1 0,-25 1 15,-35-9 1,-33-9 0,-35 1-1,-9-1-15,-16-8 16,-1 0-1,1 0-15,-1 0 0,-8-8 16,0-18 0,-8-42-1,-9-17-15,0-8 16,0-1-16,8-25 16,-25-170-1</inkml:trace>
  <inkml:trace contextRef="#ctx0" brushRef="#br1" timeOffset="120566.3">20032 4159 0,'0'0'0,"0"0"0,0 0 16,0 0-1,0 0-15,0 0 16,0 0-1,17 0 1,0 0-16,8 0 16,103-9-16,69 18 15,-86-1 1,-35 1-16,52 8 0,26-9 16,-34 1-1,-52-9-15,-34 0 31,-8 0-15,-9 0-16,-9 0 16,1 0-16,-26 0 15,-52 0 1,-33 8 0,8-8-16,-34 9 15,-85-9-15,50 8 16,78-16-16,-34-1 31,16 1-31,52 8 16,17 0-1,17 0-15,17 0 16,25 8 0,10 9-16,50 9 15,77 8-15,0-26 16,-68 1-1,-26-9 1,9 0-16,-9 0 16,-33 0-1,-10 0-15,-16 0 16,-18-9 0,-51 1-16,-102-9 15,-8 0 1,50 8-16,-16-16 15,-138-18 1</inkml:trace>
  <inkml:trace contextRef="#ctx0" brushRef="#br1" timeOffset="124893.49">19084 4167 0,'0'0'0,"0"0"0,0 0 15,0 0 1,0 0 0,0 0-16,-8 0 15,-18-8 1,-34-9-16,-17-9 0,-25 1 15,17 16 1,33 9 0,10-8-16,-9 8 15,16 0 1,18 0 0,0 0-16,17 0 0,0 0 15,9 0 1,34 8-16,42 9 31,9-8-31,-17-1 16,16 1-1,10-9-15,-26 0 16,-35 0-16,-16 0 16,-18 0-1,1 0-15,-35 0 16,-42 8-1,-51 1-15,-26-9 16,17-9 0,17 1-1,34-1-15,34 1 16,17 8 0,18 0-16</inkml:trace>
  <inkml:trace contextRef="#ctx0" brushRef="#br1" timeOffset="127844.5">17650 4099 0,'0'0'0,"0"0"0,0 0 15,0 0 1,0 0-16,0 0 16,0 0-1,0 0 1,-17 0-16,-17 9 15,-34-1-15,-43 1 16,-26-1 0,9-8-16,51 0 15,9 9 1,17-1-16,17-8 16,17 0-16,8 0 15,9 0 1,9 0-1,42 17 1,77 0-16,43 0 16,-1-17-1,10 0-15,-27 0 16,-67 9-16,-35-9 16,-26 0-16,-16 0 15,-26-9 1,-111 1-1,-60 8-15,43-9 16,-51 1 0,-129-1-1</inkml:trace>
  <inkml:trace contextRef="#ctx0" brushRef="#br1" timeOffset="130694.22">16302 3963 0,'0'0'0,"0"0"16,0 0-16,-9 0 16,1 0-16,-18 9 15,-17-1 1,-42-16 0,-9-1-16,51 1 15,9-1-15,0 9 16,0 0-1,0 0 1,0 0-16,0 0 16,8 0-16,9 0 15,8 0 1,9 0-16,0 0 16,9-8-1,42-9 1,60 0-16,26 8 15,-18 1 1,-68-1-16,-25 1 16,0 8-1,-9 0-15,-9 0 16,1 0-16,-9-9 16,-60-8-1,-85 0-15,-60-9 16,-8 9-16,68 0 15,68 0 1,60 17-16</inkml:trace>
  <inkml:trace contextRef="#ctx0" brushRef="#br1" timeOffset="208444.12">1212 11932 0,'0'0'0,"0"0"0,8 0 15,-8 0-15,0 0 16,0 0-1,0 0-15,0 0 0,0 0 32,0 25-32,0 26 15,9 26-15,-9 8 16,-9 8 0,1 9-1,-9 26-15,0-9 16,8-17-1,-16-34-15,16-42 16,9-1-16,0-8 16,9-8-1,16-18-15,52-16 16,60-43 0,16-17-1,18 0-15,17 25 16,-26 26-1,-8 9-15,-18 16 0,-25 9 32,-17 17-32,-26 0 15,-25 9-15,-17-9 16,-1-9 0,-16 1-1,-1-1-15,1 1 16,-1-26-1,18-43-15,17-93 0,8-34 32,34-94-32</inkml:trace>
  <inkml:trace contextRef="#ctx0" brushRef="#br1" timeOffset="212019.16">3098 12000 0,'0'0'16,"-8"0"-16,-18 0 0,0 0 15,9 0 1,-8 8-16,-1 9 16,1 17-16,7 0 15,1 0 1,17 0-16,0 0 15,17 0 1,1 0 0,16 0-16,0 0 15,0-17 1,0 0-16,0 0 16,9-8-16,-9 0 15,0-1 1,9 1-1,0-1-15,8 1 16,0 8 0,-8 8-16,-1 1 15,-8-1 1,-8 1-16,0-9 16,-1-9-16,9 1 15,1-18 1,-1 1-1,0-1-15,0-8 16,0-8 0,0-18-16,17-33 15,9-44 1,17-7-16,-17 16 0,-26 60 31</inkml:trace>
  <inkml:trace contextRef="#ctx0" brushRef="#br1" timeOffset="213424.9">4566 11898 0,'0'0'0,"0"0"0,0 0 16,0 0-16,-8 8 15,-1 9 1,-16 17-16,-1 0 16,0 9-1,1-1-15,8-16 16,0-1 0,-1 1-1,1-1-15,0 1 0,9-1 16,-1-16-1,1-1-15,8 1 16,0-9 0,0 8-1,0 1-15,0-1 16,0 9 0,0 9-16,0-1 15,0 1-15,0 0 16,0-9-1,17 8-15,8-16 16,10-1-16,16 1 31,9-1-31,8 1 16,9-18-16,16 1 16,1-1-16,0 9 15,-17 0 16,0 9-31,-9-1 0,-8 9 16,8 0 0,-8-8-1,-17-1-15,-18 1 0,-8-1 32,-8-8-32,-1 0 15,-8-8 1,9-52-16,25-119 15,17-161 1</inkml:trace>
  <inkml:trace contextRef="#ctx0" brushRef="#br1" timeOffset="-212722.93">4549 12816 0,'-8'0'0,"-1"26"0,1-9 16,-61 102-16,69-119 15,0-9 1,0 9-16,0 0 16,0 0-1,0 0-15,0 0 16,0 0 0,17 17-16,17 43 15,35 33 1,25 18-16,8 0 15,0-35 1,26 18-16,60 16 16,-9 9-1,1 0-15,25-17 16,34-17 0,25 9-16,1 8 15,16-8 1,10-1-16,-1-8 15,85 9 1,9-1-16,-34 9 16,77 9-1,0-9-15,-18-26 16,35-25 0,-51 0-16,76 26 15,-16 8 1,-78 0-16,26 0 15,9 0-15,-26-8 16,-68 8 0,68 25-16,-26-25 15,-67-25 1,93-1-16,-69-33 16,-16-35-1,-43-16 1,-59-18-16,24-16 15,-93 8-15,26-17 16,0-9 0,-43 26-1,-26 9-15,-34-9 16,-17-26 0,-17 1-16,-42-1 15,-35 1-15,-34 16 16,-8 18-1,25 24-15,-8 1 16,-1 9 0,44 8-1,7 0-15,18 0 16,9 0-16,8 0 16,25 25-1,44 44 1,67 16-16,26 0 15,-34-17 1,-8-9-16,8 18 16,-43-26-16,-33-9 15,-27-8 1,-25 9 0,-43 25-16,-127 59 15,-146 61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49:37.68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1775 12451 0,'0'0'0,"0"-9"0,0-16 0,-8-10 15,8 1 1,-43-8-16,9-9 16,-26 0-1,18 17-15,7 8 16,10 1-16,8-9 15,0 17 1,8 0 0,9 0-16,0 8 15,0 1 1,0 8-16,0 0 16,0 0-1,0-9-15,17 9 16,34-8-16,43-1 15,34 9 1,43 9-16,-9-9 16,-94 0-1</inkml:trace>
  <inkml:trace contextRef="#ctx0" brushRef="#br0" timeOffset="3396.01">2987 10316 0,'0'0'0,"0"0"0,0 0 16,0 0-16,0 0 15,0 0 1,0 0 0,9 0-1,-9 0-15,0 0 16,0 0 0,8 0-16,9 0 0,9-9 15,17 1 16,16-1-31,1 1 16,43 8-16,50 0 0,18-9 31,59-8-15,120-8-16</inkml:trace>
  <inkml:trace contextRef="#ctx0" brushRef="#br0" timeOffset="4524.57">2834 11268 0,'0'0'0,"0"0"16,0 0-16,0 0 16,0 0-1,0 0-15,0 0 16,0 0-16,8 0 31,18 0-31,25-8 16,43-1-1,17 1-15,0-1 16,51-16 0,43-9-16,0-9 0,34-42 15,85-42 1</inkml:trace>
  <inkml:trace contextRef="#ctx0" brushRef="#br0" timeOffset="5708.05">3192 11923 0,'9'0'0,"16"0"0,86-8 16,103-9 0,33-9-16,35-16 15,93-9 1</inkml:trace>
  <inkml:trace contextRef="#ctx0" brushRef="#br0" timeOffset="6610.92">2910 12833 0,'0'0'0,"-8"-8"16,-1-1-16,1 1 16,8-18-1,8-8 1,35-25-16,0-1 16,8 9-1,17 17-15,0 9 16,-8-1-16,34 1 15,111-18 1,25-8 0,78-9-16</inkml:trace>
  <inkml:trace contextRef="#ctx0" brushRef="#br0" timeOffset="10582.67">3226 13590 0,'0'0'0,"0"0"0,9-8 16,68-9-1,42 0-15,35 0 16,-26 8-1,-86 18-15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51:00.49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1434 16856 0,'0'0'0,"0"0"0</inkml:trace>
  <inkml:trace contextRef="#ctx0" brushRef="#br0" timeOffset="2846.76">3286 17349 0,'0'0'0,"0"0"0,0 0 0,0 0 16,0 0 0,0 0-16,0 0 15,0 0-15,17 0 16,17 9-16,26-1 16,8 1-1,0-1-15,-16-8 31,-10 0-31,-16 0 16,0 0 0,-18 0-16,1 0 15,-1 0 1,-25 17-16,-26 51 16,-33 26-16,-1-9 15,9-26 1,25-25-1,17-8-15,9-18 0,17 1 32,9-26-32,25-26 15,26-33-15,25-1 16,0 18 0,-16 16-16,-18 18 0,-26 8 31,1 8-31,-17 9 15,-1 0 1,-8 0 0,-8 0-16,-18 17 15,-17 0 1,1 9-16,7-1 16,10-16-1,8-1-15,17 1 16,0-9-1,8-9-15,35-8 16,8-8 0,9-9-16,8 8 15,0 1 1,-8 8-16,-34 17 16</inkml:trace>
  <inkml:trace contextRef="#ctx0" brushRef="#br0" timeOffset="4674.78">3166 15495 0,'0'0'0,"0"0"0,0 0 16,0 0 0,0 0-16,-8 17 15,-1 43 1,-16 59 0,-18 25-16,9 9 15,0-17-15,17-25 16,17-34-1,17-26 1,8-34-16,1-9 0</inkml:trace>
  <inkml:trace contextRef="#ctx0" brushRef="#br0" timeOffset="5089.06">3636 16065 0,'0'0'0,"0"0"0,-9 0 15,1 17-15,-1 8 16,-8 9-1,0 17 1,9 1-16,8-10 16,8-16-16,9-1 15,0-16 1,9-9 0,8-9-16,0-16 15,-8-26-15,-1-26 16,-16 0-1,-1-8 1,1 17 0,0 17-16,-1 17 15,1 17-15</inkml:trace>
  <inkml:trace contextRef="#ctx0" brushRef="#br0" timeOffset="5374.49">4464 15776 0,'0'0'0,"0"0"0,0 0 15,0 0-15,-9 8 16,-16 52 0,-27 67-16,-24 52 15,-35 119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0:54:29.75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20168 1777 0,'0'0'0,"0"0"0,0 0 16,0 0-1,0 17-15,0 9 16,0 42 0,-8 43-16,8-18 15,-9-8 1,9 26-1,0-1-15,-9-8 16,-8-25 0,0-26-16,0-17 15,17-26 1,0 1 0,0-1-16,0-25 15,17-34-15,9-42 16,17-1-1,33-8-15,10-8 16,8-9 0,-9 25-16,-17 18 15,18 7-15,-10 27 16,-16 16-16,8 9 16,1 26-1,8 16-15,8 52 31,0 17-31,-34 8 16,-8 17 0,-17 17-16,-18-17 0,1-43 15,-9-16 1,0-18 0,0-16-1,0-9 1,0-9-16,0 1 15</inkml:trace>
  <inkml:trace contextRef="#ctx0" brushRef="#br0" timeOffset="899.39">22618 1709 0,'0'0'0,"0"0"16,0 0-16,0 0 15,0 26 1,-9 33-16,-8 61 16,0-1-1,0-34-15,-17 0 16,-17 17 0,16-17-16,10-17 15,8-17 1,0-17-16,8-9 15,9-16 1,0-9-16</inkml:trace>
  <inkml:trace contextRef="#ctx0" brushRef="#br0" timeOffset="1163.5">22131 1931 0,'0'0'0,"9"8"0,33 9 16,69 26-1,69-1-15,-27-16 16,-42-9 0,9 8-16,-1-16 15,1-9 1,-27-9-16,-33 1 15,-34 8-15</inkml:trace>
  <inkml:trace contextRef="#ctx0" brushRef="#br0" timeOffset="1529.72">23497 2696 0,'8'-9'0,"35"-16"16,34-26-16,17-17 16,-18 0-1,1-17-15,9-9 16,-1-16-16,-8-9 16,-26 8-1,-17 34 1,-8 9-16,-18 17 15,1 26 1</inkml:trace>
  <inkml:trace contextRef="#ctx0" brushRef="#br0" timeOffset="1781.24">24231 2194 0,'17'9'0,"34"8"0,77 0 15,34 8 1,-17 1-16,-34-18 16,-25-16-16,-18-1 15,-17-8 1,-25-8-16,-18 16 15</inkml:trace>
  <inkml:trace contextRef="#ctx0" brushRef="#br0" timeOffset="1987.37">24512 2279 0,'0'0'0,"9"26"0,34 118 15,-1 94-15,-25 52 16,-42-35 0,25-34-16,42-43 15,-16-118 1</inkml:trace>
  <inkml:trace contextRef="#ctx0" brushRef="#br1" timeOffset="12542.51">23659 2458 0,'0'0'0,"0"0"0,0 0 16,-9 8 0,1 9-16,-1 9 15,-16 25 1,-27 42-16,-24 35 15,16 0 1,9 16-16,8-16 16,26-18-1,17-8 1,8-8-16,18-18 16,25-8-1,9-8-15,25-9 0,26 0 16,34-17-16,35-17 31,-10 0-15,1-8-16,0-9 15,-35 0 1,-16 0-16,-18 8 16,-8 9-1,-26 0-15,-16 9 16,-27-9-1,1-9-15,-18 1 16,1-1 0,-1 1-16,1-1 15,-9-8 1,0 0-16,8-25 16,18-35-1,8-42-15,0-17 16,1-43-1,-10 9-15,-16 0 16,-1-136 0</inkml:trace>
  <inkml:trace contextRef="#ctx0" brushRef="#br1" timeOffset="44371.96">23676 3878 0,'0'0'0,"0"0"16,0 0 0,0 0-16,0 0 15,0 0-15,-9 0 16,-8 26 0,-25 25-1,-10 17-15,1 25 16,0 18-16,-17 25 15,-18 25-15,27-33 16,16-35 0,9-33-1,17 0 1,0-26-16,8-9 16,9-16-16,9-1 0,42 1 31,26-9-31,51-17 15,25-9 1,-16 9 0,-52 17-16,-25 0 0,0 17 31,0 26-31,-9 33 16,-17 9-1,-17-8-15,-34-9 16,-9 0-1,-8-9-15,-17-16 16,-34-1 0,-43-16-16,17-18 15,25-16 1,18-1-16,17-16 16,25-18-1,18-25-15,25-51 16,34-161-16</inkml:trace>
  <inkml:trace contextRef="#ctx0" brushRef="#br1" timeOffset="44901.52">25502 5154 0,'-17'0'0,"-59"25"0,-44 26 16,26 0-16,0 9 15,0-9 1,35-17-16,25-9 15,16-8 1,18-8 0,9-9-16,17 0 15,50-17 1,52-17-16,9-26 16,-26 9-16,-51 9 15,-26 8 1,-9 17-1,-16 0-15,-1 17 0,-8 25 16,-8 43 0,-35 60-1,-25 59-15,17-25 16,17-77 0,17-43-1,17-16-15,34-1 16,17 1-16,-17-18 15</inkml:trace>
  <inkml:trace contextRef="#ctx0" brushRef="#br1" timeOffset="45307.25">26646 5077 0,'-8'9'0,"-44"33"0,-24 26 15,-10 0 1,1-8-16,8-1 16,34-16-16,9-9 15,17 0 1,9 8-16,25 26 31,34 26-31,51 0 0,1-18 0,-35-25 31,-17-8-15,-25-9 0,-1 8-16,-16 18 15,-18 8 1,-42 17-16,-51 0 15,-1-34-15,44-17 16,42-26 0</inkml:trace>
  <inkml:trace contextRef="#ctx0" brushRef="#br1" timeOffset="45682.31">27218 5783 0,'0'0'16,"0"0"-16,26 26 0,42 25 16,43-17-1,-9-17-15,-42-26 16,-17-25-16,-9-17 15,-9-17 1,1 0 0,-17 0-1,-44 0-15,-50 8 16,-34 26-16,-9 51 16,-69 119-1,-25 60 1,86-17-16,93 25 15,111-17 1,69-77-16,238-42 16,44-34-1</inkml:trace>
  <inkml:trace contextRef="#ctx0" brushRef="#br1" timeOffset="55537.21">17975 6940 0,'0'0'0,"-9"0"0,1 0 0,-10-9 16,-7 1-1,-1 8-15,9 0 16,0 0-1,9 0-15,-1 0 16,1 0 0,8 0-16,-9 0 15,0 17 1,1 0-16,-1 17 16,1 17-1,-9 8 1,0-8-16,8 0 15,1-8-15,-1-9 16,9-9 0,0 1-16,0-9 15,26-9 1,25-8-16,26-8 16,17-1-1,8-8 1,9 9-16,-9 8 15,-25 0 1,-17 0-16,8 0 16,9 8-16,-17 1 15,-9-1 1,-8 1 0,-9-1-16,-9 1 15,1-18 1,8-8-16,9-34 15,17-34 1,-9-59-16,34-145 16</inkml:trace>
  <inkml:trace contextRef="#ctx0" brushRef="#br1" timeOffset="70874.36">8543 8054 0,'0'0'0,"-8"0"16,-1 17 0,1 0-16,-1 8 15,1 9-15,8 9 16,0 8 0,0-9-16,0 1 15,0-9-15,0 0 16,0-9-1,0 1-15,0-9 32,0 0-32,8-9 15,-8 1-15,17 8 16,26-9-16,0 1 31,8-18-31,34 1 16,18-1-1,8-8-15,0 17 0,-26 0 32,26 0-32,43-8 15,8-1 1,26 1-16,25-1 0,-25 1 16,16-1-1,27 1 1,-9 8-1,25 0-15,-16 0 16,16 0 0,9-9-16,9 9 15,8 0 1,0 0-16,0 9 16,17-1-1,9 9-15,8-8 16,18-1-1,-18 1-15,60-9 16,-17 0 0,-17 0-16,-9 0 15,-17 0 1,35 8-16,-26 9 16,-52 0-1,-33 0-15,-44 0 16,-7 0-1,-61-8-15,-42 0 16,-34-1 0,-18-8-16,-8 0 15,0-8 1,0-18 0,1-25-16,7-43 15,1-33-15,-18-35 16,-25-127-1</inkml:trace>
  <inkml:trace contextRef="#ctx0" brushRef="#br1" timeOffset="74433.94">4549 9168 0,'0'0'15,"0"0"-15,0 0 0,0 0 16,0 17-16,-8 0 16,-1 8-1,1 18 1,-10 25-16,10-9 16,8 1-1,0-18-15,17 10 16,17-10-1,9-16-15,34-1 0,16-16 32,1-18-32,26-25 15,51-8 1,-18-1-16,9 0 16,69 9-1,-43 17-15,-1 17 16,35 17-16,-51 17 15,-9 9 1,34-9-16,-50 0 16,-27-8-1,26-1 1,0-8-16,-34-8 0,-51-18 31,-35 1-31,1-1 16,0-8-16,-18-17 15,1-17 1,-18-17 0,1 25-16</inkml:trace>
  <inkml:trace contextRef="#ctx0" brushRef="#br1" timeOffset="81082.85">12376 5205 0,'0'0'0,"0"0"0,0-9 16,-9 1 0,1-1-16,-1 1 15,1-1 1,-10 1-16,-7-1 16,-1 1-1,1 8-15,-1 0 16,-8 8-1,8 1-15,9 8 16,-8 0 0,-1 8-16,-17 9 15,1 0 1,-1 0-16,9 9 16,0-1-1,8 18-15,-8 25 16,0 17-1,0 0-15,17-34 16,17-17-16,17 9 16,8-1-1,35 1 1,17-1-16,59-16 16,44-9-1,-27-34-15,18-26 16,51-8-16,-34-17 15,-9 0 1,9 0 0,-35-17-16,-33-17 15,8 0-15,-51 0 16,-26 0 0,-34 0-16,-34-26 15,-51-16 1,-69-18-1,-76 1-15,-43 25 16,-52 50 0,-59 61-16,-17 68 15,60 33-15,-17 35 32</inkml:trace>
  <inkml:trace contextRef="#ctx0" brushRef="#br1" timeOffset="102895.95">4489 11387 0,'0'0'0,"0"0"0,9 9 16,-9-1-16,0 9 15,0 1 1,0 7-16,0 9 16,0 17-1,0 0-15,0 9 16,0-1 0,0-16-16,8 8 15,-16 8 1,8 1-1,8-18-15,-8 1 16,0-9 0,9-9-16,8 1 15,0-18-15,17 1 16,35-18 0,16-8-1,9-8-15,8-9 16,9 8-16,-17 9 15,8 0 1,26 0 0,9 0-16,-9 9 15,17 8-15,17 8 16,-17 1 0,-25 8-16,-9 0 15,-9 0 1,-25-9-1,-17 1-15,-17-1 16,-18 1 0,1-1-16,-18-8 15,1 0-15,-9-8 16,8-26 0,1-34-1,-9-77-15,8-25 16,9-119-1</inkml:trace>
  <inkml:trace contextRef="#ctx0" brushRef="#br1" timeOffset="141091.95">5445 12859 0,'0'0'0,"-8"0"0,-18 0 0,-170 25 0,102 1 0,17 8 0,9 8 0,8 35 16,0 16 0,9 1-16,17-9 15,17-8 1,0-9-16,25 17 16,9-9-1,26 1-15,25-9 16,35 8-1,-1-16-15,26-18 16,26 1 0,17-18-16,8 1 15,17-1 1,-8 9-16,8 0 16,1 0-1,24-8-15,-7-9 16,8-26-1,8-8 1,-34-8-16,-16-18 16,-1-25-1,-17-25-15,-34-35 16,-25 1 0,-44 8-16,-33 8 15,-60-16-15,-60-18 16,-111 9-1,-119 25-15,-69 43 16,-34 26 0,1 25-16,-18 51 15,-60 34 1,1 42 0,119 9-16</inkml:trace>
  <inkml:trace contextRef="#ctx0" brushRef="#br1" timeOffset="144681.01">9619 12451 0,'0'0'0,"0"0"0,-17 8 16,-34 18-1,-26 8-15,0 8 16,9 9-1,-1 9-15,1 8 16,8-9 0,1 18-16,7 16 15,1 43-15,-9 34 16,1 1 0,42-10-16,42 1 31,26-35-31,18-16 15,59-9 1,60-9-16,25-7 16,26-18-16,8-26 15,35-16 1,-9-26 0,-17-26-16,26-33 15,-35-10-15,-50-7 16,-1-1-1,-17-25-15,-17-17 16,-42-8 0,-43 16-16,-26-16 15,-34-9 1,-43-26-16,-59-8 16,-60 8-16,-77 9 31,-77 34-31,-85 51 15,-51 51 1,0 34-16,25 51 0,9 34 31,25 9-31</inkml:trace>
  <inkml:trace contextRef="#ctx0" brushRef="#br1" timeOffset="166557.15">19076 10095 0,'0'0'0,"-9"17"0,-17 25 15,-16 9 1,-35 60 0,-34 85-16,0-9 15,26 42 1,25-8-16,-8-34 16,-26 69-1,8-95-15,18-101 16,8-9-1,18-9-15,8-16 16,17-18 0,17-8-16,0-8 15,25-18 1,61-42-16,24-34 16,-24 34-1,-35 26-15,17 16 16,18 18-16,-1 33 15,9 18 1,-26 25 0,-34-17-16,-34-26 15,-51 35 1,-43 50-16,-17 9 16,-25-34-16,-26-34 15,51-42 1,42-43-16,-8-43 15,35 18 1,42 42 0</inkml:trace>
  <inkml:trace contextRef="#ctx0" brushRef="#br1" timeOffset="167600.4">19630 12280 0,'0'0'0,"0"0"0,0 0 15,0 0-15,0 0 16,0-17 0,0-17-16,0-34 15,9-8 1,51-43-16,51-94 16,34-8-1,17-17-15,9-43 0,-9 35 16,-34 25 15,-43 59-31,-25-8 16,-17 34-1,-18 51-15,-16 34 16,-1 17 0,1 17-16,-9 0 15,0 17 1,-9 0-16,-8 25 15,-17 35 1,-26 50-16,1-8 16,-1-25-16,0 16 15,0 1 1,18-34 0,25-18-16,-1-16 15,1-1-15,9-16 16,-1-1-1,9 1 1,0-9-16,-8 0 16,-1-9-16,1-8 15,-9-8 1,0-9-16,-1 0 16,10 17-1,8-9-15,8-8 16,18-17-1,25-26 1,26-8-16,8-17 16,9 0-16,0 17 15,0 0 1,-17 9-16,-17 16 16,-18 18-1,10 16-15,-1 26 16,17 43-1,0 93-15,-8 76 16,-17 18 0,8-9-1,9-59-15,-9-60 16,-17-51 0</inkml:trace>
  <inkml:trace contextRef="#ctx0" brushRef="#br1" timeOffset="206770.53">17565 11490 0,'-9'17'0,"-8"59"0,-17 52 0,-137 441 0,95-313 0,7-35 0,35-94 15,9-8 1,16-34 0,9-34-16,26-8 15,25-18 1,26-16-16,51-35 15,60-16-15,-26-9 16,17 8-16,9-16 16,-18-1-1,-25 9 1,1 17 0,7 9-16,-33 25 15,-26 17 1,-18 8-16,-24 1 0,-27-18 31,1 1-31,-18-1 16,1-25-16,16-59 31,10-69-31,-1-59 16,0-51-1,-8 17-15,-1-9 16,1-8-16,-9 0 15,17 8 1,-8-8-16,8 17 16,17 34-16,-17 34 31,0 42-31,9 9 16,-18 43-1,-7 33-15,-10 9 16,1 17-16,-1 0 0,1 9 31,-9 8-31,0 0 16,0 0-1,0 0 1,-26 0-16,-25 0 16,-52 25-1,-33 9-15,-35 0 16,9 0-1,-9-17-15,-8-8 16,17-9 0,34-9-16,0 9 15,8 0 1,26 0-16,35 9 16,25-9-1,8 0-15,9 0 16,0 0-1,8 0-15,1 0 16,8 8 0,0 9-16,0 26 15,17 25 1,8 51-16,-16 42 16,-35 35-1,-42 93-15,-34 77 16,-18 34-16,26-26 15,17-17 1</inkml:trace>
  <inkml:trace contextRef="#ctx0" brushRef="#br1" timeOffset="-162210.27">23531 10554 0,'0'0'0,"0"0"0,0 0 16,0 0-16,0 9 16,0 8-1,-9 0-15,1 25 16,-18 9-16,-8 17 16,0 0-1,0 0 1,0-8-16,17-18 15,-1-16-15,10-1 16,-1-16 0,1-1-16,8 1 15,0-9 1,0 8 0,0-8-16,0 0 15,0 0 1,0 0-16,0 9 15,0-1-15,0-8 16,-9 9 0,1 8-16,-1 0 15,1 25 1,-18 18 0,1 25-16,-10 26 0,10 8 15,8-26 1,17-33-1,17-18-15,8-16 16,1-18 0</inkml:trace>
  <inkml:trace contextRef="#ctx0" brushRef="#br1" timeOffset="-161791.45">24162 11319 0,'0'0'0,"0"0"0,-17 9 15,-25 16 1,-18 26-16,-8 18 0,16-1 31,18-9-15,17-16-16,17-1 15,26 1 1,34-9-16,16-17 16,27-17-16,-1-26 0,-33-8 31,-27 0-16,-25 0-15,-8 0 0,-26-8 32,-34-1-32,-52-8 15,43 26 1</inkml:trace>
  <inkml:trace contextRef="#ctx0" brushRef="#br1" timeOffset="-161223.33">25110 11583 0,'0'0'0,"0"0"0,0 0 15,-17 17 1,-17 26 0,-26 8-16,0 0 15,9-9-15,8 1 16,18-18 0,8 1-16,17-1 15,25-8 1,26-8-16,35-9 15,-9-17 1,-1-17 0,-7-9-16,-27-8 15,-8 0 1,-8 9-16,-17 8 16,-1 17-16,1 8 15,-1 9-15,-8 0 16,-8 26-1,-1 33 1,-16 9 0,-27 51-16,1 51 0,17-34 15,-9-34 1,-25-8 0,-69 34-16,-8-18 15,-17-25 1,-17-34-16,8-25 15,-102-26 1</inkml:trace>
  <inkml:trace contextRef="#ctx0" brushRef="#br1" timeOffset="-160140.28">25835 12212 0,'0'0'0,"0"0"0,0 0 16,0 0 0,-8 0-1,-1 17-15,-16 17 16,-10 17-16,-7 0 15,-1-8 1,9 0 0,0-1-16,17-16 15,0-1-15,8-8 16,1-8 0,8-1-1,0-8-15,0-8 16,17-1-1,17 1-15,17-9 16,-8 17 0,-1 0-16,-7 17 15,-1 0-15,-9 17 32,1 0-32,-18 0 15,1 0-15,-18 0 16,1 0-1,-9 0-15,-9-9 16,1-8 0,-10-8-1,1-9-15,9-17 16,-9-34-16,25 17 16</inkml:trace>
  <inkml:trace contextRef="#ctx0" brushRef="#br1" timeOffset="-159425.78">26757 11353 0,'0'0'0,"-8"0"0,-10 26 0,-24 34 15,-1 33-15,-8 1 16,8-9 0,9-26-16,8-16 15,9-18 1,9 1-16,8-18 16,0 1-1,34-26-15,34-26 16,35-50-1,8-18-15,-17 9 16,-26 26 0,-17 33-1,-8 9-15,-18 17 16,1 17 0,-18 0-16,1 17 15,0 17-15,-9 0 16,0 9-1,0-9-15,0-9 16,17 1 0,0-1-1,0 1-15,17-9 16,9 0 0,-1 0-16,-16 0 15,-1 0 1,-16-9-16,0 1 15,-1 8-15,1 0 16,-18-9 0,1 1-16,8-1 15</inkml:trace>
  <inkml:trace contextRef="#ctx0" brushRef="#br1" timeOffset="-159053.45">28720 10384 0,'-8'0'0,"-1"17"0,-25 25 0,-34 35 15,-35 51 1,-25 33 0,0 26-16,9 17 15,-1 43 1,26-17-16,26 8 15,25 8 1,35-33-16,33-9 16,35-34-1,34-59-15,-34-69 16</inkml:trace>
  <inkml:trace contextRef="#ctx0" brushRef="#br1" timeOffset="-158327.86">29215 11243 0,'-8'0'0,"-9"42"0,-26 60 16,-17 35-16,9-10 16,-9 1-1,-8-1 1,8-8-16,9-8 16,17-26-16,17-34 15,0-26 1,8 1-16,9-18 15,9-16-15,33-43 16,35-43 0,8-25-1,18-8 1,-1-1-16,9 1 16,-8 33-1,-27 26-15,1 17 0,-17 17 16,-17 17-1,-9 17-15,-9 17 16,1 26 0,-9 50-1,-17 35-15,-17-1 16,-26 18-16,-8-9 16,17-34-1,0-34 1,17-26-16,0-16 15,17-9 1,0-9 0</inkml:trace>
  <inkml:trace contextRef="#ctx0" brushRef="#br1" timeOffset="-158001.59">30768 11260 0,'-8'8'0,"-9"52"0,-34 93 0,-18 26 16,10-43-1,-1 42 1,0 1-16,0-60 16,26-68-1,17-34-15</inkml:trace>
  <inkml:trace contextRef="#ctx0" brushRef="#br1" timeOffset="-157781.55">30154 11685 0,'0'0'0,"8"0"0,52 26 15,43 16-15,25-16 16,17-1 0,-9-16-16,-33-1 15,-69-8 1</inkml:trace>
  <inkml:trace contextRef="#ctx0" brushRef="#br1" timeOffset="-157288.03">31776 11379 0,'0'0'0,"0"0"0,0 0 15,-9 17-15,-17 17 0,-25 26 16,-34 16 0,-9 18-16,17-1 31,9-16-31,0-1 16,25-8-1,17-8-15,18-18 0,8-8 31,17-8-31,9 8 16,25-9 0,0 1-16,0-1 15,-17-8-15,-8 0 16,-1 0 0,-7 17-1,-10 0-15,1 1 16,-9 7-1,-9 1-15,1-18 16,-10-16 0,-16-18-16,-34-16 15,-34-18 1,-18-42-16,77 42 16</inkml:trace>
  <inkml:trace contextRef="#ctx0" brushRef="#br1" timeOffset="-156842.7">32527 10988 0,'0'0'0,"0"0"0,17 25 16,17 43-1,-9 68-15,-16 68 16,-26 35-16,-34 41 16,-18-8-16,-59 1 31,-8-18-31,-86-43 15,-94 26-15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1:00:03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11505 4176 0,'0'0'0,"0"0"0,0 0 0,0 0 16,-17 0-16,-43 17 15,-51 17 1,-8-9-1,42 1-15,17 8 16,-17 8 0,-16 9-16,7 17 15,9 0 1,9 0-16,17-25 16,0-1-1,17 9-15,-1 9 31,-16 42-31,-34 68 0,0 0 16,-1 43-16,18 25 16,34-68-1,34 9 1,34-1 0,43-50-16,0-43 15,16-34 1,104 0-16,-35-17 15,51-9-15,43 9 16,-25-25 0,42-9-1,-51-17-15,34-34 16,-34-26 0,-69-59-1,35-25-15,-43 16 16,-34-8-1,-60-8-15,-42 16 16,-69-8-16,-85-17 16,-85 8-1,-43 18-15,-112 33 16,-16 26 0,60 59-16,-60 35 15,-128 85 1,119 8-16</inkml:trace>
  <inkml:trace contextRef="#ctx0" brushRef="#br0" timeOffset="13253.77">21670 5120 0,'0'0'0,"-8"0"0,-1 0 0,1-9 16,-18 9-1,0 0 1,-42-8-16,-9-1 15,26 9-15,-17-8 16,-26-1 0,-17 9-1,-17 0-15,17 17 16,9 9-16,-35 25 0,0 8 31,18 1-15,17 16-16,8 26 15,-9 9 1,-8 16-16,-34 52 16,26 34-1,-1 16-15,-25 35 16,26 0 0,8-18-16,42 1 15,35-35 1,26-33-1,16 17-15,52-18 16,42-16-16,35-9 16,42-9-1,43 1 1,-26-43-16,52-25 16,-9-18-1,60-42-15,34-17 16,-43-25-1,17-26-15,-42-17 16,-9-34-16,0-34 16,-34-43-1,-26-34-15,9-33 16,-52-9 0,-59-18-16,-26-7 15,-33-18 1,-44 17-16,-51-8 15,-51 0 1,-85-17-16,-43 17 16,-34 42-1,-34 9-15,-26 42 16,-17 43 0,-9 51-16,1 60 15,-9 76 1,-9 51-1</inkml:trace>
  <inkml:trace contextRef="#ctx0" brushRef="#br0" timeOffset="18532.66">9576 10486 0,'0'0'0,"-17"-8"0,-8-10 0,-10 1 15,1 0-15,9 0 16,-18 0-1,-8 0-15,-26 0 16,0 17 0,-34 26-16,-8 25 15,-1 60 1,-42 50-16,0 18 16,25 8-1,43 0-15,1 43 16,7 16-1,18 35-15,17-26 16,25 17 0,9 0-16,17 9 15,17-43-15,17-76 32,43 42-32,0-43 15,25-42 1,86 9-16,8-35 15,60-50-15,0-43 16,9-51-16,17-26 16,-9-42-1,0-59-15,-51-26 16,25-60 0,-67-25-1,-61 0 1,-34 25-16,-33-8 15,-44-17-15,-59 8 16,-60 26 0,-60 51-16,-85 0 15,-77 51 1,-59 93-16,-103 111 16,-60 136-16,51 111 31,69 76-31,34 68 15,119-127-15</inkml:trace>
  <inkml:trace contextRef="#ctx0" brushRef="#br0" timeOffset="64315.78">20714 11847 0,'0'0'0,"-8"-9"0,-18 1 0,-162-9 0,103 8 0,8 9 0,-8 17 31,-35 17-31,-33 26 16,-9 33-16,-9 26 16,0 43-1,-17 42-15,1 34 16,25 9 0,42-9-1,26-8-15,17 8 16,43-26-16,34 9 15,43 1 1,42-35-16,52 0 16,51 0-16,42-60 31,43-59-31,17-42 16,18-43-1,-10-60-15,-8-42 16,-42-25-1,-18-18-15,-16-42 16,-26-17 0,-52-26-16,-51 26 15,-33-42 1,-61-44-16,-76 18 0,-69 26 31,-76 33-31,-26 60 16,-26 51-16,-8 34 15,42 34 1,26 25 0,52 26-16,-129 17 15</inkml:trace>
  <inkml:trace contextRef="#ctx0" brushRef="#br0" timeOffset="67294.5">19596 13029 0,'0'0'0,"-8"0"15,-1 0-15,-16-9 16,-18 1 0,-17-26-16,-34-77 15,0-42 1,43 17-16,0-68 15,8 8 1,18-16-16,-27-52 16,-24 35-1,-18-44-15,-9 1 16,1-25 0,8-69-16,0 17 15,-8 18 1,-1-27-16,1 52 15,8 26 1,0 24-16,17 27 16,1 8-1,16 68-15,9 17 16,-1 8 0,1 34-16,17 26 15,17 43 1,0 8-16,8 8 15,1 18 1,-1 25 0,9 51-16,0 51 15,17 34-15,9 0 16,-18-34 0,-16 0-16,-18-8 15,-25-1 1,0-25-16,8-33 15,9-18 1,17-26-16,0-16 16,-9-9-16,-8-34 31,-8-69-31,-1-50 16,9-51-1,25-25-15,26-9 16,9-1-16,25 18 15,0 43-15,-8 59 16,-9 51 0,17 25-1,9 43-15,34 60 16,25 33-16,18 43 31,8 9-31,-8-26 0,-9-9 16,25 10-1,35-1 1,17 0 0,102 34-16</inkml:trace>
  <inkml:trace contextRef="#ctx0" brushRef="#br0" timeOffset="120445.77">1664 11047 0,'0'0'0,"0"0"0,0 0 16,0 0-16,0 0 0,0-8 31,9-1-15,8-8-16,60-25 15,102-18 1,17-8-16,26-59 16,0-9-16,-9 16 15,44 18 1,-61 17 0,0-8-16,0-9 0,-93 34 31,-43 17-31,-9 17 15,-17 8 1,-26 9-16,-16 0 16,8 17-16,-487-85 15,487 85 1,0 0-16,-8 0 16,-18-8-1,9 8 1,0 0-16,17 0 15,0-9-15,17 1 16,60-35 0,85-25-1,0 17-15,-25 17 16,-1 9 0,-33 16-16,-35 26 15,-17 26 1,-16 42-16,-35 68 15,-26 25 1,0-42-16,9-59 16,9-43-1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1:02:48.3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2134 3028 0,'0'0'0,"0"0"0,0 0 16,0 0-16,0 0 15,0 17 1,0 17 0,-9 17-16,1 25 15,-1 18 1,1 8-16,8-9 16,8 1-1,18-9-15,8-9 16,60-7-1,59-18-15,61-43 16,25-25-16,34-8 16,26-18-1,25 0-15,17 1 16,9 16 0,9 9-1,-1 9-15,26 16 16,0 18-1,-25-1-15,16 26 16,9 26 0,-51 8-16,0 0 15,-26 9 1,-68-9-16,-17-9 16,-25-8-1,-35-17-15,-34-8 16,-26-18-16,-25-25 15,-17-17 1,-1-17-16,1-34 16,-17-25-1,-9-60-15,-34-17 16,-34 16 0,-51-126-16</inkml:trace>
  <inkml:trace contextRef="#ctx0" brushRef="#br0" timeOffset="5798.2">17334 4958 0,'0'0'0,"0"0"0,0 0 16,0 0-16,0 0 15,0 0 1,0 0-16,0 9 15,9 25 1,0 25-16,-1 26 16,1 9-1,-9 16-15,17-8 16,0-17 0,17-8-16,0-1 15,9-16 1,-1-26-16,10-8 15,-1-18 1,17-8-16,0-8 16,-16-18-1,-10 1-15,-8-18 16,9 0 0,0 9-16,-1 0 15,-7 0 1,-1 9-1,8-1-15,-7 18 16</inkml:trace>
  <inkml:trace contextRef="#ctx0" brushRef="#br0" timeOffset="6826.65">20834 5536 0,'0'0'0,"0"0"0,0 0 16,0 0-16,0 0 16,0 0-1,0 9-15,0 8 16,0 8 0,8 9-16,1 0 15,-1 9 1,1-9-16,-1-8 15,1-1 1,0-8 0,-1 0-16,1 0 15,8-8-15,0-1 16,17 1 0,26-18-16,8 1 15,9-9 1,8-9-1,-8-8-15,-17 9 16,-1 8 0,-24-1-16,-10 10 15,-8-1 1,-8 9-16,-1 0 16,1 0-16,-9 0 15,0-8 1,0-1-16,-9 1 15,1-18 1,-9-8 0,8 9-1</inkml:trace>
  <inkml:trace contextRef="#ctx0" brushRef="#br0" timeOffset="7691.37">22532 5094 0,'0'0'0,"0"0"0,0 0 16,0 0 0,0 0-16,0 9 15,-8 8 1,-1 17 0,1 8-16,-1-8 15,1-8-15,-9-1 16,8 1-1,9-18-15,0 9 16,0 0-16,0-8 16,0 8-1,17-9 1,34 1 0,26-1-16,8-16 0,1-9 15,-9 8 1,-9 1-1,9-1-15,-18 9 16,-7 0-16,-18 0 31,-9 0-31,-16 0 16,-1 0-16,1 0 16,-9 0-16,0 0 15,0 0 1,0-8-1,0-26-15,0-60 16,9 35-16</inkml:trace>
  <inkml:trace contextRef="#ctx0" brushRef="#br0" timeOffset="15604.23">3499 11668 0,'0'0'0,"0"-8"0,0-9 16,0-9-16,0-8 15,0 0 1,0 17-16,0 0 15,0 9 1,0 8-16,0 0 16,0 0-1,0 0-15,0 8 16,-8 26 0,-1 26-16,9 16 15,-8 1 1,8-1-16,8 9 15,9 9 1,0-18-16,0-16 16,9-9-1,8-9-15,9 1 16,25-18 0,0 1-16,26-9 15,68-9-15,9-33 16,34-26-1,51-34 1,-25 0-16,-1 17 16,-25 17-16,-26 17 15,34 17 1,-42 17 0,-17 0-16,-1 17 15,-42 17 1,-17 0-16,-43-9 15,-25-8 1,-9-8-16,-8-1 16,-1 1-1,-8-26-15,0-17 16,0-51 0,-8-94-16,8-25 15,8-9-15,1-16 16,8 16-1,0 1 1,-9 16-16,1 17 16,-1 18-1,-16 25-15,-9 25 16,0 26-16,-9 26 16,1 8-1,-1 17 1,-17 0-16,-8 17 15,-34 0 1,-35 17-16,-16 17 16,-18 8-16,-25 1 15,8-1 1,0 1-16,-25-1 16,-9-8-1,-8-8-15,8-1 16,26-16-16,-9-9 31,26 8-31,34-8 16,25 0-1,27 0 1,7 17-16,10 0 16,-10 26-16,10 8 15,16 8 1,9 43-1,0 68-15,8 68 16,9 52 0,17 41-16,8 1 0,10 8 15,-1 43 1</inkml:trace>
  <inkml:trace contextRef="#ctx0" brushRef="#br0" timeOffset="32416.67">7707 8173 0,'0'0'0,"-8"-9"0,-10 1 0,-16-1 16,-17 1-16,-26-1 15,-25 9 1,8 0 0,-8 0-16,-9 0 15,25 0 1,1 9-16,-9 8 0,17 17 31,-8 25-15,-35 35-16,1 16 15,8 18-15,0 17 16,43 8 0,16 17-1,-7 8-15,-1 18 16,9-26-1,17-8-15,0 25 16,16-26-16,1-16 16,0 25-1,9-17-15,8-42 16,8-1 0,9 1-16,26-1 15,8-16 1,-8-35-1,8-16-15,34-1 16,78-25-16,-18-25 16,17-35-1,68-25 1,-8-25-16,17-18 16,9-16-16,25-52 15,9-8 1,-9 8-16,0 9 15,8-25 1,-16 16-16,-43-8 16,8-17-1,-42 25-15,-34 1 16,-26-1 0,-26 9-1,-34 34-15,-25 0 16,-17 0-1,-43 17-15,-26 8 16,-59-8-16,-61 9 16,-41 16-1,-61 34-15,-51 52 16,-17 51 0,-34 25-16,-51 34 15,-17 68 1,-103 76-1,154-67-15</inkml:trace>
  <inkml:trace contextRef="#ctx0" brushRef="#br0" timeOffset="40565.25">19050 7093 0,'0'0'0,"0"0"0,0 0 0,0 0 16,0 0 15,0 0-31,0 0 16,0 0 0,-9 0-16,9 0 15,0 0 1,0 0-16,0 0 15,9 0 1,59 0-16,60 8 16,0 1-1,-25-1-15,8 9 16,8-8 0,-16-1-16,-1 1 0,-34-1 31,-25 1-31,-17-9 15,-18 0 1,1-9-16,-9 9 16</inkml:trace>
  <inkml:trace contextRef="#ctx0" brushRef="#br0" timeOffset="40896.87">19596 6821 0,'0'0'0,"0"0"0,17 8 16,35 9-16,41 9 15,18 8 1,-17-9 0,-43 9-16,9 0 15,8 17 1,1 9-16,-18-9 15,-25-9 1,-26 1-16,-26 8 16,-76 34-16,-129 59 15,-51 1 1,35-68-16,-69-9 16</inkml:trace>
  <inkml:trace contextRef="#ctx0" brushRef="#br0" timeOffset="45383.11">25485 11421 0,'0'0'0,"0"0"0,0 0 16,0 0-16,9 0 16,-1 0-16,1 0 31,-1 0-31,-8 0 16,0 0-1,0 0-15,0 0 16,0 0-1,0 0-15,-8-17 16,-1-17 0,1-42-16,-9-26 15,0-9 1,17 9-16,0-25 16,8-26-16,9 17 15,0 8 1,9 9-16,-9 0 15,-8 25 1,-1 26 0,-16 17-16,-1 17 15,1 0 1,-18 17-16,-8 17 16,-17 17-1,-9 26-15,0 25 16,-8 17-1,-26 25-15,17-25 16,34-25 0,18-26-16,8-9 15,17-16-15,0-1 16,25-33 0,52-35-1,34-50-15,0-18 16,0 1-1,-17 25-15,-34 51 16,-35 17 0,1 17-16,-9 17 15,0 8 1,34 60-16,35 94 16,33 16-1,103 60-15</inkml:trace>
  <inkml:trace contextRef="#ctx0" brushRef="#br0" timeOffset="85579.64">22916 10316 0,'0'0'0,"0"0"0,0 0 32,0 0-32,9 0 15,-1 0-15,9 0 16,1-9-16,-1 1 15,0-18-15,0-16 32,-9-1-17,1 1-15,-9-18 16,-9 1 0,9 8-16,0 0 0,0 0 31,0 8-31,0-8 15,0 9 1,-8 8-16,-9 0 16,8 17-1</inkml:trace>
  <inkml:trace contextRef="#ctx0" brushRef="#br0" timeOffset="85893.58">22822 9780 0,'-8'0'0,"-9"0"0,-9 9 16,9-1-16,0 1 15,9-1 1,-1 1-16,9-9 16,0 0-1,17-17-15,34-17 16,18-26 0,-10-16-16,1 8 15,-17 16 1,-9 10-16,-9 16 15,-7 9 1,-1 17-16,0 0 16,17 17-1,0 17 1,0 18-16,0 16 16,9-9-16,-17 1 15,-9-35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1:04:37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5838 8930 0,'0'0'0,"-9"0"0,1 25 0,-9 9 16,-9 0 0,-8 17-16,-17 9 15,0-1 1,8 18-16,-34 25 15,-17 34 1,0-17-16,-34 26 16,17 25-1,35-26-15,-1-16 16,0 16 0,17 1-16,17-26 15,18-34 1,-1 17-16,9 26 15,17-9 1,17-34-16,26-9 16,25-16-1,18-18-15,50-16 16,35-1 0,25-16-16,9-9 15,-17-17 1,25-17-16,43-9 15,-17-16 1,9-26 0,-9-26-16,8 18 15,1-1-15,-9-42 16,0-17 0,-17 0-16,42-26 15,-25-16 1,-26 16-16,-16 1 15,8-18 1,8 9 0,-51 17-16,-8-26 15,-1 18 1,-25 16-16,-25-8 16,-35 25-16,-17 9 15,-34 17 1,-8 34-16,-18 17 15,-25-8 1,-25-1-16,-27 9 16,-33 0-16,-43 8 15,-26 26 1,-34 17 0,-26 17-1,-33 17-15,-9 17 16,-18 43-16,-59 34 15,9 16-15,-9 26 16,-34 34 0,-18 43-16,-7 42 31,33 43-31,9 135 16,136-101-16</inkml:trace>
  <inkml:trace contextRef="#ctx0" brushRef="#br0" timeOffset="23275.76">22746 8811 0,'0'0'0,"-9"8"0,1 18 16,-10 8 0,10 8-16,-1 1 15,1 8-15,-1 8 16,1 1 0,-1 8-16,-8 0 15,-8 8 1,8-8-1,-1-17-15,1-17 16,9-8-16,8-9 16,0-8-16,0-1 15,0-8 1,0 0 0,25-8-16,27-18 15,7-8 1,10 0-1,-1 8-15,0 9 16,9 9 0,0 8-16,0 8 15,0 9-15,-9 0 16,9 17 0,-18-8-16,1 0 15,-17-1-15,-18-16 31,-8-1-31,-8 1 16,0-1 0,-1-8-16,-8-8 15,9-9-15,-1-26 16,9-42-16,9-34 16,16-51-1,44-136 1</inkml:trace>
  <inkml:trace contextRef="#ctx0" brushRef="#br0" timeOffset="86745.35">19605 9074 0,'0'0'0,"0"0"0,0 0 15,0 0-15,-9 0 16,1 0 0,-1 0-16,1 9 15,-1-9 1,1 17-16,-18 17 16,-17 51-1,-34 59-15,-33 35 16,-1 17-1,-9 8-15,9 8 16,-8 18 0,-26 0-16,-1 8 15,18 8 1,0 43-16,-8 1 16,8-1-1,25 0 1,-8-17-16,9-25 15,8-18-15,17 1 16,18-51 0,-1 16-16,9 1 15,-9-9 1,-8 42 0,-1-7-16,10-27 0,7-8 15,18-51 1,9 9-1,16 0-15,9-18 16,9-16 0,8-1-16,8 35 15,9-1 1,1-25 0,16-17-16,9 26 15,25 17 1,-8-26-16,17-26 15,17 1 1,17-1-16,0 1 16,8-1-1,26-16-15,-17-26 16,0-9 0,9-16-16,8-17 15,9-18-15,0-25 16,34-34-1,-18-26 1,-16-8-16,17-17 16,-18-25-16,-7-26 15,16-17 1,-17-52-16,-25-7 16,-1-35-1,9-59 1,-34 17-16,9-26 15,-1-34 1,-25 43-16,-17 9 16,-9-44-1,-25 35-15,-18 0 16,-8 8-16,-17 18 16,-25-1-1,-1 26 1,-16-9-16,-10 9 15,-7 17-15,-18 8 16,-9 35 0,1 25-16,-9 8 15,0 26 1,0 25 0,-8 26-16,0 9 15,8 16-15,8 35 16,-33 8-16,-18 16 31,1 27-31,-43 34 16,-9 50-1,-9 35-15,1 33 16,8 43 0,-42 77-16</inkml:trace>
  <inkml:trace contextRef="#ctx0" brushRef="#br0" timeOffset="104211.52">7699 13173 0,'0'0'16,"-9"-8"-16,0-1 0,-16-8 15,-1 0 1,-8 0-16,0 9 0,0-1 31,0 9-31,0 0 16,8 0-1,0 0-15,1 26 16,-9 16 0,-1 9-16,10 17 15,-1 9 1,1 0-16,-1 25 15,9 8-15,0 26 16,17-17 0,0 0-1,8 43-15,9 0 16,9-43 0,8-9-16,9 18 15,0-9 1,-1-26-16,9-25 15,-8-17 1,8-25-16,1-1 16,7-8-1,10-8-15,-10-1 16,10 1 0,25-9-16,8-43 15,-17-42 1,9-25-16,9-1 15,8 1 1,17-43-16,-17-17 16,-9 33-1,26-24-15,0-35 16,-9 26 0,-16-17-16,8-26 15,-9 35 1,9-35-16,-8 9 15,-9 9 1,8-61-16,9 27 16,-9-18-1,9 1-15,-8 16 16,-27-17 0,10 1-16,-9 8 15,-9-9 1,9-17-16,8 1 15,0-10 1,-33-7-16,7 25 16,18 25-1,-17-17-15,-9 43 16,-17 34 0,-8 0-16,-18 51 15,-8 26 1,-8 16-16,-9 26 15,-9 0 1,-16 17-16,-18 8 16,-17 26-1,-34 26 1,-34 42-16,-17 26 16,-9 42-1,9 25-15,8-16 16,1 8-1,16 8-15,9-7 16,0-1 0,-8 25-16,-10 18 15,1 16-15,0-7 16,17-27 0,0 18-1,0 8-15,0 0 16,-25 34-1,-1 9-15,26-18 16,8-8-16,-25 26 16,26-17-1,25-18-15,0 1 16,17-26 0,-8-8-16,-1-9 15,10-17-15,7 0 31,10 17-31,7-26 16,18 1 0,-8-9-16,7 0 15,18-25-15,0-43 16,0-17 0,9-9-1,8-16-15,0-18 16,0 1-1,0-9-15,0 0 16,0 0 0</inkml:trace>
  <inkml:trace contextRef="#ctx0" brushRef="#br0" timeOffset="116274.7">24871 8734 0,'0'0'0,"-9"0"0,1 9 15,-1-1 1,1 1-16,-1-1 15,1 1-15,-1-1 16,1 1-16,-1-1 31,0 1-31,9-1 16,0-8 0,9 0-16,34-8 15,42-18-15,43-25 16,17 0-1,-17 0 1,-42 9-16,-52 16 16,-9 9-16,-16 17 15,-26-9 1,-43 9-16,-51 0 16,-43 17-16,-16 18 31,16 7-31,18 18 15,42-18 1,17-16-16,34-9 16,18-9-1,16 1-15,9-9 16,51-26 0,77-25-16,34-8 15,-8-1 1,-17 17-16,-26 1 15,-43 25 1,-34 0-16,-8 8 16,-18 9-1,1 0-15,-18 0 16,-25 9 0,-60 16-16,-34 18 15,0 8 1,26 0-16,42-25 15,17-1 1,18-16 0,16-1-16,9 1 15,34-1-15,43-8 16,60-17 0,8-17-16,-9 17 15,146-17 1</inkml:trace>
  <inkml:trace contextRef="#ctx0" brushRef="#br0" timeOffset="117170.11">24436 9568 0,'0'0'0,"0"0"0,0 0 16,0 0-16,17 0 15,17 8 1,8 1-16,10-1 15,7-8 1,-7 9-16,-10-1 16,-16 1-1,-18-9-15,1 0 16,-9 0 0,-17 17-16,-17 17 15,-9 8 1,-8 1-16,17-18 15,17-16 1,0-1-16,8 1 16,9-1-1,0-8-15,9 0 16,8 17 0,17 0-16,8 0 15,-7 0 1,-1 0-16,-9 17 15,-8-8 1,-8 8-16,-18 8 16,-8 9-1,-17 0-15,-8 0 16,-10 0-16,18-17 31,17-17-31,9-8 16,8-9-1</inkml:trace>
  <inkml:trace contextRef="#ctx0" brushRef="#br0" timeOffset="117400.24">25229 10435 0,'0'0'0,"-8"0"16,-1 17-16,-16 17 15,-1-8 1,0-1-16,1 1 0,8-18 16,8 1-1,9-9 1</inkml:trace>
  <inkml:trace contextRef="#ctx0" brushRef="#br0" timeOffset="117886">25494 9823 0,'0'0'0,"8"-9"0,27 1 0,24-1 16,18 9-1,-17 0-15,-9 9 16,-8-1-1,-1 9-15,-7 0 16,-10 0 0,-16 17-16,-18 0 15,-25 26 1,-34-1-16,-1 9 16,10-8-1,25-26-15,17-9 16,-1 1-1,10-9-15,8 0 16,43 8 0,50 1-16,27-1 15,42-25 1,154-8-16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1:06:55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6051 9780 0,'0'0'0,"0"0"16,-8 0-16,-1 9 16,1-1-16,-26 18 15,-26 8 1,-17 25-16,-8 1 16,-1 8-1,-16 34-15,-1 0 16,27-26-1,24 1-15,1 8 16,0 0 0,8 9-16,-16 16 15,16-16 1,9-9 0,17 0-16,17 0 15,0 0-15,25 0 16,9 0-1,9-8-15,8-9 16,26-9 0,8-8-16,35-17 15,59-8 1,0-35-16,35-25 16,25-25-16,0-9 31,34-35-31,-34-7 15,-9-18 1,18-33-16,-35 8 16,-8-9-16,-9-8 15,-16-9 1,-10 9 0,18-17-16,-9-8 15,-8 16 1,-9-8-16,0-9 0,-25 35 15,-18-1 1,-8-16-16,-34 50 16,-26 17-1,1 9 1,-18 0-16,-17 26 16,-9 16-1,-16 1-15,-26-1 16,-9 9-16,-25 0 31,-26 0-31,-68 9 16,-35 16-1,10 26-15,-52 17 16,-17 17-16,-43 9 16,-51 42-16,17 25 15,-34 26 1,-17 0-1,25 17-15,-8 43 16,9 8-16,25 26 16,34 16-1,1 1 1,50-17 0,69-26-16,-43 68 0</inkml:trace>
  <inkml:trace contextRef="#ctx0" brushRef="#br0" timeOffset="4385.78">4993 10460 0,'0'0'0,"0"0"0,0 0 16,-9 0-16,1 9 16,-9 0-1,0-1-15,0-8 16,0 9-16,0-9 15,-1 0 1,1 0-16,0 0 31,9 0-31,-1 0 16,1 8-16,-1 1 16,1-1-1,-9 1 1,8-1-16,0 1 15,9-1 1,0-8-16,0 0 0,0 0 31,9 9-31,-9-9 16,0 0-16,0 0 16,0 0-1,0 0-15,9 0 16,8-9-1,8 1-15,1-1 16,-9 1 0,-9-1-1,1 1-15,0-9 16,-1-9 0,1-25-16,-1-9 15,1 1-15,-18-9 16,-16-9-1,-1 9 1,-8-8-16,-17-9 16,-9 0-1,-17-9-15,0 18 16,0-1 0,-8-17-16,-9-16 15,-8-1 1,8 26-16,0 9 15,-8 8 1,-18 17-16,-17 0 16,1 8-1,34 18-15,-1 8 16,-16 0 0,-18 8-16,9 26 15,-9 17 1,1 17-16,16 0 15,18 26 1,8 25-16,17 8 16,9 1-1,0 8-15,-9 34 16,0 17 0,26-25-16,-17 8 15,16 8-15,35-33 16,17-9-1,17 9-15,9-1 16,25-8 0,18-8-16,24-9 15,-7-9 1,42 1 0,25 8-16,-16-25 15,0-1 1,8-8-16,0-17 15,-9-8-15,-8-18 16,17 1 0,18-18-1,-27-8-15,-42 0 16,-9 0 0,-33 0-16,-18 0 15,-9 0 1,-16-8-16,-1-1 15,-16 1 1,-1-18-16,-16 1 16,-9-18-1,-26 9-15,-8 0 16,16 17 0,18 0-16,17 9 15,0-1 1,8 9-1,9 0-15,0 0 16,0 0-16,0-8 16,18-1-1,24 1-15,18-1 16,34 9 0,25 0-16,-25 0 15,-8 9 1,-18 8-16,-25 0 15,-9 0-15,-9 17 16,-8 17 0,-17 42-1,-25 18 1,-9-9-16,8-26 16,17 1-1,18-43-15</inkml:trace>
  <inkml:trace contextRef="#ctx0" brushRef="#br0" timeOffset="7412.37">14774 5996 0,'0'0'0,"0"0"0,17-9 15,9 1 1,8-9-16,0 0 16,0 0-1,-8 0-15,-1 8 16,1 1 0,-9 8-16,0-9 15,9 1 1,8 8-16,26 0 15,16 0 1,27 8 0,25-8-16,17 0 15,9 0 1,-1-8-16,26-1 16,1-8-16,-10 9 15,138-26 1</inkml:trace>
  <inkml:trace contextRef="#ctx0" brushRef="#br0" timeOffset="7924.62">17642 5843 0,'0'0'0,"0"0"0,0 0 16,0 0-16,0 0 15,0 0 1,0 0 0,25 0-16,44 8 15,50 1 1,52-9-16,59-9 16,18-8-1,8-8-15,8-9 16,86 0-1</inkml:trace>
  <inkml:trace contextRef="#ctx0" brushRef="#br0" timeOffset="16097.12">26083 6540 0,'0'0'0,"0"0"15,0 0-15,-9 8 16,1 9-1,-1 0-15,1 26 16,-18 25 0,0 26-16,1 16 15,-1-16 1,1-18-16,8-8 16,-1-25-1,18-18-15,0-8 16,9 0-1,17-8 1,68-9-16,59-17 16,35-9-16,34-8 15,8-17 1,-8 0-16,9 17 16,25 0-1,34 17-15,34 0 16,26 9-1,-8 8-15,-10 17 16,-33 8 0,-34-8-16,-43 9 15,-60-1 1,-43-8-16,-33-8 16,-35-1-1,-17-16 1,0-1-16,-8-16 15,8-35-15,-9-59 16,1-42 0,-17-27-16,-26-41 15,-18-111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6T21:08:37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8031 8173 0,'0'0'0,"0"0"0,-8-9 16,-1 1 0,-25-1-16,-26-25 15,1 0-15,25 17 16,16 0 0,1 17-1,9 0-15,-26 17 16,-17 17-16,-18 17 15,-8 17 1,-8 17-16,-9 0 16,0 0-1,0 9 1,-8 8-16,8 9 16,0 16-16,-25 60 15,-1 34-15,18-17 16,16 1-1,18-1 1,8-26 0,26-42-16,26-25 0,25-9 15,34-8 1,43-35 0,60-25-16,67-42 15,1-35 1,17-42-16,-34-9 15,-17-25 1,17-51-16,-43 0 16,-68 0-1,-17-25 1,-18-10-16,-50-16 16,-35 0-16,-33 17 15,-95 17-15,-94 34 16,-84 59-1,-121 103 1,52 59 0</inkml:trace>
  <inkml:trace contextRef="#ctx0" brushRef="#br0" timeOffset="18148.7">6965 6991 0,'0'0'0,"0"0"0,0 0 0,0 17 16,-9 17-1,0 17 1,1 17-16,-1-9 15,9-16-15,0-1 0,0-16 32,0-1-17,9-8-15,17-8 0,16-9 32,35-17-32,34-9 0,0-16 31,0-1-31,-26 9 15,-17 9 1,18 8-16,-1 0 16,-8 17-1,-9 0-15,1 8 16,-10 9 0,-7 0-16,-18 0 15,-17-8 1,-9-1-16,1 1 15,-9-9 1,-9-17-16,-8-51 16,9-111-1,42-67-15,60-69 16</inkml:trace>
  <inkml:trace contextRef="#ctx0" brushRef="#br0" timeOffset="20982.48">8893 4643 0,'0'0'0,"0"0"0,0 0 15,0 0-15,0 0 16,0 0 0,0 0-16,0 0 15,0 0 1,0 0-16,0 9 16,0 25-1,9 17-15,-18 43 16,1 42-1,-1 34-15,1-34 16,-9-26 0,0 1-16,0-1 15,8-16-15,1-26 16,-1-17 0,0-25-1,9-9-15,0-9 16,0-25-1,0-17 1,-8-25-16,-1-1 0,1 9 31,-1 17-31,1 17 16,-1 0 0,1 0-16,-9 8 0,8 1 31,9 8-31,0 0 15,0 0-15,9 25 16,8 35 0,8 34-1,-8-26-15,0-17 16,9-9 0,8-16-16,17-1 15,9-8-15,51-34 16,-8-42-1,-69 25-15</inkml:trace>
  <inkml:trace contextRef="#ctx0" brushRef="#br0" timeOffset="22861.93">11232 7076 0,'0'0'0,"0"0"0,-9-9 16,1 1-16,-1-1 15,-16-16 1,-9-9-16,-1 0 16,10 17-1,8 8-15,0 9 16,8 0 0,9 0-16,0 0 15,-8 0 1,-1 17-16,1 9 15,-1 8 1,1 17-16,-10 8 16,18-8-1,0 0-15,0-8 16,18 8 0,16-9-16,8 1 15,18-18 1,17 1-1,8-9-15,-16-9 16,24-16-16,27-1 16,8 1-1,-17-1-15,-34 9 16,17 0 0,17 0-1,17 0-15,-9 0 16,-25 0-1,0 17-15,0-8 16,8-1-16,18 1 16,-26-1-16,-9 1 15,26-1 1,8 1 0,9-1-1,-34-8-15,0 0 16,9 9-1,-10-9-15,18 0 16,-8 0-16,-35 0 16,-17 0-1,18 0-15,-1 0 16,-8-9-16,-18 1 16,-16-9-1,-1-9-15,1-8 31,-26-17-31,-34-25 16,8 33-16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8.xml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9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0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14: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443D-CC80-4223-4973-783A2799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“Linear Time” Sorting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Useable when you are able to make additional assumptions about the contents of your list (beyond the ability to compare)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The list contains only positive integers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number of distinct values in the list is much smaller than the length of the list</a:t>
                </a:r>
              </a:p>
              <a:p>
                <a:r>
                  <a:rPr lang="en-US" dirty="0"/>
                  <a:t>The running time expression will always have a term other than the list’s length to account for this assumption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Running time might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range/count of values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11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Assumes the array contains integers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(or some other small range)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Use each value as an index into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the item into the “bucket” at that index (e.g. linked list)</a:t>
                </a:r>
              </a:p>
              <a:p>
                <a:pPr lvl="1"/>
                <a:r>
                  <a:rPr lang="en-US" dirty="0"/>
                  <a:t>Get sorted array by “appending” all the buckets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7AF8E09-4807-2868-A48C-6127E71A25DA}"/>
              </a:ext>
            </a:extLst>
          </p:cNvPr>
          <p:cNvGrpSpPr/>
          <p:nvPr/>
        </p:nvGrpSpPr>
        <p:grpSpPr>
          <a:xfrm>
            <a:off x="5029200" y="4971363"/>
            <a:ext cx="2133600" cy="1817195"/>
            <a:chOff x="4876800" y="4493526"/>
            <a:chExt cx="2133600" cy="18171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195B6B-8F20-1E06-FD24-55448A14BC22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CDDC84-F1EE-993E-EAE5-3B0A4221D133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DC5BF-A788-9BB0-473D-1600DF77A3F1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D68542-BB28-5946-6762-7C4484D3871E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F4183B-2334-683F-82D4-12D377A07121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C120CA-55FF-AB22-BBE5-BF9068E1A49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4C3E8-9EFE-C9A8-7B7A-F47C950A259C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62214D-E46D-80EC-D18F-6101DF8377CD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D2429C-A2C3-D78D-86E9-11CE8E41D125}"/>
              </a:ext>
            </a:extLst>
          </p:cNvPr>
          <p:cNvGrpSpPr/>
          <p:nvPr/>
        </p:nvGrpSpPr>
        <p:grpSpPr>
          <a:xfrm>
            <a:off x="11911" y="551457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991133-53D2-21F2-29C3-E98E7709EE01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0D66B8-A5F7-07FF-D312-C7AC75751DF1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9E219E-11BF-685D-A6D4-EF356E8C2FA7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D87A812-EAA0-D443-7950-C573364609A0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1707F78-BE73-72CA-F6DC-1515ECE148EE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1E9614-6CC2-15BD-1F3E-2BE8C9109E3A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2D61F4-D525-E70B-DDA3-1CA9C95D238A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D0A8A3-E471-716C-E1E2-84F388209D08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E38520-A7FB-159F-9CCA-D3E7AF2DAAAB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A47277-D855-F580-7023-1EC9C825E2D6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71D4AD6-315C-B84D-7071-065DA90CB2D5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60F3EF-76FE-B40C-1312-CAA6D43CD06D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37DF3F-683D-C0A4-0917-907B958B84E0}"/>
              </a:ext>
            </a:extLst>
          </p:cNvPr>
          <p:cNvGrpSpPr/>
          <p:nvPr/>
        </p:nvGrpSpPr>
        <p:grpSpPr>
          <a:xfrm>
            <a:off x="7782872" y="552788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8E7DD3-EF08-978F-A4CC-F110D4874DFC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B22446-6F01-32A0-2BB0-AEAB907E04D5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2ABD29-384B-723C-6187-14C726F98BDC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E9E328F-376B-9281-6918-22FBE538C2AE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29300FB-CEAE-D3F3-1EEE-A6D4FA6E9460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4D1EB2-7C2B-B887-349D-881E6E9E1109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1EB973-F099-2F63-CFFA-6B4FE1504307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16FC5AC-9509-45B7-F650-CED6211C8830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5304CE-B1AA-C3A7-6873-7110DE44C16E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7EFFBC-9B46-C790-EF65-9D92153F102F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624E2DD-4DD7-4825-D30E-BEAB32059351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EDECB3-6B8A-6D9C-D63C-0945F37563C3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1DC3E660-9E6E-B53B-EBBB-B31CCC11C4A0}"/>
              </a:ext>
            </a:extLst>
          </p:cNvPr>
          <p:cNvSpPr/>
          <p:nvPr/>
        </p:nvSpPr>
        <p:spPr>
          <a:xfrm>
            <a:off x="4520023" y="5341155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13A20324-3B66-FEF7-4AD8-FE7A0460A6BD}"/>
              </a:ext>
            </a:extLst>
          </p:cNvPr>
          <p:cNvSpPr/>
          <p:nvPr/>
        </p:nvSpPr>
        <p:spPr>
          <a:xfrm>
            <a:off x="7219147" y="5404803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FD559A-CCC0-162D-48AE-F36E20D1DDDB}"/>
                  </a:ext>
                </a:extLst>
              </p14:cNvPr>
              <p14:cNvContentPartPr/>
              <p14:nvPr/>
            </p14:nvContentPartPr>
            <p14:xfrm>
              <a:off x="7580160" y="2045160"/>
              <a:ext cx="2240280" cy="63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FD559A-CCC0-162D-48AE-F36E20D1DD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0800" y="2035800"/>
                <a:ext cx="2259000" cy="65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33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Create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depending on some things…</a:t>
                </a:r>
              </a:p>
              <a:p>
                <a:r>
                  <a:rPr lang="en-US" dirty="0"/>
                  <a:t>Insert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into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Empty buckets into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EC534B-31DF-9396-B722-395376FC6E72}"/>
                  </a:ext>
                </a:extLst>
              </p14:cNvPr>
              <p14:cNvContentPartPr/>
              <p14:nvPr/>
            </p14:nvContentPartPr>
            <p14:xfrm>
              <a:off x="1425600" y="3199320"/>
              <a:ext cx="2360160" cy="2397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EC534B-31DF-9396-B722-395376FC6E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6240" y="3189960"/>
                <a:ext cx="2378880" cy="241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99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BucketSort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C77C-A95B-025D-AC30-30085921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In-Place?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Adaptive?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Stable?</a:t>
            </a:r>
          </a:p>
          <a:p>
            <a:pPr lvl="1"/>
            <a:r>
              <a:rPr lang="en-US" dirty="0"/>
              <a:t>Yes!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AD99628-155C-75E3-F03E-3F2C709F2245}"/>
                  </a:ext>
                </a:extLst>
              </p14:cNvPr>
              <p14:cNvContentPartPr/>
              <p14:nvPr/>
            </p14:nvContentPartPr>
            <p14:xfrm>
              <a:off x="525240" y="1686960"/>
              <a:ext cx="3066840" cy="3098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AD99628-155C-75E3-F03E-3F2C709F22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880" y="1677600"/>
                <a:ext cx="3085560" cy="311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11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293363" y="5249289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1’s place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506CD8-5A21-1B48-F376-2B0346B1442F}"/>
              </a:ext>
            </a:extLst>
          </p:cNvPr>
          <p:cNvGrpSpPr/>
          <p:nvPr/>
        </p:nvGrpSpPr>
        <p:grpSpPr>
          <a:xfrm>
            <a:off x="503842" y="3666399"/>
            <a:ext cx="8561464" cy="849868"/>
            <a:chOff x="1752600" y="2743200"/>
            <a:chExt cx="8561464" cy="8498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8EBC18-C202-3D7E-B926-33134979DB44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07EEFA4-C5F7-5449-AE1D-C9DCD31AEE37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72C34B-AE61-051B-E7C0-BD7A0E92C08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A76D77E-9B08-5B17-CAB0-434AA7692468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4E195B0-311A-9164-AE6C-6CC2E9E46C9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E96D355-24F5-F191-E3B1-402061B50FD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B07A61B-7381-B0A9-3D0B-7C9945E1349D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DB9E96C-7F87-6C59-7CAB-3D0C04C4A4B9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9CFBAD-84A8-D35F-518F-ACA2E84658C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D65DD80-C4D2-3900-188B-E4A300D3349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35E1F1-0254-0DDD-5734-F8739BDEB8E2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8B4C1-48B3-8D43-57B3-DF798D570F2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E153C-97D2-2FDC-4F4B-FEDFBB49AE98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625EF-4B40-86AC-DBF7-AEC4DBAC7920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37B8A-61E0-DCA9-F6F9-F99C03E50FC5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485CC-79A7-5233-BFC5-0C022EE87F6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272925-512C-C00B-7B35-8DB56343F758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30E54D-BCBB-11D5-CD6E-F0AA8FE92BD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CAA4EA5-FE3D-8D40-0A90-42A1D5AC8ECF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028159C-F314-68E3-297B-5DE73893EACE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954409E-4BAF-A95F-544D-B8DF8CE93CEE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45B0D8C-0166-3B37-5CF9-01E6616C1DC7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8757A04-74EC-52A0-17F3-20B1DEECB0C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9D5D8644-3F22-4B90-4575-591E69E6DD1D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0FB66AC-257C-A3A7-72A2-9BAA64032154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B64146E2-4504-A8F1-99F9-D44753821034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24994ADB-06A8-D4BC-7DB5-3CC06E91FA0C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A8740905-608B-1F49-6E88-49046DEDE13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ED3AF-CE5A-B2A9-1793-8C8C2A1B881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116F0-E2BC-4A94-3A2F-68B14E3D9D6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B4907-B83A-178C-0854-3A1D1D6D8064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29C78F-1BB3-E0F4-23B0-F89C42A85941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155CF0-8F3F-B2B6-B4CE-818EC30457F9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BAEC95-3AA8-1977-949A-53F10027BAC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7C5BDB-74C7-EEA9-FD7A-108150ED3D0B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38C609-4A48-7161-25E6-18F44C5174A4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6639080" y="4886764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443829" y="4592010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55323C3-0091-90C8-5C6D-779483B938E9}"/>
                  </a:ext>
                </a:extLst>
              </p14:cNvPr>
              <p14:cNvContentPartPr/>
              <p14:nvPr/>
            </p14:nvContentPartPr>
            <p14:xfrm>
              <a:off x="408600" y="232560"/>
              <a:ext cx="10708200" cy="5609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55323C3-0091-90C8-5C6D-779483B938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240" y="223200"/>
                <a:ext cx="10726920" cy="562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82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10’s place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452562" y="3381872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6401447" y="468376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801138-4DEC-B993-FB39-CD7B7904787C}"/>
                  </a:ext>
                </a:extLst>
              </p14:cNvPr>
              <p14:cNvContentPartPr/>
              <p14:nvPr/>
            </p14:nvContentPartPr>
            <p14:xfrm>
              <a:off x="534600" y="3683160"/>
              <a:ext cx="1069560" cy="1209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801138-4DEC-B993-FB39-CD7B790478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240" y="3673800"/>
                <a:ext cx="1088280" cy="12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36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100’s place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184190" y="341844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6390963" y="4659805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23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7438723" y="4078344"/>
            <a:ext cx="350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 back into an array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flipV="1">
            <a:off x="6027125" y="3877228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34961" y="3418440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8934FF-C8AB-D781-D815-713828A58097}"/>
              </a:ext>
            </a:extLst>
          </p:cNvPr>
          <p:cNvGrpSpPr/>
          <p:nvPr/>
        </p:nvGrpSpPr>
        <p:grpSpPr>
          <a:xfrm>
            <a:off x="503842" y="5962559"/>
            <a:ext cx="8561464" cy="849868"/>
            <a:chOff x="1752600" y="2743200"/>
            <a:chExt cx="8561464" cy="8498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6C8016D-7B0B-A436-E8B1-2B87C5834C4D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755D94F-2867-A4B9-F6AC-E9F1886F37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514DDEF-0799-B04F-5B56-64D468AAAEE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AB3906E-2D52-9AD8-0556-772ABCB5C5D9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811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F0407A3-97AC-D294-9073-A3C5C3C52C0D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B1E89E9-CD9C-EDED-9F75-F613D3AB91A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4CEFA199-8AEF-A65C-B1DF-DB1BD53B7D4B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2314B16-133A-0F38-E912-090D0B52981D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F53B560-510C-CE26-6FD0-9126FC5E6EE5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6B9D8C3-45D5-97A3-0477-A8C14C88AA95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59D340-F86D-62B2-AE74-933A408B6C2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4369803-FF3D-71C4-321A-534AEA695271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CF6890-2735-7463-9DA0-D55F9D0A85CA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DE0E5BC-B5BB-CFC8-BC80-B3CEBD2B4439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A6340E6-115E-DFF8-F7E4-8EBA440A3683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B0F7F2-8B83-8BD0-81C0-AA08A21A6314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3C70A-1F9D-1759-D960-6B5816CDF9D2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49A2D-6D5E-1096-7255-84F4793E32CE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D413D70-40DF-D119-7511-B9F9F3C5A188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04D5F06-57C0-9561-8DFB-97B7133278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50AB95D-A4E6-71A1-23FE-1422E35E9DB0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244BB98-1673-3E2D-1F18-41CA51F31C20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F048AD2-88EF-B37F-B639-FCDFE3693E59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999EC23D-1356-7C68-7368-D59878A983F4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497E028-C52E-675E-3CD6-CCD3F28302F7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3F32CD9-19E1-834C-26B7-A8F3D2CEE006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675C80F-5B7A-BBA8-130A-B3CF5AD7FC8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19F6413-A167-1DFB-2A37-A3D51542BA28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3F22D5-36EF-BD52-DD4A-012D7F9C3B19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8AE7A7-92D6-4BF5-76F1-0BA807B9981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441F66-DC45-EE7B-7A4B-9574148133B9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9A5E20-A9BA-2C6A-A149-F0F458A67F9C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419C7F8-2A62-E3D0-DAE0-473ABBD1B157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3815E93-ACC1-5FFF-BD91-42D18964DD18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9515A-5AB2-AE1D-CB3B-DA3BB84E0EBD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D7BE6C-86B0-F51C-9E53-5ED83D0CFDA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F331E9-7201-B95D-3002-1B6AB136680C}"/>
                  </a:ext>
                </a:extLst>
              </p14:cNvPr>
              <p14:cNvContentPartPr/>
              <p14:nvPr/>
            </p14:nvContentPartPr>
            <p14:xfrm>
              <a:off x="516240" y="5578200"/>
              <a:ext cx="1091160" cy="824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F331E9-7201-B95D-3002-1B6AB13668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6880" y="5568840"/>
                <a:ext cx="1109880" cy="84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5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largest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radix (base of representation)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BucketSort</a:t>
                </a:r>
                <a:r>
                  <a:rPr lang="en-US" dirty="0"/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Repeat once per each digit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practice, you can select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optimize running time</a:t>
                </a:r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9B8F2A-1FAF-8347-10FF-9792E1E63912}"/>
                  </a:ext>
                </a:extLst>
              </p14:cNvPr>
              <p14:cNvContentPartPr/>
              <p14:nvPr/>
            </p14:nvContentPartPr>
            <p14:xfrm>
              <a:off x="1616040" y="615240"/>
              <a:ext cx="10124640" cy="4577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9B8F2A-1FAF-8347-10FF-9792E1E639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6680" y="605880"/>
                <a:ext cx="10143360" cy="459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697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ARPANET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 descr="Image result for UCL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4114801"/>
            <a:ext cx="8667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RI Internationa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295400" cy="95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UCS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91" y="1694568"/>
            <a:ext cx="957755" cy="50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University of Uta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074" y="4419600"/>
            <a:ext cx="1042326" cy="104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harvar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362" y="4850938"/>
            <a:ext cx="678862" cy="66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yal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30" y="2590800"/>
            <a:ext cx="674276" cy="704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cmu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135" y="3216885"/>
            <a:ext cx="994129" cy="99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mit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399" y="3227427"/>
            <a:ext cx="737119" cy="37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/>
          <p:cNvCxnSpPr>
            <a:cxnSpLocks/>
          </p:cNvCxnSpPr>
          <p:nvPr/>
        </p:nvCxnSpPr>
        <p:spPr>
          <a:xfrm flipV="1">
            <a:off x="2624296" y="1948872"/>
            <a:ext cx="1214280" cy="6733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4676446" y="1807387"/>
            <a:ext cx="110924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  <a:stCxn id="1036" idx="2"/>
          </p:cNvCxnSpPr>
          <p:nvPr/>
        </p:nvCxnSpPr>
        <p:spPr>
          <a:xfrm>
            <a:off x="2342068" y="3294857"/>
            <a:ext cx="716596" cy="10290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  <a:stCxn id="1040" idx="1"/>
          </p:cNvCxnSpPr>
          <p:nvPr/>
        </p:nvCxnSpPr>
        <p:spPr>
          <a:xfrm flipH="1">
            <a:off x="3824008" y="3415704"/>
            <a:ext cx="882391" cy="9129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 flipH="1" flipV="1">
            <a:off x="3776917" y="4780959"/>
            <a:ext cx="1135672" cy="4572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stCxn id="1040" idx="2"/>
            <a:endCxn id="1034" idx="0"/>
          </p:cNvCxnSpPr>
          <p:nvPr/>
        </p:nvCxnSpPr>
        <p:spPr>
          <a:xfrm>
            <a:off x="5074959" y="3603980"/>
            <a:ext cx="118834" cy="12469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5193794" y="2318202"/>
            <a:ext cx="787515" cy="97665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cxnSpLocks/>
            <a:stCxn id="1034" idx="3"/>
          </p:cNvCxnSpPr>
          <p:nvPr/>
        </p:nvCxnSpPr>
        <p:spPr>
          <a:xfrm>
            <a:off x="5533224" y="5181601"/>
            <a:ext cx="14009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cxnSpLocks/>
          </p:cNvCxnSpPr>
          <p:nvPr/>
        </p:nvCxnSpPr>
        <p:spPr>
          <a:xfrm flipH="1" flipV="1">
            <a:off x="6249637" y="2412816"/>
            <a:ext cx="836964" cy="231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cxnSpLocks/>
          </p:cNvCxnSpPr>
          <p:nvPr/>
        </p:nvCxnSpPr>
        <p:spPr>
          <a:xfrm flipH="1" flipV="1">
            <a:off x="6637383" y="2238828"/>
            <a:ext cx="449218" cy="2317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410450" y="2942829"/>
            <a:ext cx="171450" cy="16053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cxnSpLocks/>
          </p:cNvCxnSpPr>
          <p:nvPr/>
        </p:nvCxnSpPr>
        <p:spPr>
          <a:xfrm flipH="1" flipV="1">
            <a:off x="8013242" y="2872266"/>
            <a:ext cx="469440" cy="4563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cxnSpLocks/>
          </p:cNvCxnSpPr>
          <p:nvPr/>
        </p:nvCxnSpPr>
        <p:spPr>
          <a:xfrm flipH="1">
            <a:off x="7772400" y="4163760"/>
            <a:ext cx="850482" cy="8178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030" idx="2"/>
            <a:endCxn id="1026" idx="0"/>
          </p:cNvCxnSpPr>
          <p:nvPr/>
        </p:nvCxnSpPr>
        <p:spPr>
          <a:xfrm flipH="1">
            <a:off x="3405188" y="2203174"/>
            <a:ext cx="792380" cy="191162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University of Washington - Wikipedia">
            <a:extLst>
              <a:ext uri="{FF2B5EF4-FFF2-40B4-BE49-F238E27FC236}">
                <a16:creationId xmlns:a16="http://schemas.microsoft.com/office/drawing/2014/main" id="{A9A49F51-0866-954E-BFF9-1DE70B880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628" y="1521214"/>
            <a:ext cx="994130" cy="99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FC12973-D3B7-734D-E3E5-637E3872B0F0}"/>
                  </a:ext>
                </a:extLst>
              </p14:cNvPr>
              <p14:cNvContentPartPr/>
              <p14:nvPr/>
            </p14:nvContentPartPr>
            <p14:xfrm>
              <a:off x="599040" y="1503360"/>
              <a:ext cx="7854120" cy="3940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FC12973-D3B7-734D-E3E5-637E3872B0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9680" y="1494000"/>
                <a:ext cx="7872840" cy="39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32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625729"/>
            <a:ext cx="7044346" cy="3888478"/>
            <a:chOff x="0" y="3020093"/>
            <a:chExt cx="7044346" cy="388847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82D8ED-B8D8-EED0-CE83-44929F035A96}"/>
                  </a:ext>
                </a:extLst>
              </p14:cNvPr>
              <p14:cNvContentPartPr/>
              <p14:nvPr/>
            </p14:nvContentPartPr>
            <p14:xfrm>
              <a:off x="756000" y="1090080"/>
              <a:ext cx="8652600" cy="3361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82D8ED-B8D8-EED0-CE83-44929F035A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6640" y="1080720"/>
                <a:ext cx="8671320" cy="33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3147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50" idx="6"/>
                <a:endCxn id="5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F13A12-F45E-F208-22F2-D5CB5AFCCBBE}"/>
                  </a:ext>
                </a:extLst>
              </p14:cNvPr>
              <p14:cNvContentPartPr/>
              <p14:nvPr/>
            </p14:nvContentPartPr>
            <p14:xfrm>
              <a:off x="1689840" y="2684880"/>
              <a:ext cx="7798680" cy="3497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F13A12-F45E-F208-22F2-D5CB5AFCCB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0480" y="2675520"/>
                <a:ext cx="7817400" cy="35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9874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Self-Edges and Duplicate Edges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cxnSpLocks/>
                <a:stCxn id="50" idx="6"/>
                <a:endCxn id="51" idx="2"/>
              </p:cNvCxnSpPr>
              <p:nvPr/>
            </p:nvCxnSpPr>
            <p:spPr>
              <a:xfrm flipV="1">
                <a:off x="3360148" y="6395303"/>
                <a:ext cx="1641019" cy="25663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33CB24-50C7-D2CF-FAED-CF4F258497C8}"/>
              </a:ext>
            </a:extLst>
          </p:cNvPr>
          <p:cNvCxnSpPr>
            <a:cxnSpLocks/>
            <a:stCxn id="5" idx="6"/>
            <a:endCxn id="44" idx="3"/>
          </p:cNvCxnSpPr>
          <p:nvPr/>
        </p:nvCxnSpPr>
        <p:spPr>
          <a:xfrm flipV="1">
            <a:off x="2037268" y="3063831"/>
            <a:ext cx="1492916" cy="962604"/>
          </a:xfrm>
          <a:prstGeom prst="line">
            <a:avLst/>
          </a:prstGeom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6B0E6A-605D-5996-9043-170D7CC5F07A}"/>
              </a:ext>
            </a:extLst>
          </p:cNvPr>
          <p:cNvCxnSpPr>
            <a:cxnSpLocks/>
            <a:stCxn id="51" idx="3"/>
            <a:endCxn id="50" idx="5"/>
          </p:cNvCxnSpPr>
          <p:nvPr/>
        </p:nvCxnSpPr>
        <p:spPr>
          <a:xfrm flipH="1">
            <a:off x="4808982" y="6182407"/>
            <a:ext cx="1791351" cy="256634"/>
          </a:xfrm>
          <a:prstGeom prst="line">
            <a:avLst/>
          </a:prstGeom>
          <a:ln w="5715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9B9F7E4-6D03-3262-1E65-A6910025C7EF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 rot="16200000" flipH="1" flipV="1">
            <a:off x="1524000" y="3769801"/>
            <a:ext cx="256634" cy="256634"/>
          </a:xfrm>
          <a:prstGeom prst="curvedConnector4">
            <a:avLst>
              <a:gd name="adj1" fmla="val -135735"/>
              <a:gd name="adj2" fmla="val 235735"/>
            </a:avLst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C3F99A2-D314-6EC0-C057-BC351C4F1666}"/>
              </a:ext>
            </a:extLst>
          </p:cNvPr>
          <p:cNvSpPr txBox="1"/>
          <p:nvPr/>
        </p:nvSpPr>
        <p:spPr>
          <a:xfrm>
            <a:off x="3108113" y="1460924"/>
            <a:ext cx="10407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graphs may have duplicate edges (e.g. here we have the edge (1,2) twice).</a:t>
            </a:r>
          </a:p>
          <a:p>
            <a:r>
              <a:rPr lang="en-US" sz="2000" dirty="0"/>
              <a:t>Some may also have self-edges/loops (e.g. here there is an edge from 1 to 1).</a:t>
            </a:r>
          </a:p>
          <a:p>
            <a:r>
              <a:rPr lang="en-US" sz="2000" dirty="0"/>
              <a:t>Graph with neither self-edges nor duplicate edges are called </a:t>
            </a:r>
            <a:r>
              <a:rPr lang="en-US" sz="2000" b="1" dirty="0">
                <a:solidFill>
                  <a:srgbClr val="FF00FF"/>
                </a:solidFill>
              </a:rPr>
              <a:t>simple graphs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7B9908-1DDE-8704-737F-B61F29C07A4E}"/>
                  </a:ext>
                </a:extLst>
              </p14:cNvPr>
              <p14:cNvContentPartPr/>
              <p14:nvPr/>
            </p14:nvContentPartPr>
            <p14:xfrm>
              <a:off x="645120" y="2066760"/>
              <a:ext cx="10352160" cy="2308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7B9908-1DDE-8704-737F-B61F29C07A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760" y="2057400"/>
                <a:ext cx="10370880" cy="232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8788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743200"/>
            <a:ext cx="7044346" cy="4072018"/>
            <a:chOff x="0" y="2862182"/>
            <a:chExt cx="7044346" cy="407201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7" name="TextBox 2056"/>
            <p:cNvSpPr txBox="1"/>
            <p:nvPr/>
          </p:nvSpPr>
          <p:spPr>
            <a:xfrm>
              <a:off x="886366" y="33314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562" y="40990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95875" y="6564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47348" y="590515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04912" y="47172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119679" y="44627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82463" y="32991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58462" y="554633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064048" y="38531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51034" y="52242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885966" y="64043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830979" y="28621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634" y="50965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414258" y="42624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B050"/>
                        </a:solidFill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32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>
                    <a:solidFill>
                      <a:srgbClr val="00B050"/>
                    </a:solidFill>
                  </a:rPr>
                  <a:t>weight</a:t>
                </a:r>
                <a:r>
                  <a:rPr lang="en-US" sz="4000" dirty="0"/>
                  <a:t> of </a:t>
                </a:r>
                <a:r>
                  <a:rPr lang="en-US" sz="4000" dirty="0">
                    <a:solidFill>
                      <a:srgbClr val="FF0000"/>
                    </a:solidFill>
                  </a:rPr>
                  <a:t>edge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endParaRPr lang="en-US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blipFill>
                <a:blip r:embed="rId3"/>
                <a:stretch>
                  <a:fillRect l="-251" t="-14286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4AD44C-871A-1E49-AC85-D0749730624A}"/>
                  </a:ext>
                </a:extLst>
              </p14:cNvPr>
              <p14:cNvContentPartPr/>
              <p14:nvPr/>
            </p14:nvContentPartPr>
            <p14:xfrm>
              <a:off x="2267640" y="1671480"/>
              <a:ext cx="2925360" cy="2158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4AD44C-871A-1E49-AC85-D074973062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58280" y="1662120"/>
                <a:ext cx="2944080" cy="217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530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A2D5-C737-A39E-7E2E-D192CB64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B705-15E4-A291-8248-D337DB23F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For each application below, consider:</a:t>
            </a:r>
          </a:p>
          <a:p>
            <a:pPr lvl="1"/>
            <a:r>
              <a:rPr lang="en-US" dirty="0"/>
              <a:t>What are the nodes, what are the edges?</a:t>
            </a:r>
          </a:p>
          <a:p>
            <a:pPr lvl="1"/>
            <a:r>
              <a:rPr lang="en-US" dirty="0"/>
              <a:t>Is the graph directed?</a:t>
            </a:r>
          </a:p>
          <a:p>
            <a:pPr lvl="1"/>
            <a:r>
              <a:rPr lang="en-US" dirty="0"/>
              <a:t>Is the graph simple?</a:t>
            </a:r>
          </a:p>
          <a:p>
            <a:pPr lvl="1"/>
            <a:r>
              <a:rPr lang="en-US" dirty="0"/>
              <a:t>Is the graph weighted?</a:t>
            </a:r>
          </a:p>
          <a:p>
            <a:r>
              <a:rPr lang="en-US" dirty="0"/>
              <a:t>LinkedIn “Connections”</a:t>
            </a:r>
          </a:p>
          <a:p>
            <a:pPr lvl="1"/>
            <a:r>
              <a:rPr lang="en-US" dirty="0"/>
              <a:t>Nodes: People/accounts, Edges: connections, Undirected, Simple, ??</a:t>
            </a:r>
          </a:p>
          <a:p>
            <a:r>
              <a:rPr lang="en-US" dirty="0"/>
              <a:t>Twitter/X Followers</a:t>
            </a:r>
          </a:p>
          <a:p>
            <a:pPr lvl="1"/>
            <a:r>
              <a:rPr lang="en-US" dirty="0"/>
              <a:t>Nodes: Nodes: accounts, Edges: follows, Directed, Simple, </a:t>
            </a:r>
          </a:p>
          <a:p>
            <a:r>
              <a:rPr lang="en-US" dirty="0"/>
              <a:t>Java Inheritance</a:t>
            </a:r>
          </a:p>
          <a:p>
            <a:pPr lvl="1"/>
            <a:r>
              <a:rPr lang="en-US" dirty="0"/>
              <a:t>Nodes: Classes, Edges: extends/implements, directed, Simple, unweighted</a:t>
            </a:r>
          </a:p>
          <a:p>
            <a:r>
              <a:rPr lang="en-US" dirty="0"/>
              <a:t>Airline Routes</a:t>
            </a:r>
          </a:p>
          <a:p>
            <a:pPr lvl="1"/>
            <a:r>
              <a:rPr lang="en-US" dirty="0"/>
              <a:t>Nodes: airports, Edges: flights, directed, not simple, weighted</a:t>
            </a:r>
          </a:p>
          <a:p>
            <a:r>
              <a:rPr lang="en-US" dirty="0"/>
              <a:t>Course Prerequisites</a:t>
            </a:r>
          </a:p>
          <a:p>
            <a:pPr lvl="1"/>
            <a:r>
              <a:rPr lang="en-US" dirty="0"/>
              <a:t>Nodes: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5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1270-E0F8-A2B4-DC31-E1498BB4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Graph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5C73-AF4A-DFE5-A3D1-D1EC818D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367570" cy="4525963"/>
          </a:xfrm>
        </p:spPr>
        <p:txBody>
          <a:bodyPr>
            <a:normAutofit/>
          </a:bodyPr>
          <a:lstStyle/>
          <a:p>
            <a:r>
              <a:rPr lang="en-US" dirty="0"/>
              <a:t>Adjacent/Neighbors</a:t>
            </a:r>
          </a:p>
          <a:p>
            <a:pPr lvl="1"/>
            <a:r>
              <a:rPr lang="en-US" dirty="0"/>
              <a:t>Nodes are adjacent/neighbors if they share an edge</a:t>
            </a:r>
          </a:p>
          <a:p>
            <a:r>
              <a:rPr lang="en-US" dirty="0"/>
              <a:t>Degree</a:t>
            </a:r>
          </a:p>
          <a:p>
            <a:pPr lvl="1"/>
            <a:r>
              <a:rPr lang="en-US" dirty="0"/>
              <a:t>Number of edges “touching” a vertex</a:t>
            </a:r>
          </a:p>
          <a:p>
            <a:r>
              <a:rPr lang="en-US" dirty="0"/>
              <a:t>Indegree</a:t>
            </a:r>
          </a:p>
          <a:p>
            <a:pPr lvl="1"/>
            <a:r>
              <a:rPr lang="en-US" dirty="0"/>
              <a:t>Number of incoming edges</a:t>
            </a:r>
          </a:p>
          <a:p>
            <a:r>
              <a:rPr lang="en-US" dirty="0"/>
              <a:t>Outdegree</a:t>
            </a:r>
          </a:p>
          <a:p>
            <a:pPr lvl="1"/>
            <a:r>
              <a:rPr lang="en-US" dirty="0"/>
              <a:t>Number of outgoing edges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77EB-8563-0C5E-9AF2-6FB42457C3F5}"/>
              </a:ext>
            </a:extLst>
          </p:cNvPr>
          <p:cNvGrpSpPr/>
          <p:nvPr/>
        </p:nvGrpSpPr>
        <p:grpSpPr>
          <a:xfrm>
            <a:off x="7848600" y="846138"/>
            <a:ext cx="4301146" cy="2374232"/>
            <a:chOff x="0" y="3020093"/>
            <a:chExt cx="7044346" cy="388847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C421F4-A457-DB86-1FD3-32D14A13BE0A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6D50B3-9D94-894A-AEF4-03C92A6437D5}"/>
                </a:ext>
              </a:extLst>
            </p:cNvPr>
            <p:cNvCxnSpPr>
              <a:stCxn id="20" idx="6"/>
              <a:endCxn id="23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2AEC7-7C95-AF77-5085-BC18C20FED6C}"/>
                </a:ext>
              </a:extLst>
            </p:cNvPr>
            <p:cNvCxnSpPr>
              <a:stCxn id="19" idx="4"/>
              <a:endCxn id="21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91F591-A554-8D39-D9B1-E0EE5E18BBEA}"/>
                </a:ext>
              </a:extLst>
            </p:cNvPr>
            <p:cNvCxnSpPr>
              <a:stCxn id="22" idx="3"/>
              <a:endCxn id="21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DE6CD8-5778-FAA9-5C53-CE46081CD71E}"/>
                </a:ext>
              </a:extLst>
            </p:cNvPr>
            <p:cNvCxnSpPr>
              <a:stCxn id="24" idx="2"/>
              <a:endCxn id="21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77BBA0-F365-074C-3764-5C12DEEB2E8F}"/>
                </a:ext>
              </a:extLst>
            </p:cNvPr>
            <p:cNvCxnSpPr>
              <a:stCxn id="22" idx="5"/>
              <a:endCxn id="24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203ADB-430A-D65F-9723-DAA04ACAFB9C}"/>
                </a:ext>
              </a:extLst>
            </p:cNvPr>
            <p:cNvCxnSpPr>
              <a:stCxn id="22" idx="7"/>
              <a:endCxn id="23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8AE7B9-7053-F6F9-A0D3-5A043D505A2D}"/>
                </a:ext>
              </a:extLst>
            </p:cNvPr>
            <p:cNvCxnSpPr>
              <a:stCxn id="24" idx="6"/>
              <a:endCxn id="25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5ACCEC-0E1D-BF87-4D29-C9EFE7A95074}"/>
                </a:ext>
              </a:extLst>
            </p:cNvPr>
            <p:cNvCxnSpPr>
              <a:stCxn id="25" idx="1"/>
              <a:endCxn id="23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ADBF4-FB3C-D330-300D-00B6AF377E53}"/>
                </a:ext>
              </a:extLst>
            </p:cNvPr>
            <p:cNvCxnSpPr>
              <a:stCxn id="27" idx="2"/>
              <a:endCxn id="23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FFB4587-1690-02D4-BA3C-A0099E7358D5}"/>
                </a:ext>
              </a:extLst>
            </p:cNvPr>
            <p:cNvCxnSpPr>
              <a:stCxn id="25" idx="0"/>
              <a:endCxn id="27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13D604-B112-B9D1-2FB0-D426EB51FDB5}"/>
                </a:ext>
              </a:extLst>
            </p:cNvPr>
            <p:cNvCxnSpPr>
              <a:stCxn id="26" idx="1"/>
              <a:endCxn id="27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B21677-B01D-DF4C-8F76-B4A4CCE81DFF}"/>
                </a:ext>
              </a:extLst>
            </p:cNvPr>
            <p:cNvCxnSpPr>
              <a:stCxn id="26" idx="3"/>
              <a:endCxn id="25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2EE3B9-2788-3830-4E73-9DF1652682FE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2ECF91-9510-823B-C909-5F0EB0CA3147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B09655-F346-B1A3-1410-FB8E825C864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E88022-25E7-86C7-8B92-34447DB1CB81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EB710F6-6934-006D-D44B-6C316E606C8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B6EF87-9ED8-0DE9-D60E-95BDFA88858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1E8C970-DD24-1453-11B9-B8ACAA2F93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5E1A8BB-249C-43D9-96A3-202B7BEE668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1B0CD1-8132-C3B4-B8C7-CDDC25E0B19D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6E15FE-2AC2-BAA6-9B20-EDB3AA8EE9EF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9BC2B0C-3F8F-E385-9C36-453724DCBB67}"/>
              </a:ext>
            </a:extLst>
          </p:cNvPr>
          <p:cNvGrpSpPr/>
          <p:nvPr/>
        </p:nvGrpSpPr>
        <p:grpSpPr>
          <a:xfrm>
            <a:off x="7752750" y="3494747"/>
            <a:ext cx="4385159" cy="2420607"/>
            <a:chOff x="1524000" y="2625729"/>
            <a:chExt cx="7044346" cy="388847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1311A56-0703-B4CB-4DF3-E964A1EBFC91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08BE01B-5DBC-5EE1-D933-A8EB34AAAF91}"/>
                  </a:ext>
                </a:extLst>
              </p:cNvPr>
              <p:cNvCxnSpPr>
                <a:stCxn id="94" idx="7"/>
                <a:endCxn id="95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8838333-99B5-EDB2-E636-E37A3041178D}"/>
                  </a:ext>
                </a:extLst>
              </p:cNvPr>
              <p:cNvCxnSpPr>
                <a:stCxn id="95" idx="6"/>
                <a:endCxn id="9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90C3336-FD01-DDE1-F0D0-03F55BFFCE28}"/>
                  </a:ext>
                </a:extLst>
              </p:cNvPr>
              <p:cNvCxnSpPr>
                <a:stCxn id="94" idx="4"/>
                <a:endCxn id="96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12F9B32-568D-6074-BFD1-06C1C822970C}"/>
                  </a:ext>
                </a:extLst>
              </p:cNvPr>
              <p:cNvCxnSpPr>
                <a:stCxn id="97" idx="3"/>
                <a:endCxn id="96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927DFB4-FE48-C8DF-70F7-FA2E1E749276}"/>
                  </a:ext>
                </a:extLst>
              </p:cNvPr>
              <p:cNvCxnSpPr>
                <a:stCxn id="99" idx="2"/>
                <a:endCxn id="96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F6211A5-2B55-D230-16B2-2AD51EA7A0D9}"/>
                  </a:ext>
                </a:extLst>
              </p:cNvPr>
              <p:cNvCxnSpPr>
                <a:stCxn id="97" idx="5"/>
                <a:endCxn id="99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AC54169-CBFA-C7E2-BC2E-33184A527D9D}"/>
                  </a:ext>
                </a:extLst>
              </p:cNvPr>
              <p:cNvCxnSpPr>
                <a:stCxn id="97" idx="7"/>
                <a:endCxn id="9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ECDD1BC-741B-9CAD-1105-09E397EE3B17}"/>
                  </a:ext>
                </a:extLst>
              </p:cNvPr>
              <p:cNvCxnSpPr>
                <a:stCxn id="99" idx="6"/>
                <a:endCxn id="100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0CE11B8-8F5D-C7A3-14F8-FBE2BD41B155}"/>
                  </a:ext>
                </a:extLst>
              </p:cNvPr>
              <p:cNvCxnSpPr>
                <a:stCxn id="100" idx="1"/>
                <a:endCxn id="9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D4A98BB-84E0-53EA-CAB6-B34746A23FB1}"/>
                  </a:ext>
                </a:extLst>
              </p:cNvPr>
              <p:cNvCxnSpPr>
                <a:stCxn id="102" idx="2"/>
                <a:endCxn id="9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DFE9DAC-A92C-CC96-A200-12881D3F5556}"/>
                  </a:ext>
                </a:extLst>
              </p:cNvPr>
              <p:cNvCxnSpPr>
                <a:stCxn id="100" idx="0"/>
                <a:endCxn id="102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53C9770-FA50-C8A2-029D-50072B26B7AA}"/>
                  </a:ext>
                </a:extLst>
              </p:cNvPr>
              <p:cNvCxnSpPr>
                <a:stCxn id="101" idx="1"/>
                <a:endCxn id="102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368074D-3071-983E-D9B7-5D8BED13FAD1}"/>
                  </a:ext>
                </a:extLst>
              </p:cNvPr>
              <p:cNvCxnSpPr>
                <a:stCxn id="101" idx="3"/>
                <a:endCxn id="100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DDF72EC-73F5-C92E-7376-748E30BB74C1}"/>
                  </a:ext>
                </a:extLst>
              </p:cNvPr>
              <p:cNvCxnSpPr>
                <a:stCxn id="95" idx="4"/>
                <a:endCxn id="96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5FC2285-020A-878E-90CE-2ACC450330A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AA52F75-BA01-66A5-EF54-E52D90EDD432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0E6879E-1525-AA65-2114-574042CBEEB6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DC3F494-6211-1948-0CDB-6CD123A25C3C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BE19C25-5170-64E5-46A0-C59958E021A7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B48AE5A-C4EE-BA50-885A-F30C09797C9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87E7852-F9BC-8B04-BCFA-082683DAC53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E98C314-CBA0-EA5B-6C6F-13F8858E0BB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9C4FAAE-5AE5-4514-0BA9-55334F0335B1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80272A-3CC3-702F-8EA2-DA7404D25FFB}"/>
                </a:ext>
              </a:extLst>
            </p:cNvPr>
            <p:cNvCxnSpPr>
              <a:cxnSpLocks/>
              <a:stCxn id="100" idx="7"/>
              <a:endCxn id="102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2BA105-F684-B473-14DF-7C5E0517E06F}"/>
                </a:ext>
              </a:extLst>
            </p:cNvPr>
            <p:cNvCxnSpPr>
              <a:cxnSpLocks/>
              <a:stCxn id="99" idx="3"/>
              <a:endCxn id="96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1303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Complete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72"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571923" y="4916821"/>
            <a:ext cx="2908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Undirected 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3899919" y="4920228"/>
            <a:ext cx="3135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</a:t>
            </a:r>
          </a:p>
          <a:p>
            <a:r>
              <a:rPr lang="en-US" sz="2800" dirty="0"/>
              <a:t>Directed Graph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BE9801-D0B3-6EF8-63EA-B9DCCBFB1CE6}"/>
              </a:ext>
            </a:extLst>
          </p:cNvPr>
          <p:cNvGrpSpPr/>
          <p:nvPr/>
        </p:nvGrpSpPr>
        <p:grpSpPr>
          <a:xfrm>
            <a:off x="718434" y="3206160"/>
            <a:ext cx="1729793" cy="1622043"/>
            <a:chOff x="1378834" y="3116577"/>
            <a:chExt cx="1729793" cy="16220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37F504-B85A-1520-E7F4-8989BE84231C}"/>
                </a:ext>
              </a:extLst>
            </p:cNvPr>
            <p:cNvGrpSpPr/>
            <p:nvPr/>
          </p:nvGrpSpPr>
          <p:grpSpPr>
            <a:xfrm>
              <a:off x="1378834" y="3116577"/>
              <a:ext cx="1729793" cy="1622043"/>
              <a:chOff x="-388725" y="3020093"/>
              <a:chExt cx="2833027" cy="2656555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E1BD8B7-4CC3-76C2-B59D-BB8E9AB4F6AB}"/>
                  </a:ext>
                </a:extLst>
              </p:cNvPr>
              <p:cNvCxnSpPr>
                <a:cxnSpLocks/>
                <a:stCxn id="85" idx="6"/>
                <a:endCxn id="86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0A5863F-100D-A240-865D-33C97E04E063}"/>
                  </a:ext>
                </a:extLst>
              </p:cNvPr>
              <p:cNvCxnSpPr>
                <a:cxnSpLocks/>
                <a:stCxn id="86" idx="4"/>
                <a:endCxn id="88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EE1F91-DED4-E4D4-2B84-54D4FDE1057A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DFEBBBC-BC80-BAFB-02A9-944572FA7FA8}"/>
                  </a:ext>
                </a:extLst>
              </p:cNvPr>
              <p:cNvCxnSpPr>
                <a:cxnSpLocks/>
                <a:stCxn id="88" idx="2"/>
                <a:endCxn id="87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75438BD-A475-6206-0EF0-890B3A937474}"/>
                  </a:ext>
                </a:extLst>
              </p:cNvPr>
              <p:cNvCxnSpPr>
                <a:cxnSpLocks/>
                <a:stCxn id="86" idx="3"/>
                <a:endCxn id="87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33C72C6-1468-0C1C-DAFA-E75622DA098E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C6235E6-E60A-062C-E312-5D5F0758C46F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66721D1-8A4C-2F76-CAA9-FEE941202C62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11DC63D-5D3B-50C2-0184-D0A5C0983F41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E320C1-342B-2917-1FF6-23EADE44AF82}"/>
                </a:ext>
              </a:extLst>
            </p:cNvPr>
            <p:cNvCxnSpPr>
              <a:cxnSpLocks/>
              <a:stCxn id="85" idx="5"/>
              <a:endCxn id="88" idx="1"/>
            </p:cNvCxnSpPr>
            <p:nvPr/>
          </p:nvCxnSpPr>
          <p:spPr>
            <a:xfrm>
              <a:off x="1672101" y="3384074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CA9F77F-1A5A-D413-FF40-26A41279BB85}"/>
              </a:ext>
            </a:extLst>
          </p:cNvPr>
          <p:cNvGrpSpPr/>
          <p:nvPr/>
        </p:nvGrpSpPr>
        <p:grpSpPr>
          <a:xfrm>
            <a:off x="3940430" y="3110592"/>
            <a:ext cx="1729793" cy="1622043"/>
            <a:chOff x="8610600" y="3884345"/>
            <a:chExt cx="1729793" cy="162204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5E6465E-23D4-7A78-2D90-033B0364F71F}"/>
                </a:ext>
              </a:extLst>
            </p:cNvPr>
            <p:cNvGrpSpPr/>
            <p:nvPr/>
          </p:nvGrpSpPr>
          <p:grpSpPr>
            <a:xfrm>
              <a:off x="8610600" y="3884345"/>
              <a:ext cx="1729793" cy="1622043"/>
              <a:chOff x="-388725" y="3020093"/>
              <a:chExt cx="2833027" cy="265655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DD0BA37-2B83-48D8-E26B-B217259C66A7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CF37D2-E27F-7A71-AA33-5320E9514E61}"/>
                  </a:ext>
                </a:extLst>
              </p:cNvPr>
              <p:cNvCxnSpPr>
                <a:cxnSpLocks/>
                <a:stCxn id="75" idx="4"/>
                <a:endCxn id="77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4B9CD13-FF66-A5D2-1F8C-EA4244CE544E}"/>
                  </a:ext>
                </a:extLst>
              </p:cNvPr>
              <p:cNvCxnSpPr>
                <a:cxnSpLocks/>
                <a:stCxn id="74" idx="4"/>
                <a:endCxn id="76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AAAFF1-1B6F-502F-3C12-C0947F002D01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F468B2-2AA2-16F2-91D4-FBD14E916986}"/>
                  </a:ext>
                </a:extLst>
              </p:cNvPr>
              <p:cNvCxnSpPr>
                <a:cxnSpLocks/>
                <a:stCxn id="75" idx="3"/>
                <a:endCxn id="76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FBBC902-CBD4-4CB0-72AA-AE5F4733DCCB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4FC3465-BB6F-A32D-08ED-ABA63E4E3C5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32A27BB-C4B2-C204-190D-230D1EDFACFD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C3F8BBE-8F1A-CB36-09BD-AAC71BEE1AFE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43D3B1D-6E15-D403-70FD-A1D85F4CE5E3}"/>
                </a:ext>
              </a:extLst>
            </p:cNvPr>
            <p:cNvCxnSpPr>
              <a:cxnSpLocks/>
              <a:stCxn id="74" idx="5"/>
              <a:endCxn id="77" idx="1"/>
            </p:cNvCxnSpPr>
            <p:nvPr/>
          </p:nvCxnSpPr>
          <p:spPr>
            <a:xfrm>
              <a:off x="8903867" y="4151842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DEF3C5F-5BD2-C41A-AD2D-7FDA50A70D73}"/>
              </a:ext>
            </a:extLst>
          </p:cNvPr>
          <p:cNvSpPr txBox="1"/>
          <p:nvPr/>
        </p:nvSpPr>
        <p:spPr>
          <a:xfrm>
            <a:off x="7293345" y="5015796"/>
            <a:ext cx="3008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Directed Non-simple Graph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2359349-EE97-3770-8BAC-38168D0EF38B}"/>
              </a:ext>
            </a:extLst>
          </p:cNvPr>
          <p:cNvGrpSpPr/>
          <p:nvPr/>
        </p:nvGrpSpPr>
        <p:grpSpPr>
          <a:xfrm>
            <a:off x="7932896" y="3188940"/>
            <a:ext cx="1729793" cy="1622043"/>
            <a:chOff x="7333856" y="3206160"/>
            <a:chExt cx="1729793" cy="162204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A94A04F-CBDC-2DFF-3B03-A6FD1C79CAF6}"/>
                </a:ext>
              </a:extLst>
            </p:cNvPr>
            <p:cNvGrpSpPr/>
            <p:nvPr/>
          </p:nvGrpSpPr>
          <p:grpSpPr>
            <a:xfrm>
              <a:off x="7333856" y="3206160"/>
              <a:ext cx="1729793" cy="1622043"/>
              <a:chOff x="8610600" y="3884345"/>
              <a:chExt cx="1729793" cy="162204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E6C9A5B-FF03-AA04-A4AE-24D89402B256}"/>
                  </a:ext>
                </a:extLst>
              </p:cNvPr>
              <p:cNvGrpSpPr/>
              <p:nvPr/>
            </p:nvGrpSpPr>
            <p:grpSpPr>
              <a:xfrm>
                <a:off x="8610600" y="3884345"/>
                <a:ext cx="1729793" cy="1622043"/>
                <a:chOff x="-388725" y="3020093"/>
                <a:chExt cx="2833027" cy="2656555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10B5200E-1448-31F4-AA7A-88645C9AD2BD}"/>
                    </a:ext>
                  </a:extLst>
                </p:cNvPr>
                <p:cNvCxnSpPr>
                  <a:cxnSpLocks/>
                  <a:stCxn id="102" idx="6"/>
                  <a:endCxn id="103" idx="2"/>
                </p:cNvCxnSpPr>
                <p:nvPr/>
              </p:nvCxnSpPr>
              <p:spPr>
                <a:xfrm>
                  <a:off x="166749" y="3276727"/>
                  <a:ext cx="1764268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0C0BF86-1F58-EDBC-66CF-FE1283DDCE59}"/>
                    </a:ext>
                  </a:extLst>
                </p:cNvPr>
                <p:cNvCxnSpPr>
                  <a:cxnSpLocks/>
                  <a:stCxn id="103" idx="4"/>
                  <a:endCxn id="105" idx="0"/>
                </p:cNvCxnSpPr>
                <p:nvPr/>
              </p:nvCxnSpPr>
              <p:spPr>
                <a:xfrm>
                  <a:off x="2187651" y="3533361"/>
                  <a:ext cx="16" cy="160181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EDC5ECE-C857-8E84-F3DE-369A603DE929}"/>
                    </a:ext>
                  </a:extLst>
                </p:cNvPr>
                <p:cNvCxnSpPr>
                  <a:cxnSpLocks/>
                  <a:stCxn id="102" idx="4"/>
                  <a:endCxn id="104" idx="0"/>
                </p:cNvCxnSpPr>
                <p:nvPr/>
              </p:nvCxnSpPr>
              <p:spPr>
                <a:xfrm flipH="1">
                  <a:off x="-132091" y="3533361"/>
                  <a:ext cx="42206" cy="163001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E939F5E-DEAF-A9A8-7B5D-E05002EB01D4}"/>
                    </a:ext>
                  </a:extLst>
                </p:cNvPr>
                <p:cNvCxnSpPr>
                  <a:cxnSpLocks/>
                  <a:stCxn id="105" idx="2"/>
                  <a:endCxn id="104" idx="6"/>
                </p:cNvCxnSpPr>
                <p:nvPr/>
              </p:nvCxnSpPr>
              <p:spPr>
                <a:xfrm flipH="1">
                  <a:off x="124543" y="5391811"/>
                  <a:ext cx="1806490" cy="282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14D2943-F575-CC14-FDFC-39D72AABD608}"/>
                    </a:ext>
                  </a:extLst>
                </p:cNvPr>
                <p:cNvCxnSpPr>
                  <a:cxnSpLocks/>
                  <a:stCxn id="103" idx="3"/>
                  <a:endCxn id="104" idx="7"/>
                </p:cNvCxnSpPr>
                <p:nvPr/>
              </p:nvCxnSpPr>
              <p:spPr>
                <a:xfrm flipH="1">
                  <a:off x="49377" y="3458195"/>
                  <a:ext cx="1956808" cy="17803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B21E3DC6-38B7-146E-1A6C-437B5A9E20EA}"/>
                    </a:ext>
                  </a:extLst>
                </p:cNvPr>
                <p:cNvSpPr/>
                <p:nvPr/>
              </p:nvSpPr>
              <p:spPr>
                <a:xfrm>
                  <a:off x="-346519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4ED45FA7-5323-F739-FF16-46247FADD7CB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7E6E620-E580-606F-5183-439E2E75E879}"/>
                    </a:ext>
                  </a:extLst>
                </p:cNvPr>
                <p:cNvSpPr/>
                <p:nvPr/>
              </p:nvSpPr>
              <p:spPr>
                <a:xfrm>
                  <a:off x="-388725" y="5163380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99B76C7-479F-7E2A-8439-49539F65348C}"/>
                    </a:ext>
                  </a:extLst>
                </p:cNvPr>
                <p:cNvSpPr/>
                <p:nvPr/>
              </p:nvSpPr>
              <p:spPr>
                <a:xfrm>
                  <a:off x="1931034" y="5135177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849EE9E-1689-9D70-42AC-4990CC1047BC}"/>
                  </a:ext>
                </a:extLst>
              </p:cNvPr>
              <p:cNvCxnSpPr>
                <a:cxnSpLocks/>
                <a:stCxn id="102" idx="5"/>
                <a:endCxn id="105" idx="1"/>
              </p:cNvCxnSpPr>
              <p:nvPr/>
            </p:nvCxnSpPr>
            <p:spPr>
              <a:xfrm>
                <a:off x="8903867" y="4151842"/>
                <a:ext cx="1169029" cy="106982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nector: Curved 108">
              <a:extLst>
                <a:ext uri="{FF2B5EF4-FFF2-40B4-BE49-F238E27FC236}">
                  <a16:creationId xmlns:a16="http://schemas.microsoft.com/office/drawing/2014/main" id="{EAB280D5-8B38-1A02-1A1E-6AAFBCBDFF3C}"/>
                </a:ext>
              </a:extLst>
            </p:cNvPr>
            <p:cNvCxnSpPr>
              <a:cxnSpLocks/>
              <a:stCxn id="102" idx="2"/>
              <a:endCxn id="102" idx="0"/>
            </p:cNvCxnSpPr>
            <p:nvPr/>
          </p:nvCxnSpPr>
          <p:spPr>
            <a:xfrm rot="10800000" flipH="1">
              <a:off x="7359626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Curved 112">
              <a:extLst>
                <a:ext uri="{FF2B5EF4-FFF2-40B4-BE49-F238E27FC236}">
                  <a16:creationId xmlns:a16="http://schemas.microsoft.com/office/drawing/2014/main" id="{EC8AAE19-B417-E8DA-AF16-7D2A38B228B3}"/>
                </a:ext>
              </a:extLst>
            </p:cNvPr>
            <p:cNvCxnSpPr>
              <a:cxnSpLocks/>
              <a:stCxn id="103" idx="6"/>
              <a:endCxn id="103" idx="0"/>
            </p:cNvCxnSpPr>
            <p:nvPr/>
          </p:nvCxnSpPr>
          <p:spPr>
            <a:xfrm flipH="1" flipV="1">
              <a:off x="8906943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DEDD00C3-0088-64FE-A5C8-A608B44F7253}"/>
                </a:ext>
              </a:extLst>
            </p:cNvPr>
            <p:cNvCxnSpPr>
              <a:cxnSpLocks/>
              <a:stCxn id="105" idx="6"/>
              <a:endCxn id="105" idx="4"/>
            </p:cNvCxnSpPr>
            <p:nvPr/>
          </p:nvCxnSpPr>
          <p:spPr>
            <a:xfrm flipH="1">
              <a:off x="8906953" y="465428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Curved 118">
              <a:extLst>
                <a:ext uri="{FF2B5EF4-FFF2-40B4-BE49-F238E27FC236}">
                  <a16:creationId xmlns:a16="http://schemas.microsoft.com/office/drawing/2014/main" id="{81CBC10A-9968-CBFF-40CB-013C222F0918}"/>
                </a:ext>
              </a:extLst>
            </p:cNvPr>
            <p:cNvCxnSpPr>
              <a:cxnSpLocks/>
              <a:stCxn id="104" idx="4"/>
              <a:endCxn id="104" idx="2"/>
            </p:cNvCxnSpPr>
            <p:nvPr/>
          </p:nvCxnSpPr>
          <p:spPr>
            <a:xfrm rot="5400000" flipH="1">
              <a:off x="7333856" y="467150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686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687612"/>
            <a:ext cx="4600060" cy="2787240"/>
            <a:chOff x="0" y="2862182"/>
            <a:chExt cx="7044346" cy="4268266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dirty="0">
                    <a:solidFill>
                      <a:srgbClr val="7030A0"/>
                    </a:solidFill>
                  </a:rPr>
                  <a:t>sequence of nodes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endParaRPr lang="en-US" sz="2800" dirty="0"/>
              </a:p>
              <a:p>
                <a:r>
                  <a:rPr lang="en-US" sz="2800" dirty="0" err="1"/>
                  <a:t>s.t.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∀1≤</m:t>
                    </m:r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𝑘</m:t>
                    </m:r>
                    <m:r>
                      <a:rPr lang="en-US" sz="28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blipFill>
                <a:blip r:embed="rId2"/>
                <a:stretch>
                  <a:fillRect l="-2074" t="-5195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1783389" y="4800601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Simple Path:</a:t>
            </a:r>
          </a:p>
          <a:p>
            <a:r>
              <a:rPr lang="en-US" sz="2800" dirty="0"/>
              <a:t>A path in which each node appears at most once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59680" y="4800600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Cycle:</a:t>
            </a:r>
          </a:p>
          <a:p>
            <a:r>
              <a:rPr lang="en-US" sz="2800" dirty="0"/>
              <a:t>A path which starts and ends in the same place</a:t>
            </a:r>
          </a:p>
        </p:txBody>
      </p:sp>
    </p:spTree>
    <p:extLst>
      <p:ext uri="{BB962C8B-B14F-4D97-AF65-F5344CB8AC3E}">
        <p14:creationId xmlns:p14="http://schemas.microsoft.com/office/powerpoint/2010/main" val="1054982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799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2548407" y="5745189"/>
            <a:ext cx="1756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Connected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7493777" y="5776040"/>
            <a:ext cx="3846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(strongly) Connected</a:t>
            </a:r>
          </a:p>
        </p:txBody>
      </p:sp>
    </p:spTree>
    <p:extLst>
      <p:ext uri="{BB962C8B-B14F-4D97-AF65-F5344CB8AC3E}">
        <p14:creationId xmlns:p14="http://schemas.microsoft.com/office/powerpoint/2010/main" val="2162532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Weakly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ignoring direction of edges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1345045" y="3509073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1BE191-9ADF-A0F9-9404-022D8FA417F2}"/>
              </a:ext>
            </a:extLst>
          </p:cNvPr>
          <p:cNvSpPr txBox="1"/>
          <p:nvPr/>
        </p:nvSpPr>
        <p:spPr>
          <a:xfrm>
            <a:off x="2038851" y="6080427"/>
            <a:ext cx="29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Weakly Connected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4C5F6F-58DE-3FC1-BB80-93719F85BC73}"/>
              </a:ext>
            </a:extLst>
          </p:cNvPr>
          <p:cNvGrpSpPr/>
          <p:nvPr/>
        </p:nvGrpSpPr>
        <p:grpSpPr>
          <a:xfrm>
            <a:off x="6788205" y="3626901"/>
            <a:ext cx="4385159" cy="2420607"/>
            <a:chOff x="1524000" y="2625729"/>
            <a:chExt cx="7044346" cy="388847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CB4F3E-CB23-97A6-EFAF-F9BD45269D39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2DF5C0A-E8F2-69C9-D8DE-36C592DB1F35}"/>
                  </a:ext>
                </a:extLst>
              </p:cNvPr>
              <p:cNvCxnSpPr>
                <a:stCxn id="65" idx="7"/>
                <a:endCxn id="66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36BDB3A-6A37-BF11-EE32-6CDC3F572EC1}"/>
                  </a:ext>
                </a:extLst>
              </p:cNvPr>
              <p:cNvCxnSpPr>
                <a:stCxn id="66" idx="6"/>
                <a:endCxn id="69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0D29429-F6EA-7784-1BA6-CCC4A20D5296}"/>
                  </a:ext>
                </a:extLst>
              </p:cNvPr>
              <p:cNvCxnSpPr>
                <a:stCxn id="65" idx="4"/>
                <a:endCxn id="67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F6D26E9-C424-E5E0-5828-DC247F0AE23F}"/>
                  </a:ext>
                </a:extLst>
              </p:cNvPr>
              <p:cNvCxnSpPr>
                <a:stCxn id="68" idx="5"/>
                <a:endCxn id="7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E300FF0-365B-494E-20E5-01CB17669309}"/>
                  </a:ext>
                </a:extLst>
              </p:cNvPr>
              <p:cNvCxnSpPr>
                <a:stCxn id="70" idx="6"/>
                <a:endCxn id="7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B2ACCC7-4379-03F2-199D-6BA7A3ABBDB0}"/>
                  </a:ext>
                </a:extLst>
              </p:cNvPr>
              <p:cNvCxnSpPr>
                <a:stCxn id="71" idx="0"/>
                <a:endCxn id="73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EFA6315-8521-AC29-8B30-A0CA8E3B459C}"/>
                  </a:ext>
                </a:extLst>
              </p:cNvPr>
              <p:cNvCxnSpPr>
                <a:stCxn id="72" idx="1"/>
                <a:endCxn id="73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F159AA-0EEA-ADC5-8921-C9C56BA6C0DF}"/>
                  </a:ext>
                </a:extLst>
              </p:cNvPr>
              <p:cNvCxnSpPr>
                <a:stCxn id="72" idx="3"/>
                <a:endCxn id="7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7F9E7C5-BC15-996A-D145-12AEB7E95473}"/>
                  </a:ext>
                </a:extLst>
              </p:cNvPr>
              <p:cNvCxnSpPr>
                <a:stCxn id="66" idx="4"/>
                <a:endCxn id="67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CF46F7D-3C0A-7812-5BC4-CD5BDEA859BB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41D961C-8CE3-DBC7-EE64-675C6FF1BF1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4CF45A4-1E9B-24B3-185C-1ADC7D62BEFF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5B9325F-60F2-4882-622D-1D708738D72E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458B5D4-3984-6FCD-0CF4-D6AD24A192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C8E179C-59A4-27DB-665D-DC9BAB2B8C9B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0B9E416-A418-F46B-9E32-E1B19FA507A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0DCD95A-6DC3-DEE9-8A08-6540DC6B46EA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B8AC4A4-A928-9D1A-72E3-E11A496D8848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AEFFE30-A635-FC0A-A611-D53C6175AA53}"/>
                </a:ext>
              </a:extLst>
            </p:cNvPr>
            <p:cNvCxnSpPr>
              <a:cxnSpLocks/>
              <a:stCxn id="71" idx="7"/>
              <a:endCxn id="73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CD567A0-55DE-E659-0F5F-1C52C0C2E415}"/>
              </a:ext>
            </a:extLst>
          </p:cNvPr>
          <p:cNvSpPr txBox="1"/>
          <p:nvPr/>
        </p:nvSpPr>
        <p:spPr>
          <a:xfrm>
            <a:off x="7482011" y="6198255"/>
            <a:ext cx="352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Weakly Connected</a:t>
            </a:r>
          </a:p>
        </p:txBody>
      </p:sp>
    </p:spTree>
    <p:extLst>
      <p:ext uri="{BB962C8B-B14F-4D97-AF65-F5344CB8AC3E}">
        <p14:creationId xmlns:p14="http://schemas.microsoft.com/office/powerpoint/2010/main" val="2921561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3AC3-3AA8-E27B-FB78-7759EBA9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Density, Data Structures,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maximum number of edges in a graph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Undirected and simple: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|(|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Directed and simple: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|(|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 and non-simple (but no duplicates):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If the graph is connected, the minimum number of edges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dense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sparse</a:t>
                </a:r>
                <a:endParaRPr lang="en-US" dirty="0"/>
              </a:p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not always near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we do not typically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in running times, but leave it as a separate variable</a:t>
                </a:r>
              </a:p>
              <a:p>
                <a:pPr lvl="1"/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574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is a tree if it is undirect, connected, and has no cycles (i.e. is acyclic).</a:t>
                </a:r>
              </a:p>
              <a:p>
                <a:r>
                  <a:rPr lang="en-US" sz="2800" dirty="0"/>
                  <a:t>Often one node is identified as the “root”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B26A4FB-1FF3-22E3-008F-C86C19A60FCA}"/>
              </a:ext>
            </a:extLst>
          </p:cNvPr>
          <p:cNvSpPr txBox="1"/>
          <p:nvPr/>
        </p:nvSpPr>
        <p:spPr>
          <a:xfrm>
            <a:off x="1347968" y="5626650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Tree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759540-9AC3-0DDB-F03A-ACDE045114E3}"/>
              </a:ext>
            </a:extLst>
          </p:cNvPr>
          <p:cNvGrpSpPr/>
          <p:nvPr/>
        </p:nvGrpSpPr>
        <p:grpSpPr>
          <a:xfrm>
            <a:off x="222637" y="3116577"/>
            <a:ext cx="4301146" cy="2374232"/>
            <a:chOff x="0" y="3020093"/>
            <a:chExt cx="7044346" cy="3888478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579F93B-7403-10DF-E95E-AAEF3BA6A367}"/>
                </a:ext>
              </a:extLst>
            </p:cNvPr>
            <p:cNvCxnSpPr>
              <a:stCxn id="118" idx="7"/>
              <a:endCxn id="119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D78E9FC-207A-E53D-7517-EEF9FF99AAF2}"/>
                </a:ext>
              </a:extLst>
            </p:cNvPr>
            <p:cNvCxnSpPr>
              <a:stCxn id="118" idx="4"/>
              <a:endCxn id="120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86C4985-38E1-46D6-CB4D-A6A98BD9ED77}"/>
                </a:ext>
              </a:extLst>
            </p:cNvPr>
            <p:cNvCxnSpPr>
              <a:stCxn id="121" idx="3"/>
              <a:endCxn id="120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D22C930-0352-6899-1E98-8A3AA06731A6}"/>
                </a:ext>
              </a:extLst>
            </p:cNvPr>
            <p:cNvCxnSpPr>
              <a:stCxn id="121" idx="5"/>
              <a:endCxn id="123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F78A95-92D3-3C83-2D08-884970B4C01A}"/>
                </a:ext>
              </a:extLst>
            </p:cNvPr>
            <p:cNvCxnSpPr>
              <a:stCxn id="121" idx="7"/>
              <a:endCxn id="122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29927E5-909C-C044-BEFF-60F1FEE460A4}"/>
                </a:ext>
              </a:extLst>
            </p:cNvPr>
            <p:cNvCxnSpPr>
              <a:stCxn id="126" idx="2"/>
              <a:endCxn id="122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423522A-4F24-8A79-8AED-C46B27D17E35}"/>
                </a:ext>
              </a:extLst>
            </p:cNvPr>
            <p:cNvCxnSpPr>
              <a:stCxn id="124" idx="0"/>
              <a:endCxn id="126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7937C5B-8522-FE68-C63F-72C9C051B3D7}"/>
                </a:ext>
              </a:extLst>
            </p:cNvPr>
            <p:cNvCxnSpPr>
              <a:stCxn id="125" idx="1"/>
              <a:endCxn id="126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6C4D89C-3C85-56BA-4BFC-56F1024D1EBA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9B2B4FA-C1C9-855B-2015-97144E4F2FAB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1D38388-C86D-1D9F-3601-C3BD0D65BAA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B4CA7F-D981-B1C6-AD3C-CD1E9E7E4C5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8C583B9-6AFF-9308-7CA5-EB8DD9BA17F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057C619-BB2D-5ED4-80D6-6576D285508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69B7C16-C0D7-3D0C-6AB3-4D7B9EBFF8B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C7ABB57-BAD7-A7C2-0130-69898A09FBD7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C278552-0929-7F80-E4A2-BC45124A87DB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6204DC0-5532-D2DD-0951-4ED40E184A8D}"/>
              </a:ext>
            </a:extLst>
          </p:cNvPr>
          <p:cNvSpPr txBox="1"/>
          <p:nvPr/>
        </p:nvSpPr>
        <p:spPr>
          <a:xfrm>
            <a:off x="7891433" y="6056177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Rooted Tree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85FD0C-A578-1C23-26A0-A573C8E06253}"/>
              </a:ext>
            </a:extLst>
          </p:cNvPr>
          <p:cNvGrpSpPr/>
          <p:nvPr/>
        </p:nvGrpSpPr>
        <p:grpSpPr>
          <a:xfrm>
            <a:off x="7972595" y="3069482"/>
            <a:ext cx="1931460" cy="2875894"/>
            <a:chOff x="1975975" y="3234315"/>
            <a:chExt cx="3163313" cy="4710092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0C46145-3AED-D952-D22E-5CD74086CFE4}"/>
                </a:ext>
              </a:extLst>
            </p:cNvPr>
            <p:cNvCxnSpPr>
              <a:cxnSpLocks/>
              <a:stCxn id="137" idx="4"/>
              <a:endCxn id="138" idx="0"/>
            </p:cNvCxnSpPr>
            <p:nvPr/>
          </p:nvCxnSpPr>
          <p:spPr>
            <a:xfrm flipH="1">
              <a:off x="2232609" y="6436506"/>
              <a:ext cx="18769" cy="70534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FBDAA7A-E23D-7B4C-9341-DEC0ABC0901B}"/>
                </a:ext>
              </a:extLst>
            </p:cNvPr>
            <p:cNvCxnSpPr>
              <a:cxnSpLocks/>
              <a:stCxn id="137" idx="0"/>
              <a:endCxn id="139" idx="4"/>
            </p:cNvCxnSpPr>
            <p:nvPr/>
          </p:nvCxnSpPr>
          <p:spPr>
            <a:xfrm flipH="1" flipV="1">
              <a:off x="2242545" y="5375694"/>
              <a:ext cx="8833" cy="547544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ABF3FBD-AAF8-E87C-0AE3-3C7987960345}"/>
                </a:ext>
              </a:extLst>
            </p:cNvPr>
            <p:cNvCxnSpPr>
              <a:cxnSpLocks/>
              <a:stCxn id="140" idx="3"/>
              <a:endCxn id="139" idx="7"/>
            </p:cNvCxnSpPr>
            <p:nvPr/>
          </p:nvCxnSpPr>
          <p:spPr>
            <a:xfrm flipH="1">
              <a:off x="2424013" y="3672417"/>
              <a:ext cx="533541" cy="1265175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53F4EC0-D1D9-B03F-5C30-B3D5412FCFB0}"/>
                </a:ext>
              </a:extLst>
            </p:cNvPr>
            <p:cNvCxnSpPr>
              <a:cxnSpLocks/>
              <a:stCxn id="140" idx="4"/>
              <a:endCxn id="142" idx="0"/>
            </p:cNvCxnSpPr>
            <p:nvPr/>
          </p:nvCxnSpPr>
          <p:spPr>
            <a:xfrm flipH="1">
              <a:off x="3113923" y="3747583"/>
              <a:ext cx="25099" cy="1221204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44D2C2C-BFA5-F796-EEBA-B1BE3FD52820}"/>
                </a:ext>
              </a:extLst>
            </p:cNvPr>
            <p:cNvCxnSpPr>
              <a:cxnSpLocks/>
              <a:stCxn id="140" idx="5"/>
              <a:endCxn id="141" idx="1"/>
            </p:cNvCxnSpPr>
            <p:nvPr/>
          </p:nvCxnSpPr>
          <p:spPr>
            <a:xfrm>
              <a:off x="3320490" y="3672417"/>
              <a:ext cx="478336" cy="1281176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7B95E0A-9DDF-6B65-B8CC-4BA742F228DA}"/>
                </a:ext>
              </a:extLst>
            </p:cNvPr>
            <p:cNvCxnSpPr>
              <a:cxnSpLocks/>
              <a:stCxn id="145" idx="0"/>
              <a:endCxn id="141" idx="4"/>
            </p:cNvCxnSpPr>
            <p:nvPr/>
          </p:nvCxnSpPr>
          <p:spPr>
            <a:xfrm flipH="1" flipV="1">
              <a:off x="3980294" y="5391695"/>
              <a:ext cx="244352" cy="899002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3EB0404-14D3-1B52-3A0F-886A0478956C}"/>
                </a:ext>
              </a:extLst>
            </p:cNvPr>
            <p:cNvCxnSpPr>
              <a:stCxn id="143" idx="0"/>
              <a:endCxn id="145" idx="3"/>
            </p:cNvCxnSpPr>
            <p:nvPr/>
          </p:nvCxnSpPr>
          <p:spPr>
            <a:xfrm flipV="1">
              <a:off x="3816291" y="6728800"/>
              <a:ext cx="226887" cy="70233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C045A29-1865-0404-CBBC-2A9A656F44C8}"/>
                </a:ext>
              </a:extLst>
            </p:cNvPr>
            <p:cNvCxnSpPr>
              <a:cxnSpLocks/>
              <a:stCxn id="144" idx="0"/>
              <a:endCxn id="145" idx="5"/>
            </p:cNvCxnSpPr>
            <p:nvPr/>
          </p:nvCxnSpPr>
          <p:spPr>
            <a:xfrm flipH="1" flipV="1">
              <a:off x="4406115" y="6728800"/>
              <a:ext cx="476539" cy="60277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3DAB289-ACE3-40AF-161A-F60C3F5C8E6D}"/>
                </a:ext>
              </a:extLst>
            </p:cNvPr>
            <p:cNvSpPr/>
            <p:nvPr/>
          </p:nvSpPr>
          <p:spPr>
            <a:xfrm>
              <a:off x="1994744" y="592323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F763AAF-F20B-3CCC-54B3-571FE59D285C}"/>
                </a:ext>
              </a:extLst>
            </p:cNvPr>
            <p:cNvSpPr/>
            <p:nvPr/>
          </p:nvSpPr>
          <p:spPr>
            <a:xfrm>
              <a:off x="1975975" y="714184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AC2FA7B-BA61-4C22-2789-214F7D17EA4F}"/>
                </a:ext>
              </a:extLst>
            </p:cNvPr>
            <p:cNvSpPr/>
            <p:nvPr/>
          </p:nvSpPr>
          <p:spPr>
            <a:xfrm>
              <a:off x="1985911" y="486242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38AE445-8301-A81B-8E6A-74DCDE903058}"/>
                </a:ext>
              </a:extLst>
            </p:cNvPr>
            <p:cNvSpPr/>
            <p:nvPr/>
          </p:nvSpPr>
          <p:spPr>
            <a:xfrm>
              <a:off x="2882388" y="32343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634F20-61B8-01BA-265B-6D53BFED478F}"/>
                </a:ext>
              </a:extLst>
            </p:cNvPr>
            <p:cNvSpPr/>
            <p:nvPr/>
          </p:nvSpPr>
          <p:spPr>
            <a:xfrm>
              <a:off x="3723660" y="487842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0FE370C-E9B0-5F3C-D304-503B3A904DC1}"/>
                </a:ext>
              </a:extLst>
            </p:cNvPr>
            <p:cNvSpPr/>
            <p:nvPr/>
          </p:nvSpPr>
          <p:spPr>
            <a:xfrm>
              <a:off x="2857289" y="496878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4375051-9540-4F0A-98CC-A806591EFAC1}"/>
                </a:ext>
              </a:extLst>
            </p:cNvPr>
            <p:cNvSpPr/>
            <p:nvPr/>
          </p:nvSpPr>
          <p:spPr>
            <a:xfrm>
              <a:off x="3559657" y="743113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85A1BCB-B54D-AFFF-3E9E-3D242BD2890D}"/>
                </a:ext>
              </a:extLst>
            </p:cNvPr>
            <p:cNvSpPr/>
            <p:nvPr/>
          </p:nvSpPr>
          <p:spPr>
            <a:xfrm>
              <a:off x="4626020" y="73315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99D7300-F782-0F13-A601-B867BFB18170}"/>
                </a:ext>
              </a:extLst>
            </p:cNvPr>
            <p:cNvSpPr/>
            <p:nvPr/>
          </p:nvSpPr>
          <p:spPr>
            <a:xfrm>
              <a:off x="3968012" y="629069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79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21740</TotalTime>
  <Words>1625</Words>
  <Application>Microsoft Office PowerPoint</Application>
  <PresentationFormat>Widescreen</PresentationFormat>
  <Paragraphs>602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14: Graphs</vt:lpstr>
      <vt:lpstr>“Linear Time” Sorting Algorithms</vt:lpstr>
      <vt:lpstr>BucketSort</vt:lpstr>
      <vt:lpstr>BucketSort Running Time</vt:lpstr>
      <vt:lpstr>Properties of BucketSort</vt:lpstr>
      <vt:lpstr>RadixSort</vt:lpstr>
      <vt:lpstr>RadixSort</vt:lpstr>
      <vt:lpstr>RadixSort</vt:lpstr>
      <vt:lpstr>RadixSort</vt:lpstr>
      <vt:lpstr>RadixSort Running Time</vt:lpstr>
      <vt:lpstr>ARPANET</vt:lpstr>
      <vt:lpstr>Undirected Graphs</vt:lpstr>
      <vt:lpstr>Directed Graphs</vt:lpstr>
      <vt:lpstr>Self-Edges and Duplicate Edges</vt:lpstr>
      <vt:lpstr>Weighted Graphs</vt:lpstr>
      <vt:lpstr>Graph Applications</vt:lpstr>
      <vt:lpstr>Some Graph Terms</vt:lpstr>
      <vt:lpstr>Definition: Complete Graph</vt:lpstr>
      <vt:lpstr>Definition: Path</vt:lpstr>
      <vt:lpstr>Definition: (Strongly) Connected Graph</vt:lpstr>
      <vt:lpstr>Definition: (Strongly) Connected Graph</vt:lpstr>
      <vt:lpstr>Definition: Weakly Connected Graph</vt:lpstr>
      <vt:lpstr>Graph Density, Data Structures, Efficiency</vt:lpstr>
      <vt:lpstr>Definition: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242</cp:revision>
  <dcterms:created xsi:type="dcterms:W3CDTF">2023-10-13T16:06:42Z</dcterms:created>
  <dcterms:modified xsi:type="dcterms:W3CDTF">2026-02-06T21:21:14Z</dcterms:modified>
</cp:coreProperties>
</file>