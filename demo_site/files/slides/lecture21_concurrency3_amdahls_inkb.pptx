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7" r:id="rId2"/>
    <p:sldId id="314" r:id="rId3"/>
    <p:sldId id="315" r:id="rId4"/>
    <p:sldId id="316" r:id="rId5"/>
    <p:sldId id="317" r:id="rId6"/>
    <p:sldId id="318" r:id="rId7"/>
    <p:sldId id="319" r:id="rId8"/>
    <p:sldId id="320" r:id="rId9"/>
    <p:sldId id="321" r:id="rId10"/>
    <p:sldId id="395" r:id="rId11"/>
    <p:sldId id="399" r:id="rId12"/>
    <p:sldId id="400" r:id="rId13"/>
    <p:sldId id="401" r:id="rId14"/>
    <p:sldId id="402" r:id="rId15"/>
    <p:sldId id="409" r:id="rId16"/>
    <p:sldId id="403" r:id="rId17"/>
    <p:sldId id="405" r:id="rId18"/>
    <p:sldId id="406" r:id="rId19"/>
    <p:sldId id="410" r:id="rId20"/>
    <p:sldId id="408" r:id="rId21"/>
    <p:sldId id="302" r:id="rId22"/>
    <p:sldId id="262" r:id="rId23"/>
    <p:sldId id="303" r:id="rId24"/>
    <p:sldId id="304" r:id="rId25"/>
    <p:sldId id="305" r:id="rId26"/>
    <p:sldId id="306" r:id="rId27"/>
    <p:sldId id="307" r:id="rId28"/>
    <p:sldId id="308" r:id="rId29"/>
    <p:sldId id="309" r:id="rId30"/>
    <p:sldId id="411" r:id="rId31"/>
    <p:sldId id="311" r:id="rId32"/>
    <p:sldId id="310" r:id="rId33"/>
    <p:sldId id="312" r:id="rId34"/>
    <p:sldId id="313" r:id="rId35"/>
  </p:sldIdLst>
  <p:sldSz cx="12192000" cy="6858000"/>
  <p:notesSz cx="6858000" cy="9144000"/>
  <p:embeddedFontLst>
    <p:embeddedFont>
      <p:font typeface="Cambria Math" panose="02040503050406030204" pitchFamily="18"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1" autoAdjust="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40:43.171"/>
    </inkml:context>
    <inkml:brush xml:id="br0">
      <inkml:brushProperty name="width" value="0.05292" units="cm"/>
      <inkml:brushProperty name="height" value="0.05292" units="cm"/>
      <inkml:brushProperty name="color" value="#FF0000"/>
    </inkml:brush>
  </inkml:definitions>
  <inkml:trace contextRef="#ctx0" brushRef="#br0">4541 10656 0,'0'0'0,"0"9"0,8 16 16,1 9-16,8 26 16,0 42-16,-9 17 15,1-9 1,-1-33-16,1-26 15,-9-9 1,8 1-16,10-1 16,-1-16-1,0-1-15,17-7 16,8-1 0,1 0-1,0-9-15,-9 1 16,17-1-16,26 1 15,8-1 1,9-16-16,17-1 16,-8 1-1,16 8 1,1 0-16,8 0 16,8 8-16,9-8 15,26 9 1,-17-9-16,16 0 15,44 8 1,-35-16-16,9-1 16,25 9-1,0-8 1,1-1-16,-9 1 16,17-1-16,17 1 15,8-9 1,9-1-1,-34-7-15,-9-1 16,-8 1 0,-17-1-1,-9 9-15,-34 0 16,-34 9-16,-51 8 16,-26 0-16,-8 0 15,-1 0 1,-16 0-1,-1 0-15,1 0 16,-1 0-16,-8 0 16,0-9-16,18-16 31,16-43-15,8-51-16,1 0 15,-9 0-15,9-17 16,-9 17-16,-8 25 15,-1 17-15,-16 18 32,-1 16-32,1 9 15,-9 0 1,-9 17-16,1 0 0,-9 0 16,-9 9-1,0-1 1,-25 9-1,-8 0-15,-1 9 16,-17-1 0,-17 9-16,0-8 15,-34 8 1,-25 0-16,7 0 16,-24 0-1,-9 0-15,8-9 0,-43 9 31,10-8-31,24-9 16,-33-9 0,-9 1-16,-8-9 15,-1 8 1,9-8-16,-17 9 16,0-1-1,-25 9-15,8 17 16,-17 0-1,-18 9-15,27-9 16,-9 0 0,25-9-16,-8 1 15,9-1 1,-1-8-16,-76-8 16</inkml:trace>
  <inkml:trace contextRef="#ctx0" brushRef="#br0" timeOffset="2224.69">5539 11498 0,'0'0'0,"0"0"16,0 0-16,-8 0 15,-9 0 1,-26 26-16,-60 33 15,-25 26 1,26 0-16,42-8 16,18-1-1,7 1-15,10-1 16,8 1 0,17-9-16,8-9 15,9 1 1,35-1-16,42-7 15,34-18 1,25-26-16,18-16 16,8-9-1,-25-9 1,-18 1-16,9-1 16,-17-8-16,-25 8 15,-52 1 1,-8-9-16,-1 0 15,-16 8 1,-17 1 0,-1-1-16,-8 9 15</inkml:trace>
  <inkml:trace contextRef="#ctx0" brushRef="#br0" timeOffset="2548.56">6154 12008 0,'0'0'0,"0"0"0,0 0 15,0 0 1,0 0-16,0 0 16,8 0-1,9 17-15,26 17 16,25 0 0,26 9-16,-26-18 15,-16-8 1,16 0-16,9 9 15,-18-18 1,-16 1-16,-17-1 16,-18 1-1,1-9 1,-18 0-16,-25 42 16,-119 129-1,-104 101-15,87-51 16,84 8-1,1 120-15</inkml:trace>
  <inkml:trace contextRef="#ctx0" brushRef="#br0" timeOffset="39457">2313 11413 0,'0'0'0,"0"0"0,0 8 0,-26 103 0,26-17 0,-17 8 0,9 8 16,-9 60-16,0 9 15,0-86 1,8-33-1,0-9-15,1 0 16,8-25-16,0-18 16</inkml:trace>
  <inkml:trace contextRef="#ctx0" brushRef="#br0" timeOffset="39813.61">1869 12229 0,'0'0'0,"0"0"15,0 0-15,0 0 16,0 0-1,17 9-15,26-9 16,25-9 0,18-16-16,-18-9 15,34 8 1,1 1-16,-9 8 16,-1 17-1,-16 0-15,-26 8 16,-25-8-1,0-8-15,-9 8 16</inkml:trace>
  <inkml:trace contextRef="#ctx0" brushRef="#br0" timeOffset="40384.94">3329 11387 0,'0'0'0,"0"0"0,0 0 0,0 0 15,0 17 1,-9 26-1,1 51-15,-1 16 16,-17 1 0,1 16-16,-9 9 15,0-17 1,8-25-16,9-26 16,8-26-1,1-16-15,8-9 16,8-8-1,18-9-15,25-26 16,0-25 0,18-9-16,-10 9 15,-24 26 1,-10 8-16,1 8 16,-18 9-1,9 9-15,0 25 16,-8 17-1,-1 0-15,1 8 16,-18 1 0,9-9-16,0-25 15,0-9 1,0-17-16,26-9 16,-9 9-1</inkml:trace>
  <inkml:trace contextRef="#ctx0" brushRef="#br0" timeOffset="40564.74">3969 12229 0,'0'0'0,"0"0"0,0 0 16,0 0-16,0 9 16,0 8-1,0 8-15,0 1 16,0-18-1,0 1-15</inkml:trace>
  <inkml:trace contextRef="#ctx0" brushRef="#br0" timeOffset="41071.06">4395 11617 0,'0'0'0,"0"0"0,-8 0 16,8 9 0,0 8-16,0 0 15,8-9 1,10 1 0,16-9-16,34-26 15,-8 9-15,-9 0 16,-17 0-1,-8 17 1,-18 0 0,1 17-16,-18 26 0,-25 16 31,-26 9-31,-8 0 16,17-25-16,0-1 15,16-16-15,18-9 16,0-9-1,9 9-15,8 0 16,17 0 0,0 17-1,26 9-15,16-1 0,1 1 32,-9-1-17,-8 1-15,-17 8 16,-18 9-1,-33 33-15,-44 35 16,35-60-16</inkml:trace>
  <inkml:trace contextRef="#ctx0" brushRef="#br0" timeOffset="111259.01">7314 13216 0,'0'0'0,"0"0"0,0 0 0,0 0 16,9 17-16,8 25 15,0 18 1,0 25 0,9 0-16,-9 17 15,-9 0 1,1 9-16,-9-9 16,0-17-1,0-9-15,0-16 0,8-1 31,10-16-31,-1 0 16,17-18-16,17 1 0,0-18 16,26-8-1,17-17 1,17-17 0,0 0-1,8-9-15,18 1 0,16 8 16,27-9-16,-1 9 31,17 0-15,26 0-16,9 9 15,16-1 1,26 9-16,17 0 16,9 17-1,-9 9-15,9 8 16,-9 0-1,0 17-15,9 0 16,0 0-16,8 0 16,-34-9-1,0-8-15,-17 0 16,-17 0 0,-8-8-16,-43-1 15,-43-8 1,-60 9-1,-34-9-15,-25 0 16,-9-9 0,-9-16-16,-25-35 15,-34-42-15,-26-25 16,26-18 0,-9-152-1</inkml:trace>
  <inkml:trace contextRef="#ctx0" brushRef="#br0" timeOffset="-164028.52">5215 10988 0,'0'0'0,"0"0"0,0 0 0,0 0 16,0 8-16,0-8 15,0 0-15,0 0 32,0 0-32,0 0 15,17-8-15,43-1 16,42-16-16,43-9 31,60 0-31,-17 0 16,8 17-1,43 8-15,85-8 16,26 0 0,-42-8-16,84-1 15,-59 18 1,-43-1-16,-42 9 16,-52-8-1,-17-1-15,-51 1 16,-68 8-1,-17 0-15,-18 8 16,1 1 0,-9-1-16,-8 1 15,-18 8 1,-93 34-16,-137 34 16,-94-17-1,-9-26 1,-42-25-16,9-8 15,25-1-15,8-8 16,10-8 0,41 8-16,44 8 15,33 1 1,69-1-16,34 1 16,35-1-1,33 1-15,17-9 16,9 0-1,17 0-15,26 8 16,136 18-16,137 8 31,110-17-31,27-9 16,-1-8-16,43-17 16,-34 9-1,-43-9-15,0 0 16,-17 0-16,-60 0 15,-33 8 1,-61 1 0,-85-1-16,-68 1 15,-26-9 1,-17 8-16,-17 1 16,-8-9-1,-26-17-15,-51-17 16,-120-34-1,-94 17-15,-102 34 16,-102 8 0,-26 18-1,-9 33-15,0 26 16,9 9-16,17 16 16,26 1-1,51-18-15,110-16 16,78-9-1,68-17-15,51-9 16,59-8 0,18 0-16,17 9 15,26-1 1,93 9-16,154 9 16,111 8-1,17-26-15,52 1 16,-10-9-1,18-17-15,34 17 16,-34-17 0,8-9-1,-33 1-15,-61-1 16,-68 1-16,-111-1 16,-76 9-16,-26 0 31,-43 0-31,-17-8 15,-43-26-15,-93-43 16,-231-8 0,-239 34-1,171 60-15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43:11.117"/>
    </inkml:context>
    <inkml:brush xml:id="br0">
      <inkml:brushProperty name="width" value="0.05292" units="cm"/>
      <inkml:brushProperty name="height" value="0.05292" units="cm"/>
      <inkml:brushProperty name="color" value="#FF0000"/>
    </inkml:brush>
  </inkml:definitions>
  <inkml:trace contextRef="#ctx0" brushRef="#br0">9371 7186 0,'0'0'0,"0"0"0,9 9 0,8 8 15,0 8 1,0 9-16,-8 0 16,-1 0-16,1 0 15,-1 0 1,1 0-16,-1 0 31,1 0-31,-9 17 16,0 0-16,-9 9 15,9 0 1,0-9-16,0-9 16,0-16-1,0-1-15,0 1 16,17-9-1,0 0-15,18 0 16,-1 8 0,17-8-16,17-8 15,18-1 1,-1 1 0,17-18-16,1 1 15,16-1-15,1 1 16,-26 8-1,-18 0-15,-7 8 16,-18 1 0,-25-1-16,-1-8 15,-16 0 1,-1 0-16,1 0 16,-9-8-1,17-35 1,17-25-16,17-59 15,17-78-15,35-126 16</inkml:trace>
  <inkml:trace contextRef="#ctx0" brushRef="#br0" timeOffset="6741.44">17693 7594 0,'0'0'0,"0"0"0,0 0 16,0 0-1,0 0-15,0 0 16,0 0-16,0 9 31,8 17-31,1 16 16,0 35-16,-1 16 16,1-8-1,-9-17-15,0-25 16,17-9-1,0-9 1,17 1-16,9-1 16,25-16-1,17-9-15,18 0 16,8 0 0,17-9-16,0-8 0,0 17 15,8 9 1,9-1-1,-17-8-15,-8 9 16,-26 8 0,-9 0-1,-17 0-15,-16-9 16,-27 1-16,-8-1 16,-8-8-1,-1 0-15,-16-8 16,-9-18-16,0 9 31</inkml:trace>
  <inkml:trace contextRef="#ctx0" brushRef="#br0" timeOffset="17328.57">1229 6497 0,'0'0'0,"0"0"0,17 17 16,0 26 0,17 42-16,0 43 15,9-1 1,-9 35 0,-17 42-16,-8-9 15,8 1 1,-17 8-16,-17-25 15,8 25-15,-8-26 16,17-76 0,-17-42-16,9-26 15,-1-8 1,1-18-16,8 1 16,-17-1-1,-1-16-15,-16-18 16,9-25-1,-18-9 1,0 9-16,9 9 16,9 8-1,-10 17-15,1 0 16,9 17 0,-1 8-1,-17 18-15,9 25 16,9 0-16,25-9 15,25 10 1,27-1-16,50 0 16,0-17-16,18-17 15,8-26 1,8-25 0,10-42-16,24-95 15,44-109 1</inkml:trace>
  <inkml:trace contextRef="#ctx0" brushRef="#br0" timeOffset="34396.08">9337 10316 0,'0'0'0,"0"0"15,0 0-15,0 0 16,9 8-16,-1 1 16,1-9-1,-1 0 1,1 0-16,-1 8 15,1 1 1,8-1 0,0 1-16,26 8 15,8 0-15,34 0 16,52 0 0,34-9-1,8 1-15,26 8 16,0-8-16,25 8 15,0 8-15,1 1 16,16-18 0,86 1-1</inkml:trace>
  <inkml:trace contextRef="#ctx0" brushRef="#br0" timeOffset="38860.79">7383 10316 0,'0'0'16,"0"0"-16,0 0 15,0 0-15,0 0 16,0 0-1,0 0-15,0 0 16,0 0 0,0 0-16,17 8 15,17 9 1,17 0-16,9 9 16,34-9-1,34 0 1,17-9-16,-9-25 15,-76 9-15</inkml:trace>
  <inkml:trace contextRef="#ctx0" brushRef="#br0" timeOffset="47583.71">9320 10852 0,'0'0'16,"-8"0"-16,-1 0 0,1 8 15,-10 1 1,1-1-16,9 1 16,-1-1-16,1 1 15,8-1 1,0 9-16,8 0 15,9 9-15,26 8 16,25 8 0,26 1-1,34-1 1,0 1-16,9-18 16,-9-8-1,17 0-15,137 34 16</inkml:trace>
  <inkml:trace contextRef="#ctx0" brushRef="#br0" timeOffset="73367.21">18000 7254 0,'0'0'0,"0"0"0,0 0 0,0 0 16,0 0-1,0 0-15,0 0 16,0 0-16,0 0 16,-8 0-1,-1 17 1,1 26-16,-9 33 15,-1-8-15,1-8 32,9-18-32,-1-8 15,9-8-15,0-9 16,0 0 0,0-8-16,0-1 15,0 9-15,9 0 16,8-8-1,17 8 1,26-9-16,17 1 16,8-18-1,9 9-15,-26 0 16,0 0-16,9 0 31,-8 17-31,-10 0 0,-8 0 31,-8 0-31,-17-8 0,-1 8 16,1-9 0,-9 1-1,0-1-15,9 1 16,-1-1 0,1-16-1,0-9-15,8-17 16,0-26-1,8-16-15,-24-10 16,-10 44-16</inkml:trace>
  <inkml:trace contextRef="#ctx0" brushRef="#br0" timeOffset="73909.36">22174 7841 0,'0'0'0,"34"26"16,85 42-16,103 0 15,77-43 1,77-16-16</inkml:trace>
  <inkml:trace contextRef="#ctx0" brushRef="#br0" timeOffset="75996">23923 9984 0,'0'0'0,"0"0"0,0 0 15,-8 17 1,-1 17-16,1 9 15,-1 8 1,-8 8-16,17-8 16,0 9-1,9-1-15,-1 1 16,1 0 0,-1-9-16,1-9 15,-1 1-15,1-18 31,0 1-31,-1-1 16,9-8-16,0-8 0,17-1 31,-8 1-31,0-1 16,-1-8 0,9-8-16,0-1 15,1 1 1,16-1-16,0 9 0,-8 0 31,-18 0-31,-8 0 16,-8 0-1,-1 0 1,1 0-16,-9 0 16,0 0-16,8 0 15,-8-8 1,9-26-16,-18-34 15,-16-26 1,16 43-16</inkml:trace>
  <inkml:trace contextRef="#ctx0" brushRef="#br0" timeOffset="83196.92">23923 10877 0,'0'0'0,"0"0"0,0 0 0,0 0 16,0 0 0,0 0-1,0 9-15,0-1 16,0 9 0,0 0-16,0 9 15,0-1 1,9 9-16,0 0 15,-1-8-15,1 8 16,-1-9 0,1 1-16,-1-1 15,1-16 1,-1 8 0,9 0-16,0 0 15,0-9 1,18 1-16,-1-1 15,0 1 1,0-1-16,-8 1 16,-1-1-1,1-8-15,-18 0 16,1 0-16,-1 0 16,-8 0-1,0 0-15,0 0 16,0 0-1,0 0-15,9 0 16,-9 0 0,9-8-1,16-9-15,9-34 16,17-26 0,1-25-1,-18 51-15</inkml:trace>
  <inkml:trace contextRef="#ctx0" brushRef="#br0" timeOffset="86760.43">23599 11617 0,'0'0'0,"0"0"0,0 0 16,0 0-16,0 0 15,0 0 1,0 0-16,0 0 16,0 17-1,0 17 1,0 0-1,0 0-15,0-8 0,0-9 16,0-9 0,0 1-1,0-1-15,0 1 16,0-1 0,0-8-1,0 0-15,9 9 16,-1 8-16,1 0 15,8-9 1,0 9-16,-9-8 16,9 8-1,-8 0-15,0 0 16,-1 0 0,1 0-1,-1 8-15,1 1 0,-1-1 16,9 1-1,0-1 1,-8 1 0,-1-9-16,1-9 15,-1 1-15,10-1 16,-1 9-16,17-8 31,0-1-31,0-8 16,0-8-1,0-1-15,-8 9 16,8 0-16,0 0 16,0 0-1,1 0-15,7 0 16,-8 0 0,9 0-1,0 0-15,-9 0 16,-9 9-1,-8-9-15,-8 0 0,0 0 16,-1 0 0,-8 0-1,0 0 1,0 0-16,0 0 16,0-9-1,17-8-15,0-8 16,17-26-16,9-17 15,0-9 1,-18-25 0,-8 43-16</inkml:trace>
  <inkml:trace contextRef="#ctx0" brushRef="#br0" timeOffset="87518.38">23847 13148 0,'0'0'0,"59"-9"0,95-25 15,102-17-15,43-17 16,59 0 0</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50:40.518"/>
    </inkml:context>
    <inkml:brush xml:id="br0">
      <inkml:brushProperty name="width" value="0.05292" units="cm"/>
      <inkml:brushProperty name="height" value="0.05292" units="cm"/>
      <inkml:brushProperty name="color" value="#FF0000"/>
    </inkml:brush>
  </inkml:definitions>
  <inkml:trace contextRef="#ctx0" brushRef="#br0">12674 9287 0,'9'0'0,"8"0"0,17 8 0,171 60 0,-111-34 16,34 0-16,8-8 0,18-1 31,8-16-31,43-1 16,0 1-1,8-9 1,18 17-16,8 17 16,42 0-1,1 9-15,17-1 0,42-8 32,1-17-32,7 0 0,10-8 31,25-9-31,17-17 15,34-9-15,9-8 16,51-8 0,94-18-1,-162 26-15</inkml:trace>
  <inkml:trace contextRef="#ctx0" brushRef="#br0" timeOffset="31559.81">22447 11813 0,'8'0'0,"103"8"0,163-8 0,93-8 16,17-26-1,102 0-15,-68 8 16</inkml:trace>
  <inkml:trace contextRef="#ctx0" brushRef="#br0" timeOffset="36632.21">26714 12051 0,'0'0'0,"0"0"0,0 0 16,35 0-16,58 17 15,53 0 1,75 17 0,87 0-16,76-34 15,17-26-15</inkml:trace>
  <inkml:trace contextRef="#ctx0" brushRef="#br0" timeOffset="211118.33">12589 13616 0,'0'0'0,"0"0"0,0 0 0,9 0 15,8-9-15,0 1 16,0 8 0,0 0-1,0 0-15,0 0 16,9 0-16,8 0 16,0 0-1,17 8 1,9 9-1,0-8-15,25 8 16,17 0-16,9-9 16,9 1-1,-1-1-15,9-8 16,9-8 0,-1 8-16,1-9 15,0 9 1,-1-8-16,-8 8 15,-8 0-15,16 0 16,-8 8 0,9-8-1,8 17-15,0-8 16,0-1 0,-8 9-16,-9 0 15,0-8 1,8-1-16,1-8 15,16 0 1,1-8-16,0-1 16,-18-8-1,9 9-15,17-1 16,-16-8 0,-1 0-16,8 0 15,9 9 1,1-9-16,7 0 15,1 8 1,-9 1-16,0 8 16,1 0-1,-1 8-15,17 1 16,17-9 0,9-9-16,0 1 15,0 8 1,-18-9-16,27-16 15,-1 8 1,-16 0-16,7-9 16,10 1-1,-1 8-15,9 8 16,8-8 0,1 9-16,-1 8 15,1 0 1,8 17-16,-9 8 15,1 1 1,33-1 0,44-16-16,59-1 0</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48:04.703"/>
    </inkml:context>
    <inkml:brush xml:id="br0">
      <inkml:brushProperty name="width" value="0.05292" units="cm"/>
      <inkml:brushProperty name="height" value="0.05292" units="cm"/>
      <inkml:brushProperty name="color" value="#FF0000"/>
    </inkml:brush>
  </inkml:definitions>
  <inkml:trace contextRef="#ctx0" brushRef="#br0">7989 5579 0,'0'0'0,"0"0"0,0 0 0,0 0 15,0 0-15,0 0 16,0 0 0,0 0-1,0 17-15,0 0 16,0 0 0,0 17-16,8 0 15,1 0 1,-1 9-16,1-1 15,-1-8 1,1 0 0,-1-8-16,-8-1 15,18-8-15,-1 0 16,17-8-16,25-9 16,27-9-1,8 1 1,25-18-16,1 1 0,-18 8 31,18 0-31,25 8 16,0 9-16,-17 9 15,8 8 1,-8 8 0,0 9-16,-25-8 15,-9 8 1,-9 8-16,-25-16 0,-26-9 15,-8-9 1,-18 1 0,1-1-16,-1 1 15,-8-18 1,0-16 0,0-35-1,9-42-15,-1 34 0</inkml:trace>
  <inkml:trace contextRef="#ctx0" brushRef="#br0" timeOffset="5113.47">6435 10852 0,'0'0'0,"0"0"0,9 8 0,8 1 0,0-1 31,9 9-16,42 0-15,51 0 16,78 9 0,93-26-16,94-43 15,51-16 1,18-18-16,42-50 16,-103 8-1</inkml:trace>
  <inkml:trace contextRef="#ctx0" brushRef="#br0" timeOffset="6927.35">7203 11991 0,'0'0'0,"0"0"0</inkml:trace>
  <inkml:trace contextRef="#ctx0" brushRef="#br0" timeOffset="8618.91">7169 11404 0,'0'0'0,"0"0"0,0 0 15,-8 17 1,-1 1 0,-8-1-16,0 8 15,-8 9 1,-1 17-16,0 0 16,9 0-1,0-8-15,9-18 16,-1 1-1,9-1-15,0 1 16,0 8 0,0-9-16,0 1 15,0-9-15,0 0 32,9 0-17,-1 0-15,1-9 0,-1 9 16,9 0-1,0 0 1,18 0-16,-1 0 16,0 9-16,0-1 15,0-8 1,9 0 0,8 9-16,17-18 15,35 9 1,16-17-16,-8 0 15,0 0-15,17 0 16,9 0 0,-9 9-16,8-18 0,43 1 15,18-9 17,-18 0-32,34 0 0,9 8 31,-17 1-31,17 16 15,-9 9 1,35 0-16,8 9 16,17-9-1,26-17-15,-9 0 16,9 0-16,-1-9 16,-16-8-1,-9 0-15,-8-8 16,8-1-1,-8 1-15,-9-1 16,-9 9 0,-8 0-1,-8 0-15,-18 0 16,-17 0 0,-25 9-16,-26-1 15,-17 9 1,-34-8-16,-26 8 15,-25 0 1,-18 0-16,1 0 16,-17 0-16,-1 0 15,-8-9 1,-8-8 0,-9-59-16,-1 25 15</inkml:trace>
  <inkml:trace contextRef="#ctx0" brushRef="#br0" timeOffset="24963.53">11505 13207 0,'0'0'0,"0"0"0,0 0 15,0 0-15,0 0 16,9 0-1,-1-8-15,9-9 16,9-9 0,8 1-16,0-1 15,0 9 1,9 0 0,25 17-16,60 9 15,69-9 1,24-9-16,27 1 15,25-9 1,-8-17-16,8 0 16,-9 8-1,-33 26-15,102 43 16</inkml:trace>
  <inkml:trace contextRef="#ctx0" brushRef="#br0" timeOffset="26987.31">10396 12884 0,'0'0'0,"0"0"0,0 0 16,0 0-16,0 0 15,-9 0-15,0 0 16,1 0 0,-9 0-1,0 0 1,8 0-16,1 0 0,-1 0 31,1 0-31,-1 0 16,1 0-16,8 0 15,0 0 1,0 0 0,0 0-16,0 0 15,0 0 1,0 0-16,0 0 16</inkml:trace>
  <inkml:trace contextRef="#ctx0" brushRef="#br0" timeOffset="29381.63">10498 12587 0,'0'0'0,"0"0"0,0 17 15,9 0-15,8 0 16,-9 8-16,1-8 16,-1 0-1,1-8 1,-1-1-16,1 1 16,-1-1-1,-8 1 1,0-9-16,0 0 0,0 0 31,0 0-31,0 0 16,0 0-1,0 0-15,0 0 16,0 8-16,0 1 16,-8-1-1,-1 1 1,-8-9-16,-25 17 15,-18 0-15,-17 0 16,-17 0 0,17-9-1,-17 1-15,-17-1 16,9 1-16,8-9 16,-8 0-1,-35 0 1,-16 0-16,-10 8 15,-33-8-15,-9 0 16,26 0 0,-34-8-1,-35-9-15,9-9 16,0 9 0,9-8-16,-18-1 15,-25-25-15,17 0 16,17-8-1,-34-26 1,8 0-16,1-1 16,-1-16-1,1 9-15,8-9 16,-1 8 0,1-8-16,17 0 15,9-8 1,42-1-16,0 0 15,9-8-15,17-8 16,34-9 0,26 0-1,16-17-15,27 0 16,16-9 0,34-17-16,9 1 15,26 8-15,8 25 16,9 1-1,8 7-15,0 10 16,26 16 0,17-8-16,17 0 15,17 9 1,0 8 0,8 0-16,-8 25 15,0 9 1,-17 8-16,-8 18 15,-18 8 1,-8 17-16,8 0 16,-16 17-1,-10 0-15,-16 8 16,0 9 0,-1 0-16,-7 0 15,-10 0 1,1 0-16,-18-8 15,1-1 1,-1 1 0,1-1-16,-9-8 15,0 0-15,-17 0 16,-9 0 0,-34-17-1,-25-8-15,25 8 16,9 0-1,17 0-15,8 0 0,9 8 16,9 9 0,8 0-1,0 0-15,8-8 16,35-1 0,34 9-1,25 9-15,-8-1 16,-9 9-16,1 17 15,-18-8 1,-25-9 0,-18-9-16,1 1 15,-17-1-15,-44 26 16,-76 52 0,-85 24-16,8-16 15,18-9 1,-112 51-16</inkml:trace>
  <inkml:trace contextRef="#ctx0" brushRef="#br0" timeOffset="32803.89">9875 13658 0,'0'0'0,"0"0"0,17 9 16,0-1-16,0 1 16,-8-1-16,-1 1 31,1-1-31,-1-8 15,1 0-15,-9 0 16,0 0 0,0 0-1,0 0 1,0 0-16,0 0 16,0 0-16,0 0 15,0 0 1,0 0-16,0 0 15,-9 0 1,-8 0-16,-8 0 16,-10 0-1,-7 0 1,-1 0-16,-17-8 16,1-1-16,-1 1 15,-34-1 1,-17 9-16,9 0 15,-9-8 1,-9-1-16,-16-8 16,-9 9-1,17-1-15,-26-8 16,-8 0 0,0-8-1,-1-1-15,-24 9 16,-1 0-1,9 0-15,-18 0 16,1 9-16,17-18 16,0 1-16,16-1 15,18 1 1,-25-10 0,16 10-16,34-1 15,1 1 1,-1-9-1,1 8-15,25 9 16,9 0-16,-1 0 16,18 0-1,0 0-15,0 9 16,8-1 0,17 1-16,9-1 15,8 9 1,9 0-1,0 0-15,17 0 16,0 0 0,0 0-16</inkml:trace>
  <inkml:trace contextRef="#ctx0" brushRef="#br0" timeOffset="34763.21">5522 13020 0,'0'0'0,"0"0"0,-8 0 16,-9-8-16,-18-1 15,-16 1 1,-9-9-16,-8 0 16,-26 0-1,-8 8 1,-1-16-16,1-1 15,0-8 1,-9-17-16,-9-17 16,9-8-1,0-1-15,0 1 0,-8-26 32,-1-35-32,35-7 15,17-18 1,25-33-16,9 8 15,25-1-15,9-7 16,9 25 0,16 0-1,10 8-15,16-8 16,17 17 0,0 25-16,9 1 15,0 25-15,8 25 16,18 1-1,-18 33 1,-17 9-16,1 17 16,-1 17-1,-8 9-15,-26-1 0,-9 1 32,-16-1-32,-1 1 15,1-1-15,-26 9 16,-51 0-16,-26-8 31,-9-26-31,18-9 16,8 9-1,35 0-15,7 0 16,18 9 0,17 8-16,0 0 15,9 0-15,25 8 16,26 9-1,8 0 1,-8 0-16,0 9 16,-18-9-16,-16 0 15,-1 0 1,1-9 0,-17 1-16,-1 8 15,-42 51 1,-86 102-16,-110 93 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53:22.526"/>
    </inkml:context>
    <inkml:brush xml:id="br0">
      <inkml:brushProperty name="width" value="0.05292" units="cm"/>
      <inkml:brushProperty name="height" value="0.05292" units="cm"/>
      <inkml:brushProperty name="color" value="#FF0000"/>
    </inkml:brush>
  </inkml:definitions>
  <inkml:trace contextRef="#ctx0" brushRef="#br0">5539 13514 0,'0'0'0,"0"0"0,0 0 0,0 0 15,0 0 1,0 0-16,0 8 15,0 9 1,0 0-16,0 0 16,9-8-1,-1-1-15,-8 1 16,9-1 0,8 1-16,17-1 15,34-16 1,43-1-16,-25-8 31,-18-8-31,43-1 0,51-8 16,-17 9-1,-25 8-15,33 0 16,52 0 0,-26 0-16,35-17 15,-1-9 1,9 0-1,43 9-15,-9 0 16,17 0-16,25 9 16,-24-1-1,24 1 1,1 8-16,-9 0 16,-17 8-16,-17-8 15,-17 0 1,-17 9-16,26 8 15,-112 8 1,-50-8 0,16 0-16,-25 9 15,-26-9 1,-17 0-16,-8 0 16,-18 0-16,1 0 15,-1 0 1,-16 0-1,-18 0-15,-42 0 0,-60 17 16,-68 0 0,25-9-1,9 9 1,-43-8-16,0-1 16,-59-8-1,7 9-15,-24 8 0,-1 0 31,9 0-31,26 0 0,16 0 16,-8-9 0,-8 9-1,-52 9 1,-43-9-16,18 17 16,51 17-1,-9 9-15,9-9 16,60 0-1,8-17-15,17-9 16,35-8 0,-1-17-16,-8 9 0,34-9 15,77 0 1,17 0 0,16 0-1,1 0-15,17 0 0,9-9 31,42-16-15,60-1-16,68 1 0,94-18 16,26 18-1,-34 8 1,127-9-16,18 18 16,-86-1-16,112-8 15,50 0 1,-59 9-16,-9 8 15,-25 8 1,42-8 0,17 0-16,-76 9 0</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3:57:49.417"/>
    </inkml:context>
    <inkml:brush xml:id="br0">
      <inkml:brushProperty name="width" value="0.05292" units="cm"/>
      <inkml:brushProperty name="height" value="0.05292" units="cm"/>
      <inkml:brushProperty name="color" value="#FF0000"/>
    </inkml:brush>
  </inkml:definitions>
  <inkml:trace contextRef="#ctx0" brushRef="#br0">7707 6659 0,'0'0'0,"0"9"0,9 33 0,8 18 32,-9 8-32,1-9 15,-1 9 1,-16 0-16,8 9 15,-9-1 1,9 1-16,0-9 16,-8 0-1,-1-9-15,9-16 16,0-18 0,0 1-16,0-1 15,0-8 1,9-8-16,-1-1 15,9 1-15,17 0 16,18-18 0,16 0-1,26-8-15,8-8 16,1-1 0,-9-8-16,8 9 15,9-9 1,8 8-16,1 18 15,8-9 1,8 8 0,10 9-16,-18 0 15,0 0-15,-9 9 16,18-9 0,16 8-16,26-16 0,9-9 31,-9-9-31,-16 1 15,-1-9 1,0 0-16,-8 17 16,-1 0-16,26 8 31,9-8-31,0-8 16,8-1-16,-16-8 15,-1 17 1,9 0-16,-18 0 15,27 0 1,-1 0-16,-8 9 16,25-1-1,-8-8 1,-17 17-16,16 0 16,1 9-16,0-1 15,-9 1 1,1 8-1,8 0-15,8 0 16,-17 8-16,1-8 16,7 0-1,-41-8-15,-18-1 16,-26-8 0,-34 0-16,-16 0 15,-27 0 1,-16 0-16,-17-8 15,-1-1 1,1-16 0,-1-9-16,-16-9 15,-18-50 1,9 25-16</inkml:trace>
  <inkml:trace contextRef="#ctx0" brushRef="#br0" timeOffset="29423.33">7741 6650 0,'0'0'0,"0"0"0,0 0 16,-8 9-16,-1 17 15,-8 42 1,-17 34-16,0-9 16,0-25-1,8 17-15,9 0 16,17 0-1,17-8-15,0-18 16,-8-8 0,8-17-16,8 0 15,18-8-15,17-1 16,42-8 0,35-17-1,25-8-15,26-9 16,16-17-1,10-9 1,16-8-16,-8 0 16,-8 9-1,7 8-15,27 0 16,25 17 0,9 0-16,16 8 0,10 9 31,-1 0-31,9 9 15,8-9 1,-25 17-16,-9-9 0,9 1 16,-18-1-1,1 9 1,0-8 0,-1-9-16,-7-9 15,-18 1-15,-17-1 16,-18 1-1,1-1 1,-25 1-16,-35-1 16,-26 9-1,-25 0-15,-17 0 16,-17-8 0,-17-1-16,0 1 15,-1-1 1,-16 1-16,0-1 15,-18 1 1,1-1-16,-1-16 0,10-9 31,-10-9-31,1 1 16,-18-18 0,1-8-16,-1-8 15,-16-9 1,-1 8-16,1 9 15,-1 8 1,1 26-16,-1 0 16,1 17-1,-1 0-15,1 0 0,-1 9 32,0-1-32,1 1 0,-9-1 31,-9 1-31,-25-1 15,-17 1 1,-35-1-16,-16 1 16,8-9-1,17 8-15,9-8 16,16 0 0,1 0-16,-17-8 15,-1-9 1,10 8-1,-18-16-15,-9-9 16,1 8-16,-18 9 16,1 0-1,-9 26-15,-26 16 16,-8 26 0,-9 0-16,-25 0 15,25-8 1,1-9-16,-10-9 15,1 1 1,0-1-16,-26-8 16,0 17-1,18 0-15,-44 0 16,-8 9 0,9-9-1,-1 0-15,9 0 16,-17 0-16,0-9 15,-17 9 1,-8 0 0,16 0-16,1 0 15,8-8 1,-9-1-16,35 1 16,-1-9-16,10 0 15,-10 0 1,27 8-16,33 1 15,9-1-15,0 1 32,17-1-32,34 1 15,8-1-15,27 1 16,16-1-16,17 1 31,9-1-31,0-8 16,9 0-1,-1 0-15,9 0 16,0 0 0,-8 0-16,8 9 15,0 8 1,0 25-16,0 26 16,8 35-1,1 41-15,-9 35 16,0 8-1,-9 127-15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01:41.145"/>
    </inkml:context>
    <inkml:brush xml:id="br0">
      <inkml:brushProperty name="width" value="0.05292" units="cm"/>
      <inkml:brushProperty name="height" value="0.05292" units="cm"/>
      <inkml:brushProperty name="color" value="#FF0000"/>
    </inkml:brush>
  </inkml:definitions>
  <inkml:trace contextRef="#ctx0" brushRef="#br0">4455 6846 0,'0'0'0,"0"0"0,0 0 0,0 0 16,0 0-16,0 0 15,-8 0 1,-1 17-1,1 9-15,-18 33 16,9 1 0,0-9-16,8 0 15,9 0 1,0-9-16,0 1 16,0-1-1,9 1-15,8-9 16,0-9-1,9 1-15,8-9 16,8 0-16,27-9 16,16 1-1,9-1 1,8-8-16,1 9 16,8 8-1,25 0-15,26 0 16,9 8-1,34 1-15,17-9 16,0 0 0,8-8-16,9-9 15,17 8-15,0 9 32,9-8-32,17 8 0,-1-9 15,-16 1 1,8-1-1,9 9-15,-9 0 16,0-8 0,8-9-16,27 0 15,8-9-15,-9-16 32,0 8-32,0-9 15,1-8 1,-18 8-16,-17 9 15,-17 0-15,-17-8 16,-17 8 0,-17 0-16,-26 0 15,-17-9 1,-25 9-16,-52 0 16,-34 9-1,-17 8-15,-8 0 16,-18 0-1,1 0-15,0 0 16,-1 0 0,-8-9-16,-8-16 15,-1-26 1,-8-17-16,8-34 16,9 8-1,17 9-15,1 17 16,-1 9-1,8 8-15,-16 17 16,-1 17 0,1 0-16,-1 0 15,-8 8 1,-8 1 0,-9-9-16,-17-9 15,-26-17-15,-43 1 16,-8-9-1,-25 8-15,-18 1 16,9 8 0,-26 0-16,-25 0 15,-17 0 1,-9 0-16,0 0 16,-17 17-1,-17 0-15,0 17 16,0 0-1,-17 0 1,-9 8-16,-17-8 16,18 0-1,-9 0-15,-9 9 16,17-1 0,-8 1-16,17-1 15,34-8 1,17 0-16,9-8 15,8-9 1,17-9-16,0 1 16,-25 8-1,17 8-15,-1-8 16,-8 17 0,1 0-16,7 0 15,9 0 1,26 17-16,9 0 15,-1-8 1,52-1-16,42 1 0,17-1 31,9-8-31,17 9 0,0-9 32,0 0-32,8 0 15,1 0-15,-9 17 16,-9 17-1,1 8 1,-18 43-16,0 26 16,0 8-16,9 9 15,0 8 1,9-17-16,16-68 0</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02:42.570"/>
    </inkml:context>
    <inkml:brush xml:id="br0">
      <inkml:brushProperty name="width" value="0.05292" units="cm"/>
      <inkml:brushProperty name="height" value="0.05292" units="cm"/>
      <inkml:brushProperty name="color" value="#FF0000"/>
    </inkml:brush>
  </inkml:definitions>
  <inkml:trace contextRef="#ctx0" brushRef="#br0">2441 3215 0,'0'0'0,"0"0"0,0 0 16,0 0-16,9 17 16,-9 17-16,-18 51 15,1 25 1,0 1 0,0-18-16,-8-16 15,8-9 1,8-17-16,9-8 15,9 8 1,8-9-16,17-16 16,8-9-1,35-17-15,17-9 16,-26-16 0,35-9-16,50-9 15,1 18 1,0-9-16,34 8 15,-1 1 1,-7-1-16,16 26 16,-8 0-1,-9 17-15,43 9 16,-43 8 0,0 0-16,52 8 15,-78-16 1,-16-9-16,42 8 15,-42-8 1,-35-8 0,-51-1-16,-25-8 15,-1 0-15,-16 0 16,0-8 0,-1-18-16,1-25 15,-9-17 1,-26-34-16,-8-9 15,8 1 1,26 67-16</inkml:trace>
  <inkml:trace contextRef="#ctx0" brushRef="#br0" timeOffset="874.45">8791 2858 0,'0'0'0,"0"25"16,0 9 0,0 9-1,-9 25-15,1 34 16,-9 25-1,8 1-15,9 16 16,0-8 0,9 0-16,-1-16 15,9-10 1,18-8-16,24-17 16,52-8-1,9-18 1,-1-33-16,35-26 15,34-17-15,-35-9 16,-8-16 0,60-1-16,-51 9 15,-26 9 1,68 8-16,-25 8 16,-52 18-1,44 16-15,24 9 16,-42 9-16,-25 16 15,42 18 1,-17-1 0,-42-8-16,-44-17 15,1-8 1,-17-9-16,-9-9 16,-9-16-1,1-18-15,17-42 16,25-85-1,0-102-15,35-76 16,42-27 0</inkml:trace>
  <inkml:trace contextRef="#ctx0" brushRef="#br0" timeOffset="4004.1">1144 5996 0,'0'0'0,"0"0"0,0 0 0,0 0 15,8-26 1,9-16 0,-17-26-16,17-17 15,26-1 1,25 10-16,43-18 15,17-33 1,-17-18 0,9 18-16,25-1 15,8 1 1,-50-1-16,-9 17 16,-9 26-1,-34 43-15,-17 8 16,-8 17-1,-17 0-15,-1 8 16,-8 1 0,-8-1-16,-9 1 15,-9-18 1,-8 9-16,8 9 16,-25 8-1,-9 0-15,0 0 16,9 8-16,9-8 15,-1 17 1,9 9 0,17-9-16,0-9 15,0 9 1,17-8-16,0-1 16,8 9-1,26-8-15,17-1 16,18-8-1,25-8-15,-9-9 16,-25 0 0,-9 8-16,-8 9 15,-9 0 1,-9 0-16,1 0 16,-9 17-1,-8 17-15,-1 17 16,-8 9-16,0-18 15,0-8 1,9-17 0</inkml:trace>
  <inkml:trace contextRef="#ctx0" brushRef="#br0" timeOffset="12057.13">15670 3665 0,'0'0'0,"-8"0"0,-27 0 0,-50-8 0,-26 8 16,-51-9-1,-43-16 1,-8 8-16,-1 8 16,27 9-16,7 0 15,10 0 1,33 0 0,35 9-16,42-9 15,17 0 1,9 0-16,17 0 15,0 0-15,9 0 16,-1 17 0,-8 34-1,0 8-15,-9 27 16,-16 41 0,7-8-16,1-25 15,17-26 1,0-34-16,9-9 15,-1-16 1,1-1-16,-18 1 16,-8-18-16,-17-33 15,-9-35 1,26-33 0,17-26-16,8-52 15,18 18-15,-1 51 16,1 43-1,-9 33-15,0 18 16,0 8 0,25 17-1,69 34-15,111 25 16,85-8 0,188-93-16,-60-18 15</inkml:trace>
  <inkml:trace contextRef="#ctx0" brushRef="#br0" timeOffset="18037.58">4455 6038 0,'0'0'0,"0"0"0</inkml:trace>
  <inkml:trace contextRef="#ctx0" brushRef="#br0" timeOffset="18190.15">4370 6404 0,'0'0'0,"0"0"15,0 17-15,0 0 0</inkml:trace>
  <inkml:trace contextRef="#ctx0" brushRef="#br0" timeOffset="19895.34">4600 5587 0,'0'0'0,"0"0"16,0 0-1,0 0 1,0 0-16,0 0 16,0 0-1,0 0-15,0 0 16,0 0 0,0 0-16,0 0 15,0 0 1,0 0-16,0 17 15,0 9 1,0 8-16,0 0 16,0 17-1,0 0-15,0-8 16,0 8 0,-8 8-16,-1 1 15,1-1 1,-18 9-16,1-8 15,-10-9 1,18-17-16,0-9 16,9-8-1,-1-8-15,9-1 16,0 1 0,-8-1-16,8 1 15,0-9 1,0 0-16,0 0 15,0 0-15,0 0 16,0 0 0,0 0-1,0 0-15,0 0 16,0 0 0,0 0-1,17 0-15,0 8 16,17-8-16,26-8 15,16-1-15,35-8 32,17 9-32,-17-1 15,-8 9-15,8-8 16,34 8 0,0-9-16,-8 1 15,8-1 1,25 9-1,1 0-15,-34-8 16,8-1-16,8 1 16,-33 8-1,-18-9 1,-25 1-16,0-1 16,8 9-16,-8 0 15,-17 9 1,-9-1-1,-8 1-15,-1-1 16,-16 1 0,-9-1-16,-8-8 15,-1 0-15,1 0 16,-9 0 0,0 0-16,0 0 15,0 0 1,0 0-1,0-8-15,-9-9 16,1-51 0,8-34-16,0 51 15</inkml:trace>
  <inkml:trace contextRef="#ctx0" brushRef="#br0" timeOffset="45892.67">5112 6234 0,'-8'0'0,"-9"0"16,8-9-16,1 1 15,-1-1 1,9 9-16,0 0 15,-8 0 1,-1 0-16,1 0 16,-1 0-1,1 0-15,-10 9 16,1-1 0,9 1-16,-1-9 15,9 0 1,0 0-16,0 0 15,0 0 1,-8 0-16,-1 8 16,1 9-1,-1 0 1,-8 9-16,9-1 16,-1-8-16,1 0 15,-1-8 1,9-1-16,0 1 15,0-1 1,-9 9 0,1 0-16,8 0 15,0 0-15,0 9 16,0-9 0,0 0-16,8 8 15,10 1 1,24 8-16,9-9 15,-8 1 1,17 0-16,8-1 16,0-16-1,1-1-15,16 1 16,-8-9 0,-9 0-16,-25 8 15,-18-8 1,1 0-1,-17 0-15,-1 0 16,1 0 0,-1 0-16,1 0 15,-9 0-15,0 0 16,0 0 0,0 0-1,0 0-15,0 0 16,0-17-16,0-8 15,0-18 1,8-17 0,1 1-16,8-18 0,-9 35 31</inkml:trace>
  <inkml:trace contextRef="#ctx0" brushRef="#br0" timeOffset="90118.59">20467 9185 0,'8'0'0,"35"0"0,42 0 16,60 0-16,43 8 15,-51 1 1,8-9-16,60 0 15,-60 0 1,-51 0-16,17 0 16,-35 0-1,-41 0-15,-10 0 16,-16 0-16,-26 0 31,-86-9-31,-110-25 16,-18-8-16,-42-9 15,43 8 1,68 18 0,0-9-16,59 17 15,52 0 1,25 8-16,18 9 16,76 9-1,77 16-15,145 35 16,35-9-1,-52-9-15,154 18 16,-26-1 0,-137-42-16,86-17 15</inkml:trace>
  <inkml:trace contextRef="#ctx0" brushRef="#br0" timeOffset="93332.08">27218 13173 0,'0'0'0,"0"0"0,0 0 15,26 0 1,50 9-16,61 8 16,93 0-1,86 8-15,8 1 16,9-9 0,-25 8-16,-52 10 15,-52-10 1,-67-8-16,-60-8 15,-43-1 1,-17-8-16,-25-8 16,-95-18-1,-119-8-15,-77 0 16,-8 8 0,17 18-16,8 8 15,35 0 1,42 0-16,94 0 15,51 8 1,26-8-16,17 0 16,17 0-1,60 9 1,162-1-16,145 1 16,42-1-1,-42 1-15,-25-1 16,-60 1-16,-69 8 15,94 17 1</inkml:trace>
  <inkml:trace contextRef="#ctx0" brushRef="#br0" timeOffset="107173.62">20083 7127 0,'0'0'0,"0"0"0,0 0 15,0 0 1,0 0-16,-9 0 0,1 17 31,-18 8-31,0 26 16,1 9 0,-1 8-1,9 0 1,-8 25-16,-1 18 15,-8 34-15,0 16 16,8-16 0,-8-9-16,8-17 15,9-34-15,17-9 16,0 1 0,0-9-1,17 0-15,0-8 16,0-9-16,1-9 15,-10-16 1,1-1 0,-1-8-16,9 0 15,0 0 1,17 0-16,35 0 16,25 0-1,25-8-15,26-18 16,9 1-1,25-9-15,0-17 16,-8 17 0,34 0-16,0 8 15,-18 9-15,-7 17 16,-27 17 0,-8 0-16,-34 9 15,-25-1 1,-35 1-16,-8-18 15,-18 1 1,-8-18 0,-8 1-16,-1-1 15,1 1 1,-9-9-16,0-9 16,8-16-16,9-60 0,9-51 31,0-17-31,-9-17 15,8-18 1,-8 10 0,9 42-16,0 0 15,-1 0 1,-16 8-16,-1 35 16,-8 16-1,-8 26-15,-1 17 16,-8-9-1,-17 9-15,-34-8 16,-52 8 0,-59 8-16,-137 26 15,-119 34 1,-60 9-16,-43 16 16,-51 35-1,180-18-15</inkml:trace>
  <inkml:trace contextRef="#ctx0" brushRef="#br0" timeOffset="109899.77">4438 8726 0,'0'0'0,"26"0"0,59 17 0,69 17 15,59 8 1,26-16 0,34-18-16,26-8 15,17-8 1,-9-9-16,34-34 16</inkml:trace>
  <inkml:trace contextRef="#ctx0" brushRef="#br0" timeOffset="133675.39">10361 9780 0,'0'0'0,"0"0"0,0 0 0,0 0 16,0 0 0,0 0-16,0 0 15,9 0 1,34 0-16,42 0 16,43 9-16,26-9 31,-9 0-31,-9 0 15,18 8 1,17 1 0,-1-9-16,27 0 0,16 0 15,9 0 1,-9 8-16,26-8 16,9 9-1,93-1 1,52-8-16</inkml:trace>
  <inkml:trace contextRef="#ctx0" brushRef="#br0" timeOffset="143054.32">6913 11243 0,'0'0'0,"0"0"0,0 0 0,0 0 15,-8 0-15,-1 17 16,-8 25 0,-8 9-1,-1 17-15,9-8 16,0-9 0,8-25-1,1-1-15,8-16 16,0-1-16,0 1 15,8-1 1,9 1-16,0-1 16,0 1-1,18-1 1,24 1-16,1-9 16,17 8-16,0-8 15,8 0 1,0 0-1,18 9-15,16 8 16,9-9 0,9 1-16,34-1 15,8-16-15,-17-1 16,9-8 0,8-8-16,-17 8 15,-17 8 1,-8 1-1,-1 8-15,-8 8 16,9 1 0,8-1-16,0 1 15,0-9 1,-8 0-16,-9 0 16,0 8-1,0 1-15,-9-1 16,9 1-1,0 8-15,-8 0 16,8 0-16,0 0 16,-9-9-1,-25 9 1,-25 0-16,-10-8 16,-7-1-1,-10 1-15,1-1 16,0 1-1,-1-1-15,-8 1 16,-8-9 0,0 0-16,-9 0 15,-9 0 1,9-9-16,0-8 16,-8-17-1,-1-17-15,1-17 16,-1-17-1,-8-17-15,9 17 16,-9-9 0,0 1-16,9 16 15,-1-8-15,9 0 16,-8 9 0,-1 25-1,-8 8-15,0 9 16,-8 17-1,-1 0-15,1 0 16,-9 0 0,-9 9-16,-8-1 15,-26-8 1,-34 9-16,-42 8 16,-35 0-1,9 0-15,-26 0 16,0 0-1,9 0-15,-26 0 16,-8 17 0,-26-9-16,0 9 15,-17-8 1,-9 8-16,18-9 16,-1 1-1,35-9-15,-9 0 16,-9 0-1,10 0-15,7 8 16,52-8 0,-17 0-16,8 0 15,52-8 1,16-1-16,26 9 16,18-8-1,16-1-15,9 9 16,17 0-1,0 0-15,8 0 16,1 0 0,8 0-16,0 0 15,0 0 1,-9 26-16,9 33 16,0 35-1,0 25-15,-9 8 16,-16 154-1</inkml:trace>
  <inkml:trace contextRef="#ctx0" brushRef="#br0" timeOffset="159447.19">4430 12876 0,'0'0'0,"0"0"0,0 0 31,8-9-31,60 1 16,69-18-16,34-8 31,16 0-31,18-8 15,43-1 1,102 1-16</inkml:trace>
  <inkml:trace contextRef="#ctx0" brushRef="#br0" timeOffset="171516.75">5505 13292 0,'0'0'0,"0"0"0,0 0 15,0 0 1,0 0-16,0 0 15,0 0 1,0 0-16,0 9 16,0 16-1,9 27-15,-9 16 16,-9 8 0,9 9-16,0-8 15,9-9 1,-1-9-1,-8-16-15,0-18 16,0-8-16,0-8 16,0-1-16,9 1 15,-1-1 1,9 1 0,9-1-16,8 1 15,9-1 1,8-8-16,17-8 15,18-1-15,7 1 16,-7-9 0,16 0-1,1 8-15,25 1 16,17 8 0,0-9-16,0 1 15,9-1 1,-1 1-16,-16-9 15,8 8 1,8 9-16,-7 0 16,-1 0-1,0 0-15,17 9 16,-17-1 0,0 1-16,26-9 15,8-9 1,17 1-16,9-9 15,-17 0 1,8-9 0,18 9-16,-27 0 15,1 0-15,-9 17 16,-8 0 0,8 9-16,1 8 15,-1-9 1,0 1-1,9-1-15,-9-8 0,17 0 16,9-8 0,-9-1-1,-16-8-15,-1 17 16,-8-8 0,8-1-16,17 9 15,-17 0 1,9 9-16,-9-1 15,-8 1 1,8 8-16,9-9 16,-26 1-16,0-1 31,9 1-31,-34-9 16,-26-9-16,0 1 15,8 8 1,-8 0-1,-17 0-15,-17 0 16,-9-9 0,-8 1-16,-1 8 15,-24 0 1,-10 0-16,-16 0 16,-1-9-16,1 1 15,8-18 1,0-16-16,0-18 15,9-16 1,-1 8-16,-8-9 16,0 9-1,9 0-15,-9 0 16,-8 42 0</inkml:trace>
  <inkml:trace contextRef="#ctx0" brushRef="#br0" timeOffset="190139.57">6734 16218 0,'0'0'0,"0"0"16,0 0 0,9 0-1,-1 0-15,-8 0 16,0 0-1,0 0-15,0 0 16,0 0 0,0 0-16,0 0 15,0 0 1,0 0 0,-8 17-16,-27 51 15,1 60 1,0-26-1,9-26-15,8-8 16,-1-17-16,10-17 16,-1-8-1,1-9-15,8 0 16,0 0 0,0-9-16,0 1 15,8-1 1,9-8-16,35 0 15,33-17 1,26-8-16,0-1 16,-9 1-1,35-9-15,8 0 16,9 0-16,-1 0 16,52 0-1,-17 0-15,0 8 16,51-8-1,-17 9-15,8 8 16,-42 0 0,-9 17-16,26 0 15,-43 0 1,9 17-16,51 0 16,-43-9-1,0 1-15,34-1 16,-42-8-1,-9 0-15,43 0 16,-43 0-16,0 17 31,43-8-31,-43-1 16,-8 9-16,25 9 16,-17-18-1,-25 9 1,-9-8-16,-26-1 0,-33 1 31,-18-1-31,-17-8 16,-8 0-1,-9 0-15,-9 0 16,1 0 0,-1 0-16,-8 0 15,0-8 1,0-9-16,-8-34 15,-1-9-15,1-25 16,-9 0 0,8 17-1,1 17-15,-1 0 16,9 0 0,0 34-16</inkml:trace>
  <inkml:trace contextRef="#ctx0" brushRef="#br0" timeOffset="-203390.75">15278 16652 0,'0'0'0,"0"0"16,-18-17-16,-220-128 0,109 69 0,-7-18 0,-18-8 15,18 34-15,8 8 16,0 9-1,8 17-15,1 9 16,25 8 0,43 0-16,16 8 15,18 1 1,0-1 0,26-16-16,34-1 15,25-8-15,17 26 16,-25 8-1,-17 8-15,-18 1 16,-8 8 0,-8 0-16,-9 17 15,-17 0 1,-34 0 0,-18 0-16,-33 8 15,-1 1-15,35-1 16,17-8-1,17 9 1,25 17-16,43 25 16,86 34-1,51-9-15,102 35 16</inkml:trace>
  <inkml:trace contextRef="#ctx0" brushRef="#br0" timeOffset="-159139.58">7707 14475 0,'0'0'0,"0"-9"0,0 1 31,17-1-31,9 1 15,-1-1 1,-8 1 0,-8 8-16,-1 0 15,1 0-15,0 0 16,-1 0 0,-8 0-1,9 0-15,-9 0 16,0 0-16,8 8 15,1 9 1,-1 17-16,-8 0 16,-8 17-1,-9 9-15,0-1 16,8-25 0,0-8-16,9-9 15,0-9 1,0-8-16,18 9 15,-1-9 1,17 0-16,17-9 31,0 1-31,9 8 0,0 0 16,16 0 0,10 0-16,-1 8 15,9 1 1,8-9-16,27 0 15,-1 0 1,8 8 0,9-8-16,9 0 15,-1 9-15,18-9 16,25 0 0,1 0-16,-1 0 15,9 0 1,17-9-16,-9 9 15,-8 9 1,8 8-16,-8 8 16,26 1-1,-9-1-15,-1 1 16,10-18 0,-26 1-16,17-9 15,-35 0 1,-24-9-1,16 1-15,-34-9 16,-26 0 0,1 8-16,-18 1 15,-25-9-15,-17 8 16,-17 9 0,-18 0-1,-8 0-15,-8 0 16,-1 0-1,1 0-15,-9 0 16,0 0 0,0-8-1,-9-1-15,1-25 0,-9-17 16,0-17 0,8-17-1,9-8-15,17-18 16,17 9-1,0 8-15,9-8 16,-17 17 0,-1 0-16,-8 9 15,0 8-15,1 8 16,-1 1 0,-9 16-1,1 9-15,-9 0 0,0 9 16,-9-1-1,-8 9 1,-9 0-16,-8 0 16,-34 0-1,-9 0 1,-51 17-16,-34 17 16,25 0-1,-25 9-15,-17-1 16,17-16-1,-26 8-15,0 8 16,1-8 0,-27 0-16,9 0 15,26-8 1,-26 8-16,-17-9 16,26 1-1,0-9-15,8 0 16,-17 0-1,17 0-15,18 0 16,-35 0 0,9 0-1,42 8-15,-42-8 0,8 9 16,43-9 0,-9 0-1,1 0-15,16 0 16,26 0-1,0 0-15,-8 0 16,8 8-16,34 1 16,9-1-1,16-8 1,10 0-16,8 0 16,8 0-1,9 0-15,0 0 16,8 0-1,1 0-15,-1 34 16,-8 43 0,9 59-1,8 42-15,25 18 16,18-26-16,51 111 16</inkml:trace>
  <inkml:trace contextRef="#ctx0" brushRef="#br0" timeOffset="-108005.49">9337 15223 0,'0'0'0,"0"0"0,0 0 15,0 0-15,0 0 16,0 0 0,0 0-16,0 0 15,0 0 1,0 0-16,0 0 16,0 0-1,0 0-15,0 0 16,-8 8-1,-1 27-15,-16 41 16,-1 26 0,-8-17-1,17-17-15,0-8 16,0-9-16,8-26 16,9 1-1,0-9-15,0-9 16,17 1-1,26-1-15,25-8 16,9-8 0,8-18-16,9 9 15,17-8 1,17-9-16,-8 8 16,16 9-1,43 0-15,9-8 16,-26 8-1,35 0-15,-18 0 16,-43 0 0,18 17-16,0 0 15,-43 0 1,-9 8-16,0 9 16,27-8-1,-10-1-15,-25 1 16,-9-1-1,1-8-15,-1 0 16,9 0 0,0 0-16,-26 0 15,-8 9 1,-18-9 0,1 0-16,-17 0 15,-9 0 1,-9 0-16,1 0 15,-1 0 1,1 0-16,-9 0 16,0 0-16,0 0 15,8-9-15,1 1 16,8-26 0,0-26-1,-8-42 1,-1 51-16</inkml:trace>
  <inkml:trace contextRef="#ctx0" brushRef="#br0" timeOffset="-103126.53">16071 15283 0,'0'0'0,"0"0"0,0 0 15,0 17 1,9 0-16,8 25 16,-9 26-1,1 34-15,-18 9 16,-8-18 0,0-8-16,17-34 15,0-8 1,9-1-16,8-16 15,34-9 1,52-17-16,25-26 16,8-16-1,18-18-15,34 1 16,8 8 0,26 0-16,25 0 15,26 17 1,9 0-16,8 8 15,17 9 1,18 17 0,16 9-16,1 8 15,16 0-15,9-9 16,-8 9-16,-18 0 16,-34 0-1,-42 0 1,-77 0-1,-35-8-15,-16-1 16,-26-16-16,-17-1 16,-26 1-1,-17-18-15,-8-8 16,-18-17 0,1-25-16,-18-43 15,-8 59 1</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08:40.727"/>
    </inkml:context>
    <inkml:brush xml:id="br0">
      <inkml:brushProperty name="width" value="0.05292" units="cm"/>
      <inkml:brushProperty name="height" value="0.05292" units="cm"/>
      <inkml:brushProperty name="color" value="#FF0000"/>
    </inkml:brush>
  </inkml:definitions>
  <inkml:trace contextRef="#ctx0" brushRef="#br0">2492 3470 0,'0'0'0,"0"0"0,17 0 15,43 17 1,17 8-16,51-8 16,85 0-1,1-8-15,42-9 16,8-9 0,52 1-16,0 16 15,-35 18 1,78 16-16,-35 1 15,43-26 1,34-17-16</inkml:trace>
  <inkml:trace contextRef="#ctx0" brushRef="#br0" timeOffset="406.14">8723 4014 0,'0'0'0,"0"0"16,0 0-16,0 0 16,25-8-1,86-9-15,69-17 16,118-17 0,61-9-16,8 17 15,68 26-15,-59 17 16,-103 0-1,94 17 1,25 9-16</inkml:trace>
  <inkml:trace contextRef="#ctx0" brushRef="#br0" timeOffset="1136.19">13340 4414 0,'0'0'0,"0"0"0,17 0 15,43-9 1,59 1-16,44-9 15,58-17 1,44-9 0,-9 1-16,77-18 15</inkml:trace>
  <inkml:trace contextRef="#ctx0" brushRef="#br0" timeOffset="1443.71">17437 3793 0,'0'0'0,"25"0"0,138-9 0,144-8 31,103 17-31,76 17 0,26 9 16,-102 8 0</inkml:trace>
  <inkml:trace contextRef="#ctx0" brushRef="#br0" timeOffset="7027.81">15602 10324 0,'0'0'15,"0"0"-15,0 0 0,0 0 16,0 0-16,-9 0 16,1 9-1,-1-1 1,1 1-16,-1-1 15,-8 1 1,-8-1-16,-1 1 16,0 8-1,1 0-15,-9 0 16,17 0 0,-1 0-16,-7 9 31,-18 25-31,-17 0 0,-8 0 15,-9 17 1,1 8-16,-1 18 16,8 8-1,27 0-15,8 8 16,8 9 0,17 9-16,9 8 15,0-8-15,9-18 16,34 9-1,33-8 1,44-18-16,8-33 16,26-43-1,50-43-15,-41-33 16,-35-26 0,0-34-16,-17-17 15,-43-34 1,-42 0-16,-61-43 15,-50-8-15,-69 17 16,-85 17 0,-153 8-1,8 43-15</inkml:trace>
  <inkml:trace contextRef="#ctx0" brushRef="#br0" timeOffset="25095.33">14364 15197 0,'0'0'0,"0"0"0,-8 0 16,-9-8-16,-9-1 15,1 1 1,-27-1-16,-16 1 16,-9 8-1,0 0 1,-25 25-16,-26 26 15,-9 26 1,1 17-16,25-1 16,-17 9-16,-26 60 15,18 33 1,42 18 0,25 25-16,44-85 15,42-51-15,51 9 16,77-35-1,86-76-15,59-42 16,0-52 0,-17-76-16,-51 9 15,-34-1 1,-34-25 0,-61 34-16,-41 34 15,-27-26-15,-33 9 16,-86 17-1,-137-94 1</inkml:trace>
  <inkml:trace contextRef="#ctx0" brushRef="#br0" timeOffset="26719.11">15815 11158 0,'0'0'0,"0"0"0,0 0 16,0 0 0,17 17-16,0 0 15,26 0-15,25 17 16,43 0-1,34 8 1,18-8-16,-18 17 16,0 35-1,0 33-15,-17 0 16,17 8-16,17 52 16,-25-1-1,-26 10 1,-17 24-16,-52-33 15,-33-18 1,-26 9-16,-43-17 16,-43 1-1,-50 16-15,-18-26 16,9-33 0,25-35-16,44-33 15,33-18 1,17-16-1,9-1-15,17 1 16,0-1-16,0-8 16,17 0-1,0 0-15,8-8 16,18-1 0,25 9-16,34 0 31,1 17-31,8 17 15,0 17-15,-1 26 16,-7 8-16,-9 9 16,-18-1-1,-16 9 1,-9-8-16,-8 8 16,-26 8-16,-34 9 15,-26 43 1,-34 25-1,-34 9-15,-26 8 16,-8-17-16,-8-51 16,-10-26-1,-33-7-15,-9-10 16,-17-16 0,-34-26-16,-17-43 15,-18-42 1,-33-42-1,-26-18-15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13:24.878"/>
    </inkml:context>
    <inkml:brush xml:id="br0">
      <inkml:brushProperty name="width" value="0.05292" units="cm"/>
      <inkml:brushProperty name="height" value="0.05292" units="cm"/>
      <inkml:brushProperty name="color" value="#FF0000"/>
    </inkml:brush>
  </inkml:definitions>
  <inkml:trace contextRef="#ctx0" brushRef="#br0">2782 2806 0,'0'0'0,"0"0"0,0 0 0,-8 0 16,8 9-16,-9 8 15,1 17 1,-1 9-16,-16 33 16,-1 26-1,0-17-15,9-25 16,0 8-1,0 0-15,0-9 16,9-16 0,8-9-16,0-9 15,0 1 1,8 8-16,9 0 16,17 8-1,1 1-15,7-18 16,18 1-1,25-1-15,18-8 16,16-17 0,1-8-16,16-18 15,52-16 1,-17 8-16,8 0 16,51 0-1,-8 0-15,43 17 16,-35 8-1,1 9 1,8 17-16,42 0 16,10 9-16,16 8 15,0-9 1,-8 1-16,8-9 16,-42-9-1,8 9-15,-9 0 16,1-17-1,-9 9-15,-34-9 16,-26-9 0,-8 1-1,-51 8-15,-44 0 16,-24 0-16,-18 0 16,-25 0-1,-9 0-15,-9 0 16,1 0-1,-1 0-15,-8-9 16,0-25 0,-8-51-16,8-59 15,0-9 1,8-34-16,9 0 16,0 8-1,9 9 1,0 0-16,-1 8 15,1 26-15,-1 26 16,-16 8 0,-9 16-1,-9 35-15,1 17 0,-1 9 32,-16-1-32,-18 9 15,-34 0-15,-17 0 16,-17 9-1,0-1-15,-25 1 16,-9-1-16,0 1 31,-26-1-31,-8-8 16,-35 9 0,-42-1-16,-8 9 15,-9 0-15,-9 0 16,-34 9-1,-34-18 1,51 1-16,-16-1 16,16-8-1,9 9-15,8-1 16,0 9 0,9-8-16,9-1 15,16 1 1,9-9-16,34 0 15,52 8-15,-35-16 16,17 8 0,52 8-1,8 9-15,34 0 0,26 9 32,8-9-32,26 0 15,0 0-15,9 0 16,-1 17-1,9 25 1,9 43-16,8 34 16,0 9-1,0 25-15,-9 43 16,-8 25 0,-8 42-16,-1 18 15,-16-9 1,-18 77-16</inkml:trace>
  <inkml:trace contextRef="#ctx0" brushRef="#br0" timeOffset="34131.58">20672 1361 0,'0'0'16,"0"0"-16,0 0 0,-9 0 16,1 0-16,-1 0 15,1 17 1,-10 0-16,1 8 16,0 9-1,0 17-15,0 17 16,9 9-1,-1 42 1,1 26-16,-1-35 16,-8-33-16,8-26 15,1-17 1,-1-9 0,1 1-16,-1-18 15,1 1-15,-18-9 16,9 0-1</inkml:trace>
  <inkml:trace contextRef="#ctx0" brushRef="#br0" timeOffset="34387.97">19955 1378 0,'0'0'0,"8"0"0,18 0 0,8-9 15,17 1-15,43-1 16,34 1 0,26-18-1,16-8-15,-7-17 16,-10 9-1,-33-1-15,-69 26 16</inkml:trace>
  <inkml:trace contextRef="#ctx0" brushRef="#br0" timeOffset="35070.3">21252 2271 0,'0'0'0,"0"0"0,0 17 15,0 8 1,0 35 0,9 8-16,-1 17 15,-16 8 1,-1-16 0,9-43-16</inkml:trace>
  <inkml:trace contextRef="#ctx0" brushRef="#br0" timeOffset="37019.87">19605 3308 0,'0'0'0,"0"0"0,0 0 15,0 0-15,0-8 16,0-1 0,-9-8-16,9 0 15,0 17 1,0 0-1,17 0-15,69 0 16,76 0 0,102 0-16,35-8 15,60-18 1,-35 9-16,-51-17 16,-25 9-16,-69-1 15,0-8 1,-68 17-1,-60 17-15,-34 0 16,-8 0 0</inkml:trace>
  <inkml:trace contextRef="#ctx0" brushRef="#br0" timeOffset="37703.05">20270 3861 0,'0'0'0,"0"9"0,0 25 16,-8 25 0,-1 18-1,-25 33 1,-8 35 0,-18 8-16,-8 0 0,-9-9 15,8-16 1,10-26-1,16-25-15,17-26 16,9-26 0,9-8-16,8-8 15,0-18 1,8-33-16,9-52 16,35-59-1,24-43-15,10 9 16,-1 34-1,1 17-15,16 17 16,0 17 0,18 26-16,-18 25 15,-8 25 1,-8 9-16,-10 25 16,1 27-1,0 24-15,-26 18 16,-17 16-1,-17 9-15,-34 9 16,-42-9 0,-44-34-1,-59-26-15,-43-42 16,-17-59-16,-76-69 16</inkml:trace>
  <inkml:trace contextRef="#ctx0" brushRef="#br0" timeOffset="47554.45">13886 2169 0,'0'0'0,"0"0"0,0 0 15,0 0 1,9 17-16,-1 17 16,-8 76-16,-17 60 31,-25 17-31,-18 9 15,17-26-15,18-68 16,8-51 0,8-17-16,9-17 15,0-8 1,0-1-16</inkml:trace>
  <inkml:trace contextRef="#ctx0" brushRef="#br0" timeOffset="47800.74">13536 1854 0,'0'0'0,"0"0"15,26 25-15,42 18 16,35-17-1,50-18 1,1-8-16,-9-8 16,0-9-1,-17 0-15,-34-9 16,-60 17-16</inkml:trace>
  <inkml:trace contextRef="#ctx0" brushRef="#br0" timeOffset="48435.63">14680 3232 0,'-8'0'0,"-9"17"0,-26 51 0,-17 34 15,9 0 1,0-26-16,17-25 16,-1-8-1,10-18 1,8-16 0,0-1-16,17 1 15,0-18 1,25-42-16,52-59 15,43-43 1,33-26-16,1 26 16,-9 26-1,-17 25-15,-26 33 16,-16 35 0,-18 9-16,-8 16 15,-18 18-15,-16 16 16,-9 26-1,-34 35 1,-34-1-16,-17-9 16,-35-8-1,-8-34-15,-17-25 16,-154-35 0</inkml:trace>
  <inkml:trace contextRef="#ctx0" brushRef="#br0" timeOffset="50048.53">16669 1828 0,'0'0'0,"8"0"0,26 17 15,26 9-15,51 8 0,34-8 32,0-1-17,9-8-15,-9 0 16,-8 0-16,-26 9 15,-35-9 1,-24 0 0,-27-9-16,-8 9 15,-17 9 1,-42 33-16,-69 26 16,-43 0-1,9-25-15,-9-18 16,26-8-1,34-8-15,9-9 16,25-9 0,18 1-16,25-1 15,17-8 1</inkml:trace>
  <inkml:trace contextRef="#ctx0" brushRef="#br0" timeOffset="50343.3">16899 3172 0,'0'0'0,"86"9"15,144 25 1,111-9-16,1-8 16,-43-8-16,59 8 15</inkml:trace>
  <inkml:trace contextRef="#ctx0" brushRef="#br0" timeOffset="59920.54">7707 5579 0,'0'0'0,"0"0"0,0 0 16,0 17-16,0 8 15,0 9 1,0 0-16,-8 18 15,-1-1 1,-8 0-16,0-9 31,8-8-31,1 0 16,-1-8-16,9-1 16,0 1-1,0-9-15,0-9 16,0 9-1,17 0-15,0-8 16,18 8 0,-1-9-16,0 1 15,26-1 1,8 1-16,26-9 16,25 0-16,9 0 15,0-9 1,26 1-1,25-1-15,0-8 16,35 9 0,8-1-16,-26 9 15,17 9-15,9 8 16,0 0 0,0 8-1,-51-8-15,16 0 16,-7 0-16,-27-8 15,-8-9 1,-17 8-16,-25 1 16,-35-9-1,-25 8-15,-9-8 16,-8 0 0,-18 0-16,1-8 15,-1-1 1,1-25-16,-18-34 15,1-17 1,-18-17 0,0-34-16,1-34 15,-35-128 1</inkml:trace>
  <inkml:trace contextRef="#ctx0" brushRef="#br0" timeOffset="101308.84">15593 5485 0,'0'0'0,"9"0"0,25-8 0,17-9 15,9-17 1,59-17-1,18-34 1,-9-9-16,-34 1 16,-9-1-1,18-25-15,-18 0 16,-25 8 0,-26 26-1,-8 17-15,-18 17 16,-16 17-16,-27-8 15,-16-1 1,-9 26 0,-51 17-16,-8 17 15,8 17 1,26 9-16,33-18 16,35 1-16,17-9 15,9 0 1,25 0-16,60-9 15,34-16 1,17-26 0,9-17-16,-18 0 15,-50 8 1,-44 9-16,-8 17 16,-8 0-16,-17 17 15,-1 0 1,-16 34-16,-9 51 15,-35 43 1,-7-1-16,-10-16 16,18-26-1,-9-25-15,1-18 16,-10-25 0,35-17-16</inkml:trace>
  <inkml:trace contextRef="#ctx0" brushRef="#br0" timeOffset="101627.1">15226 4762 0,'0'0'0,"-17"35"0,-17 84 15,0 68 1,17-17-16,17-34 15,-9-9 1,1-8-16,-1-16 16,1-18-1,8-26-15,0-8 16,0-8 0,17-18-16,8 1 15,52-9 1,60-9-16,16 1 15,-16-18 1,-77 9-16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8T00:16:04.603"/>
    </inkml:context>
    <inkml:brush xml:id="br0">
      <inkml:brushProperty name="width" value="0.05292" units="cm"/>
      <inkml:brushProperty name="height" value="0.05292" units="cm"/>
      <inkml:brushProperty name="color" value="#FF0000"/>
    </inkml:brush>
  </inkml:definitions>
  <inkml:trace contextRef="#ctx0" brushRef="#br0">12290 8487 0,'0'0'0,"0"0"0,-8 9 15,-1 25-15,-16 17 16,-18 26-16,-8 50 15,8 35 1,17-52 0,9-67-16,9-1 15,8-8 1,0 0 0,0-8-16,8-1 15,35-16-15,17-1 16,17-16-1,8-1-15,-8 1 16,8-1-16,26 1 16,17 8-1,9-9 1,-35 1-16,9 8 16,34 0-1,-8-9 1,-35 1-16,-34 8 15,18 0 1,-18 0-16,-17 0 16,-17 0-16,-8 0 15,0 0 1,-9-9-16,0-8 16,-9-17-1,1-42 1,-18-43-16,-8-17 15,-25-17 1,-44-137-16</inkml:trace>
  <inkml:trace contextRef="#ctx0" brushRef="#br0" timeOffset="48136.24">17445 2960 0,'0'0'0,"0"0"0,0 0 0,-8 17 16,-1 0-1,9 0-15,-8 8 16,-1 9-1,1 0-15,-18 9 16,1 8 0,-1 0-1,0 0-15,-8 17 16,0-9 0,8-8-16,9-8 15,9-18 1,8 9-16,8 0 15,44 0 1,41 0-16,44-8 16,42-18-16,-8-8 15,-17 0 1,33 9 0,-16 8-16,-34-9 15,-9 9 1,-9 26-16,-16 0 15,-27-1-15,-16-8 32,-17 0-32,-1-8 15,-16-9-15,-17-9 0,-1 1 32,1-1-32,-1 1 15,-8-18 1,9-8-16,8-42 15,0-18 1,-9-17-16,9-16 16,-8-1-1,0 18-15,-1 33 16,1 9-16,-1 17 16,1 0-1,-1 17 1,-8 0-16,0 0 15,0 17 1,0 0-16</inkml:trace>
  <inkml:trace contextRef="#ctx0" brushRef="#br0" timeOffset="58735.01">4242 12459 0,'0'0'0,"0"0"0,0 0 16,0 0-16,0 0 16,0 0-16,-9 0 15,1 0 1,-1 0-1,1 0-15,8 0 16,0 0 0,0 0-16,0 0 15,-9 0 1,1 0-16,-1 17 16,-16 9-1,-10 33-15,1 26 16,-8 17-1,7-17 1,1-25-16,17-9 16,0-9-16,17-16 15,0-9 1,17 0-16,0 0 16,17-9-1,1 1-15,7-9 16,1 0-1,8 0 1,0 0-16,18 8 16,7-8-16,10 0 15,-1 9 1,9-1-16,8-8 16,9 0-1,0 0 1,-8 0-16,8 0 15,8 0-15,26 9 16,-8 8 0,-9 0-16,26 17 15,-1-9 1,9-16-16,-8-18 16,25 1-1,-8-1-15,8-16 16,9-1-1,-9 1-15,-8 8 16,8 0 0,-8 0-1,-18 17-15,27-9 16,-1-8 0,17 0-16,26 0 15,-26 9 1,9-1-16,9-8 15,-1 9 1,17-1-16,-8 9 16,9 0-16,-1 0 15,1 9 1,-9-1 0,-9 9-16,17 9 15,1-9-15,-18 0 16,26 8-1,-8 1-15,-27-9 16,-7 0 0,-10-9-16,-7 1 15,-18-1 1,-8 1-16,-26-9 16,-9 0-1,-8 0 1,-9-9-16,-25 1 15,-17 8 1,-17-9-16,-18 1 16,1-1-1,-1 1-15,1-18 16,8-25 0,-8-25-16,-1-18 15,-8-16-15,18-9 16,-10-9-1,-8 18-15,0-18 16,0-8 0,-8 17-16,0 17 15,-1-9 1,-8 9-16,0 0 16,0 9-1,-8 16 1,8 26-16,-9 0 15,0 17 1,9 0-16,-8 17 16,-1 0-16,1 0 15,-18 0 1,1 0 0,-10 0-16,-7 8 15,-18-8 1,0 0-16,-8 9 15,-17-1 1,-18-8-16,18 9 16,-9-1-1,-8-8-15,-18 0 16,-16 0 0,16 9-16,1-1 15,-44-8-15,-7 17 16,16 0-1,-42 0 1,17 0-16,8 0 16,-34 9-1,9-1-15,25 1 16,-42-1 0,-1 9-16,9 0 15,-8 9 1,17-18-16,-18 1 15,-8-1 1,18 9 0,-27 0-16,1 0 15,-18-8-15,9-1 16,9-8-16,-1 0 31,35 9-31,-17-1 16,-18 1-1,18-9-15,-1 8 16,35 1-16,-26-1 16,9 1-1,42-9-15,-25-9 16,17-8 0,34 9-16,9-9 15,-9-9 1,0 9-1,25 0-15,18 9 16,8-9-16,17 0 16,-8 0-1,0 0-15,8 0 0,9 8 32,17 9-32,-1 0 15,1 0-15,9 0 16,8 9-1,0-9 1,-1 0-16,10 0 16,-1 0-1,1 8-15,-1-8 16,9 0 0,0 0-1,0 0-15,0 0 16,0 0-16,0 0 15,-8 0 1,8 0 0,0 0-16,0 0 15,-9 0 1,9 0-16,0 0 16,-8 0-16,-1 0 15,-16 9 1,-1-1-16,0 1 15,1-1 1,8 1 0,-9-1-16,9 1 15,0-1-15,8-8 16,1 0 0,8 0-1,-9 0-15,9 0 16,0 0-16,0 0 15,-8 0 1,-1 26 0,-8 16-16,-17 43 15,-17 43-15,0 8 16,8 17-16,17 9 31,9-9-31,0 34 16,17-43-16,9-84 15</inkml:trace>
  <inkml:trace contextRef="#ctx0" brushRef="#br0" timeOffset="123790.84">1724 12008 0,'0'0'0,"0"0"0,0 0 0,0 0 16,0 0-16,0 0 16,17 0-1,51 9-15,35-9 16,33 0 0,27-9-1,67 1 1,-25-9-16,-34 0 0,8 8 15,-43 1 1,-50-1-16,-18-8 16,-34 9-16,-17 8 31,-17 0-31,0 0 16</inkml:trace>
  <inkml:trace contextRef="#ctx0" brushRef="#br0" timeOffset="124075.81">2689 11838 0,'0'0'0,"0"0"0,25-8 0,35-9 16,25 0-1,9 17 1,0 17-16,-17 0 0,-17 8 15,-9 9 1,-17 0 0,-9-8-16,-16 8 15,-52 68 1,-68 85-16,-34 9 0,26-43 16,25-26 15,51-67-31</inkml:trace>
  <inkml:trace contextRef="#ctx0" brushRef="#br0" timeOffset="137024.62">3414 15300 0,'0'0'0,"0"0"15,0 0-15,0 0 16,0 0-1,9 0-15,8 8 16,0 1 0,0-1-1,0 1-15,0-1 16,0 9-16,17-8 16,9-1-1,16 1-15,10 8 31,8 0-31,25-9 16,9 1-16,26-9 16,33-9-1,35-16-15,17-18 16,25 1 0,10 8-16,24 8 15,18 9-15,0 17 16,25 17-1,9 9-15,8 8 16,18 0 0,8-9-1,34-8-15,-9-17 16</inkml:trace>
  <inkml:trace contextRef="#ctx0" brushRef="#br0" timeOffset="144587.01">25298 15640 0,'17'0'0,"68"-9"15,128 1-15,35-1 16,-1-8 0,27-8-16,33-1 15,9 9 1,8 9-16,0 8 15,-42-9 1,34 9-16,-52 9 16,-59-1-1,-43 1-15,-34-9 16,-51 0 0,-34 0-16,-18 0 15,-16 0 1,-43-17-16,-103-26 15,-179-8 1,-162 17-16,1 43 16,-1 16-1,-9 18-15,52-18 16,51-8 0,76-8-16,87-9 15,67 0 1,51 0-16,44 17 0,42-9 31</inkml:trace>
  <inkml:trace contextRef="#ctx0" brushRef="#br0" timeOffset="169879.79">20177 16329 0,'153'-9'0,"248"18"15,154 16-15,-137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19</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2/27/2026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21: Concurrency 3 </a:t>
            </a:r>
            <a:r>
              <a:rPr lang="en-US"/>
              <a:t>and Analysis</a:t>
            </a:r>
            <a:endParaRPr lang="en-US" dirty="0"/>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p:spTree>
    <p:extLst>
      <p:ext uri="{BB962C8B-B14F-4D97-AF65-F5344CB8AC3E}">
        <p14:creationId xmlns:p14="http://schemas.microsoft.com/office/powerpoint/2010/main" val="41427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41FE53E-E618-67DB-1DAA-C4EA7573D40F}"/>
                  </a:ext>
                </a:extLst>
              </p14:cNvPr>
              <p14:cNvContentPartPr/>
              <p14:nvPr/>
            </p14:nvContentPartPr>
            <p14:xfrm>
              <a:off x="672840" y="3655440"/>
              <a:ext cx="4510800" cy="1509840"/>
            </p14:xfrm>
          </p:contentPart>
        </mc:Choice>
        <mc:Fallback>
          <p:pic>
            <p:nvPicPr>
              <p:cNvPr id="4" name="Ink 3">
                <a:extLst>
                  <a:ext uri="{FF2B5EF4-FFF2-40B4-BE49-F238E27FC236}">
                    <a16:creationId xmlns:a16="http://schemas.microsoft.com/office/drawing/2014/main" id="{041FE53E-E618-67DB-1DAA-C4EA7573D40F}"/>
                  </a:ext>
                </a:extLst>
              </p:cNvPr>
              <p:cNvPicPr/>
              <p:nvPr/>
            </p:nvPicPr>
            <p:blipFill>
              <a:blip r:embed="rId3"/>
              <a:stretch>
                <a:fillRect/>
              </a:stretch>
            </p:blipFill>
            <p:spPr>
              <a:xfrm>
                <a:off x="663480" y="3646080"/>
                <a:ext cx="4529520" cy="1528560"/>
              </a:xfrm>
              <a:prstGeom prst="rect">
                <a:avLst/>
              </a:prstGeom>
            </p:spPr>
          </p:pic>
        </mc:Fallback>
      </mc:AlternateContent>
    </p:spTree>
    <p:extLst>
      <p:ext uri="{BB962C8B-B14F-4D97-AF65-F5344CB8AC3E}">
        <p14:creationId xmlns:p14="http://schemas.microsoft.com/office/powerpoint/2010/main" val="2224490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CEDD0B12-700D-ADAC-7D11-5C57E8BEB458}"/>
                  </a:ext>
                </a:extLst>
              </p14:cNvPr>
              <p14:cNvContentPartPr/>
              <p14:nvPr/>
            </p14:nvContentPartPr>
            <p14:xfrm>
              <a:off x="325800" y="2338920"/>
              <a:ext cx="8664840" cy="2394720"/>
            </p14:xfrm>
          </p:contentPart>
        </mc:Choice>
        <mc:Fallback>
          <p:pic>
            <p:nvPicPr>
              <p:cNvPr id="9" name="Ink 8">
                <a:extLst>
                  <a:ext uri="{FF2B5EF4-FFF2-40B4-BE49-F238E27FC236}">
                    <a16:creationId xmlns:a16="http://schemas.microsoft.com/office/drawing/2014/main" id="{CEDD0B12-700D-ADAC-7D11-5C57E8BEB458}"/>
                  </a:ext>
                </a:extLst>
              </p:cNvPr>
              <p:cNvPicPr/>
              <p:nvPr/>
            </p:nvPicPr>
            <p:blipFill>
              <a:blip r:embed="rId3"/>
              <a:stretch>
                <a:fillRect/>
              </a:stretch>
            </p:blipFill>
            <p:spPr>
              <a:xfrm>
                <a:off x="316440" y="2329560"/>
                <a:ext cx="8683560" cy="2413440"/>
              </a:xfrm>
              <a:prstGeom prst="rect">
                <a:avLst/>
              </a:prstGeom>
            </p:spPr>
          </p:pic>
        </mc:Fallback>
      </mc:AlternateContent>
    </p:spTree>
    <p:extLst>
      <p:ext uri="{BB962C8B-B14F-4D97-AF65-F5344CB8AC3E}">
        <p14:creationId xmlns:p14="http://schemas.microsoft.com/office/powerpoint/2010/main" val="287085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spTree>
    <p:extLst>
      <p:ext uri="{BB962C8B-B14F-4D97-AF65-F5344CB8AC3E}">
        <p14:creationId xmlns:p14="http://schemas.microsoft.com/office/powerpoint/2010/main" val="231696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Merge critical sections so you only need one lock</a:t>
            </a:r>
          </a:p>
          <a:p>
            <a:pPr lvl="1"/>
            <a:r>
              <a:rPr lang="en-US" dirty="0"/>
              <a:t>E.g. one lock for ALL bank accounts</a:t>
            </a:r>
          </a:p>
          <a:p>
            <a:r>
              <a:rPr lang="en-US" dirty="0"/>
              <a:t>Option 2: Address the “held at the same time” requirement</a:t>
            </a:r>
          </a:p>
          <a:p>
            <a:pPr lvl="1"/>
            <a:r>
              <a:rPr lang="en-US" dirty="0"/>
              <a:t>Break up critical sections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all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acquire</a:t>
            </a:r>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F38F318-BC04-0418-AF93-CB26E3ACBAC2}"/>
                  </a:ext>
                </a:extLst>
              </p14:cNvPr>
              <p14:cNvContentPartPr/>
              <p14:nvPr/>
            </p14:nvContentPartPr>
            <p14:xfrm>
              <a:off x="4532040" y="3343320"/>
              <a:ext cx="5657040" cy="1610640"/>
            </p14:xfrm>
          </p:contentPart>
        </mc:Choice>
        <mc:Fallback>
          <p:pic>
            <p:nvPicPr>
              <p:cNvPr id="4" name="Ink 3">
                <a:extLst>
                  <a:ext uri="{FF2B5EF4-FFF2-40B4-BE49-F238E27FC236}">
                    <a16:creationId xmlns:a16="http://schemas.microsoft.com/office/drawing/2014/main" id="{4F38F318-BC04-0418-AF93-CB26E3ACBAC2}"/>
                  </a:ext>
                </a:extLst>
              </p:cNvPr>
              <p:cNvPicPr/>
              <p:nvPr/>
            </p:nvPicPr>
            <p:blipFill>
              <a:blip r:embed="rId3"/>
              <a:stretch>
                <a:fillRect/>
              </a:stretch>
            </p:blipFill>
            <p:spPr>
              <a:xfrm>
                <a:off x="4522680" y="3333960"/>
                <a:ext cx="5675760" cy="1629360"/>
              </a:xfrm>
              <a:prstGeom prst="rect">
                <a:avLst/>
              </a:prstGeom>
            </p:spPr>
          </p:pic>
        </mc:Fallback>
      </mc:AlternateContent>
    </p:spTree>
    <p:extLst>
      <p:ext uri="{BB962C8B-B14F-4D97-AF65-F5344CB8AC3E}">
        <p14:creationId xmlns:p14="http://schemas.microsoft.com/office/powerpoint/2010/main" val="4289393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B41E82E-CF0B-95B2-AC98-1E28759D53B3}"/>
                  </a:ext>
                </a:extLst>
              </p14:cNvPr>
              <p14:cNvContentPartPr/>
              <p14:nvPr/>
            </p14:nvContentPartPr>
            <p14:xfrm>
              <a:off x="995400" y="2008440"/>
              <a:ext cx="4554000" cy="2927160"/>
            </p14:xfrm>
          </p:contentPart>
        </mc:Choice>
        <mc:Fallback>
          <p:pic>
            <p:nvPicPr>
              <p:cNvPr id="4" name="Ink 3">
                <a:extLst>
                  <a:ext uri="{FF2B5EF4-FFF2-40B4-BE49-F238E27FC236}">
                    <a16:creationId xmlns:a16="http://schemas.microsoft.com/office/drawing/2014/main" id="{DB41E82E-CF0B-95B2-AC98-1E28759D53B3}"/>
                  </a:ext>
                </a:extLst>
              </p:cNvPr>
              <p:cNvPicPr/>
              <p:nvPr/>
            </p:nvPicPr>
            <p:blipFill>
              <a:blip r:embed="rId3"/>
              <a:stretch>
                <a:fillRect/>
              </a:stretch>
            </p:blipFill>
            <p:spPr>
              <a:xfrm>
                <a:off x="986040" y="1999080"/>
                <a:ext cx="4572720" cy="2945880"/>
              </a:xfrm>
              <a:prstGeom prst="rect">
                <a:avLst/>
              </a:prstGeom>
            </p:spPr>
          </p:pic>
        </mc:Fallback>
      </mc:AlternateContent>
    </p:spTree>
    <p:extLst>
      <p:ext uri="{BB962C8B-B14F-4D97-AF65-F5344CB8AC3E}">
        <p14:creationId xmlns:p14="http://schemas.microsoft.com/office/powerpoint/2010/main" val="2135221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D0EE4A8-E320-8B8F-B90C-E278D2654669}"/>
                  </a:ext>
                </a:extLst>
              </p14:cNvPr>
              <p14:cNvContentPartPr/>
              <p14:nvPr/>
            </p14:nvContentPartPr>
            <p14:xfrm>
              <a:off x="1834200" y="4690440"/>
              <a:ext cx="2378520" cy="214560"/>
            </p14:xfrm>
          </p:contentPart>
        </mc:Choice>
        <mc:Fallback>
          <p:pic>
            <p:nvPicPr>
              <p:cNvPr id="4" name="Ink 3">
                <a:extLst>
                  <a:ext uri="{FF2B5EF4-FFF2-40B4-BE49-F238E27FC236}">
                    <a16:creationId xmlns:a16="http://schemas.microsoft.com/office/drawing/2014/main" id="{AD0EE4A8-E320-8B8F-B90C-E278D2654669}"/>
                  </a:ext>
                </a:extLst>
              </p:cNvPr>
              <p:cNvPicPr/>
              <p:nvPr/>
            </p:nvPicPr>
            <p:blipFill>
              <a:blip r:embed="rId3"/>
              <a:stretch>
                <a:fillRect/>
              </a:stretch>
            </p:blipFill>
            <p:spPr>
              <a:xfrm>
                <a:off x="1824840" y="4681080"/>
                <a:ext cx="2397240" cy="233280"/>
              </a:xfrm>
              <a:prstGeom prst="rect">
                <a:avLst/>
              </a:prstGeom>
            </p:spPr>
          </p:pic>
        </mc:Fallback>
      </mc:AlternateContent>
    </p:spTree>
    <p:extLst>
      <p:ext uri="{BB962C8B-B14F-4D97-AF65-F5344CB8AC3E}">
        <p14:creationId xmlns:p14="http://schemas.microsoft.com/office/powerpoint/2010/main" val="272183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b="1" dirty="0"/>
              <a:t>if (</a:t>
            </a:r>
            <a:r>
              <a:rPr lang="en-US" b="1" dirty="0" err="1"/>
              <a:t>this.acctNum</a:t>
            </a:r>
            <a:r>
              <a:rPr lang="en-US" b="1" dirty="0"/>
              <a:t> &lt; </a:t>
            </a:r>
            <a:r>
              <a:rPr lang="en-US" b="1" dirty="0" err="1"/>
              <a:t>a.acctNum</a:t>
            </a:r>
            <a:r>
              <a:rPr lang="en-US" b="1"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E8F46A9-FF8E-C769-91DE-F9FDB56FDE53}"/>
                  </a:ext>
                </a:extLst>
              </p14:cNvPr>
              <p14:cNvContentPartPr/>
              <p14:nvPr/>
            </p14:nvContentPartPr>
            <p14:xfrm>
              <a:off x="2651760" y="2152440"/>
              <a:ext cx="3300120" cy="594360"/>
            </p14:xfrm>
          </p:contentPart>
        </mc:Choice>
        <mc:Fallback>
          <p:pic>
            <p:nvPicPr>
              <p:cNvPr id="4" name="Ink 3">
                <a:extLst>
                  <a:ext uri="{FF2B5EF4-FFF2-40B4-BE49-F238E27FC236}">
                    <a16:creationId xmlns:a16="http://schemas.microsoft.com/office/drawing/2014/main" id="{CE8F46A9-FF8E-C769-91DE-F9FDB56FDE53}"/>
                  </a:ext>
                </a:extLst>
              </p:cNvPr>
              <p:cNvPicPr/>
              <p:nvPr/>
            </p:nvPicPr>
            <p:blipFill>
              <a:blip r:embed="rId3"/>
              <a:stretch>
                <a:fillRect/>
              </a:stretch>
            </p:blipFill>
            <p:spPr>
              <a:xfrm>
                <a:off x="2642400" y="2143080"/>
                <a:ext cx="3318840" cy="613080"/>
              </a:xfrm>
              <a:prstGeom prst="rect">
                <a:avLst/>
              </a:prstGeom>
            </p:spPr>
          </p:pic>
        </mc:Fallback>
      </mc:AlternateContent>
    </p:spTree>
    <p:extLst>
      <p:ext uri="{BB962C8B-B14F-4D97-AF65-F5344CB8AC3E}">
        <p14:creationId xmlns:p14="http://schemas.microsoft.com/office/powerpoint/2010/main" val="4218861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B5A3-7C2A-841F-4D3F-E800E9028FDD}"/>
              </a:ext>
            </a:extLst>
          </p:cNvPr>
          <p:cNvSpPr>
            <a:spLocks noGrp="1"/>
          </p:cNvSpPr>
          <p:nvPr>
            <p:ph type="title"/>
          </p:nvPr>
        </p:nvSpPr>
        <p:spPr/>
        <p:txBody>
          <a:bodyPr/>
          <a:lstStyle/>
          <a:p>
            <a:r>
              <a:rPr lang="en-US" dirty="0"/>
              <a:t>Parallel Algorithm Analysis</a:t>
            </a:r>
          </a:p>
        </p:txBody>
      </p:sp>
      <p:sp>
        <p:nvSpPr>
          <p:cNvPr id="3" name="Content Placeholder 2">
            <a:extLst>
              <a:ext uri="{FF2B5EF4-FFF2-40B4-BE49-F238E27FC236}">
                <a16:creationId xmlns:a16="http://schemas.microsoft.com/office/drawing/2014/main" id="{F3F51E47-3F57-DF2D-62A0-763EDFD329C7}"/>
              </a:ext>
            </a:extLst>
          </p:cNvPr>
          <p:cNvSpPr>
            <a:spLocks noGrp="1"/>
          </p:cNvSpPr>
          <p:nvPr>
            <p:ph idx="1"/>
          </p:nvPr>
        </p:nvSpPr>
        <p:spPr/>
        <p:txBody>
          <a:bodyPr/>
          <a:lstStyle/>
          <a:p>
            <a:r>
              <a:rPr lang="en-US" dirty="0"/>
              <a:t>How to define efficiency</a:t>
            </a:r>
          </a:p>
          <a:p>
            <a:pPr lvl="1"/>
            <a:r>
              <a:rPr lang="en-US" dirty="0"/>
              <a:t>Want asymptotic bounds</a:t>
            </a:r>
          </a:p>
          <a:p>
            <a:pPr lvl="1"/>
            <a:r>
              <a:rPr lang="en-US" dirty="0"/>
              <a:t>Want to analyze the algorithm without regard to a specific number of processors </a:t>
            </a:r>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F697BC6-AC85-9B88-8193-3749FA25E9E8}"/>
                  </a:ext>
                </a:extLst>
              </p14:cNvPr>
              <p14:cNvContentPartPr/>
              <p14:nvPr/>
            </p14:nvContentPartPr>
            <p14:xfrm>
              <a:off x="1569960" y="2210400"/>
              <a:ext cx="3383280" cy="579240"/>
            </p14:xfrm>
          </p:contentPart>
        </mc:Choice>
        <mc:Fallback>
          <p:pic>
            <p:nvPicPr>
              <p:cNvPr id="4" name="Ink 3">
                <a:extLst>
                  <a:ext uri="{FF2B5EF4-FFF2-40B4-BE49-F238E27FC236}">
                    <a16:creationId xmlns:a16="http://schemas.microsoft.com/office/drawing/2014/main" id="{AF697BC6-AC85-9B88-8193-3749FA25E9E8}"/>
                  </a:ext>
                </a:extLst>
              </p:cNvPr>
              <p:cNvPicPr/>
              <p:nvPr/>
            </p:nvPicPr>
            <p:blipFill>
              <a:blip r:embed="rId3"/>
              <a:stretch>
                <a:fillRect/>
              </a:stretch>
            </p:blipFill>
            <p:spPr>
              <a:xfrm>
                <a:off x="1560600" y="2201040"/>
                <a:ext cx="3402000" cy="597960"/>
              </a:xfrm>
              <a:prstGeom prst="rect">
                <a:avLst/>
              </a:prstGeom>
            </p:spPr>
          </p:pic>
        </mc:Fallback>
      </mc:AlternateContent>
    </p:spTree>
    <p:extLst>
      <p:ext uri="{BB962C8B-B14F-4D97-AF65-F5344CB8AC3E}">
        <p14:creationId xmlns:p14="http://schemas.microsoft.com/office/powerpoint/2010/main" val="293930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1B9CBB7-C259-6A87-58AA-AE7187328DFB}"/>
                  </a:ext>
                </a:extLst>
              </p14:cNvPr>
              <p14:cNvContentPartPr/>
              <p14:nvPr/>
            </p14:nvContentPartPr>
            <p14:xfrm>
              <a:off x="411840" y="1028880"/>
              <a:ext cx="10416240" cy="5042520"/>
            </p14:xfrm>
          </p:contentPart>
        </mc:Choice>
        <mc:Fallback>
          <p:pic>
            <p:nvPicPr>
              <p:cNvPr id="4" name="Ink 3">
                <a:extLst>
                  <a:ext uri="{FF2B5EF4-FFF2-40B4-BE49-F238E27FC236}">
                    <a16:creationId xmlns:a16="http://schemas.microsoft.com/office/drawing/2014/main" id="{F1B9CBB7-C259-6A87-58AA-AE7187328DFB}"/>
                  </a:ext>
                </a:extLst>
              </p:cNvPr>
              <p:cNvPicPr/>
              <p:nvPr/>
            </p:nvPicPr>
            <p:blipFill>
              <a:blip r:embed="rId4"/>
              <a:stretch>
                <a:fillRect/>
              </a:stretch>
            </p:blipFill>
            <p:spPr>
              <a:xfrm>
                <a:off x="402480" y="1019520"/>
                <a:ext cx="10434960" cy="506124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4677-F1BE-4FC8-5DDF-9A8ECC08D0B4}"/>
              </a:ext>
            </a:extLst>
          </p:cNvPr>
          <p:cNvSpPr>
            <a:spLocks noGrp="1"/>
          </p:cNvSpPr>
          <p:nvPr>
            <p:ph type="title"/>
          </p:nvPr>
        </p:nvSpPr>
        <p:spPr/>
        <p:txBody>
          <a:bodyPr/>
          <a:lstStyle/>
          <a:p>
            <a:r>
              <a:rPr lang="en-US" dirty="0"/>
              <a:t>Directed Acyclic Graph (DAG)</a:t>
            </a:r>
          </a:p>
        </p:txBody>
      </p:sp>
      <p:sp>
        <p:nvSpPr>
          <p:cNvPr id="3" name="Content Placeholder 2">
            <a:extLst>
              <a:ext uri="{FF2B5EF4-FFF2-40B4-BE49-F238E27FC236}">
                <a16:creationId xmlns:a16="http://schemas.microsoft.com/office/drawing/2014/main" id="{62A914A1-550C-5DFC-8158-47AA5277A981}"/>
              </a:ext>
            </a:extLst>
          </p:cNvPr>
          <p:cNvSpPr>
            <a:spLocks noGrp="1"/>
          </p:cNvSpPr>
          <p:nvPr>
            <p:ph idx="1"/>
          </p:nvPr>
        </p:nvSpPr>
        <p:spPr/>
        <p:txBody>
          <a:bodyPr/>
          <a:lstStyle/>
          <a:p>
            <a:r>
              <a:rPr lang="en-US" dirty="0"/>
              <a:t>A directed graph that has no cycles</a:t>
            </a:r>
          </a:p>
          <a:p>
            <a:r>
              <a:rPr lang="en-US" dirty="0"/>
              <a:t>Often used to depict dependencies</a:t>
            </a:r>
          </a:p>
          <a:p>
            <a:pPr lvl="1"/>
            <a:r>
              <a:rPr lang="en-US" dirty="0"/>
              <a:t>E.g. software dependencies, Java inheritance, dependencies among threads!</a:t>
            </a:r>
          </a:p>
        </p:txBody>
      </p:sp>
      <p:grpSp>
        <p:nvGrpSpPr>
          <p:cNvPr id="15" name="Group 14">
            <a:extLst>
              <a:ext uri="{FF2B5EF4-FFF2-40B4-BE49-F238E27FC236}">
                <a16:creationId xmlns:a16="http://schemas.microsoft.com/office/drawing/2014/main" id="{9CC23D28-5A64-2A38-CE2B-3B9CA6C01CB9}"/>
              </a:ext>
            </a:extLst>
          </p:cNvPr>
          <p:cNvGrpSpPr/>
          <p:nvPr/>
        </p:nvGrpSpPr>
        <p:grpSpPr>
          <a:xfrm>
            <a:off x="4758466" y="3916099"/>
            <a:ext cx="1337534" cy="2051575"/>
            <a:chOff x="8923635" y="197539"/>
            <a:chExt cx="1337534" cy="2051575"/>
          </a:xfrm>
        </p:grpSpPr>
        <p:cxnSp>
          <p:nvCxnSpPr>
            <p:cNvPr id="4" name="Straight Connector 3">
              <a:extLst>
                <a:ext uri="{FF2B5EF4-FFF2-40B4-BE49-F238E27FC236}">
                  <a16:creationId xmlns:a16="http://schemas.microsoft.com/office/drawing/2014/main" id="{D35CC012-5B25-E38B-8E5D-86470E07E039}"/>
                </a:ext>
              </a:extLst>
            </p:cNvPr>
            <p:cNvCxnSpPr>
              <a:stCxn id="5" idx="4"/>
              <a:endCxn id="6" idx="0"/>
            </p:cNvCxnSpPr>
            <p:nvPr/>
          </p:nvCxnSpPr>
          <p:spPr>
            <a:xfrm flipH="1">
              <a:off x="9091220" y="532711"/>
              <a:ext cx="582261" cy="138123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8CE11AF-0C33-816C-1193-FEA6448F61B6}"/>
                </a:ext>
              </a:extLst>
            </p:cNvPr>
            <p:cNvSpPr/>
            <p:nvPr/>
          </p:nvSpPr>
          <p:spPr>
            <a:xfrm>
              <a:off x="9505896" y="19753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46C79072-07A4-55CE-96B8-42D7DF53C4A0}"/>
                </a:ext>
              </a:extLst>
            </p:cNvPr>
            <p:cNvSpPr/>
            <p:nvPr/>
          </p:nvSpPr>
          <p:spPr>
            <a:xfrm>
              <a:off x="8923635" y="191394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F6B34BD3-62D8-4BD4-5070-463FC9B323E0}"/>
                </a:ext>
              </a:extLst>
            </p:cNvPr>
            <p:cNvSpPr/>
            <p:nvPr/>
          </p:nvSpPr>
          <p:spPr>
            <a:xfrm>
              <a:off x="9925998" y="11590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 name="Straight Connector 7">
              <a:extLst>
                <a:ext uri="{FF2B5EF4-FFF2-40B4-BE49-F238E27FC236}">
                  <a16:creationId xmlns:a16="http://schemas.microsoft.com/office/drawing/2014/main" id="{CD7EFD7A-622C-A2C6-96BB-CE29B1D11755}"/>
                </a:ext>
              </a:extLst>
            </p:cNvPr>
            <p:cNvCxnSpPr>
              <a:cxnSpLocks/>
              <a:stCxn id="5" idx="5"/>
              <a:endCxn id="7" idx="1"/>
            </p:cNvCxnSpPr>
            <p:nvPr/>
          </p:nvCxnSpPr>
          <p:spPr>
            <a:xfrm>
              <a:off x="9791982" y="483625"/>
              <a:ext cx="183101" cy="72451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D31457-76EC-2FAD-3247-696378019F82}"/>
                </a:ext>
              </a:extLst>
            </p:cNvPr>
            <p:cNvCxnSpPr>
              <a:cxnSpLocks/>
              <a:stCxn id="7" idx="3"/>
              <a:endCxn id="6" idx="6"/>
            </p:cNvCxnSpPr>
            <p:nvPr/>
          </p:nvCxnSpPr>
          <p:spPr>
            <a:xfrm flipH="1">
              <a:off x="9258806" y="1445138"/>
              <a:ext cx="716277" cy="63639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1A6EC036-99FB-40FD-E5CC-3F559A16EDAE}"/>
                  </a:ext>
                </a:extLst>
              </p14:cNvPr>
              <p14:cNvContentPartPr/>
              <p14:nvPr/>
            </p14:nvContentPartPr>
            <p14:xfrm>
              <a:off x="897120" y="1249200"/>
              <a:ext cx="6213240" cy="4816080"/>
            </p14:xfrm>
          </p:contentPart>
        </mc:Choice>
        <mc:Fallback>
          <p:pic>
            <p:nvPicPr>
              <p:cNvPr id="9" name="Ink 8">
                <a:extLst>
                  <a:ext uri="{FF2B5EF4-FFF2-40B4-BE49-F238E27FC236}">
                    <a16:creationId xmlns:a16="http://schemas.microsoft.com/office/drawing/2014/main" id="{1A6EC036-99FB-40FD-E5CC-3F559A16EDAE}"/>
                  </a:ext>
                </a:extLst>
              </p:cNvPr>
              <p:cNvPicPr/>
              <p:nvPr/>
            </p:nvPicPr>
            <p:blipFill>
              <a:blip r:embed="rId3"/>
              <a:stretch>
                <a:fillRect/>
              </a:stretch>
            </p:blipFill>
            <p:spPr>
              <a:xfrm>
                <a:off x="887760" y="1239840"/>
                <a:ext cx="6231960" cy="4834800"/>
              </a:xfrm>
              <a:prstGeom prst="rect">
                <a:avLst/>
              </a:prstGeom>
            </p:spPr>
          </p:pic>
        </mc:Fallback>
      </mc:AlternateContent>
    </p:spTree>
    <p:extLst>
      <p:ext uri="{BB962C8B-B14F-4D97-AF65-F5344CB8AC3E}">
        <p14:creationId xmlns:p14="http://schemas.microsoft.com/office/powerpoint/2010/main" val="80384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7C68-4512-7D88-5137-0C3F054486A8}"/>
              </a:ext>
            </a:extLst>
          </p:cNvPr>
          <p:cNvSpPr>
            <a:spLocks noGrp="1"/>
          </p:cNvSpPr>
          <p:nvPr>
            <p:ph type="title"/>
          </p:nvPr>
        </p:nvSpPr>
        <p:spPr/>
        <p:txBody>
          <a:bodyPr/>
          <a:lstStyle/>
          <a:p>
            <a:r>
              <a:rPr lang="en-US" dirty="0" err="1"/>
              <a:t>ForkJoin</a:t>
            </a:r>
            <a:r>
              <a:rPr lang="en-US" dirty="0"/>
              <a:t> DAG</a:t>
            </a:r>
          </a:p>
        </p:txBody>
      </p:sp>
      <p:sp>
        <p:nvSpPr>
          <p:cNvPr id="3" name="Content Placeholder 2">
            <a:extLst>
              <a:ext uri="{FF2B5EF4-FFF2-40B4-BE49-F238E27FC236}">
                <a16:creationId xmlns:a16="http://schemas.microsoft.com/office/drawing/2014/main" id="{3FF36454-C16F-13FD-BAF0-DD4953CFA24D}"/>
              </a:ext>
            </a:extLst>
          </p:cNvPr>
          <p:cNvSpPr>
            <a:spLocks noGrp="1"/>
          </p:cNvSpPr>
          <p:nvPr>
            <p:ph idx="1"/>
          </p:nvPr>
        </p:nvSpPr>
        <p:spPr>
          <a:xfrm>
            <a:off x="670614" y="1343162"/>
            <a:ext cx="10515600" cy="2454354"/>
          </a:xfrm>
        </p:spPr>
        <p:txBody>
          <a:bodyPr>
            <a:normAutofit fontScale="77500" lnSpcReduction="20000"/>
          </a:bodyPr>
          <a:lstStyle/>
          <a:p>
            <a:r>
              <a:rPr lang="en-US" dirty="0"/>
              <a:t>“Sketches” what parts of the algorithm may be done in parallel vs. must be done in-order</a:t>
            </a:r>
          </a:p>
          <a:p>
            <a:pPr lvl="1"/>
            <a:r>
              <a:rPr lang="en-US" dirty="0"/>
              <a:t>Each node is a “step” of the algorithm that may depend on other steps (draw an edge) or not</a:t>
            </a:r>
          </a:p>
          <a:p>
            <a:r>
              <a:rPr lang="en-US" dirty="0"/>
              <a:t>Fork/Compute each create a new node</a:t>
            </a:r>
          </a:p>
          <a:p>
            <a:pPr lvl="1"/>
            <a:r>
              <a:rPr lang="en-US" dirty="0"/>
              <a:t>When calling fork/compute</a:t>
            </a:r>
          </a:p>
          <a:p>
            <a:pPr lvl="2"/>
            <a:r>
              <a:rPr lang="en-US" dirty="0"/>
              <a:t>Algorithm creates new threads, there is a dependency from the creating code to the code done by these threads</a:t>
            </a:r>
          </a:p>
          <a:p>
            <a:pPr lvl="1"/>
            <a:r>
              <a:rPr lang="en-US" dirty="0"/>
              <a:t>When calling join</a:t>
            </a:r>
          </a:p>
          <a:p>
            <a:pPr lvl="2"/>
            <a:r>
              <a:rPr lang="en-US" dirty="0"/>
              <a:t>There is a dependency from the code done by the other thread to the code after join</a:t>
            </a:r>
          </a:p>
        </p:txBody>
      </p:sp>
      <p:cxnSp>
        <p:nvCxnSpPr>
          <p:cNvPr id="5" name="Straight Connector 4">
            <a:extLst>
              <a:ext uri="{FF2B5EF4-FFF2-40B4-BE49-F238E27FC236}">
                <a16:creationId xmlns:a16="http://schemas.microsoft.com/office/drawing/2014/main" id="{FCC62E5A-130A-EB1D-2164-A65A738C7141}"/>
              </a:ext>
            </a:extLst>
          </p:cNvPr>
          <p:cNvCxnSpPr>
            <a:cxnSpLocks/>
            <a:stCxn id="6" idx="2"/>
            <a:endCxn id="7" idx="0"/>
          </p:cNvCxnSpPr>
          <p:nvPr/>
        </p:nvCxnSpPr>
        <p:spPr>
          <a:xfrm flipH="1">
            <a:off x="3818612" y="3866254"/>
            <a:ext cx="994433" cy="28945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B6085C7-1BE5-906D-5413-72983ACDB645}"/>
              </a:ext>
            </a:extLst>
          </p:cNvPr>
          <p:cNvSpPr/>
          <p:nvPr/>
        </p:nvSpPr>
        <p:spPr>
          <a:xfrm>
            <a:off x="4813045" y="36986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3849EBFC-631C-50C9-381F-F828E6782C19}"/>
              </a:ext>
            </a:extLst>
          </p:cNvPr>
          <p:cNvSpPr/>
          <p:nvPr/>
        </p:nvSpPr>
        <p:spPr>
          <a:xfrm>
            <a:off x="3651026" y="415570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311D2B4C-562A-A28C-DD4A-E5DD8241A550}"/>
              </a:ext>
            </a:extLst>
          </p:cNvPr>
          <p:cNvSpPr/>
          <p:nvPr/>
        </p:nvSpPr>
        <p:spPr>
          <a:xfrm>
            <a:off x="5928414" y="418975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7C46E140-DDC3-A125-D697-E0736C73B48F}"/>
              </a:ext>
            </a:extLst>
          </p:cNvPr>
          <p:cNvCxnSpPr>
            <a:cxnSpLocks/>
            <a:stCxn id="6" idx="6"/>
            <a:endCxn id="8" idx="0"/>
          </p:cNvCxnSpPr>
          <p:nvPr/>
        </p:nvCxnSpPr>
        <p:spPr>
          <a:xfrm>
            <a:off x="5148216" y="3866254"/>
            <a:ext cx="947784" cy="32350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1E85A46-2611-E477-8746-12BA5AEBBE6D}"/>
              </a:ext>
            </a:extLst>
          </p:cNvPr>
          <p:cNvSpPr/>
          <p:nvPr/>
        </p:nvSpPr>
        <p:spPr>
          <a:xfrm>
            <a:off x="2933071" y="471171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a:extLst>
              <a:ext uri="{FF2B5EF4-FFF2-40B4-BE49-F238E27FC236}">
                <a16:creationId xmlns:a16="http://schemas.microsoft.com/office/drawing/2014/main" id="{80A18060-4E23-1C1B-24C8-CCED4EE684E0}"/>
              </a:ext>
            </a:extLst>
          </p:cNvPr>
          <p:cNvCxnSpPr>
            <a:cxnSpLocks/>
            <a:stCxn id="7" idx="3"/>
            <a:endCxn id="15" idx="7"/>
          </p:cNvCxnSpPr>
          <p:nvPr/>
        </p:nvCxnSpPr>
        <p:spPr>
          <a:xfrm flipH="1">
            <a:off x="3219157" y="4441794"/>
            <a:ext cx="480954" cy="3190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48964A2-CA64-3D5D-2DAC-014F2C150D45}"/>
              </a:ext>
            </a:extLst>
          </p:cNvPr>
          <p:cNvSpPr/>
          <p:nvPr/>
        </p:nvSpPr>
        <p:spPr>
          <a:xfrm>
            <a:off x="4179310" y="471107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Oval 19">
            <a:extLst>
              <a:ext uri="{FF2B5EF4-FFF2-40B4-BE49-F238E27FC236}">
                <a16:creationId xmlns:a16="http://schemas.microsoft.com/office/drawing/2014/main" id="{AAB81349-E4EE-45FC-DDC1-42F447818FE7}"/>
              </a:ext>
            </a:extLst>
          </p:cNvPr>
          <p:cNvSpPr/>
          <p:nvPr/>
        </p:nvSpPr>
        <p:spPr>
          <a:xfrm>
            <a:off x="5315911" y="47451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2DEA7D36-A26A-36A7-8764-FD9CB03D6A6C}"/>
              </a:ext>
            </a:extLst>
          </p:cNvPr>
          <p:cNvSpPr/>
          <p:nvPr/>
        </p:nvSpPr>
        <p:spPr>
          <a:xfrm>
            <a:off x="6562150" y="472812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2" name="Straight Connector 21">
            <a:extLst>
              <a:ext uri="{FF2B5EF4-FFF2-40B4-BE49-F238E27FC236}">
                <a16:creationId xmlns:a16="http://schemas.microsoft.com/office/drawing/2014/main" id="{64E50A3F-AADD-712E-4A2A-567967680D71}"/>
              </a:ext>
            </a:extLst>
          </p:cNvPr>
          <p:cNvCxnSpPr>
            <a:cxnSpLocks/>
            <a:stCxn id="7" idx="5"/>
            <a:endCxn id="19" idx="1"/>
          </p:cNvCxnSpPr>
          <p:nvPr/>
        </p:nvCxnSpPr>
        <p:spPr>
          <a:xfrm>
            <a:off x="3937112" y="4441794"/>
            <a:ext cx="291283" cy="318369"/>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25AE6D-0DF6-5640-FDDC-6118C5D8DFE2}"/>
              </a:ext>
            </a:extLst>
          </p:cNvPr>
          <p:cNvCxnSpPr>
            <a:cxnSpLocks/>
            <a:stCxn id="8" idx="3"/>
            <a:endCxn id="20" idx="7"/>
          </p:cNvCxnSpPr>
          <p:nvPr/>
        </p:nvCxnSpPr>
        <p:spPr>
          <a:xfrm flipH="1">
            <a:off x="5601997" y="4475842"/>
            <a:ext cx="375502" cy="3183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843EA-456A-2B0A-8CD7-A9F590F3F673}"/>
              </a:ext>
            </a:extLst>
          </p:cNvPr>
          <p:cNvCxnSpPr>
            <a:cxnSpLocks/>
            <a:stCxn id="8" idx="5"/>
            <a:endCxn id="21" idx="1"/>
          </p:cNvCxnSpPr>
          <p:nvPr/>
        </p:nvCxnSpPr>
        <p:spPr>
          <a:xfrm>
            <a:off x="6214500" y="4475842"/>
            <a:ext cx="396735" cy="30137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C684E17-A866-64DC-7F55-FE47F4FD142E}"/>
              </a:ext>
            </a:extLst>
          </p:cNvPr>
          <p:cNvSpPr/>
          <p:nvPr/>
        </p:nvSpPr>
        <p:spPr>
          <a:xfrm>
            <a:off x="2597900"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a:extLst>
              <a:ext uri="{FF2B5EF4-FFF2-40B4-BE49-F238E27FC236}">
                <a16:creationId xmlns:a16="http://schemas.microsoft.com/office/drawing/2014/main" id="{2FD9FD9B-C519-8690-BE58-BA91C656A03E}"/>
              </a:ext>
            </a:extLst>
          </p:cNvPr>
          <p:cNvSpPr/>
          <p:nvPr/>
        </p:nvSpPr>
        <p:spPr>
          <a:xfrm>
            <a:off x="3251493"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DFB159CA-0B01-71B6-B71A-77D3BFB5B6B9}"/>
              </a:ext>
            </a:extLst>
          </p:cNvPr>
          <p:cNvSpPr/>
          <p:nvPr/>
        </p:nvSpPr>
        <p:spPr>
          <a:xfrm>
            <a:off x="384592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Oval 44">
            <a:extLst>
              <a:ext uri="{FF2B5EF4-FFF2-40B4-BE49-F238E27FC236}">
                <a16:creationId xmlns:a16="http://schemas.microsoft.com/office/drawing/2014/main" id="{BF0A8495-A5BD-44A9-64D0-8B54633CF442}"/>
              </a:ext>
            </a:extLst>
          </p:cNvPr>
          <p:cNvSpPr/>
          <p:nvPr/>
        </p:nvSpPr>
        <p:spPr>
          <a:xfrm>
            <a:off x="449951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131D93C8-2036-A7D0-D917-6E0DF4202856}"/>
              </a:ext>
            </a:extLst>
          </p:cNvPr>
          <p:cNvSpPr/>
          <p:nvPr/>
        </p:nvSpPr>
        <p:spPr>
          <a:xfrm>
            <a:off x="4980740"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Oval 46">
            <a:extLst>
              <a:ext uri="{FF2B5EF4-FFF2-40B4-BE49-F238E27FC236}">
                <a16:creationId xmlns:a16="http://schemas.microsoft.com/office/drawing/2014/main" id="{D98E0ECA-8646-7176-C3D8-8D583B920DA8}"/>
              </a:ext>
            </a:extLst>
          </p:cNvPr>
          <p:cNvSpPr/>
          <p:nvPr/>
        </p:nvSpPr>
        <p:spPr>
          <a:xfrm>
            <a:off x="563433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Oval 50">
            <a:extLst>
              <a:ext uri="{FF2B5EF4-FFF2-40B4-BE49-F238E27FC236}">
                <a16:creationId xmlns:a16="http://schemas.microsoft.com/office/drawing/2014/main" id="{3587B1B5-CC04-E127-3991-995706CE9F81}"/>
              </a:ext>
            </a:extLst>
          </p:cNvPr>
          <p:cNvSpPr/>
          <p:nvPr/>
        </p:nvSpPr>
        <p:spPr>
          <a:xfrm>
            <a:off x="628792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2" name="Oval 51">
            <a:extLst>
              <a:ext uri="{FF2B5EF4-FFF2-40B4-BE49-F238E27FC236}">
                <a16:creationId xmlns:a16="http://schemas.microsoft.com/office/drawing/2014/main" id="{B7C88825-792F-0669-E261-3E46D185AF0E}"/>
              </a:ext>
            </a:extLst>
          </p:cNvPr>
          <p:cNvSpPr/>
          <p:nvPr/>
        </p:nvSpPr>
        <p:spPr>
          <a:xfrm>
            <a:off x="6941519"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a:extLst>
              <a:ext uri="{FF2B5EF4-FFF2-40B4-BE49-F238E27FC236}">
                <a16:creationId xmlns:a16="http://schemas.microsoft.com/office/drawing/2014/main" id="{67A113C8-5BFF-7032-F4A5-802A6BA3C2A3}"/>
              </a:ext>
            </a:extLst>
          </p:cNvPr>
          <p:cNvCxnSpPr>
            <a:cxnSpLocks/>
            <a:stCxn id="15" idx="3"/>
            <a:endCxn id="42" idx="7"/>
          </p:cNvCxnSpPr>
          <p:nvPr/>
        </p:nvCxnSpPr>
        <p:spPr>
          <a:xfrm flipH="1">
            <a:off x="2883986" y="4997799"/>
            <a:ext cx="98170"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F0138C7-5B9C-D8FE-2364-39DAEA88B5E9}"/>
              </a:ext>
            </a:extLst>
          </p:cNvPr>
          <p:cNvCxnSpPr>
            <a:cxnSpLocks/>
            <a:stCxn id="15" idx="5"/>
            <a:endCxn id="43" idx="1"/>
          </p:cNvCxnSpPr>
          <p:nvPr/>
        </p:nvCxnSpPr>
        <p:spPr>
          <a:xfrm>
            <a:off x="3219157" y="4997799"/>
            <a:ext cx="81421"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A04A44-10CB-BA71-168E-C57E6ADA0C55}"/>
              </a:ext>
            </a:extLst>
          </p:cNvPr>
          <p:cNvCxnSpPr>
            <a:cxnSpLocks/>
            <a:stCxn id="19" idx="3"/>
            <a:endCxn id="44" idx="7"/>
          </p:cNvCxnSpPr>
          <p:nvPr/>
        </p:nvCxnSpPr>
        <p:spPr>
          <a:xfrm flipH="1">
            <a:off x="4132009" y="4997164"/>
            <a:ext cx="96386"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F03241-1521-A76C-F333-5B81B4D3A7E0}"/>
              </a:ext>
            </a:extLst>
          </p:cNvPr>
          <p:cNvCxnSpPr>
            <a:cxnSpLocks/>
            <a:stCxn id="19" idx="5"/>
            <a:endCxn id="45" idx="1"/>
          </p:cNvCxnSpPr>
          <p:nvPr/>
        </p:nvCxnSpPr>
        <p:spPr>
          <a:xfrm>
            <a:off x="4465396" y="4997164"/>
            <a:ext cx="83205"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60B4A-E96D-AAB4-429E-A063A00BCF5E}"/>
              </a:ext>
            </a:extLst>
          </p:cNvPr>
          <p:cNvCxnSpPr>
            <a:cxnSpLocks/>
            <a:stCxn id="20" idx="3"/>
            <a:endCxn id="46" idx="7"/>
          </p:cNvCxnSpPr>
          <p:nvPr/>
        </p:nvCxnSpPr>
        <p:spPr>
          <a:xfrm flipH="1">
            <a:off x="5266826" y="5031213"/>
            <a:ext cx="98170"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98D82B6-2D05-74FC-C1AF-8F4E2EDA95E2}"/>
              </a:ext>
            </a:extLst>
          </p:cNvPr>
          <p:cNvCxnSpPr>
            <a:cxnSpLocks/>
            <a:stCxn id="20" idx="5"/>
            <a:endCxn id="47" idx="1"/>
          </p:cNvCxnSpPr>
          <p:nvPr/>
        </p:nvCxnSpPr>
        <p:spPr>
          <a:xfrm>
            <a:off x="5601997" y="5031213"/>
            <a:ext cx="81421"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BDAE8FE-47BB-9FF4-DF99-845F87A81A64}"/>
              </a:ext>
            </a:extLst>
          </p:cNvPr>
          <p:cNvCxnSpPr>
            <a:cxnSpLocks/>
            <a:stCxn id="21" idx="3"/>
            <a:endCxn id="51" idx="7"/>
          </p:cNvCxnSpPr>
          <p:nvPr/>
        </p:nvCxnSpPr>
        <p:spPr>
          <a:xfrm flipH="1">
            <a:off x="6574012" y="5014214"/>
            <a:ext cx="37223"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7CCBDD-3AF8-84B4-7EEB-9D722861F387}"/>
              </a:ext>
            </a:extLst>
          </p:cNvPr>
          <p:cNvCxnSpPr>
            <a:cxnSpLocks/>
            <a:stCxn id="21" idx="5"/>
            <a:endCxn id="52" idx="1"/>
          </p:cNvCxnSpPr>
          <p:nvPr/>
        </p:nvCxnSpPr>
        <p:spPr>
          <a:xfrm>
            <a:off x="6848236" y="5014214"/>
            <a:ext cx="142368"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17FE9A0-23D3-5B51-8C81-6FCBC9E6E2BB}"/>
              </a:ext>
            </a:extLst>
          </p:cNvPr>
          <p:cNvSpPr/>
          <p:nvPr/>
        </p:nvSpPr>
        <p:spPr>
          <a:xfrm>
            <a:off x="2933071" y="573231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2" name="Oval 81">
            <a:extLst>
              <a:ext uri="{FF2B5EF4-FFF2-40B4-BE49-F238E27FC236}">
                <a16:creationId xmlns:a16="http://schemas.microsoft.com/office/drawing/2014/main" id="{1C5BEE7F-FA9E-DBB3-1074-734A067C7919}"/>
              </a:ext>
            </a:extLst>
          </p:cNvPr>
          <p:cNvSpPr/>
          <p:nvPr/>
        </p:nvSpPr>
        <p:spPr>
          <a:xfrm>
            <a:off x="4179310" y="573167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Oval 82">
            <a:extLst>
              <a:ext uri="{FF2B5EF4-FFF2-40B4-BE49-F238E27FC236}">
                <a16:creationId xmlns:a16="http://schemas.microsoft.com/office/drawing/2014/main" id="{D2CE110B-0C28-1B10-DAE5-EF7BD1AA87E3}"/>
              </a:ext>
            </a:extLst>
          </p:cNvPr>
          <p:cNvSpPr/>
          <p:nvPr/>
        </p:nvSpPr>
        <p:spPr>
          <a:xfrm>
            <a:off x="5315911" y="576572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Oval 83">
            <a:extLst>
              <a:ext uri="{FF2B5EF4-FFF2-40B4-BE49-F238E27FC236}">
                <a16:creationId xmlns:a16="http://schemas.microsoft.com/office/drawing/2014/main" id="{551DAA59-F53E-88EF-5764-D1A57B6042BC}"/>
              </a:ext>
            </a:extLst>
          </p:cNvPr>
          <p:cNvSpPr/>
          <p:nvPr/>
        </p:nvSpPr>
        <p:spPr>
          <a:xfrm>
            <a:off x="6562150" y="574872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5" name="Straight Connector 84">
            <a:extLst>
              <a:ext uri="{FF2B5EF4-FFF2-40B4-BE49-F238E27FC236}">
                <a16:creationId xmlns:a16="http://schemas.microsoft.com/office/drawing/2014/main" id="{B440968E-FEBA-D51E-F101-1FFE4D89B5B1}"/>
              </a:ext>
            </a:extLst>
          </p:cNvPr>
          <p:cNvCxnSpPr>
            <a:cxnSpLocks/>
            <a:stCxn id="42" idx="5"/>
            <a:endCxn id="81" idx="1"/>
          </p:cNvCxnSpPr>
          <p:nvPr/>
        </p:nvCxnSpPr>
        <p:spPr>
          <a:xfrm>
            <a:off x="2883986" y="5537870"/>
            <a:ext cx="98170"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F1C2A9-AA84-EA68-8FAF-135FFC6D6382}"/>
              </a:ext>
            </a:extLst>
          </p:cNvPr>
          <p:cNvCxnSpPr>
            <a:cxnSpLocks/>
            <a:stCxn id="43" idx="3"/>
            <a:endCxn id="81" idx="7"/>
          </p:cNvCxnSpPr>
          <p:nvPr/>
        </p:nvCxnSpPr>
        <p:spPr>
          <a:xfrm flipH="1">
            <a:off x="3219157" y="5537870"/>
            <a:ext cx="81421"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91A1F9A-FB83-E943-F49D-8E3CE7905029}"/>
              </a:ext>
            </a:extLst>
          </p:cNvPr>
          <p:cNvCxnSpPr>
            <a:cxnSpLocks/>
            <a:stCxn id="44" idx="5"/>
            <a:endCxn id="82" idx="1"/>
          </p:cNvCxnSpPr>
          <p:nvPr/>
        </p:nvCxnSpPr>
        <p:spPr>
          <a:xfrm>
            <a:off x="4132009" y="5537235"/>
            <a:ext cx="96386"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EADF0B1-B5AE-6C5D-21AE-C35EDE177724}"/>
              </a:ext>
            </a:extLst>
          </p:cNvPr>
          <p:cNvCxnSpPr>
            <a:cxnSpLocks/>
            <a:stCxn id="45" idx="3"/>
            <a:endCxn id="82" idx="7"/>
          </p:cNvCxnSpPr>
          <p:nvPr/>
        </p:nvCxnSpPr>
        <p:spPr>
          <a:xfrm flipH="1">
            <a:off x="4465396" y="5537235"/>
            <a:ext cx="83205"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DF327F0-61B0-543A-6BE7-0A8279A410B8}"/>
              </a:ext>
            </a:extLst>
          </p:cNvPr>
          <p:cNvCxnSpPr>
            <a:cxnSpLocks/>
            <a:stCxn id="46" idx="5"/>
            <a:endCxn id="83" idx="1"/>
          </p:cNvCxnSpPr>
          <p:nvPr/>
        </p:nvCxnSpPr>
        <p:spPr>
          <a:xfrm>
            <a:off x="5266826" y="5537235"/>
            <a:ext cx="98170"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8F948C1-04AC-D396-F943-87FFCD3D70AB}"/>
              </a:ext>
            </a:extLst>
          </p:cNvPr>
          <p:cNvCxnSpPr>
            <a:cxnSpLocks/>
            <a:stCxn id="47" idx="3"/>
            <a:endCxn id="83" idx="7"/>
          </p:cNvCxnSpPr>
          <p:nvPr/>
        </p:nvCxnSpPr>
        <p:spPr>
          <a:xfrm flipH="1">
            <a:off x="5601997" y="5537235"/>
            <a:ext cx="81421"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D67162-11C5-2B35-3B3C-75F5043AF251}"/>
              </a:ext>
            </a:extLst>
          </p:cNvPr>
          <p:cNvCxnSpPr>
            <a:cxnSpLocks/>
            <a:stCxn id="51" idx="5"/>
            <a:endCxn id="84" idx="1"/>
          </p:cNvCxnSpPr>
          <p:nvPr/>
        </p:nvCxnSpPr>
        <p:spPr>
          <a:xfrm>
            <a:off x="6574012" y="5537235"/>
            <a:ext cx="37223"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3317C4-5839-BDB4-E518-335AAACE50EA}"/>
              </a:ext>
            </a:extLst>
          </p:cNvPr>
          <p:cNvCxnSpPr>
            <a:cxnSpLocks/>
            <a:stCxn id="52" idx="3"/>
            <a:endCxn id="84" idx="7"/>
          </p:cNvCxnSpPr>
          <p:nvPr/>
        </p:nvCxnSpPr>
        <p:spPr>
          <a:xfrm flipH="1">
            <a:off x="6848236" y="5537235"/>
            <a:ext cx="142368"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607A0497-8C50-C37C-FC7A-A125D771A065}"/>
              </a:ext>
            </a:extLst>
          </p:cNvPr>
          <p:cNvSpPr/>
          <p:nvPr/>
        </p:nvSpPr>
        <p:spPr>
          <a:xfrm>
            <a:off x="3651026" y="62778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1" name="Oval 110">
            <a:extLst>
              <a:ext uri="{FF2B5EF4-FFF2-40B4-BE49-F238E27FC236}">
                <a16:creationId xmlns:a16="http://schemas.microsoft.com/office/drawing/2014/main" id="{3A01BB7B-3B8E-2245-391F-1BD1F901FF29}"/>
              </a:ext>
            </a:extLst>
          </p:cNvPr>
          <p:cNvSpPr/>
          <p:nvPr/>
        </p:nvSpPr>
        <p:spPr>
          <a:xfrm>
            <a:off x="5928414" y="6311900"/>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2" name="Straight Connector 111">
            <a:extLst>
              <a:ext uri="{FF2B5EF4-FFF2-40B4-BE49-F238E27FC236}">
                <a16:creationId xmlns:a16="http://schemas.microsoft.com/office/drawing/2014/main" id="{7576AE24-C8A7-AFAC-9CBB-B66ACFC67D00}"/>
              </a:ext>
            </a:extLst>
          </p:cNvPr>
          <p:cNvCxnSpPr>
            <a:cxnSpLocks/>
            <a:stCxn id="81" idx="5"/>
            <a:endCxn id="110" idx="1"/>
          </p:cNvCxnSpPr>
          <p:nvPr/>
        </p:nvCxnSpPr>
        <p:spPr>
          <a:xfrm>
            <a:off x="3219157" y="6018397"/>
            <a:ext cx="480954" cy="30854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534A6F-77E7-4DF6-FFE9-7FC285192BF3}"/>
              </a:ext>
            </a:extLst>
          </p:cNvPr>
          <p:cNvCxnSpPr>
            <a:cxnSpLocks/>
            <a:stCxn id="82" idx="3"/>
            <a:endCxn id="110" idx="7"/>
          </p:cNvCxnSpPr>
          <p:nvPr/>
        </p:nvCxnSpPr>
        <p:spPr>
          <a:xfrm flipH="1">
            <a:off x="3937112" y="6017762"/>
            <a:ext cx="291283" cy="3091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B1D525B-211E-5F4B-E1AB-EADDB659C8D5}"/>
              </a:ext>
            </a:extLst>
          </p:cNvPr>
          <p:cNvCxnSpPr>
            <a:cxnSpLocks/>
            <a:stCxn id="83" idx="5"/>
            <a:endCxn id="111" idx="1"/>
          </p:cNvCxnSpPr>
          <p:nvPr/>
        </p:nvCxnSpPr>
        <p:spPr>
          <a:xfrm>
            <a:off x="5601997" y="6051811"/>
            <a:ext cx="375502" cy="30917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37211CD-059D-C28E-4B4D-18B5670BF085}"/>
              </a:ext>
            </a:extLst>
          </p:cNvPr>
          <p:cNvCxnSpPr>
            <a:cxnSpLocks/>
            <a:stCxn id="84" idx="3"/>
            <a:endCxn id="111" idx="7"/>
          </p:cNvCxnSpPr>
          <p:nvPr/>
        </p:nvCxnSpPr>
        <p:spPr>
          <a:xfrm flipH="1">
            <a:off x="6214500" y="6034812"/>
            <a:ext cx="396735" cy="32617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5FA67B66-D532-EB5B-D225-EFAFB1FCF1F8}"/>
              </a:ext>
            </a:extLst>
          </p:cNvPr>
          <p:cNvSpPr/>
          <p:nvPr/>
        </p:nvSpPr>
        <p:spPr>
          <a:xfrm>
            <a:off x="4694544" y="651417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25" name="Straight Connector 124">
            <a:extLst>
              <a:ext uri="{FF2B5EF4-FFF2-40B4-BE49-F238E27FC236}">
                <a16:creationId xmlns:a16="http://schemas.microsoft.com/office/drawing/2014/main" id="{8DD6DAAE-2F3B-8AB3-9BB5-6492DD031168}"/>
              </a:ext>
            </a:extLst>
          </p:cNvPr>
          <p:cNvCxnSpPr>
            <a:cxnSpLocks/>
            <a:stCxn id="110" idx="5"/>
            <a:endCxn id="124" idx="2"/>
          </p:cNvCxnSpPr>
          <p:nvPr/>
        </p:nvCxnSpPr>
        <p:spPr>
          <a:xfrm>
            <a:off x="3937112" y="6563938"/>
            <a:ext cx="757432" cy="11782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AE962B7-6DB8-F3FC-812A-7687051452B1}"/>
              </a:ext>
            </a:extLst>
          </p:cNvPr>
          <p:cNvCxnSpPr>
            <a:cxnSpLocks/>
            <a:stCxn id="111" idx="3"/>
            <a:endCxn id="124" idx="6"/>
          </p:cNvCxnSpPr>
          <p:nvPr/>
        </p:nvCxnSpPr>
        <p:spPr>
          <a:xfrm flipH="1">
            <a:off x="5029715" y="6597986"/>
            <a:ext cx="947784" cy="837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ight Brace 132">
            <a:extLst>
              <a:ext uri="{FF2B5EF4-FFF2-40B4-BE49-F238E27FC236}">
                <a16:creationId xmlns:a16="http://schemas.microsoft.com/office/drawing/2014/main" id="{AEAFD6C4-37BE-1973-4D82-6605EAF9C8BD}"/>
              </a:ext>
            </a:extLst>
          </p:cNvPr>
          <p:cNvSpPr/>
          <p:nvPr/>
        </p:nvSpPr>
        <p:spPr>
          <a:xfrm>
            <a:off x="7276690" y="3698668"/>
            <a:ext cx="684352" cy="1381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ight Brace 133">
            <a:extLst>
              <a:ext uri="{FF2B5EF4-FFF2-40B4-BE49-F238E27FC236}">
                <a16:creationId xmlns:a16="http://schemas.microsoft.com/office/drawing/2014/main" id="{8FF73769-49F1-BDD3-54CC-638A1DA98BA3}"/>
              </a:ext>
            </a:extLst>
          </p:cNvPr>
          <p:cNvSpPr/>
          <p:nvPr/>
        </p:nvSpPr>
        <p:spPr>
          <a:xfrm>
            <a:off x="7351101" y="5781396"/>
            <a:ext cx="684352" cy="107660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C2AC7E0D-5121-ED99-86CF-16F3D1EC95BA}"/>
              </a:ext>
            </a:extLst>
          </p:cNvPr>
          <p:cNvSpPr txBox="1"/>
          <p:nvPr/>
        </p:nvSpPr>
        <p:spPr>
          <a:xfrm>
            <a:off x="8035453" y="4189756"/>
            <a:ext cx="774571" cy="369332"/>
          </a:xfrm>
          <a:prstGeom prst="rect">
            <a:avLst/>
          </a:prstGeom>
          <a:noFill/>
        </p:spPr>
        <p:txBody>
          <a:bodyPr wrap="none" rtlCol="0">
            <a:spAutoFit/>
          </a:bodyPr>
          <a:lstStyle/>
          <a:p>
            <a:r>
              <a:rPr lang="en-US" dirty="0"/>
              <a:t>Divide</a:t>
            </a:r>
          </a:p>
        </p:txBody>
      </p:sp>
      <p:sp>
        <p:nvSpPr>
          <p:cNvPr id="136" name="TextBox 135">
            <a:extLst>
              <a:ext uri="{FF2B5EF4-FFF2-40B4-BE49-F238E27FC236}">
                <a16:creationId xmlns:a16="http://schemas.microsoft.com/office/drawing/2014/main" id="{A220EEF8-906A-F18E-12FE-20ABA24A23A6}"/>
              </a:ext>
            </a:extLst>
          </p:cNvPr>
          <p:cNvSpPr txBox="1"/>
          <p:nvPr/>
        </p:nvSpPr>
        <p:spPr>
          <a:xfrm>
            <a:off x="7984837" y="6184476"/>
            <a:ext cx="1026243" cy="369332"/>
          </a:xfrm>
          <a:prstGeom prst="rect">
            <a:avLst/>
          </a:prstGeom>
          <a:noFill/>
        </p:spPr>
        <p:txBody>
          <a:bodyPr wrap="none" rtlCol="0">
            <a:spAutoFit/>
          </a:bodyPr>
          <a:lstStyle/>
          <a:p>
            <a:r>
              <a:rPr lang="en-US" dirty="0"/>
              <a:t>Combine</a:t>
            </a:r>
          </a:p>
        </p:txBody>
      </p:sp>
      <p:sp>
        <p:nvSpPr>
          <p:cNvPr id="137" name="TextBox 136">
            <a:extLst>
              <a:ext uri="{FF2B5EF4-FFF2-40B4-BE49-F238E27FC236}">
                <a16:creationId xmlns:a16="http://schemas.microsoft.com/office/drawing/2014/main" id="{8369EBAF-CAF7-8667-DF2C-066355BEB3AA}"/>
              </a:ext>
            </a:extLst>
          </p:cNvPr>
          <p:cNvSpPr txBox="1"/>
          <p:nvPr/>
        </p:nvSpPr>
        <p:spPr>
          <a:xfrm>
            <a:off x="7513691" y="5227370"/>
            <a:ext cx="1207382" cy="369332"/>
          </a:xfrm>
          <a:prstGeom prst="rect">
            <a:avLst/>
          </a:prstGeom>
          <a:noFill/>
        </p:spPr>
        <p:txBody>
          <a:bodyPr wrap="none" rtlCol="0">
            <a:spAutoFit/>
          </a:bodyPr>
          <a:lstStyle/>
          <a:p>
            <a:r>
              <a:rPr lang="en-US" dirty="0"/>
              <a:t>Base Cases</a:t>
            </a:r>
          </a:p>
        </p:txBody>
      </p:sp>
      <p:sp>
        <p:nvSpPr>
          <p:cNvPr id="4" name="Right Brace 3">
            <a:extLst>
              <a:ext uri="{FF2B5EF4-FFF2-40B4-BE49-F238E27FC236}">
                <a16:creationId xmlns:a16="http://schemas.microsoft.com/office/drawing/2014/main" id="{24B6EB3D-B632-DBC5-87DE-0FA0718C1D3B}"/>
              </a:ext>
            </a:extLst>
          </p:cNvPr>
          <p:cNvSpPr/>
          <p:nvPr/>
        </p:nvSpPr>
        <p:spPr>
          <a:xfrm>
            <a:off x="9162199" y="3673015"/>
            <a:ext cx="684352" cy="317633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2A276C-28C9-0B74-2ED8-02F2C72AAD5D}"/>
              </a:ext>
            </a:extLst>
          </p:cNvPr>
          <p:cNvSpPr txBox="1"/>
          <p:nvPr/>
        </p:nvSpPr>
        <p:spPr>
          <a:xfrm>
            <a:off x="9860460" y="5080298"/>
            <a:ext cx="1925040" cy="369332"/>
          </a:xfrm>
          <a:prstGeom prst="rect">
            <a:avLst/>
          </a:prstGeom>
          <a:noFill/>
        </p:spPr>
        <p:txBody>
          <a:bodyPr wrap="square" rtlCol="0">
            <a:spAutoFit/>
          </a:bodyPr>
          <a:lstStyle/>
          <a:p>
            <a:r>
              <a:rPr lang="en-US" dirty="0">
                <a:solidFill>
                  <a:srgbClr val="FF0000"/>
                </a:solidFill>
              </a:rPr>
              <a:t>Span</a:t>
            </a:r>
          </a:p>
        </p:txBody>
      </p:sp>
    </p:spTree>
    <p:extLst>
      <p:ext uri="{BB962C8B-B14F-4D97-AF65-F5344CB8AC3E}">
        <p14:creationId xmlns:p14="http://schemas.microsoft.com/office/powerpoint/2010/main" val="152420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D8831BC-69EF-0C5B-49AA-9E2B5B0742FB}"/>
                  </a:ext>
                </a:extLst>
              </p14:cNvPr>
              <p14:cNvContentPartPr/>
              <p14:nvPr/>
            </p14:nvContentPartPr>
            <p14:xfrm>
              <a:off x="872640" y="407160"/>
              <a:ext cx="7110360" cy="1840320"/>
            </p14:xfrm>
          </p:contentPart>
        </mc:Choice>
        <mc:Fallback>
          <p:pic>
            <p:nvPicPr>
              <p:cNvPr id="4" name="Ink 3">
                <a:extLst>
                  <a:ext uri="{FF2B5EF4-FFF2-40B4-BE49-F238E27FC236}">
                    <a16:creationId xmlns:a16="http://schemas.microsoft.com/office/drawing/2014/main" id="{8D8831BC-69EF-0C5B-49AA-9E2B5B0742FB}"/>
                  </a:ext>
                </a:extLst>
              </p:cNvPr>
              <p:cNvPicPr/>
              <p:nvPr/>
            </p:nvPicPr>
            <p:blipFill>
              <a:blip r:embed="rId4"/>
              <a:stretch>
                <a:fillRect/>
              </a:stretch>
            </p:blipFill>
            <p:spPr>
              <a:xfrm>
                <a:off x="863280" y="397800"/>
                <a:ext cx="7129080" cy="185904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p:spTree>
    <p:extLst>
      <p:ext uri="{BB962C8B-B14F-4D97-AF65-F5344CB8AC3E}">
        <p14:creationId xmlns:p14="http://schemas.microsoft.com/office/powerpoint/2010/main" val="4164299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A1925397-B2D1-E0E9-8115-9438EE9F63CE}"/>
                  </a:ext>
                </a:extLst>
              </p14:cNvPr>
              <p14:cNvContentPartPr/>
              <p14:nvPr/>
            </p14:nvContentPartPr>
            <p14:xfrm>
              <a:off x="620640" y="1065600"/>
              <a:ext cx="9878760" cy="4831560"/>
            </p14:xfrm>
          </p:contentPart>
        </mc:Choice>
        <mc:Fallback>
          <p:pic>
            <p:nvPicPr>
              <p:cNvPr id="4" name="Ink 3">
                <a:extLst>
                  <a:ext uri="{FF2B5EF4-FFF2-40B4-BE49-F238E27FC236}">
                    <a16:creationId xmlns:a16="http://schemas.microsoft.com/office/drawing/2014/main" id="{A1925397-B2D1-E0E9-8115-9438EE9F63CE}"/>
                  </a:ext>
                </a:extLst>
              </p:cNvPr>
              <p:cNvPicPr/>
              <p:nvPr/>
            </p:nvPicPr>
            <p:blipFill>
              <a:blip r:embed="rId5"/>
              <a:stretch>
                <a:fillRect/>
              </a:stretch>
            </p:blipFill>
            <p:spPr>
              <a:xfrm>
                <a:off x="611280" y="1056240"/>
                <a:ext cx="9897480" cy="485028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p:spTree>
    <p:extLst>
      <p:ext uri="{BB962C8B-B14F-4D97-AF65-F5344CB8AC3E}">
        <p14:creationId xmlns:p14="http://schemas.microsoft.com/office/powerpoint/2010/main" val="361711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2252929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p:spTree>
    <p:extLst>
      <p:ext uri="{BB962C8B-B14F-4D97-AF65-F5344CB8AC3E}">
        <p14:creationId xmlns:p14="http://schemas.microsoft.com/office/powerpoint/2010/main" val="1839093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52C1-CD3E-29E8-5215-FE5C0E07CA22}"/>
              </a:ext>
            </a:extLst>
          </p:cNvPr>
          <p:cNvSpPr>
            <a:spLocks noGrp="1"/>
          </p:cNvSpPr>
          <p:nvPr>
            <p:ph type="title"/>
          </p:nvPr>
        </p:nvSpPr>
        <p:spPr/>
        <p:txBody>
          <a:bodyPr/>
          <a:lstStyle/>
          <a:p>
            <a:r>
              <a:rPr lang="en-US" dirty="0"/>
              <a:t>Reasons to Use Parallelism</a:t>
            </a:r>
          </a:p>
        </p:txBody>
      </p:sp>
      <p:sp>
        <p:nvSpPr>
          <p:cNvPr id="3" name="Content Placeholder 2">
            <a:extLst>
              <a:ext uri="{FF2B5EF4-FFF2-40B4-BE49-F238E27FC236}">
                <a16:creationId xmlns:a16="http://schemas.microsoft.com/office/drawing/2014/main" id="{DCE331E2-E08A-5144-2D84-B5041D4C0090}"/>
              </a:ext>
            </a:extLst>
          </p:cNvPr>
          <p:cNvSpPr>
            <a:spLocks noGrp="1"/>
          </p:cNvSpPr>
          <p:nvPr>
            <p:ph idx="1"/>
          </p:nvPr>
        </p:nvSpPr>
        <p:spPr/>
        <p:txBody>
          <a:bodyPr/>
          <a:lstStyle/>
          <a:p>
            <a:r>
              <a:rPr lang="en-US" dirty="0"/>
              <a:t>Code Responsiveness:</a:t>
            </a:r>
          </a:p>
          <a:p>
            <a:pPr lvl="1"/>
            <a:r>
              <a:rPr lang="en-US" dirty="0"/>
              <a:t>While doing an expensive computation, you don’t what your interface to freeze</a:t>
            </a:r>
          </a:p>
          <a:p>
            <a:r>
              <a:rPr lang="en-US" dirty="0"/>
              <a:t>Processor Utilization:</a:t>
            </a:r>
          </a:p>
          <a:p>
            <a:pPr lvl="1"/>
            <a:r>
              <a:rPr lang="en-US" dirty="0"/>
              <a:t>If one thread is waiting on a deep-hierarchy memory access you can still use that processor time</a:t>
            </a:r>
          </a:p>
          <a:p>
            <a:r>
              <a:rPr lang="en-US" dirty="0"/>
              <a:t>Failure Isolation:</a:t>
            </a:r>
          </a:p>
          <a:p>
            <a:pPr lvl="1"/>
            <a:r>
              <a:rPr lang="en-US" dirty="0"/>
              <a:t>If one portion of your code fails, it will only crash that one portion.</a:t>
            </a:r>
          </a:p>
        </p:txBody>
      </p:sp>
    </p:spTree>
    <p:extLst>
      <p:ext uri="{BB962C8B-B14F-4D97-AF65-F5344CB8AC3E}">
        <p14:creationId xmlns:p14="http://schemas.microsoft.com/office/powerpoint/2010/main" val="3104089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p:spTree>
    <p:extLst>
      <p:ext uri="{BB962C8B-B14F-4D97-AF65-F5344CB8AC3E}">
        <p14:creationId xmlns:p14="http://schemas.microsoft.com/office/powerpoint/2010/main" val="3849426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284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ED7-CE8D-08E7-3A2C-A5E2C165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9B864-65B4-F908-B095-EEFAE90E3661}"/>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972CBCF-1586-7DAA-3495-896A5082D083}"/>
              </a:ext>
            </a:extLst>
          </p:cNvPr>
          <p:cNvSpPr>
            <a:spLocks noGrp="1"/>
          </p:cNvSpPr>
          <p:nvPr>
            <p:ph idx="1"/>
          </p:nvPr>
        </p:nvSpPr>
        <p:spPr/>
        <p:txBody>
          <a:bodyPr>
            <a:normAutofit lnSpcReduction="10000"/>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pPr lvl="1"/>
            <a:r>
              <a:rPr lang="en-US" dirty="0"/>
              <a:t>Fine-grained, since inserts and finds can happen in parallel when there is no collision</a:t>
            </a:r>
          </a:p>
          <a:p>
            <a:r>
              <a:rPr lang="en-US" dirty="0"/>
              <a:t>Which makes rehashing easier?</a:t>
            </a:r>
          </a:p>
          <a:p>
            <a:pPr lvl="1"/>
            <a:r>
              <a:rPr lang="en-US" dirty="0"/>
              <a:t>Course-grained, as with fine-grained you would need to acquire ALL of the locks</a:t>
            </a:r>
          </a:p>
          <a:p>
            <a:r>
              <a:rPr lang="en-US" dirty="0"/>
              <a:t>What happens if you want to have a size field?</a:t>
            </a:r>
          </a:p>
          <a:p>
            <a:pPr lvl="1"/>
            <a:r>
              <a:rPr lang="en-US" dirty="0"/>
              <a:t>For fine-grained, every insert would need to update the size, so there’s risk of a data race</a:t>
            </a:r>
          </a:p>
        </p:txBody>
      </p:sp>
    </p:spTree>
    <p:extLst>
      <p:ext uri="{BB962C8B-B14F-4D97-AF65-F5344CB8AC3E}">
        <p14:creationId xmlns:p14="http://schemas.microsoft.com/office/powerpoint/2010/main" val="3382530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p:spTree>
    <p:extLst>
      <p:ext uri="{BB962C8B-B14F-4D97-AF65-F5344CB8AC3E}">
        <p14:creationId xmlns:p14="http://schemas.microsoft.com/office/powerpoint/2010/main" val="4056517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35967</TotalTime>
  <Words>2609</Words>
  <Application>Microsoft Office PowerPoint</Application>
  <PresentationFormat>Widescreen</PresentationFormat>
  <Paragraphs>325</Paragraphs>
  <Slides>34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Arial</vt:lpstr>
      <vt:lpstr>Calibri</vt:lpstr>
      <vt:lpstr>Cambria Math</vt:lpstr>
      <vt:lpstr>Calibri Light</vt:lpstr>
      <vt:lpstr>Office Theme</vt:lpstr>
      <vt:lpstr>CSE 332 Winter 2026 Lecture 21: Concurrency 3 and Analysis</vt:lpstr>
      <vt:lpstr>Deadlock</vt:lpstr>
      <vt:lpstr>Bank Account</vt:lpstr>
      <vt:lpstr>Deadlock Example</vt:lpstr>
      <vt:lpstr>Deadlock Example</vt:lpstr>
      <vt:lpstr>Resolving Deadlocks</vt:lpstr>
      <vt:lpstr>Option 1: Coarser Locking</vt:lpstr>
      <vt:lpstr>Option 2: Finer Critical Section</vt:lpstr>
      <vt:lpstr>Option 3: Get All Locks In A Fixed Order</vt:lpstr>
      <vt:lpstr>Parallel Algorithm Analysis</vt:lpstr>
      <vt:lpstr>Work and Span</vt:lpstr>
      <vt:lpstr>Directed Acyclic Graph (DAG)</vt:lpstr>
      <vt:lpstr>ForkJoin DAG</vt:lpstr>
      <vt:lpstr>Work Law</vt:lpstr>
      <vt:lpstr>More Vocab</vt:lpstr>
      <vt:lpstr>Asymptotically Optimal T_P</vt:lpstr>
      <vt:lpstr>And now for some bad news…</vt:lpstr>
      <vt:lpstr>Amdahl’s Law (mostly bad news)</vt:lpstr>
      <vt:lpstr>Amdahl’s Law Example</vt:lpstr>
      <vt:lpstr>Conclusion</vt:lpstr>
      <vt:lpstr>Parallel Code Conventional Wisdom</vt:lpstr>
      <vt:lpstr>Reasons to Use Parallelism</vt:lpstr>
      <vt:lpstr>Memory Categories</vt:lpstr>
      <vt:lpstr>Thread Local Memory</vt:lpstr>
      <vt:lpstr>Immutable Objects</vt:lpstr>
      <vt:lpstr>Shared and Mutable Objects</vt:lpstr>
      <vt:lpstr>Consistent Locking</vt:lpstr>
      <vt:lpstr>Lock Granularity</vt:lpstr>
      <vt:lpstr>Example: Separate Chaining Hashtable</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321</cp:revision>
  <dcterms:created xsi:type="dcterms:W3CDTF">2023-10-13T16:06:42Z</dcterms:created>
  <dcterms:modified xsi:type="dcterms:W3CDTF">2026-03-02T13:58:54Z</dcterms:modified>
</cp:coreProperties>
</file>