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386" r:id="rId3"/>
    <p:sldId id="430" r:id="rId4"/>
    <p:sldId id="424" r:id="rId5"/>
    <p:sldId id="397" r:id="rId6"/>
    <p:sldId id="437" r:id="rId7"/>
    <p:sldId id="438" r:id="rId8"/>
    <p:sldId id="439" r:id="rId9"/>
    <p:sldId id="440" r:id="rId10"/>
    <p:sldId id="442" r:id="rId11"/>
    <p:sldId id="443" r:id="rId12"/>
    <p:sldId id="444" r:id="rId13"/>
    <p:sldId id="445" r:id="rId14"/>
    <p:sldId id="407" r:id="rId15"/>
    <p:sldId id="411" r:id="rId16"/>
    <p:sldId id="426" r:id="rId17"/>
    <p:sldId id="427" r:id="rId18"/>
    <p:sldId id="412" r:id="rId19"/>
    <p:sldId id="413" r:id="rId20"/>
    <p:sldId id="414" r:id="rId21"/>
    <p:sldId id="415" r:id="rId22"/>
    <p:sldId id="429" r:id="rId23"/>
    <p:sldId id="416" r:id="rId24"/>
    <p:sldId id="446" r:id="rId25"/>
    <p:sldId id="417" r:id="rId26"/>
    <p:sldId id="418" r:id="rId27"/>
    <p:sldId id="447" r:id="rId28"/>
    <p:sldId id="448" r:id="rId29"/>
    <p:sldId id="420" r:id="rId30"/>
    <p:sldId id="421" r:id="rId31"/>
    <p:sldId id="422" r:id="rId32"/>
    <p:sldId id="423" r:id="rId33"/>
    <p:sldId id="409" r:id="rId34"/>
    <p:sldId id="410" r:id="rId35"/>
    <p:sldId id="428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01" autoAdjust="0"/>
  </p:normalViewPr>
  <p:slideViewPr>
    <p:cSldViewPr snapToGrid="0">
      <p:cViewPr varScale="1">
        <p:scale>
          <a:sx n="64" d="100"/>
          <a:sy n="64" d="100"/>
        </p:scale>
        <p:origin x="748" y="272"/>
      </p:cViewPr>
      <p:guideLst/>
    </p:cSldViewPr>
  </p:slideViewPr>
  <p:outlineViewPr>
    <p:cViewPr>
      <p:scale>
        <a:sx n="33" d="100"/>
        <a:sy n="33" d="100"/>
      </p:scale>
      <p:origin x="0" y="-2502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34:04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4037 5996 0,'0'0'0,"0"0"0,0 0 16,0 0-16,0 0 31,0 0-31,-9 0 15,1 17 1,-1 0-16,-16 17 0,8 8 16,0 9-1,0 0 1,8-8 0,-8-1-16,8-16 15,1-1-15,8-8 16,0 0-1,0 0-15,0 0 0,0 0 16,8 0 0,10 9-16,-1-9 15,0 0 17,-9-9-32,1 1 15,-1-1-15,9 1 16,9-1-16,8 1 31,17-9-31,26 0 16,43-9-1,8 9-15,-26 0 16,9 0 0,26 9-16,16-1 15,-33 1 1,-18-1-16,35-8 15,25 0 1,-26 0-16,-8 0 16,9-8-1,17-1-15,-35 1 16,-8-18 0,60 1-16,-9-9 15,-51 8 1,-9 1-16,9-1 15,17 9 1,-34 0-16,-17 9 16,0 8-1,-17 0-15,-18-9 16,-16 9 0,-1-8-16,1 8 15,-17 0-15,-1 0 16,1 0-1,-1 0 1,1 0-16,-9-9 16,8-8-1,18-42-15,-9 8 16</inkml:trace>
  <inkml:trace contextRef="#ctx0" brushRef="#br0" timeOffset="28927.8">12307 7952 0,'0'0'0,"0"0"0,0 0 15,0 0 1,0 0 0,0 0-1,52 0-15,101-9 0,154-25 32,112-25-32,7-26 0,-41 0 31</inkml:trace>
  <inkml:trace contextRef="#ctx0" brushRef="#br0" timeOffset="59936.07">5940 5485 0,'0'0'0,"0"0"0,0 9 32,0 8-32,0 17 15,0 0 1,0 8-16,0 9 16,9 1-1,-1 7-15,1-8 16,-9-8-1,17-9-15,9-9 16,25-8 0,0-17-16,26-17 15,8-8 1,9-18-16,26 9 16,-9 0-1,-18 0-15,10 17 16,50 0-16,27 0 15,-52 17 1,51 9-16,9-1 16,-35 1-1,10 8-15,7 8 16,-16 1 0,-35-1-16,18 9 15,8 0 1,-51-8-16,-17-9 15,-18-9 1,-16 1 0,-17-9-16,-9 0 15,-9-9-15,9-8 16,0-34 0,18-51-1,-1-68-15,25-136 16</inkml:trace>
  <inkml:trace contextRef="#ctx0" brushRef="#br0" timeOffset="72528.07">3397 9423 0,'0'0'16,"0"0"-16,8 17 15,10 0-15,-10 8 16,1 1-1,-1 0-15,1-1 16,-1 1 0,1 8-1,-9-9-15,0 1 0,-9 8 16,1 0 0,-9 8-16,8 9 15,-8 9 16,17-9-31,0-9 16,0-8-16,9-8 0,-1-1 31,1-8-15,-1 0-16,1 0 16,8 0-1,25 0-15,35-8 16,68-1-1,9 1-15,-35-18 16,27 1 0,16 8-16,-17 0 15,-9 0 1,52 0-16,8 8 16,-59-16-16,76 8 15,9 8 1,-85-8-16,42 9 15,0-1 1,-59-8-16,25-8 16,8-1-1,-33-8 1,-26 0-16,-17 9 16,-18-1-16,-16 1 15,0-1 1,-18 1-1,1-1-15,-9 1 16,0-1-16,0 1 16,0-18-1,9-8-15,17-34 16,-9 26 0</inkml:trace>
  <inkml:trace contextRef="#ctx0" brushRef="#br0" timeOffset="102237.46">10233 10852 0,'0'0'0,"0"0"0,0 0 0,0 0 16,0 0-1,0 0 1,0 0-1,0 0-15,0 0 16,-17 0 0,-34 0-16,17 0 15</inkml:trace>
  <inkml:trace contextRef="#ctx0" brushRef="#br0" timeOffset="102696.99">9670 11149 0,'0'0'0,"0"0"16,0 0-16,0 0 15,0 0-15,0 0 16,0 0-1,0 0 1,0 0-16,9 0 16,42 0-16,17 9 15,9-1 1,17-8-16,34 0 16,43 0-1,-1 17 1,27 17-16,24 9 15,1-1-15,43 18 16,17-18 0,42-16-16,51-17 15,-59-27 1,60 1 0,33-17-16,-42 17 15,43 9-15,0 16 16,-35 26-1</inkml:trace>
  <inkml:trace contextRef="#ctx0" brushRef="#br0" timeOffset="105736.51">7169 12459 0,'0'0'0,"0"0"0,0 0 16,0 0 0,0 0-16,0 0 15,0 0 1,0 0-16,0 0 16,0 0-1,0 0-15,0-8 16,0-1-1,17-8 1,0 0-16,1 0 16,-1 0-16,17 0 0,0 8 15,17 9 1,17 0-16,60 0 31,9 9-31,-9-9 16,77-9-1,8 9 1,-51 0-16,52 0 16,16 9-16,35-1 15,16 1 1,69-26 0,103-17-16,8-9 0,34 1 31,-17-1-31,-9 26 0,0 26 15,-8 33 1,-60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36:11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3004 4950 0,'0'0'0,"0"0"16,0 0-16,0 0 16,0 0-1,0 0-15,0 0 16,0 0 0,0 0-16,0 0 15,0 0 1,17 17-1,0 25-15,9 26 16,-9 26-16,0 16 16,-8 26-1,-9 9-15,-9-1 16,9-16 0,-8-17-16,8-26 15,0-26 1,0-16-1,0-18-15,8 1 16,1-1 0,-1-8-16,1-8 15,-1 8 1,1-9-16,8 1 16,9 8-16,25 0 15,8 8 1,1 1-1,-9-9-15,1 0 16,7 0 0,1 0-16,17 17 15,34 0-15,0-9 16,-26 1 0,9-1-16,9-8 15,42-8 1,0-1-16,-26 1 15,-8-9 1,34 8-16,9-16 16,-26-1-1,77-25 1,0-17-16,-60 9 16,51-9-16,-8 17 15,-60 0 1,42 8-1,10 9-15,-27 0 16,-8 9 0,26-1-16,-17 9 0,-43 0 15,-26 0 1,9 0-16,25 17 16,-25 0-1,-34-8 1,-17-1-16,8 1 15,-8-1 1,-1 1 0,-16-1-16,0-8 0,-18 0 31,1 0-31,-1 0 16,1 0-16,-1-8 15,-8-9 1,-8-9-1,-1-25-15,-16-25 16,7-18 0,1 1-16,0-18 15,9-16 1,8-18-16,0 17 16,0 9-16,0 17 15,8 0 1,-8 17-16,0 26 15,0 16 1,0 9 0,0 17-16,0 0 0,0 9 31,0-1-31,0 1 16,0 8-1,0-9-15,-8 1 16,-43-9-16,-43 0 15,-26 17 1,-42 0 0,-43 0-16,-8 0 15,-60-9 1,-35 9-16,-33 0 16,-52 0-1,26 0-15,0 9 16,-68-9-16,-17 0 15,16 25 1,52 26 0</inkml:trace>
  <inkml:trace contextRef="#ctx0" brushRef="#br0" timeOffset="86793.84">1707 2806 0,'0'0'0,"0"0"0,0 9 15,0 16-15,0 10 16,17 24 0,26 18-16,-1 25 15,10 0 1,16 25-16,9 1 16,0-1-1,33 1 1,-7-9-16,-26-17 15,-9-8 1,-8-9 0,-18-17-16,-16-9 0,0-8 15,-18-17 1,1-17-16,-1-8 16</inkml:trace>
  <inkml:trace contextRef="#ctx0" brushRef="#br0" timeOffset="87193.58">2091 4448 0,'0'0'0,"0"8"0,9 18 0,8 25 16,8 0-16,26 17 31,9-17-15,-17-9-16,8-7 16,0-10-1,9 1-15,-17-1 16,-18-16-1,1-1-15,-9 1 16,-8-1 0,-1-8-16,1 0 15,-1-8 1,9-18-16,0-68 16,0-76-1,18-93-15,24-94 16</inkml:trace>
  <inkml:trace contextRef="#ctx0" brushRef="#br0" timeOffset="153905.45">3073 7705 0,'0'0'0,"0"0"0,0 17 15,0 17-15,-9 34 16,-8 68 0,-17 51-16,0-8 15,8-26 1,0-8-16,9-43 16,9-17-16,8-26 15,0-16 1,0-18-1,8 1-15,1-1 16,-1-8 0,1 0-16,8 0 15,26-8 1,17-1-16,33 1 16,10-9-16,-9 8 15,8-16 1,60-9-16,26-9 15,8-8 1,35 0 0,-1 17-16,-51 0 15,35 9 1,8 8-16,0 17 16,-17 8-16,-43 1 15,34 8 1,-8 0-1,-60-17-15,-9-9 16,26 9-16,-17 0 16,-51-8-1,0-1 1,-9 1-16,-25-1 16,-17-8-16,-1 0 15,-16 0 1,-1 0-1,1 0-15,-1 0 16,9-8 0,0-18-16,9-16 15,8-9-15,9-34 16,8-26 0,0 9-1,-25 9 1,-1-1-16,1-8 0,0-9 15,-1 9 1,1 17 0,0 26-16,-9 8 15,-9 17-15,1 8 16,-1 9-16,1 0 16,-9 9 15,0-1-31,8 1 15,-8 8-15,0 0 0,0 0 16,0 0 0,0 0-16,-8-9 31,-1 1-31,-42-1 16,-43 1-1,-25 8-15,-44 0 16,-50 0-16,-43 8 15,-85 9 1,-69 17 0,-68 0-16,-43 9 0,35-1 15,85 1 1</inkml:trace>
  <inkml:trace contextRef="#ctx0" brushRef="#br0" timeOffset="185226.09">3371 10852 0,'0'0'0,"0"0"0,0 0 15,-8 17 1,-1 17-16,1 8 15,-1 43 1,-8 9-16,0-18 16,8-33-1,1-1-15,8 1 16,0-9 0,8 0-16,18-9 15,17 1 1,17 0-16,25-18 15,0-8 1,43-8-16,17-1 16,-17 9-1,17 0-15,35-8 16,7-1 0,-7 1-1,-1-1-15,0 9 16,-34 0-16,34 17 15,26-8-15,-8-1 16,16 1 0,-17-1-1,35 1-15,25-1 16,0-16-16,0 8 16,-17-9-1,17 1-15,0-1 31,0 1-31,-17-1 16,26 9-16,-26 0 16,0 0-1,-18 0 1,-24 0-16,-9 0 16,-52 9-1,-25-9-15,-43 8 0,-8-8 16,8 9-1,1-18 1,-18 1 0,-9-1-16,-7-8 15,-1-9-15,-9 1 16,1-1 0,-9 1-1,0-18-15,-8 1 0,-1-1 31,-16-33-31,-1 16 16</inkml:trace>
  <inkml:trace contextRef="#ctx0" brushRef="#br0" timeOffset="193612.44">15508 10529 0,'0'0'0,"0"0"16,0 0-16,0 0 15,0 0 1,0 0-16,0 0 16,0 0-1,17 8-15,26-8 16,34 0-1,34-8 1,17-1-16,0-8 16,51-8-16,9-1 15,-43 9 1,8-9-16,1 1 16,-43 8-1,-17 17-15,-26 17 16,-17-9-1,-25 1-15,-1-1 16,-7 9-16,-10 0 31,1 18-31,-26 7 16,-18 9 0,-7 9-16,-27 25 15,-24 8-15,16-16 16,26-18-1,-9-8 1,0 0-16,9 0 16,0-8-1,8-18-15,-8 1 16,-9-18-16,9-16 16,17-18-1,17-25-15,8-34 16,26-25-1,17-9-15,-8 17 16,-1 17 0,1 0-16,-9 16 15,-8 27-15,-1 8 32,-8 17-32,0 8 15,0 9-15,0 0 16,26 9-16,8 25 15,17 17 1,17 43-16,9 33 16,-8 1-1,-10-18 1,-16 1 0,0-18-16,-1 9 0,-8-17 15,-8-34 1,-17-17-1,-1-8-15,1-18 16,-18 1 0,-8-9-1,-60-26-15,-25-25 0,-18-25 32,-25-35-32,-34-25 15,-9 9 1,18 16-16,-18 18 15,0 8 1,34 8-16,-110-51 16</inkml:trace>
  <inkml:trace contextRef="#ctx0" brushRef="#br0" timeOffset="210856.18">2765 13114 0,'0'0'0,"-8"0"0,-1 8 0,1 1 16,-1-1-16,1 1 31,-1 8-16,1 8-15,-1 26 16,-8 26 0,8 0-16,1-9 0,-1-26 15,9-8-15,0-8 16,0-9 0,0-9-1,0 1 1,0-1-1,0 1-15,0-1 16,0 1-16,0-1 16,0-8-1,0 0 1,17 17-16,26 0 16,17 0-16,-9-8 15,0 8 1,18 0-16,-10 8 15,35 1 1,51 16 0,-8 1-16,-18-26 15,61 8-15,-1-8 16,-51 0 0,17-8-16,34-1 15,17 1 1,52-18-16,-9 1 15,-34-9 1,25 0-16,-25 8 16,34 9-1,0 9 1,-34-1-16,8 1 16,-16-18-16,33-16 15,-8 8-15,-68 0 31,25 0-31,-26 0 16,-59 17 0,-25 0-16,-18 0 0,-26 0 15,-8 0 1,-8 0-16,0 0 16,-9 0-1,0 0 1,-9-9-16,-8-8 15,-17-68 1,17 26-16</inkml:trace>
  <inkml:trace contextRef="#ctx0" brushRef="#br0" timeOffset="-210523.23">26868 4533 0,'0'0'0,"0"0"0,0 0 31,0 0-31,0 0 16,0 0-1,0 0-15,0 0 16,9 0 0,16-9-16,52 1 15,42-9 1,18 0 0,-9 8-16,9 9 0,-1 9 31,-25 16-31,-17 9 15,-17 9-15,-9 8 0,-8 25 16,-9 44 0,-25 16-1,-26 17 1,-17 34 0,-9 0-16,9-34 0,25 9 31,10-18-31,33-25 15,34 9-15,17-26 16,9-17 0,0-17-16,-17-34 15,-25-9 1,-35-16-16,-9-1 0,-16 1 16,-1-9 15,-16-9-31,-9 1 15,-26-9 1,-17 0-16,-8 0 16,-17 17-1,-18 17-15,18 17 16,17 25 0,8 18-16,26 25 15,8 43 1,43 33-16,52 9 15,24 17 1,10 18-16,-9-10 16,0-8-1,-18 0-15,-24 9 16,-52 8 0,-43 0-16,-59 9 15,-103-26 1,-85-42-16,-86-43 15,-170-68 1,128-34-16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40:29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22857 4967 0,'0'0'0,"0"0"0,0 0 0,0 0 16,0 0 0,0 0-1,0 0 1</inkml:trace>
  <inkml:trace contextRef="#ctx0" brushRef="#br0" timeOffset="991.98">22840 5052 0,'0'0'0,"0"0"0,0 0 16,0 0-16,0 0 15,0 0 1,0 0-1,0 0-15,0 0 16,0 0-16,0 0 16,-9 0-1,0 0-15,1 0 16,-1 0 0,1 17-16,-18 8 15,1 35 1,-18 42-16,-8 17 15,0 0 1,8 0-16,9 9 16,8-18-1,1-16-15,7-26 16,10-26 0,-1-16-1,9-1-15,0-16 16,0-1-1,0 9-15,9-8 16,8 8 0,0 0-16,17 0 15,9-9-15,42 1 16,43 8 0,17 0-16,0-9 15,26 9 1,25 0-16,-25 0 15,8 9 1,-8 8 0,-43-9-16,26 9 15,8-17 1,-43 0-16,-8-8 16,-8-9-1,16-9-15,-16 1 16,-52-1-16,-17 9 15,-8-8 1,-9-1 0,0-16-16,8-26 15,1-17-15,0-34 16,-1-17 0,1 17-16,-9 0 15,8-17 1,10-18-16,-1 10 15,0 16 1,9 9 0,16 9-16,10 8 15,-35 42 1,-9 18-16,-16 8 16,-1 0-16,1 17 15,-9 0-15,-17-9 16,-26 1-1,-8-1-15,-34-8 16,-103-17 0,-60-17-1,-59 0-15,-128-17 16,-86 0 0,-68 8-1,-179 9-15,307 17 16</inkml:trace>
  <inkml:trace contextRef="#ctx0" brushRef="#br0" timeOffset="10812.46">7169 6702 0,'0'0'0,"0"0"15,0 0-15,0 0 16,-8 0-16,-1 0 16,1 8-1,-18 9-15,1 17 16,-1 17-16,0 26 16,9 16-1,0-16 1,0-1-1,9-8-15,8-8 16,0-1 0,0-16-16,0-1 15,8 1-15,1-1 16,-1-8 0,9-8-16,17-1 15,1 1 1,7-9-1,1-8-15,8-1 0,9 1 16,0-9 0,16 0-1,35-9-15,9 1 16,-9-1 0,42 0-16,27-16 15,-1-1 1,17-8-1,9 9-15,-26 8 16,60 0 0,0 0-16,-68 8 15,51 1-15,-9 8 16,26 8 0,0 1-1,-43-18-15,18 9 16,-26 0-1,25 9-15,-34-1 0,-34 1 16,9 8 0,8-9-1,-8 1 1,-35-1-16,-8-8 16,9 0-16,-9 0 15,-35 0 1,-33 0-16,0 0 0,-9 0 15,-8-8 17,-1-1-32,1 1 15,-1-1 1,1 1-16,0-1 16,-1-8-1,-8 0-15,0 0 16,0 0-1,-8-8-15,-1-1 16,10 1 0,7-26-16,26 0 15,-25 25 1</inkml:trace>
  <inkml:trace contextRef="#ctx0" brushRef="#br0" timeOffset="19926.77">17044 6565 0,'0'0'0,"0"0"0,0 0 16,0 9 0,0 8-1,0 0-15,9 8 16,-9 10-16,0 24 15,8 9 1,1 26 0,-1-1-16,-8-16 0,0-18 15,0 1 1,0-18-16,0-16 16,9-1-1,-9-8 1,8 0-16,10 0 15,16 9 1,17-18-16,34 1 16,26-9-1,9-9 1,-9 1-16,25 8 16,18 0-1,8 0-15,43-9 16,17 1-16,-43-1 15,34 9-15,-8 17 16,-26 9 0,1 8-1,-44 8 1,-25-8-16,-34-8 0,-26-1 16,-25-8-1,-1-8-15,-16-1 16,-1 1-1,10-26 1,-1-34-16,0-60 16,8-169-1</inkml:trace>
  <inkml:trace contextRef="#ctx0" brushRef="#br0" timeOffset="24211.08">23420 7152 0,'0'0'0,"0"0"0,0 0 15,0 0-15,0 0 16,0 0 0,0 0-16,0 0 15,0 0 1,0 0-16,0 0 16,0 0-1,0 0-15,0 0 16,0 0-1,0 17-15,0 0 16,0 0 0,0 0-16,0 0 15,0 0-15,0 0 16,0 0 0,17 0-16,0 9 15,17-1 1,17-8-1,18-8-15,33-1 16,-17 1 0,18 8-16,25-9 15,34 1-15,0 8 16,-17 0 0,26 0-1,-17-9-15,-35 9 16,9 0-1,9 17 1,-9-8-16,-34-9 16,-1 0-16,-7 0 15,-18 0-15,-17 0 16,-17-8 0,-8-1-1,-17 1-15,-1-9 16,1 0-1,-9-9-15,8-8 16,1-17-16,-9-9 16,0-16-1,0-26-15,0-26 32,0 52-32</inkml:trace>
  <inkml:trace contextRef="#ctx0" brushRef="#br0" timeOffset="44828.21">9354 8590 0,'0'0'0,"0"0"15,0 0-15,17 0 16,26-9-16,68-17 16,94-16-1,59-9 1,78 17-16,59 17 15,60 8 1,34 18-16,-34 16 16,-34 18-1,33 8-15,-7-9 16,-61-16 0</inkml:trace>
  <inkml:trace contextRef="#ctx0" brushRef="#br0" timeOffset="46671.01">27576 8564 0,'0'0'0,"9"-9"16,51 1-16,76-1 15,163-8 1,153-8-1,69-1-15,-35 9 16,-8-25 0,-68-9-16</inkml:trace>
  <inkml:trace contextRef="#ctx0" brushRef="#br0" timeOffset="47440.97">4438 9499 0,'0'0'0,"0"0"0,17 17 16,34 1-1,112 16-15,152-17 16,121-26-16,84-25 31,69-26-31,-171 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56:44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13673 6225 0,'0'0'0,"0"0"0,0 0 0,0 0 0,0 128 15,-17-128 1,-34 17 0,-9 0-1,17-9-15,9-8 16,17 0 0,0 0-1,17 0-15,0 0 16,17-8-1,60-9-15,77 0 16,84 8 0,61 18-16,51 8 15,85 8-15,86-8 16,85-17 0,154-25-16,-334-1 15</inkml:trace>
  <inkml:trace contextRef="#ctx0" brushRef="#br0" timeOffset="11291.49">3371 8028 0,'0'0'0,"0"0"0,0 0 15,0 0 1,0 0 0,0 0-16,0 0 0,26 0 15,110-8 1,112 8-1,68 8-15,34 9 0,42 9 16,9-9 0</inkml:trace>
  <inkml:trace contextRef="#ctx0" brushRef="#br0" timeOffset="13611.35">6307 7399 0,'0'0'0,"-8"0"16,-9 0-16,-17 0 16,-1 8-1,27 1-15</inkml:trace>
  <inkml:trace contextRef="#ctx0" brushRef="#br0" timeOffset="13849.01">5778 7620 0,'0'0'0,"0"0"16,0 0-16,0 0 16,0 0-1,0 0-15,17 0 16,60 0-1,68 0-15,43 9 16,34-9 0,-17-9-16,25 0 15,35-16 1,59-9-16,52 8 16,25 9-1,-17 0-15</inkml:trace>
  <inkml:trace contextRef="#ctx0" brushRef="#br0" timeOffset="33363.82">2782 10316 0,'0'0'0,"0"0"16,0 0-1,0 0 1,0 0-16,9 0 16,17-9-16,8 1 15,17-1 1,26-8-1,25-8-15,43 8 16,0-9 0,26 1-16,42-1 15,35 1 1,59-1-16,60 9 16,34 0-1,18 0-15,-27 0 16</inkml:trace>
  <inkml:trace contextRef="#ctx0" brushRef="#br0" timeOffset="38135.83">5539 11387 0,'0'0'0,"0"0"0,0 0 0,0 0 31,0 0-31,0 0 15,0 0 1,0 0-16,0 9 16,0-9-1,0 8-15,0-8 0,26 9 16,34 8 0,59 0-1,18 0-15,42-17 16,51-8-1,52-1-15,59-17 16,60-8-16,103-8 16,51-1-1,8 9-15,60 9 32,60 25-32,111 68 15,-359 0-15</inkml:trace>
  <inkml:trace contextRef="#ctx0" brushRef="#br0" timeOffset="46520.73">2560 12638 0,'0'0'0,"0"0"0,0 0 16,0 0 0,0 0-16,0 0 15,0 0 1,0 0 0,0 0-1,9 0-15,17 0 0,33 17 31,61 8-31,25-8 16,51 9 0,35-1-16,42-8 15,43-8 1,59 8-16,69 0 16,42-9-1,44-8-15,41-8 16,53-1-1,84-33-15,-281-1 16</inkml:trace>
  <inkml:trace contextRef="#ctx0" brushRef="#br0" timeOffset="55833.02">9158 11923 0,'0'0'0,"0"0"0,0 0 0,0 0 15,0 0-15,0 17 31,-9 26-31,-8 25 0,-25 34 32,-9 17-32,16 0 15,1-17 1,17-17-16,0-17 16,0-17-16,17-8 0,0-18 31,0 1-16,17-1-15,9 1 16,33-1 0,61-16-16,34-26 15,-26-9 1,17-16-16,17 8 0,0 8 16,0 9-1,34 0 1,18 0-16,33 0 15,18 0 1,8 0-16,-8 0 0,8 0 31,8 0-15,10 9-16,-1 8 16,51 0-16,43 0 15,-68-9-15,25 18 31,26-1-31,-42 9 16,33 0 0,-25-8-16,17 16 15,17 9 1,-51-8-16,25-1 16,43-8-1,-42-17-15,25-8 16,17-1-1,-60-8-15,-17 0 16,-25-8 0,-9 8-16,-25 8 15,-26-8 1,-18 9-16,-41-1 16,-35 1-1,8-1-15,-25 9 16,-43 0-16,-16 0 15,-27 0 1,-16 0 0,-1-8-16,1-26 15,-26-34 1,-17-35-16,8 44 16</inkml:trace>
  <inkml:trace contextRef="#ctx0" brushRef="#br0" timeOffset="64306.74">3465 14441 0,'0'0'0,"0"0"0,0 0 15,0-9 1,26-8-16,25-17 15,77-17 1,111 0-16,171 17 16,119 17-1,-119 17-15</inkml:trace>
  <inkml:trace contextRef="#ctx0" brushRef="#br0" timeOffset="70704.16">10617 14526 0,'0'0'0,"0"0"0,0 0 0,0 0 32,0 0-32,0 0 15,0-9-15,18-8 16,33-17-1,43-17-15,17 9 16,0 16 0,-1 9-1,19 9-15,33 8 16,34 8-16,86 9 16,33 0-1,-7 9-15,33-1 16,-8 1-1,0 8 1,34 8-16,0 9 16,25 0-16,35-17 15,-17 0 1,-9-8-16,17 8 16,-25 0-1,-94-17 1,-26 17-16,-34-9 15,-52 1 1,-16-1-16,-34 1 16,-26-18-1,-26 1-15,-34-1 16,-25-8-16,-1 0 16,-16 0-1,-1 0 1,1 0-16,-18 0 15,-16-8 1,-95-35-16,-59 1 16,-9-1-16,-25-8 15,-17 0 1,-27-17-16,10 17 16,-18-17-1,18 9-15,34 16 16,-35 9-1,-68-8-15,-17 8 16,-51 17 0,-51 17-16,85 17 15,-17 17 1,-60 8-16,9 18 16,68 8-1,17 0 1,9-9-16,76-16 15,44-18 1,-10 1-16,44-9 16,67 0-1,9-9-15,34 1 16,18-1-16,25 1 16,0-1-1,0 1-15,17-1 16,8 9-1,43 0-15,69 17 16,51-8 0,85-9-16,25-17 15,35-17 1,34 0 0,-17 8-16,34 9 15,8-8-15,-8 16 16,52 9-1,24 17 1,27 9-16,-26 16 16,-35 18-1,69 8-15,-34-17 0,-68-25 16,-35-1 0,-25-16-16,-35-9 15,-24 0 1,-53-9-1,-67 1 1,-43-1-16,-43-8 16,-25 0-1,-9 0-15,-9 0 0,-8 0 32,-17-8-32,-94-35 15,-85-42 1,-69-26-16,-42-16 15,-51 25 1,-95 17-16,-67 25 16,-18 26-1,-60 17-15,-76 17 16,-68 26 0,315-9-16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45:05.1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1212 3444 0,'0'0'0,"0"0"0,8 0 0,27 17 0,41 0 31,44-8-15,85-26-16,76-34 16,69-17-1</inkml:trace>
  <inkml:trace contextRef="#ctx0" brushRef="#br0" timeOffset="2412.62">5539 2755 0,'0'0'0,"0"0"0,0 0 31,0 0-31,0 0 16,0 0 0,0 0-16,0 0 0,0-8 15,9-18 1,8 9-1,0-8-15,0-1 16,0 9 0,0 0-16,17 0 15,0 17-15,9 0 16,0 9 0,-9 8-16,0 25 31,0 9-31,-8 0 15,-18 0 1,-8 1-16,0-10 16,0-16-16,0-1 15,0-8 1,0-8 0,0-1-16,0 1 0,0-1 15,0 9 1,9-8-1</inkml:trace>
  <inkml:trace contextRef="#ctx0" brushRef="#br0" timeOffset="2621.09">5445 3198 0,'0'0'0,"17"0"0,35 8 16,50 1-1,77-1-15,0-8 16,-25-8 0,145-9-16</inkml:trace>
  <inkml:trace contextRef="#ctx0" brushRef="#br0" timeOffset="6262.05">5898 3784 0,'0'0'0,"0"0"0,-9 0 15,1 0 1,-1 0-16,1 0 16,8 0-1,0 0 1,0 0-16,-9-8 15,9 8 1,0 0-16,-9 0 16,1 0-16,-18 17 15,-8 17 1,-26 26-16,-8 16 31,0 1-31,17-1 16,17-8-16,8-8 15,26-9 1,8 0-16,52 0 16,51-9-1,26-25-15,33-51 16,1-25-16,8-18 16,-42 1-16,-35-1 15,-8-16 1,-43-1-1,-34 26 1,-34-17-16,-51-9 16,-60 9-16,-68 26 15,-26 42-15,9 34 16,-112 34 0</inkml:trace>
  <inkml:trace contextRef="#ctx0" brushRef="#br0" timeOffset="9658.56">6384 4831 0,'0'0'0,"0"0"16,0 0-16,0 0 16,0 0-1,-8 25-15,-1 26 16,1 26 0,-10 16-1,18 18-15,18-18 16,7-50-1</inkml:trace>
  <inkml:trace contextRef="#ctx0" brushRef="#br0" timeOffset="14578.76">1579 5545 0,'0'0'0,"0"0"16,-9 0-1,9 8-15,0-8 0,-17 0 16,0 0 0,-8-8-1,-1-1-15,-8 1 16,8-1-1,9 9-15,-25 0 16,-27 0-16,18 17 16,-9 17-1,-25 34-15,0 35 16,8 16 0,26-9-1,8 9-15,9-8 16,17-18-16,0 43 31,17 0-31,0-25 0,0 25 16,0 17-1,8 26 1,-16-1-16,-1 1 16,-8 17-1,0-1 1,-9 1-16,-16-35 15,-9 1-15,25-26 16,9-42-16,17-43 16,-9-17-1,9-9 1,0 1 0,0-9-16,0-9 15,9 9-15,8 0 16,26 0-16,25 0 15,43-8-15,8-9 16,61-43 15,135-33-31</inkml:trace>
  <inkml:trace contextRef="#ctx0" brushRef="#br0" timeOffset="18923.24">7707 5604 0,'0'0'0,"0"0"0,0 0 15,0 9-15,0 8 32,9 0-32,8 8 15,-9 9 1,1 1-16,-1-1 15,-16 25-15,-18 18 16,-8-9 0,0-9-1,8-8-15,9 0 16,0-8 0,9-1-16,-1-8 0,0 0 15,9 0 1,0 0-1,0 0 1,0 9-16,0-18 16,0 1-16,18-1 15,-1-8-15,17 0 16,17 0 0,-8-8-16,-1-1 31,18 1-31,0-1 15,25-8 1,35-8-16,-9-9 0,-26 17 16,-8 0-16,-9 0 31,-8 8-15,17 9-16,8 0 15,-17 0 1,-25-8-16,0-1 15,-1 1-15,-16 0 16,-1-1 0,1-8-1,-17 0-15,-1 0 0,1 0 32,-9-8-32,8-10 15,1-16 1,8-17-16,0-25 15,0-9 1,0 0-16,-8 0 16,-1 0-1,1 8-15,8 1 16,0 8 0,0 0-16,-9 17 15,1 17 1,-1 17-16,1 0 15,-9 0 1,0 8-16,0 9 16,0 0-1,0 0-15,-9 0 16,-25 0 0,-68-9-16,-52 1 15,-16-1 1,-78-8-16,-34-17 15,-50 0 1</inkml:trace>
  <inkml:trace contextRef="#ctx0" brushRef="#br0" timeOffset="24000.91">2287 6132 0,'0'0'16,"0"0"-16,0 0 16,0 0-16,0 8 31,0 1-31</inkml:trace>
  <inkml:trace contextRef="#ctx0" brushRef="#br0" timeOffset="24955.04">2193 6497 0,'0'0'0,"0"0"16,0 0-16,-8 0 15,-1 0 1,1 17-16,8 0 16,-34 26-1,8 16-15,-8 10 16,8 16-1,-8-9 1,17 9-16,0-17 16,0-8-16,9-9 15,-1-9 1,0 1 0,9-9-16,0-9 15,0 1 1,0-1-16,0-8 15,0 0-15,9 0 16,0 0 0,-1 0-16,9 0 15,0 9 1,9 8-16,-1 0 16,10 0-16,-1 0 15,17 0 1,-8 0-1,-1-8 1,1-1-16,-17 1 16,-1-9-16,1 8 15,-1-8-15,1 0 16,0-8 0,8-1-1,0 1 1,17-18-16,51-8 0,35-34 15,0-25 1,-1-1-16,1 9 16,-18 17-1,-33 0 1,-18 17-16,-17 17 16,-17 0-16,-8 8 15,-18 9-15,1 0 16,-1 0 15,1 0-31,-1 0 16,-8 0-1,0 0-15,0 0 16,0 0-16,0-8 0,9-1 31,-1-8-15,1-8-16,0-1 0,-1-8 31,-16-8-31,-1-1 16,0 1-16,-16 8 0,-1 0 15,-16-9 1,-52-8-16,-17 0 31,-9 17-15,-76 0-16,-52 9 15,-42 50 1,-77 26-16</inkml:trace>
  <inkml:trace contextRef="#ctx0" brushRef="#br0" timeOffset="28882.86">9875 6174 0,'0'0'0,"8"0"0,18 0 15,17-8 1,8-1-16,9 1 15,-9-9 1,9 8-16,25 1 16,-8 8-1,-17 8-15,-9 9 16,-9 17 0,1 17-16,-17 17 15,-9 17-15,-17 17 16,-43 17-1,-51 26-15,-17-17 16,9-43 0,17-17-1,8-26-15,8-16 16,27-18 0,8 1-1,17-18-15,17-8 16,17-8-16,0-1 15,25-8-15,18 9 16,25 16 0,52 18-1,8 25-15,-17 0 16,17 8 0,-8-8-16,-86-25 15</inkml:trace>
  <inkml:trace contextRef="#ctx0" brushRef="#br0" timeOffset="33349.37">11317 6157 0,'0'0'0,"0"0"15,0 9-15,0 8 16,0 17-1,0 0-15,0 8 16,17 26 0,0 17-16,26 17 15,17 18 1,0-18-16,-1-17 16,1 0-1,0-9-15,-9-16 16,-8-9-1,-1-9-15,1 1 16,-9-9 0,-17-26-16</inkml:trace>
  <inkml:trace contextRef="#ctx0" brushRef="#br0" timeOffset="33604.98">11847 6336 0,'-18'17'0,"-58"68"0,-69 68 16,-9 9-16,0-1 16,-34 1-1,-16-1-15,-52 60 16</inkml:trace>
  <inkml:trace contextRef="#ctx0" brushRef="#br0" timeOffset="52205.85">12896 6174 0,'0'0'0,"0"9"0,0 16 16,0 35-1,0 42 1,-17 25-1,-8 26-15,-10 35 0,1-1 16,9-51-16,8-26 31,17-42-15,0-25-16,0-18 16,0 1-1,0-18-15,8-25 0,43-42 16,69-94-1,42-43 1,-8 9 0,-9 17-16,-9 17 15,-8 59 1,-51 52-16,0 16 16,-9 43-1,9 85-15,-9 188 16,-42 101-1,-43-60-15,0-50 16,-9 59 0</inkml:trace>
  <inkml:trace contextRef="#ctx0" brushRef="#br0" timeOffset="92767.07">1784 8513 0,'0'0'0,"0"0"0,-9 0 0,-16 0 15,-18 8 1,0 1-16,-16-1 15,7 1 1,-7-1-16,-1 9 16,0 1-16,-8 16 15,8 25 1,-34 60 0,26 43-16,0 8 15,25 51 1,17 17-16,9 26 15,-8 8-15,8 0 16,-18 17 0,10 34-1,8 34-15,-26-59 16,26 59-16,0 18 16,8-86-1,-8 51-15,0-25 16,17-9-1,-8 8-15,-26-25 16,17-8 0,17-60-1,0-25-15,0-18 16,17 1 0,-17-26-16,8-25 15,1-1-15,8 1 16,-9-1-1,-8-33-15,0-26 16,0-26 0,0 1-1,0-17-15,0-1 16,0-16 0,0-1-16,0-8 15,0 9-15,0-1 31,0 1-31,0-9 0,0 0 16,0 8 0,9 1-1,16 8-15,18 17 16,42 42 0,44 9-1,203 17-15,70-17 16</inkml:trace>
  <inkml:trace contextRef="#ctx0" brushRef="#br0" timeOffset="105819.46">9337 2738 0,'0'0'0,"17"-8"15,52-1-15,76-8 16,-17 9 0,25-1-16,78 18 15,136 42-15,94 8 31,25 10-31,86-18 16,111-26-16,-60-25 16,-222-8-16</inkml:trace>
  <inkml:trace contextRef="#ctx0" brushRef="#br0" timeOffset="144427.32">3226 8819 0,'0'0'0,"0"0"0,0 9 15,9 16-15,42 35 16,34 33-16,43 35 31,34 16-31,18-8 16,-1 9-16,-17 8 15,0 0 1,-17 0-16,-17-8 16,-8-18-1,-1-16-15,-16-26 16,-26-25-1,-43-35-15</inkml:trace>
  <inkml:trace contextRef="#ctx0" brushRef="#br0" timeOffset="144871.72">2151 11005 0,'0'0'0,"0"0"0,0 0 0,42 0 15,27-9 1,16-8 0,18-17-1,84-42 1,44-60-16,42-68 15,9-18-15,33-41 16,35-18-16,26 0 16,33 9-1,-33 43 1,-52 8-16</inkml:trace>
  <inkml:trace contextRef="#ctx0" brushRef="#br0" timeOffset="148049.31">10421 12229 0,'0'0'0,"0"0"0,17 0 15,9 9 1,17-1 0,8 9-16,17 0 15,17 17 1,-16 9-16,-10 8 16,1 9-1,-17 25-15,-18 17 16,-16 25-16,-18 18 15,9-1 1,0-8-16,0-17 16,9-25-1,25-17 1,26-9-16,8-17 16,9-26-1,8-8-15,-25-8 16,-17-1-1,-18-8-15,1 0 16,-18 0-16,-16 0 31,-18 17-31,-25 17 0,-34 17 32,-1 9-32,10 25 15,7 0-15,27 0 16,33 17-1,18 9 1,33 8-16,18 0 16,17 17-16,17 17 15,-17-26-15,-35-25 16,-8 17 0,-34 35-1,-51-1 1,-94 25-16,-85 26 15,-78-17-15,-42-8 16</inkml:trace>
  <inkml:trace contextRef="#ctx0" brushRef="#br0" timeOffset="152149.75">8364 13777 0,'0'0'0,"0"0"0,17 0 15,17 9-15,18-1 16,93 9-16,94-17 16,68-17-16,34-34 15,18-42 1</inkml:trace>
  <inkml:trace contextRef="#ctx0" brushRef="#br0" timeOffset="153842.51">3021 14611 0,'0'0'0,"0"0"0,0 0 16,0 0 0,0 0-1,0 0-15,0 0 16,17 8-1,26 9-15,77 0 16,67-8 0,35-9-16,120-9 0</inkml:trace>
  <inkml:trace contextRef="#ctx0" brushRef="#br0" timeOffset="156952.65">12051 13029 0,'0'0'0,"0"0"0,26 0 16,17 0-16,25 0 31,0 0-31,18 17 16,16 0-16,-25 25 15,-17 26 1,-9 26-16,-17-9 15,-34 9-15,-26 25 32,-42 8-32,-26-8 15,-8-42 1,-1-26-16,18-26 16,25-16-1,17-18-15,26-16 16,9-18-1,33-16-15,18-1 16,25 9 0,18 17-16,16 26 0,1 16 15,-27 35 1,-7 25-16,-1 8 16,-8 1-1,-1-9 1,-16-17-1,0-17-15,0-26 0,-26-8 16</inkml:trace>
  <inkml:trace contextRef="#ctx0" brushRef="#br0" timeOffset="157480.03">13596 13335 0,'0'0'0,"0"17"15,0 17 1,0 9-16,-8 25 16,-9 51-1,-18 17-15,1-34 16,0-43-16,17-25 15,0-8 1,8-18 0,9 1-16,9-26 15,68-60 1,51-50-16,8-9 16,9 8-16,-8 18 15,-26 24 1,-26 44-16,-25 33 15,0 35 1,0 59 0,-9 60-16,-34 42 15,-9-26 1,1-101-16</inkml:trace>
  <inkml:trace contextRef="#ctx0" brushRef="#br0" timeOffset="167931.99">21534 13769 0,'0'0'0,"0"0"15,0 0-15,0 0 16,0 0-1,0 0-15,-17 8 16,-18 52 0,-33 50-16,-26 18 15,26-18 1,25-16-16,18-17 16,8-18-16,17 1 31,25-18-31,18 1 15,17-18 1,17-8-16,42-8 16,35-26-16,-9-9 15,-34 1-15,8-9 16,18 0 0,-18-9-1,-25 9 1,-17 0-16,-17-8 0,-9-10 31,-26 18-31</inkml:trace>
  <inkml:trace contextRef="#ctx0" brushRef="#br0" timeOffset="168219.09">21960 13947 0,'0'0'0,"-8"9"0,-1 33 31,-8 18-15,-8 50-16,-18 52 15,9 8 1,8-8-16,9-9 0,17-9 15,0-33 1,17-35 0,-8-33-1,-1-43-15,1 0 16</inkml:trace>
  <inkml:trace contextRef="#ctx0" brushRef="#br0" timeOffset="168805.49">23172 14279 0,'0'0'0,"0"0"15,0 17 1,0 9-16,-8 33 16,-26 43-1,0 0-15,-9 9 16,0-1-16,9-33 16,17-26-1,8-26 1,1 1-16,8-18 15,0-8-15,0-8 16,26-9 0,16-34-1,18-9-15,8-25 16,18 0-16,7 9 16,-24 25-1,-18 17-15,-8 17 16,-1 0-1,1 8 1,-9 9-16,-8 9 16,8 33-16,-17 43 15,-26 43 1,-25 33-16,0-16 16,0-18-1,17-24 1,8-35-16,9-17 15,9-34 1</inkml:trace>
  <inkml:trace contextRef="#ctx0" brushRef="#br0" timeOffset="169110.7">24896 14347 0,'0'0'0,"0"0"16,0 9-16,-8 25 0,-1 51 15,1 8 16,-18 1-31,1-1 16,-10 1-16,1-9 0,0-26 16,17-33 15</inkml:trace>
  <inkml:trace contextRef="#ctx0" brushRef="#br0" timeOffset="169362.7">24359 14823 0,'0'0'0,"0"0"16,17 9-16,43 8 15,42 8 1,35-8-16,42-25 16,-9-1-1,-42-8 1,1-25-16,-61 8 16</inkml:trace>
  <inkml:trace contextRef="#ctx0" brushRef="#br0" timeOffset="169873.93">26134 14270 0,'0'0'0,"0"0"16,9 0 0,8 0-1,17 9-15,0 8 16,0 0-1,0 0-15,0 26 0,-8 33 16,-26 26 0,-34 9-16,-69 25 15,-25 17 1,17-34 0,26-34-16,34-34 15,25-17-15,9-17 16,17-8-16,9-1 31,42 1-15,68-1-16,52-8 15,0 9 1,25 8-16,9-9 16,102 1-16</inkml:trace>
  <inkml:trace contextRef="#ctx0" brushRef="#br0" timeOffset="196339.25">14885 6608 0,'0'0'0,"8"0"0,52 17 15,51-9-15,34-8 16,-8 0 0,-9 0-16,-9 0 15,1 0 1,-18 0-16,-33 17 16,-18 1-1,-26 7-15,-25 26 16,-42 60-16,-52 50 15,-43-8 1,-8 0-16,-8 9 16,16-26-1,43-51-15,26-25 16,42-35 0,9-16-1,17-9-15,9-43 16,50-110-16,61-68 15,16-9 1,-8 9-16,0 9 16,-25 41-1,-43 69 1,-26 43-16,-17 25 16,-9 17-1,1 8-15,-9 9 16,-17 60-16,-9 93 15,-16 94-15,16-9 16,0-34 0,9 0-1,0-51-15,0-51 16,0-25 0,9-43-16,-1-9 15,0-25-15,-16-51 31,-26-93-31,-1-112 16,1-16 0,-8 26-16,-44-95 15</inkml:trace>
  <inkml:trace contextRef="#ctx0" brushRef="#br0" timeOffset="197746.17">15098 13369 0,'0'0'0,"0"0"15,43 0-15,42 17 16,35-8-1,59-18-15,0-16 16,-17-1 0,9-8-16,-34 8 15,-52 9 1,-34 17 0,-17 0-16,-17 17 15,-51 34-15,-51 77 16,-43 34-1,-51 33-15,-18 9 16,44-42 0,25-26-16,17-42 15,43-43 1,42-26 0,17-16-16,9-35 15,43-84 1,60-103-16,16-51 15,9 1-15,0 8 16,-34 59 0,-26 43-16,-34 51 15,-8 42 1,-18 26 0,1 26-16,-18 50 15,1 128 1,-1 119-16,1 35 15,16-1 1,18-9-16,17-41 16,-1-69-16,-7-60 15,-10-50 1,-16-35 0,-1-25-16,1-17 15,-9-8 1,-9-35-16,-33-67 15,-35-111 1,-60-77-16,-16-17 16,42 26-16,0 9 15,-43 8 1,0 33-16,-8-50 16</inkml:trace>
  <inkml:trace contextRef="#ctx0" brushRef="#br0" timeOffset="199115.29">7246 4507 0,'0'0'0,"0"0"0,9 0 0,8 9 31,17 8-16,17 8-15,0 1 16,43-1 0,17 1-16,-8-1 15,-10-8 1,-16 0-16,-17 0 16,-17 9-16,-18-1 15,-16 35 1,-43 51-16,-43 25 15,-60 17 1,-8-9 0,43-42-16,25-34 15,26-25 1,17-18-16,17-16 16,0-1-1,17 1-15,0-18 16,0-33-1,25-69-15,26-50 16,18-35 0,-1 9-16,9 34 15,0 17-15,-26 25 16,-17 43 0,-17 26-1,-9 25-15,1 0 16,0 17-16,-9 25 15,8 86 1,1 93-16,-9 17 16,0-17-1,-17-8-15,-9-26 16,-8-51 0,0-51-16,0-25 15,8-18 1,0-16-1,-8-26-15,-17-35 16,-26-67 0,0-34-16,26-8 15,0-1-15,0 26 16,34 85 0</inkml:trace>
  <inkml:trace contextRef="#ctx0" brushRef="#br0" timeOffset="200276.67">7058 2772 0,'0'0'0,"0"0"15,17 9 1,26 8 0,25-9-16,26 1 0,9-18 31,25-8-31,0 0 15,-60 0-15,-17 17 16,-25 0 0,-1 0-16,-16 9 15,-18 42-15,-59 60 16,-43 25 0,0 0-1,-8-9-15,-1-25 16,26-34-1,35-34 1,25-8-16,16-18 16,1-25-16,17-51 15,26-76-15,42-35 16,9-8 0,-9 34-16,1 42 31,-27 43-31,-16 26 15,0 16 1,-9 9-16,0 26 16,17 50-16,0 60 15,9 52 1,-9 41 0,-9-16-16,1-35 0,-26-8 15,-9-34 1,-8-59-1,9-26 1,-1-8-16,1-18 16,-9-16-16,-17-43 15,-18-77 1,-16-93-16,-9-9 16,0 35-1,-51-103 1</inkml:trace>
  <inkml:trace contextRef="#ctx0" brushRef="#br0" timeOffset="-197767.07">22106 16218 0,'0'0'0,"0"0"0,0 0 16,0 0-1,0 0-15,-18 17 16,-16 9 0,-25 42-1,-52 51-15,-17 42 16,25 35 0,18 8-16,25-25 15,34-35-15,18-25 31,16-25-31,35-26 16,51-26 0,43-16-16,-1-60 15,43-60-15,-8-16 16,-34-1-16,-43 18 16,-26-1-1,-34 17 1,-17 9-1,-17 0-15,-34 0 0,-60 0 16,-60 17 0,-8 43-1,0 8-15,-120 17 16</inkml:trace>
  <inkml:trace contextRef="#ctx0" brushRef="#br0" timeOffset="-197241.67">23155 16575 0,'-8'9'0,"-26"42"0,-35 68 15,-25 42-15,-8 43 16,34 9 0,34-9-16,25-34 15,43-42 1,-8-60-16</inkml:trace>
  <inkml:trace contextRef="#ctx0" brushRef="#br0" timeOffset="-196720.54">24145 16762 0,'0'0'16,"0"0"-16,-8 17 15,-1 26 1,-25 33-16,-9 26 16,-16 17-16,8-8 31,16-26-31,18-25 15,9-26-15,8-17 16,25-17 0,27-34-16,24-43 15,18-42 1,9-17-16,42-17 16,-17 34-1,-60 59 1,0 18-16,-16 16 15,-10 18-15,1 42 16,0 42 0,-9 43-16,-26 43 15,1 8 1,-18-34-16,1-34 16,8-25-16,8-26 31,1-34-31</inkml:trace>
  <inkml:trace contextRef="#ctx0" brushRef="#br0" timeOffset="-196509.31">26015 16150 0,'8'0'0,"35"34"0,34 34 16,-18 51-1,-59 102-15,-179 179 16,-51-51-16</inkml:trace>
  <inkml:trace contextRef="#ctx0" brushRef="#br1" timeOffset="-173450.53">2834 3716 0,'0'0'0,"0"0"0,-9 0 16,-8-8-16,-17 8 16,-9 0-1,1 0-15,-1 0 16,9 8-1,0-8 1,8 0-16,0 0 16,1-8-16,-1-1 15,-17 1-15,-8-9 16,-8 8 0,-1 9-1,-17 0 1,0 0-16,-8 9 15,-1 8-15,-7 8 16,16 9-16,-34 26 16,8 0-1,-16-9-15,16 0 32,18 0-32,8-9 15,0 1-15,9-9 16,26-9-1,7 1 1,18-18-16,0 1 16,0 8-1,17 0-15,0 8 16,9 9-16,16 17 16,18 9-1,-9-18 1,9 1-16,8-1 15,26 9 1,17-8-16,8-1 16,9-8-1,-8 0-15,16-8 0,18 0 16,25-18 0,8 1-1,-7-18-15,7 1 16,1-1-1,-17 1-15,8-10 16,-9 1 0,-8 0-16,18 0 15,-10 0 1,-16 0 0,-9 0-16,-9 0 15,-25 0-15,-17 0 16,-9-8-1,18-18 1,-1-25-16,0 0 16,-16 0-1,-10 17-15,-16 9 0,-9-9 32,-8 17-32,-18-9 15,-8-16-15,-17-18 16,-34 1-1,-26 8 1,-25 8-16,-26 9 16,-51 17-1,-35 8-15,1 9 16,-26 9 0,-26 8-16,-8 0 15,-17 8-15,-9 9 0,-59 34 16</inkml:trace>
  <inkml:trace contextRef="#ctx0" brushRef="#br1" timeOffset="-167796.58">2859 8394 0,'0'0'0,"0"0"16,0-9-16,0 1 16,9-1-1,-1 9-15,-8 0 16,0 0-1,-8-8-15,-18 8 16,-17 0 0,-16 8-16,-18 9 15,9 17-15,8-8 16,0 8 0,0 0-16,-16 17 15,7 26 1,10-1-1,-1 1-15,9-1 16,-1 9-16,10 17 16,8 9-1,17-26-15,-1-26 16,18-16 0,0-1-1,0-8-15,18 9 16,7 8-1,18 9-15,34 8 16,25 0 0,9-9-16,-9-16 15,-8-9-15,34-9 16,9 1 0,-9-18-16,0-16 15,8-9 1,10-17-1,-10 0-15,-16-9 16,16-8-16,1-8 31,-35-1-31,1 1 0,-18-10 16,-17 1 0,-17-8-1,-16 8-15,-10 0 16,-16 8-1,-1 1-15,-16-1 16,-9-25 0,-35-25-16,-7 8 15,-18 8-15,-43-8 16,-8 17-16,-25 8 16,-35-8-1,-43 17 1,-50 34-16,-69 60 15,-85 50 1,42 9 0</inkml:trace>
  <inkml:trace contextRef="#ctx0" brushRef="#br1" timeOffset="-162811.93">28421 14151 0,'0'0'0,"0"0"0,0 0 16,0 0-16,0 0 15,0 17-15,-17 34 16,-34 52 0,-17 24-1,17-16 1,16-9-16,10 0 16,8-17-1,17-26-15,0 1 16,8-9-1,9-17-15,0-17 0,-8-9 16</inkml:trace>
  <inkml:trace contextRef="#ctx0" brushRef="#br1" timeOffset="-162487.4">27867 14534 0,'0'0'0,"0"0"15,0 0-15,0 0 16,0 0-16,0 0 31,8 0-31,43 0 0,94-8 16,60-9-1,-25-9 1,16-16 0,-25-9-1,102-51-15</inkml:trace>
  <inkml:trace contextRef="#ctx0" brushRef="#br1" timeOffset="-161913.86">29497 14117 0,'0'0'0,"0"0"0,0 0 16,0 0-1,8 0 1,9 17-16,18 0 16,-1 0-16,0 17 15,-9 0 1,1 18-1,-17 24-15,-27 26 16,-24 34-16,-18 9 16,-34 8-1,9-26-15,42-50 16,26-35 0,0-16-1,26-1-15,25 9 16,60-8-1,68-9-15,60-25 16,17-1 0,-43-25-16,94-43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54:54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12589 4414 0,'0'-9'0,"0"1"0,0-392 31,0 400-31,0 0 16,0 0 0,0 0-1,-8 17-15,-10 9 16,-33 25-16,-34 25 16,-60 69-1,8 42-15,9 25 16,-42 52-1,16-17-15,43-52 16,34-25 0,9-51-16,17-50 15,16-35 1,18-9-16,17-16 16,0-18-1,0-16 1,26-60-16,8 8 15,-17 51-15</inkml:trace>
  <inkml:trace contextRef="#ctx0" brushRef="#br0" timeOffset="208.67">11360 5060 0,'0'0'0,"-9"0"0,-8 26 16,-17 25-1,0 25-15,-9 18 16,-8 33-1,0 1-15,8-9 16,18-17 0,16-17-16,35-17 15,25-17 1,51-25-16,61-35 16,50-59-1,-8-34-15,-137 51 16</inkml:trace>
  <inkml:trace contextRef="#ctx0" brushRef="#br0" timeOffset="845.52">12956 3019 0,'0'0'0,"0"0"0,0 0 16,-8 9-16,-10 16 15,-7 43 1,-18 51-16,-8 34 16,8-25-1,1-9-15,7-17 16,10-34 0,8-34-16,8-8 15,9-18 1,0-8-16,34-42 15,60-52 1,43-34-16,34-33 16,33 8-1,-41 42-15,-27 52 16,-8 16 0,-17 35-16,-9 59 15,-25 102-15,-85 127 16,-52 95-1</inkml:trace>
  <inkml:trace contextRef="#ctx0" brushRef="#br0" timeOffset="20118.68">3166 10324 0,'0'0'0,"0"9"0,0 16 16,9 26-16,0 26 15,-1 42 1,-16 43-16,-27 25 16,1 0-1,9-51-15,16-34 16,9-34-1,0-8-15,0-18 16,0-16 0,9-1-16,-1-8 15,9 0 1,17 0-16,60 9 16,60-9-1,42-17-15,18-9 16,-18-8-1,43 0-15,8 0 16,18 9 0,17-9-16,16 17 15,27 8 1,25 18-16,25 8 16,-16 0-1,8 0 1,34 0-16,34-17 15,-34-17-15,-8 0 16,34 0-16,-18 0 16,-59 0-1,0 17 1,43-9-16,-69 1 16,9-1-16,68-8 15,-68-25 1,-26 8-16,0-9 15,-25 1 1,-34 8 0,-27 0-16,-33 0 15,-68 17 1,-18-9-16,-25 1 16,-9-1-1,-8 1-15,0-1 16,-18 1-1,1-9-15,-9-9 16,0-16-16,9-26 16,-9-18-1,-8-16 1,-1-8-16,-8-26 16,-8 8-1,0 9-15,-9 9 16,8 8-1,1 8-15,-1 0 16,1 26 0,-9 26-1,0 8-15,0 8 16,-9 9-16,1 0 16,-18-8-1,-25-1 1,-43 1-16,0 8 15,-17 8 1,-51 9-16,-9 0 0,18 9 16,-52-9-1,8 0 1,27 0 0,-69-9-16,-9-8 15,-8 0-15,-8-8 16,-10-1-16,-7 1 15,-9 8 1,-9 0-16,0 0 31,-42 0-31,34 17 16,-18 8 0,18 9-16,17 0 15,-17 9 1,8-1-16,-85 1 15,68-1 1,-8 1-16,-26-1 0,17 1 16,-34-18-16,60 1 31,8-18-31,-26 1 16,35-9-16,-77 0 15,43 25 1,-77 52-1,-9 25-15</inkml:trace>
  <inkml:trace contextRef="#ctx0" brushRef="#br0" timeOffset="25423.9">4455 8709 0,'17'0'0,"86"0"15,50 17-15,18 0 16,8 0-1,-25 8-15,0 1 16,-9-1 0,-17 1-16,-26-9 15,1-9 1,-10 1-16,-33-1 16,-26 1-1,-8-9-15,-18 0 16,1 0-1,-26-9-15,-17 1 16,-43-26 0,-34-17-16,-60-9 15,-25 1 1,42 25-16,-33 0 16,-1 0-1,51 16-15,-33-16 16,7 9-1,52-1-15,18 9 16,7 0 0,1 0-16,-1 0 15,18 0 1,26 17-16,24 0 16,1 0-1,17 0-15,9 0 16,34 0-1,50 0-15,78 0 16,34 9 0,-43-9-16,34-9 15,1 9 1,-61 0-16,9 0 16,1 0-1,-27 9-15,-34-1 16,-25 1-1,-26-9-15,-8 8 16,-18-8 0,1 0-16,-9 0 15,-77 0 1,-85 9-16,-94-18 16,-26 9-1,-25 9-15,-34 8 16,25 0-1,17 0-15,77-9 16,51-16 0,52-1-16,42-16 15,35-1 1</inkml:trace>
  <inkml:trace contextRef="#ctx0" brushRef="#br0" timeOffset="34064.71">15098 13539 0,'0'0'0,"0"0"0,0 0 15,0 0 1,0 0 0,0 0-16,-8-8 15,-18-9 1,-16-60-16,-10-51 15,10 9 1,16 9-16,-8-35 16,8 9-1,1 34-15,-1 43 16,-8 8-16,0 17 16,8 8-1,1 1-15,-1 8 16,0 0-1,1 17-15,8 0 16,0 0 0,0 0-16,-9 17 15,0 25 1,1 35 0,8 16-16,0-8 15,17-25-15,-9-18 16,9-16-1,0-1 1,0-16-16,0-1 16,0 1-1,0-9-15,0 0 16,-8-26-16,-1-42 16,-8-34-16,17 9 15,0 25 1,0 25-1,0 9-15,0 17 32,17 0-32,9 0 15,76 0-15,52 0 0,33 0 32,18-8-32,111-10 15</inkml:trace>
  <inkml:trace contextRef="#ctx0" brushRef="#br0" timeOffset="72869.55">1750 7178 0,'0'-9'0,"0"9"0</inkml:trace>
  <inkml:trace contextRef="#ctx0" brushRef="#br0" timeOffset="74423.63">1212 7220 0,'0'0'0,"0"0"16,0 0-16,0 0 16,0 0-1,0 0 1,0 0-16,0 9 15,8 8 1,27 0-16,7 8 16,10 1-16,24-9 15,10 8 1,-1-8 0,9 0-16,25 0 15,27-8 1,24 8-16,27-17 15,33-9-15,9-8 16,26 9 0,8-9-16,0 0 15,25-9 1,1-8-16,8 9 16,9 8-1,-17 8-15,8-8 16,-8 0-1,25 9-15,-25 8 16,17 0 0,17 8-16,-26 1 15,17-9 1,-42 0 0,59 0-16,1 8 15,-27-8 1,-7 0-16,-27 9 15,10-9 1,-18 0-16,-9 0 16,-16 0-16,-26 0 15,-35 0 1,-16 0 0,-43 8-16,-51 1 15,-17-1 1,-9 1-16,-17-1 15,-8-8 1,-18 0-16,1 0 16,-1 0-1,-8 0-15,-25 9 16,-61 8-16,-84 8 16,-44-8-1,-16 0 1,-1-8-16,1-9 15,8 8 1,0-8-16,-17 9 16,-8-1-16,-26 9 15,-26 0 1,-8 9-16,-9-1 31,-17 9-31,9 0 16,-1-8-16,18 8 0,8-17 15,1-17 1,-10-8-16,-8-10 31,9 10-15,-9-9-16,-8 25 16,-9-8-1,17 9-15,1-1 0,-1-8 16,26 9-1,8 0 1,26-18-16,8-8 0,1 8 16,8 9-1,17 0-15,34-17 16,26 9 15,34-1-31,34-8 16,34 0-1,18 0-15,-1 9 16,26-1 0,9 9-16,8 0 15,25-8 1,26-1-16,69 1 16,68 8-1,16 8-15,10-8 16,25 0-16,42 9 15,27 8 1,42-9-16,17 1 16,8 8-1,60-17-15,35-9 16,51 1 0,8-9-16,-17 8 15,0-8 1,-17 9-1,-9-1-15,-16 9 16,-18 9-16,-51-9 16,-42 8-1,16 18-15</inkml:trace>
  <inkml:trace contextRef="#ctx0" brushRef="#br0" timeOffset="75810.03">2560 10078 0,'0'0'0,"0"0"0,9 0 15,25 0 1,17-9 0,18 1-16,33-18 15,35 1 1,-1 8 0,9 0-16,43-9 15,0 9-15,25-8 16,52-18-1,-9 9-15,34-8 16,0-1 0,0 9-16,35 17 15,-1 9-15,17 25 16,-8 0 0,-8 0-16,50 17 15,-8-9 1,-51-16-16,60 16 15,-9 1-15,-52-18 32,27 9-17,8 0-15,-18 0 16,-7-8 0,-52-1-16,26-8 0,-26 9 15,-43-1-15,-16 1 16,-61-9-1,-33 8 1,-1 1-16,-42-1 16,-26 1-16,-25-9 31,-18 0-31,1 0 0,-9 0 16,-26-9 15,-51-8-31,-59-17 15,-43-17 1,-35-17-16,-8 0 16,-34 17-16,-8 0 0,-26 17 31,-43 17-31,-26 17 16,-25 9-1,9 16 1,-18 9-16,9-8 15,0 25 1,-26 0-16,1-17 16,-1 8-1,-34 9-15,0 0 16,17-8 0,-25 8-16,60 17 15</inkml:trace>
  <inkml:trace contextRef="#ctx0" brushRef="#br0" timeOffset="79220.38">6145 12238 0,'0'0'0,"51"0"0,120 0 16,213-26 0,128 1-1,60-1 1,-17 9-16,-154 9 15</inkml:trace>
  <inkml:trace contextRef="#ctx0" brushRef="#br0" timeOffset="81977.14">11514 14160 0,'0'0'0,"0"0"0,0 0 15,0 0 1,0 0-1,-9 8-15,1 9 16,-18 17 0,-17 26-16,1 17 15,7 25 1,1-17 0,0-26-16,17-16 15,0-18 1,9-8-16,8-8 0,0-1 15,0-16 1,34-9 0,51-51-1,35-26-15,-18-8 16,-8 0-16,17 8 16,25-8-1,-16 34-15,-35 34 16,-8 17-1,-17 17 1,-9 17-16,-8 26 16,-1 42-1,-16 42-15,-18 27 16,-8-27-16,-8-42 16,8-34-1,0-8 1,17-18-16,9-33 0,-9-1 15</inkml:trace>
  <inkml:trace contextRef="#ctx0" brushRef="#br0" timeOffset="82376.16">13417 14236 0,'0'0'0,"0"0"0,0 0 15,0 0-15,-9 0 16,1 9 0,-1 8-16,1-9 15,8 1 1,0 0-16,0-1 15,0-8 1,0 0-16,0 0 16,0 0-1,0 0-15,0 0 16,0 0 0,0 0-16,0 0 15,0 0 1,0 0-16,0 0 15,0 0-15,8-8 16,1 8 0</inkml:trace>
  <inkml:trace contextRef="#ctx0" brushRef="#br0" timeOffset="82947.28">14236 14253 0,'0'0'0,"0"0"16,0 0-16,0 0 0,0 0 31,-17 9-31,-8 17 15,-18 16-15,0 18 16,9 8-16,0 8 31,0-16-31,17-18 16,0-8 0,17-8-16,0-18 15,0 1-15,25-9 16,44-26-16,33-33 15,9-26 1,8-17 0,-16 8-1,8 17-15,-34 35 0,-18 16 16,1 9 0,-17 17-1,-1 0 1,-7 26-16,-10 16 15,-8 35-15,-17 25 16,-8 0 0,-9-25-16,0-9 15,8-9 1,1-8 0,8-25-16</inkml:trace>
  <inkml:trace contextRef="#ctx0" brushRef="#br0" timeOffset="83406.77">15935 14432 0,'0'0'0,"0"0"0,0 0 16,0 0-16,0 9 16,0-9-1,0 0-15,0 0 16,0 0 0,0 0-1,0 0-15,0 0 16,0 0-16,0 0 15,0 0 1,0 0-16,0 0 16,0 0-1,0 0-15,0 8 16,0-8 0,0 17-16,0 0 15,0 0 1,0-8-1,0-1-15,0 1 16,0-9 0,0 0-16,0 0 15,0 0-15,0 0 16</inkml:trace>
  <inkml:trace contextRef="#ctx0" brushRef="#br0" timeOffset="83629.47">17010 13735 0,'0'0'0,"0"0"0,0 25 0,0 52 15,-25 67-15,-27 60 16,-24 52-1,16-27 1,17-42 0,-25 94-16</inkml:trace>
  <inkml:trace contextRef="#ctx0" brushRef="#br0" timeOffset="91958.61">23053 14611 0,'0'0'0,"0"0"0,0 0 15,0 25 17,0 35-32,-9 59 15,1 34 1,-18 42-16,9 10 15,-8-69 1,-27-17-16,-7 17 16,7-17-16,18-34 15,17-26 1,0-25 0,9-8-16,8-18 15,0-25 1,51-76-16,34-52 15,35-59-15,-1-8 16,9 24 0,9 10-16,-18 16 15,-25 43 1,0 26 0,8 25-16,9 17 15,-42 25-15,-18 26 16,17 34-1,0 34-15,-16 60 16,-27 59 0,-33 42-16,-35-7 15,-17-27 1,9-16 0,8-43-16,18-51 15,16-43 1,9-25-16</inkml:trace>
  <inkml:trace contextRef="#ctx0" brushRef="#br0" timeOffset="92516.23">24743 14100 0,'0'0'0,"0"0"16,0 0-16,0 0 16,0 0-1,8 0-15,9 0 32,43-8-32,34-1 15,-9 9 1,-25 0-16,-17 17 15,-1 0 1,-16 0-16,-17 9 16,-9 42-16,-52 26 15,-24 8 1,16-26 0,17-25-16,18-17 15,8-8 1,17-9-16,8 8 15,52 9 1,51-17-16,68-17 16,17-34-1,103-51-15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19:58:42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3440 6064 0,'0'0'0,"25"25"0,43 26 0,931 196 0,-401-230 16,16-43-16,-196 1 15</inkml:trace>
  <inkml:trace contextRef="#ctx0" brushRef="#br0" timeOffset="2815.23">2859 12323 0,'0'0'0,"-8"17"16,-1 25-16,1 18 0,-18 34 15,-17 50 16,-16 35-31,-1 25 16,0 0-16,26-34 16,8-51-1,26-34-15,0-25 16,9-18 0,-1-16-16,9-1 15,1-16 1,-1-1-1,17 1-15,43-1 16,25 1 0,9-9-16,26-9 15,42 1-15,9-9 16,16-9 0,27 1-16,-26-1 15,42 1 1,18-9-16,25 8 15,34 1 1,-34 8-16,18 0 16,-10 25-1,-16 9 1,-17 0-16,-1 0 16,-8 17-1,-25 0-15,-18 0 16,-34 0-16,-8 0 15,-17-8 1,-52-1 0,-17-16-16,-33-1 15,-18 1-15,-9-1 16,-16-8 0,-1 0-16,-8 0 15,0 0 1,-8-8-16,-26-35 15,-26-16 1,0-9-16,1-26 16,7 1-1,10-9 1,8-9-16,-9-8 16,17 0-16,1 17 15,8 25 1,0 9-16,-1 9 15,-7 8 1,-1 0 0,1 8-16,-10 9 15,-7 0 1,-18 9-16,-25 8 16,-26 17-16,-77 17 15,-60 25 1,-33 9-16,-44 9 15,-42-9-15,-25-9 16,-26-16 0,8-1-1,-17 1-15,-68-9 16,-25 17 0,110 17-1</inkml:trace>
  <inkml:trace contextRef="#ctx0" brushRef="#br0" timeOffset="124492.92">20458 2806 0,'34'0'0,"257"-17"0,101 0 0,897 26 0,-734 8 15,-26 17 1,26 9-16,17 8 15,51 8 1,-77-25-16,-145-17 16</inkml:trace>
  <inkml:trace contextRef="#ctx0" brushRef="#br0" timeOffset="125062.19">3004 4933 0,'0'0'0,"43"0"0,59 0 16,86 17-16,85 8 15,120 9 1,128-17-16,85-25 16,93-9-1,112-9 1,-367 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04:32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3909 7867 0,'0'0'0,"26"0"16,102-17-16,102-9 15,26 1 1,0-9-16,17 8 16,35-8-16,24 9 15,35 25 1</inkml:trace>
  <inkml:trace contextRef="#ctx0" brushRef="#br0" timeOffset="33924.58">23275 8615 0,'0'0'0,"8"0"0,18-8 0,520-44 0,-239 27 0,78-1 0,16 35 16,-26 25-1</inkml:trace>
  <inkml:trace contextRef="#ctx0" brushRef="#br0" timeOffset="50458.12">21909 12476 0,'0'0'0,"0"0"16,0 0-16,0 0 31,0 0-31,0 0 16,0 0-16,0 0 15,0 17-15,0 0 32,-8 9-32,8-1 0,-9-8 15,9-8 1,0-1 0,0 1-1,0-1-15,0 1 16,0-1-1,0 9-15,0 0 0,0 9 16,0-1 0,0-8-1,0 0 1,0-8-16,0-1 16,0 1-1,0-1-15,0 1 16,0-9-1,0 0-15,0 0 16,0 0 0,0 0-1,0 0-15,0 0 16,9 8-16,-1 1 16,9-1-1,0 1-15,17-1 16,1 1-1,50-9-15,34 8 16,-8-16 0,0 8-16,9 0 15,16 0 1,-8 8-16,-42 1 16,-9 8-1,-18 0 1,-16 0-16,-17 0 15,-1-9-15,-8 1 16,-8-1 0,-1-8-16,-8-8 15,26-26 1,42-111-16,60-161 16</inkml:trace>
  <inkml:trace contextRef="#ctx0" brushRef="#br0" timeOffset="68817.38">22216 12459 0,'0'0'0,"0"0"0,0 0 15,0 0 1,-8 0-1,8 0 1,-196 0-16,187 0 16,1 0-1,-10 0-15,18 0 16,0 9 0,0 8-16,0-9 0,0 1 15,0-1 1,0 1-1,0-1 1,0 1 0,0-9-16,0 8 15,0-8 1,0 9-16,0-1 0,0 9 16,0 0-1,0 9 1,0-9-1,0-9-15,0 1 0,0-1 16,0 1 0,0-1-1,0-8 1,0 0-16,0 0 16,0 0-16,0 0 15,0 0 1,0 0-16,0 0 15,0 9-15,0-9 32,0 0-32,0 0 15,0 0-15,0 0 16,0 0-16,0 0 16,0 0-1,0 8 1,0 1-1,18 8-15,16-9 16,25 1 0,44-1-16,16-16 15,1-1-15,-1 1 16,18 8 0,-18 0-16,-33 0 15,-9 8 1,-18 9-16,-16-8 15,-17-1-15,-1 1 32,-16-1-32,-1-8 15,1 0 1,-1 0-16,-8 0 16,0 0-1,0 0-15,0 0 16,0 0-16,0 0 15,0-8 1,9-1 0,-1-16-16,9-35 15,9-25 1,0 43-16</inkml:trace>
  <inkml:trace contextRef="#ctx0" brushRef="#br0" timeOffset="71507.19">29070 13003 0,'0'0'0,"0"0"15,0 0-15,0 0 32,17 9-32,0-1 15,51-16-15,43-9 16,34-9 0,43 9-16,34 17 15,60 0-15,85 9 31</inkml:trace>
  <inkml:trace contextRef="#ctx0" brushRef="#br0" timeOffset="83625.8">27943 12689 0,'0'0'0,"0"0"16,0 0-16,-8-9 15,-1 1-15,1 8 16,-1 0-1,1 0 1,-1 0-16,1 0 16,8 0-1,0 0-15,0 0 16,0 0 0,8 0-16,9 8 15,43 9-15,94 17 16,161 17-1</inkml:trace>
  <inkml:trace contextRef="#ctx0" brushRef="#br0" timeOffset="93051.96">26988 13930 0,'0'0'0,"0"0"0,0 0 16,0 0-1,68 0 1,43 0-16,34 17 15,119 26-15,138 25 16,-10-17 0,43-43-16,-25-25 15</inkml:trace>
  <inkml:trace contextRef="#ctx0" brushRef="#br0" timeOffset="103610.87">22216 15129 0,'0'0'0,"0"0"16,0 0-16,0 0 16,0 0-1,0-8-15,43-9 16,94-26 0,196-25-16,119-8 15,69 33 1,-103 18-16</inkml:trace>
  <inkml:trace contextRef="#ctx0" brushRef="#br0" timeOffset="105601.34">29719 15342 0,'0'0'0,"51"-8"0,77-9 16,85-17 0,60-26-16,69-34 15</inkml:trace>
  <inkml:trace contextRef="#ctx0" brushRef="#br0" timeOffset="112735.83">29924 13956 0,'0'0'0,"0"0"0,0 0 16,0 0 0,0 0-1,0 0 1,-9-9-16,0 1 16,-16-1-16,-1 9 15,-16 0 1,-18 9-1,0 8-15,-17 8 0,-25 26 16,8 9 0,17 8-16,0 8 15,9 10-15,25-18 32,9-26-32,9 9 31,8 0-31,-1-8 15,10 8-15,8 17 16,0 0 0,17 0-16,26 17 15,34 0-15,33 0 16,10-17 0,-1-9-1,9-7-15,0-10 16,1-16-1,-19-9-15,-7-26 16,-1 1 0,-8-18-16,9-8 15,-18-9-15,-8-8 32,-17 0-32,-9-8 15,-9-9-15,-7-9 0,-10 1 31,-16-18-31,-1-8 16,-16 0 0,-1 9-16,-8 8 0,-9 8 15,-16 0 1,-18 1 0,-17 8-16,-8 8 31,-9 1-31,0 8 15,9 17 1,-18 0-16,-8 8 16,18 26-1,7 0-15,1 17 16,8 9 0,17 8-16,-34 17 15,-8 25 1,42-16-16,9 16 0,8 1 15,9 8 1,0 9 0,17 8-1,8 8-15,9-16 16,18-9 0,7 8-16,26 1 15,9-26-15,0-9 16,8 1-1,0-18 1,9-16-16,17 0 16,17-1-1,0-16-15,-9-1 16,1-16 0,16-9-16,1-9 15,-1-8 1,-8-9-16,-25-8 15,-1-17-15,-17 0 16,-25-8 0,0-9-16,-9-9 15,-17 9 1,-26-8-16,-16 8 16,-1 8-1,-8-8-15,-17 0 16,-1 8-1,1 18 1,0 8-16,-17-9 16,-18 18-1,10 16-15,-1 9 16,-9 0-16,10 17 16,-52 17-1,0 0 1,51 17-16,8 17 15,1 0 1,17 9-16,0-1 16,8 9-16,9 1 15,-9 24 1,-8 9-16,25-17 16,18-42-1</inkml:trace>
  <inkml:trace contextRef="#ctx0" brushRef="#br0" timeOffset="115210.36">23207 13879 0,'0'0'0,"0"0"0,0 0 15,0 0-15,0 0 32,0 0-32,0 0 15,0 0-15,0 0 16,-9 0 0,-17 0-1,1 0-15,-9 9 16,-18-1-1,-16 9-15,0 0 16,8 0 0,17 0-16,1 17 15,-1 17 1,-8 0-16,0 0 16,17 9-16,-1 8 15,10-17-15,8-8 16,0-18-1,8 9 1,1 0 0,-1 0-16,9 17 15,0-8 1,0-1-16,9 1 16,8-1-16,17 9 15,0-8 1,17-1-1,34-8-15,9 0 16,-25-8 0,-1-18-16,9 1 0,-18-18 15,18 1 1,26-18-16,-1-8 16,-34-8-1,-8-1 1,0-8-16,-17-17 0,-18 0 31,1 9-15,-18-9-16,-16 0 15,-1-9 1,1-17-16,-9 9 16,-9 17-1,0 9-15,-8-1 16,-25-8-1,7 26-15,10 8 16,-1 8 0,0 9-16,1 0 15,-10 17 1,-7 0-16,-18 17 16,-17 17-1,0 9-15,17 25 16,-8 8-1,17 1-15,16-18 16,10 1 0,8-9-16,8-8 15,9-1 1,0 9-16,0 0 16,17 9-1,0-1-15,17-8 16,0-8-1,9-9-15,8 0 16,0-9 0,0 1-16,9-9 15,33 0 1,10-9-16,-9 1 16,-1-18-1,1 1 1,-8-18-16,24-8 15,27-25-15,-35-1 16,-25 9 0,-17 0-1,-1-8-15,-16-9 16,0-9-16,-26-25 16,-9 8-1,-17 1-15,-42-18 16,-9 26-16,-8 17 15,-26 9 1,-60 16-16,-33 18 16,-18 16-1,-128 9 1</inkml:trace>
  <inkml:trace contextRef="#ctx0" brushRef="#br0" timeOffset="129190.9">27679 16720 0,'0'0'0,"0"0"16,0-9-16,25 1 16,18-9-1,34-9-15,42-16 16,44 8-16,24 0 16,-33 17-1,-9 8 1,-25 26-16,-44 0 15,-16 0 1,-17 9-16,-18 16 16,-16 35-16,-69 67 15,-68 35 1,17-17-16,9-18 16,8-8-1,17-34-15,34-34 16,35-25-1,25-1 1,51 9-16,111-17 16,103-42-1,85-43-15,17-17 16</inkml:trace>
  <inkml:trace contextRef="#ctx0" brushRef="#br0" timeOffset="131445.03">25178 15759 0,'0'0'0,"0"0"0,0 0 15,0 0 1,0 0-16,-8 0 16,-10 25-1,-16 18-15,-17 33 16,0 1-1,17-1-15,8-8 16,9-8 0,0-17-16,9-18 15,8 1-15,0-18 16,0 1 0,8-9-16,26-17 15,26-26 1,0-17-1,-18 1-15,-8 8 16,-8 17 0,-17 8-16,-1 9 15,1 0-15,-1 9 16,1 8 0,-9 0-16,0 0 15,0 0 1,-9 8-16,-8 35 15,-8 25 1,-10-9 0,10-25-16,8-8 0,8-17 15,9-1 1,0-16-16,17-35 31,0-34-31,0-16 16,-8-18-1,-1 18-15,1 25 16,-9 25 0,0 9-16,-9 17 15,1 0 1,-26 9-16,-26 25 16,9 25-1,0 9-15,17 0 16,8-8-16,9-18 15,8 1 1,9-9 0,0-9-16,0 1 0,0-9 15,0-9 1,0 1-16,9-1 16,-1-8-1,-8 9 1,0-1-16,0 9 15,0 0 1,0 0-16,0 0 16,-8 26-16,-1 16 15,-8 9 1,0-8-16,9-18 31,8 1-31,0-18 16,0 1-16,0-18 15,17-25 1,17-17 0,9-8-16,-18 8 15,-8 17 1,-8 17-16,-1 0 0,-8 8 31,0 9-31,-8 0 0,-1 0 31,-8 17-31,0 0 16,0 17 0,0-8-16,17-1 15,17-16-15,0-1 16</inkml:trace>
  <inkml:trace contextRef="#ctx0" brushRef="#br0" timeOffset="146043.25">2834 4218 0,'0'0'0,"42"-17"15,95-25-15,42-9 16,43-9 0,77 1-16,42 33 15,77 9 1,43 9-16,51 16 15,35 26 1,7 0-16,10-8 16,-146-9-1</inkml:trace>
  <inkml:trace contextRef="#ctx0" brushRef="#br0" timeOffset="168826.19">22054 16448 0,'0'0'0,"0"0"16,0 0-16,0 0 15,0 8 1,0 26-16,-8 51 15,-18 43 1,1 25 0,-1-26-16,9-50 0,0-26 15,17-26 1,0 1 0,0-17-16,0-1 15,0-8 1,0 0-16,25 9 15,35-18-15,51-16 32,17-1-32,-8-8 0,-9 8 31,8 9-31,9 17 16,-34-8-16,-26 8 15,-8 0-15,-17 0 16,-18 0-1,1 0 1,-9 0 0,9-17-16,8-34 0,43-94 15,25-110 1,9-102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02:47.8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22874 6361 0,'0'0'0,"0"0"0,0 0 16,8 0-1,69 0-15,128 17 16,179 34 0,-9 0-16,-25 0 15,52-17-15,-27-17 16</inkml:trace>
  <inkml:trace contextRef="#ctx0" brushRef="#br0" timeOffset="7636.63">17462 7850 0,'0'0'0,"0"0"0,9 0 16,8 8-16,26 9 15,102-8 1,128-1 0,85-16-16,44-18 15,93 1-15,-86-1 16</inkml:trace>
  <inkml:trace contextRef="#ctx0" brushRef="#br0" timeOffset="12812.27">23898 7807 0,'0'0'0,"0"0"0,0 0 16,0 0-1,0 0 1,8 0-16,52-8 16,94-18-16,119-16 15,94-9 1,51 25-16,43 35 16,68 25-1,103-9 1,-9-33-16,-214 8 15</inkml:trace>
  <inkml:trace contextRef="#ctx0" brushRef="#br0" timeOffset="16119.36">6384 9193 0,'0'0'0,"17"9"16,86 33-16,93 26 16,162 17-1,137-42 1,-85-60-16</inkml:trace>
  <inkml:trace contextRef="#ctx0" brushRef="#br0" timeOffset="19521.48">19101 9772 0,'0'0'0,"0"0"0,0-9 16,9 1-1,8-1-15,0-16 16,34-1 0,86-16-16,136 8 15,145 17 1,94 25-16,77 35 16,179 33-1,-324-25-15</inkml:trace>
  <inkml:trace contextRef="#ctx0" brushRef="#br0" timeOffset="21973.85">27278 9321 0,'0'0'0,"0"0"0,0 0 16,34-9-16,51-16 15,129-9 1,170 8-16,34 26 15,85 26 1,-84-1-16</inkml:trace>
  <inkml:trace contextRef="#ctx0" brushRef="#br0" timeOffset="36045.06">19767 10860 0,'0'0'0,"0"0"0,0 0 16,0 0-1,0-8 1,8-26-16,10-34 16,16-68-1,8-9-15,35-8 16,17-26-16,-9 26 15,-8 17 1,-9 9-16,-8 8 16,-26 33-1,-25 44-15,-18 8 16,-33 17-16,-18 34 31,-42 42-31,-9 10 16,34-27-1,26-8-15,8 0 16,9-8-16,17-18 16,0 1-16,17-1 31,0-16-31,51-26 16,77-51-1,17-9-15,-26 26 0,-25 25 16,-17 18-1,-17 25 1,0 8-16,-1 26 16,1 17-1,0 18-15,-9 16 16,17 17-16,18-17 16,-35-43-1</inkml:trace>
  <inkml:trace contextRef="#ctx0" brushRef="#br0" timeOffset="67658.27">7972 14117 0,'0'0'0,"0"0"0,0 0 0,0 0 16,0 9-1,0-9 1,0 0-16,-9 17 15,1 8-15,-1 35 16,1 8 0,-1 17-16,0-8 15,1-9 1,8-17 0,0-9-16,0-16 0,0-9 15,0-9 1,0 1-16,0-1 31,0 1-15,0-9-16,0 0 15,0 0 1,17 0-16,0 0 0,9 0 16,33-9-1,52 1 1,9-1-16,-9 9 15,68-8 1,17 16-16,-42 9 0,42 0 31,1 0-31,-61 9 16,9-1-16,-8 1 31,-35-1-31,-34-8 16,-16-8-1,-18-1-15,-9 1 16,-16-9 0,-1 0-16,1-9 15,0 1 1,-1-35-16,-16-33 0,8 25 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08:49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 3342 0,'0'0'0,"0"0"0,-8 0 0,-10 17 16,-16 9 0,-25 16-16,-27 26 0,1 34 31,-9-8-31,34-9 16,9-8-16,17-1 31,17-16-31,0-18 15,8-16-15,9-1 0,0-8 32,0 9-32,26-1 15,17 9 1,93 9-16,26-9 16,-25-26-16,85 1 15,25-1-15,18-16 16,8-1-1,0-8 1,17 0 0,17 0-16,35 0 0,-18 0 15,43 17 1,-8-17 0,42 0-1,77 0-15,34-8 16,8-9-1,1 8-15,-9 9 0,17 0 16,1 0 0,16 0-16,26-25 31,-1-1-31,35 1 16,-8 16-16,25 9 31,0 17-31,-43 17 0,-50 9 15,-35 8 1,-9 8 0,-34-25-16,-42-8 15,-69-1 1,-42 1-16,-43-9 16,-76-9-16,-52-8 31,-43 9-31,-42-1 15,-18-16-15,1-26 16,-35-86 0,-42-169-1</inkml:trace>
  <inkml:trace contextRef="#ctx0" brushRef="#br0" timeOffset="4660.21">18615 3912 0,'0'0'0,"0"0"0,0 0 31,0 0-31,0 0 15,0 0 1,0 0-16,0 9 16,17 16-1,0 18-15,0 16 16,-9 35 0,1 33-1,-18 9-15,1-17 16,-9-25-16,17-43 15,0-26 1,8 1-16,1-1 16,8-8-1,9 1-15,16-1 16,44 0 0,42 0-16,0-9 15,0-8 1,51 9-16,9-1 15,-35 1 1,69-9-16,17 8 16,9-8-1,-1 9-15,-8-9 16,9-9-16,25 9 16,9 0-1,33 0-15,-25-8 16,1 8-1,-1 0 1,17 8-16,52 1 16,-35-9-1,26-17-15,-34 17 16,8 8-16,43 1 16,-51-1-1,17 1 1,34-9-16,8 0 15,9-9-15,34-8 16,-33 17 0,-1 0-1,42 9-15,-7-1 16,-18 18-16,8 8 16,35 8-1,-51-8-15,-26-17 31,-9 17-31,-16 9 16,-61-1-16,-25-8 16,-59 0-1,-44-8-15,-42-1 16,-25-8 0,-1-8-1,-8-1-15,-17-8 0,-18-8 16,-8-1-16,0-8 15,9-17 1,0-17 0,8-68-16,9-25 15,-9 8 1,26-77 0</inkml:trace>
  <inkml:trace contextRef="#ctx0" brushRef="#br0" timeOffset="18340.59">16925 5468 0,'0'0'0,"0"0"0,0 0 15,-9 17-15,1 0 16,-1 0 0,1 17-1,-1 9 1,-8 8-1,0 8-15,0 1 16,0 0 0,0-18-16,8 1 15,9-9 1,0 0-16,0-9 16,26 9-1,25 0-15,34 0 16,43-8-1,52-18-15,33-8 16,-17-8 0,26-9-16,17 0 15,17 0-15,43 0 16,25 0 0,26 17-16,-25 0 15,16 8 1,43 18-16,-43 8 15,-16 0 1,8 0 0,0 0-16,-1 8 15,-24-16-15,-27 8 16,-42-9 0,-17-8-1,-43 0-15,-51-8 16,-17-9-1,-34 0-15,-17 0 16,-17 0 0,-18 0-16,1 0 15,-9 0-15,0-9 16,0 1 0,0-18-16,0-16 15,0-26 1,9-34-1,-9-17-15,-9 68 16</inkml:trace>
  <inkml:trace contextRef="#ctx0" brushRef="#br0" timeOffset="20378.66">25588 6319 0,'0'0'0,"8"0"0,35 0 15,17 0 1,25-9-16,9 1 31,25 8-31,44 0 16,33-9-16,26 9 16,0 9-1,-34-1 1,-43 9-16,-17 0 15,-17 0 1,-26 0-16,-34 0 0,-17-8 16,-17-1-1,-8 1 1,-1-9-16,-8 0 16,-34 0-1,-68 8-15,-94-16 16,-26-1-16,8 1 15,1-9 1,42 8 0,18-8-1,16 0-15,26 9 16,34-1-16,26 9 16,17 0-16,17 0 15,8 0 1,1 0-1,8 0 1,0 0-16,25 0 16,52 17-1,34 9-15,26-9 0,42 8 16,0-16 0,-8-9-16,34 0 31,-9-9-31,-17 1 15,18-9 1,-10 0-16,-42 0 16,-34 0-1,-34 8-15,-34 1 16,-18 8 0,-16 0-16,0 0 15,-27-9 1,-75-8-16,-78-17 15,-85 9 1,-34 8-16,-26 17 16,-9 17-1,27 0-15,33 0 16,18 0 0,50-9-16,61 1 15,50-9 1,44 8-16,16-8 15,18 0 1,16-8-16,95-35 16,153-42-1,102-17-15</inkml:trace>
  <inkml:trace contextRef="#ctx0" brushRef="#br0" timeOffset="30580.85">4455 6872 0,'0'0'0,"0"0"16,0 0-16,0 17 16,17 25-1,0 9-15,0 17 16,9 34 0,0 17-1,-1-25 1,9-26-16,1-17 15,-1-9-15,17 1 16,34-9-16,18-26 16,-1-16-1,1-18 1,25 1-16,8-9 16,9 8-1,0 1 1,35 8-16,7 0 0,-25 0 31,26 25-31,9 1 16,-35-1-16,51 1 15,9-1 1,34-8 0,0 9-16,-8-18 15,8 1 1,-9-1-16,18-8 15,16 17 1,1 0-16,25 0 16,1 0-16,33-17 15,60 0 1,-60 9-16,18-1 16,59 9-1,-68 0 1,26 0-16,42 9 0,0 8 15,-34-9-15,9 1 16,42-1 15,-17 1-15,-34-9-16,0 25 16,26 1-16,-60 16 15,0 9 1,17 18-16,-17-10 15,0-16 1,-17-1-16,-26-16 16,-25-9-1,-35 0-15,-16 0 16,-27-9 0,-24 1-1,-18-1-15,-26-8 16,-33 9-1,-35-1-15,-25-8 16,-18 0-16,1 0 16,-18 0-16,1 0 31,-9-8-31,0-9 0,-9-26 16,9-42-1,-17-25 1,9 58-16</inkml:trace>
  <inkml:trace contextRef="#ctx0" brushRef="#br0" timeOffset="32009.21">8159 8011 0,'0'0'0,"-8"0"0,-1 9 15,-8-1-15,-8 9 16,-1 26 0,0 16-16,1 18 15,8 16 1,0 1-16,17-1 16,0 10-1,-9-18-15,9-17 16,0-17-16,0-9 15,9-16 1,8-1 0,8-8-16,44-8 15,16-18-15,0-8 16,1-8 0,-1-1-16,43-16 15,26-9 1,-18 17-1,35 0-15,17 0 16,-18 17 0,44 0-16,8 0 15,-43 8-15,51 9 16,1 0 0,25 0-16,-9 0 15,27 0 1,-10 9-1,-8-9-15,9 0 16,-18 8-16,-8 1 16,-34-18-1,34 9 1,-17 0-16,17-8 16,-26 8-16,-42-9 15,34 1 1,-9 8-16,-59 0 15,16 0 1,-16 8 0,-43 9-16,-17 0 15,-18 9 1,-16-9-16,-17-9 16,-9 1-16,-9-1 15,1-8 1,-1 0-1,-8-8-15,9-9 0,-9-43 16,0-25 0,8-51-16,1-153 31</inkml:trace>
  <inkml:trace contextRef="#ctx0" brushRef="#br0" timeOffset="32711.57">9465 9959 0,'0'0'0,"9"8"0,33 9 31,52 17-31,60 9 16,34-1-1,85 1-15,111 25 16,-9-9-16,78 9 16,85-8-1,-18-26-15,-16-26 16,-103-50-16,-34-26 0</inkml:trace>
  <inkml:trace contextRef="#ctx0" brushRef="#br0" timeOffset="33887.64">4455 12638 0,'34'0'0,"129"8"0,127 9 15,94-17 1,43-8-1,16-9-15,104-17 16,110-9-16,-9-25 16,-221 26-1</inkml:trace>
  <inkml:trace contextRef="#ctx0" brushRef="#br0" timeOffset="50108.06">21201 11430 0,'-9'0'0,"-8"26"0,-25 25 0,-35 42 15,-26 35 1,-8 25-16,0 42 16,9 9-1,42-25-15,35-17 16,42-26 0,34-43-1,51-16-15,69-26 16,51-51-16,34-60 15,9-76 1,-18-17-16,-16-42 16,-27-27-1,-59 27-15,-42-18 16,-52-8 0,-42 42-16,-52 26 15,-68 17-15,-68 60 31,-69 59-31,-33 85 16,50 51-16,-42 59 16</inkml:trace>
  <inkml:trace contextRef="#ctx0" brushRef="#br0" timeOffset="50516.74">24342 10945 0,'-9'0'0,"-8"0"0,-34 0 15,-43 26-15,-26 16 32,-8 26-32,-8 26 15,-43 59-15,-9 34 16,51 0 0,18 9-1,25-1-15,17 18 16,34-9-1,43-8-15,26-18 0,25-25 16,35-8-16,25-35 16,17-33-1,-69-51 1</inkml:trace>
  <inkml:trace contextRef="#ctx0" brushRef="#br0" timeOffset="51015.64">24418 11872 0,'0'0'0,"-17"43"0,-8 42 15,-9 17-15,8-9 16,0-16 0,1-9-16,8-17 15,0-17-15,8-8 16,9-18 0,0 1-16,0-9 15,9-9 1,42-8-16,43-25 15,17-10 1,0-24-16,-9-1 16,-17 26-1,-33 17 1,-18 17-16,-9 17 16,10 9-16,-1 42 15,8 51 1,-16 77-16,-9 33 15,-17-25 1,-8-8 0,-1-18-16,0-76 15,1-34-15,8-34 16</inkml:trace>
  <inkml:trace contextRef="#ctx0" brushRef="#br0" timeOffset="51254.67">26825 11498 0,'0'0'0,"26"43"0,8 59 15,0 68 1,-42 25-16,-69 60 0,-111 60 16,-59-17-1,-18-35-15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10:43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19426 4677 0,'0'0'0,"0"0"16,0 0-16,0 0 0,-9 0 16,0 26-1,-16 25-15,-1 34 16,1 17-1,8 0 1,0-8-16,8-26 16,9-17-16,0-26 15,0 1 1,9-1-16,8-8 16,8 0-1,61-8 1,24-18-1,-7 1-15,-1-18 16,-8 1 0,0-9-16,-17 25 0,-9 9 31,-17 0-31,-8 0 16,-17 0-1,-1 0-15,-16 0 16,-1 0-1,1 0-15,-1 0 16,1 0 0,-9 0-16,0-8 15,17-9 1,9-68-16,-1-60 16,35-136-1</inkml:trace>
  <inkml:trace contextRef="#ctx0" brushRef="#br0" timeOffset="863.71">21124 5018 0,'0'0'0,"0"0"0,0 0 16,-9 17-1,1 0 1,-1 17-16,1 25 15,-18 18 1,9-1-16,9-8 16,8-17-1,0-8-15,0-18 16,8 1-16,18-9 16,42-17-1,26-17 1,8-17-16,9-9 15,9 1 1,-9 8-16,-34 8 16,-9 9-1,-25 9-15,-18-1 16,1 9 0,-18 0-16,1 0 15,-9 0 1,0 0-16,0 0 15,0-8-15,-9-26 16,1-26 0,8-16-16,8 50 15</inkml:trace>
  <inkml:trace contextRef="#ctx0" brushRef="#br0" timeOffset="1406.01">22771 5060 0,'0'0'0,"-8"9"0,-1 25 16,-16 17 0,-1 0-16,9 8 15,0 9-15,0 0 16,0-8-1,17-18 1,0-16-16,0-1 0,0 1 31,17-9-31,34-9 16,34 1 0,18-18-16,-1-8 15,-17-8-15,9-9 16,9 0-16,-26 8 15,-26 9 1,-17 0-16,-8 9 16,-18 8-1,1 0 1,-1 0 0,1-9-16,8-8 0,8-51 15,35-59 1,68-145-1</inkml:trace>
  <inkml:trace contextRef="#ctx0" brushRef="#br0" timeOffset="4322.22">27628 2271 0,'0'0'0,"-9"0"0,1 8 16,-10 18-1,-7 8-15,-18 25 16,-17 18-1,-25 42-15,-17 17 16,-9 26 0,0-1-16,0 18 15,8-1 1,-16 18 0,8-9-16,43-17 15,-1 17-15,10 9 16,25-1-1,16 1 1,27-17-16,25-26 16,26-17-1,51-26-15,17-16 16,-9-35 0,78-67-16,25-43 15,-35-60-15,27-76 16,-9-42-1,-43-52-15,-26-25 16,-8 0 0,-42-9-1,-44 34-15,-50 9 16,-69 0 0,-43 76-16,-33 35 15,-120-1-15,-120 77 16,-110 145-1,59 59-15,94-9 16</inkml:trace>
  <inkml:trace contextRef="#ctx0" brushRef="#br0" timeOffset="12821.56">27218 2628 0,'0'0'0,"0"0"16,0 0 0,8 8-16,1 1 15,0-1-15,-9-8 31,-9 0-31,-42 17 16,-120-17-16,0 0 16,-76-17-1,-18 0 1,-68-34-16,1 9 16,93 8-1,-77 0-15,34 8 0,-42 1 16,-26-1-1,-9 18 1,69 8 0,51-17-16,9 0 15,76 8-15,35-16 16,50-9 0,27 17-16,16 0 15,18-9-15,42-33 31,34-18-31,0 1 16,52-26 0,25 25-16,-34 34 15,-60 35-15,-34 8 0,-8 0 32,-1 0-17,-8 0-15,-8 8 16,-18 9-1,-68 17-15,-51 17 16,-43 9 0,-17 0-16,1 16 15,7 18 1,35-1-16,68-33 16,52-26-1,25-9-15,25 9 16,52 9-1,111 42-15,136 25 16,17-8 0,26-8-16</inkml:trace>
  <inkml:trace contextRef="#ctx0" brushRef="#br0" timeOffset="27468.46">23966 2653 0,'0'0'0,"0"9"0,0 8 16,-8 17 0,-1 25-16,-25 35 31,-26 42-31,-17 17 15,18 0 1,-10 17-16,10 26 16,-1 25-16,34 9 15,18-9 1,16-34 0,26-60-16,9-7 15,25-10 1,18-33-16,42-26 15,51-43-15,51-76 16,9-68-16,9-60 16,-26-50-1,-43-52 1,-42 0-16,-61 18 16,-41 8-1,-78 8 1,-60 9-16,-84 0 15,-95 17 1,-136 110-16,-197 120 16,-68 178-16,299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11:23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3585 8173 0,'0'0'0</inkml:trace>
  <inkml:trace contextRef="#ctx0" brushRef="#br0" timeOffset="1011.58">3918 7229 0,'0'0'0,"0"0"0,0 0 16,0 0-16,0 0 31,8 8-31,-8-8 16,9 0 0,-9 0-16,0 0 0,8 9 31,-8-9-31,0 0 0,9 0 31,-9 0-31,0 0 16,0 0-1,0 0-15,0 0 16,0 0 0,0 0-16,0 0 15,0 0 1,0 0-16</inkml:trace>
  <inkml:trace contextRef="#ctx0" brushRef="#br0" timeOffset="3556.44">5001 6540 0,'9'-9'0,"25"1"0,26-1 16,42-16 0,9 8-1,9 0 1,33 0-16,27 0 15,-1 8-15,-8 1 16,136-18 0</inkml:trace>
  <inkml:trace contextRef="#ctx0" brushRef="#br0" timeOffset="3931.45">5001 7220 0,'0'0'0,"60"0"16,111-17-16,128-17 15,76-25-15,-25 16 16,17 43 0</inkml:trace>
  <inkml:trace contextRef="#ctx0" brushRef="#br0" timeOffset="13481.34">5539 7671 0,'0'0'0,"0"0"0,0 17 0,0 0 16,-8 0 0,-1-8-16,1 8 15,-1-9 1,1 1 0,-10-1-1,10 1-15,-1-1 16,1 1-1,-1-1-15,1 1 16,-1 8-16,1 0 16,-1 17-1,1 8 1,-1 18-16,1 8 16,-1-17-1,0-9 1,9-16-16,0-1 15,0-8 1,0-8-16,0-1 16,0 1-1,35 8-15,41 0 16,10-9-16,16 1 16,18-18-1,42 1-15,9-1 16,-43 1-1,51-9 1,26 0-16,-69 0 16,61 8-16,7-8 15,-67 9 1,42-1-16,9 1 16,-69-1-1,9 1 1,35-9-16,-18 0 15,-43 0-15,9 0 16,9 0 0,-1 0-1,-42 17-15,-34 0 16,-18 0 0,1 0-16,-18 0 15,1 0-15,-1 0 16,-8 0-1,0 0 1,0-9-16,0-8 16,-8-34-1,-9-51-15,17 43 16</inkml:trace>
  <inkml:trace contextRef="#ctx0" brushRef="#br0" timeOffset="21478.77">5539 9244 0,'0'0'0,"0"0"0,0 0 15,0-8 1,0-1-16,0-8 15,17 0 1,0 0-16,9 9 16,0-1-1,-1 1-15,-8-1 16,-8 1 0,-1-1-1,1 1-15,-1 8 16,9 0-1,9-9-15,34 1 16,76-18-16,52 1 16,68-26-1,43-17 1,-17-26-16,50-33 16</inkml:trace>
  <inkml:trace contextRef="#ctx0" brushRef="#br0" timeOffset="24310.33">5539 9814 0,'0'0'0,"0"0"16,9 0-16,8 0 16,0-8-1,0 8-15,-9 0 16,1 0-16,0 0 16,-1 0-1,1 0 1,-1 0-16,1 0 15,8-9 1,0 1-16,17-18 16,0 9-1,0 0-15,17 0 16,18 0-16,8 17 16,-1 0-1,10 9-15,16 8 16,35 0-1,8 8 1,-9-8-16,44 9 16,33-9-1,9 0-15,42-9 16,27-8 0,7 9-16,44-26 15,42 0-15,51 0 16,43-26-16,0-8 15,-9 26 1,-67 8 0</inkml:trace>
  <inkml:trace contextRef="#ctx0" brushRef="#br0" timeOffset="29148.7">7912 10784 0,'0'0'0,"0"0"16,8-9-16,95-8 15,93-25 1,52-26-16,102-17 15</inkml:trace>
  <inkml:trace contextRef="#ctx0" brushRef="#br0" timeOffset="32195.6">9039 11387 0,'0'0'0,"0"0"0,0 0 15,0 0-15,0 0 16,8 0 0,18 0-16,59-8 15,52 8 1,42 0-16,60 0 16,0 17-1,-9 0-15,-8-9 16,0-8-1,0-17-15,42 0 16,104 17 0</inkml:trace>
  <inkml:trace contextRef="#ctx0" brushRef="#br0" timeOffset="33603.92">7827 14236 0,'0'0'0,"0"0"0,0 0 16,8 0-16,18-8 16,33-1-1,61-8-15,76-17 16,137-25 0</inkml:trace>
  <inkml:trace contextRef="#ctx0" brushRef="#br0" timeOffset="45839.12">5223 7441 0,'0'0'0,"0"0"0,0 0 15,0 0 1,0 0 0,0 0-16,0 0 15,0 0-15,0 0 16,0 17 0,-8 9-16,-1 16 15,1 18 1,-1 8-16,-8 9 15,9-1 1,-1-8-16,9-17 16,0-8-1,0-9 1,0 8-16,17-8 16,0-8-1,0-1-15,9 1 16,0-9-1,-1 0-15,-8-9 16,17 9 0,52 0-16,8 0 15,8-8 1,0-1-16,26 1 16,26 8-1,-9 0-15,-8-9 16,33 1-16,35-1 15,-43 1 1,35-9-16,8 0 16,8-9-1,-8-8 1,-35 9-16,18-1 0,0 1 31,-43 8-31,0-9 16,9 9-1,-35 0-15,-42 0 16,-9 9 0,-16-1-16,-27-8 15,1 0 1,-18 0-16,1 0 16,-1 0-1,-8 0-15,0-8 0,18-18 16,-1-25-1,8-25 1,9-26 0,0 0-16,18-17 15,-1 0 1,-8 33-16,-18 18 16,1 17-1,-18 17-15,1 9 16,-1 8-1,-8 0-15,0 8 16,-8 1 0,-1-9-16,-16 0 15,-18 0 1,-17 8 0,-34-8-16,-68 0 15,-34 9-15,-9 8 16,-51 8-1,-77 9-15,0 9 16,-34 8 0,-94 0-16,-25-9 15,-35 18 1,120 25-16</inkml:trace>
  <inkml:trace contextRef="#ctx0" brushRef="#br0" timeOffset="52830.6">5454 15597 0,'8'0'0,"44"17"0,84 26 16,223 8-16,153-34 15,85-51 1,-170 0 0</inkml:trace>
  <inkml:trace contextRef="#ctx0" brushRef="#br0" timeOffset="73988.86">21414 8947 0,'0'0'0,"0"0"0,0 0 16,0 0-1,0 0 1,-8 17-1,-26 76-15,-69 145 0,-25 86 16,26-10 0,16-33-16,18-26 15,17-51 1,17-42 0,-18 135-16</inkml:trace>
  <inkml:trace contextRef="#ctx0" brushRef="#br0" timeOffset="74388.31">21875 10384 0,'-43'25'0,"-68"61"0,0 16 15,35-26 1,33-8-16,17-17 16,18-8-1,33-18-15,61-8 16,76-34-16,34-51 15,9-59 1,-17-43 0,-52 16-16,-42 1 15,-42 9 1,-44 33-16,-42 26 16,-43 51-1,17 26-15</inkml:trace>
  <inkml:trace contextRef="#ctx0" brushRef="#br0" timeOffset="74942.87">23582 10324 0,'0'0'0,"-8"0"16,-10 26-16,-41 25 31,-18 8-31,9 1 16,16 8-1,10-8-15,25-18 16,8 1-16,18-9 15,25-9 1,34-8-16,9-25 16,17-35-1,8-33 1,-25-18-16,-17 9 16,-9 8-16,-17 35 15,-8 8 1,-9 17-16,-9 17 15,9 34 1,-17 85 0,-42 85-16,-61 77 15,-33 25 1,-35-25-16,17-69 16,1-67-1,-26-9-15,25-51 16,17-60-16,-25-42 31,17-51-31,94 34 16</inkml:trace>
  <inkml:trace contextRef="#ctx0" brushRef="#br0" timeOffset="75393.1">25195 9891 0,'0'0'0,"0"8"0,-8 26 15,-27 26 1,-41 42-16,-1 8 16,9-16-16,8-1 15,9-16 1,16-26-16,18-25 16,9-9-1,8-9-15,43-16 16,85-60-1,68-60 1,26-42-16,8 0 16,-51 34-1,18 17-15,-35 59 16,-51 69 0,-17 59-16,-9 119 15,-34 127 1,-25 61-16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13:09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10037 5996 0,'0'0'0,"0"0"0,-8 8 16,-1 9-16,9 9 16,0-9-1,0 0-15,0 0 16,0 0-1,-9 0 1,9 8-16,0 1 16,0-1-16,0 1 15,18-9 1,-1 8-16,17 1 16,0-9-1,34 0-15,43 8 16,-8-8-1,8-8 1,42-1-16,18-8 16,-18 0-1,10-8-15,24 8 16,10 0-16,8-9 16,8 9-1,-34-8 1,60 8-16,0 8 15,-8-16 1,-10-1-16,-41-8 16,33 0-1,9 9-15,-34-1 16,17 1 0,-9 8-16,-34 0 15,-8 0-15,-35 8 16,-42-8-1,0 9 1,-26-1-16,-17-8 16,-8 0-1,-9 0-15,-9 0 16,1 0 0,-1 0-16,1 0 15,-9 0-15,0 0 16,0-8-1,0-1-15,-9-25 16,-25-51 0,9 26-1</inkml:trace>
  <inkml:trace contextRef="#ctx0" brushRef="#br0" timeOffset="1867.18">15414 5018 0,'0'0'0,"0"0"0,0 0 16,0 8-16,9 9 15,8 0 1,8 17 0,9 9-16,-8-1 15,0 1 1,-18 8-16,1 17 16,-26 17-16,-17 17 15,-9-17 1,-17-9-16,9 1 15,17-17 1,17-9-16,8-9 16,18-8-1,16 9 1,27-9-16,16 0 16,0-17-1,9-9-15,17-8 16,8-8-16,1-1 15,-1-8-15,26-8 16,-8-9 0,-27 8-1,-7 1 1,8-1-16,8-8 0,-17 0 31,-8 17-31,-8-8 16,-10-1-16,-16 1 15,-9 8 1,-8 0 0,-18 8-16,1 0 0,-1 1 31,-8-1-31,-8-16 16,-1-1-1,-8-16-15,0 8 16,0-9-16,0 1 31,0-1-31,8 1 16,1-1-16,-1 1 15,-8 8 1,0 0-16,0 0 16,-9 8-1,-8 1-15,-17-9 0,-43 8 31,-76 9-15,-104 26-16,-84 16 16,-60 18-16,25-18 15</inkml:trace>
  <inkml:trace contextRef="#ctx0" brushRef="#br0" timeOffset="20961.4">15295 6421 0,'0'0'0,"0"0"15,17 25-15,0 18 16,-9 42-1,9 60 1,-34 67 0,-17 43-16,0-17 0,-9-33 15,-8-10 1,17-33 0,0-35-1,0-8-15,0-17 16,17-34-16,-1-34 15,18-8 1,0-18-16,18 1 16,41-26-16,61-43 31,25-16-31,-9-1 16,9 9-1,-25 9-15,-18 25 16,-8 0-16,0 17 31,-8 17-31,-10 0 16,-24 8-16,-18-8 15,-9 0 1,-16 0-16,-1 0 0,1 0 16,-1 0-1,1 0 1,-9 0-16,0-25 15,0-35 1,8-67 0,18-52-16,8-8 15,0 8-15,1 26 0,-10 26 16,1 16 15,-9 18-31,-9 8 16,1 16-1,-9 35-15,0 17 16,0 0 0,0 9-16,0 8 15,0 0 1,0 0-16,-9 0 16,-8-9-1,-60 1-15,-76-18 16,-86-8-1,-60-25-15,-76-18 16,-9-8 0</inkml:trace>
  <inkml:trace contextRef="#ctx0" brushRef="#br0" timeOffset="27633.26">2108 8658 0,'0'0'0,"9"-9"0,8 1 16,17-1-16,26 1 16,25-1-1,26 1 1,25-18-16,-67 9 16</inkml:trace>
  <inkml:trace contextRef="#ctx0" brushRef="#br0" timeOffset="28004.74">3021 8190 0,'0'0'0,"0"0"0,26 0 16,17 0 0,8 8-1,0 1-15,9 8 16,0 0 0,-18 0-16,-8 0 0,-8-9 15,-17 1 1,-1 8-16,-25 8 15,-51 52 1,-60 50 0,-9 1-16,43-51 0,69-43 15</inkml:trace>
  <inkml:trace contextRef="#ctx0" brushRef="#br0" timeOffset="28558.64">2287 9857 0,'0'0'0,"0"0"0,9 0 16,8 17-16,17 0 16,17 8-16,18 1 15,16-1 1,9-8-16,8-8 16,-8-1-1,-17-16 1,17-18-16,-43 1 0</inkml:trace>
  <inkml:trace contextRef="#ctx0" brushRef="#br0" timeOffset="28902.98">2987 9670 0,'0'0'0,"0"0"16,0 0-16,0 0 15,0 0 1,0 0 0,0 0-1,0 0-15,26 0 16,25 8-16,34 26 16,-8 0-1,-9 9 1,-16-1-16,-10-8 0,-16-8 31,0-1-31,-9 1 16,-9-1-1,1 1-15,-18 8 16,-25 17-16,-60 34 16,34-34-1</inkml:trace>
  <inkml:trace contextRef="#ctx0" brushRef="#br0" timeOffset="37622.1">5522 11745 0,'0'0'0,"0"0"0,0 0 0,17 0 16,51-9-1,78-8-15,75 0 16,53-8 0,84-1-16</inkml:trace>
  <inkml:trace contextRef="#ctx0" brushRef="#br0" timeOffset="39543.55">12811 11617 0,'0'0'15,"0"0"-15,0 0 16,0 0-16,0 0 15,0 0 1,0 9 0,26 8-16,67 8 0,104 18 15,110-26 1,94-26 0,-8-25-1</inkml:trace>
  <inkml:trace contextRef="#ctx0" brushRef="#br0" timeOffset="45045.78">4225 12612 0,'0'0'0,"0"0"0,0 17 16,0 17 15,8 9-31,1 16 15,-1 18 1,1 16-16,-1-16 16,1-1-1,-9-16-15,0-9 16,0-26 0,0 1-16,0-9 15,0-9 1,0 1-16,0-1 15,26 9-15,33 0 16,10-8 0,25-9-16,-1-9 15,18 1 1,17-1-16,-34 1 16,-34 8-1,0 0-15,0 0 16,-18 8-1,1-16-15,-18-1 16,1 1 0,-9-1-1,0-16-15,9-9 16,-9-43-16,8-50 16,1-86-1,17-127 1</inkml:trace>
  <inkml:trace contextRef="#ctx0" brushRef="#br0" timeOffset="54027.55">15201 11991 0,'0'0'0,"-9"0"0,-16 0 15,-1 0 16,9 0-31,0 0 16,0-8 0,-9-1-16,1 1 15,-18-1 1,-8 9-16,-18 9 16,-33 8-1,-43 17-15,-34 17 16,-1 0-1,18 8-15,26-25 16,25-8 0,0-1-16,17-8 15,26-8 1,16-1-16,18 1 16,17-9-1,26-17-15,25-43 16,9-25-1,-1 17-15,27 17 16,-1 9 0,-26 25-16,-16 8 15,-9 9 1,-8 0-16,-1 0 16,-16 17-1,-9 26-15,-60 50 16,-51 26-1,17 0 1,34-33-16,34-27 16,35-16-16,42-1 15,77 9 1,128 0 0,77-51-16,51-25 15</inkml:trace>
  <inkml:trace contextRef="#ctx0" brushRef="#br0" timeOffset="60981.27">12956 14738 0,'0'0'0,"26"-17"0,59-25 15,17-9-15,1 0 16,42 17-1,34 17-15,77 34 16,111 17 0</inkml:trace>
  <inkml:trace contextRef="#ctx0" brushRef="#br0" timeOffset="85509.78">8518 16082 0,'0'0'0,"0"0"0,-9-9 16,1 1-16,8-1 16,-9 1-1,1-1 1,8 9-1,0-8-15,0 8 16,0 0 0,0 0-16,0 0 0,0 0 15,0 0 1,0 0 0,-9 17-16,1 51 15,-1 68 1,-8 0-16,0-42 15,17-43 1,0-17 0,0-9-16,0-16 15,0-1 1,0 1-16,17-1 16,0-8-16,26-8 15,34-18-15,34 1 16,-18-9-1,-16 17 1,-8 8 0,-10 1-16,-16 8 15,17 0 1,25 8-16,-8 1 0,-17-1 16,-18 1-1,-16-1 1,0 1-16,-1-1 15,-16-8 1,-1 0-16,9-17 16,26-59-16,34-103 31,17-85-31,25-76 16</inkml:trace>
  <inkml:trace contextRef="#ctx0" brushRef="#br0" timeOffset="106118.44">23403 3274 0,'-9'17'0,"-8"60"0,-25 50 15,-10 9 1,18-8-1,-8-9-15,-1 9 0,-8 33 16,25-8 0,26-59-1,0-60-15</inkml:trace>
  <inkml:trace contextRef="#ctx0" brushRef="#br0" timeOffset="106560.72">24359 4193 0,'0'0'0,"0"0"15,-9 0-15,-8 17 16,-34 34-1,-17 42-15,8 18 16,26-1 0,25-16-16,26-26 15,26 0 1,34-17-16,8-42 16,35-35-1,25-59-15,-17-34 16,-26-9-1,-42 1 1,-34 16-16,-26 35 16,-26 16-16,-8 9 15,-9 17 1,0 17-16,-16 17 16,7 0-16,35 0 15</inkml:trace>
  <inkml:trace contextRef="#ctx0" brushRef="#br0" timeOffset="106995.41">25972 4218 0,'0'0'15,"-17"17"-15,-52 60 16,-41 50-16,-18-8 31,34-25-31,34-35 16,26-16-16,17-17 15,8-1 1,18 1-16,33-18 16,44-16-1,25-9 1,-9-26-16,-25 0 15,-26 9-15,-25 9 16,-9 8 0,-9 8-16,-8 9 0,-17 17 15,-34 51 17,-34 60-32,-9 51 15,0 16 1,-9-25-16,-16 17 15,8-25 1,9-68-16,-1-35 16,-16-33-1,-18-35-15,-153-50 16</inkml:trace>
  <inkml:trace contextRef="#ctx0" brushRef="#br0" timeOffset="107444.94">27790 3538 0,'0'0'0,"0"0"0,0 0 15,-9 0 1,-33 25-1,-52 43-15,-43 85 16,-34 43-16,9 17 16,51-9-1,35-26 1,41-33-16,27-34 16,16-35-1,18-25 1,34-34-16,25-25 0,-25-1 31</inkml:trace>
  <inkml:trace contextRef="#ctx0" brushRef="#br0" timeOffset="107851">27969 4159 0,'0'0'0,"0"0"16,-9 17-1,1 25 1,-1 18-16,-16 25 0,-1-9 16,1 1 15,-1-18-31,9-16 0,8-9 16,9-9-1,17 1 1,52-18-16,67-25 0,52-25 15,-17-18 1,-18 1 0,-8 8-1,-42 25-15,-43 18 16,-1 25 0,-16 25-16,-9 43 15,-34 68 1,-25 35-16,-10-61 15,18-50 1,0-35-16,17-25 16</inkml:trace>
  <inkml:trace contextRef="#ctx0" brushRef="#br0" timeOffset="108124.09">30683 4176 0,'0'17'0,"9"93"0,-18 69 15,-51 67-15,-85 52 16,-145 42 0,-171 52-1,120-146-15</inkml:trace>
  <inkml:trace contextRef="#ctx0" brushRef="#br0" timeOffset="110948.43">20535 2679 0,'0'0'0,"0"0"0,0 0 16,-8 0-16,-10-9 15,-16 9 1,-34 0-16,-43 17 15,-51 51 1,-34 77-16,16 51 16,10 59-1,25 17-15,42-17 16,69-59 0,51-60-16,43-26 15,68-25 1,85-42-16,52-69 15,16-59 1,-33-68-16,-43-17 16,-17-8-1,-43-1-15,-60 17 16,-34 18 0,-59 33-16,-35 26 15,-59 0 1,-9 34-16,42 9 15,52 25 1</inkml:trace>
  <inkml:trace contextRef="#ctx0" brushRef="#br0" timeOffset="111315.81">22942 2237 0,'-26'8'0,"-68"43"16,-51 43-1,-51 42-15,0 42 16,25 69 0,-76 153-16,16 85 15,86 25 1,51-25 0,77-86-1,102-8-15,78-76 16,67-43-1</inkml:trace>
  <inkml:trace contextRef="#ctx0" brushRef="#br0" timeOffset="111781.21">31690 3019 0,'9'0'0,"33"17"16,104 68-16,50 77 0,-51 50 31,-17 77-31,-85 154 16,-188 127-16,-316 195 15,136-306-15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16:21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14211 6166 0,'0'25'0,"-17"154"0,-43 195 16,-51 111 0,-34 51-1,17-1-15,68 1 16,43 0-16,68 0 15,43-26 1,-34-34 0,-35-42-16,-25-94 15,-34 26 1,-25-35-16,-10-75 16,18-78-16,25-127 15,9-17 1,0-8-1,-25-77 1,-18-128-16,-8-187 16,25-161-16,34-17 15,1-77-15,8-85 32,25 9-32,1 59 15,25 9 1,43-43-16,-8 68 0,-10 43 15,18 67 1,0 78-16,-26 67 16,-8 85-1,-9 69 1,-25 93-16,-18 51 0,1 25 31,0 18-31,16 42 0,18 178 16,-18 248 15,-50 152-31,-61 68 16,-16 94-1,17 51-15,-18 17 16,-8-43 0,52 52-16,7 59 15,-16-17 1,8 42-16,43-441 15</inkml:trace>
  <inkml:trace contextRef="#ctx0" brushRef="#br0" timeOffset="3620.49">2834 9857 0,'0'0'0,"0"8"0,0 9 16,0 9-1,0-1-15,-9-8 16,9-8 0,0-1-16,0 1 15,0-1 1,0-8-16,0 0 16,0 0-1,0 0-15,0 0 16,0 0-1,0 0-15,0 0 16,0 0 0,0 0-16,0 0 15,0 0-15,0-8 16,0-1 0,0 1-16,0-1 15,0 1 1,0-1-16,0 9 15,0 0 1,0-8-16,0-1 16,0-8-1,9-8-15,8-1 16,0-8 0,0 0-1,-9 9-15,1 8 16,-1 0-16,1 0 15,-1 0 1,1 0 0,0-9-16,-1 9 15,1-8-15,-1-1 16,9 1 0,0-10-16,9 1 15,-9 9 1,0 8-16,0 0 15,0-9 1,0 9 0,0-8-16,17-18 0,9 1 31,8-1-31,9 1 16,-9 8-1,-8 0-15,-9 0 16,0 0-16,0 0 15,9 0-15,-17 0 16,-1 8 0,1 1-1,-1-1-15,-7 1 16,-1-1-16,17 1 16,17-9-1,0 0 1,-8 0-16,0 8 15,-18 1 1,1-1 0,8 1-16,9-18 0,8 0 15,-9-8 1,10 0 0,24 0-1,18-8-15,-8-1 16,-27 18-1,-7 8-15,7 0 16,-16 0-16,0 8 16,-1 1-1,18-1 1,17 1 0,-9 8-16,-8 0 15,-17 0 1,8 0-16,0 0 15,0 0 1,1-9-16,33 1 16,26-1-1,-26 9-15,-17 0 16,-8 0-16,0 0 16,8-8-1,35-1 1,8-8-16,-18 9 15,-7-1 1,-9 9-16,8 0 16,34 0-16,-8 0 15,-25 0 1,-1-9-16,18 1 16,42-9-1,-9 8-15,-33 9 16,-1-8-1,35-1 1,8 9-16,-34 0 16,0 9-1,8-18-15,26-8 16,0 17-16,-34 0 16,9-8-16,33-1 15,-8 9 1,-25 0-1,34-8 1,16-1-16,-33 1 16,-18-9-1,9 8-15,9 9 0,-18 0 16,-8 9 0,-8-1-1,33 1-15,1-1 16,-43 9-16,8 0 15,9 0 1,26 9-16,-9-1 31,-26 1-31,-8-1 16,34 9 0,9-8-16,-35-1 15,-17 1-15,9 8 16,-8 0-1,-1 0 1,9 0-16,-17 0 16,-18 0-1,-7 0-15,-10 0 0,1 0 32,0-9-32,-9 1 0,-9-1 31,-8 1-31</inkml:trace>
  <inkml:trace contextRef="#ctx0" brushRef="#br0" timeOffset="8349.53">1929 13684 0,'0'0'0,"0"0"16,0 0-16,0 0 15,0 0 1,0 0 0,0 0-16,0 0 15,0 0 1,0 0-16,0 0 15,0 0 1,0 0-16,0 0 0,0 0 16,0 0-1,0 0 1,8 0 0,10 0-16,-1 0 15,8-9 1,26 1-16,26-18 15,26-16-15,-9 8 16,-9-9 0,17 1-1,43-9-15,0 8 16,-42 9-16,-1 0 16,9 0-16,26 0 31,-26 17-31,-17 0 15,-9 0 1,34 0-16,35 0 16,-17 0-16,-35-9 15,-8 1 1,8-1 0,9-8-16,-25 17 15,-18 0 1,0-8-1,18-1-15,50-16 16,18-9-16,-26 8 16,8-16-1,27-1 1,-10 9-16,-42 9 16,0-9-1,17 8-15,9 1 16,-43 8-16,-1 0 15,44-9 1,34 0 0,-26 9-16,-9 0 15,35 0 1,-17 0-16,-43 17 16,-26 0-16,0-8 15,35-1 1,8 9-16,-26-8 15,9-9 1,17-9-16,17-8 16,-25 9-1,-18 8 1,9-9-16,34 1 16,0 8-1,-25 0-15,-9-9 16,51 1-16,17-1 15,-42-8 1,68-25 0,8-10-16,-51 27 15,34 8 1,-8 8-16,-51 9 16,25 0-16,0 0 15,-34 0 1,-8 9-16,42-18 15,9 9 1,-43-8-16,8-9 16,18 0-1,-18 8-15,-25 9 16,9-8 0,33 8-16,-16 0 15,-35 0 1,-8 0-1,9-9-15,42-8 16,-17 0-16,-26 0 16,-16 0-1,-1 0 1,17 8-16,-16 18 16,-35-1-16,-26 18 15</inkml:trace>
  <inkml:trace contextRef="#ctx0" brushRef="#br0" timeOffset="21980.66">19502 11277 0,'0'0'0,"-8"0"0,-1-9 0,-8 1 16,-8-1-1,-1 1 1,0 8-16,-16 0 15,-78 34 1,-25 42-16,43 18 16,-9 34-16,17 33 31,-9-8-31,-7 0 16,33-8-1,17-9-15,9 9 16,-18 42-16,10 51 15,16-9 1,26-33 0,17-17-16,9-1 15,8-42 1,17-42-16,8-35 16,27-16-16,25-9 15,17-17 1,34-34-1,25-34-15,35-51 16,-17-26-16,0-42 16,8-25-1,-42 7 1,-18-16-16,1-25 0,-35 33 31,-25 0-31,-26-8 16,-34 26-16,-25 16 15,-18 1 1,-42 8-16,-26 33 16,-17 27-1,-60 16 1,-59 35-16,-94 118 16,-103 154-1,102 17-15</inkml:trace>
  <inkml:trace contextRef="#ctx0" brushRef="#br0" timeOffset="28708">30487 6565 0,'0'0'0,"0"0"31,0-8-31,0-1 16,0 1-1,-9-18-15,1 1 16,-9-1-16,0 1 16,0 8-1,8 0 1,9 8-16,0 9 16,0-8-1,17-1-15,17 9 16,60 9-1,51 16-15,-8 1 16,-18-9 0,1 17-16,8 8 15,-17 1 1,-26 8-16,-17 17 16,1 17-1,-18 34-15,-26 34 16,-42 9-1,-25 33-15,-35 27 16,-17-35 0,17 8-16,17-16 15,18-35 1,16-16-16,18-9 16,16-17-1,9-25-15,17-18 16,9-8-1,17-25-15,0-1 16,-18-16 0,-8-9-16,-8-9 15,-18 1-15,1 8 16,-18-9 0,-8 9-16,-34 0 15,-51 34 1,-26 26-1,-9 25-15,43 0 16,43-9-16,8 26 16,35 17-1,42 18 1,51 24-16,26 35 16,0-1-16,9 18 15,-18 17 1,-34 25-1,-59 8-15,-60 1 16,-69 25 0,-119 43-16,-136-18 15,-52-92 1,52-103-16</inkml:trace>
  <inkml:trace contextRef="#ctx0" brushRef="#br0" timeOffset="44353.18">2381 2738 0,'0'0'0,"0"0"0,17 9 16,17 16 0,1 18-16,7 34 15,9 76 1,-8 119-16,-34 102 31,-26 26-31,-26-18 16,0-93-1,9-76-15,9-43 16,25-76 0,0-43-16,0-26 15,0 1 1,0-18-16,-18-33 16,-24-43-1,-26-34-15,-1 8 0,18 18 16,17 25-1,17 17 1,0 17 0,8 0-16,9 17 0,-8 8 31,-1 26-31,9 43 16,0 16-16,0-8 15,0-25-15,0-26 31,0-9-31,0-16 16,0-1-16,0 1 16,68-86-16,103-135 31,77-69-31,16 0 16,-8 1-1</inkml:trace>
  <inkml:trace contextRef="#ctx0" brushRef="#br0" timeOffset="64485.69">1844 9780 0,'0'0'0,"0"0"0,0 0 16,0 0-16,0 0 15,8 0 1,1-8-16,-1-1 16,9 1-1,-8-9-15,8-9 16,17-8-1,0-17-15,17-17 16,26-26 0,34 1-16,0-9 15,0 0 1,17-9-16,34-8 16,17 9-16,43-18 15,9-8 1,-18 8-1,43-8-15,26-8 16,-1 16 0,35-16-16,-8-9 15,16-1 1,34 10-16,18 8 16,76-26-1,26 18-15,0 25 16,26 25-1,-18 18-15,-42 24 16,-26-7-16,26-9 16,8 17-1,-8 17 1,-17-9-16,-60 9 16,17 0-1,-8-42 1,-18-18-16</inkml:trace>
  <inkml:trace contextRef="#ctx0" brushRef="#br0" timeOffset="83140.86">14211 8853 0,'0'0'0</inkml:trace>
  <inkml:trace contextRef="#ctx0" brushRef="#br0" timeOffset="84397.44">14373 9244 0,'0'0'0,"0"0"16,-9 9-16,1 16 16,-1 9-1,1 0-15,-9 17 16,0 9-1,-9 25-15,-8 9 16,0-18 0,17-16-16,0-9 15,8-9 1,0-8-16,1-8 16,8-1-1,0 1-15,8-1 16,18 9-1,8-8-15,9-1 16,17 1 0,25-1-16,43-8 15,9 0 1,-18 0-16,1 0 16,25 0-1,0 0-15,-34 9 16,-9-1-1,-8 9-15,0-8 16,0-9 0,-26-9-16,-17 1 15,-8-9 1,0 0-16,-9 0 16,-9-9-1,1 1 1,0-1-16,-9-8 0,8-8 15,9-18 1,9-25-16,17-25 16,17-26-1,8-17 1,-17 17-16,-8 8 16,-17 26-1,-1 17-15,-8 8 16,-16 26-16,-10 17 15,1 0 1,-1 0 0,-8 9-16,0 8 15,-8-9 1,-9 1-16,-60 8 16,-51 8-1,-34-8 1,-86-8-16,-34-9 15,-76-26-15,-35 1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0:18:49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18700 2228 0,'0'0'0,"0"0"0,0 0 16,0 0-16,17 9 15,0 16 1,0 43-16,-8 68 16,-26 85-1,-26 35-15,-42-10 16,-9-50 0,34-52-16,26-33 15,17-43-15,17-9 31,34-16-31,43 0 16,42-1 0,78-25-16,42-17 15,8-8-15,1-9 16,-26 25-16,25 1 16,-8 16-1,26 9-15,-18 9 16,-16-1-1,-44 9-15,-67-17 16,-26 0 0,-35-8-1,10-9-15,-1-9 16,-8 1 0,-9-18-16,-17-8 15,9-34 1,-9-42-16,-8-43 15,-35-9 1,-34-42 0,9-9-16,9-110 15</inkml:trace>
  <inkml:trace contextRef="#ctx0" brushRef="#br0" timeOffset="848.1">25434 2177 0,'0'0'0,"0"0"15,-8 34-15,-1 26 16,-17 42-16,-16 25 15,-18 43 1,9 9 0,0-9-16,-9-8 15,17-35 1,35-25-16,16-25 16,9-26-1,17-9-15,26-16 16,102-1-16,69-25 15,-9-42 1,17-9 0,-26 0-16,9 8 15,8 1-15,-8 25 16,-25 25 0,-35 26-16,43 9 15,-9-1 1,-42 9-16,-9-8 15,-17-1 1,-34-8-16,-43-25 16,-26-1-1,1 1 1,-9-18-16,9-16 16,8-69-1,-9-93-15,-25-76 16,-34-95-16</inkml:trace>
  <inkml:trace contextRef="#ctx0" brushRef="#br0" timeOffset="3178.06">24615 7339 0,'0'0'0,"0"0"0,8 0 16,26 0-1,52 9 1,25-1-16,34 9 0,85 9 31,112 25-31</inkml:trace>
  <inkml:trace contextRef="#ctx0" brushRef="#br0" timeOffset="3743.34">24709 9312 0,'0'0'0,"17"-8"0,34-18 16,26 1-1,-17-9 1,25 17-16,-34 8 16</inkml:trace>
  <inkml:trace contextRef="#ctx0" brushRef="#br0" timeOffset="4173.47">24717 11821 0,'0'0'0,"0"0"0,0 0 16,0 0-16,9 0 16,59 0-1,-8 9-15</inkml:trace>
  <inkml:trace contextRef="#ctx0" brushRef="#br0" timeOffset="9160.76">2535 3563 0,'0'0'0,"0"0"16,0 0-16,8-8 15,35-18 1,34-8-16,34-8 15,34 8 1,26 17-16,16 17 16,10 0-1,50 8-15,43 1 16,77-9-16,69-26 31,25 1-31,68-1 16,17-8-16,26 9 15,68-9 1,43 0 0,59 25-16,-8-8 15,34 17-15,-8 26 16,59-1-16,-341-8 16</inkml:trace>
  <inkml:trace contextRef="#ctx0" brushRef="#br0" timeOffset="16491.27">25007 8147 0,'0'0'0,"0"0"15,-8-8 1,8 8-16,-9-9 16,1 1-16,8 8 31,-17 0-31,-9 0 16,1 17-16,-18 17 15,0 0 1,0 17-1,-8 17-15,-8 17 16,-18 42 0,0 10-16,26-44 0,8 1 15,26 8 1,17 0 0,26-17-16,16-26 15,9 1 1,26-18-16,26-25 15,33-34-15,26-42 32,-34-18-32,0-25 15,-17-17 1,-8-25-16,-43 16 16,-26 17-1,-17-16-15,-43-18 16,-25 18-1,-17 25-15,-26 17 16,-51 17 0,-154-26-16</inkml:trace>
  <inkml:trace contextRef="#ctx0" brushRef="#br0" timeOffset="17569.74">25050 10120 0,'0'0'0,"0"0"0,0 0 16,0 0-16,0 0 16,0 0-16,-17 9 15,-26 25 1,-33 51-16,-18 25 31,-9 18-31,-8 42 0,9 9 16,42-26-1,17-9 1,26-16-16,26-9 16,25-17-1,34-17-15,43-8 16,51-26-1,9-26 1,-26-42-16,0-25 0,-8-52 16,-26-25-1,-43-26-15,-42-25 16,-60-34 0,-60 9-1,-60-35-15,-76-51 16</inkml:trace>
  <inkml:trace contextRef="#ctx0" brushRef="#br0" timeOffset="23571.15">29659 5766 0,'0'0'0,"0"0"0,-9 0 16,1 9 0,-9-1-1,-17 9-15,-52 34 16,-42 26-1,-8 8-15,8-9 0,17-16 32,8-18-32,44-16 15,16-1-15,26-16 16,0-1 0,8 1-1,9-1-15,17 18 0,43 16 31,34 9-31,25-8 16,27-9 0,-27-17-16,-42-9 15,0-8-15,-18-8 16,-24-1 0,-18 9-16</inkml:trace>
  <inkml:trace contextRef="#ctx0" brushRef="#br0" timeOffset="23754.92">28345 7203 0,'0'0'0,"0"0"0,25 0 16,52 9-1,94-9-15,76-26 32,52-42-32,59-25 15</inkml:trace>
  <inkml:trace contextRef="#ctx0" brushRef="#br0" timeOffset="26340.28">28456 10852 0,'0'0'0,"0"0"0,0 0 15,-9 0 1,-17 0-16,9 0 31,0 0-31,9 0 16,8 0-1,0 0-15,0 0 16,0 0-16,0 0 16,0 0-1,0 0 1,0 0-16,0 0 16,0 0-1,17 8-15,8 1 16,35-1-1,34 9-15,17-8 0,8-1 16,-8 9-16,-17-8 31,-17 8-15,-17-9-16,-17 1 16,-18-1-1,-16 1-15,-1-9 16,1 0-1,-9 0-15,-9 0 16,-42 34 0,-103 25-16,-68 26 15,1 9-15,50-1 16,17-7 0,35-18-1,33-26-15,44-16 16,16-9-1,18-9-15</inkml:trace>
  <inkml:trace contextRef="#ctx0" brushRef="#br0" timeOffset="26691.43">28302 11923 0,'0'0'0,"0"0"16,0 0-1,-9-8-15,-16-1 16,8 1-1,0 8-15,8 0 16,9 0 0,0 0-16,9 17 15,42 17 1,102 17-16,95 0 16,76-17-16,94-26 15,-16-8 1</inkml:trace>
  <inkml:trace contextRef="#ctx0" brushRef="#br0" timeOffset="28894.01">28293 8564 0,'0'0'0,"0"0"0,0 0 16,9 0 0,34 17-1,25 0-15,51-8 16,9-9-16,0-9 15,43-8 1,-9-9-16,-59 1 16,-61 16-1</inkml:trace>
  <inkml:trace contextRef="#ctx0" brushRef="#br0" timeOffset="29146.9">28097 9244 0,'0'0'0,"34"0"0,77-17 16,128-17-16,0-8 15,68-18 1</inkml:trace>
  <inkml:trace contextRef="#ctx0" brushRef="#br0" timeOffset="38472.76">14842 6480 0,'0'0'0,"0"0"16,0 0-16,-8-8 16,-1-1-1,1 1 1,-1-1 0,-8 9-16,-9 0 15,1 0 1,-1 0-16,1 0 15,-1 17 1,-17 26-16,1 8 16,-10 17-1,1 9-15,9 8 16,-1 17 0,0 17-16,9-9 15,9-8 1,7-25-16,18-1 15,0-8 1,18-8-16,-1-1 16,0-8-1,17-8-15,17 0 16,9-18 0,34-16-16,25-9 15,18-34 1,-9-9-16,17-17 15,-17 1 1,-26 16-16,-8-8 16,-17 0-1,-17 0 1,-18-17-16,-8-17 16,-16-8-16,-18 8 15,-9-9 1,-25 1-16,-9-9 15,-8 8-15,8 17 16,-33 1 0,-1 8-1,8 17 1,-16 8-16,0 9 16,-26 9-16,-26 16 15,1 18 1,-27 33-16,-50 69 15,-43 59 1,-26 51-16</inkml:trace>
  <inkml:trace contextRef="#ctx0" brushRef="#br0" timeOffset="41041.74">7263 11498 0,'0'51'0,"-8"102"0,-9 136 15,0 17-15,-1 26 16,1 127 0,0-16-1,0-10-15,9 18 16,-1-9-16,9 1 16,0 50-1,9-51-15,-9-144 16,8 42-1,1-94-15,-9-92 16,8-10 0,1-59-16,-9-51 15,0-17-15,-9-25 32,-16-77-32,-18-221 15,-8-162 1,8-17-16,1-34 15,7-42-15,1 25 16,9-8-16,8 8 31,-1 0-31,10 26 16,34 51 0,8 34-16,0 59 15,-9 26 1,1 68-16,0 67 0,-1 69 15,-16 51 1,-1 43 0,1 25-16,-9 8 15,0 52 1,0 127-16,-17 179 16,0 101-16,0 52 31,0 42-31,0 1 15,8 16 1,9 26-16,0 17 16,-9-18-16,9-41 15,0-27 1,0-58 0,0-61-16,0-58 15,0-95 1,0-101-16,0-52 0,0-42 15,0-34 1,0-8 0,-8-94-16,-9-162 15,8-170 1,1-110-16,8 0 16,0-26-16,-9-85 31,9 9-31,9 34 15,-1-18 1,1 44-16,-1 50 16,1 34-16,-1 43 15,1 34 1,8 42 0,-8 85-16,-9 52 15,8 59 1,-8 76-16,0 43 0,0 25 15,0 9 1,0 17 0,-8 85-1,-9 247-15,-26 144 16,-8 103-16,16-154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Amortized: “running average”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50AE-6676-4050-BB67-AE6E697DAE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0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3: Algorithm Analysis pt.2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7"/>
            <a:ext cx="10972800" cy="4525963"/>
          </a:xfrm>
        </p:spPr>
        <p:txBody>
          <a:bodyPr anchor="t">
            <a:normAutofit/>
          </a:bodyPr>
          <a:lstStyle/>
          <a:p>
            <a:r>
              <a:rPr lang="en-US" dirty="0"/>
              <a:t>Units of “time”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Whichever operations we pick</a:t>
            </a:r>
          </a:p>
          <a:p>
            <a:r>
              <a:rPr lang="en-US" dirty="0"/>
              <a:t>How do we express running time?</a:t>
            </a:r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Domain (input): size of the input</a:t>
            </a:r>
          </a:p>
          <a:p>
            <a:pPr lvl="2"/>
            <a:r>
              <a:rPr lang="en-US" dirty="0"/>
              <a:t>Range: count of operations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1330-4380-45F9-8B45-6212445A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721FAA-A8F8-0DCA-6E28-64E0C083366A}"/>
                  </a:ext>
                </a:extLst>
              </p14:cNvPr>
              <p14:cNvContentPartPr/>
              <p14:nvPr/>
            </p14:nvContentPartPr>
            <p14:xfrm>
              <a:off x="1222920" y="1910520"/>
              <a:ext cx="4172760" cy="2575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721FAA-A8F8-0DCA-6E28-64E0C08336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560" y="1901160"/>
                <a:ext cx="4191480" cy="25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30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7CE3F1-EA61-BF59-49EF-E5D6C99D82C6}"/>
                  </a:ext>
                </a:extLst>
              </p14:cNvPr>
              <p14:cNvContentPartPr/>
              <p14:nvPr/>
            </p14:nvContentPartPr>
            <p14:xfrm>
              <a:off x="614520" y="1010160"/>
              <a:ext cx="9749520" cy="4020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7CE3F1-EA61-BF59-49EF-E5D6C99D82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160" y="1000800"/>
                <a:ext cx="9768240" cy="403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17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2E5-E7E4-2DD3-AA25-FF7C6C28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If an algorithm has a worst case </a:t>
                </a:r>
                <a:r>
                  <a:rPr lang="en-US" b="1" dirty="0"/>
                  <a:t>running time</a:t>
                </a:r>
                <a:r>
                  <a:rPr lang="en-US" b="0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possible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the “worst” one will 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</a:t>
                </a:r>
                <a:r>
                  <a:rPr lang="en-US" b="1" dirty="0"/>
                  <a:t>operations</a:t>
                </a:r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maximum count of </a:t>
                </a:r>
                <a:r>
                  <a:rPr lang="en-US" b="1" dirty="0"/>
                  <a:t>operations</a:t>
                </a:r>
                <a:r>
                  <a:rPr lang="en-US" dirty="0"/>
                  <a:t> needed from among all inputs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440024-35DD-AB5F-2DF8-0CD46CE0C524}"/>
                  </a:ext>
                </a:extLst>
              </p14:cNvPr>
              <p14:cNvContentPartPr/>
              <p14:nvPr/>
            </p14:nvContentPartPr>
            <p14:xfrm>
              <a:off x="1597680" y="1628640"/>
              <a:ext cx="9356400" cy="182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440024-35DD-AB5F-2DF8-0CD46CE0C5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8320" y="1619280"/>
                <a:ext cx="9375120" cy="18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81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BC43-DD63-2B24-550B-B08D8456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– General 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together the time of consecutive statements</a:t>
                </a:r>
              </a:p>
              <a:p>
                <a:r>
                  <a:rPr lang="en-US" dirty="0"/>
                  <a:t>Loops: Sum up the time required through each iteration of the loop</a:t>
                </a:r>
              </a:p>
              <a:p>
                <a:pPr lvl="1"/>
                <a:r>
                  <a:rPr lang="en-US" dirty="0"/>
                  <a:t>If each takes the same time, then [time per 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number of iterations]</a:t>
                </a:r>
              </a:p>
              <a:p>
                <a:r>
                  <a:rPr lang="en-US" dirty="0"/>
                  <a:t>Conditionals: Sum together the time to check the condition and time of the slowest branch</a:t>
                </a:r>
              </a:p>
              <a:p>
                <a:r>
                  <a:rPr lang="en-US" dirty="0"/>
                  <a:t>Function Calls: Time of the function’s body</a:t>
                </a:r>
              </a:p>
              <a:p>
                <a:r>
                  <a:rPr lang="en-US" dirty="0"/>
                  <a:t>Recursion: Solve a </a:t>
                </a:r>
                <a:r>
                  <a:rPr lang="en-US" dirty="0">
                    <a:solidFill>
                      <a:srgbClr val="FF0000"/>
                    </a:solidFill>
                  </a:rPr>
                  <a:t>recurrence relation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2AE12A-A60C-D025-F39A-B6F570BE8087}"/>
                  </a:ext>
                </a:extLst>
              </p14:cNvPr>
              <p14:cNvContentPartPr/>
              <p14:nvPr/>
            </p14:nvContentPartPr>
            <p14:xfrm>
              <a:off x="921600" y="2241000"/>
              <a:ext cx="6579000" cy="332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2AE12A-A60C-D025-F39A-B6F570BE80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240" y="2231640"/>
                <a:ext cx="6597720" cy="33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339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3A1F-2F28-72B9-7893-6E4BD450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26A-C2F5-7B5B-4759-C1446F4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1733-8A24-7197-0553-9AFFD20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</a:t>
            </a:r>
          </a:p>
          <a:p>
            <a:pPr marL="0" indent="0">
              <a:buNone/>
            </a:pPr>
            <a:r>
              <a:rPr lang="en-US" dirty="0"/>
              <a:t>    c = b / 3;  </a:t>
            </a:r>
          </a:p>
          <a:p>
            <a:pPr marL="0" indent="0">
              <a:buNone/>
            </a:pPr>
            <a:r>
              <a:rPr lang="en-US" dirty="0"/>
              <a:t>    b = c + 100;  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b++; 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FE405-21FA-86BC-EF0B-7959FD174D9C}"/>
              </a:ext>
            </a:extLst>
          </p:cNvPr>
          <p:cNvSpPr txBox="1"/>
          <p:nvPr/>
        </p:nvSpPr>
        <p:spPr>
          <a:xfrm>
            <a:off x="6096000" y="1223466"/>
            <a:ext cx="58166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different inputs?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Answer: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1ED43F-6E16-7070-FA09-978EBA782840}"/>
                  </a:ext>
                </a:extLst>
              </p14:cNvPr>
              <p14:cNvContentPartPr/>
              <p14:nvPr/>
            </p14:nvContentPartPr>
            <p14:xfrm>
              <a:off x="202680" y="918360"/>
              <a:ext cx="10797480" cy="5526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1ED43F-6E16-7070-FA09-978EBA7828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20" y="909000"/>
                <a:ext cx="10816200" cy="55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988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// 1</a:t>
            </a:r>
          </a:p>
          <a:p>
            <a:pPr marL="0" indent="0">
              <a:buNone/>
            </a:pPr>
            <a:r>
              <a:rPr lang="en-US" dirty="0"/>
              <a:t>    c = b / 3;  // 1</a:t>
            </a:r>
          </a:p>
          <a:p>
            <a:pPr marL="0" indent="0">
              <a:buNone/>
            </a:pPr>
            <a:r>
              <a:rPr lang="en-US" dirty="0"/>
              <a:t>    b = c + 100;  //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</a:t>
            </a:r>
          </a:p>
          <a:p>
            <a:pPr marL="0" indent="0">
              <a:buNone/>
            </a:pPr>
            <a:r>
              <a:rPr lang="en-US" dirty="0"/>
              <a:t>        b++; // 1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// 1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of items in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ops (+-*/)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different inputs?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blipFill>
                <a:blip r:embed="rId2"/>
                <a:stretch>
                  <a:fillRect l="-1572" t="-998" r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89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            print (“Hi, I’m annoying”); 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C7F58-306D-E658-69EC-00881D5C09AB}"/>
              </a:ext>
            </a:extLst>
          </p:cNvPr>
          <p:cNvSpPr txBox="1"/>
          <p:nvPr/>
        </p:nvSpPr>
        <p:spPr>
          <a:xfrm>
            <a:off x="6096000" y="1223466"/>
            <a:ext cx="55950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the input size?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C2D40A-7915-BA04-086D-3776B543C3AE}"/>
                  </a:ext>
                </a:extLst>
              </p14:cNvPr>
              <p14:cNvContentPartPr/>
              <p14:nvPr/>
            </p14:nvContentPartPr>
            <p14:xfrm>
              <a:off x="353520" y="1086840"/>
              <a:ext cx="8922960" cy="4705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C2D40A-7915-BA04-086D-3776B543C3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160" y="1077480"/>
                <a:ext cx="8941680" cy="472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4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417A-E6C5-87EA-7920-49532B7D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A5C-50F3-28D9-983F-19401049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3F75-C222-9FA9-3DC9-6A0B759E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// n times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// n times</a:t>
            </a:r>
          </a:p>
          <a:p>
            <a:pPr marL="0" indent="0">
              <a:buNone/>
            </a:pPr>
            <a:r>
              <a:rPr lang="en-US" dirty="0"/>
              <a:t>            print (“Hi, I’m annoying”);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31723-5CC5-DB8E-EA72-4108117A5CDA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items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or printing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Printing: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the input size?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blipFill>
                <a:blip r:embed="rId2"/>
                <a:stretch>
                  <a:fillRect l="-1634" t="-1175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5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0217" cy="4351338"/>
          </a:xfrm>
        </p:spPr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(distribution-dependent)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6B6BA4-FB69-5D77-9F32-EE1FDC78B884}"/>
                  </a:ext>
                </a:extLst>
              </p14:cNvPr>
              <p14:cNvContentPartPr/>
              <p14:nvPr/>
            </p14:nvContentPartPr>
            <p14:xfrm>
              <a:off x="909360" y="997920"/>
              <a:ext cx="8539200" cy="4005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6B6BA4-FB69-5D77-9F32-EE1FDC78B8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0" y="988560"/>
                <a:ext cx="8557920" cy="40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04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- Worst Case Time of Add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E0DF2B-2C50-08CC-5BA6-B5A1FBAD4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worst case running time of add?</a:t>
                </a:r>
              </a:p>
              <a:p>
                <a:pPr lvl="1"/>
                <a:r>
                  <a:rPr lang="en-US" dirty="0"/>
                  <a:t>Input size: size of “this”</a:t>
                </a:r>
              </a:p>
              <a:p>
                <a:pPr lvl="1"/>
                <a:r>
                  <a:rPr lang="en-US" dirty="0"/>
                  <a:t>Operations counted: indexing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65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– Amortized Time of Add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9D7957-B208-5E47-448C-922F4E817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 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data[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highlight>
                <a:srgbClr val="FFFFFF"/>
              </a:highlight>
            </a:endParaRPr>
          </a:p>
        </p:txBody>
      </p:sp>
      <p:grpSp>
        <p:nvGrpSpPr>
          <p:cNvPr id="10" name="Group 9" descr="In the resize method, we double the length of the array using the line:&#10;&#10;data = new int[data.length*2];&#10;&#10;By making the choice to double, we guarantee we will not have to do any more resizing until the size of the ArrayList has double.">
            <a:extLst>
              <a:ext uri="{FF2B5EF4-FFF2-40B4-BE49-F238E27FC236}">
                <a16:creationId xmlns:a16="http://schemas.microsoft.com/office/drawing/2014/main" id="{9C129402-4FE1-5B72-A11C-459E5ABFB08C}"/>
              </a:ext>
            </a:extLst>
          </p:cNvPr>
          <p:cNvGrpSpPr/>
          <p:nvPr/>
        </p:nvGrpSpPr>
        <p:grpSpPr>
          <a:xfrm>
            <a:off x="3603084" y="4899991"/>
            <a:ext cx="2975957" cy="1873574"/>
            <a:chOff x="3603084" y="4899991"/>
            <a:chExt cx="2975957" cy="187357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CA4A632-C2AC-7864-4F4E-4A5F61D15BA8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 flipV="1">
              <a:off x="3856383" y="4899991"/>
              <a:ext cx="1234680" cy="9502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D5D4F1-8370-387D-F6D8-21C5C80D4F42}"/>
                </a:ext>
              </a:extLst>
            </p:cNvPr>
            <p:cNvSpPr txBox="1"/>
            <p:nvPr/>
          </p:nvSpPr>
          <p:spPr>
            <a:xfrm>
              <a:off x="3603084" y="5850235"/>
              <a:ext cx="297595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Every time we resize, we earn 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data.length</a:t>
              </a:r>
              <a:r>
                <a:rPr lang="en-US" dirty="0">
                  <a:solidFill>
                    <a:srgbClr val="FF0000"/>
                  </a:solidFill>
                </a:rPr>
                <a:t> more adds before the next resize!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Amortized Analysis Idea:</a:t>
                </a:r>
              </a:p>
              <a:p>
                <a:pPr lvl="1"/>
                <a:r>
                  <a:rPr lang="en-US" dirty="0"/>
                  <a:t>Suppose we have a program that in total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adds.</a:t>
                </a:r>
              </a:p>
              <a:p>
                <a:pPr lvl="1"/>
                <a:r>
                  <a:rPr lang="en-US" dirty="0"/>
                  <a:t>How much time was spent “on average” across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the initial size of </a:t>
                </a:r>
                <a:r>
                  <a:rPr lang="en-US" dirty="0">
                    <a:latin typeface="Consolas" panose="020B0609020204030204" pitchFamily="49" charset="0"/>
                  </a:rPr>
                  <a:t>data</a:t>
                </a:r>
              </a:p>
              <a:p>
                <a:pPr lvl="1"/>
                <a:r>
                  <a:rPr lang="en-US" dirty="0"/>
                  <a:t>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42371F-A126-496E-CA35-D9D03332C43F}"/>
                  </a:ext>
                </a:extLst>
              </p14:cNvPr>
              <p14:cNvContentPartPr/>
              <p14:nvPr/>
            </p14:nvContentPartPr>
            <p14:xfrm>
              <a:off x="1020240" y="1417680"/>
              <a:ext cx="10127520" cy="4999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42371F-A126-496E-CA35-D9D03332C4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880" y="1408320"/>
                <a:ext cx="10146240" cy="50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45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11-2C9F-C400-7B2E-F7113BCC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83E-FA76-F83C-AF97-9517E9B1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I’d like to park in a lot where they charge $10 per day to park</a:t>
            </a:r>
          </a:p>
          <a:p>
            <a:r>
              <a:rPr lang="en-US" dirty="0"/>
              <a:t>If you are caught in the lot without paying you are given a warning</a:t>
            </a:r>
          </a:p>
          <a:p>
            <a:r>
              <a:rPr lang="en-US" dirty="0"/>
              <a:t>If you get 3 warnings, you are charged a $25 fine, and your warnings reset.</a:t>
            </a:r>
          </a:p>
          <a:p>
            <a:r>
              <a:rPr lang="en-US" dirty="0"/>
              <a:t>Should you actually pay to park?</a:t>
            </a:r>
          </a:p>
          <a:p>
            <a:pPr lvl="1"/>
            <a:r>
              <a:rPr lang="en-US" dirty="0"/>
              <a:t>If you pay every day then you pay an average of $10 per day</a:t>
            </a:r>
          </a:p>
          <a:p>
            <a:pPr lvl="1"/>
            <a:r>
              <a:rPr lang="en-US" dirty="0"/>
              <a:t>If you do not pay then for every three </a:t>
            </a:r>
            <a:r>
              <a:rPr lang="en-US"/>
              <a:t>days parking costs $</a:t>
            </a:r>
            <a:r>
              <a:rPr lang="en-US" dirty="0"/>
              <a:t>0+$0+$25, for an average of $8.33 per day</a:t>
            </a:r>
          </a:p>
          <a:p>
            <a:pPr lvl="2"/>
            <a:r>
              <a:rPr lang="en-US" dirty="0"/>
              <a:t>This is an amortized analysis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728002-A445-614E-711E-18C58C1394FE}"/>
                  </a:ext>
                </a:extLst>
              </p14:cNvPr>
              <p14:cNvContentPartPr/>
              <p14:nvPr/>
            </p14:nvContentPartPr>
            <p14:xfrm>
              <a:off x="2298240" y="2289960"/>
              <a:ext cx="8262720" cy="3062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728002-A445-614E-711E-18C58C1394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8880" y="2280600"/>
                <a:ext cx="8281440" cy="30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086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in a Sorted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== k)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848916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CA19943-896C-C827-4178-7F901C19E9E4}"/>
                  </a:ext>
                </a:extLst>
              </p14:cNvPr>
              <p14:cNvContentPartPr/>
              <p14:nvPr/>
            </p14:nvContentPartPr>
            <p14:xfrm>
              <a:off x="678960" y="1203120"/>
              <a:ext cx="11393640" cy="3619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CA19943-896C-C827-4178-7F901C19E9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600" y="1193760"/>
                <a:ext cx="11412360" cy="36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196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you think of a faster algorithm to solve this problem?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6F225FD-E94A-AB78-3B10-B352687EA09F}"/>
                  </a:ext>
                </a:extLst>
              </p14:cNvPr>
              <p14:cNvContentPartPr/>
              <p14:nvPr/>
            </p14:nvContentPartPr>
            <p14:xfrm>
              <a:off x="6944040" y="642960"/>
              <a:ext cx="3281760" cy="1378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6F225FD-E94A-AB78-3B10-B352687EA0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4680" y="633600"/>
                <a:ext cx="3300480" cy="13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69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&lt; end){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mid = start + (end-start)/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==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&lt;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start = mid+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end = mid;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252065B-73C9-92D9-D16E-6595EBC80BC6}"/>
                  </a:ext>
                </a:extLst>
              </p14:cNvPr>
              <p14:cNvContentPartPr/>
              <p14:nvPr/>
            </p14:nvContentPartPr>
            <p14:xfrm>
              <a:off x="1290600" y="2296080"/>
              <a:ext cx="8244000" cy="3365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252065B-73C9-92D9-D16E-6595EBC80B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1240" y="2286720"/>
                <a:ext cx="8262720" cy="338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9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beginning: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After 1 iteration: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mid-start = (start+(end-start)/2)-start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end-mid = end-(start+(end-start)/2)</a:t>
                </a:r>
              </a:p>
              <a:p>
                <a:r>
                  <a:rPr lang="en-US" dirty="0"/>
                  <a:t>Each iteration cuts the “gap” in half!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iterations the size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We stop when the gap is 1</a:t>
                </a:r>
              </a:p>
              <a:p>
                <a:pPr lvl="1"/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B124E3-7739-059D-E9CA-B35BBC488818}"/>
                  </a:ext>
                </a:extLst>
              </p14:cNvPr>
              <p14:cNvContentPartPr/>
              <p14:nvPr/>
            </p14:nvContentPartPr>
            <p14:xfrm>
              <a:off x="758880" y="805320"/>
              <a:ext cx="10905120" cy="518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B124E3-7739-059D-E9CA-B35BBC4888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520" y="795960"/>
                <a:ext cx="10923840" cy="519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363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6-036F-846E-F4AC-15AAFD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Graphed</a:t>
            </a:r>
          </a:p>
        </p:txBody>
      </p:sp>
      <p:pic>
        <p:nvPicPr>
          <p:cNvPr id="5" name="Picture 4" descr="The same graph, but zoomed out farther so that larger input sizes are visible. From this graph we can see that the previous one was misleading, and after a certain point linear will take more time than log.">
            <a:extLst>
              <a:ext uri="{FF2B5EF4-FFF2-40B4-BE49-F238E27FC236}">
                <a16:creationId xmlns:a16="http://schemas.microsoft.com/office/drawing/2014/main" id="{C6AC8BB0-49B0-7D5E-92DD-CF544CC7D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6095999" y="1829365"/>
            <a:ext cx="6048478" cy="3748475"/>
          </a:xfrm>
          <a:prstGeom prst="rect">
            <a:avLst/>
          </a:prstGeom>
        </p:spPr>
      </p:pic>
      <p:pic>
        <p:nvPicPr>
          <p:cNvPr id="3" name="Picture 2" descr="A graph showing the running time of a binary search of a list (i.e. log(n)) and a linear search of a list (n). The range of values shown is narrow, ans so binary search appears to take more time for all inputs in the range.">
            <a:extLst>
              <a:ext uri="{FF2B5EF4-FFF2-40B4-BE49-F238E27FC236}">
                <a16:creationId xmlns:a16="http://schemas.microsoft.com/office/drawing/2014/main" id="{55957566-1767-9559-3814-497EED16D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7522" y="1829365"/>
            <a:ext cx="6048477" cy="3748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994208-B5EE-90A9-FC4E-7320DC8A8840}"/>
                  </a:ext>
                </a:extLst>
              </p14:cNvPr>
              <p14:cNvContentPartPr/>
              <p14:nvPr/>
            </p14:nvContentPartPr>
            <p14:xfrm>
              <a:off x="663840" y="985680"/>
              <a:ext cx="10717200" cy="407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994208-B5EE-90A9-FC4E-7320DC8A88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480" y="976320"/>
                <a:ext cx="10735920" cy="409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0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629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Asymptotically comparing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">
            <a:extLst>
              <a:ext uri="{FF2B5EF4-FFF2-40B4-BE49-F238E27FC236}">
                <a16:creationId xmlns:a16="http://schemas.microsoft.com/office/drawing/2014/main" id="{1926F536-686E-BD1B-029B-BA2875E072D6}"/>
              </a:ext>
            </a:extLst>
          </p:cNvPr>
          <p:cNvGrpSpPr/>
          <p:nvPr/>
        </p:nvGrpSpPr>
        <p:grpSpPr>
          <a:xfrm>
            <a:off x="821900" y="1150625"/>
            <a:ext cx="9272722" cy="5640781"/>
            <a:chOff x="821900" y="1098075"/>
            <a:chExt cx="9272722" cy="564078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𝑂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514" r="-514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/>
                <p:cNvSpPr txBox="1"/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Θ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517" r="-258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/>
                <p:cNvSpPr txBox="1"/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Ω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58" r="-515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2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&#10;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990"/>
            <a:stretch/>
          </p:blipFill>
          <p:spPr bwMode="auto">
            <a:xfrm>
              <a:off x="821900" y="1098075"/>
              <a:ext cx="6884343" cy="5640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AEB93DE-1016-7B2B-B83C-C034292678A9}"/>
                  </a:ext>
                </a:extLst>
              </p14:cNvPr>
              <p14:cNvContentPartPr/>
              <p14:nvPr/>
            </p14:nvContentPartPr>
            <p14:xfrm>
              <a:off x="912600" y="783720"/>
              <a:ext cx="9826560" cy="5649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AEB93DE-1016-7B2B-B83C-C034292678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240" y="774360"/>
                <a:ext cx="9845280" cy="566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49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75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Idea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2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7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A6EC-082D-11D1-9F3F-D540292E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60A5-0D97-3D38-FF74-D85495E9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(Scratchwork)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914400" lvl="2" indent="0">
                  <a:buNone/>
                </a:pPr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The algebra looks like it might be easier if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To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we need to consider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will cause “add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” to have less impact than “multiply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”.</a:t>
                </a:r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Thus it should work to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696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(Proof)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This is True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is strictly increasing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1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96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F14A-D064-54E0-6BBF-CF65280E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F9BC-8583-F6DE-8ADA-F9EB3C14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(Scratchwork)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>
                <a:normAutofit lnSpcReduction="10000"/>
              </a:bodyPr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It looks like things might simplify if we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hmmm….. That didn’t work! But, it tells us that to make the left hand side bigger, it needs to be 50 larger than the right! This means we definitely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let’s instead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This simplifies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, so we 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150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9128-3B0A-EEBD-AA47-0A2E16E0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C6BA-B88E-5695-E2EE-A7497F6A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(Proof)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Applying algebra: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r>
                  <a:rPr lang="en-US" dirty="0"/>
                  <a:t> (allowed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Because we chose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, the inequality holds for all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77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Want to show that there does not exist a pair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740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 (Proof)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30912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66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545482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0072-AB08-4A0C-5E2D-26E006D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case, Best case, amortized are ways to select a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are ways to compare functions</a:t>
                </a:r>
              </a:p>
              <a:p>
                <a:r>
                  <a:rPr lang="en-US" dirty="0"/>
                  <a:t>You can mix and match!</a:t>
                </a:r>
              </a:p>
              <a:p>
                <a:r>
                  <a:rPr lang="en-US" dirty="0"/>
                  <a:t>The following statements totally make sense!</a:t>
                </a:r>
              </a:p>
              <a:p>
                <a:pPr lvl="1"/>
                <a:r>
                  <a:rPr lang="en-US" dirty="0"/>
                  <a:t>The worst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8609</TotalTime>
  <Words>3103</Words>
  <Application>Microsoft Office PowerPoint</Application>
  <PresentationFormat>Widescreen</PresentationFormat>
  <Paragraphs>416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 Light</vt:lpstr>
      <vt:lpstr>Arial</vt:lpstr>
      <vt:lpstr>Consolas</vt:lpstr>
      <vt:lpstr>Calibri</vt:lpstr>
      <vt:lpstr>Cambria Math</vt:lpstr>
      <vt:lpstr>Office Theme</vt:lpstr>
      <vt:lpstr>CSE 332 Spring 2026 Lecture 3: Algorithm Analysis pt.2</vt:lpstr>
      <vt:lpstr>Running Time Analysis</vt:lpstr>
      <vt:lpstr>Options for your running time function</vt:lpstr>
      <vt:lpstr>Worst Case Running Time Analysis</vt:lpstr>
      <vt:lpstr>Worst Case Running Time – General Guide</vt:lpstr>
      <vt:lpstr>Worst Case – Example 1 (Questions)</vt:lpstr>
      <vt:lpstr>Worst Case – Example 1 (Answers)</vt:lpstr>
      <vt:lpstr>Worst Case – Example 2 (Questions)</vt:lpstr>
      <vt:lpstr>Worst Case – Example 2 (Answers)</vt:lpstr>
      <vt:lpstr>Reminder: Options for your running time function</vt:lpstr>
      <vt:lpstr>ArrayList - Worst Case Time of Add</vt:lpstr>
      <vt:lpstr>ArrayList – Amortized Time of Add</vt:lpstr>
      <vt:lpstr>Amortized Analysis Analogy</vt:lpstr>
      <vt:lpstr>Searching in a Sorted List</vt:lpstr>
      <vt:lpstr>Faster way?</vt:lpstr>
      <vt:lpstr>Binary Search</vt:lpstr>
      <vt:lpstr>Why is this log_2⁡n?</vt:lpstr>
      <vt:lpstr>Running Time Graphed</vt:lpstr>
      <vt:lpstr>Comparing Running Times</vt:lpstr>
      <vt:lpstr>Asymptotically comparing f(n) with g(n)</vt:lpstr>
      <vt:lpstr>Asymptotic Notation</vt:lpstr>
      <vt:lpstr>Idea of Θ</vt:lpstr>
      <vt:lpstr>Asymptotic Notation Example 1</vt:lpstr>
      <vt:lpstr>Asymptotic Notation Example 1 (Scratchwork)</vt:lpstr>
      <vt:lpstr>Asymptotic Notation Example 1 (Proof)</vt:lpstr>
      <vt:lpstr>Asymptotic Notation Example 2</vt:lpstr>
      <vt:lpstr>Asymptotic Notation Example 2 (Scratchwork)</vt:lpstr>
      <vt:lpstr>Asymptotic Notation Example 2 (Proof)</vt:lpstr>
      <vt:lpstr>Asymptotic Notation Example 3</vt:lpstr>
      <vt:lpstr>Asymptotic Notation Example 3 (Proof)</vt:lpstr>
      <vt:lpstr>Gaining Intuition</vt:lpstr>
      <vt:lpstr>More Examples</vt:lpstr>
      <vt:lpstr>Common Categories</vt:lpstr>
      <vt:lpstr>Defining your running time function</vt:lpstr>
      <vt:lpstr>Beware!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Spring 2026 Lecture 3</dc:title>
  <dc:creator>Nathan Brunelle</dc:creator>
  <cp:lastModifiedBy>Nathan Brunelle</cp:lastModifiedBy>
  <cp:revision>74</cp:revision>
  <dcterms:created xsi:type="dcterms:W3CDTF">2023-09-26T20:08:20Z</dcterms:created>
  <dcterms:modified xsi:type="dcterms:W3CDTF">2026-04-03T20:30:02Z</dcterms:modified>
</cp:coreProperties>
</file>