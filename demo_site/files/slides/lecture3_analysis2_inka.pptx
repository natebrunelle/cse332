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4"/>
  </p:notesMasterIdLst>
  <p:sldIdLst>
    <p:sldId id="256" r:id="rId2"/>
    <p:sldId id="386" r:id="rId3"/>
    <p:sldId id="430" r:id="rId4"/>
    <p:sldId id="424" r:id="rId5"/>
    <p:sldId id="397" r:id="rId6"/>
    <p:sldId id="435" r:id="rId7"/>
    <p:sldId id="394" r:id="rId8"/>
    <p:sldId id="398" r:id="rId9"/>
    <p:sldId id="436" r:id="rId10"/>
    <p:sldId id="434" r:id="rId11"/>
    <p:sldId id="431" r:id="rId12"/>
    <p:sldId id="432" r:id="rId13"/>
    <p:sldId id="407" r:id="rId14"/>
    <p:sldId id="411" r:id="rId15"/>
    <p:sldId id="426" r:id="rId16"/>
    <p:sldId id="427" r:id="rId17"/>
    <p:sldId id="412" r:id="rId18"/>
    <p:sldId id="413" r:id="rId19"/>
    <p:sldId id="414" r:id="rId20"/>
    <p:sldId id="415" r:id="rId21"/>
    <p:sldId id="429" r:id="rId22"/>
    <p:sldId id="416" r:id="rId23"/>
    <p:sldId id="417" r:id="rId24"/>
    <p:sldId id="418" r:id="rId25"/>
    <p:sldId id="419" r:id="rId26"/>
    <p:sldId id="420" r:id="rId27"/>
    <p:sldId id="421" r:id="rId28"/>
    <p:sldId id="422" r:id="rId29"/>
    <p:sldId id="423" r:id="rId30"/>
    <p:sldId id="409" r:id="rId31"/>
    <p:sldId id="410" r:id="rId32"/>
    <p:sldId id="428" r:id="rId33"/>
  </p:sldIdLst>
  <p:sldSz cx="12192000" cy="6858000"/>
  <p:notesSz cx="6858000" cy="9144000"/>
  <p:embeddedFontLst>
    <p:embeddedFont>
      <p:font typeface="Cambria Math" panose="02040503050406030204" pitchFamily="18" charset="0"/>
      <p:regular r:id="rId35"/>
    </p:embeddedFont>
    <p:embeddedFont>
      <p:font typeface="Consolas" panose="020B0609020204030204" pitchFamily="49" charset="0"/>
      <p:regular r:id="rId36"/>
      <p:bold r:id="rId37"/>
      <p:italic r:id="rId38"/>
      <p:boldItalic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09T21:08:28.01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24982 7254 0,'0'0'0,"0"0"0,0 0 16,-9-8-1,1-1-15,-9 1 16,-9 8-16,-8 0 16,-34 17-1,-26 17 1,0 8-1,-9 26-15,-8 0 16,18-8-16,-10-1 16,18-7-1,42-10 1,18 1-16,33-1 16,26-8-1,52-17-15,7-17 16,1-34-1,26-8-15,16-18 16,-8-8-16,-34 0 16,-42 17-1,-18 17 1,-17 17-16,-9 0 16,1 17-1,-1 0-15,-8 8 16,17 26-1,-8 34-15,-9 52 16,-9 58 0,-16-42-16,8-68 15,17-17 1,0-8-16,8-18 16,1-16-1</inkml:trace>
  <inkml:trace contextRef="#ctx0" brushRef="#br0" timeOffset="430.26">25733 7629 0,'0'0'0,"-17"8"0,-17 35 16,0 33 0,8 1-16,9-9 15,0-17-15,0-17 16,8-9 0,9-16-1,0-1-15,0-8 16,26 0-1,25 0-15,17 0 16,18 17 0,-18 0-16,-25 9 15,-9 8-15,-9 34 16,-16 42 0,-18 1-1,-8-18-15,-8-42 16,-1-25-1,-8-9-15,17-8 16</inkml:trace>
  <inkml:trace contextRef="#ctx0" brushRef="#br0" timeOffset="657.39">26091 7356 0,'0'0'0,"0"26"0,0 8 0,9 8 32,8-8-32,17 0 0,34 0 15,77-8 1,163 25-1</inkml:trace>
  <inkml:trace contextRef="#ctx0" brushRef="#br0" timeOffset="1055.33">27423 8096 0,'-9'0'0,"-25"26"0,-17 8 16,17 8-1,8 18 1,9 33-16,9 1 15,25-18-15,51-7 16,60-10-16,43-16 31,16-26-31,10-26 16,-27-33 0,-42-9-16,-42-9 15,-26-17 1,-43-33-16,-77-18 0,-171 18 31,-127 25-31</inkml:trace>
  <inkml:trace contextRef="#ctx0" brushRef="#br0" timeOffset="4695.63">25016 8972 0,'0'0'0,"-9"0"0,1 0 15,-1 0 1,1 0-16,-18 9 15,1 8 1,-10 0-16,-7 8 16,-1 1-1,9-1-15,0 1 16,17-9-16,0 0 16,0 0-1,17 0 1,0 0-16,17 0 15,25 0-15,18 8 16,0 1 0,-17-18-16,-1 9 15,35 0 1,0-8-16,-9-1 16,9-8-1,0 0-15,-18-8 16,-16-1-1,-26 1 1</inkml:trace>
  <inkml:trace contextRef="#ctx0" brushRef="#br0" timeOffset="4919.17">25170 9236 0,'0'0'0,"0"0"16,0 17-16,0 25 0,-9 35 16,0-1-1,1 1 1,-9 0 0,0-9-16,0-26 0,8 1 31,18-1-31,-1-25 0</inkml:trace>
  <inkml:trace contextRef="#ctx0" brushRef="#br0" timeOffset="5331">26134 9372 0,'0'0'0,"0"0"16,-9 0-16,1 17 16,-18 8-1,1 9-15,8-8 16,0-1 0,0-16-16,8-1 15,0 1 1,9 0-16,9 8 15,8 8 1,17 9-16,9 0 16,8 17-1,-17 9-15,-17 25 16,-25 25 0,-9-8-16,0-25 15,-9-18 1,9-25-16,0-17 15,8-8 1,9-9-16</inkml:trace>
  <inkml:trace contextRef="#ctx0" brushRef="#br0" timeOffset="5584.94">26271 9151 0,'0'0'0,"0"0"15,0 0-15,0 0 16,25 25 0,26 9-1,35 17-15,8-8 16,25-9-1,9 8-15,9-25 16,144 9-16</inkml:trace>
  <inkml:trace contextRef="#ctx0" brushRef="#br0" timeOffset="5919.32">27756 9678 0,'0'0'0,"-17"9"15,-18 33-15,-33 9 16,0 17 0,-17 9-1,8-1-15,17 9 16,34-8-1,26-9-15,43-9 0,42-8 16,35-25 0,42-26-16,26-34 15,-43-34 1,-43-9 0,-33 1-16,-35-9 15,-51-9 1,-154-25-16,-153-25 15</inkml:trace>
  <inkml:trace contextRef="#ctx0" brushRef="#br0" timeOffset="12822.89">23420 10282 0,'0'0'0,"0"0"15,0 0-15,0 0 16,0 0-16,0 0 16,0 0-1,0 8 1,0 18-16,0 16 16,0 18-1,8 25-15,18 9 16,8-9-1,17-17-15,26 0 16,9-17-16,-44-26 16</inkml:trace>
  <inkml:trace contextRef="#ctx0" brushRef="#br0" timeOffset="13092.14">24504 10512 0,'0'0'0,"0"0"16,0 0-16,-9 0 16,-33 25-1,-69 43-15,-34 43 16,17 8-1,-35 51-15,-16 8 16,51-59 0,51 18-16,18 41 0,-44 128 15</inkml:trace>
  <inkml:trace contextRef="#ctx0" brushRef="#br0" timeOffset="13521.53">24734 11030 0,'0'0'0,"0"0"0,-17 26 16,-8 25 0,-18 8-16,-8 9 0,17 9 31,-1-9-31,1-8 16,17-1-1,0-8-15,17-8 16,0-18-1,17 1-15,52-1 16,76-25 0,0-17-16,0-17 15,17-17 1,-43 17-16,-25 17 16,-42 0-1,-10 9-15,-25-1 16</inkml:trace>
  <inkml:trace contextRef="#ctx0" brushRef="#br0" timeOffset="13722.91">25050 11387 0,'0'9'0,"0"42"15,0 94-15,17 76 16,17 25 0,9 1-16,-17 42 15,8 77 1</inkml:trace>
  <inkml:trace contextRef="#ctx0" brushRef="#br0" timeOffset="19640.55">19630 9244 0,'0'0'0,"0"0"0,0 0 15,0 0-15</inkml:trace>
  <inkml:trace contextRef="#ctx0" brushRef="#br0" timeOffset="20712.72">19673 9363 0,'0'0'0,"0"0"0,0 0 0,0 0 31,0 0-31,-8-8 16,-10-1-1,-7 1-15,-26-18 16,-18 9 0,-33 9-16,-35 33 15,-8 18 1,-8 25-16,-10 25 16,-16 44-1,9 7 1,33-8-16,18 9 15,8-1-15,25 1 16,26 0 0,26-1-16,34 1 15,26-1 1,25 1 0,43-9-16,51-17 15,43 0 1,34-8-16,8-9 15,26-26-15,17-8 16,18 0 0,16 0-16,26-8 15,34 8 1,17 8-16,8 1 16,35-1-1,-43 1-15,-34-26 16,34 0-1,-8-8 1,-1-18-16,-25-8 16,9-8-16,-9-18 15,0 1 1,-18-9 0,-50-9-16,-34-25 15,-18-8 1,-51-10-16,-25-16 15,-9-17-15,-43 0 16,-33-8 0,-35-1-16,-26-8 15,-59-51 1,-68-26-16,-52 18 16,-77-35-1,-42 9 1,-26 43-16,-42-18 15,-9 9 1,-26 42-16,-50 18 16,-44-9-1,-16-17-15,-27 8 16,1 52 0,9 24-16,-44 1 15,1 26 1,8 8-16,17 17 0,1 17 15,-44 8 1,10 52 0,41 42-16,138-17 15</inkml:trace>
  <inkml:trace contextRef="#ctx0" brushRef="#br0" timeOffset="37004.64">8228 7382 0,'0'0'0,"0"0"0,-9 0 0,1 0 15,-9 17 1,-9 0-16,-17 8 15,-16 26 1,-27 26-16,-8 8 16,17 0-16,26-8 15,9-1 1,7 1-16,27-1 16,8-25-1,34 0 1,34 9-16,60-1 15,17-16-15,52-9 16,33-17-16,26-17 16,9-9-1,-35 1 1,-25-1-16,-77 1 16,-43-9-1,-33-9-15,-10-16 16,-25-35-16,-34-25 31,-68-42-31,-111-52 16,-103 17-1,-102 60-15,-128 94 0,-111 93 16,17 128 0,238-9-1</inkml:trace>
  <inkml:trace contextRef="#ctx0" brushRef="#br0" timeOffset="42713.93">9030 7161 0,'0'0'0,"0"0"0,0 0 15,-9 0-15,-8 8 16,-25 9-16,-18-8 16,-25-1-1,-9 9 1,-17-8-16,-9 8 16,1 17-1,-1 17-15,9 17 16,17 8-16,-8 1 15,0 51 1,16 42-16,27-9 16,24 26-1,10 26 1,33-9-16,44 26 16,33-52-1,34-42-15,61 9 16,33-26-1,26-43-15,8-59 16,-8-59-16,-8-43 16,-18-9-1,-51-42 1,-25-42-16,-60 8 16,-43-51-1,-51-9-15,-60-8 16,-77-9-16,-127 26 15,-112 51 1,-59 76-16,51 52 16</inkml:trace>
  <inkml:trace contextRef="#ctx0" brushRef="#br0" timeOffset="47678.77">7442 11192 0,'0'0'0,"0"0"0,77-26 15,137-42 1,136-8 0,119 16-16,94 18 15,129-1 1,-266 18-16</inkml:trace>
  <inkml:trace contextRef="#ctx0" brushRef="#br0" timeOffset="62389.3">8313 13148 0,'0'0'0,"0"0"0,0 8 15,-8 18 1,-10 42-1,-16 34-15,-17 34 16,8 34-16,1-8 16,8-35-1,17-8-15,-1 0 16,10 1 0,8-61-1</inkml:trace>
  <inkml:trace contextRef="#ctx0" brushRef="#br0" timeOffset="63090.35">9030 13803 0,'0'0'0,"0"0"15,0 0-15,0 0 16,0 0 0,0 0-16,-9 8 15,1 18-15,-18 25 32,-42 42-32,-26 18 15,34-18-15,26-8 16,26-8-1,16-17 1,26-18-16,35 1 16,59-35-1,34-42-15,9-42 16,-18-18 0,-50 9-16,-18-9 0,-34 1 15,-34 8 1,-17 8-16,-25 9 15,-44 9 1,-67 8-16,-146-34 16</inkml:trace>
  <inkml:trace contextRef="#ctx0" brushRef="#br0" timeOffset="63651.4">10737 13624 0,'0'0'0,"0"0"0,-9 26 16,-25 25-16,-8 25 16,-61 43-1,-25 0 1,34-25-16,0-26 15,35-17 1,25-26-16,16-16 16,18-18-16,18-33 15,84-60 1,60-43 0,-17 9-16,-17 43 15,0 25 1,-8 34-16,-26 25 15,-18 35-15,-16 25 16,-17 59 0,-26 52-16,-34 42 15,-17-25 1,-18-69 0,18-59-16</inkml:trace>
  <inkml:trace contextRef="#ctx0" brushRef="#br0" timeOffset="64387.44">13007 13539 0,'0'0'0,"0"0"0,0 17 15,-8 0 1,-1 26-16,1 25 15,-18 51 1,-25 25-16,-9 1 16,0-18-1,-8 1-15,8-26 0,18-51 32,25-34-17</inkml:trace>
  <inkml:trace contextRef="#ctx0" brushRef="#br0" timeOffset="64602">12222 13964 0,'0'0'0,"17"9"0,51 33 16,52 26 0,42-8-16,0-9 15,0-17 1,137 0-16</inkml:trace>
  <inkml:trace contextRef="#ctx0" brushRef="#br0" timeOffset="65240.12">14484 13786 0,'0'0'0,"0"0"0,0 0 0,-9 0 16,1-9 0,-1 9-16,-16 0 15,-35 0-15,-25 17 31,8 0-31,8 17 16,1 17 0,17 17-16,17 0 15,8-25-15,26-1 16,0-8 0,17-8-1,26-18-15,51-16 16,34-35-1,-9-33-15,-16-9 16,-9 0 0,-18 8-16,-16 18 15,-34 33-15,-9 9 16,-9 0 0,1 17-1,-18 9-15,-16 42 16,-18 68-1,-25 51-15,-18 25 16,1 1 0,17-34-16,17-1 15,17-16 1,8-60-16,17-60 16</inkml:trace>
  <inkml:trace contextRef="#ctx0" brushRef="#br0" timeOffset="65720.78">15790 13879 0,'0'0'0,"0"0"0,-9 0 15,-25 26-15,-26 42 16,-17 25 0,-8 18-1,8 0-15,9-18 16,25-8-1,35-34-15,16 0 16,26-8 0,26-18-16,17-16 15,34-35-15,8-16 32,-25-35-32,-8-8 15,-27 0-15,-24-9 16,-18 9-1,-26 17-15,1 26 16,-35 16 0,-51 9-1,9 34-15,42 0 16</inkml:trace>
  <inkml:trace contextRef="#ctx0" brushRef="#br0" timeOffset="66073.14">17019 14551 0,'0'0'0,"0"0"0,-17 9 15,-18 25 1,-7 17-16,-9 0 15,16 0 1,10-9-16,25 1 16,34-9-16,51-9 15,60-25 1,52-34 0,-18-25-16,-68-1 0,-43 1 31,-25-1-31,-60-16 15,-128-18 1,-205 18-16,-43 42 16</inkml:trace>
  <inkml:trace contextRef="#ctx0" brushRef="#br0" timeOffset="68293.92">12265 13080 0,'0'0'0,"8"8"0,43 35 16,86 59-16,59 34 15,35 0 1,33 17-16,52 9 0,26-1 16,42 9-1,68-8 1,26 8-1,34 0-15,-25-8 0,-27-26 32,-84 0-32,-43-9 15,-60-24 1,-51-10-16,-51-16 16,-95-18-16,-24-16 15,-35-18-15,-34-16 31,8-1-31</inkml:trace>
  <inkml:trace contextRef="#ctx0" brushRef="#br0" timeOffset="68751.66">12495 15716 0,'0'0'0,"0"0"0,17-8 0,52-18 16,50-25 0,111-51-1,69-42-15,94-69 16,93-51-1,26-16-15,52-1 16,8 17 0,-9 18-16,-8 25 15,-35 25 1,-42 43-16,-43 8 16,-68 1-1</inkml:trace>
  <inkml:trace contextRef="#ctx0" brushRef="#br0" timeOffset="71573.49">7972 12952 0,'0'0'0,"0"0"0,0 0 16,0 0 0,0 9-16,17 16 0,0 9 31,25 26-31,44 25 16,16 8-1,1 10-15,-1 16 0,9-9 31,26 18-31,8-1 16,-17 9-16,-9-17 16,18 0-16,-18-25 31,-42-26-31,0 9 16,-17-18-16,-9-8 15,-17-8-15,-8-18 31,-1 1-31,1-18 16,-1-8 0,-16 0-16</inkml:trace>
  <inkml:trace contextRef="#ctx0" brushRef="#br0" timeOffset="71866.14">9747 13599 0,'0'0'0,"0"0"0,-9 0 15,-8 0-15,-17 17 16,-60 17-1,-76 0-15,-10 8 16,-93 9 0,-77 51-16,-59 77 15,-44 16 1,18-24-16,68-18 16</inkml:trace>
  <inkml:trace contextRef="#ctx0" brushRef="#br0" timeOffset="74672.5">10174 12578 0,'0'0'0,"0"0"0,0 9 0,0 16 15,0 18 1,0 33 0,-9 52-16,1 33 15,-18 43-15,-17 35 16,1 24 0,-44 1-1,-8-26-15,26-34 16,25-42-1,18-52-15,8-25 16,8-25-16,9-18 16,0-16-1,0-1-15,17 1 16,35-9 0,41-17-1,44-17-15,59-17 16,26-9-16,-43 9 15,18 0 1,-10 17 0,-50 9-16,-26-1 15,0 9-15,-17 0 16,-34 0 0,-18-8-16,1-1 15,0-16 1,8-35-1,0-42-15,-8-34 16,-9-25-16,-9-27 16,-16 18-1,-18-8 1,1 8-16,-9 34 16,0 8-1,-9 9-15,9 17 16,0 25-16,17 26 15,0 9-15,0 25 16,0 0 0,0 0-1,0 17 1,0 0-16,0 0 0,0 0 31,-17 0-31,-128 25 16,-265 69-1,-119 8-15,128-34 16</inkml:trace>
  <inkml:trace contextRef="#ctx0" brushRef="#br0" timeOffset="118309.33">19554 7025 0,'-9'-9'0,"-8"1"0,-17-1 16,-9 1-16,0-1 16,-16 1-1,-10-1-15,10 9 16,-35 9-1,-9 8-15,-8 17 16,-8 8 0,8 18-16,17-9 15,9 8 1,8 9-16,0 9 16,9 16-1,8 1 1,9 0-16,25-9 15,9-9-15,26-8 16,16 17 0,10 9-1,33-9-15,17-17 16,18 0-16,42-9 16,17-16-1,34-9 1,35 8-16,-10-16 15,1-9-15,17-9 16,26-8 0,42-8-16,18-9 15,-18-9 1,-17-25 0,0 0-16,-25 9 15,-18-35 1,-25-8-16,-26 9 15,-25 8 1,-43 8-16,-17-8 0,-34 0 16,-26-25-1,-34-9 1,-59-1-16,-95-41 16,-153-60-1,-163 8-15,-110 52 16,-34 76-1,-129 42 1,291 26-16</inkml:trace>
  <inkml:trace contextRef="#ctx0" brushRef="#br0" timeOffset="121431.34">19630 9755 0,'0'0'0,"0"-17"0,0-26 16,0 1-1,0 8-15,-8 0 16,-9 0-16,-26-9 31,-17 9-31,-34 0 16,-16 8-1,7 9-15,-33 17 16,-52 17-16,9 26 16,8 42-1,-51 34 1,60 9-16,34 16 15,0 26 1,34 26-16,34 8 0,43 0 16,43 26-16,50-26 31,44-51-31,110 0 16,35-34-1,8-85-15,34-42 0,-34-43 31,-34-26-31,-8-25 16,-35-51 0,-42-34-1,-35-9-15,-50-42 16,-78-17-16,-76-9 16,-112-8-1,-135 17-15,-138 68 16,-161 110-1,-78 196 1,308 18-16</inkml:trace>
  <inkml:trace contextRef="#ctx0" brushRef="#br0" timeOffset="126890.95">29061 8717 0,'0'0'0,"0"0"0,18 9 16,33 8-16,85 25 31,52 26-31,0 17 16,-9 0-16,-25 26 15,-26 16 1,-43 52 0,-51 51-16,-85 76 15,-103 25 1,-42-41-16,-17-44 0,-1-33 16,18-35-1,0-33-15,25-17 16,43-43-1,34-26 1,34-25-16,18-8 16,-1-18-1,0-25-15,1-25 16,16-26-16,9 17 31,17 34-31,-26-358 16,26 375-1,9 0-15,-1 0 16,1 0-16,-18 0 31,-33 51-31,-44 51 16,-33 43-16,8 0 16,9-26-1,25-34-15,43-34 16,25-9-16,52-8 15,59 9 1,77-26 0,52-17-16,-26-26 15,-18-16-15,-16 8 0,-43-9 16,-68 18 15</inkml:trace>
  <inkml:trace contextRef="#ctx0" brushRef="#br0" timeOffset="127446.48">29027 9559 0,'-8'0'0,"-9"0"0,-9-8 16,1-1-16,-18 1 15,0-10 1,-8-16-16,0-25 16,8-26-1,9-43 1,8-25-16,9 26 15,17 33-15,0 35 16,0 16 0,0 18-16,17-1 15,35 1 1,33 8-16,26 0 16,68 17-1,52 17-15,25 17 16,34 8-1,-17 1-15,-43-35 16,103-25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09T21:10:09.61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24504 5860 0,'0'0'0,"17"0"0,128 8 16,26-8-1,16 0-15,61 9 16,68-18-16</inkml:trace>
  <inkml:trace contextRef="#ctx0" brushRef="#br0" timeOffset="763.83">24418 9942 0,'0'0'0,"0"0"0,0 0 16,26 0-16,111 0 16,50-9-1,78 1 1,8-9 0,9-17-16</inkml:trace>
  <inkml:trace contextRef="#ctx0" brushRef="#br0" timeOffset="1725.07">24555 7790 0,'0'0'0,"0"0"0,34 9 15,77 16 1,26 1-16,187-60 16,86-26-1</inkml:trace>
  <inkml:trace contextRef="#ctx0" brushRef="#br0" timeOffset="49451.69">25588 5613 0,'0'0'0,"0"0"0,17 8 16,34 18-16,69 25 16,42 9-1,43-1-15,51 1 16,111 16-1,25-8-15</inkml:trace>
  <inkml:trace contextRef="#ctx0" brushRef="#br0" timeOffset="51178.33">22106 5979 0,'0'0'0,"17"0"0,25 0 16,95 0-1,110 0-15,95-9 16,-9 1-1,8-18-15</inkml:trace>
  <inkml:trace contextRef="#ctx0" brushRef="#br0" timeOffset="58795.25">18000 6523 0,'0'0'0,"0"0"0,0 0 15,0 0 1,9 0-1,-1 17-15,1 34 16,-1 51 0,-8 17-16,-8-34 15,8-25 1,0-18-16,17 1 16,8-18-1,27-8 1,-18-8-16</inkml:trace>
  <inkml:trace contextRef="#ctx0" brushRef="#br0" timeOffset="59444.99">17488 6574 0,'0'0'0,"0"0"0,0 0 15,0 0-15,0 0 16,9 8 0,8 1-16,0-1 15,0 1 1,0-1-16,0 1 15,0-18 1,17 1-16,26-18 16,8-16-1,-8-18 1,-9 1-16,-17-9 16,-8 8-16,8 9 15,0 9-15,-8 16 16,-1 9-1,-8 0 1,-8 17-16,0 0 16,-1 34-16,-16 34 15,-1 26 1,0-1-16,1 1 16,8 8-1,17-17 1,9-17-16,-1-25 15,-8-26 1</inkml:trace>
  <inkml:trace contextRef="#ctx0" brushRef="#br0" timeOffset="59941.02">17471 7169 0,'0'0'0,"0"0"0,0 0 0,0 0 31,9 0-31,16 0 16,9 0-16,9 17 15,8 0 1,17 9-16,1 25 31,-1 8-31,-25 1 16,-18-1-16,1-8 15,0-8 1,-9-18-16,17-8 16,0-8-1,17-18-15,0-25 16,18-34-16,-1-17 16,9-17-1,-18 0-15,-7-8 16,-10 16-16,-16 43 31</inkml:trace>
  <inkml:trace contextRef="#ctx0" brushRef="#br0" timeOffset="64845.17">25229 4414 0,'0'0'0,"0"0"0,0 0 16,0 0 0,-8 0-16,-9 17 15,-35 0 1,-33 17-1,-26 17-15,-34 17 16,17 8 0,34 9-16,9 18 15,25-10 1,26 35-16,34-1 16,26-8-1,25-17-15,51 9 16,60-1-16,-25-50 15,8-43 1,60-25 0,-43-27-16,9-41 15,42-18 1,-59-33-16,-18-18 16,-16 1-1,-43 8-15,-69-17 16,-85-1-1,-170-16-15,-214 60 16,-145 127 0,188 34-16</inkml:trace>
  <inkml:trace contextRef="#ctx0" brushRef="#br0" timeOffset="69663.98">18828 9763 0,'0'0'0,"0"0"0,0 0 15,0 0 1,0-8-16,0-43 16,9-68-1,-1 8-15,1 43 16,-1-17 0,1-43-16,-1 1 15,1 16 1,-1 35-16,18 8 15,8-34 1,9-17 0,-18 25-16,-16 26 15,-1 34-15,1 17 16,-9 0 0,0 17-16</inkml:trace>
  <inkml:trace contextRef="#ctx0" brushRef="#br0" timeOffset="70031.5">18538 8743 0,'0'0'0,"0"0"16,0 0-1,0 0 1,0 0-16,0 0 16,0 0-16,0 0 15,0 0 1,0 0-16,0-26 15,17-42-15,17-43 32,26 1-32,0 16 15,8 43 1,9 9-16,-18 8 16,-16 17-16,8 0 15,9 17-15,-17 8 31,-1 35-31,-16 33 16,-17 35 0,-9-18-16,0-16 0,8 0 15,9-1 1,17-25 0,9-8-16,17-35 15,-26-8 1</inkml:trace>
  <inkml:trace contextRef="#ctx0" brushRef="#br0" timeOffset="70362.74">18564 9312 0,'0'0'0,"0"0"16,0 17-16,0 34 15,8 17-15,9 0 0,0 1 32,0-18-17,0-9-15,0-8 16,18-8-1,24-1-15,44-25 16,33-34 0,18-51-16,0-34 15,-26 8 1,-69 69-16</inkml:trace>
  <inkml:trace contextRef="#ctx0" brushRef="#br0" timeOffset="85970.67">22814 6761 0,'-9'0'0,"-33"0"0,-44-8 15,-25 8-15,26-9 16,8 1 0,-42-1-16,-60 9 15,-35 17 1,-33 34 0,16 26-16,52 16 15,-43 26-15,43 26 16,25 16-1,-25 9 1,34-16-16,59-18 16,44-17-1,59-17-15,119 42 16,69 1 0,94-18-16,136-7 15,-34-52 1,1-51-16,7 8 15,61 18-15,76-1 16,-51-8 0,9-8-1,-35-9-15,-17 8 16,-25-8 0,-34-17-16,8-17 15,-77-8 1,-68-18-16,-25-33 15,-52-9-15,-34 8 32,-34-8-32,-43 17 0,-17-9 31,-34-42-31,-42-8 0,-43-18 16,-86-50-16,-42-10 31,-35 52-31,-59 0 15,-68-17 1,-9 43 0,0 59-16,-43 25 0,-43 18 15,-24 8 1,-27 17 0,-34 17-16,-8 0 15,-17 25 1,-94 26-16,-18 43 15,-25 76 1,291-51-16</inkml:trace>
  <inkml:trace contextRef="#ctx0" brushRef="#br0" timeOffset="90154.41">30811 4031 0,'0'0'0,"-8"0"0,-1 17 16,-17 9 0,1 8-16,-18 0 15,-8 0 1,-9 17-16,-17 17 15,1 0 1,-18 0-16,0-9 16,0-8-1,26-17-15,34-8 16,8-1 0,9-8-1,0 0-15,25 0 16,35 9-1,85-1-15,51-8 16,9-8 0,-9-9-16,-34 0 15,-17 0-15,-17 0 16,-25 0 0,-27 17-1,-33-8-15</inkml:trace>
  <inkml:trace contextRef="#ctx0" brushRef="#br0" timeOffset="90484.58">29983 5400 0,'0'0'0,"0"0"0,9 0 16,25 0-1,85-8 1,78-18-1,67-8-15,18 0 16,17 9-16,68-18 16</inkml:trace>
  <inkml:trace contextRef="#ctx0" brushRef="#br0" timeOffset="92012.64">29719 9049 0,'8'0'0,"18"8"0,16 1 15,44 16 1,59 1-16,9-1 15,-52-8-15,9 0 16,26 0 0,-18 9-16,-17-1 15,-42-8 1,-26-8 0,-8-1-16,-18 1 15,-16 8 1,-60 25-16,-35 9 15,-33-8-15,-18-1 16,-8-8-16,25-16 16,60-1-1,1 0 1,16 0-16,34-9 16</inkml:trace>
  <inkml:trace contextRef="#ctx0" brushRef="#br0" timeOffset="92351.4">29898 10469 0,'0'0'0,"0"0"0,0 0 16,26-9-16,84 1 15,95-18 1,137 9-1,50 9-15,9-1 16,1-8-16</inkml:trace>
  <inkml:trace contextRef="#ctx0" brushRef="#br0" timeOffset="95430.67">29941 7543 0,'0'0'0,"0"0"0,0 0 0,0 0 0,0 0 16,0 0 15,0 0-31,0 0 15,0 0 1,0 0-16,0 0 16,0 0-1,0 0-15,0-17 16,0-17 0,8-34-16,35-8 15,25-1 1,9 9-16,17 9 15,0 8 1,0 0-16,17 8 16,-9 18-1,0 16-15,-33 9 16,-10 17 0,1 17-16,-9 17 15,1 9 1,7 25-16,1 0 15,-9-9 1,18 1-16,7-26 16,1-17-1,26-9-15,25-16 16,17-26-16,-26-26 16,-25-8-1,8-17 1,-25-17-16,-51 51 15</inkml:trace>
  <inkml:trace contextRef="#ctx0" brushRef="#br0" timeOffset="96220.77">30248 7714 0,'0'0'0,"0"0"0,0 0 16,0 0-16,0 0 31,17 0-31,0 0 16,17-9-1,9 1-15,25-18 16,9 1 0,8-1-1,18 9-15,-18 0 0,-25 8 31,0 9-31,-18 9 16,9 16 0,1 35-16,-1 17 15,9 16-15,8 1 0,17-9 32,9-26-17,26-16-15,42-18 16,8-33-1,35-26-15,34-34 16,86-51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09T21:13:23.1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17778 8173 0,'0'0'0</inkml:trace>
  <inkml:trace contextRef="#ctx0" brushRef="#br0" timeOffset="1452.56">13127 8139 0,'0'0'0,"0"-9"0,0-16 16,-9-9-1,1 0-15,-18-9 16,-17 1-1,-16 8-15,-35 0 16,8 8 0,27 18-16,-18 8 15,-26 17 1,-16 25-16,8 1 16,17-1-1,34 9-15,9 0 16,-9 17-1,1 9-15,7 16 16,18 1 0,17-9-16,9 0 15,25 17 1,8 0-16,1 0 16,8-17-16,17-8 15,26-1 1,43 1-1,-1-18-15,1-8 16,59 9 0,0-26-16,-25-17 15,25 0 1,0-17-16,-25-9 16,8-16-1,34-1-15,-34-16 16,-8-1-1,25-8-15,-34 0 16,-51 0 0,-8-8-16,-10-1 15,-7-16 1,-10-1-16,-16 9 16,0-8-1,-18-18 1,1 9-16,-17 17 15,-26-9-15,-18 1 16,-33-9-16,-26 0 16,-34 0-1,-43 8 1,-16 9-16,-18 0 16,-34 17-1,-34 26-15,-52 33 16,-33 26-1,-60 43-15,42 25 16,78-17-16,-52 8 16</inkml:trace>
  <inkml:trace contextRef="#ctx0" brushRef="#br0" timeOffset="6719.41">15184 8649 0,'0'0'0,"0"0"0,-9 9 15,1 16 1,-1 9 0,1 9-16,-1-1 15,0-8-15,1 0 16,-1 0 0,9 0-1,0-8-15,0-1 16,0-8-16,0 9 15,26-9-15,34 8 16,17-8 0,-1-8-16,18-1 15,9-16 1,33-9 0,26 8-16,-25-8 15,42 9 1,17-1-1,-50 9-15,41 9 16,1-1 0,-60 9-16,9 0 15,8 0 1,-26 0-16,-25 9 0,0-1 16,-26 1-1,1-1 1,25 1-16,8-1 15,-8-8 1,-9-8 0,-17-1-16,-25 1 15,-17-9 1,-1 0-16,-16 0 16,-1 0-1,1 0-15,-9 0 16,0 0-16,0 0 0,-9-9 31,1-25-15,-9-34-16,0-17 15,25-51 1,26-153-16</inkml:trace>
  <inkml:trace contextRef="#ctx0" brushRef="#br0" timeOffset="11405.96">21508 8173 0,'0'0'0,"0"0"0,0 0 16,0 0 0,0 0-16,-8-9 15,-1 1 1,-17-9-1,1 0-15,-1-9 16,-8 9-16,17-8 16,0-1-1,0 9-15,0 0 16,0 0 0,8 0-1,1 0-15,-9 0 16,-1 9-1,1 8-15,-8 0 16,-1 0 0,1 0-16,-10 17 15,1 8 1,0 9-16,0 9 16,0 16-16,0 9 15,0 9 1,-9 8-1,0 0-15,1 0 16,-10 9-16,18-18 16,17-16-1,0-1-15,17-8 16,0 0 0,17 0-16,26 0 31,17-8-31,8-18 15,26-8-15,0-17 16,0-8 0,16-26-1,-7-9-15,-18-8 16,-8-8 0,-9-18-16,-16-8 0,-18 0 31,-17 0-31,-17 8 15,-17-16-15,-17-1 16,-18 9 0,-16 17-16,-17-8 0,-26 16 31,-17 26-31,-34 9 0,-9 25 16,17 42 15,9 9-31,85-17 15</inkml:trace>
  <inkml:trace contextRef="#ctx0" brushRef="#br0" timeOffset="23960.11">20194 10239 0,'0'0'0,"8"0"0,26 0 16,0-8-16,1-1 15,-1 1 1,17-1-1,17 1-15,1-18 16,-18 1-16,26-35 16,34-16-1,-18-1-15,1 18 16,-17 16 0,-17-8-1,-17 0-15,-18 0 16,1 9-1,-18-1-15,1 1 16,-1-1-16,-8 9 16,0 0-16,0 0 15,0 17 1,-8 0 0,-9 0-16,-26 17 15,0 8 1,-8 18-1,-9 25-15,18-9 16,16-8-16,9-8 16,0 0-1,8-18-15,1 1 16,8-1 0,0-8-16,0 0 15,0 9 1,0-18-1,0-8-15,0-17 16,17-26 0,0 9-1,0 9-15,0 8 16,17 0-16,18 0 16,7 8-1,18 9-15,8 0 16,-8 17-16,-8 0 15,-1 17 1,0 0 0,-8 9-16,0-1 15,-26-16 1</inkml:trace>
  <inkml:trace contextRef="#ctx0" brushRef="#br0" timeOffset="34018.3">4157 9244 0,'0'0'0,"17"0"0,42 0 16,69-8-16,43 8 16,25 0-16,26 0 15,111 8 1</inkml:trace>
  <inkml:trace contextRef="#ctx0" brushRef="#br0" timeOffset="34419.62">6785 9670 0,'0'0'0,"9"-9"15,127-8-15,223-59 16,144-44-1,61 1 1,-155 34-16</inkml:trace>
  <inkml:trace contextRef="#ctx0" brushRef="#br0" timeOffset="36981.01">9465 9244 0,'0'0'0,"17"0"0,43 0 16,51 0 0,68 17-1,43 0-15,26 0 16,42-25 0,77-18-16</inkml:trace>
  <inkml:trace contextRef="#ctx0" brushRef="#br0" timeOffset="42468.66">15593 7654 0,'0'0'0,"0"0"0,0 0 31,0 0-31,0 0 0,0 9 15,-8-9 1,-9 17 0,-17 0-16,-43 8 15,-26 18 1,1-1 0,0 9-16,8 9 15,25 8 1,-7 8-16,16-8 15,17-17 1,18-8-16,7 8 0,18 0 16,0 0-1,18 8-15,-1-8 16,17 0 0,0 1-1,9-10-15,8 1 16,0-9-16,0 0 15,0-9 1,18 1 0,16-1-16,0 1 15,18-18 1,-1 1 0,1-1-16,-1-8 15,9 9 1,8-1-16,-8 1 15,-8 8 1,16 0-16,1 0 16,-18-9-16,18 9 15,-18 0-15,9-8 32,9-1-32,-1 1 15,9-1 1,-8 9-16,8-8 15,-17 8 1,-9 0-16,0-9 0,-8 9 16,0 0-1,9-8-15,16 8 32,1-9-32,-1 9 15,1-8 1,-9-1-16,-9 9 15,-8-8 1,-9-1-16,1 1 16,7-1-1,1-8-15,9 0 16,8-8-16,8-9 16,9 8-1,0 9 1,0-8-16,-8-1 0,-1 9 31,18 0-31,8 0 16,9-17-1,-1 9-15,18-9 16,-9 8 0,-8 1-1,16-1-15,-8 1 16,-8-1-1,-9 1-15,9-1 16,8 1-16,9-1 16,8-16-1,-8 8 1,-1 8-16,10-8 16,-10 0-16,-25 9 15,0-1 1,-8 1-16,17-1 15,8 1 1,-17-1-16,-17-16 16,0-1-1,0 9 1,-34-8-16,-26 8 16,-34 0-16,-8 8 15,-18 1 1,1-1-16,-1-16 15,-16-9 1,-18-9-16,-8 1 16,-26-9-1,-33-9 1,7 9-16,-8 8 16,-17 1-1,-34 8-15,0-9 16,9 1-1,-9-9-15,-9 0 16,0 0-16,26 8 16,-8 1-1,-18 8-15,18 8 16,7 9 0,-50-8-1,9 8-15,33 8 16,-42 1-1,0 8-15,33-9 16,18-8-16,-34 9 16,0 8-1,34-9 1,-17 1-16,-17 8 16,-9 0-16,9 0 15,-34 0 1,-9 0-16,-34-9 15,-9 9 1,9 0-16,-17 17 16,9-8-1,-1-1 1,26 1-16,-34-1 16,0 1-1,-8-9-15,-27 0 16,-7 0-1,-69 0-15,34 0 16,-17 8-16,-60 1 16,52 16-1,-26 18 1,-9 16-16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09T21:14:58.41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12854 4899 0,'0'0'0,"0"0"0,0 0 16,0 0-1,-9 0-15,-8 0 16,-34 8-1,-17 18 1,-43 25-16,-43 34 16,17 0-16,35-17 15,8 17 1,-8 8-16,8 9 16,17 26-1,26-9-15,25-25 16,18-9-1,33-9-15,26-8 0,9-17 16,60-17 0,67-25-1,-16-26 1,0-34-16,42-9 16,-42-8-1,-17-25 1,8-26-16,-34 8 15,-26 17-15,-34-16 16,-42-1 0,-43-8-1,-51-8-15,-86 8 16,-111 34 0,-136 68-16,-85 76 15,-35 94-15,9 77 16,154-35-1</inkml:trace>
  <inkml:trace contextRef="#ctx0" brushRef="#br0" timeOffset="15080.58">11787 7714 0,'0'0'0,"0"0"0,17 0 16,77-9 0,85-25-16,77-17 15,34-9-15,35 1 16,33-18 0</inkml:trace>
  <inkml:trace contextRef="#ctx0" brushRef="#br0" timeOffset="19687.7">15303 7629 0,'0'0'0,"0"0"0,0 0 15,0 0 1,9 0 0,42 0-16,43 0 15,25 0-15,-33 0 16,76 8-1,77 1-15,94 8 16,-18-9 0,27 1-1,170 8-15,-102 8 16</inkml:trace>
  <inkml:trace contextRef="#ctx0" brushRef="#br0" timeOffset="50549.5">31554 6446 0,'0'0'0,"0"0"0,0 0 0,-9 0 16,-16-8-1,-1-1-15,-17 1 16,1 8-1,-27 0-15,-7 0 16,-10 8 0,18 9-16,-9 0 15,9 17 1,0 9 0,-1-1-1,18 1-15,8-9 16,9 17-1,0 9-15,17 8 16,17 17-16,0 8 16,17-8-1,17 0-15,17-8 0,18-1 32,8 1-32,8-9 15,0-9-15,1-8 16,25-34-1,17-25-15,17-43 32,-17-17-32,-9-9 15,-34-16-15,-8-9 16,-34-17 0,-43 8-1,-26-8-15,-50-25 16,-61-10-1,-34 35-15,-68 34 16,-102-8 0</inkml:trace>
  <inkml:trace contextRef="#ctx0" brushRef="#br0" timeOffset="53631.87">26134 6319 0,'0'0'0,"0"0"0,0 0 16,0-9-1,0 1-15,0-1 16,-9 1 0,1-9-16,-26-9 15,-17 9 1,-35 0-16,-25 17 15,34 17 1,9 9-16,-34 16 16,-9 9-1,0 0-15,0 0 16,34 0 0,0 0-16,-17 9 15,1 8 1,7 17-16,26-8 15,18-18 1,16-8-16,9-8 16,17 8-1,17 0-15,17 25 16,43 9 0,0-17-16,-9-17 15,35 9-15,16-9 16,1-17-1,-27-17-15,27-9 16,25 1 0,9-18-1,-35-16-15,-33-1 16,33-16-16,18-18 16,-9 1-1,-43 8-15,-25-17 16,-18 0-1,-8 0 1,-25 0-16,-9-9 16,-26-8-1,-50-17-15,-52-17 16,-26 17 0,-8 0-16,-43 8 15,-8 35 1,-52 25-16,-85 34 15</inkml:trace>
  <inkml:trace contextRef="#ctx0" brushRef="#br0" timeOffset="58970.81">28729 7492 0,'0'0'0,"0"0"16,-9 0-16,-8 0 16,-26 17-16,-51 0 15,-34 17 1,-25 9 0,-52 8-16,26-8 15,25-9-15,9 0 16,43-9-1,33-8-15,27-8 16,25-1-16,0 1 16,8-9-1,9 0 1,34-9-16,43-8 16,34-8-16,34-1 15,26 1 1,-26-1-1,-26 1-15,-25 8 16,-43 8 0,-25 1-16,-9 8 15,-8 0-15,-86 25 32,-205 69-32,-93 25 15</inkml:trace>
  <inkml:trace contextRef="#ctx0" brushRef="#br0" timeOffset="71339.89">23377 2305 0,'0'0'0,"0"0"16,-8 25-16,-1 9 15,1 26 1,-18 25-16,-8 34 0,-17 17 16,-9 0-1,0-17 1,17-34-1,9-17-15,17-17 16,0-25-16,9-1 16,-1-16-1,9-1-15,0-16 16,34-52-16,26-59 31,25-8-31,18-1 16,16 0-1,-8 26-15,-25 26 16,-18 33-16,-8 18 16,-18 16-1,-8 9 1,9 17-16,0 17 16,-18 0-16,-16 26 15,-26 16-15,-17 35 16,0-9-1,-1-17 1,18-25-16,0-18 16,17-16-1,17-1 1,0-16-16</inkml:trace>
  <inkml:trace contextRef="#ctx0" brushRef="#br0" timeOffset="71832.67">24367 3359 0,'0'0'0,"0"0"0,0 0 16,0 0-16,0 0 16,0 0-1,-8 0-15,-9 9 16,-17 8-1,-9 17-15,-17 8 16,9 9 0,25 0-16,9 0 15,26 9 1,16-9-16,35-9 16,34-25-1,25-17-15,18-34 16,-17-34-1,-27-8-15,-33-1 16,-17 1 0,-26-1-1,-17 1-15,-43 8 16,-42 8-16,25 35 16</inkml:trace>
  <inkml:trace contextRef="#ctx0" brushRef="#br0" timeOffset="73237.22">26458 2271 0,'0'0'15,"-8"0"-15,-26 17 0,-26 0 16,0 17 0,0 0-16,18 0 15,-1 8 1,9 1-16,17-1 15,17 1 1,0-18-16,25 9 16,27-8-1,24-9-15,27-26 16,-1-42 0,-16-8-16,-18-18 15,0 9 1,-25 26-16,-17 16 15,-18 9 1,1 17-16,-26 9 16,-18 50-1,-33 52 1,8 8-16,26-34 16,26 8-16,25-16 15,8-34 1,-16-26-16</inkml:trace>
  <inkml:trace contextRef="#ctx0" brushRef="#br0" timeOffset="73621.32">28438 2152 0,'0'0'0,"-17"8"31,-25 26-31,-27 43 16,-7 16-16,-1 9 16,0-8-16,9-9 31,8-9-31,9-25 16,17-8-1,8-9-15,17-25 16</inkml:trace>
  <inkml:trace contextRef="#ctx0" brushRef="#br0" timeOffset="73859.1">27611 2322 0,'0'0'0,"0"8"16,34 26-16,43 17 15,16 9-15,10-9 0,8-26 16,0-8 15,-26-8-31,-42-9 16</inkml:trace>
  <inkml:trace contextRef="#ctx0" brushRef="#br0" timeOffset="74143.27">29770 2067 0,'0'0'0,"-9"17"15,-8 51-15,-25 42 16,-18 9 0,9-8-16,8-18 15,9-8 1,0-17-1,8-17-15,18-25 16</inkml:trace>
  <inkml:trace contextRef="#ctx0" brushRef="#br0" timeOffset="74573.1">30436 2517 0,'0'0'0,"0"0"0,8 9 16,26 8-1,18-9 1,-1 1-16,0-1 16,0 1-1,9-18-15,-9 1 16,-17-9-16,-8 0 15,-18 0 1,1 8 0,-18 1-16,-42-18 15,-43 9-15,-17 17 16,-8 34 0,-9 26-1,25 16-15,27 1 16,16-1-1,34 10-15,35-10 16,25-16-16,51-9 16,-8-34-1,-43-17-15</inkml:trace>
  <inkml:trace contextRef="#ctx0" brushRef="#br0" timeOffset="75012.73">31622 2568 0,'0'0'0,"-9"0"0,-33 17 16,-35 34-16,0 17 16,9-8-1,8 8-15,17 9 16,18-18-1,33 1-15,27-1 16,33-25-16,17-17 16,35-25-1,16-35 1,-16-8-16,-35 9 16,-25 8-1,-26 8-15,-8 9 16,-18 17-1,1 0-15,-9 0 16,-9 34 0,-17 51-1,1 9-15,8-26 16,0-9 0,17-8-16,8 0 15,9-17 1,-8-17-16</inkml:trace>
  <inkml:trace contextRef="#ctx0" brushRef="#br0" timeOffset="75393.82">32706 3045 0,'0'0'0,"0"0"0,-9 0 16,-8 0-16,-25 17 16,-1 0-1,0 8-15,9-8 16,0 0 0,17 0-16,0 9 15,17 8 1,17 17-16,17 8 15,17 18 1,-8 8-16,-9-9 16,-17 1-16,-17-1 15,-34 1 1,-17-9-16,-17 0 16,16-34-1,10-17-15,8-25 16,25-1-1</inkml:trace>
  <inkml:trace contextRef="#ctx0" brushRef="#br0" timeOffset="75626.1">33329 3028 0,'-9'8'0,"-16"69"0,-18 50 0,-8 18 16,-17 33-16,-18-25 0,86-153 0,-111 120 16,9-1-16,34-34 15,34-34 1,16-26-16,18-16 15</inkml:trace>
  <inkml:trace contextRef="#ctx0" brushRef="#br0" timeOffset="75877.95">33030 3453 0,'0'0'0,"51"34"15,43 17-15,0 8 0,26 18 32,-26-26-32,-18-17 15,95 17 1</inkml:trace>
  <inkml:trace contextRef="#ctx0" brushRef="#br0" timeOffset="76585.42">27568 3810 0,'0'0'16,"0"0"-16,8 0 0,18 9 0,25-9 31,9 0-31,0-9 15,-1-8 1,1-9 0,0-8-16,-26 17 15,-8 0-15,-9 9 16,-9 8 0,1 8-16,-1 18 15,1 50 1,-9 35-16,-9-9 15,1-8 1,-1-9-16,1-17 16,-1-17-1,1-26-15,-18-8 16,18-8 0</inkml:trace>
  <inkml:trace contextRef="#ctx0" brushRef="#br0" timeOffset="76817.6">27559 4499 0,'0'0'0,"0"8"0,26 18 16,42 25-16,43-9 15,26-33 1,42-35-16,17-25 16,-8-25-16,85-69 31</inkml:trace>
  <inkml:trace contextRef="#ctx0" brushRef="#br0" timeOffset="77421.56">29377 3640 0,'0'0'0,"17"-9"16,35-25-16,24-17 15,18 0 1,0-8-16,0-1 16,-17 9-1,-17 17-15,-9 9 16,-17 8-1,-8 17-15,-18 8 0,1 26 16,-26 60-16,-43 59 31,-17 8-15,0 1-16,9-26 16,17-25-1,8-26-15,9-26 16,8-16-1,9-18-15,-17-8 16,17-8 0</inkml:trace>
  <inkml:trace contextRef="#ctx0" brushRef="#br0" timeOffset="77571.31">29138 4278 0,'0'0'0,"9"8"16,85 43-16,85 34 16,68 0-1,44-25-15,67-1 16</inkml:trace>
  <inkml:trace contextRef="#ctx0" brushRef="#br0" timeOffset="106020.5">27030 7084 0,'0'0'0,"0"0"0,0 0 15,-8 0-15,-1 17 16,1 17-1,-9 9 1,-1-1-16,1-8 16,9-8-1,-1-1-15,9 1 16,0-9 0,0 0-1,9 0-15,16 17 16,27 8-16,16-8 15,34 0 1,35 9-16,17-1 16,16 1-1,9 0-15,-25-9 16,-43-9 0,-43-8-16,-8 0 15,-9 9 1,-25-9-16,-1-9 15,-16 1 1,0-1 0,-1 1-16,1-9 15,-9 0-15,0-26 16,34-59 0,34-94-16,52-33 15,-10 16 1,36-76-16</inkml:trace>
  <inkml:trace contextRef="#ctx0" brushRef="#br0" timeOffset="108919.26">29744 7816 0,'0'0'0,"0"0"0,9 0 0,25 8 16,68 1-1,112-26 1,127-9-16</inkml:trace>
  <inkml:trace contextRef="#ctx0" brushRef="#br0" timeOffset="117219.86">29813 5664 0,'0'0'0,"0"0"0,0 0 16,0 0 0,0 0-1,0 0-15,17-9 16,25 9-1,35 0-15,0 9 0,0 8 16,-9 0 15,-25 0-31,-18 0 0,-16 9 16,-18 25 0,-42 34-16,-43 17 15,9 0 1,8-17-1,17-17-15,18-26 16,16 1 0,26-9-16,17-9 15,51 9 1,95 9-16,24-43 16,112-34-1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Amortized: “running average”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A50AE-6676-4050-BB67-AE6E697DAE8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700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809D29-1373-6246-9F8A-DDFD735F706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5.png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3: Algorithm Analysis pt.2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Time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70037"/>
            <a:ext cx="10972800" cy="4525963"/>
          </a:xfrm>
        </p:spPr>
        <p:txBody>
          <a:bodyPr anchor="t">
            <a:normAutofit/>
          </a:bodyPr>
          <a:lstStyle/>
          <a:p>
            <a:r>
              <a:rPr lang="en-US" dirty="0"/>
              <a:t>Units of “time”</a:t>
            </a:r>
          </a:p>
          <a:p>
            <a:pPr lvl="1"/>
            <a:r>
              <a:rPr lang="en-US" dirty="0"/>
              <a:t>Operations</a:t>
            </a:r>
          </a:p>
          <a:p>
            <a:pPr lvl="2"/>
            <a:r>
              <a:rPr lang="en-US" dirty="0"/>
              <a:t>Whichever operations we pick</a:t>
            </a:r>
          </a:p>
          <a:p>
            <a:r>
              <a:rPr lang="en-US" dirty="0"/>
              <a:t>How do we express running time?</a:t>
            </a:r>
          </a:p>
          <a:p>
            <a:pPr lvl="1"/>
            <a:r>
              <a:rPr lang="en-US" dirty="0"/>
              <a:t>Function</a:t>
            </a:r>
          </a:p>
          <a:p>
            <a:pPr lvl="2"/>
            <a:r>
              <a:rPr lang="en-US" dirty="0"/>
              <a:t>Domain (input): size of the input</a:t>
            </a:r>
          </a:p>
          <a:p>
            <a:pPr lvl="2"/>
            <a:r>
              <a:rPr lang="en-US" dirty="0"/>
              <a:t>Range: count of operations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1330-4380-45F9-8B45-6212445A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8603E-186F-4CC7-B8E2-5FD613D3E28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304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0106B-E7F2-6AC4-0CEB-263B34D0A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your running time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B7D0D-89C1-85CB-26AE-4351C262A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Worst-case complexity: </a:t>
            </a:r>
          </a:p>
          <a:p>
            <a:pPr lvl="1"/>
            <a:r>
              <a:rPr lang="en-US" dirty="0"/>
              <a:t>max number of steps algorithm takes on “most challenging” input </a:t>
            </a:r>
          </a:p>
          <a:p>
            <a:r>
              <a:rPr lang="en-US" dirty="0"/>
              <a:t>Best-case complexity: </a:t>
            </a:r>
          </a:p>
          <a:p>
            <a:pPr lvl="1"/>
            <a:r>
              <a:rPr lang="en-US" dirty="0"/>
              <a:t>min number of steps algorithm takes on “easiest” input </a:t>
            </a:r>
          </a:p>
          <a:p>
            <a:r>
              <a:rPr lang="en-US" dirty="0"/>
              <a:t>Average/expected complexity: </a:t>
            </a:r>
          </a:p>
          <a:p>
            <a:pPr lvl="1"/>
            <a:r>
              <a:rPr lang="en-US" dirty="0"/>
              <a:t>avg number of steps algorithm takes on random inputs (context-dependent) </a:t>
            </a:r>
          </a:p>
          <a:p>
            <a:r>
              <a:rPr lang="en-US" dirty="0"/>
              <a:t>Amortized complexity: </a:t>
            </a:r>
          </a:p>
          <a:p>
            <a:pPr lvl="1"/>
            <a:r>
              <a:rPr lang="en-US" dirty="0"/>
              <a:t>max total number of steps algorithm takes on M “most challenging” consecutive inputs, divided by M (i.e., divide the max total sum by M).</a:t>
            </a:r>
          </a:p>
        </p:txBody>
      </p:sp>
    </p:spTree>
    <p:extLst>
      <p:ext uri="{BB962C8B-B14F-4D97-AF65-F5344CB8AC3E}">
        <p14:creationId xmlns:p14="http://schemas.microsoft.com/office/powerpoint/2010/main" val="2528176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AB2E5-E7E4-2DD3-AA25-FF7C6C288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CEBC22-87E4-6333-D94C-B591DE712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If an algorithm has a worst case </a:t>
                </a:r>
                <a:r>
                  <a:rPr lang="en-US" b="1" dirty="0"/>
                  <a:t>running time</a:t>
                </a:r>
                <a:r>
                  <a:rPr lang="en-US" b="0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Among all possible size-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inputs, the “worst” one will do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“</a:t>
                </a:r>
                <a:r>
                  <a:rPr lang="en-US" b="1" dirty="0"/>
                  <a:t>operations</a:t>
                </a:r>
                <a:r>
                  <a:rPr lang="en-US" dirty="0"/>
                  <a:t>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gives the maximum count of </a:t>
                </a:r>
                <a:r>
                  <a:rPr lang="en-US" b="1" dirty="0"/>
                  <a:t>operations</a:t>
                </a:r>
                <a:r>
                  <a:rPr lang="en-US" dirty="0"/>
                  <a:t> needed from among all inputs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CEBC22-87E4-6333-D94C-B591DE712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8151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BC43-DD63-2B24-550B-B08D84561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Worst Case Running Time – General Guide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06B4E2-CD04-DDD0-E33D-A4B22AE7A8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Add together the time of consecutive statements</a:t>
                </a:r>
              </a:p>
              <a:p>
                <a:r>
                  <a:rPr lang="en-US" dirty="0"/>
                  <a:t>Loops: Sum up the time required through each iteration of the loop</a:t>
                </a:r>
              </a:p>
              <a:p>
                <a:pPr lvl="1"/>
                <a:r>
                  <a:rPr lang="en-US" dirty="0"/>
                  <a:t>If each takes the same time, then [time per loop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number of iterations]</a:t>
                </a:r>
              </a:p>
              <a:p>
                <a:r>
                  <a:rPr lang="en-US" dirty="0"/>
                  <a:t>Conditionals: Sum together the time to check the condition and time of the slowest branch</a:t>
                </a:r>
              </a:p>
              <a:p>
                <a:r>
                  <a:rPr lang="en-US" dirty="0"/>
                  <a:t>Function Calls: Time of the function’s body</a:t>
                </a:r>
              </a:p>
              <a:p>
                <a:r>
                  <a:rPr lang="en-US" dirty="0"/>
                  <a:t>Recursion: Solve a </a:t>
                </a:r>
                <a:r>
                  <a:rPr lang="en-US" dirty="0">
                    <a:solidFill>
                      <a:srgbClr val="FF0000"/>
                    </a:solidFill>
                  </a:rPr>
                  <a:t>recurrence relation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06B4E2-CD04-DDD0-E33D-A4B22AE7A8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398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33A1F-2F28-72B9-7893-6E4BD4508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DE26A-C2F5-7B5B-4759-C1446F452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6440" y="0"/>
            <a:ext cx="8925560" cy="1325563"/>
          </a:xfrm>
        </p:spPr>
        <p:txBody>
          <a:bodyPr/>
          <a:lstStyle/>
          <a:p>
            <a:r>
              <a:rPr lang="en-US" dirty="0"/>
              <a:t>Worst Case Running Time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E1733-8A24-7197-0553-9AFFD2032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480" y="609600"/>
            <a:ext cx="10515600" cy="645159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 err="1"/>
              <a:t>myFunction</a:t>
            </a:r>
            <a:r>
              <a:rPr lang="en-US" dirty="0"/>
              <a:t>(List n){</a:t>
            </a:r>
          </a:p>
          <a:p>
            <a:pPr marL="0" indent="0">
              <a:buNone/>
            </a:pPr>
            <a:r>
              <a:rPr lang="en-US" dirty="0"/>
              <a:t>    b = 55 + 5; // 1</a:t>
            </a:r>
          </a:p>
          <a:p>
            <a:pPr marL="0" indent="0">
              <a:buNone/>
            </a:pPr>
            <a:r>
              <a:rPr lang="en-US" dirty="0"/>
              <a:t>    c = b / 3;  // 1</a:t>
            </a:r>
          </a:p>
          <a:p>
            <a:pPr marL="0" indent="0">
              <a:buNone/>
            </a:pPr>
            <a:r>
              <a:rPr lang="en-US" dirty="0"/>
              <a:t>    b = c + 100;  // 1</a:t>
            </a:r>
          </a:p>
          <a:p>
            <a:pPr marL="0" indent="0">
              <a:buNone/>
            </a:pPr>
            <a:r>
              <a:rPr lang="en-US" dirty="0"/>
              <a:t>    for (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i</a:t>
            </a:r>
            <a:r>
              <a:rPr lang="en-US" dirty="0"/>
              <a:t>++) { //0</a:t>
            </a:r>
          </a:p>
          <a:p>
            <a:pPr marL="0" indent="0">
              <a:buNone/>
            </a:pPr>
            <a:r>
              <a:rPr lang="en-US" dirty="0"/>
              <a:t>        b++; // 1 each iteration across n iterations</a:t>
            </a:r>
          </a:p>
          <a:p>
            <a:pPr marL="0" indent="0">
              <a:buNone/>
            </a:pPr>
            <a:r>
              <a:rPr lang="en-US" dirty="0"/>
              <a:t>   } </a:t>
            </a:r>
          </a:p>
          <a:p>
            <a:pPr marL="0" indent="0">
              <a:buNone/>
            </a:pPr>
            <a:r>
              <a:rPr lang="en-US" dirty="0"/>
              <a:t>    if (b % 2 == 0) {  //1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c++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  } </a:t>
            </a:r>
          </a:p>
          <a:p>
            <a:pPr marL="0" indent="0">
              <a:buNone/>
            </a:pPr>
            <a:r>
              <a:rPr lang="en-US" dirty="0"/>
              <a:t>    else { </a:t>
            </a:r>
          </a:p>
          <a:p>
            <a:pPr marL="0" indent="0">
              <a:buNone/>
            </a:pPr>
            <a:r>
              <a:rPr lang="en-US" dirty="0"/>
              <a:t>        for (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i</a:t>
            </a:r>
            <a:r>
              <a:rPr lang="en-US" dirty="0"/>
              <a:t>++) { //0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c++</a:t>
            </a:r>
            <a:r>
              <a:rPr lang="en-US" dirty="0"/>
              <a:t>; // 1 each iteration across n iterations</a:t>
            </a:r>
          </a:p>
          <a:p>
            <a:pPr marL="0" indent="0">
              <a:buNone/>
            </a:pPr>
            <a:r>
              <a:rPr lang="en-US" dirty="0"/>
              <a:t>        } 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c;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5FE405-21FA-86BC-EF0B-7959FD174D9C}"/>
              </a:ext>
            </a:extLst>
          </p:cNvPr>
          <p:cNvSpPr txBox="1"/>
          <p:nvPr/>
        </p:nvSpPr>
        <p:spPr>
          <a:xfrm>
            <a:off x="6096000" y="1223466"/>
            <a:ext cx="581665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Questions to ask: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What are the units of the input size?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Size of the list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What are the operations we’re counting?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Arithmetic on non-loop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line: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How many times will it run?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How long does it take to run?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Does this change with different inputs?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Answer: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1+1+1+1+n+n=2n+4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10548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D16DD-36F5-8C12-841E-7550A341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6440" y="0"/>
            <a:ext cx="8925560" cy="1325563"/>
          </a:xfrm>
        </p:spPr>
        <p:txBody>
          <a:bodyPr/>
          <a:lstStyle/>
          <a:p>
            <a:r>
              <a:rPr lang="en-US" dirty="0"/>
              <a:t>Worst Case Running Time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47DF6-6456-9C6C-709D-BEBF2D0F5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480" y="609600"/>
            <a:ext cx="10515600" cy="645159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 err="1"/>
              <a:t>myFunction</a:t>
            </a:r>
            <a:r>
              <a:rPr lang="en-US" dirty="0"/>
              <a:t>(List n){</a:t>
            </a:r>
          </a:p>
          <a:p>
            <a:pPr marL="0" indent="0">
              <a:buNone/>
            </a:pPr>
            <a:r>
              <a:rPr lang="en-US" dirty="0"/>
              <a:t>    b = 55 + 5; // 1</a:t>
            </a:r>
          </a:p>
          <a:p>
            <a:pPr marL="0" indent="0">
              <a:buNone/>
            </a:pPr>
            <a:r>
              <a:rPr lang="en-US" dirty="0"/>
              <a:t>    c = b / 3;  // 1</a:t>
            </a:r>
          </a:p>
          <a:p>
            <a:pPr marL="0" indent="0">
              <a:buNone/>
            </a:pPr>
            <a:r>
              <a:rPr lang="en-US" dirty="0"/>
              <a:t>    b = c + 100;  // 1</a:t>
            </a:r>
          </a:p>
          <a:p>
            <a:pPr marL="0" indent="0">
              <a:buNone/>
            </a:pPr>
            <a:r>
              <a:rPr lang="en-US" dirty="0"/>
              <a:t>    for (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i</a:t>
            </a:r>
            <a:r>
              <a:rPr lang="en-US" dirty="0"/>
              <a:t>++) { // 1, n times</a:t>
            </a:r>
          </a:p>
          <a:p>
            <a:pPr marL="0" indent="0">
              <a:buNone/>
            </a:pPr>
            <a:r>
              <a:rPr lang="en-US" dirty="0"/>
              <a:t>        b++; // 1</a:t>
            </a:r>
          </a:p>
          <a:p>
            <a:pPr marL="0" indent="0">
              <a:buNone/>
            </a:pPr>
            <a:r>
              <a:rPr lang="en-US" dirty="0"/>
              <a:t>   } </a:t>
            </a:r>
          </a:p>
          <a:p>
            <a:pPr marL="0" indent="0">
              <a:buNone/>
            </a:pPr>
            <a:r>
              <a:rPr lang="en-US" dirty="0"/>
              <a:t>    if (b % 2 == 0) { // 1 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c++</a:t>
            </a:r>
            <a:r>
              <a:rPr lang="en-US" dirty="0"/>
              <a:t>; // 1</a:t>
            </a:r>
          </a:p>
          <a:p>
            <a:pPr marL="0" indent="0">
              <a:buNone/>
            </a:pPr>
            <a:r>
              <a:rPr lang="en-US" dirty="0"/>
              <a:t>    } </a:t>
            </a:r>
          </a:p>
          <a:p>
            <a:pPr marL="0" indent="0">
              <a:buNone/>
            </a:pPr>
            <a:r>
              <a:rPr lang="en-US" dirty="0"/>
              <a:t>    else { </a:t>
            </a:r>
          </a:p>
          <a:p>
            <a:pPr marL="0" indent="0">
              <a:buNone/>
            </a:pPr>
            <a:r>
              <a:rPr lang="en-US" dirty="0"/>
              <a:t>        for (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i</a:t>
            </a:r>
            <a:r>
              <a:rPr lang="en-US" dirty="0"/>
              <a:t>++) { // 1, n times 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c++</a:t>
            </a:r>
            <a:r>
              <a:rPr lang="en-US" dirty="0"/>
              <a:t>; // 1</a:t>
            </a:r>
          </a:p>
          <a:p>
            <a:pPr marL="0" indent="0">
              <a:buNone/>
            </a:pPr>
            <a:r>
              <a:rPr lang="en-US" dirty="0"/>
              <a:t>        } 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    return c;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C7F58-306D-E658-69EC-00881D5C09AB}"/>
                  </a:ext>
                </a:extLst>
              </p:cNvPr>
              <p:cNvSpPr txBox="1"/>
              <p:nvPr/>
            </p:nvSpPr>
            <p:spPr>
              <a:xfrm>
                <a:off x="6096000" y="1223466"/>
                <a:ext cx="5816657" cy="48936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Questions to ask: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are the units of the input size?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# of items in the list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are the operations we’re counting?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Arithmetic ops (+-*/)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For each line: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How many times will it run?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How long does it take to run?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Does this change with different inputs?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Answer: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+4</m:t>
                    </m:r>
                  </m:oMath>
                </a14:m>
                <a:endParaRPr lang="en-US" sz="2400" b="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C7F58-306D-E658-69EC-00881D5C0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223466"/>
                <a:ext cx="5816657" cy="4893647"/>
              </a:xfrm>
              <a:prstGeom prst="rect">
                <a:avLst/>
              </a:prstGeom>
              <a:blipFill>
                <a:blip r:embed="rId2"/>
                <a:stretch>
                  <a:fillRect l="-1572" t="-998" r="-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2038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D16DD-36F5-8C12-841E-7550A341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6440" y="0"/>
            <a:ext cx="8925560" cy="1325563"/>
          </a:xfrm>
        </p:spPr>
        <p:txBody>
          <a:bodyPr/>
          <a:lstStyle/>
          <a:p>
            <a:r>
              <a:rPr lang="en-US" dirty="0"/>
              <a:t>Worst Case Running Time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47DF6-6456-9C6C-709D-BEBF2D0F5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480" y="1044654"/>
            <a:ext cx="10515600" cy="64515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beAnnoying</a:t>
            </a:r>
            <a:r>
              <a:rPr lang="en-US" dirty="0"/>
              <a:t>(List n){</a:t>
            </a:r>
          </a:p>
          <a:p>
            <a:pPr marL="0" indent="0">
              <a:buNone/>
            </a:pPr>
            <a:r>
              <a:rPr lang="en-US" dirty="0"/>
              <a:t>    List m = [];</a:t>
            </a:r>
          </a:p>
          <a:p>
            <a:pPr marL="0" indent="0">
              <a:buNone/>
            </a:pPr>
            <a:r>
              <a:rPr lang="en-US" dirty="0"/>
              <a:t>   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i</a:t>
            </a:r>
            <a:r>
              <a:rPr lang="en-US" dirty="0"/>
              <a:t>++){ // iterates n times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m.add</a:t>
            </a:r>
            <a:r>
              <a:rPr lang="en-US" dirty="0"/>
              <a:t>(n[</a:t>
            </a:r>
            <a:r>
              <a:rPr lang="en-US" dirty="0" err="1"/>
              <a:t>i</a:t>
            </a:r>
            <a:r>
              <a:rPr lang="en-US" dirty="0"/>
              <a:t>]); // 0</a:t>
            </a:r>
          </a:p>
          <a:p>
            <a:pPr marL="0" indent="0">
              <a:buNone/>
            </a:pPr>
            <a:r>
              <a:rPr lang="en-US" dirty="0"/>
              <a:t>        for (j=0; j&lt;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j++</a:t>
            </a:r>
            <a:r>
              <a:rPr lang="en-US" dirty="0"/>
              <a:t>){ // iterates n times per outer loop</a:t>
            </a:r>
          </a:p>
          <a:p>
            <a:pPr marL="0" indent="0">
              <a:buNone/>
            </a:pPr>
            <a:r>
              <a:rPr lang="en-US" dirty="0"/>
              <a:t>            print (“Hi, I’m annoying”); // once per inner loop </a:t>
            </a:r>
          </a:p>
          <a:p>
            <a:pPr marL="0" indent="0">
              <a:buNone/>
            </a:pPr>
            <a:r>
              <a:rPr lang="en-US" dirty="0"/>
              <a:t>        } 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C7F58-306D-E658-69EC-00881D5C09AB}"/>
                  </a:ext>
                </a:extLst>
              </p:cNvPr>
              <p:cNvSpPr txBox="1"/>
              <p:nvPr/>
            </p:nvSpPr>
            <p:spPr>
              <a:xfrm>
                <a:off x="6596942" y="4270453"/>
                <a:ext cx="5595058" cy="48936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Questions to ask: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are the units of the input size?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Size of the list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are the operations we’re counting?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Count prints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For each line: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How many times will it run?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How long does it take to run?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Does this change with the input size?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Answer: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C7F58-306D-E658-69EC-00881D5C0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942" y="4270453"/>
                <a:ext cx="5595058" cy="4893647"/>
              </a:xfrm>
              <a:prstGeom prst="rect">
                <a:avLst/>
              </a:prstGeom>
              <a:blipFill>
                <a:blip r:embed="rId2"/>
                <a:stretch>
                  <a:fillRect l="-1634" t="-998" r="-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1999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5417A-E6C5-87EA-7920-49532B7D2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57A5C-50F3-28D9-983F-194010493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6440" y="0"/>
            <a:ext cx="8925560" cy="1325563"/>
          </a:xfrm>
        </p:spPr>
        <p:txBody>
          <a:bodyPr/>
          <a:lstStyle/>
          <a:p>
            <a:r>
              <a:rPr lang="en-US" dirty="0"/>
              <a:t>Worst Case Running Time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53F75-C222-9FA9-3DC9-6A0B759E3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480" y="1044654"/>
            <a:ext cx="10515600" cy="64515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beAnnoying</a:t>
            </a:r>
            <a:r>
              <a:rPr lang="en-US" dirty="0"/>
              <a:t>(List n){</a:t>
            </a:r>
          </a:p>
          <a:p>
            <a:pPr marL="0" indent="0">
              <a:buNone/>
            </a:pPr>
            <a:r>
              <a:rPr lang="en-US" dirty="0"/>
              <a:t>    List m = [];</a:t>
            </a:r>
          </a:p>
          <a:p>
            <a:pPr marL="0" indent="0">
              <a:buNone/>
            </a:pPr>
            <a:r>
              <a:rPr lang="en-US" dirty="0"/>
              <a:t>    for (</a:t>
            </a:r>
            <a:r>
              <a:rPr lang="en-US" dirty="0" err="1"/>
              <a:t>i</a:t>
            </a:r>
            <a:r>
              <a:rPr lang="en-US" dirty="0"/>
              <a:t>=0; </a:t>
            </a:r>
            <a:r>
              <a:rPr lang="en-US" dirty="0" err="1"/>
              <a:t>i</a:t>
            </a:r>
            <a:r>
              <a:rPr lang="en-US" dirty="0"/>
              <a:t> 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i</a:t>
            </a:r>
            <a:r>
              <a:rPr lang="en-US" dirty="0"/>
              <a:t>++){ // n times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m.add</a:t>
            </a:r>
            <a:r>
              <a:rPr lang="en-US" dirty="0"/>
              <a:t>(n[</a:t>
            </a:r>
            <a:r>
              <a:rPr lang="en-US" dirty="0" err="1"/>
              <a:t>i</a:t>
            </a:r>
            <a:r>
              <a:rPr lang="en-US" dirty="0"/>
              <a:t>]);</a:t>
            </a:r>
          </a:p>
          <a:p>
            <a:pPr marL="0" indent="0">
              <a:buNone/>
            </a:pPr>
            <a:r>
              <a:rPr lang="en-US" dirty="0"/>
              <a:t>        for (j=0; j&lt; </a:t>
            </a:r>
            <a:r>
              <a:rPr lang="en-US" dirty="0" err="1"/>
              <a:t>n.size</a:t>
            </a:r>
            <a:r>
              <a:rPr lang="en-US" dirty="0"/>
              <a:t>(); </a:t>
            </a:r>
            <a:r>
              <a:rPr lang="en-US" dirty="0" err="1"/>
              <a:t>j++</a:t>
            </a:r>
            <a:r>
              <a:rPr lang="en-US" dirty="0"/>
              <a:t>){ // n times</a:t>
            </a:r>
          </a:p>
          <a:p>
            <a:pPr marL="0" indent="0">
              <a:buNone/>
            </a:pPr>
            <a:r>
              <a:rPr lang="en-US" dirty="0"/>
              <a:t>            print (“Hi, I’m annoying”); // 1</a:t>
            </a:r>
          </a:p>
          <a:p>
            <a:pPr marL="0" indent="0">
              <a:buNone/>
            </a:pPr>
            <a:r>
              <a:rPr lang="en-US" dirty="0"/>
              <a:t>        } 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431723-5CC5-DB8E-EA72-4108117A5CDA}"/>
                  </a:ext>
                </a:extLst>
              </p:cNvPr>
              <p:cNvSpPr txBox="1"/>
              <p:nvPr/>
            </p:nvSpPr>
            <p:spPr>
              <a:xfrm>
                <a:off x="6096000" y="1223466"/>
                <a:ext cx="5595058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Questions to ask: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are the units of the input size?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# items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are the operations we’re counting?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Adding or printing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Printing: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For each line: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How many times will it run?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How long does it take to run?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Does this change with the input size?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C7F58-306D-E658-69EC-00881D5C0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223466"/>
                <a:ext cx="5595058" cy="4154984"/>
              </a:xfrm>
              <a:prstGeom prst="rect">
                <a:avLst/>
              </a:prstGeom>
              <a:blipFill>
                <a:blip r:embed="rId2"/>
                <a:stretch>
                  <a:fillRect l="-1634" t="-1175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340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37711-2C9F-C400-7B2E-F7113BCCD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Amortized Analysis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5483E-FA76-F83C-AF97-9517E9B1D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I’d like to park in a lot where they charge $10 per day to park</a:t>
            </a:r>
          </a:p>
          <a:p>
            <a:r>
              <a:rPr lang="en-US" dirty="0"/>
              <a:t>If you are caught in the lot without paying you are given a warning</a:t>
            </a:r>
          </a:p>
          <a:p>
            <a:r>
              <a:rPr lang="en-US" dirty="0"/>
              <a:t>If you get 3 warnings, you are charged a $25 fine, and your warnings reset.</a:t>
            </a:r>
          </a:p>
          <a:p>
            <a:r>
              <a:rPr lang="en-US" dirty="0"/>
              <a:t>Should you actually pay to park?</a:t>
            </a:r>
          </a:p>
          <a:p>
            <a:pPr lvl="1"/>
            <a:r>
              <a:rPr lang="en-US" dirty="0"/>
              <a:t>If you pay every day then you pay an average of $10 per day</a:t>
            </a:r>
          </a:p>
          <a:p>
            <a:pPr lvl="1"/>
            <a:r>
              <a:rPr lang="en-US" dirty="0"/>
              <a:t>If you do not pay then for every three days parking costs $0+$0+$25, for an average of $8.33 per day</a:t>
            </a:r>
          </a:p>
          <a:p>
            <a:pPr lvl="2"/>
            <a:r>
              <a:rPr lang="en-US" dirty="0"/>
              <a:t>Worst case analysis: parking costs $25</a:t>
            </a:r>
          </a:p>
          <a:p>
            <a:pPr lvl="2"/>
            <a:r>
              <a:rPr lang="en-US" dirty="0"/>
              <a:t>Amortized analysis: parking costs $8.33</a:t>
            </a:r>
          </a:p>
        </p:txBody>
      </p:sp>
    </p:spTree>
    <p:extLst>
      <p:ext uri="{BB962C8B-B14F-4D97-AF65-F5344CB8AC3E}">
        <p14:creationId xmlns:p14="http://schemas.microsoft.com/office/powerpoint/2010/main" val="948737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69A94-1220-2804-63AB-870822DBD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Amortized Complexity Example - </a:t>
            </a:r>
            <a:r>
              <a:rPr lang="en-US" dirty="0" err="1"/>
              <a:t>ArrayList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15840F2-52BA-DB0C-15EC-2298E887A62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What is the worst case running time of add?</a:t>
                </a:r>
              </a:p>
              <a:p>
                <a:pPr lvl="1"/>
                <a:r>
                  <a:rPr lang="en-US" dirty="0"/>
                  <a:t>Input size: size of “this”</a:t>
                </a:r>
              </a:p>
              <a:p>
                <a:pPr lvl="1"/>
                <a:r>
                  <a:rPr lang="en-US" dirty="0"/>
                  <a:t>Operations counted: indexing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15840F2-52BA-DB0C-15EC-2298E887A6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118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BE0DF2B-2C50-08CC-5BA6-B5A1FBAD4B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9135" y="1825625"/>
            <a:ext cx="5670665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add(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value){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data.length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== size)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resize();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data[size] = value;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size++;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en-US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resize(){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data;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data =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 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data.length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oldData.length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data[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158566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59D7957-B208-5E47-448C-922F4E8177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49135" y="1825625"/>
            <a:ext cx="5670665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add(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value){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data.length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== size)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resize();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data[size] = value;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size++;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en-US" sz="16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resize(){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data;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data =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 Object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data.length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oldData.length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data[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oldData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69A94-1220-2804-63AB-870822DBD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Amortized Complexity Example - </a:t>
            </a:r>
            <a:r>
              <a:rPr lang="en-US" dirty="0" err="1"/>
              <a:t>ArrayList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15840F2-52BA-DB0C-15EC-2298E887A62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Amortized Analysis Idea:</a:t>
                </a:r>
              </a:p>
              <a:p>
                <a:pPr lvl="1"/>
                <a:r>
                  <a:rPr lang="en-US" dirty="0"/>
                  <a:t>Suppose we have a program that in total does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adds.</a:t>
                </a:r>
              </a:p>
              <a:p>
                <a:pPr lvl="1"/>
                <a:r>
                  <a:rPr lang="en-US" dirty="0"/>
                  <a:t>How much time was spent “on average” across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be the initial size of </a:t>
                </a:r>
                <a:r>
                  <a:rPr lang="en-US" dirty="0">
                    <a:latin typeface="Consolas" panose="020B0609020204030204" pitchFamily="49" charset="0"/>
                  </a:rPr>
                  <a:t>data</a:t>
                </a:r>
              </a:p>
              <a:p>
                <a:pPr lvl="1"/>
                <a:r>
                  <a:rPr lang="en-US" dirty="0"/>
                  <a:t>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adds take: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next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adds: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next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adds: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Overall: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adds take an average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time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15840F2-52BA-DB0C-15EC-2298E887A6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118" t="-2241" r="-118" b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6D5D4F1-8370-387D-F6D8-21C5C80D4F42}"/>
              </a:ext>
            </a:extLst>
          </p:cNvPr>
          <p:cNvSpPr txBox="1"/>
          <p:nvPr/>
        </p:nvSpPr>
        <p:spPr>
          <a:xfrm>
            <a:off x="3394362" y="2766559"/>
            <a:ext cx="2975957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Every time we resize, we earn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data.length</a:t>
            </a:r>
            <a:r>
              <a:rPr lang="en-US" dirty="0">
                <a:solidFill>
                  <a:srgbClr val="FF0000"/>
                </a:solidFill>
              </a:rPr>
              <a:t> more adds guaranteed to not resize!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CA4A632-C2AC-7864-4F4E-4A5F61D15BA8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4339244" y="3689889"/>
            <a:ext cx="543097" cy="9070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862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4C94-F173-BE79-8469-02F227EC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in a Sorted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B7A4A-B366-CC17-877C-2EB95A8A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contains(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a,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k){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=</a:t>
            </a:r>
            <a:r>
              <a:rPr lang="en-US" sz="2400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 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a.size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(); 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++){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a.get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400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) == k)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   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true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C88654-239A-44AE-D715-B2925B4A1F94}"/>
              </a:ext>
            </a:extLst>
          </p:cNvPr>
          <p:cNvGrpSpPr/>
          <p:nvPr/>
        </p:nvGrpSpPr>
        <p:grpSpPr>
          <a:xfrm>
            <a:off x="6908800" y="848916"/>
            <a:ext cx="5283200" cy="907778"/>
            <a:chOff x="6908800" y="1040108"/>
            <a:chExt cx="5283200" cy="9077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176971-CE8E-F718-7F77-E9162D17D650}"/>
                </a:ext>
              </a:extLst>
            </p:cNvPr>
            <p:cNvGrpSpPr/>
            <p:nvPr/>
          </p:nvGrpSpPr>
          <p:grpSpPr>
            <a:xfrm>
              <a:off x="6908800" y="1419566"/>
              <a:ext cx="5283200" cy="528320"/>
              <a:chOff x="1681480" y="5462905"/>
              <a:chExt cx="5283200" cy="528320"/>
            </a:xfrm>
            <a:solidFill>
              <a:schemeClr val="bg1"/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44C80AB-88F8-15C5-0103-53AE186760CB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24360B-2F37-69A1-7E37-A806252CB4F7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E67EE8-8B93-1B19-5019-F36B0BD7BF61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93D5AC-F3F1-9BA4-E366-21CB89ECB4FE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B126A6B-FFB4-A2F6-C119-A222B732EF3F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6CBE4FA-461E-32AF-1F21-B77F0369971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537B33-5DD0-844B-4DE2-FACCCA75DC39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0871E1-A9B9-68FB-9BE8-F1C631E2D52A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C3F77D-A3EF-58B8-E3C7-32E1697528F8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49D9353-0FA0-020E-1D1E-349C1C971276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00AD036-AEEA-337E-F743-27B6259BCAC9}"/>
                </a:ext>
              </a:extLst>
            </p:cNvPr>
            <p:cNvGrpSpPr/>
            <p:nvPr/>
          </p:nvGrpSpPr>
          <p:grpSpPr>
            <a:xfrm>
              <a:off x="6908800" y="1040108"/>
              <a:ext cx="5283200" cy="528320"/>
              <a:chOff x="1681480" y="5462905"/>
              <a:chExt cx="5283200" cy="5283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956A8D-5179-312E-01CA-A027B4BE4CD7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53B6828-1075-6CA6-379F-1141B90E248F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AADC8C-26C7-2EC0-CFD5-AB850DA464FF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88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D9D694-6129-D6F5-5737-C28073A0DA20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90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B85989-2371-70E5-8119-C39A6E903CDC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42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51CD2F-E989-9A35-F1FE-B6802A86B6F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CA394E8-3E48-87C4-4E66-B4248B28F3B8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2F7EE1-E438-088D-0E5E-4BFDEA41E50F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3332684-95DA-F21A-B08B-027F50B532A6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C9D9D-586A-5D6A-EAEB-05E79320B7F2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51965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4C94-F173-BE79-8469-02F227EC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Faster way?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B7A4A-B366-CC17-877C-2EB95A8A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you think of a faster algorithm to solve this problem?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C88654-239A-44AE-D715-B2925B4A1F94}"/>
              </a:ext>
            </a:extLst>
          </p:cNvPr>
          <p:cNvGrpSpPr/>
          <p:nvPr/>
        </p:nvGrpSpPr>
        <p:grpSpPr>
          <a:xfrm>
            <a:off x="6908800" y="1040108"/>
            <a:ext cx="5283200" cy="907778"/>
            <a:chOff x="6908800" y="1040108"/>
            <a:chExt cx="5283200" cy="9077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176971-CE8E-F718-7F77-E9162D17D650}"/>
                </a:ext>
              </a:extLst>
            </p:cNvPr>
            <p:cNvGrpSpPr/>
            <p:nvPr/>
          </p:nvGrpSpPr>
          <p:grpSpPr>
            <a:xfrm>
              <a:off x="6908800" y="1419566"/>
              <a:ext cx="5283200" cy="528320"/>
              <a:chOff x="1681480" y="5462905"/>
              <a:chExt cx="5283200" cy="528320"/>
            </a:xfrm>
            <a:solidFill>
              <a:schemeClr val="bg1"/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44C80AB-88F8-15C5-0103-53AE186760CB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24360B-2F37-69A1-7E37-A806252CB4F7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E67EE8-8B93-1B19-5019-F36B0BD7BF61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93D5AC-F3F1-9BA4-E366-21CB89ECB4FE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B126A6B-FFB4-A2F6-C119-A222B732EF3F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6CBE4FA-461E-32AF-1F21-B77F0369971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537B33-5DD0-844B-4DE2-FACCCA75DC39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0871E1-A9B9-68FB-9BE8-F1C631E2D52A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C3F77D-A3EF-58B8-E3C7-32E1697528F8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49D9353-0FA0-020E-1D1E-349C1C971276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00AD036-AEEA-337E-F743-27B6259BCAC9}"/>
                </a:ext>
              </a:extLst>
            </p:cNvPr>
            <p:cNvGrpSpPr/>
            <p:nvPr/>
          </p:nvGrpSpPr>
          <p:grpSpPr>
            <a:xfrm>
              <a:off x="6908800" y="1040108"/>
              <a:ext cx="5283200" cy="528320"/>
              <a:chOff x="1681480" y="5462905"/>
              <a:chExt cx="5283200" cy="5283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956A8D-5179-312E-01CA-A027B4BE4CD7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53B6828-1075-6CA6-379F-1141B90E248F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AADC8C-26C7-2EC0-CFD5-AB850DA464FF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88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D9D694-6129-D6F5-5737-C28073A0DA20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90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B85989-2371-70E5-8119-C39A6E903CDC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42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51CD2F-E989-9A35-F1FE-B6802A86B6F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CA394E8-3E48-87C4-4E66-B4248B28F3B8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2F7EE1-E438-088D-0E5E-4BFDEA41E50F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3332684-95DA-F21A-B08B-027F50B532A6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C9D9D-586A-5D6A-EAEB-05E79320B7F2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196993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A4C94-F173-BE79-8469-02F227EC3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B7A4A-B366-CC17-877C-2EB95A8A5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boolean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contains(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Integer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&gt; a,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k){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start =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end 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a.size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(start &lt; end){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mid = start + (end-start)/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a.get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(mid) == k)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a.get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(mid) &lt; k)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    start = mid+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        end = mid;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C88654-239A-44AE-D715-B2925B4A1F94}"/>
              </a:ext>
            </a:extLst>
          </p:cNvPr>
          <p:cNvGrpSpPr/>
          <p:nvPr/>
        </p:nvGrpSpPr>
        <p:grpSpPr>
          <a:xfrm>
            <a:off x="6908800" y="1040108"/>
            <a:ext cx="5283200" cy="907778"/>
            <a:chOff x="6908800" y="1040108"/>
            <a:chExt cx="5283200" cy="90777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6176971-CE8E-F718-7F77-E9162D17D650}"/>
                </a:ext>
              </a:extLst>
            </p:cNvPr>
            <p:cNvGrpSpPr/>
            <p:nvPr/>
          </p:nvGrpSpPr>
          <p:grpSpPr>
            <a:xfrm>
              <a:off x="6908800" y="1419566"/>
              <a:ext cx="5283200" cy="528320"/>
              <a:chOff x="1681480" y="5462905"/>
              <a:chExt cx="5283200" cy="528320"/>
            </a:xfrm>
            <a:solidFill>
              <a:schemeClr val="bg1"/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44C80AB-88F8-15C5-0103-53AE186760CB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24360B-2F37-69A1-7E37-A806252CB4F7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E67EE8-8B93-1B19-5019-F36B0BD7BF61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793D5AC-F3F1-9BA4-E366-21CB89ECB4FE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B126A6B-FFB4-A2F6-C119-A222B732EF3F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6CBE4FA-461E-32AF-1F21-B77F0369971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B537B33-5DD0-844B-4DE2-FACCCA75DC39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0871E1-A9B9-68FB-9BE8-F1C631E2D52A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8C3F77D-A3EF-58B8-E3C7-32E1697528F8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49D9353-0FA0-020E-1D1E-349C1C971276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00AD036-AEEA-337E-F743-27B6259BCAC9}"/>
                </a:ext>
              </a:extLst>
            </p:cNvPr>
            <p:cNvGrpSpPr/>
            <p:nvPr/>
          </p:nvGrpSpPr>
          <p:grpSpPr>
            <a:xfrm>
              <a:off x="6908800" y="1040108"/>
              <a:ext cx="5283200" cy="528320"/>
              <a:chOff x="1681480" y="5462905"/>
              <a:chExt cx="5283200" cy="5283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956A8D-5179-312E-01CA-A027B4BE4CD7}"/>
                  </a:ext>
                </a:extLst>
              </p:cNvPr>
              <p:cNvSpPr/>
              <p:nvPr/>
            </p:nvSpPr>
            <p:spPr>
              <a:xfrm>
                <a:off x="37947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53B6828-1075-6CA6-379F-1141B90E248F}"/>
                  </a:ext>
                </a:extLst>
              </p:cNvPr>
              <p:cNvSpPr/>
              <p:nvPr/>
            </p:nvSpPr>
            <p:spPr>
              <a:xfrm>
                <a:off x="43230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79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AADC8C-26C7-2EC0-CFD5-AB850DA464FF}"/>
                  </a:ext>
                </a:extLst>
              </p:cNvPr>
              <p:cNvSpPr/>
              <p:nvPr/>
            </p:nvSpPr>
            <p:spPr>
              <a:xfrm>
                <a:off x="48514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88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0D9D694-6129-D6F5-5737-C28073A0DA20}"/>
                  </a:ext>
                </a:extLst>
              </p:cNvPr>
              <p:cNvSpPr/>
              <p:nvPr/>
            </p:nvSpPr>
            <p:spPr>
              <a:xfrm>
                <a:off x="53797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90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4B85989-2371-70E5-8119-C39A6E903CDC}"/>
                  </a:ext>
                </a:extLst>
              </p:cNvPr>
              <p:cNvSpPr/>
              <p:nvPr/>
            </p:nvSpPr>
            <p:spPr>
              <a:xfrm>
                <a:off x="32664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42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51CD2F-E989-9A35-F1FE-B6802A86B6F7}"/>
                  </a:ext>
                </a:extLst>
              </p:cNvPr>
              <p:cNvSpPr/>
              <p:nvPr/>
            </p:nvSpPr>
            <p:spPr>
              <a:xfrm>
                <a:off x="273812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CA394E8-3E48-87C4-4E66-B4248B28F3B8}"/>
                  </a:ext>
                </a:extLst>
              </p:cNvPr>
              <p:cNvSpPr/>
              <p:nvPr/>
            </p:nvSpPr>
            <p:spPr>
              <a:xfrm>
                <a:off x="220980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22F7EE1-E438-088D-0E5E-4BFDEA41E50F}"/>
                  </a:ext>
                </a:extLst>
              </p:cNvPr>
              <p:cNvSpPr/>
              <p:nvPr/>
            </p:nvSpPr>
            <p:spPr>
              <a:xfrm>
                <a:off x="590804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95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3332684-95DA-F21A-B08B-027F50B532A6}"/>
                  </a:ext>
                </a:extLst>
              </p:cNvPr>
              <p:cNvSpPr/>
              <p:nvPr/>
            </p:nvSpPr>
            <p:spPr>
              <a:xfrm>
                <a:off x="168148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FDC9D9D-586A-5D6A-EAEB-05E79320B7F2}"/>
                  </a:ext>
                </a:extLst>
              </p:cNvPr>
              <p:cNvSpPr/>
              <p:nvPr/>
            </p:nvSpPr>
            <p:spPr>
              <a:xfrm>
                <a:off x="6436360" y="5462905"/>
                <a:ext cx="528320" cy="52832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99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39985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DFD315-2225-9415-4253-A46A693C987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Why is this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DFD315-2225-9415-4253-A46A693C9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FDEE10-F003-DFC8-090A-78AFCCF96A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the beginning: </a:t>
                </a:r>
                <a:r>
                  <a:rPr lang="en-US" dirty="0">
                    <a:latin typeface="Consolas" panose="020B0609020204030204" pitchFamily="49" charset="0"/>
                  </a:rPr>
                  <a:t>end-start=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After 1 iteration: </a:t>
                </a:r>
                <a:r>
                  <a:rPr lang="en-US" dirty="0">
                    <a:latin typeface="Consolas" panose="020B0609020204030204" pitchFamily="49" charset="0"/>
                  </a:rPr>
                  <a:t>end-start=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>
                    <a:latin typeface="Consolas" panose="020B0609020204030204" pitchFamily="49" charset="0"/>
                  </a:rPr>
                  <a:t>mid-start = (start+(end-start)/2)-start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</a:rPr>
                  <a:t>end-mid = end-(start+(end-start)/2)</a:t>
                </a:r>
              </a:p>
              <a:p>
                <a:r>
                  <a:rPr lang="en-US" dirty="0"/>
                  <a:t>Each iteration cuts the “gap” in half!</a:t>
                </a:r>
              </a:p>
              <a:p>
                <a:r>
                  <a:rPr lang="en-US" dirty="0"/>
                  <a:t>We stop when the gap is 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FDEE10-F003-DFC8-090A-78AFCCF96A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639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66A6-036F-846E-F4AC-15AAFD0E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AC8BB0-49B0-7D5E-92DD-CF544CC7D6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000"/>
          <a:stretch/>
        </p:blipFill>
        <p:spPr>
          <a:xfrm>
            <a:off x="6095999" y="1829365"/>
            <a:ext cx="6048478" cy="37484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5957566-1767-9559-3814-497EED16DC9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/>
          <a:stretch/>
        </p:blipFill>
        <p:spPr>
          <a:xfrm>
            <a:off x="47522" y="1829365"/>
            <a:ext cx="6048477" cy="37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274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42A1-F3AE-5E9B-5D67-C317DC466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Running Times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I have these algorithms, all of which have the same input/output behavior:</a:t>
                </a:r>
              </a:p>
              <a:p>
                <a:pPr lvl="1"/>
                <a:r>
                  <a:rPr lang="en-US" dirty="0"/>
                  <a:t>Algorithm A’s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+900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B’s worst case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Algorithm C’s worst case running time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Which algorithm is best?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410524-FA66-B677-DB0A-E879D6F9F8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69E4BB4-8D9E-D154-EF50-1DDBF03BB99A}"/>
                  </a:ext>
                </a:extLst>
              </p14:cNvPr>
              <p14:cNvContentPartPr/>
              <p14:nvPr/>
            </p14:nvContentPartPr>
            <p14:xfrm>
              <a:off x="2368800" y="2427840"/>
              <a:ext cx="8683560" cy="3230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69E4BB4-8D9E-D154-EF50-1DDBF03BB9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59440" y="2418480"/>
                <a:ext cx="8702280" cy="324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55629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a:rPr lang="en-US" sz="2400" b="0" i="1" smtClean="0">
                          <a:latin typeface="Cambria Math"/>
                        </a:rPr>
                        <m:t>𝑂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1676400"/>
                <a:ext cx="2373022" cy="461665"/>
              </a:xfrm>
              <a:prstGeom prst="rect">
                <a:avLst/>
              </a:prstGeom>
              <a:blipFill rotWithShape="1">
                <a:blip r:embed="rId2"/>
                <a:stretch>
                  <a:fillRect l="-514" r="-51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Θ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5490" y="2438400"/>
                <a:ext cx="2357505" cy="461665"/>
              </a:xfrm>
              <a:prstGeom prst="rect">
                <a:avLst/>
              </a:prstGeom>
              <a:blipFill rotWithShape="1">
                <a:blip r:embed="rId3"/>
                <a:stretch>
                  <a:fillRect l="-517" r="-258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/>
                        </a:rPr>
                        <m:t>𝑓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𝑛</m:t>
                      </m:r>
                      <m:r>
                        <a:rPr lang="en-US" sz="2400" b="0" i="1" smtClean="0">
                          <a:latin typeface="Cambria Math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/>
                        </a:rPr>
                        <m:t>Ω</m:t>
                      </m:r>
                      <m:r>
                        <a:rPr lang="en-US" sz="2400" b="0" i="1" smtClean="0">
                          <a:latin typeface="Cambria Math"/>
                        </a:rPr>
                        <m:t>(</m:t>
                      </m:r>
                      <m:r>
                        <a:rPr lang="en-US" sz="2400" b="0" i="1" smtClean="0">
                          <a:latin typeface="Cambria Math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/>
                            </a:rPr>
                            <m:t>𝑛</m:t>
                          </m:r>
                        </m:e>
                      </m:d>
                      <m:r>
                        <a:rPr lang="en-US" sz="2400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9381" y="3195935"/>
                <a:ext cx="2365519" cy="461665"/>
              </a:xfrm>
              <a:prstGeom prst="rect">
                <a:avLst/>
              </a:prstGeom>
              <a:blipFill rotWithShape="1">
                <a:blip r:embed="rId4"/>
                <a:stretch>
                  <a:fillRect l="-258" r="-515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0"/>
          <a:stretch/>
        </p:blipFill>
        <p:spPr bwMode="auto">
          <a:xfrm>
            <a:off x="821900" y="640875"/>
            <a:ext cx="6884343" cy="56407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E51FC9E-2CC8-7C65-A46E-AA559CEB8C5F}"/>
                  </a:ext>
                </a:extLst>
              </p14:cNvPr>
              <p14:cNvContentPartPr/>
              <p14:nvPr/>
            </p14:nvContentPartPr>
            <p14:xfrm>
              <a:off x="6289560" y="1451160"/>
              <a:ext cx="5454360" cy="23180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E51FC9E-2CC8-7C65-A46E-AA559CEB8C5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80200" y="1441800"/>
                <a:ext cx="5473080" cy="233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24971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less than or equal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Upper-bounded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</m:oMath>
                </a14:m>
                <a:endParaRPr lang="en-US" b="0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Ω</m:t>
                    </m:r>
                    <m:r>
                      <a:rPr lang="en-US" b="0" i="1" smtClean="0">
                        <a:latin typeface="Cambria Math"/>
                      </a:rPr>
                      <m:t>(</m:t>
                    </m:r>
                    <m:r>
                      <a:rPr lang="en-US" b="0" i="1" smtClean="0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set of functions</a:t>
                </a:r>
                <a:r>
                  <a:rPr lang="en-US" dirty="0"/>
                  <a:t> with asymptotic behavior greater than or equal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FF33CC"/>
                    </a:solidFill>
                  </a:rPr>
                  <a:t>Lower-bounded </a:t>
                </a:r>
                <a:r>
                  <a:rPr lang="en-US" dirty="0"/>
                  <a:t>by a constant times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enough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≡∃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&gt;0. ∃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&gt;0. 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“</a:t>
                </a:r>
                <a:r>
                  <a:rPr lang="en-US" dirty="0">
                    <a:solidFill>
                      <a:srgbClr val="FF33CC"/>
                    </a:solidFill>
                  </a:rPr>
                  <a:t>Tightly</a:t>
                </a:r>
                <a:r>
                  <a:rPr lang="en-US" dirty="0"/>
                  <a:t>” within constant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𝑔</m:t>
                    </m:r>
                  </m:oMath>
                </a14:m>
                <a:r>
                  <a:rPr lang="en-US" dirty="0"/>
                  <a:t> for large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/>
                      </a:rPr>
                      <m:t>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𝑔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/>
                      </a:rPr>
                      <m:t>∩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𝑔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DA42F44-B427-AEBC-3512-689166A80EAB}"/>
                  </a:ext>
                </a:extLst>
              </p14:cNvPr>
              <p14:cNvContentPartPr/>
              <p14:nvPr/>
            </p14:nvContentPartPr>
            <p14:xfrm>
              <a:off x="1496520" y="2755440"/>
              <a:ext cx="7426440" cy="930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DA42F44-B427-AEBC-3512-689166A80EA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87160" y="2746080"/>
                <a:ext cx="7445160" cy="949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3758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564C020-2384-061C-18C1-14BB89BF209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Idea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564C020-2384-061C-18C1-14BB89BF20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409C80-61B9-4DC9-01AB-659ECF1BCC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409C80-61B9-4DC9-01AB-659ECF1BCC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222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</a:p>
              <a:p>
                <a:pPr marL="914400" lvl="2" indent="0">
                  <a:buNone/>
                </a:pPr>
                <a:endParaRPr lang="en-US" b="1" dirty="0"/>
              </a:p>
              <a:p>
                <a:pPr marL="914400" lvl="2" indent="0">
                  <a:buNone/>
                </a:pPr>
                <a:endParaRPr lang="en-US" b="1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0C47647-9A1A-6416-B736-9C899F2881AD}"/>
                  </a:ext>
                </a:extLst>
              </p14:cNvPr>
              <p14:cNvContentPartPr/>
              <p14:nvPr/>
            </p14:nvContentPartPr>
            <p14:xfrm>
              <a:off x="3880800" y="744120"/>
              <a:ext cx="8262360" cy="2094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0C47647-9A1A-6416-B736-9C899F2881A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71440" y="734760"/>
                <a:ext cx="8281080" cy="2113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451788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dirty="0"/>
                  <a:t>. Show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≥6.10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+100≤10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+100≤10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+10≤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≡10≤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≡10≤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		This is True 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dirty="0"/>
                  <a:t> is strictly increasing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70119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9960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1" smtClean="0">
                        <a:latin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</a:t>
                </a:r>
                <a:r>
                  <a:rPr lang="en-US" dirty="0"/>
                  <a:t>find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Proof: 	</a:t>
                </a:r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en-US" dirty="0"/>
                  <a:t>. Show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≥50. 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13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≥50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≥50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              This is certainly true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≥50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                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1430000" cy="4525963"/>
              </a:xfrm>
              <a:blipFill>
                <a:blip r:embed="rId2"/>
                <a:stretch>
                  <a:fillRect l="-96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2280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</p:spPr>
            <p:txBody>
              <a:bodyPr anchor="t"/>
              <a:lstStyle/>
              <a:p>
                <a:r>
                  <a:rPr lang="en-US" dirty="0"/>
                  <a:t>Show: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b="0" i="1" smtClean="0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Want to show that there does not exist a pair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874837"/>
                <a:ext cx="10972800" cy="4525963"/>
              </a:xfrm>
              <a:blipFill>
                <a:blip r:embed="rId2"/>
                <a:stretch>
                  <a:fillRect l="-1000" t="-2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3740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Asymptotic Notation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To Show: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Technique: Contradiction</a:t>
                </a:r>
              </a:p>
              <a:p>
                <a:pPr lvl="1"/>
                <a:r>
                  <a:rPr lang="en-US" b="1" dirty="0"/>
                  <a:t>Proof:</a:t>
                </a:r>
                <a:r>
                  <a:rPr lang="en-US" dirty="0"/>
                  <a:t> 	Assume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  Then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𝑐𝑛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Let us derive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. 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we know: </a:t>
                </a:r>
                <a:br>
                  <a:rPr lang="en-US" dirty="0"/>
                </a:b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	</a:t>
                </a:r>
                <a:br>
                  <a:rPr lang="en-US" dirty="0"/>
                </a:br>
                <a:r>
                  <a:rPr lang="en-US" dirty="0"/>
                  <a:t>	 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		</a:t>
                </a:r>
                <a:br>
                  <a:rPr lang="en-US" dirty="0"/>
                </a:br>
                <a:r>
                  <a:rPr lang="en-US" dirty="0"/>
                  <a:t>		Since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is lower bounded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cannot be a constant and make this        		True.</a:t>
                </a:r>
                <a:br>
                  <a:rPr lang="en-US" dirty="0"/>
                </a:br>
                <a:r>
                  <a:rPr lang="en-US" dirty="0"/>
                  <a:t>		Contradiction.  Therefore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∉</m:t>
                    </m:r>
                    <m:r>
                      <a:rPr lang="en-US" i="1">
                        <a:latin typeface="Cambria Math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DE9E742-86D9-924A-813D-0470A2EDFFFC}"/>
              </a:ext>
            </a:extLst>
          </p:cNvPr>
          <p:cNvSpPr txBox="1"/>
          <p:nvPr/>
        </p:nvSpPr>
        <p:spPr>
          <a:xfrm>
            <a:off x="9144000" y="1504146"/>
            <a:ext cx="2743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Proof by Contradiction!</a:t>
            </a:r>
          </a:p>
        </p:txBody>
      </p:sp>
    </p:spTree>
    <p:extLst>
      <p:ext uri="{BB962C8B-B14F-4D97-AF65-F5344CB8AC3E}">
        <p14:creationId xmlns:p14="http://schemas.microsoft.com/office/powerpoint/2010/main" val="309123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5DF01-CB08-62DC-1215-866A0F101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Gaining Intuition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When doing asymptotic analysis of functions:</a:t>
                </a:r>
              </a:p>
              <a:p>
                <a:pPr lvl="1"/>
                <a:r>
                  <a:rPr lang="en-US" dirty="0"/>
                  <a:t>If multiple expressions are added together, ignore all but the “biggest”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grows asymptotically faster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all multiplicative constants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 for any constant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Ignore bases of logarithms</a:t>
                </a:r>
              </a:p>
              <a:p>
                <a:pPr lvl="1"/>
                <a:r>
                  <a:rPr lang="en-US" dirty="0"/>
                  <a:t>Do NOT ignore:</a:t>
                </a:r>
              </a:p>
              <a:p>
                <a:pPr lvl="2"/>
                <a:r>
                  <a:rPr lang="en-US" dirty="0"/>
                  <a:t>Non-multiplicative and non-additive constants (e.g. in exponents, bases of exponents)</a:t>
                </a:r>
              </a:p>
              <a:p>
                <a:pPr lvl="2"/>
                <a:r>
                  <a:rPr lang="en-US" dirty="0"/>
                  <a:t>Logarithms themselves</a:t>
                </a:r>
              </a:p>
              <a:p>
                <a:r>
                  <a:rPr lang="en-US" dirty="0"/>
                  <a:t>Examples: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+ 5 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+ 2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+ 7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+ 3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pt-BR" dirty="0"/>
              </a:p>
              <a:p>
                <a:pPr lvl="1"/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m:rPr>
                        <m:sty m:val="p"/>
                      </m:rPr>
                      <a:rPr lang="pt-BR" i="1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(10</m:t>
                    </m:r>
                    <m:sSup>
                      <m:sSupPr>
                        <m:ctrlPr>
                          <a:rPr lang="pt-BR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40356D-0C36-B454-54CF-5259710738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961256"/>
              </a:xfrm>
              <a:blipFill>
                <a:blip r:embed="rId2"/>
                <a:stretch>
                  <a:fillRect l="-928" t="-2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74660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8004-4521-2990-7545-99E7189B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Is each of the following True or False?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4+3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pt-BR" i="1" dirty="0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pt-BR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1.1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pt-BR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9D13FC-5562-5001-9E77-3F64F87265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2767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66FAC-3CF1-21C8-D24E-C2A513888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Categories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	“constant”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b="0" dirty="0"/>
                  <a:t> 	“logarithmic”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	“linear”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/>
                  <a:t>	“log-linear”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“quadratic”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“cubic”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“polynomial”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	“exponential”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529C92-55F1-90A3-C1FE-36A88CEA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6072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0106B-E7F2-6AC4-0CEB-263B34D0A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your running time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B7D0D-89C1-85CB-26AE-4351C262A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Worst-case complexity: </a:t>
            </a:r>
          </a:p>
          <a:p>
            <a:pPr lvl="1"/>
            <a:r>
              <a:rPr lang="en-US" dirty="0"/>
              <a:t>max number of steps algorithm takes on “most challenging” input </a:t>
            </a:r>
          </a:p>
          <a:p>
            <a:r>
              <a:rPr lang="en-US" dirty="0"/>
              <a:t>Best-case complexity: </a:t>
            </a:r>
          </a:p>
          <a:p>
            <a:pPr lvl="1"/>
            <a:r>
              <a:rPr lang="en-US" dirty="0"/>
              <a:t>min number of steps algorithm takes on “easiest” input </a:t>
            </a:r>
          </a:p>
          <a:p>
            <a:r>
              <a:rPr lang="en-US" dirty="0"/>
              <a:t>Average/expected complexity: </a:t>
            </a:r>
          </a:p>
          <a:p>
            <a:pPr lvl="1"/>
            <a:r>
              <a:rPr lang="en-US" dirty="0"/>
              <a:t>avg number of steps algorithm takes on random inputs (context-dependent) </a:t>
            </a:r>
          </a:p>
          <a:p>
            <a:r>
              <a:rPr lang="en-US" dirty="0"/>
              <a:t>Amortized complexity: </a:t>
            </a:r>
          </a:p>
          <a:p>
            <a:pPr lvl="1"/>
            <a:r>
              <a:rPr lang="en-US" dirty="0"/>
              <a:t>max total number of steps algorithm takes on M “most challenging” consecutive inputs, divided by M (i.e., divide the max total sum by M).</a:t>
            </a:r>
          </a:p>
        </p:txBody>
      </p:sp>
    </p:spTree>
    <p:extLst>
      <p:ext uri="{BB962C8B-B14F-4D97-AF65-F5344CB8AC3E}">
        <p14:creationId xmlns:p14="http://schemas.microsoft.com/office/powerpoint/2010/main" val="5454825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E0072-AB08-4A0C-5E2D-26E006D92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Beware!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8D91F2-5C48-7245-42C5-5BA66D8E1D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Worst case, Best case, amortized are ways to select a function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dirty="0"/>
                  <a:t> are ways to compare functions</a:t>
                </a:r>
              </a:p>
              <a:p>
                <a:r>
                  <a:rPr lang="en-US" dirty="0"/>
                  <a:t>You can mix and match!</a:t>
                </a:r>
              </a:p>
              <a:p>
                <a:r>
                  <a:rPr lang="en-US" dirty="0"/>
                  <a:t>The following statements totally make sense!</a:t>
                </a:r>
              </a:p>
              <a:p>
                <a:pPr lvl="1"/>
                <a:r>
                  <a:rPr lang="en-US" dirty="0"/>
                  <a:t>The worst case running time of my algorithm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best case running time of my algorithm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best case running time of my algorithm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8D91F2-5C48-7245-42C5-5BA66D8E1D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4558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8905</TotalTime>
  <Words>2712</Words>
  <Application>Microsoft Office PowerPoint</Application>
  <PresentationFormat>Widescreen</PresentationFormat>
  <Paragraphs>387</Paragraphs>
  <Slides>32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Calibri Light</vt:lpstr>
      <vt:lpstr>Consolas</vt:lpstr>
      <vt:lpstr>Cambria Math</vt:lpstr>
      <vt:lpstr>Calibri</vt:lpstr>
      <vt:lpstr>Arial</vt:lpstr>
      <vt:lpstr>Office Theme</vt:lpstr>
      <vt:lpstr>CSE 332 Winter 2026 Lecture 3: Algorithm Analysis pt.2</vt:lpstr>
      <vt:lpstr>Running Time Analysis</vt:lpstr>
      <vt:lpstr>Defining your running time function</vt:lpstr>
      <vt:lpstr>Worst Case Running Time Analysis</vt:lpstr>
      <vt:lpstr>Worst Case Running Time – General Guide</vt:lpstr>
      <vt:lpstr>Worst Case Running Time - Example</vt:lpstr>
      <vt:lpstr>Worst Case Running Time - Example</vt:lpstr>
      <vt:lpstr>Worst Case Running Time – Example 2</vt:lpstr>
      <vt:lpstr>Worst Case Running Time – Example 2</vt:lpstr>
      <vt:lpstr>Amortized Analysis Analogy</vt:lpstr>
      <vt:lpstr>Amortized Complexity Example - ArrayList</vt:lpstr>
      <vt:lpstr>Amortized Complexity Example - ArrayList</vt:lpstr>
      <vt:lpstr>Searching in a Sorted List</vt:lpstr>
      <vt:lpstr>Faster way?</vt:lpstr>
      <vt:lpstr>Binary Search</vt:lpstr>
      <vt:lpstr>Why is this log_2⁡n?</vt:lpstr>
      <vt:lpstr>Comparing</vt:lpstr>
      <vt:lpstr>Comparing Running Times</vt:lpstr>
      <vt:lpstr>PowerPoint Presentation</vt:lpstr>
      <vt:lpstr>Asymptotic Notation</vt:lpstr>
      <vt:lpstr>Idea of Θ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Asymptotic Notation Example</vt:lpstr>
      <vt:lpstr>Gaining Intuition</vt:lpstr>
      <vt:lpstr>More Examples</vt:lpstr>
      <vt:lpstr>Common Categories</vt:lpstr>
      <vt:lpstr>Defining your running time function</vt:lpstr>
      <vt:lpstr>Beware!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61</cp:revision>
  <dcterms:created xsi:type="dcterms:W3CDTF">2023-09-26T20:08:20Z</dcterms:created>
  <dcterms:modified xsi:type="dcterms:W3CDTF">2026-01-09T23:13:23Z</dcterms:modified>
</cp:coreProperties>
</file>