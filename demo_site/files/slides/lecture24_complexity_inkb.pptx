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9"/>
  </p:notesMasterIdLst>
  <p:sldIdLst>
    <p:sldId id="257" r:id="rId2"/>
    <p:sldId id="26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921" r:id="rId23"/>
    <p:sldId id="912" r:id="rId24"/>
    <p:sldId id="913" r:id="rId25"/>
    <p:sldId id="914" r:id="rId26"/>
    <p:sldId id="919" r:id="rId27"/>
    <p:sldId id="915" r:id="rId28"/>
    <p:sldId id="916" r:id="rId29"/>
    <p:sldId id="917" r:id="rId30"/>
    <p:sldId id="918" r:id="rId31"/>
    <p:sldId id="920" r:id="rId32"/>
    <p:sldId id="927" r:id="rId33"/>
    <p:sldId id="923" r:id="rId34"/>
    <p:sldId id="924" r:id="rId35"/>
    <p:sldId id="925" r:id="rId36"/>
    <p:sldId id="969" r:id="rId37"/>
    <p:sldId id="932" r:id="rId38"/>
    <p:sldId id="890" r:id="rId39"/>
    <p:sldId id="905" r:id="rId40"/>
    <p:sldId id="933" r:id="rId41"/>
    <p:sldId id="934" r:id="rId42"/>
    <p:sldId id="938" r:id="rId43"/>
    <p:sldId id="964" r:id="rId44"/>
    <p:sldId id="965" r:id="rId45"/>
    <p:sldId id="940" r:id="rId46"/>
    <p:sldId id="941" r:id="rId47"/>
    <p:sldId id="942" r:id="rId48"/>
    <p:sldId id="966" r:id="rId49"/>
    <p:sldId id="967" r:id="rId50"/>
    <p:sldId id="968" r:id="rId51"/>
    <p:sldId id="797" r:id="rId52"/>
    <p:sldId id="798" r:id="rId53"/>
    <p:sldId id="799" r:id="rId54"/>
    <p:sldId id="926" r:id="rId55"/>
    <p:sldId id="929" r:id="rId56"/>
    <p:sldId id="930" r:id="rId57"/>
    <p:sldId id="931" r:id="rId58"/>
  </p:sldIdLst>
  <p:sldSz cx="12192000" cy="6858000"/>
  <p:notesSz cx="6858000" cy="9144000"/>
  <p:embeddedFontLst>
    <p:embeddedFont>
      <p:font typeface="Cambria Math" panose="02040503050406030204" pitchFamily="18" charset="0"/>
      <p:regular r:id="rId60"/>
    </p:embeddedFont>
    <p:embeddedFont>
      <p:font typeface="Ravie" panose="04040805050809020602" pitchFamily="82" charset="0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31:37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15551 6276 0,'0'0'0,"0"0"0,0 9 0,0 16 15,0 18 1,0 33-16,-9 18 0,9 16 31,-8 10-31,8 16 16,-9-9-16,1-16 15,-1 16 1,-8-8-16,0-25 16,8-18-1,9-25-15,0-25 16,0 0 0,0-9-16,17 0 15,9-9 1,8 1-1,26-1-15,42 1 16,9-1-16,0 1 16,34-26-1,26-9-15,0-8 16,-1 0 0,10 0-1,7 0-15,61 0 16,-1 8-1,-25 26-15,34 0 16,9 17-16,17 0 16,25 17-1,-8 0 1,-1-8-16,-7-9 16,-1 0-1,-17 0-15,17 9 16,0-9-16,-8 0 15,8 8 1,-25-8-16,-9-8 16,0 8-1,-9-9 1,-16 9-16,-18 0 16,-68-8-1,-8-9-15,8 8 16,-26-8-1,-33 0-15,-10 0 16,-7-8 0,-27-1-16,-16 1 15,0-1 1,-9 1-16,-9-1 16,9-8-1,0-25-15,-8-43 16,8-18-1,9-16-15,33-59 16,86-120 0</inkml:trace>
  <inkml:trace contextRef="#ctx0" brushRef="#br0" timeOffset="42407.98">12512 8964 0,'0'0'0,"0"0"0,-8 8 0,-1 26 16,1 0-16,-1 17 15,1 43 1,-18 25-16,-17 17 15,9 0 1,17-17-16,0-34 16,17-17-1,0-17-15,9-25 16,8-18 0,34-16-16,43-26 15,25-17 1,-8 0-16,26 0 15,-1 17-15,-16 17 16,-1 17 0,69 0-1,8 8-15,-16 1 16,59-1 0,17 9-16,-9-8 15,18-1 1,16 1-16,18-9 15,8 8 1,26 1-16,-17-1 16,17 9-1,0 9-15,17 8 16,8-9 0,-8 1-16,17-1 15,-9 1-15,-33-9 16,8 8-1,-18-8 1,-24 0-16,-18-8 16,-34 8-1,-51 0 1,-52-9-16,-59 1 16,-34-9-1,-18 0-15,-16 0 16,-1-9-1,1-8-15,-1-42 16,1-69 0,25-76-16,34-34 15,35-94 1</inkml:trace>
  <inkml:trace contextRef="#ctx0" brushRef="#br0" timeOffset="76622.27">9320 8947 0,'0'0'0,"0"0"0,0 0 0,-8 0 0,8 0 0,0 0 0,0 0 16,17 0-16,42 0 16,69-17-16,0 0 15,18-17 1,84-26-1,-34-25-15,-25 9 16,59 8 0,-42 25-16,0 0 15,17 9 1,-69 9 0,-25 8-16,0-9 0,-42 1 31,-35-1-31,-17-8 15,-43-25 1,1 25-16</inkml:trace>
  <inkml:trace contextRef="#ctx0" brushRef="#br0" timeOffset="76887.2">10950 8062 0,'0'0'0,"-8"-8"0,-1 8 0,9 0 15,0 0 1,0 0-1,0 17 1,0 8-16,26 18 16,51 16-16,68 9 15,-26-17 1,-33-8 0,16 8-16,-8-17 15,-26-9-15,-17 1 16,-16-18-1,-27 1-15,1-1 0,-69 61 32,0-1-32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31.5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22268 8751 0,'-17'0'0,"-52"-8"0,-50-1 0,16 1 15,10-1-15,7-16 16,26 8-1,9 0 1,9 0-16,7 0 16,1 8-1,0 1-15,0-1 0,0 1 32,17-1-32,0 9 15,17 0 1,0 0-16,34-9 0,77-16 31,77-9-31,51 8 16,-18 9-1,-33 9-15,-17-1 16,-69 1 0,-50 8-16,-27 0 15,-8 0-15,-8 0 16,-69 0-16,-102 17 15,-103 8 1,-33-16 0,16 8-16,34-9 15,86 1 1,43-1 0,68 1-16,25-9 15,17 0 1,61 0-16,144 0 15,86-9 1,16-8-16,-25 0 16,-42 0-1,-35 0-15,-59 0 16,-35 9 0,-51 8-16,-25 0 15,-18 0 1,-8 0-16,-76 0 15,-180 8 1,-137 18-16,-17 16 16,1 18-1,67-9-15,-8-8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37.1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5001 10733 0,'0'0'0,"0"0"0,0 0 0,0 0 15,0 0-15,0 0 31,0 0-31,0 0 0,0 0 32,0 0-32,18 0 15,16 0-15,0 0 32,34 0-32,35-9 15,25-8 1,0 9-16,42-18 15,18 1-15,-9-1 16,1-8 0,-18 9-16,-17-1 15,-9 9 1,-16 0-16,-18 17 16,-33 0-1,-18 0-15,-26 0 16,1 0-16,-18 0 15,1 0 1,0 0 0,-9 0-16,-9 0 15,-17 17 1,-50 0-16,-87-8 16,-33-1-1,25 1 1,-8-18-16,8 1 15,52-1 1,17 1-16,-1-1 16,-8 1-16,34-9 15,9 17 1,8 0 0,9 0-16,8 0 15,9 0 1,17 0-16,0 0 15,9 0-15,-1 0 16,9 0 0,0 0-16,9 0 15,33 17 1,69 8 0,51 9-16,26-17 15,0-8-15,-9-9 16,-17-9-1,9 1-15,-17-9 16,-18 8 0,-33 9-16,-18 0 15,-17 0 1,-25 9-16,-17-1 16,-18 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38.7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23411 10333 0,'0'0'0,"0"0"0,-17 0 16,-17 0-16,-17 0 16,-26-9-1,-17 1-15,-8-1 16,-18-8 0,-8 0-16,-17 0 15,-8 0 1,-10 9-16,-24 16 15,-10 9 1,-7 17 0,7 9-16,44-9 0,59-9 31,34-8-31,17-8 16,26-1-16,17-8 15,9 0 1,59 17-1,86-8-15,68-9 0,17-17 16,0-9 0,-1-8-1,-7 0 1,-1 9-16,-8 16 16,-34 1-16,-9 16 15,-25 9-15,-43 0 16,-43-8-1,-34-1 1,-8 1-16,-18-1 16,-16-8-1,-26 17 1,-94 9-16,-103 8 16,-110 0-1,-35-8-15,-59-1 16,34-16-16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41.4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5351 11387 0,'0'0'0,"0"0"0,0 0 16,0 0-16,0 0 15,9 0 1,8 0-16,17-8 16,9-1-1,25 1-15,9-1 16,25-8-1,26 0 1,9 0 0,-1 0-16,-7 0 0,7 0 15,-8 9 1,-17-1 0,-26 1-16,-25-1 15,-9 9 1,-25 0-16,0 0 15,-18 0 1,1 0-16,-9 0 16,-9 0-1,-8 0-15,-34 0 16,-52 0-16,-33 9 16,-1-9-1,-33 0 1,-10 8-16,44 1 15,16-1-15,-8-8 16,17 0 0,26 9-16,8-9 15,17 0 1,26 0-16,9 0 16,8 0-1,8 0 1,9 0-1,0 0-15,0 0 16,9 0-16,42-9 16,60 9-1,34-8-15,34-1 32,0 1-32,103 25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42.6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21764 11464 0,'0'0'0,"0"0"16,0 0-16,0 0 15,0 0 1,0 0-16,0 0 16,0 0-1,0 0-15,0 0 16,0 0 0,17-17-16,60-34 15,60 0 1,25 17-16,0 8 15,26 18 1,-35 8-16,-33 17 16,-9-9-1,-17 1-15,-43-1 16,-17-8 0,-17 0-16,-8 0 15,-1 0 1,1 0-1,-18 0-15,-25 17 16,-51 0 0,-69 9-16,-51-9 15,9 0 1,17-9-16,34-8 16,25 0-16,35-8 15,42 8 1,9 0-16,17 0 15,0 0 1,17 0-16,8-9 16,43-8-1,86-17 1,68 17-16,111 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47.0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5001 12374 0,'0'0'0,"0"0"0,0 0 0,0 0 0,0 0 0,0 0 15,0-9 1,18 1 0,7-1-16,18 1 15,25-18 1,26 1-16,0 8 31,17 0-31,34 0 0,9-9 16,8 18-1,0-1-15,26 1 16,-26-9 0,-9 0-16,1 0 15,-17 0 1,-52 8 0,-34 9-16,-8 0 15,-18 0-15,1 0 16,-17 0-1,-1 0-15,1 0 16,-9 0 0,-9 0-16,-25-8 15,-51-1 1,-60-8-16,-26 0 16,-17 0-1,-17 9-15,9 8 16,-9 8-1,17 1-15,18 8 16,7 8 0,27 1-1,34-9-15,25 0 0,17-9 32,26 1-32,8-1 15,9-8-15,17 0 16,0 0-1,26-17 1,8 9-16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48.8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20168 12161 0,'0'0'0,"0"0"0,0 0 15,9 0-15,-1 0 0,1 0 32,-1 0-17,1 0-15,16 9 16,9-1-16,18 1 15,25-9 1,16 0 0,1 0-16,34 0 15,9-9-15,-1 1 16,10-9 0,16 8-16,-9-8 15,-16 9 1,-9-1-1,8 1-15,1-1 16,-17 1 0,8 8-16,34-9 15,0 9-15,-26 0 16,-8 0 0,-8 9-16,-35-9 15,-25 0 1,-17 0-1,-18 0-15,1 0 16,-18 0-16,1 0 16,0 0-16,-1 0 15,-8 0 1,0 0 0,0 0-16,0 0 15,0 0-15,0 0 31,0 0-31,0 0 16,0 0-16,-8-9 16,-10 1-1,-16-1-15,-25 1 16,-35-1 0,-26 9-16,-8 0 15,-17 0 1,9 17-16,-1-8 15,-8-1 1,-17 1-16,-9-1 16,9 1-1,-17-1 1,-1-8-16,18 9 0,-17-9 16,0 0-1,34 8 1,17 1-16,-9-1 15,26-8 1,43 0-16,25 0 16,9 0-16,17 0 31,17 0-31,0-8 16,0 8-16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54.9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21167 12978 0,'0'0'0,"0"0"0,0 0 15,0 0-15,0 0 16,0 0 0,0 0-16,0 0 15,0 0-15,17 0 16,34-9-1,68 26 1,44 9 0,-1-9-16,26 0 15,-9-9 1,34 1-16,35 8 16,-69-9-16,-8 1 15,25 8 1,-51 0-1,-17 8-15,0 1 16,-34-9-16,-43-9 16,-17 1-1,-8-1-15,-18 1 16,1-9 0,-26 0-16,-34 8 15,-60 1 1,-34-1-16,-18-8 15,10-8 1,-1-1-16,1 1 16,-1-1-1,9 9-15,0 0 16,-26 0 0,26-8-16,34-1 15,17 1 1,26 8-16,25 0 15,26 0 1,0 0-16,17 0 16,9-9-1,42-8-15,68-8 16,52 8 0,17-9-16,-9-8 15,9 17 1,-43 0-16,-26-8 15,-25 8 1,-43 8 0,-16 1-16,-10 8 15,-16 0-15,-1 0 16,-25-9 0,-43-8-1,-68 0-15,-51 9 16,0 8-16,-111 0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7:56.2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19980 7101 0,'0'0'0,"0"0"0,0 0 0,0 0 16,0 0-16,9-8 16,16-1-16,10 1 15,41-1 1,61 9-16,25 0 31,-42 9-31,-1-1 16,35 1-16,-9-1 0,-51-8 31,-17-8-15,-1-9-16,-16 0 15,-26 8-15,-8 9 16,-18 0-1,1 0-15,-1 0 16,-16 0 0,-26 0-16,-60 17 15,-85 17 1,-1-8-16,10-1 16,-44-8-1,44-8-15,25-1 16,17 1-1,42-1-15,35-8 16,17 0-16,25 0 16,35-8-1,68-9 1,153-9-16,69-16 16,17-1-1,128 43-15,-51 34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8:41.92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24956 8504 0,'0'0'0,"0"0"0,0 0 0,0 0 16,17 0 0,17-8-16,26-1 15,25-16 1,18-1 0,-9-8-16,-34 17 15,-26 9 1,-9-1-16,-8 1 15,-8 8 1,-1 0-16,1 0 16,-26 0-1,-51 25-15,-69 18 16,-68 16 0,9 1-16,42 8 15,52-17 1,51-25-16,25-18 15,9 1 1,17-1-16,26-25 16,110-25-16,52-18 31,-17 0-31,8 1 16,-51 16-16,-60 26 15,-25 0 1,-18 17-16,-8 0 15,-8 0-15,-9 0 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8:44.4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24094 11336 0,'0'0'0,"0"0"0,0 0 15,0 0-15,9-8 16,16-1-16,52 1 15,8-18 1,18 1 0,42-1-16,43 1 15,-26 8 1,-17 17-16,51 0 16,-34 8-1,-34 1-15,35-1 16,-10-8-1,-50 0 1,-26 0-16,8 0 16,0 0-1,-25 0-15,0 0 16,-18 0-16,-16 0 31,-17 0-31,-1 0 0,1 0 16,-18 0-1,-25 0-15,-51 0 16,-78 17 0,-41-8-16,-27-9 15,1 8 1,42-8 0,-8 9-16,-26-9 15,51 0-15,26-9 16,8 9-16,26-8 15,18-1 1,33 1 0,26 8-1,8 0-15,9 0 16,0 0 0,8 0-16,9 0 15,0 0 1,9 0-16,68 17 15,68 0 1,60 0-16,51 17 16,0-9-16,8 1 15,-8-18 1,0 1 0,-59-9-16,-61 0 15,-33 8 1,-52 1-16,-34-9 15,-34 25 1,0-7-16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8:59.4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28933 8998 0,'0'0'0,"-8"-9"0,-1 1 0,-16-43 16,16 8-16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8:59.5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28771 8709 0,'9'-26'0,"51"-153"0,-60 179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9:00.1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29138 8232 0,'0'0'0,"0"0"0,-8 0 0,-43 26 16,-43 25-1,-26 17 1,-33 17-16,-1 8 15,60-33-15,51-34 16,18-9 0,8 0-16,0-9 15,8 1 1,9-1-16,17 1 16,69 8-1,59-17-15,42-9 16,44-8-1,-60-8-15,-61-9 16,-33 17 0,-26 8-16,-25 9 15,-17 0 1,-9 0-16,-60 9 16,-145 33-1,-51 18-15,-9-18 16,44 1-1,58-9 1,27-9-16,68-16 16,33-1-1,27 1-15,51-26 16,272-85 0,86-26-16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9:01.9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28669 9695 0,'0'0'0,"0"0"0,0-8 15,17-1-15,0 1 16,0-1 0,0 1-16,51-1 15,52-16 1,42 8-1,-8 0-15,16 8 16,27-8 0,-69 9-16,-43-1 15,9 9 1,-43 0-16,-25 0 16,-9 0-1,-9 0-15,-16-8 16,-18-1-16,-85 9 15,-85 0 1,-103 17 0,-25 9-16,25-1 15,43-16 1,85-1-16,35-8 16,68 0-16,42 0 15,35-8 1,161-18-16,300-25 15,230-26 1,-274 35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45:25.78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14159 8590 0,'0'0'0,"0"0"0,0 0 0,0 0 16,-8 0-16,-1 0 15,1 8 1,-1 18-16,1 8 16,8 0-1,0 8 1,0 9-16,8 0 0,1 17 16,-9 0-1,0 0-15,17-8 31,0-26-31,17-9 16,17-8 0,35-8-16,25-18 15,8 1-15,9-9 16,0 0 0,9 0-16,-1 8 15,-16 1-15,-9-1 16,-17 1-1,-26-1 1,-34 9 0,-8 0-16,-18 0 15,1 0 1,-9 0-16,-9-8 16,-8-18-1,-8-25-15,-44-42 16,27 25-1</inkml:trace>
  <inkml:trace contextRef="#ctx0" brushRef="#br0" timeOffset="12941.97">4481 13539 0,'0'0'0,"0"0"0,0 0 0,17 0 15,0 0-15,9 0 16,-1-8-1,-8-1-15,0 9 16,17 0 0,1 0-16,16 0 15,17 9 1,26-1-16,17-8 16,34 9-1,43-9-15,42-17 16,9 0-1,26-9-15,-1 9 16,10 0 0,16 0-16,8 9 15,-50 16 1,59 18-16</inkml:trace>
  <inkml:trace contextRef="#ctx0" brushRef="#br0" timeOffset="13702.72">14211 13301 0,'0'0'0,"0"0"0,8 0 0,26 17 15,26-9 1,17 10-1,25-1-15,18 8 16,16 18 0,27 8-1,41 8-15,44-16 16,102-18-16</inkml:trace>
  <inkml:trace contextRef="#ctx0" brushRef="#br0" timeOffset="17445.65">4438 15163 0,'0'0'0,"0"0"0,0 0 0,0 0 16,0 0-1,-8 17 1,-1 0-16,1 9 15,-10 8 1,1 0-16,0 0 16,9-8-16,-1-1 15,1 1 1,-1 8-16,1 8 31,-1 9-31,9 0 0,0-8 16,0-9-1,0 0-15,0 0 16,0-9 0,0 1-1,0-1-15,0-16 16,0 8-16,9 0 16,8 0-1,17-9 1,0 1-16,0-1 15,0 1 1,0-9-16,1 0 16,16 0-1,0 8-15,9 1 16,34-1 0,17 1-16,-9-1 15,0 1 1,9-1-16,34-16 15,26-1-15,-34 1 16,33-9 0,10 17-16,-35 8 15,17 9 1,9-8-16,-9-1 16,8-16-1,10-18-15,-1-8 16,-51 9-1,17-18 1,0 1-16,-42 25 16,-27 8-16,-16 9 15,-17 0 1,-18 0-16,1 0 16,-17 0-1,-1 0 1,1 0-16,-9 0 15,0 0-15,0-8 16,0-9 0,0-34-1,17-34-15,8-34 16,35-17 0,-17 76-16</inkml:trace>
  <inkml:trace contextRef="#ctx0" brushRef="#br0" timeOffset="18195.38">13827 15708 0,'0'0'0,"0"0"0,0 0 0,0 17 15,17 0 1,17 17-16,26 8 15,42 9 1,43 0-16,0-8 16,69-1-1,50-8-15,18-8 16,76 8 0</inkml:trace>
  <inkml:trace contextRef="#ctx0" brushRef="#br0" timeOffset="107937.22">20381 4286 0,'0'0'0,"0"9"0,-8 8 0,-1 25 0,1 35 16,-1 42 0,1 0-16,-1 0 15,1 17 1,-1 9 0,9-1-16,0 1 15,-8 42 1,8 26-16,-9 8 15,1 34 1,-10 0-16,-16 9 16,-34-1-1,0 1-15,17-26 16,25-25 0,0-1-16,9-33 0,0 8 15,0 8 1,-8 10-1,-1 24-15,9 9 16,0 0 0,0-25-16,8 8 15,9 17-15,9-8 16,8 8 0,-9 0-16,1 0 31,-1 9-31,-8 0 15,17-26-15,-8 17 16,0-9 0,8-16-16,-9 17 15,9-9-15,-8 25 32,-1-16-32,-8 17 0,9-9 15,-9 0 1,0 0-1,0 0 1,-9 26-16,9-1 16,0 1-1,-8 8-15,-1-8 0,9-35 32,-8 1-32,8-17 15,0-35 1,0 26-16,0-51 15,17-16 1,-9 24-16,1-8 16,-1-59-1,1-35-15,-1 1 16,1-1 0,-9-25-16,0-8 15,0-9 1,0-9-16,0 1 15,0-1 1,0-8-16,0-8 16,-9-35-1,1-84 1,-1-43-16,9 0 16,-8-77-16,8 17 15,0 1 1,0-18-16,0 0 15,8-8 1,-8-8-16,0 8 16,-8-9-1,-1-8-15,1 8 16,-1-8 0,1-17-16,-1 8 15,1 9 1,-1-9-16,-17-8 15,9 0 1,0 17-16,0-17 16,17 17-1,0-9-15,0 0 16,9 1 0,-1-1-16,-8-8 15,9 17 1,-9-9-16,-9 1 15,9-10 1,-8 18-16,8-34 16,8 17-1,-8 0-15,9-17 16,-1 8 0,1-17-16,-9 1 15,-9-10 1,1 10-16,8 16 15,-9-8 1,9 17-16,0-9 16,9-8-1,8 8 1,0 18-16,0 33 16,0 26-16,-8 17 15,-1 25 1,1 60-1,-1 34-15,-8 26 16,0 25-16,0 17 16,0 8-1,0 9-15,0 0 16,0 0 0,-8 17-16,-1 51 15,9 68 1,0 43-16,0 42 15,9 9 1,8-1-16,8 26 16,-7 26-16,-10 0 15,1 16 1,-9 26 0,-9 1-1,-8 41-15,8-8 16,-8 1-1,9 7-15,8-16 16,-9 0-16,1-1 16,-9 10-1,-9 7 1,0 1-16,1-17 16,8-9-1,0 8-15,17-7 16,0-27-16,8 10 15,1-18 1,-1 8-16,-8 1 16,0-34-1,9-18 1,8-16-16,0-17 16,9-18-1,-1 1-15,1-26 16,-1 51-16,-7 0 15,7-8 1,-8-9 0,-17 17-16,9 0 15,-18-25 1,9 25-16,0-43 16,9-7-16,-1 16 15,-8-51 1,9-9-1,-18 26-15,1-42 16,-1-26 0,1 0-16,-9 0 15,8-8 1,-8-26-16,8-17 16,9-26-1,0 1-15,0-18 16,0 1-1,0-18-15,0-33 16,0-35 0,9-25-16,8-85 15,-8 0 1,8 8-16,8-59 16,9 43-1,1-44-15,-1-7 16,-9-26-1,1 0-15,-9-35 16,0-24 0,0 25-16,-8-60 15,-1 68 1,1-50-16,-1-10 16,1 61-1,-9-77-15,0 8 16,0 34-1,-9-59-15,1-9 16,-1 26 0,1-26-16,-1-16 15,1 7 1,-1 35-16,-17-26 16,-16-33-1,-1 42-15,0 8 16,1-8-1,8-43-15,8 0 16,17 17 0,-8-25-16,9 9 15,-1-52 1,1 77-16</inkml:trace>
  <inkml:trace contextRef="#ctx0" brushRef="#br1" timeOffset="-187607.49">13920 1888 0,'0'0'0,"0"8"0,18 35 0,-10 8 16,1 9-16,-1-1 15,1 9 1,-18 17-16,1 9 16,-1 8-1,-8-17-15,8-9 16,1 1 0,-1-18-16,9-8 15,0-17 1,0-8-16,0-9 15,0-8 1,0-1-16,0 1 16,0-9-1,0 0-15,0-9 16,0-8 0,0-26-16,17-33 15,9-35 1,0 18-16,8-1 15,0-8 1,17-8-16,35-1 16,-18 9-1,0 9-15,0-10 16,1 27 0,-18 16-16,0 18 15,17 8 1,-8 17-16,-17 17 15,-1 0 1,-7 25-16,7 35 16,1 8-1,-17 25-15,-9 18 16,-9 17 0,-8-18-16,-8-25 15,-1-17 1,1-17-16,-1 0 15,-17 9 1,9-18-16</inkml:trace>
  <inkml:trace contextRef="#ctx0" brushRef="#br2" timeOffset="-182462.95">14783 3674 0,'0'0'0,"8"0"0,35 17 0,8-9 16,-8 1-1,-18-9-15,1 0 16,-18 0-1,1 0-15,-1 0 16,1 0 0,0 8-16,8 26 15,-9 26 1,1 25-16,-18 17 16,-8 17-1,0-8-15,0-26 16,-9-9-1,9 1-15,0-18 16,0-16-16,9-9 16,8-9-1,0-16 1,0-1-16,0 1 16,0-18-1,25-25-15,26-51 16,1-34-1,7-25-15,27-9 16,-1 25 0,-25 26-16,0 8 15,-9 18 1,0 8-16,0 17 16,-8 17-1,17 0-15,-1 8 16,1 9-1,-17 17-15,-9 17 16,0 9 0,0 33-16,0 60 15,-17 35 1,-8 7-16,-9 1 16,0-26-1,0-34-15,0-26 16,0-25-1,0-17-15,0-8 16,-9-18 0,1 1-16</inkml:trace>
  <inkml:trace contextRef="#ctx0" brushRef="#br2" timeOffset="-181197.01">16515 2330 0,'0'0'0,"0"0"0,0 0 0,0 0 15,0 0 1,0 0 0,0 0-16,0 0 15,0 17 1,-8 17-16,-1 17 15,-17 17 1,-8 34-16,-17 0 16,17-8-1,8-17-15,9-18 16,9-16 0,-1-1-16,1-16 15,8-9 1,0-9-16,0 1 15,0-1 1,0 1 0,0-9-16,0 0 15,0 0-15,0 0 16,0-9 0,8-16-16,18-35 15,25-25-15,-8 8 16,-9-8-1,9 0-15,-9 9 16,0 8 0,8-9-1,-7 9-15,-10 0 16,1 17 0,-1 17-16,10 0 15,-1 0 1,-9 17-16,1 9 15,-9-1 1,0 9-16,0 0 16,9 0-1,-1 9-15,-8 16 16,9 9 0,0 9-16,-1-1 15,-8 1 1,0-18-16,-8 1 15,-1-9 1,1-9 0,-9 1-16,0-1 15,0 1-15,-9-1 16,-25 1-16,-17-1 16,-17 1-1,17-1 1,-9-16-16,0-1 15,9-8 1,0-17 0,-9-25-16,34 25 15</inkml:trace>
  <inkml:trace contextRef="#ctx0" brushRef="#br2" timeOffset="-170926.45">22285 2960 0,'0'0'0,"0"0"0,8 0 16,9 17-16,17 0 15,9 0-15,8 8 16,1 9-1,7-8 1,-7 8-16,7 0 16,18 25-16,-9 9 15,-8 17 1,-9 26 0,-17 8-16,-8 8 15,-17 27 1,-18-18-16,-34-17 15,-25-9 1,-9-16 0,-8-1-16,0-25 15,-1-17-15,27-25 16,7-18 0,1-25-16,17-8 15,0-18 1,17-25-1,8-25-15,9-1 16,17 9-16,17 26 16,1 8-1,7 8-15,9 26 16,1 9 0,24 16-16,44 52 15,17 25 1,-27 0-16,-16-9 15,-17-8 1,-17-8-16,0-18 16,-18-25-1,-16-17-15,-9-8 16</inkml:trace>
  <inkml:trace contextRef="#ctx0" brushRef="#br2" timeOffset="-168578.45">23224 3062 0,'0'0'0,"0"0"0,-26 17 16,-68 76-1,-68 43 1,-34 0-16,-43 34 16,8 0-1,61-33-15,59-52 16,51-43 0,26-16-16,25-18 15,35-33 1,102-77-16,94-77 0,17 0 31,-9-8-31,-42 17 0,-77 51 31,-51 34-31,-26 26 16,-26 16-16,-16 18 0,-52 16 16,-77 26 15,-50 51-31,-61 43 15,26 25-15,69 0 32,25-34-32,34-34 15,42-34-15,27-26 16,25 1 0,34-35-16,94-76 0,102-59 31,9 16-31,-25 26 0,-43 34 31,-43 43-31,-52 16 16,-33 26-16,-17 26 15,-26 76 1,-86 144 0,-93 77-16,-26-16 15,0-44 1,60-84-16,77-86 15,42-33 1,18-26-16,25-26 16,77-33-16,136-69 15,35-42 1,-43 0-16,-9 0 16,-51 26-1,-93 67-15,-35 18 16,-17 7-1,-9 18 1,-85 77-16,-119 93 16,-85 51-1,16-17-15,52-51 16,76-59-16,86-52 16,25-16-1,18-17-15,67-52 16,121-76-1,93-68-15,-26-9 32,-25 26-32,-60 51 0,-85 51 15,-43 43 1,-17 8 0,-8 17-16,-86 51 0,-111 85 15,-51 25 1,35-33-1,58-35 1,53-33-16,24-52 16,44-16-16</inkml:trace>
  <inkml:trace contextRef="#ctx0" brushRef="#br2" timeOffset="-168095.83">25980 3291 0,'0'0'0,"-17"0"16,-34 9-16,-85 25 16,-44 25-1,-25 26-15,-68 77 16,-8 34 0,76-18-16,94-50 15,68-9 1,94 17-16,180-9 15,196-76 1,102-119-16,-120-17 16</inkml:trace>
  <inkml:trace contextRef="#ctx0" brushRef="#br2" timeOffset="-166970.09">26638 2339 0,'0'0'0,"0"8"0,8 43 16,9 9-16,-8-1 15,-9 18 1,-34 16-1,-9 18-15,0 0 16,9-26 0,0-9-16,0-25 15,17-17-15,0-8 16,8-9 0,9-9-1,0 1-15,17-26 16,60-34-1,51-51-15,17-26 16,-8-17-16,-18 26 16,-8 26-1,-26 33 1,-16 26-16,-1 26 16,-8 16-1,0 43 1,-1 60-16,-25 42 0,-25 0 15,-26-8 1,8-77-16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50:16.24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3107 6030 0,'17'8'0,"34"9"0,86 17 0,93 9 16,-8-9-16,34-17 15,9-26-15,-1 1 16,-8-9 0,51-34-1,78-26-15</inkml:trace>
  <inkml:trace contextRef="#ctx0" brushRef="#br0" timeOffset="1913.78">11505 7637 0,'0'0'0,"0"0"0,0-8 15,0-18-15,9-17 16,25 1-16,51-18 15,35 1 1,-26 25 0,8 8-16,94-16 15,-8 8 1,34 8-16,34 1 16,51-1-1,0 9-15,18-8 16,8 8-1,-35 0-15,27 0 16,-61 8 0,-25 1-16,17 8 15,-94 8 1,-42 1-16,-1 8 16,-42 0-1,-43-9-15,-8 1 16,-17-9-1,-35 8-15,-128 26 16,-102-8 0,-85-9-16,-9-9 15,34 9 1,-76 0-16,25-8 16,34-1-1,-26 1-15,26-1 16,-25-8-1,51 0-15,51-8 16,42 8 0,61-9-16,7 1 15,44-9 1,34 0-16,34 8 16,25 9-1,18-8 1,67-18-16,87 1 15,93 8-15,25-9 16,18 9-16,42 0 16,26 17-1,0 17-15,69 9 16,-18 8 0,-85-9-16,68 9 15,-26-8 1,-101-9-1,24 0-15,-50 0 16,-86 0 0,-25 0-16,-69-9 15,-34 1 1,-17-9-16,-17 0 16,-137 8-1,-204-8-15,-111-8 16,59-9-1</inkml:trace>
  <inkml:trace contextRef="#ctx0" brushRef="#br0" timeOffset="4671.05">4737 9355 0,'0'0'0,"0"0"15,0 0-15,0 0 16,0 0 0,0 0-16,0 8 15,0 1 1,17-1-16,0 1 16,9-1-1,8 1-15,-9-1 16,1 1-1,34-9-15,34-9 32,34-8-32,0-8 0,25-9 15,52-9 1,-34 1-16,17-1 0,51 1 31,-18 8-31,10 0 16,16 0-1,18-9-15,-9 1 16,-17 8 0,-8 8-16,-18 9 15,-8 0 1,-60 9-16,-51 8 16,-43 0-1,-17 0-15,-8 0 16,-18 0-1,-8 0-15,-25 0 16,-61 17 0,-67 0-16,-44 17 15,-33 8 1,-26 9-16,-17 17 16,-9 9-1,-17 25-15,9-17 16,17-17-1,8-17-15,35-17 16,34-17-16,34 0 16,59-17-1,26 0 1,35 0-16,16 0 16,9 0-16,17 0 15,34-8 1,0-1-16</inkml:trace>
  <inkml:trace contextRef="#ctx0" brushRef="#br0" timeOffset="5583.75">12768 9431 0,'0'0'0,"34"0"0,43 0 16,51 9 0,77-9-16,8-17 15,35 0-15,51 8 32,68 1-32,34-1 15,-9 18 1,10-9-16,16 0 15,-17 0 1,-119-9-16,25 1 16,-60-26-16,-178 17 15</inkml:trace>
  <inkml:trace contextRef="#ctx0" brushRef="#br0" timeOffset="24855.25">5539 12178 0,'0'0'0,"0"0"0,17 9 15,17-1-15,1 1 16,-1-1 0,0 1-1,8-1-15,10 1 16,16-1-1,-17-8-15,0 0 16,18 0 0,16 0-16,0 0 15,9 0 1,0-8-16,9 8 16,16 0-1,9 0-15,9-9 16,-1 9-1,-8 0-15,17 0 16,0 9 0,26-9-16,17-9 15,0 1 1,16-18-16,1-8 16,-17 9-1,0 8 1,25 0-16,1 17 0,-10 0 31,18 8-31,34-8 16,9-17-16,51-34 15,76-8 1</inkml:trace>
  <inkml:trace contextRef="#ctx0" brushRef="#br0" timeOffset="26955.75">11983 12434 0,'0'0'0,"0"0"0,0 0 15,0 0-15,0 0 16,26-9-16,8 9 16,26 0-1,25 17 1,94 9-16,60-26 15,85-34 1,86-26 0,-26 0-16</inkml:trace>
  <inkml:trace contextRef="#ctx0" brushRef="#br0" timeOffset="36649.01">23096 12212 0,'8'0'0,"95"-8"0,238-26 16,188-34-16,-119 17 0</inkml:trace>
  <inkml:trace contextRef="#ctx0" brushRef="#br0" timeOffset="59030.44">5625 13309 0,'0'0'0,"0"0"32,0 0-32,0 0 0,0 0 15,0 0 1,0 0-16,0 0 15,17 0 1,0 0-16,17 0 16,34 0-1,17 0-15,-16 0 16,8 0 0,33-8-16,27-1 15,-9 1 1,26-9-16,42-9 15,-25 1 1,16-1-16,44 9 16,-43 0-1,-1 0-15,10 0 16,-44 9 0,-25-1-16,0 1 15,-42-1 1,-35 1-16,-17 8 15,-8 0 1,-18 0-16,1 0 16,-18-9-1,-16 1-15,-27-9 16,-58 17 0,-53 0-16,-7 0 15,-10 0 1,10 0-16,-1 0 15,0 8 1,9-8 0,0 0-16,8 0 0,26 0 15,0 0 1,-8 0 0,16 0-16,26 0 15,9 9 1,17-9-1,17 0-15,16 0 16,18 0-16,0 0 16,9 0-1,8 0-15,0 0 16,25 0 0,61 0-16,101 0 15,1-9-15,-120 1 16</inkml:trace>
  <inkml:trace contextRef="#ctx0" brushRef="#br0" timeOffset="61781.36">19067 13539 0,'0'0'16,"0"0"-16,0 0 0,0 0 15,0 0 1,0 0-16,0 0 15,9 0 1,25 0-16,17 17 16,17-8-1,26 8-15,43-17 16,50-34 0,27 0-16,25 0 15,25 8 1,-76 26-16,-137 9 15</inkml:trace>
  <inkml:trace contextRef="#ctx0" brushRef="#br0" timeOffset="62338.13">15773 13514 0,'0'0'0,"17"-9"0,111-33 15,128-9 1,94-9-16,42 9 16,-16-9-1,-1-25-15</inkml:trace>
  <inkml:trace contextRef="#ctx0" brushRef="#br0" timeOffset="102050.52">6102 14662 0,'0'0'0,"0"0"0,0 0 0,18 59 0,-10-16 0,-8-1 0,0 1 0,-8 8 16,-1 17 0,-17 8-1,9-16-15,0-1 16,0 1-1,17-9-15,0-8 16,0-1 0,0-16-16,17-1 15,0 1-15,0-9 16,0 0 0,1-9-1,7 1-15,-8-1 16,17 1-1,1-1-15,-1-8 16,17-8 0,26-18-16,8 1 15,0-1 1,18-8-16,-1 9 16,9-9-1,9 8-15,8 1 16,-17 8-1,0 0-15,8 17 16,1 0 0,8 0-16,-17 8 15,-9-8 17,-8 9-32,8-1 0,1 9 15,-9-8-15,-18-1 16,1 1-1,0-9-15,-9 0 16,1 0 0,-1 0-16,-8 0 15,-1 8 1,1-8-16,-17 0 16,-1 0-1,1 9-15,-9-9 16,-8 0-16,-9 0 15,-9 0 1,1 0 0,0 0-16,-1 0 15,-8 0 1,0 0-16,0 0 16,0 0-1,0 0-15,0 0 16,9-9-16,8-8 15,17-25 1,8-18-16,10-17 16,-1 1-1,0-9 1,0-17-16,-8-9 16,-9 18-16,-8 8 15,-1 17 1,-16 17-1,-1 0-15,1 17 16,-9 0-16,0 17 16,0 0-1,0 8 1,-9 1-16,1-1 16,-1 0-1,-8 1-15,-8-1 16,-1 1-1,-25-1 1,-9 1-16,0 8 16,-16 0-16,-18 0 15,-26-9 1,-8 9-16,0-8 16,0-1-16,-17-8 15,0 0 1,-9-8-1,9-1-15,-25 9 16,-1 9 0,17-1-1,-34 9-15,1 9 16,7-9-16,-16 25 0,0-8 31,17-8-31,-26-9 16,8-9-1,-118-16-15</inkml:trace>
  <inkml:trace contextRef="#ctx0" brushRef="#br0" timeOffset="-166352.02">16925 4856 0,'0'0'0,"0"0"0,0 17 0,0 17 16,0 26-16,0 33 15,0 35 1,-26 8 0,-8 8-16,0 1 15,0-34 1,17-26-16,0-26 15,0-16-15,8-18 16,9 1 0,0-18-16,0 1 15,0-9 1,0-17-16,9-51 16,8-43-1,34-17-15,17-16 16,26-18-1,0 18 1,8 16-16,9 18 16,0 16-16,-8 18 15,-18 33 1,-8 9 0,-9 17-16,0 25 15,1 9-15,-10 26 16,-16 42-1,-9 43-15,-34 42 16,-34 8 0,-9 1-1,1-26-15,16-51 16,9-17 0,9-25-16,8-26 15,8-26-15,1 1 16</inkml:trace>
  <inkml:trace contextRef="#ctx0" brushRef="#br0" timeOffset="-158653.45">18546 3878 0,'0'0'0,"0"0"16,0 0-16,0 0 15,0 0-15,0 0 16,0 0 0,0 0-16,0 0 15,0 0 1,0 0-16,0 0 15,0 0 1,0 9-16,0 16 16,0 43-1,0 9-15,-8-1 16,-1 9 0,1 0-16,-1-8 15,1-1 1,-1 18-16,1-9 15,-1-9 1,1-16-16,-1-17 16,9-9-1,0-9-15,0-16 16,0-1 0,0 1-16,0-9 15,0 0 1,0-9-16,0-16 15,0-43 1,-8-26-16,-1 9 16,9 0-1,-9 0-15,9 8 16,0 1 0,0-9-16,9 17 15,8-9 1,0-8-1,9 17-15,-1 0 16,-16 25 0,-1 9-16,1 9 15,8-1 1,0 1-16,17-1 16,9 9-1,25 0-15,0 17 16,9 0-1,-8 17-15,-10 9 16,1-1 0,-17 9-16,-1 9 15,-7 8 1,-10 0-16,-16 17 16,-9 0-16,-26 0 15,-34 9-15,-42-9 31,-9-26-31,0-25 16,-17-34-16,0-34 16,8-59-1,69 42 1</inkml:trace>
  <inkml:trace contextRef="#ctx0" brushRef="#br0" timeOffset="-146750.59">18589 7577 0,'0'0'0,"0"0"0,0 0 0,0 0 15,0 0 1,-17 9-16,-17 16 15,-34 18 1,-35 8-16,-8 9 16,26-1-1,17-8-15,-1 9 16,10 25 0,-1 8-16,9-8 15,25 9 1,18-9-16,33 17 15,9-9 1,-8-33-16,34 0 16,33-1-1,44-25-15,-9-25 16,0-35-16,154-67 16</inkml:trace>
  <inkml:trace contextRef="#ctx0" brushRef="#br0" timeOffset="-145855.71">19101 7161 0,'0'0'0,"0"8"0,0 18 16,9 25-16,-1-9 16,-8 9-1,0 9-15,-8 25 32,-1 0-32,1-25 15,-1-1-15,1-25 16,8-8-16,0-9 15,0-9 1,0-8 0,8-17-16,35-17 15,8-34-15,17-17 16,9-17 0,-9 25-16,-8 18 15,0 8 1,-9 8-16,0 9 15,-8 17 1,0 17 0,-9 17-16,-9 26 15,1 33-15,-17 43 16,-18 0 0,-8-33-1,8-52-15</inkml:trace>
  <inkml:trace contextRef="#ctx0" brushRef="#br0" timeOffset="-129176.75">2834 13429 0,'0'0'0,"0"0"0,0 0 15,0-9-15,-9 1 16,-8-9-16,-9 0 31,-8 0-31,0 8 16,9 1-16,-1 8 15,0 0 1,1 17 0,-27 0-16,-16 25 15,0 9 1,17 9-16,-9 16 16,-8 9-1,-9 17-15,17 0 16,9 9-16,0-18 15,17-8 1,17-17 0,17-8-16,0-17 15,0-9-15,17 0 16,8 0 0,26 0-16,1 8 15,-10 1 1,1-9-16,0 17 15,-1 8 1,-8 9 0,-8-8-16,-17 8 15,-18 17 1,-8 0-16,-9 0 16,-8 0-16,-8-17 15,-1-25 1,-17-1-1,17-8-15,1-8 16,8-18 0,0-8-16,8 0 15,0 0-15,9 0 16,17 0 0,0 0-16,0 0 15,0 0 1,17 17-16,9 17 15,8 26 1,9 16 0,-1 26-16,-16 26 15,-17 16-15,-9 35 16,-9 8 0,9-17-16,26-34 15,25-34 1,43-34-1,136-76-15,188-145 16,-42-9-16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3:55:52.871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10140 2662 0,'0'0'16,"0"0"-16,0 0 0,0 0 0,0 17 0,-9 17 0,0 25 0,-8 27 15,0 16 1,9-17-16,8-17 15,0-9 1,0 1-16,-9-1 16,9-8-1,-8 0-15,8 9 16,0-9 0,0-9-16,0 1 15,0-9 1,0-9-16,0 1 15,0-18 1,0 1-16,0-1 16,8 1-1,18-1 1,17 1-16,33-18 0,18 1 16,9-1-1,25-8-15,8 0 31,26 0-31,18 9 16,7-1-16,44 1 16,33-1-16,27 9 15,-10 9 1,18-1 0,0 18-1,25 16-15,17 1 16,-16-9-16,59 0 15,0 0 1,-43-8-16,60 8 31,-34-9-31,-76-8 0,41-8 16,-7-1 0,-18 9-16,-51-8 15,-77-1 1,-25 1-16,-69-1 15,-33-8 1,-27 0-16,-16-8 16,-1-9-1,-16-43-15,-18-50 16,-42-86 0,-69-119-1</inkml:trace>
  <inkml:trace contextRef="#ctx0" brushRef="#br0" timeOffset="15362.91">23736 2738 0,'0'0'0,"8"0"0,9 0 0,9 0 16,-1 0-16,1 0 15,-9-8 1,0-1-16,0 1 16,26-1-1,51 1-15,68-1 16,34 9-1,43 0-15,9 9 16,33-1 0,1-8-16,-26 0 15,-25 9 1,-61-9-16,-16 0 16,-52 0-1,-42 0 1,-34 0-16,-9 0 15,-9-9-15,-25-8 16,-51-42 0,-34-26-16,-1-26 15,9-8 1,35 43-16,16 33 16,26 9-1,0 17-15,17 0 16,8 0-1,43 0-15,60 0 16,86 17-16,16 17 16,-34 17-1,1 0 1,-27 17 0,-33 0-16,-44-17 15,-41-8 1,-18-18-16,-34 9 15,-128 34 1,-171 51-16,-94 43 16,77 25-1,103-34-15,102-8 16,-9 135 0</inkml:trace>
  <inkml:trace contextRef="#ctx0" brushRef="#br0" timeOffset="-179263.93">27525 10316 0,'0'0'0,"0"0"0,-8-9 0,-1 1 0,1-1 16,-1 1-1,1-1-15,-18 1 16,-25-18 0,-9 9-16,-25 17 15,-35 0 1,26 17-16,0 9 15,9 8 1,25 8 0,26-8-16,17-8 0,0 8 31,0-9-31,17 10 16,26-1-16,16-9 15,52-16 1,17-26-1,-43-9-15,-8 1 0,0-1 32,-26 9-32,-8 0 15,-18 8-15,-16 9 16,-27-8 0,-58 16-1,-61 26-15,0 26 16,35 8-16,16-8 15,52-18 1,26-16-16,33-9 16,35-9-1,42-8 1,77-42-16,0-26 16,-25-9-1,-9-8-15,-51 8 16,-26 35-16,-25 8 15,-18 8 1,1 9 0,-26-8-16,-35 8 15,-24 17 1,-27 17-16,-8 34 16,17 8-1,35 1-15,24 0 16,27-18-1,16 1-15,18-9 16,34 0 0,8-9-16,0-16 15,-16-1 1,-27-8-16</inkml:trace>
  <inkml:trace contextRef="#ctx0" brushRef="#br1" timeOffset="-174657.6">27841 9933 0,'0'0'16,"0"0"-16,-9 0 0,-16 0 0,-26 17 16,-43 17-16,-51 26 31,-9 16-16,17 9-15,27-17 0,33-17 16,34-17 0,17-8-1,18-1-15,16 9 16,44-8-16,42 0 16,16-26-16,1-17 15,-17-18 1,-17-24-16,-26 8 15,-17 17 1,-25 0-16,0 0 16,-27 17-1,-24 0-15,-26 8 16,-35 18-16,1 25 31,16 17-31,18 8 16,25-8-16,26-8 15,17-18 1,26 10 0,42-1-1,26-17-15,9-17 16,-10-34-16,-7-18 16,-27-16-1,-24 0-15,-35 0 16,-26 9-1,-51-1 1,-93 18-16,-61 33 16,-16 35-16,42 42 15,60 17 1,59 0-16,44 0 16,33 0-1,52 0-15,68 9 16,42-26-1,1-34 1,-9-34-16,-34-26 16,-43 1-16,-25-9 15,-9-9 1,-8 1 0,-18-9-16,-33 8 15,-27 9-15,-24 9 16,-27 25-16,-8 17 15,9 8 1,42 1-16,34-1 16,35 9-1,25 9 1,60-1-16,85-33 16,43-35-1,-43-33-15,-16-26 16,-44-9-1,-59 17 1,-26 26-16,-17 9 16,-51-9-1,-51-9-15,-44 35 16,-75 16-16,-1 26 16,60 17-1,51 0-15,26 9 16,25-18-16,17 1 15,26-9 1,17 0 0,43 8-1,43-16-15,16-9 0,-42 0 16,-26 0 0,-25 0-1,-18 0-15,-8 0 16,-51 25-1,-69 35 1,-8 0-16,0-9 16,17-17-1,60-9-15,26-16 16,16-1-16,18-8 16,25-8-1,43-18 1,16-16-16,1-1 15,-17 9 1,-17 17-16,-26 0 16,-17 17-1,-8 0-15,-35 17 16,-59 34 0,-52 26-16,-8-1 15,51-25 1,51-17-16,18-8 15,16-18 1,43-16-16,60-9 16,51-26-1,26 1-15,-34 8 16,-52 8 0,-42 9-16,-18 9 15,-16 8 1,-9 8-16,-34 26 15,-35 26 1,18-1-16,26-25 16,25-17-1,0-17-15</inkml:trace>
  <inkml:trace contextRef="#ctx0" brushRef="#br1" timeOffset="-173610.54">29377 8275 0,'0'0'0,"0"0"0,-8 8 0,-18 9 15,1 9 1,7-1-16,1-8 15,9-8 1,8-1-16,0 9 16,25 9-1,27-1-15,33-8 16,17-17 0,9-17-16,9-8 15,-35 8 1,-34 0-16,-25 0 15,-9 0 1,-17 8-16,-25 9 16,-61 0-1,-42 26-15,-34 16 16,34 1 0,60-18-16,34-8 15,16-8 1,10-1-16,34 1 15,42-1-15,43-8 16,51-25 0,-17-9-1,-51 8-15,-34 9 0,-26 0 32,-26 17-17,-25 0-15,-77 17 16,-102 34-1,-17 17-15,51 9 16,59-26-16,60-17 16,26-25-1,9-1-15,33-16 16,69-18 0,60-25-1,-9 0-15,-43 0 16,-42 25-16,-34 9 15,-18 9 1,1 8-16,-43 0 16,-60 25-1,-51 35 1,8 17-16,52-9 16,25 0-16,35-26 15</inkml:trace>
  <inkml:trace contextRef="#ctx0" brushRef="#br1" timeOffset="-172624.12">27815 13488 0,'0'0'0,"-17"0"0,-17 17 16,-17 0 0,0 9-16,17-9 15,-1 0 1,18 0-16,0 0 15,17 8 1,26-8 0,25 0-16,43-8 15,34-26 1,-26-9-16,-25 1 16,-34 8-1,-26 0-15,-17 0 16,-26 0-1,-76 8-15,-60 26 16,0 17 0,17 17-16,42 0 15,43-17 1,35-8-16,8-9 16,17 0-1,25-9 1,52-16-16,26-26 15,-1-9-15,-17 9 16,-33 9 0,-27 8-16,-16 8 15,-1 9 1,-50 26-16,-78 76 16,-34 34-1,26-26-15,43-33 16,34-26-1,25-17-15,26-17 16,17-17 0,52-17-16,67-17 15,18-34 1,-26 0-16,-26 0 16,-42 17-1,-26 17 1,-17 17-16,-8 0 15,-35 8-15,-51 18 16,-42 25 0,8 8-16,34 1 15,34-18-15,35-16 16,8-1 0</inkml:trace>
  <inkml:trace contextRef="#ctx0" brushRef="#br1" timeOffset="-171733.48">32638 11387 0,'0'0'0,"-17"9"0,-18 16 16,-16 10-16,-34 16 15,-9 17 1,-17 0-16,0 8 16,43 1-1,25-9-15,26-9 16,9-8-1,33 0 1,18-8-16,25-9 16,9-17-1,0-17-15,-18-9 16,-7-8-16,-18-8 16,-9-18-1,-8-16-15,-17 8 16,-17 0-1,-34-9 1,-34 9-16,-35 26 16,1 25-1,25 25-15,26 9 16,25 9 0,17 8-16,26 8 15,35 1 1,33-9-16,51 0 15,1-34-15,-9-34 0,-17-9 32,-9-8-17,-34 0-15,-17 0 16,-34 0-16,-17 9 16,-17-9-1,-34 0-15,0 17 16,8 0-1,-8 8 1,25 9-16,17 0 16,18 0-1,8 0-15,8 0 16,26 9 0,18-1-16,24 1 15,-24 8 1</inkml:trace>
  <inkml:trace contextRef="#ctx0" brushRef="#br1" timeOffset="-166598.14">26928 8385 0,'0'0'0,"0"17"0,-9 26 16,-16 50-16,-10 44 16,-7 33-16,-18 34 31,-17 0-31,17-17 16,9-51-16,17-34 15,17-17-15,0-34 31,8-25-31,9-9 16,0-9-16,0-16 16,52-35-1,42-67 1,17-60-16,8-26 16,-8-17-1,8-8-15,-16 34 16,-35 42-16,0 1 15,-25 25 1,-9 34-16,-8 42 16,-18 26-1,1 0 1,-1 0-16,-8 17 16,-8 26-16,-26 59 15,-26 85 1,-59 68-1,-1 34-15,18-8 16,8-35-16,25-33 16,10-34-1,16-43 1,17-51-16,9-34 0,9-9 31,8-16-31,0-26 16,25-68-16,10-85 15,-1-60 1,17-34-16,-8 18 16,-1 25-1,-16 34-15,-9 25 16,-8 43 0,-9 42-1,0 35-15,0 25 0,0 0 16,0 17-1,-9 51 1,-25 119-16,-26 128 16,-17 42-1,-34-9 1,9-33-16,34-77 16,25-76-16,17-69 15,9-42 1,17-17-1,0-8-15,17-60 16,26-77 0,25-67-16,9-18 15,-17 51 1,-26 52-16,-25 42 16,-1 25-1,-16 18-15,8 16 16</inkml:trace>
  <inkml:trace contextRef="#ctx0" brushRef="#br1" timeOffset="-165524.52">26083 11277 0,'0'0'0,"-9"0"0,1 0 16,8 0-1,0 0-15,-9 0 16,1 17-1,-18 34-15,0 34 16,-16 43 0,-1 25-16,-8 34 15,0 17-15,-1-9 16,1-16 0,9-34-1,7-35-15,1-33 16,17-26-1,0-26-15,9-16 0,8-1 32,0-25-32,8-68 15,35-85 1,25-68-16,17-26 0,1 18 31,8-1-31,8 52 16,-8 24-1,-26 35-15,-25 34 16,-17 34 0,-18 34-16,1 17 15,-1 9-15,-8 25 16,-17 59 0,-34 86-1,-52 67-15,18 18 16,17-9-1,8-34 1,9-17-16,8-42 16,26-51-16,0-43 15,9-17 1,8-9 0,0-16-16,0-1 15,8-33-15,26-43 16,17-68-1,1-35-15,-1 1 16,-8 9 0,-18 50-16,-16 35 15,-1 33 1,1 18-16,-9 8 16,0 17-1,0 8 1,-17 86-16,-17 93 15,8 59-15,9-16 16,0-26 0,8-34-16,18-68 15,-1-68 1</inkml:trace>
  <inkml:trace contextRef="#ctx0" brushRef="#br1" timeOffset="-163933.81">29249 11592 0,'0'0'0,"0"0"0,0 0 16,0 0-16,0 0 16,9 0-1,16 8 1,1 9-16,8 0 15,0 0 1,9 0-16,25 9 16,18-1-1,42 9-15,8-8 16,-8-18 0,9 1-16,16-9 15,-8-9 1,-25 1-16,-18-1 15,-16 1-15,-9-9 16,-9 8 0,-17 9-16,-25 0 15,-18 0 1,1 0-16,-9 0 16,-17 0-1,-35-8-15,-41-9 16,-61-17-1,-8 0 1,25 8-16,-16-8 16,7 0-1,44 9-15,17 8 16,-1 0 0,27 0-16,24 0 15,18 8 1,0 9-16,17 0 15,0 0 1,9 0-16,68 0 16,76 9-16,18 8 15,34 8 1,8 18 0,-51-18-16,-17 1 15,-8-1 1,-69-16-1,-34-1-15,-8 1 0,-17-9 16,-1 0 0,-51 0-1,-93 8 1,-120 1-16,-26 8 16,18-9-16,16 1 15,43-1 1,43-8-16,85 0 15,35 0 1,25 0-16,17 0 16,34 0-1,94-8 1,128-1-16,8-8 0,1 0 16,-18 0-1,-59 9 1,-26-9-16,-68 8 15,-43 9 1,-25 0-16,-9 0 16,-8 0-16,-61 0 15,-135 0 1,-121 17 0,-59 9-16,52 8 15,24 8 1,27 1-1,50-9-15,52 8 16,120-25 0</inkml:trace>
  <inkml:trace contextRef="#ctx0" brushRef="#br1" timeOffset="-162534.47">30572 9176 0,'0'0'0,"0"0"0,0 26 0,0 25 15,0 25 1,9 9-16,-1 52 31,-8 33-15,9 0-16,-9-9 0,-9 18 15,1-9 1,-9-17-16,-26 0 0,0-8 31,18-35-31,8-42 16,17-17-1,0-25-15,0-9 16,0-9 0,0 1-16,0-26 15,8-34-15,9-51 16,0-51 0,0-17-1,9 0-15,-9 16 16,-8 1-1,-1-8-15,1 25 16,-1 17 0,1 17-1,-1 8-15,1 9 16,-1 17-16,1 25 16,-9 9-1,0 17-15,0 9 16,0 8-1,0 0-15,0 34 16,0 59 0,-17 78-16,-17 33 15,0 0 1,-9-17-16,0-34 16,18-43-1,7-24-15,10-27 16,-1-25-16,9-8 15,0-18 1,0 1 0,0-18-16,0-42 15,9-76 1,17-61-16,16-24 16,1 8-1,-26 25 1,0 1-16,-8 41 15,-1 44-15,-16 33 16,-1 26 0,9 17-16,0 17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3:11.55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22234 4184 0,'0'0'0,"0"0"0,0 0 0,0 0 16,0 0 0,0 0-1,0 0-15,-9 0 16,0 0-1,1 0-15,-1 0 16,1 0 0,-1 0-16,-8 0 15,0 0 1,0 9-16,0-9 16,0 0-1,8 0-15,1 0 16,-1 0-1,1 0-15,-1 0 16,1 0-16,-18 0 16,-17-9-1,1 1 1,-1-1-16,-17 1 16,-16-1-16,7-8 31,18 9-31,0-1 15,0-8 1,8 0-16,-8 0 0,8 0 16,9 0-1,0 0 1,8 0-16,-8 0 16,0 0-1,17 0-15,0 0 16,0 9-1,8-1-15,1 1 16,8 8 0,0 0-1,0 0-15,0 0 0,0 0 16,0 0 0,0 0-16,0 0 15,0 0-15,0 0 31,0 0-15,0 0-16,0 0 16,0 0-1,0 0-15,0 0 16,0 0-16,0 0 16,0 0-1,0 0 1,0 0-16,0 0 15,0 0-15,0 0 16,0 0 0,0 0-16,0 0 0,0 0 31,0 0-15,0 0-16,0 0 15,0 0 1,0 0-16,0 0 15,0 0-15,0 0 16,0 0 0,0 0-1,0 0-15,0 0 16,-9 0 0,-8-9-16,-26-8 15,1 0 1,-9 0-16,-1-8 15,-7-1-15,7 9 16,10 0 0,-18-9-16,-8 1 15,-9-1 1,0 1-16,-17-1 16,0 1-1,9-1-15,-26-16 16,-9-1-1,1-16 1,8 8-16,0-9 16,-8 9-16,-1 17 15,9 0 1,0 0 0,0 17-16,0 0 15,9 0 1,-1 9-16,27-9 15,-1 8-15,9 1 16,-1-1 0,1 1-16,17 8 15,17 0 1,-1 0-16,1 0 16,17 0-1,0 0 1,0 0-16,9 0 15,-1 0 1,9 0-16,0 0 16,0 0-16,0 0 15,0 0-15,0 0 32,0 0-32,0 0 15,0 0 1,0 0-16,0 0 15,0 0 1,0 0-16,0 0 0,0 0 31,0 0-31,0 0 16,0 0 0,0 0-16,0 0 15,0 0 1,0 0-1,0 0-15,0 0 16,0 0-16,0 0 16,0 0-1,0 0-15,0 0 16,0 0 0,0 0-16,0 0 15,0 0 1,0 0-16,0 0 15,0 0 1,0 0-16,0 0 16,0 0-16,0 0 31,0 0-31,0 0 16,0 0-16,0 0 15,0 0 1,0 0-1,0 0-15,0 0 16,0 0 0,0 0-16,0 0 15,0 0-15,0 0 16,0 0 0,0 0-16,0 0 15,0 0 1,0 0-1,0 0-15,0 0 16,0 0-16,0 0 16,0 0-1,0 0 1,0 0-16,0 0 16,0 0-1,0 0-15,0 0 16,0 0-16,0 0 15,0 0 1,0 0-16,0 0 16,0 0-1,0 0-15,0 0 16,0 0 0,0 0-1,0 0-15,0 0 16,0 0-1,0 0-15,0 0 16,0 0 0,0 0-16,0 0 15,0 0-15,0 0 16,0 0 0,0 0-16,0 0 15,0 0 1,0 0-16,0 0 15,0 0 1,0 0 0,0 0-16,0 0 15,0 0 1,0 0-16,0 0 0,0 0 31,0 0-31,0 0 0,0 0 31,0 0-31,0 0 16,0 0-16,0 0 16,0 0-1,0 0 1,-8 0-16,8 0 0,-9 0 31,-25 0-31,-17 0 16,8 0-1,-8 0-15,-9 0 16,0 0 0,-8 0-16,17 0 15,8 0 1,0 0-16,-8 0 16,0 0-16,0 8 15,-9 9 1,-17 9-1,9 8-15,0 8 16,8 9 0,-17 26-16,9-9 15,17-9-15,8 9 16,-17 17 0,0 26-16,1 8 15,7-8 1,1-9-1,0 0-15,17 17 16,0 0 0,17-17-16,8-9 15,9-16 1,17-1-16,0 27 16,9-1-1,8-9-15,9-8 16,16 9-1,1-9-15,-9 0 16,26 0 0,0-17-16,0-9 15,-9-16 1,-8-1-16,0-8 16,-18-8-1,-16-17-15,0-1 16,-1 1-1,-8-1-15,0 1 16,0-1 0,0 1-16,-8-1 15,-1-8 1,-8 0 0,0 0-16,0 0 15,0 0-15,0 0 16,0 0-1,0 0-15,0 0 16,0 0 0,0 0-16,0 0 15,0 0 1,0 0-16,0 0 16,0 0-1,0 0-15,0 0 16,0 0-1,0 0-15,0 0 16,0 0 0,0 0-16,9 0 15,-9 0 1,0 0 0,0 0-16,0 0 15,0 0-15,0 0 16,0 0-1,0 0-15,0 0 16,0 0 0,0 0-16,0 0 15,0 0 1,0 0-16,0 0 16,0 0-1,0 0-15,0 0 16,0 0-1,0 0 1,0 0-16,0 0 16,0 0-16,0 0 15,0 0 1,0 0 0,0 0-16,0 0 15,0 0 1,0 0-16,0 0 15,0 0 1,0 0-16,0 0 16,0 0-16,0 0 15,0 0 1,0 0 0,0 0-16,9 0 15,-9 0-15,0 0 16,0 0-1,17 0 1,17 0-16,0 0 16,17-8-16,26-1 15,8 1 1,-25-1-16,8 1 16,35-18-1,25 0 1,8 9-16,-16-8 15,16-1-15,27-8 16,-1-8 0,0-9-16,34 0 0,-25 0 31,-9 8-15,43 1-16,-34-9 15,8 0-15,26-9 0,-35 1 31,-7-9-15,33-17-16,-25 8 16,-18 1-1,1 7-15,-18 1 16,-25 9 0,-34-1-16,-17 1 15,-17 8-15,-18 17 16,1 0-1,-9 17 1,-9 0-16,9-9 16,-8 9-16,-1 0 15,1 0 1,0 0 0,-1 9-16,1 8 15,-9 0 1,0-9-16,0 9 15,0 0 1,0 0-16,0 0 16,0 0-1,0 0-15,0 0 16,0 0 0,0 0-16,0 0 15,0 0 1,0 0-16,0 0 15,0 0 1,0 0-16,0 0 16,0 0-16,0 0 15,0 0 1,0 0-16,0 0 16,0 0-1,0 0 1,0 0-16,0 0 15,0 0-15,0 0 16,0 0 0,0 0-1,0 0-15,0 0 16,0 0 0,0 0-16,0 0 15,0 0 1,0 0-16,0 0 15,0 0 1,0 0-16,0 0 16,0 0-1,0 0-15,0 0 16,0 0 0,0 0-16,0 0 15,0 0 1,0 0-1,0 0-15,0 0 16,0 0-16,0 0 0,0 0 31,0 0-31,0 0 16,0 0 0,0 0-16,0 0 15,0 0 1,0 0-16,0-8 15,-9-18 1,1-25-16,-10-8 16,1-26-1,0 0-15,-8 8 16,-9 0 0,-9-8-16,-34-42 15,0-9 1,0 25-1,-8-8-15,-17-34 16,-1-17 0,1 17-16,-18-9 15,-8-25-15,17 26 16,-25 8-16,-9-35 16,8 10-1,1 50-15,-9-8 16,-9-17-1,17 26 1,9 33-16,17 0 16,17 9-1,18 17-15,16 26 16,17-1 0,18 26-1,8 0-15,-1 17 16,10-17-1,8 17-15,0 0 16,0 0 0,0 0-16,0 0 15,0 0-15,0 0 16,0 0 0,0 0-1,0 0-15,0 0 16,0 0-16,0 0 15,0 0 1,0 0 0,0 0-16,0 0 15,0 0-15,0 0 16,0 0 0,0 0-16,0 0 15,0 0 1,0 0-1,0 0-15,0 0 16,0 0-16,0 0 16,0 0-1,0 0 1,0 0-16,0 0 16,0 0-1,0 0-15,0 0 16,0 0-16,0 0 15,0 0 1,0 0-16,0 0 16,0 0-1,0 0-15,0 0 16,0 0 0,0 0-16,0 0 15,0 0 1,0 0-1,0 0-15,0 0 16,0 0 0,0 0-16,-9 0 0,1 0 15,-1 0 1,-8 17 0,-8 0-1,-9 17-15,-9 0 16,0 9-1,1-1-15,-10 9 16,18-34 0,0 17-16,0-8 15,8 17 1,-16 16-16,-10 35 0,1-1 31,9-8-31,-10 34 16,1 26-16,17-18 15,0-16 1,8 17-16,9 33 16,0-8-1,9-34 1,-1 34-16,0 17 16,-8-42-1,9-17-15,8 16 16,0 1-1,0-35-15,0-33 16,0-9 0,0-26-16,0 1 15,0-18 1,0 1-16,0-1 16,0-8-1,0 0-15,0 0 16,0 0-1,0 0 1,0 0-16,0 0 16,-9-8-16,1-1 15,-1 1 1,9-1 0,0 1-16,0 8 15,0 0-15,-8-9 16,8 9-1,0 0-15,0 0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3:24.4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24026 1590 0,'0'9'0,"25"16"0,27 35 16,16 16-16,26 18 16,0 8-1,8 34-15,52 34 16,25 9-1,9 8-15,42 17 16,-25-25-16,8-18 16,26 18-1,9 8 1,25 17-16,51 9 16,9-26-16,9 17 15,-35-9 1,-34-16-1,17 17-15,-34-26 16,-25-26 0,-26-8-16,-18-17 15,-93-42 1,-17-26-16,0-9 16,-43-25-1,-17-8-15,-8-1 16,-1 1-1,-16-35-15,-1 1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3:24.9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24060 5315 0,'9'-8'0,"50"-18"0,112-59 16,68-25 0,34-9-16,34-17 15,18-35 1,50-33-16,-50 26 16,16-9-1,60-43-15,-42 34 16,16-8-1,26-8-15,-8-1 16,-1-8 0,-25 17-16,-34 0 15,-51 0 1,-35 34-16,-8-18 16,-51 44-1,-128 101-15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0:40.8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10276 7161 0,'0'0'0,"0"0"0,0 0 0,17 17 15,0 0-15,17 0 16,43 8-1,85 1 1,43-26-16,77-26 16,42-8-1,-34 17 1,86 9-16,8 16 16,-68 1-16,51-9 15</inkml:trace>
  <inkml:trace contextRef="#ctx0" brushRef="#br0" timeOffset="13588.18">3465 9797 0,'17'0'0,"34"-8"0,35 8 0,-1 0 16,-25-9-1,25 9-15,26 0 16,-8 17 0,16 9-1,43 8-15,26 0 16,77-9-1,16-8-15,52-8 16,77-9 0,-60 0-16,42 0 15,52 0-15,-60-9 16</inkml:trace>
  <inkml:trace contextRef="#ctx0" brushRef="#br0" timeOffset="15911.67">11044 10775 0,'9'0'0,"25"0"0,43-8 0,42-1 16,26 9-16,17-8 16,52-1-1,25 1-15,34-9 16,9 8-16,8 1 16,0-1-16,0 9 15,0 0 1,-8 9-1,25 16-15,60 9 16</inkml:trace>
  <inkml:trace contextRef="#ctx0" brushRef="#br0" timeOffset="16878.47">21790 10775 0,'0'0'0,"0"0"0,0 0 16,0 0 0,0 0-16,0 0 15,8-8 1,9-1-1,43 1-15,77 8 16,67 0 0,78 17-16,60-9 15,50-16 1,52-9-16,0-9 16,0 9-1,16 17-15,-58 0 0</inkml:trace>
  <inkml:trace contextRef="#ctx0" brushRef="#br0" timeOffset="20457.57">10421 11923 0,'0'0'0</inkml:trace>
  <inkml:trace contextRef="#ctx0" brushRef="#br0" timeOffset="20722.13">10293 11804 0,'0'0'0,"17"-8"0,-17 8 0,68-9 0,69 1 16,42-1 0,43 9-16,51 9 15,77 8 1,43 0-16</inkml:trace>
  <inkml:trace contextRef="#ctx0" brushRef="#br0" timeOffset="22080.63">16814 12119 0,'8'-9'0,"137"-8"0,197-51 15,-1 9-15,9 16 16</inkml:trace>
  <inkml:trace contextRef="#ctx0" brushRef="#br0" timeOffset="42734.09">7699 14611 0,'0'0'0,"0"0"0,0 0 15,-9 0 1,0 0-16,1 0 16,-9 0-1,8 0-15,1 0 16,-1 0 0,1 0-16,-1 0 15,1 0 1,8 0-16,0 0 15,0 0 1,0 0-16,0 0 16,0 0-1,0-9-15,17 1 16,17-9 0,26-9-16,16 1 15,27-1 1,16-8-16,18 26 15,25 8-15,51 0 16,69-9 0,68-8-1,51-17-15,9-25 16,51-27 0,-60 10-16</inkml:trace>
  <inkml:trace contextRef="#ctx0" brushRef="#br0" timeOffset="47633.87">18581 14373 0,'0'0'0,"25"0"0,18 8 15,17 1-15,33-1 16,61 1-1,85-18-15,68-16 16,52 8 0,8 8-16,34 1 15,34 16 1,-42 1-16,-18-1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3:53.13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1178 14577 0,'0'0'0,"-9"0"0,-8 8 0,-8 9 0,-1 43 15,-8 93 1,17 42-1,17 35-15,0-34 16,8-103-16,1 1 16,8-26-1,-9-17-15,1-9 16,17-16 0,-26-9-16,42-9 15,9-16 1,26-18-16,17-8 15,17 0 1,34 9 0,-8-18-16,42-8 15,34-25-15,26-9 16,9 0 0,8 8-1,-9 35-15,10 16 16,-10 34-16,1 18 15,-9 17 1,-18 42-16,-16 8 16,-17-16-1,-17-18-15,-9-8 16,-17 17 0,0 0-1,-17-8-15,-17-18 16,-26-16-1,1-1-15,-1-16 16,-25-9-16,8-17 16,9-17-1,0-26 1,0-25-16,-9-42 16,-8-35-1,-18 18-15,-8-10 16,-8-24-1,-17 33-15,-1 26 16,1 9-16,-1 16 16,-8 35-1,0 25-15,0 8 16,0 9 0,0 0-16,0 0 15,-8 9 1,-1-1-16,-8-8 15,-17 0 1,-43 0-16,-42 0 16,-44 0-1,-7 0 1,-44-9-16,-16-16 16,-43-18-1,0 1-15,-35-1 16,-24 18-1,-35 25-15,-26 34 16,-8 25 0,59-8-16,10 9 15,-35 8 1,59-9-16,18-8 16,0 26-1,-43 25-15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3:54.34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12111 13216 0,'0'0'0,"-8"17"0,-27 85 16,-24 94-16,-10 33 15,1 18 1,-17 16-16,-1-41 16,27-52-1,25-43-15,25-8 16,18-8-1,25 8-15,25 0 16,44-17 0,33-17-16,27-17 15,41-34 1,27-8-16,25-26 16,26 0-1,33 0-15,44 8 16,8-8-1,-9 17-15,18 17 16,-26 17 0,-43 0-1,-25 0-15,-35-8 16,-51-18 0,-33-16-16,-52-1 15,-35-16-15,-16-18 16,-9-33-1,-8-43-15,-17-51 16,-18-17 0,-8-52-1,9-7 1,8 8-16,8 17 0,18 17 16,0 33-1,-9 35-15,0 34 16,-8 26-1,-9 25-15,-9 17 16,1 0 0,-1 17-16,-25-9 15,-34 1 1,-60-9-16,-77-9 16,-34 1-1,-25-9 1,-77-34-16,-43-26 15,-26-16 1,-34-10-16,-85 10 16,-68 42-16,-120 127 15,-34 154 1,341-60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3:56.5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24717 13675 0,'-8'0'0,"-1"0"0,-8 0 0,0 0 16,0 0-1,-9 0-15,1 0 16,-9 0 0,-9 0-16,0 17 15,1 0 1,-1 9-16,-25 16 15,-9 26 1,-26 51 0,-16 60-16,25 17 0,17 8 31,26-9-31,17-25 16,0 0-1,17 1-15,17-18 16,8-9-1,9 1-15,17-1 16,35 1-16,25-9 16,8-17-1,0 9 1,26-18-16,35-25 16,-10-8-1,35-9-15,34-17 16,-17-17-1,34-26-15,8 1 0,18-18 32,8-8-32,-9-17 15,27 0-15,16-8 16,43-9 0,-17 0-1,8-9-15,-25 9 0,-9 0 31,9-8-31,-43-18 16,-8 0 0,-35 9-16,-42-8 0,-26-1 31,-25-16-31,-35-1 16,-42 26-1,-26-8-15,-26-18 16,-67-67-1,-61-35-15,-59 0 16,-60 1 0,-68-9-16,-1 42 15,-59 35 1,-102 7-16,-77 27 16,-86 59-1,-85 59-15,-51 35 16,9 25-1,-61 34-15,402-42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4:09.6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25477 12017 0,'0'0'0,"0"0"0,0 0 16,-9 0-16,9 0 15,-8 0 1,-1 0-16,9 0 15,0 0 1,0 0-16,0 0 16,0 0-1,0 0-15,0 0 16,0 0-16,0 0 16,0 0-1,0 0 1,0 0-16,-8 0 15,-1-9 1,1-8 0,-1 9-1,1-18-15,-18-8 0,-8-25 16,-9-35 0,-8-16-16,8 16 15,-8-16 1,-26-69-1,9 0-15,25 35 16,1-52-16,7 9 16,10 25-16,-1-42 15,9 9 1,17 25 0,0-17-16,0 25 15,0 26 1,9 17-16,-1 8 15,-8 35 1,9 33 0,-9 9-16,0 17 15,0 0-15,0 9 16,0 8 0,0 0-1,0 0-15,0 0 16,0 0-1,0 0-15,0 0 16,0 0 0,-9 0-16,9 0 15,0 0 1,0 0-16,0 0 16,0 0-16,0 0 15,0 0 1,0 0-1,0 0-15,0 0 16,0 0 0,0 0-16,0 0 15,0 0-15,0 0 0,0 0 32,0 0-17,0 0-15,0 17 16,34 34-16,52 17 15,8 0 1,8 8 0,-8 1-16,42 8 15,18-9 1,-26 1-16,17 8 16,34 26-1,9 8-15,17 17 16,0 0-1,-9-9-15,43 35 16,-17-17 0,-60-9-16,35 17 15,7-9 1,-50 1-16,25 8 16,0 0-1,-42-8-15,34 8 16,-9-17-16,-26-17 15,1 8 1,8-8-16,-17-34 16,-43-25-1,-8-9-15,-25-17 16,-18-8 0,-9-18-1,-8 1-15,-8-1 16,-1 1-1,1-1-15,-9-8 16,0 0-16,0 0 16,0 0-1,0 0 1,0 0-16,0 0 16,0 0-1,0-8-15,0-1 16,0 1-16,0-18 15,-9-8 1,1-26 0,-1-25-16,-8-8 15,9 8 1,-1 8-16,1-16 16,-1-26-16,1 0 15,8 0 1,0-9-1,0-34 1,0-16-16,17 8 16,0-34-16,17 0 15,0 16 1,0 1 0,0-8-16,17 16 15,18-8-15,-1 17 16,-17 34-16,-25 8 15,-1 9 1,-16 26 0,0 16-16,-1 26 15,-8 17 1,0 17-16,0 0 16,0 9-16,0-1 15,0 9 1,0 0-1,0 0-15,0 0 16,0 0 0,0 0-1,0 0-15,0 0 16,0 0-16,0 0 16,0 0-1,0 0-15,0 0 16,0 0-1,0 0-15,0 0 16,0 0 0,0 0-1,0 0-15,0 0 16,0 0-16,0 0 16,0 0-1,0 0-15,0 0 16,0 0-1,0 0-15,0 0 16,0 0 0,0 0-1,0 0-15,0 0 16,0 0-16,0 0 16,0 0-1,0 0-15,0 0 16,0 0-1,0 0-15,0 0 16,0 0 0,0 0-16,0 0 15,0 0 1,0 0-16,0 0 16,0 0-1,0 0 1,0 0-16,0 0 15,0 0 1,0 0-16,0 0 16,0 0-16,0 0 15,0 0 1,0 0 0,0 0-16,0 0 15,0 0 1,0 0-16,0 0 15,0 0 1,-8 0-16,-18 0 16,-34 0-1,9 17-15,0 0 16,-26 17-16,-8 9 16,-9 8-1,-34 17 1,0 0-16,8 8 15,-16 26 1,-35 9-16,9 8 16,17 9-16,-52 25 15,-7 0 1,24 0 0,-42 34-16,9 8 15,-17 1 1,16-26-16,26-17 15,-25 17 1,34-25-16,25-18 16,-25 18-1,25-17-15,43-35 16,17-16 0,9-9-16,0-9 15,8-8 1,26-8-16,17-18 0,17-16 15,-1-1 1,10 1 0,-1-1-1,1 1-15,8-1 16,0-8-16,0 0 16,0 0-1,0 0 1,0 0-16,0 0 15,0 0 1,0 0-16,0 0 16,0 0-1,0 0-15,0 0 16,0 0 0,0 0-16,0 0 15,0 0 1,0 0-16,0 0 15,0 0-15,0 0 16,0 0 0,-9 0-1,9 9-15,0-9 16,0 0 0,0 0-16,0 0 15,0 0 1,0 0-16,0 0 15,0 0 1,0 0-16,0 0 16,0 0-1,0 0-15,0 0 16,0 0 0,0 0-16,0 0 15,0 0 1,0 0-16,0 0 15,0 0 1,0 0-16,-8 0 16,8 8-1,0-8-15,0 0 16,0 0 0,0 0-16,0 0 15,0 0 1,0 0-16,0 0 15,0 0 1,0 0-16,0 0 16,0 0-1,0 0-15,0 0 16,0 0 0,0 0-1,0 0-15,0 0 16,0 0-16,0 0 15,0 0-15,0 0 16,0 0 0,0 0-1,0 0-15,0 0 16,0 0 0,0 0-1,0 0-15,0 0 16,0 0-1,0 0-15,0 0 16,0 0 0,0 0-16,0 0 15,0 0-15,17-8 16,0-1 0,17 1-1,-8-9-15,-1 0 16,1 8-1,-9 1-15,0-1 0,0 1 16,0-1 15,9 1-31,8-9 0,0 0 16,-8 0 0,-1 8-16,1 1 15,-9-1-15,0 1 31,9-1-31,-1 1 16,9-1 0,1-8-16,-10 9 15,1-1 1,-1 1-16,-8-1 16,-8 9-1,8 0-15,0 0 16,9-8-16,8-1 15,8-8-15,10-8 16,-1-1 0,26 1-1,17-1 1,25 1-16,1-9 16,16 0-1,35-9-15,8 9 16,-17 9-1,26-9-15,8 8 16,-8 9-16,0 0 16,-17 9-1,-26 8 1,8 8-16,18 9 16,-34 9-16,-1-1 15,18 1 1,-18 8-1,-16 0-15,-9-9 16,17 9-16,-26 0 16,-34-8-16,-25-9 15,-17-9-15,-9 1 32,-9-1-17,1 1-15,-1-9 16,-8 0-1,0 0-15,0 0 16,0 0-16,0 0 16,0 0-1,0 0 1,0 0-16,0 0 16,0 0-1,0 0-15,0 0 16,0 0-1,0 0-15,0 0 16,0 0 0,0 0-16,0 0 15,0 0 1,0 0-16,0 0 16,0 0-1,0 0 1,0 0-16,0 0 15,0 0-15,0 0 16,0 0 0,0 0-16,0 0 15,0 0 1,0 0-16,0 0 16,0 0-1,0 0-15,0 0 16,0 0-16,0 0 15,0 0 1,0 0 0,0 0-1,0 0-15,0 0 0,0 0 16,0 0 0,0 0-16,0 0 31,0 0-31,0 0 0,0 0 15,0 0 1,0 0 0,0 0-16,0 0 15,0 0 1,0 0-16,9 0 16,-9 0-1,0 0-15,0 0 16,0 0-1,0 0-15,0 0 16,0 0-16,0 0 31,0 0-31,0 0 16,0 0-16,0 0 16,0 0-16,0 0 31,0 0-31,0 0 15,0 0-15,0 0 16,0 0 0,0 0-16,0 0 15,0 0 1,0 0-16,0 0 16,0 0-1,0 0 1,0 0-16,0 0 15,0 0 1,0 0-16,0 0 16,0 0-16,0 0 0,0 0 31,0 0-31,0 0 16,0 0-1,0 0 1,0 0-16,0 0 15,0 0 1,0 0-16,0 0 16,0 0-16,0 0 15,0 0 1,0 0 0,0 0-16,0 0 15,0 0 1,0 0-16,0 0 15,0 0 1,0 0-16,0 0 16,0 0-1,0 0-15,0 0 16,0 0 0,0 0-16,0 0 15,0 0 1,0 0-16,0 0 15,0 0 1,0 0-16,0 0 16,0 0-1,0 0-15,0 0 16,0 0 0,0 0-16,0 0 15,0 0 1,0 0-16,0 0 15,0 0 1,0 0-16,0 0 31,0 0-31,0 0 0,0 0 16,0 0-16,0 0 16,0 0-1,0 0-15,0 0 16,0 0-1,0 0 1,0 0-16,0 0 16,0 0-1,8 8-15,-8-8 16,0 0-16,0 0 16,0 0-1,0 0 1,0 0-16,0 0 15,0 0-15,0 0 16,0 0 0,0 0-16,0 0 15,0 0 1,0 0-16,0 0 16,0 0-16,0 0 31,0 0-31,0 0 15,0 0 1,0 0-16,0 0 16,0 0-1,0 0-15,0 0 16,-8 17 0,-52 77-1,-25 42-15,17-9 16,-1 1-16,-8 0 0,-8 8 15,-34-9 17,16-16-32,18-18 15,0 1-15,8-9 16,-43 25 0,-8-8-16,26-16 15,8-1-15,0-9 16,-51 1-16,8-9 31,26-17-31,9-9 16,-43-8-16,-9-8 31,43-18-31,-8 1 16,-52-1-16,0 1 15,43-1 1,-68-8-1,0 0-15,51-8 16,-52-18-16,1-8 0,51 9 31,-60-18-31,9 9 16,59 0 0,-59-8-16,0-1 15,51 1 1,-26-18-1,0-16-15,26-1 16,17 0-16,-26 1 16,1-1-1,33 1 1,9-1-16,-25-16 16,-9-9-1,34 8-15,17 1 16,9-18-1,-9-25-15,8 0 16,1 17 0,8-9-1,17 9-15,18-8 16,8-1-16,16 0 16,1-16-1,0-18-15,17 9 16,0-8-1,0-18-15,17 9 16,0 17 0,18-9-16,33-8 15,17 0-15,-8 17 16,8 8 0,9-8-16,34 0 15,9 9 1,-26 42-16,-9 8 15,9 9 1,9 17-16,-26 26 16,-35 8-1,-16 17-15,-17 0 16,-1 8-16,-16 9 16,-1 0-1,1 0 1,-1 0-1,-8 0-15,0 0 16,0 0 0,0 0-16,0 0 0,0 0 31,0 0-31,0 0 16,0 0-1,0 0-15,0 0 16,0 0-1,0 0-15,0 0 16,0 0 0,0 0-16,0 0 15,0 0 1,0 0 0,0 0-16,0 0 15,9 0-15,-9 0 16,0 0-1,0 0-15,0 0 16,8 0 0,-8 0-16,0 0 0,9 0 31,0 0-31,-9 0 16,8 0-16,1 0 15,-1 0 1,-8 0-16,9 0 15,-1 0 1,1 0-16,-1 0 16,1 0-1,-1 0 1,-8 0-16,0 0 16,9 0-1,-9 0-15,8 0 16,-8 0-1,0 0-15,9 0 16,-9 0 0,8 0-16,1 0 15,25 9 1,34 8-16,26 0 16,26 17-1,85 0-15,34-9 16,51-25-1,9-17-15,33-34 16,104 9 0,-61 7-16,-8 1 15,43 9 1,-18 16 0,-59 9-16,-8 9 15,-52 8-15,-17 8 16,-17-8-1,-34-25-15,136-9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4:28.941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10711 8904 0,'-8'9'0,"-1"33"0,-16 43 0,-1 43 15,-8 50 1,-9 18-16,1 42 16,-27 34-16,10-17 15,16-8 1,9 59 0,17 17-16,-9 26 15,-8 68 1,8-35-16,1-33 15,-1 68 1,9 0 0,0-69-16,0 18 0,-9 0 15,1-77 1,-1 0 0,9-34-16,0-85 15,0 0-15,8-34 16,1-34-1,-1-34 1,1-25-16,8-1 16,0-16-1,0 0-15,8-1 16,9 1-16,9-1 16,25 1-1,35-1 1,24-16-16,27-1 15,17 1-15,-1-9 16,44 8 0,33 9-1,0 9-15,18 8 16,0 0-16,-1 8 31,9-8-31,0 0 16,17 9-16,26-9 15,0 0 1,16-9-16,1-8 16,0 0-1,-9 0 1,26 9-16,-17-1 16,-17 1-1,-18-9-15,-8-9 16,1-8-1,-44-8-15,-17-9 16,-8 0-16,-8 0 0,-35 0 16,-43 0 15,-16 8-31,-27 1 16,-24-1-16,-10-8 15,-8 0 1,1-17-1,-1-17-15,0-51 16,-9-25-16,-7-18 16,-10-34-16,-8-8 15,-8-25 1,-1-35 0,9-76-1,9 0-15,16-26 16,1-59-1,-1 17-15,1-26 16,0-17-16,-1 0 16,-8 18-1,-8 8 1,8-9-16,-9 0 16,1 34-1,-1 35-15,1-18 16,0 34-1,-9 26-15,0 0 16,-9 25 0,0 52-16,1 50 15,-18 18 1,1 25-16,-1 42 16,1 17-1,-1 18-15,-25-1 16,-9 9-1,0 9-15,-25-1 16,-26 9 0,-51 9-16,-18 8 15,27 8 1,-52 9-16,-8 0 16,-1-8-1,1-1-15,0 1 16,-44-1-1,1-8-15,-17 0 16,0-8 0,-17-1-16,0 9 15,-9 9-15,-17-9 16,26 8 0,-51 9-1,51 0-15,8 9 16,9-1-1,0 1-15,17-1 16,25 9 0,26 9-16,35-9 15,-10 0-15,27 8 16,50-16 0,27-1-1,24 1-15,10-9 16,16 0-1,9 0-15,0 0 16,8 0 0,1 0-16,-1 0 15,1 17 1,-1 17-16,-16 93 16,-1 120-1,-17 59-15,1 0 16,-18 0-16,9 26 15,34 25 1,25 18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4:34.552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13673 9321 0,'0'0'0,"0"0"0,0 0 16,-17 0-16,-9 0 15,-16-9 1,-10 1-16,1-1 16,0-8-1,0 9-15,0-1 16,-9 9 0,-17 9-16,9 8 15,-1 0 1,-16 17-16,-9 17 15,-8 0 1,-9 25-16,8 18 16,27 17-1,7 16-15,10 9 16,16 9 0,34 8-16,18-17 15,17-17 1,16-8-16,18-18 15,25-16 1,26-18-16,9-25 16,25-17-1,8-34-15,-16-17 16,-17-17 0,8-25-16,-9-1 15,-25-8 1,0-43-16,-26-8 15,-17 9 1,-17-35-16,-17-8 16,-25 34-1,-18 9-15,-16-1 16,-18-17 0,-25 26-16,-9 34 15,-17 17 1,-77 0-16,-42 26 15,33 42 1,-110 17-16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4:35.833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16925 9772 0,'0'0'0,"0"0"0,0 0 16,0 0-16,0 0 15,-9-9 1,9 9 0,-8-8-16,-1 8 15,-8 0 1,-8 0-16,-1 0 16,-17 17-16,-25 17 15,-9 17 1,-25 17-1,-18 17-15,9 25 16,-8 26 0,-1 9-16,9-17 15,9-1 1,8 9-16,26-17 16,-1 0-1,18 9-15,17 8 0,17-9 31,26 1-31,16 0 16,18-1 0,17-8-1,25-8-15,17-18 16,9-16-16,34-26 16,9-17-1,-9-17-15,17-17 16,9-26-1,0-25-15,-1-34 16,-7-34 0,-27-17-16,-33 0 15,-18-51 1,-25 17-16,-26 8 16,-34-25-1,-26-8-15,-25-9 16,-43-26-1,-8 26-15,-26-17 16,-35-9 0,-7 43-1,-61 25-15,-84-8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6:00.178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8083 15682 0,'0'0'0,"0"0"0,0 0 0,-9 0 15,1 9 1,8-9-16,-9 0 16,0 0-1,-8-9-15,-17-25 16,-17-76-1,-9-35-15,9-17 0,-26-50 32,18 25-32,7 17 15,1-34 1,0 42-16,8 34 16,1-8-1,-1-8 1,-8 25-16,8 17 15,-8 8-15,-9 9 16,9 17 0,8 26-16,9 8 15,0 16 1,0 10-16,-9 8 16,0 17-1,9 17-15,9 17 16,-10 34-16,1 26 15,26 8 1,8-9 0,-9-25-16,9-17 15,-8-25 1,8-18-16,0-8 16,0-8-1,-9-18-15,-33-33 16,-35-94-1,8-51 1,27-26-16,16 17 16,18 43-16,25 26 15,17 33 1,0 35-16,9 25 31,8 25-31,34 35 16,103 33-16,59 26 15,44-8-15,50-60 16,26-34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6:03.727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7707 9916 0,'0'0'0,"0"0"0,0 0 0,0 0 16,-8 0-1,-10 0 1,-16 9-16,-34 8 15,-26-9-15,-8 1 16,16-1 0,-16 9-16,-26 0 15,-9 0 1,9 0 0,0 9-16,-25 16 15,-1 1 1,9 16-16,17-8 15,26-8-15,16 25 16,1 34 0,-1 34-1,18 43-15,17 25 16,17 8 0,25 9-16,35-8 15,42-34 1,52 8-16,16-51 15,35-60-15,51-42 16,60-59 0,-9-52-16,0-42 15,8-17 1,-16-42-16,-9-18 16,-77 0-1,-42-16-15,-35-1 16,-51-16-1,-51-10 1,-59 18-16,-78-8 16,-76 8-16,-120 51 15,-196 93 1,111 77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6:05.782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2919 11923 0,'0'0'15,"0"0"-15,0 0 0,0-8 16,-9-1-16,-16 1 16,-18-9-1,-25-9 1,-17 9-16,-9 9 16,-9-1-1,-16 18-15,-9 8 16,0 0-16,8 25 15,9 9 1,-8 0 0,8 9-16,-9 16 15,-8 43 1,-17 43-16,9 25 0,25 9 31,59-18-31,27 1 16,50-35-1,35 1-15,43-9 16,42-25 0,42-43-16,44-26 15,16-50 1,-8-35-16,0-8 16,-34-8-1,-26-1-15,-16-16 16,-27-9-1,-33 0-15,-35-9 16,-25-8 0,-18-34-16,-33-17 15,-35-17 1,-51 8-16,-68-8 16,-43 17-1,-17 25-15,17 43 16,-59 34-1,-103-8-15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6:07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2962 9125 0,'-9'0'0,"-8"9"0,-26 16 15,-42 26 1,-9 9-16,9 8 16,-1 0-1,-7 8-15,-1 44 16,8 16-1,27 8 1,16 18-16,0 8 16,26 0-1,26-8-15,16-1 16,18-16-16,17 8 16,25-17-1,43-9-15,17-8 16,43-16-1,51-27 1,-34-33-16,0-35 0,-9-25 16,-8-25-1,25-18-15,-42-25 32,-43-17-32,-26-9 15,-8-33 1,-34-9-16,-43-26 15,-51-50-15,-52-10 16,-67-24 0,-52-1-16,-68 51 15,-77 9 1,-26 51 0,-67 111-16,41 67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6:32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2825 6421 0,'0'0'0,"0"0"0,0 0 0,0 0 15,0 0-15,0 0 16,9 0 0,16 0-16,35 0 15,59 8 1,35 1-1,17-18-15,34-8 16,-1 9 0,-7-1-16,25-16 15,8 8 1,26 0-16,9 0 16,16 8-1,10 1-15,-1-1 16,-9-16-1,18 8-15,0 0 16,0 8 0,-9 9-1,8 9-15,18-1 0,17 1 16,-9-18 0,9 1-1,0-1-15,-26 1 16,1-1-1,-1 9-15,17-8 16,1-9 0,16-17-16,52-34 15,-9-17 1</inkml:trace>
  <inkml:trace contextRef="#ctx0" brushRef="#br0" timeOffset="3263.94">20501 4797 0,'0'0'0,"0"0"0,0 0 16,0 0-16,0 8 15,0 43 1,8 43-16,1 25 16,0 0 15,-9-9-31,-9 9 0,-8 17 16,-26 26-1,1-9-15,-10 0 16,18-17-1,17-34-15,17-17 16,0-25 0,0-18-16,0-8 15,17 0 1,34 9-16,86-1 16,68-8-16,42-34 15,18-17 1,42-8-1,-8-9-15,8-9 16,77 1 0,-42 16-16,-9 18 15,25 8 1,-25 8-16,0 18 16,-52 8-1,-110 8-15,-34-8 16,-35-8-1,-42-9-15,-26-9 16,-8 1 0,-18-1-16,1-8 15,-9 0 1,8 0-16,-8 0 16,0 0-16,9-17 15,8-42 1,0-35-1,8-42-15,1-17 16,-17 0 0,-1 0-16,1 9 15,-18 7 1,1 35-16,-1 0 16,-17 9-1,-8 16-15,17 18 16,0 8-1,0 17-15,9 17 16,-1 0 0,0 8-16,-16 1 15,-35-1 1,-42 9-16,-95 17 16,-42 0-1,-68-8-15,-120-18 16,1-16-1,-78-18-15,-145 1 16,18 33 0,-26 1-1,34-1-15,-60 18 16,256 8-16</inkml:trace>
  <inkml:trace contextRef="#ctx0" brushRef="#br0" timeOffset="26106.85">2782 7067 0,'0'0'0,"-8"-8"0,-1-1 0,1 1 0,-1-1 16,1 1-1,-1-1-15,1 1 16,8 8-16,-9 0 16,1 0-1,-1 17 1,1 8-16,-18 26 16,0 43-1,-8 16 1,17-25-16,0-25 15,17-9 1,0-9-16,0-16 16,0-1-1,9 1-15,8-9 16,8 0-16,18-8 16,25-1-1,9-16-15,8-1 16,1 1-1,8-1-15,-9-8 16,9 8 0,0 9-16,-9 0 15,17 0-15,18 9 16,17-18 0,-18 1-16,0-1 15,1-8 1,-1 9-1,-8-1-15,-17 1 16,0-1 0,0 9-16,-9 0 15,1-8 1,-18 8-16,-17 0 16,-8 0-1,0 0-15,-18 8 16,9-8-1,-8 0-15,0 0 16,-1 0 0,-8 0-1,0 0-15,0 0 16,0 0-16,1 0 16,-1 0-1,-9 0-15,1 0 16,-1 0-1,1 0-15,-1 0 16,1 0 0,-1 0-16,1 0 15,-1 0 1,1-8-16,-1-1 16,10 1-1,-1-9-15,8-9 16,-8 1-1,9-18 1,0 1-16,-9-9 16,-9 17-1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08:09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23966 6370 0,'0'0'0,"0"0"0,0 0 0,0 0 0,0 0 16,0 0-1,0 0-15,0 0 16,0 0 0,0 0-16,0 0 15,9 0 1,25 0-16,26-9 15,25 9 1,26 0 0,-34-8-16,-1-1 15,44 1-15,17-18 16,-1 9 0,-8 17-1,26-8-15,16 8 16,10 8-16,7 1 15,10-1 1,8-8 0,34 0-16,-18 0 15,36-17-15,16 0 16,17-8 0,26 8-1,-9 0-15,60 0 16,8 0-1,-33 0-15,144-43 16,-67 1-16</inkml:trace>
  <inkml:trace contextRef="#ctx0" brushRef="#br0" timeOffset="14366.73">4242 9993 0,'0'0'0,"0"0"16,0 0-16,8 8 16,9 1-16,1-1 15,7 1 1,1-9-16,16 17 16,18 0-1,8 0 1,9 0-1,17 17-15,9-9 16,25 1-16,8-1 16,9-8-1,17-8-15,1 8 16,-1-9 0,26 9-16,16-8 15,27-1 1,8-16-16,25-1 15,18-8 1,17 0-16,-1-8 16,1-1-1,0 9-15,0 17 16,25 0 0,0 0-16,43-8 15,9-9 1,-1 0-16,9 0 15,0-26-15,1-16 16</inkml:trace>
  <inkml:trace contextRef="#ctx0" brushRef="#br0" timeOffset="39534.9">15781 8709 0,'0'0'0,"0"0"0,-8 0 15,-1 17 1,-8 25 0,-9 35-16,1 25 15,-1 17 1,1 0-16,-10 0 16,10-17-1,8-34-15,8-17 16,1-8-1,8-18-15,0-8 16,0-8 0,0-1-16,0 1 15,0-9-15,-9-17 16,9-51 0,0-26-1,17-17-15,0-8 16,17-8-1,1 16-15,7 18 16,27-1 0,7 18-16,-7 8 15,-1 8 1,-8 26-16,-18 17 16,1 8-1,8 9-15,9 26 16,0 17-1,-26 8-15,-17 0 16,-9 0 0,-16 8-1,-18 9-15,1-8 0,-1-18 16,9-16 0,0-1-1,8-16-15,1-1 16,-1 1-1,1-9-15,8 0 16,0 0 0,0 0-16,0 0 15,0 0 1,0 0-16,0 17 16,25 17-1,18 25-15,8 18 16,9 25-16,0 0 15,-18-17 1,-7-17 0,-10-25-16,-16-18 15,-9 9 1,-9-8-16,-33 8 16,-35 0-1,-26-17 1,-8-9-16,-25-16 15,8-18-15,17-16 16,25-9 0,10 0-1,16 0-15,17-9 16,18 26 0</inkml:trace>
  <inkml:trace contextRef="#ctx0" brushRef="#br0" timeOffset="40192.47">16933 9993 0,'0'0'0,"0"-9"0,0 1 15,0-9-15,0-9 16,9-16 0,-1-26-16,1-43 15,8-33 1,9-1-16,-1 34 16,1-8-1,-1 0-15,1 9 16,0 16-1,-1 9-15,-8 26 16,-8 16 0,-1 9-1,1 17-15,-9 0 16,0 9-16,0-1 16,0 9-1,17 0 1,26 26-16,33 8 15,18 17 1,0 0-16,-8-9 16,-18-16-1,-17-18-15,-8 1 16,-18-1 0,-8-25-16,-8 9 15</inkml:trace>
  <inkml:trace contextRef="#ctx0" brushRef="#br0" timeOffset="40430.39">17172 9312 0,'0'0'0,"9"9"15,42 42 1,51 25-16,9-8 16,-17-33-16,-17-18 15,8-17 1,1-17 0,-43 0-16</inkml:trace>
  <inkml:trace contextRef="#ctx0" brushRef="#br0" timeOffset="40953.16">19212 9023 0,'0'0'0,"0"0"0,-17-8 0,0-9 15,-17 17-15,-17 0 16,-1 0 0,-7 8-1,-18 9 1,-8 17-16,8 0 16,0 9-1,17-1-15,26 9 0,26 0 16,25 26-1,25 16 1,35 10-16,17-10 16,-9 1-1,-8-18-15,-26 1 16,-17-18 0,-16-16-16,-44-1 15,-102 26 1,-162 43-16</inkml:trace>
  <inkml:trace contextRef="#ctx0" brushRef="#br0" timeOffset="72360.63">21201 8913 0,'0'0'0,"0"0"0,0 0 0,-9 0 0,1 17 16,-1 0-1,1 17-15,-1 34 16,-8 34 0,-9 25-1,9 43-15,0-8 16,0-9 0,9-8-16,8-35 15,0-42 1,17-25-16,0-9 15,8-17-15,35-34 16,26-51 0,25-34-16,-18 0 15,1 0 1,-17-9-16,-9 9 16,1 17-1,-10 8 1,-16 18-16,0 25 0,-18 17 15,-8 8 1</inkml:trace>
  <inkml:trace contextRef="#ctx0" brushRef="#br0" timeOffset="72710.27">22840 8938 0,'0'0'0,"-9"0"0,0 26 15,1 16-15,-18 43 16,1 17-1,-1 9 1,0 25-16,-8-17 16,9-8-1,-1-26-15,1-9 16,-1-16 0,0-18-16,-8-16 15,0-26 1,17 0-16</inkml:trace>
  <inkml:trace contextRef="#ctx0" brushRef="#br0" timeOffset="72921.37">22063 9346 0,'0'0'0,"0"0"0,0 0 16,8 0-1,27 0-15,24-8 16,44-1-1,25 1 1,0-1-16,0 9 16,-17 0-1,-9 0-15,-17 0 16,-50 0 0</inkml:trace>
  <inkml:trace contextRef="#ctx0" brushRef="#br0" timeOffset="73593.61">24436 8913 0,'-9'0'0,"-17"0"0,-16-9 0,-1 1 15,-8-18 1,-9 1-16,-8-1 15,0-8 1,-1 0-16,18 9 16,0 8-16,0 8 15,-9 18 1,0 8-16,0 25 16,-8 18-1,17 16 1,-9 18-16,0 8 15,18-17 1,25-9-16,0 1 16,8-18-1,9 1-15,9-18 16,8 1 0,0-17-16,0-1 15,0 1 1,8-1-16,10-8 15,-1 0 1,17 0-16,0 9 16,0-9-1,1-9-15,-10 1 16,1-1 0,-9-8-1,-8-8-15,-18-1 16,1 9-1</inkml:trace>
  <inkml:trace contextRef="#ctx0" brushRef="#br0" timeOffset="73810.31">23420 9253 0,'0'0'0,"34"-9"0,51 9 16,26 9-1,26-1-15,-1 9 16,1-8 0,-69-9-1</inkml:trace>
  <inkml:trace contextRef="#ctx0" brushRef="#br0" timeOffset="80062.91">4097 10852 0,'0'0'0,"0"0"0,0 0 16,25 17-16,18 17 15,34 8 1,42 18-16,78 16 16,59 1-1,68-18-15,103 1 16,59-1 0,-76-8-16</inkml:trace>
  <inkml:trace contextRef="#ctx0" brushRef="#br0" timeOffset="87024.99">19041 11838 0,'0'0'0,"0"0"0,-8 9 16,-18 16 0,-8 35-16,-8 25 15,7 8 1,1 1-16,17-26 15,0-9 1,17 1 0,0-17-16,17-1 15,0-16 1,17-1-16,9 1 16,34-9-1,0-9-15,-1-8 16,-7-8-16,-1-1 15,0 1 1,-8-1-16,0 1 16,0-1-1,-1 9-15,-16 0 16,-17 0 0,-9 0-1,-9 0-15,1 0 16,-9-8-16,8-9 15,-8-17 1,-17-52-16,-8-41 16,8 8-1,17 85-15</inkml:trace>
  <inkml:trace contextRef="#ctx0" brushRef="#br0" timeOffset="87787.22">20441 11779 0,'0'0'0,"0"0"0,0 0 0,0 17 16,0 17-16,9 42 16,-9 52-16,-9 25 31,1-9-31,-9-16 16,0-9-1,-1-34-15,18-34 16,0-8-1,9-18-15,8-8 16,9 0 0,16-8-16,27-18 15,16-16-15,34-9 16,9-17 0,-8 0-1,-1 8-15,-8 9 16,-8 9-1,-35 8-15,-8 0 16,-26 8 0,-8 1-16,-18 8 15,1-9 1,-1-8-16,-8 0 16</inkml:trace>
  <inkml:trace contextRef="#ctx0" brushRef="#br0" timeOffset="91316.31">4865 10877 0,'0'0'15,"0"0"-15,8 9 0,35 25 16,68 17 0,85 0-16,103-34 15,85-9 1,0-8-16,77-8 16,-43 8-1</inkml:trace>
  <inkml:trace contextRef="#ctx0" brushRef="#br0" timeOffset="105230.49">16618 10273 0,'0'0'0,"0"0"0,0 0 0,0 0 16,0 0-16,0 0 15,0 0 1,0 0-16,-9-8 16,0-1-1,-8 1-15,-8-9 16,-18 0-1,0 0-15,-8 17 16,-9 0 0,1 0-1,-1 8-15,9 1 16,0-9-16,8 0 16,0 0-1,9 0-15,0 0 16,8 0-1,9 8 1,-8 9-16,-1 0 16,9 17-16,0 17 15,8 17 1,9 18-16,0 7 16,0-16-1,0-18 1,0-16-16,-8-1 15,8-16 1,0-1-16,0 1 16,0-18-1,0 1-15,0-1 16,0 1 0,0-9-16,0 0 15,17 8 1,0 1-16,9-1 15,8 1 1,17-1-16,0 1 16,17-1-16,-8 9 15,0-8 1,-9 8 0,17-9-16,-8 1 15,0-1 1,-17-16-16,-18-1 15,-8 1 1</inkml:trace>
  <inkml:trace contextRef="#ctx0" brushRef="#br0" timeOffset="105530.17">16071 10792 0,'0'0'0,"0"0"0,0 0 15,0 0 1,0 0-16,0 0 15,0 0-15,9 0 16,34 0 0,33 9-1,-33-9-15</inkml:trace>
  <inkml:trace contextRef="#ctx0" brushRef="#br0" timeOffset="146535.06">26160 10622 0,'0'0'0,"0"0"0,17 17 0,0 0 0,0 34 16,0 34-1,-9 60-15,-25 101 16,-34 69 0,-9-17-16,43-26 15,26 77 1</inkml:trace>
  <inkml:trace contextRef="#ctx0" brushRef="#br0" timeOffset="150078.24">10609 14568 0,'0'0'0,"0"0"0,0 0 16,0 0-16,0 0 15,-9 9 1,-16 42-16,-1 42 16,1 35-1,-1-9-15,9-9 16,8 35-1,9-17-15,9-35 16,-1-8 0,1-8-16,0-9 15,-1-17-15,1-26 16,-1 1 0,1-18-16,16-16 15,18-35 1,34-59-1,8-59-15,18-9 16,-18 8 0,-25-8-16,-1 25 15,-16 35 1,0 8-16,-1 17 16,-7 8-1,-10 35-15,-8 16 16,0 18-1</inkml:trace>
  <inkml:trace contextRef="#ctx0" brushRef="#br0" timeOffset="150527.39">12555 14483 0,'0'0'0,"0"0"0,-9 9 0,1 16 15,-18 18 1,1 25-16,-1 34 16,-17 51-1,1 17 1,-1-34-16,9-34 15,0-17 1,17-17-16,0-34 16,8-8-16,1-18 15</inkml:trace>
  <inkml:trace contextRef="#ctx0" brushRef="#br0" timeOffset="150740.07">12094 15061 0,'0'0'0,"0"0"0,9 0 16,16 9 0,26 8-16,26 0 15,26 0 1,8-9-16,-18 1 15,1-9 1,-51 0 0</inkml:trace>
  <inkml:trace contextRef="#ctx0" brushRef="#br0" timeOffset="151393.89">14108 14942 0,'0'0'0,"-8"-8"0,-9-1 16,-9-8-16,0-8 15,-16-1 1,-1 1 0,0-1-16,1-8 15,-9 0 1,-1 17-16,10 0 15,8 0 1,8 17-16,0 0 16,1 26-1,-9 33-15,-1 18 16,10 16 0,8 9-16,0 0 15,0 1 1,0-1-1,-1-9-15,1 1 16,9-9-16,-1-9 16,9-16-1,0-1-15,9-16 16,8-1 0,0 1-16,26-1 15,16-8 1,27 0-16,8-8 15,8-18 1,18-16-16,-9-1 16,-43-8-1,-43 9-15</inkml:trace>
  <inkml:trace contextRef="#ctx0" brushRef="#br0" timeOffset="151680.01">13434 15563 0,'0'0'0,"0"0"0,0 0 15,26-8-15,85-35 16,119-42 0,103-59-1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11:12.1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2834 6514 0,'0'0'16,"0"0"-16,0-8 0,0-1 0,0 9 16,0 0-1,0-8-15,0 8 16,0-9-16,0 1 15,0-1 1,0-8 0,0 0-16,8 9 15,9-1 1,17 1-16,9-1 16,17 1-1,34 8-15,-9 0 16,9 17-1,25-9-15,52 9 16,-17-8 0,-9-1-1,68 1-15,1-1 16,-10-16-16,27-9 16,16 0-16,9 0 15,-8 0 1,25 8-1,9 1 1,-9-1-16,8-8 16,1 9-16,8-1 15,9 1 1,42-18-16,-8-25 16,0-17-16</inkml:trace>
  <inkml:trace contextRef="#ctx0" brushRef="#br0" timeOffset="48579">8339 14356 0,'0'0'0,"0"0"0,0 0 0,0 0 16,0 0-16,0 0 16,0-9-1,0 1 1,0-1-16,8 1 15,1-9 1,-1 0-16,9-9 16,0 0-1,0 1-15,1 8 16,-10 0 0,1 0-16,-1 8 15,1 1-15,-1-1 16,1 1-1,-1-1 1,1 1 0,-1-1-16,1-8 15,-1 9-15,1-1 16,-1 1 0,1-1-16,0 1 15,-1 8-15,-8-9 16,9 1-16,-1-1 31,9-8-31,0-8 16,0-1-16,9-8 31,-9 0-31,0 0 16,-8 0-16,-1 9 15,1-1-15,8 1 16,8-18-1,18 1 1,0-9-16,8 0 16,17-26-16,18-8 15,-1-9 1,17 9 0,18-8-16,8-1 15,25-16 1,18-18-16,17-8 15,17 0 1,17-17 0,0 0-16,25-9 15,9 9-15,9 17 16,-9 0 0,17-8-1,0-10-15,-34 35 16,-26 9-16,9-18 15,-25 9 1,-27 26-16,-16 16 16,-26 1-1,-9 8-15,-8 8 16,-17-8 0,-8 17-1,-18 8-15,-17 9 16,-17 17-1,-17 0-15,0 9 16,-8-1-16,-1 9 16,1-8-1,0 8-15,-9 0 16,0 0 0,0 0-16,0 0 31,0 0-31,0 0 15,0 0-15,0 0 16,0 0-16,0 0 16,0 0-1,0 0 1,0 0-16,0 0 16,0 0-1,0 0-15,0 0 16,0 0-1,0 0-15,0 0 16,0 0 0,0 0-16,0 0 15,0 0 1,0 0-16,0 0 0,0 0 16,0 0-1,0 0 1,0 0-1,0 0-15,0 0 16,0 0 0,0 0-16,0 0 15,0 0 1,0 0-16,0 0 16,0 0-1,0 0-15,8 0 16,-8 0-16,0 0 15,0 0 1,0 0 0,0 0-16,0 0 15,0 0 1,0 0-16,0 0 16,0 0-1,0 0 1,0 0-16,0 0 15,0 0-15,0 0 16,0 0 0,0 0-16,0 0 15,0 0-15,0 0 16,0 0 0,0 0-1,0 0-15,0 0 16,0 0-1,0 0-15,0 0 16,0 0 0,0 0-16,0 0 15,0 0 1,0 0-16,0 0 16,0 0-16,0 0 15,0 0 1,0 0-1,0 0-15,0 0 16,9 0 0,-1 0-16,-8 0 15,9 0 1,8 17-16,17 0 16,17 17-16,9 0 15,17 17 1,8-9-1,17 9-15,9 1 16,9-1 0,25 17-16,34 17 15,18 25 1,16 18-16,0-18 16,26 1-1,26 33 1,-26-7-16,0-10 15,8 1-15,1 16 16,-1 1 0,-16-9-16,8 8 15,-34 1 1,-26 0-16,-17-18 16,-17 1-1,-25-9-15,-27-17 16,-16-9-1,0-16-15,-17-9 16,0-26 0,-18-7-16,1-10 15,-17 1 1,-9-18-16,-9 1 16,1-1-1,-1 1 1,1-1-1,-9-8-15,0 0 16,8 9 0,-8-9-16,0 0 0,0 0 15,0 0 1,0 0-16,0 0 16,0 0-1,0 0-15,9 8 16,-9-8-16,8 9 31,-8-9-31,0 0 16,9 8-16,-9-8 15,0 9-15,0-9 32,0 0-32,0 0 15,0 0-15,0 0 16,0 8-16,0-8 31,0 0-31,0 0 16,0 0-16,0 0 15,0 0 1,0 0 0,0 0-16,0 0 15,0 0-15,0 0 16,0 0-1,0 0 1,0 0-16,0 0 0,0 0 16,0 0-1,0 0 1,0 0-16,0 9 16,0-9-1,0 0 1,0 0-16,0 0 15,0 0 1,0 8-16,0-8 0,0 0 16,0 0-1,0 0 1,0 0 0,0 0-16,0 9 15,0-9 1,0 0-16,0 0 15,0 0-15,0 0 16,0 0 0,0 0-1,0 0-15,0 0 16,8 8-16,-8-8 16,0 0-1,0 0 1,26-8-16,34-18 15,25-16 1,26-9-16,26-35 16,8 1-1,8-17-15,1-17 16,0-8 0,-1-1-16,18-8 15,-9-8-15,26 7 16,0 18-1,-9 0 1,9-8-16,-18 8 16,-33 25-1,-9 9-15,8 9 16,-8-1-16,1-8 16,-27 8-1,-25 18 1,0 8-16,-9 17 15,0-9-15,-8 9 16,0 0 0,-18 9-16,1-1 15,-17 9 1,-1 0 0,-16 9-16,-1-1 15,1 1 1,-1 8-16,1 0 15,-9 0-15,0 0 16,0 0-16,0 0 31,0 0-31,0 0 16,0 0 0,0 0-16,0 0 15,0 0 1,0 0-16,0 0 15,0 0-15,0 0 16,0 0 0,0 0-1,0 0-15,0 0 16,0 0 0,0 0-16,0 0 15,0 0 1,8 0-16,-8 0 0,0 0 31,0 0-31,0 0 16,0 0-1,0 0 1,0 0-16,0 0 16,0 0-16,0 0 15,0 0 1,0 0-16,0 0 15,0 0 1,0 0-16,0 0 0,0 0 31,0 0-31,0 0 16,0 0 0,0 0-16,0 0 15,0 0 1,0 0-1,0 0-15,0 0 16,0 0-16,0 0 16,0 0-1,0 0 1,0 0-16,0 0 16,0 0-16,0 0 15,0 0 1,0 0-16,0 0 15,0 0 1,0 0-16,0 0 16,0 0-1,0 0-15,9 0 16,-9 0 0,0 0-1,8 0-15,-8 0 16,9 0-16,-9 0 15,0 0 1,0 0 0,0 0-16,0 0 15,0 0 1,0 0-16,0 0 16,0 0-16,0 0 15,0 0 1,0 0-1,0 0-15,9 0 16,8 0-16,8 17 16,18 8-1,17 26-15,-1 17 16,10 34 0,7 17-16,-7 1 15,16 24 1,-8 9-16,25 43 15,9 33 1,0 10-16,-8 24 16,8 26-1,-18-17 1,-7 18-16,-1-1 16,-8-9-1,8 1-15,1-26 0,-1-8 31,0-26-31,1-25 16,-1-26-16,-8-26 16,-26-33-1,0-18 1,9-8-16,-17-17 16,-1-25-16,-16-9 15,-17-9 1,-1-8-1,1-8-15,-1-1 16,1 1-16,-9-9 16,0 0-1,0 0-15,0 0 16,0 0 0,0 0-1,0 0-15,0 0 16,0 0-16,0 0 15,0 0 1,0 0 0,0 0-16,0 0 0,0 0 31,0 0-31,0 0 16,0 0-16,0 8 0,0-8 31,0 0-31,0 0 15,0 9 1,0-9 0,0 0-16,0 8 15,-9-8 1,-8 18-16,-17-1 16,-9 8-1,-25 1-15,-51-9 16,-35 8-1,9-8-15,-43-8 16,-8 8 0,-9 0-16,-51 0 15,-17 0 1,-26 17-16,-34-9 16,9 9-1,-18-8-15,27-9 16,-10-9-1,1-8-15,17 0 16,-26 17-16,17 9 16,-25-1-1,42 1 1,68-18-16,10 1 16,50-1-1,26-16-15,34 8 16,25-9-1,18 1-15,26-1 16,16 9 0,9 0-16,0 0 15,17 0 1,0 0-16,0 0 16,0 0-1,0 0 1,0 0-16,0 0 0,0 0 15,0 0 1,0 0 0,0 0-16,0 0 15,0 0-15,0 0 16,0 0 0,0 0-16,0 0 31,0 0-31,0 0 15,0 0-15,0 0 16,0 0 0,0 0-1,0 0-15,0 0 16,0 0 0,0 0-16,0 0 15,0 0-15,0 0 16,0 0-1,0 0 1,0 0-16,-9 0 16,1 0-16,-1 0 15,9 0 1,-8 0 0,8 0-16,-9 0 15,9 0-15,0 0 16,0 0-1,0 0 1,0 0-16,0 0 16,0 0-1,0 0-15,0 0 16,0 0-16,0 0 16,0 0-1,0 0-15,0 0 16,0 0-1,0 0 1,0 0-16,0 0 16,0 0-16,0 0 15,0 0 1,0 0 0,0 0-16,0 0 15,0 0 1,0 0-16,0 0 15,0 0-15,0 0 16,0 0 0,0 0-16,0 0 15,0 0 1,0 0-16,0 0 16,0 0-1,0 0-15,0 0 16,0 0-1,0 0-15,0 0 16,0 0 0,0 0-16,0 0 15,0 0 1,0 0-16,0 0 16,0 0-1,0 0 1,0 0-16,0 0 15,0 0-15,0 0 16,0 0 0,0 0-16,0 0 15,0 0 1,0 0-16,0 0 16,0 0-1,0 0 1,0 0-16,0 0 15,0 0 1,0 0-16,0 0 16,0 0-1,0 0-15,0 0 16,0 0-16,0 0 31,0 0-15,0 0-16,0 0 0,0 0 15,0 0 1,0 0-16,0 0 16,-8 0-1,-1 0-15,-8 0 16,-34 0 0,-60 0-16,-17 0 15,8 0 1,-33 9-1,-35-1-15,-17 18 16,-42 16-16,-27 9 16,-16-8-1,-43-1 1,0 1-16,-16-9 16,7-17-16,-16 0 15,-18-9 1,18-16-16,-18-9 15,18 0 1,-1-9 0,-8 1-16,34 16 15,-8-16-15,-9 8 16,9 17 0,25 8-16,17 1 15,9 8 1,17 8-16,17 1 15,17 8 1,25-9-16,44 1 16,16-1-1,18-8-15,33 0 16,18-8 0,16-1-16,18 1 31,17-1-31,0 1 15,17-1-15,0-8 0,0 0 16,17 0 0,0 0-1,0 0-15,0 0 16,0 0 0,0 0-16,0 0 0,0 0 31,0 0-16,0 0-15,0 0 16,8 0-16,18-8 16,25-18-1,17-33 1,35-35-16,16-16 16,18-43-16,16-26 15,18 1 1,43-44-16,16-24 15,0 33 1,9 1-16,0-1 16,0 0-1,-8 9 1,-9 34-16,0 17 16,8 0-16,-17 25 15,-33 26 1,-10 9-1,-25 8-15,-25 17 16,-18 8-16,-59 35 16</inkml:trace>
  <inkml:trace contextRef="#ctx0" brushRef="#br0" timeOffset="69594.63">23966 2670 0,'0'0'0,"9"0"0,16 9 16,35 8-16,25 0 15,35 8 1,25 9 0,-8 0-16,-9 0 15,17 9 1,0 25-16,-26 0 16,-25 9-1,-34 8-15,-26 25 16,-43 35-1,-50 16-15,-69-16 16,-43-26 0,-25-17-16,16-42 15,35-26 1,26-26-16,34-8 0,33-8 31,18-9-31,17 0 16,17-9-1,17 1 1,26-18-16,34 9 0,59 0 16,9 17-1,-8 26 1,8 8-16,0 17 16,-8 17-16,-18-9 31,-25-8-31,-9-8 15,-25-18 1,-17-16-16,-9-9 16,17-34-16,0-9 15,-25 26 1</inkml:trace>
  <inkml:trace contextRef="#ctx0" brushRef="#br0" timeOffset="70170.11">26160 1658 0,'0'0'0,"0"9"0,-9 25 0,1 51 16,-27 60-1,-24 42 1,-18 25-16,9-33 15,8-69-15,17-42 16,18-34 0,7-8-16,10-18 15,8 1 1,17-26-16,43-51 16,34-68-1,25-17-15,1-17 16,-9 8-1,-26 43-15,-17 25 16,18 26 0,7 17-16,-16 43 15,0 33 1,8 35 0,-8 33-16,-17 61 15,-26 7 1,-17 9-16,-17 145 15</inkml:trace>
  <inkml:trace contextRef="#ctx0" brushRef="#br0" timeOffset="83741.31">26911 5715 0,'0'0'0,"8"0"0,35 9 0,25 25 16,0 0-1,9 17 1,-26 8-16,-16 26 15,-18 60 1,-34 16-16,-26 1 16,-68 68-1,-26-26-15,9-68 16,-25 0 0,33-26-16,43-59 15,35-25 1,16-18-16,9-16 15,26-26 1,33-26-16,52-16 16,34 8-1,34 0-15,-25 25 16,-35 35 0,1 25-16,-9 8 15,-17 9 1,-1 17-16,-16 9 15,-26-9 1,-8-17-16,-18-9 16,1-16-1,-1-26-15,18-17 16,0 17 0</inkml:trace>
  <inkml:trace contextRef="#ctx0" brushRef="#br0" timeOffset="84248">27943 4618 0,'0'0'0,"9"17"0,8 34 16,9 17-16,8 9 15,-9 42 1,1 34-16,-17-17 16,-18-34-1,0-9-15,1-8 16,8-17 0,0-17-16,8-8 15,10-18 1,7-7-16,9-18 15,35-18 1,24-33-16,10-25 16,16-35-1,1-33-15,-18-1 16,-16 18 0,-1-18-16,51-119 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12:53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7169 7492 0,'0'0'0,"0"0"0,0 0 0,0 0 0,0 0 16,0 0 0,0 0-16,0 0 15,0 0 1,0 0-1,0 0-15,26-8 16,17-1 0,33 1-16,27-1 15,-18 1 1,-34 8-16,9 0 16,34 0-16,8 0 15,35 0 1,-26-9-1,0 1-15,51-18 16,9-8 0,-26 17-16,9-8 15,33-1-15,-33 9 32,-9 0-32,60 0 15,-34 0-15,16-8 16,52-9-1,-17 8-15,34 1 16,-17 8 0,17 8-16,17 18 15,9 16 1,8 9-16,-8 17 16,8-8-1,-8-9 1,34 8-16,-26-8 0,60 0 15,-9 0 1,-17-8-16,-8-1 16,-34 1-1,59-1 1,-42 1 0,8-1-16,77 1 15</inkml:trace>
  <inkml:trace contextRef="#ctx0" brushRef="#br0" timeOffset="8605.11">3209 9823 0,'0'0'0,"0"0"0,9 0 16,8 8-16,17 1 15,34-18 1,60-8-1,60-17 1,68-17-16,43 0 16,76 0-16,-8 0 0,-8-9 31</inkml:trace>
  <inkml:trace contextRef="#ctx0" brushRef="#br0" timeOffset="12144.44">9397 10911 0,'0'0'15,"17"17"-15,0 0 0,0-8 0,0-1 16,0 1 0,26-1-1,17-8-15,17 9 16,16-9-1,61 8-15,42 18 16,60 8 0,69-9-16,84-25 15,112-17 1,34-25-16,85-43 16,171 8-16,-333 69 15</inkml:trace>
  <inkml:trace contextRef="#ctx0" brushRef="#br0" timeOffset="15930.09">14253 12255 0,'0'0'0,"0"0"0,0 0 0,0 0 0,17 0 15,1 0 1,-1 0 0,0 0-16,17 0 15,43-9 1,85-16-16,102-1 16,95 18-1,59 8-15,43 0 31,17 0-31,-77 17 0</inkml:trace>
  <inkml:trace contextRef="#ctx0" brushRef="#br0" timeOffset="20530.83">16379 13624 0,'0'0'0,"0"0"0,0 0 0,0 0 16,8 17 0,18 0-16,25 0 15,43 9 1,68-1 0,77 1-16,85-18 15,60 1 1,43-18-16,17 9 15,8 17-15,18 17 16,-9 0 0,8 0-1,9 0-15,-9 9 16,-25 8-16,-17 0 16,-69-9-1,-25-33-15,43-18 16</inkml:trace>
  <inkml:trace contextRef="#ctx0" brushRef="#br0" timeOffset="21305.83">24862 13990 0,'0'0'0,"9"0"0,8 0 0,17 0 16,9-9-1,42 1-15,69-26 16,93-9 0,137 9-16,171 17 15,145 26 1,119 25-16,112 76 15,-436-33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13:27.7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23684 4354 0,'9'-8'0,"34"-1"0,59-16 15,60-9 1,60-9-1,43-16 1,59-1-16,52-8 16,67 9-1,1 33-15,51 9 16,34 9 0,-119-1-16</inkml:trace>
  <inkml:trace contextRef="#ctx0" brushRef="#br0" timeOffset="5134.79">15346 7518 0,'0'0'0,"0"0"0,0 0 0,0 0 16,-9 0 0,1 17-1,-1 8-15,-16 18 16,-1 34-1,0 25-15,9 17 16,9-17 0,8-9-16,0-25 15,0-8 1,0-9-16,17-9 16,0 1-1,9-1-15,-1 1 16,1-9-1,8 0-15,9-9 16,16 1 0,35 0-16,17-18 15,-8-8-15,-1 0 16,-8 0 0,-9 9-1,18 8-15,-1 0 16,-25 17-16,0 0 15,-18 0 1,-16-9 0,0 1-16,-18-1 15,1-16 1,-17-1-16,-1 1 16,1-1-1,-1-8-15,9-8 16,0-1-16,0-25 15,17-34 1,9-34 0,0-17-16,8 0 15,0 0 1,-17 25-16,-8 18 16,0 8-1,-18 0-15,1 17 16,-9 8-1,0 9-15,0 0 16,0 0 0,0 9-16,0 8 15,0 0 1,0 0-16,0 8 0,0 1 31,0-1-31,-9 1 16,-8-1-1,-17-8-15,-26-9 16,-34 1 0,-51-1-1,-51 1-15,-35-1 0,-59 1 16,-77-26 0,26 8-1,-35-16 1,-8-9-16</inkml:trace>
  <inkml:trace contextRef="#ctx0" brushRef="#br0" timeOffset="22040.86">26228 8368 0,'0'0'0,"0"0"0,0 0 16,0 0 0,0 0-16,0 0 15,0 0 1,0 0-16,0 0 16,0 43-1,8 50-15,-33 120 16,-35 68-1,-17-18-15,18-33 16,7-68-16,18-35 16,9-50-1,7-26 1,10-26-16,8-16 16,0-18-1,8-33-15,61-128 16,67-94-1,26-34 1,1 9-16,7 26 16,-7 41-16,-27 52 15,18 17 1,-18 60 0,-42 50-16,0 26 15,-17 34 1,17 51-16,8 68 15,-25 51 1,-51 43-16,-43 34 16,-18-26-1,1-60-15,17-33 16,0-26 0,9-51-16,8-25 15,0-18-15,17-16 16,0-35-1,0 9-15</inkml:trace>
  <inkml:trace contextRef="#ctx0" brushRef="#br0" timeOffset="22384.94">29061 6795 0,'0'0'0,"0"9"0,-8 67 15,-1 77 1,-8 51-16,-8 51 16,8 1-1,-17-18-15,-18-34 16,10-60 0,-10-16-1,18-26-15,17-59 16,17-26-16</inkml:trace>
  <inkml:trace contextRef="#ctx0" brushRef="#br0" timeOffset="22635.98">28720 9687 0,'0'0'0,"0"0"0,0 8 16,0 9-16</inkml:trace>
  <inkml:trace contextRef="#ctx0" brushRef="#br0" timeOffset="23963.1">24700 7084 0,'0'0'0,"0"0"0,0 0 0,0 0 16,-8 9 0,-35 25-16,-34 17 15,-25 25 1,-18 9-1,-33 34 1,-18 26-16,17-17 16,26-9-16,34-17 15,9-9-15,25-8 16,35-34 0,16-8-1,60 8-15,120 17 16,119-17-16,94-17 15,34 0 1,-51 0 0,-42 17-16,-35 9 15,68 16 1</inkml:trace>
  <inkml:trace contextRef="#ctx0" brushRef="#br0" timeOffset="24838.67">18896 7722 0,'-8'9'0,"-26"25"0,-35 17 15,27-17 1</inkml:trace>
  <inkml:trace contextRef="#ctx0" brushRef="#br0" timeOffset="25511.32">19084 7220 0,'0'0'0,"0"0"0,9 0 15,-9 0-15,8 0 16,9 0 0,9-8-16,17-1 15,16 1 1,10-1-16,16 9 16,26 9-1,-26 8 1,-8 17-16,-9 25 15,-8 18-15,-17 33 16,-26 61 0,-43 24-1,-25-25-15,-51-8 16,-26-9-16,8-26 16,-25-16-16,-9-26 15,35-25 1,16-26-1,35-17 1,25-9-16,18-8 16,8-8-16,17-1 15,17-16 1,43-18 0,59 1-16,26 16 0,17 35 31,9 33-31,0 26 15,-18 34-15,-8 17 16,-16-17 0,-36-34-1,-7-25-15,-18-26 16,9-17-16,25-77 16,-33 9-1</inkml:trace>
  <inkml:trace contextRef="#ctx0" brushRef="#br0" timeOffset="25992.88">20740 6319 0,'-9'0'0,"-16"59"16,-26 60 0,8 0-16,9-8 15,0-26 1,-1-8-16,1-26 0,9-17 15,8-9 1,17-16 0,0-26-1,25-77-15,52-67 16,51-27 0,9 1-16,-9 51 15,0 43 1,0 33-16,-9 43 15,1 34 1,-1 43-16,9 59 16,-42 17-1,-35 34-15,-34-17 16,-17-34 0,-9-51-16</inkml:trace>
  <inkml:trace contextRef="#ctx0" brushRef="#br0" timeOffset="38164.11">18051 9278 0,'0'0'16,"-8"9"-16,8 50 0,17 43 0,0 1 16,-8-1-1,8 0-15,-9 0 16,9 0 0,0-9-16,26 1 15,25 8-15,52-9 16,50-8-1,10-33 1,33-27-16,9-16 16,-9-18-1,-8 1-15,-26-9 0,18-1 32,16 1-32,-25 9 15,8 8-15,-25 0 16,-60 8-1,-51 1 1,-26-1-16,-9 1 16,-16-9-1,-18-9-15,-8-25 16,-8-51 0,-1-51-16,26-42 15,26-1-15,42 9 16,26 0-1,85-94-15</inkml:trace>
  <inkml:trace contextRef="#ctx0" brushRef="#br0" timeOffset="38394.94">25050 13122 0,'0'-8'0,"0"-1"0</inkml:trace>
  <inkml:trace contextRef="#ctx0" brushRef="#br0" timeOffset="39047.08">25460 9448 0,'0'0'0,"0"0"0,0 0 0,-9 17 15,1 34 1,-1 77-16,-25 68 16,-17 50-1,-26 9-15,9-50 16,-9-27-16,17-16 31,35-43-31,16-34 16,26-34-16,9-17 15,33 0 1,52-26-16,94-42 16,51-42-1,52-26-15,24-17 16,-16 17 0,26 8-1,-10 9-15,-16 34 0,9 34 16,-52 26-1,-26 25 1,-33 0-16,-69 8 16,-43-16-1,-42-18-15,-35 1 16,-8-1 0,-8-8-1,0 0-15,-1-25 16,1-69-16,-9-76 31,-9-136-31</inkml:trace>
  <inkml:trace contextRef="#ctx0" brushRef="#br0" timeOffset="48779.46">3883 12689 0,'0'0'0,"0"0"0,0 0 15,17 0 1,43 8-16,68 9 0,86 26 31,84-1-31,78-8 16,68 9-16,102-1 15,77 1 1,68 8-16,112 0 16,76 8-1,68 1-15,103 25 16,-504-26-1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14:27.92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24308 8504 0,'0'0'0,"0"0"0,-18 9 16,-24 25 0,-18 0-16,-25 26 15,-18-1 1,-16-8-16,-26 0 16,8-8-16,1 8 15,-1 8 1,-8 35-1,8 33-15,18 18 16,51-18-16,42 18 16,43 17-1,68-1 1,86 1-16,51-35 16,0-42-1,-26-34-15,-8-34 16,0-17-1,-43-42-15,-26-9 16,-33-17 0,-9-17-16,-18-51 15,-16-26 1,-35 26 0,-25-17-16,-59-34 0,-27 25 15,-42 18 1,-120-9-1,-67 42-15,-35 52 16</inkml:trace>
  <inkml:trace contextRef="#ctx0" brushRef="#br0" timeOffset="3815.74">23966 4924 0,'0'0'0,"0"0"0,0 0 16,0 0-16,0-8 15,0-1-15,0 9 0,0 0 32,0 0-17,0 0-15,-8 0 16,-18 17-1,-17 17-15,-42 43 16,-35 33 0,-25 60-16,-8 9 15,25-9 1,-17 9 0,17 8-16,25 0 15,26-17 1,26 8-16,43 1 15,42-34-15,26-26 16,59-26 0,35-16-16,8-43 15,8-43 1,27-42 0,-18-25-16,9-52 15,-17-59-15,-43-34 16,-9-43-1,-34 9-15,-76 0 16,-60-17 0,-77-9-16,-120 1 15,-110 58 1,-103 78-16,-68 76 16,119 51-1</inkml:trace>
  <inkml:trace contextRef="#ctx0" brushRef="#br0" timeOffset="6180.27">26663 6804 0,'0'0'0,"0"0"0,-8 0 15,-27 8-15,-7 1 16,-9-1 0,8 9-16,0 0 15,-16 0 1,-35 34 0,-34 34-16,-26 60 15,-8 25-15,34 8 16,42 1-16,52-26 15,26-17 1,59 0-16,103 9 16,42-43-1,68-60 1,52-59-16,-26-34 0,-8-51 31,-26-25-31,-85 8 16,-69-17-1,-42-26-15,-77-8 16,-120-60 0,-153 1-16,-196 50 15,85 69-15</inkml:trace>
  <inkml:trace contextRef="#ctx0" brushRef="#br0" timeOffset="7323.07">29924 4941 0,'0'0'0,"0"0"0,-9 0 16,-34-8-16,-42 16 15,-60 26 1,-51 43 0,-35 16-16,-8 26 15,17 17 1,17 0-16,52-8 0,42 17 15,25 25 1,44-9 0,67 26-1,69 0-15,111-33 16,43-44 0,25-76-16,8-51 15,-7-59 1,-27-35-16,-59-34 15,-9-50 1,-42-35-16,-69-8 16,-68-9-1,-77-8-15,-145-25 16,-136 24 0,-137 95-16,85 84 15</inkml:trace>
  <inkml:trace contextRef="#ctx0" brushRef="#br0" timeOffset="9294.54">29582 8658 0,'0'0'0,"-8"0"0,-27 0 16,-50 25 0,-43 26-16,-17 17 15,-43 26 1,-8 33-1,25 35-15,-17 33 16,35 1 0,67 0-16,61-1 15,68 9 1,119-8-16,111-26 16,94-76-16,0-77 15,-17-85 1,-9-69-16,-85-24 15,-51-35 1,-77-33-16,-94-43 16,-119-43-1,-197-59 1,-8 85-16</inkml:trace>
  <inkml:trace contextRef="#ctx0" brushRef="#br0" timeOffset="17062.5">24214 8709 0,'0'0'0,"0"0"0,-9 0 15,1 0 1,-18-9-16,-8 1 16,-17-1-1,-26 1-15,0 8 16,-17 17-1,-8 8-15,-26 26 16,-17 26 0,8 25-16,18 8 15,8 9 1,0 34-16,25 26 16,18 8-1,34 0 1,25-25-16,18-52 15,42-8-15,60-8 16,60-35 0,76-59-16,78-68 15,-35-34 1,-34-42-16,-9-26 16,-59 8-1,-51 1-15,-9-1 16,-52 17-1,-58 26-15,-61 0 16,-60-25 0,-118-9-16,-129 76 15,-86 103 1,35 93 0,85 68-16,18 34 15</inkml:trace>
  <inkml:trace contextRef="#ctx0" brushRef="#br0" timeOffset="18778.14">23548 4941 0,'-17'0'0,"-51"43"0,-78 59 0,18 25 16,17 9-1,1 34 1,33 26-16,26-17 16,42-9-16,35-9 15,33-33 1,35-9-16,34-17 15,43-34 1,17-34 0,17-60-16,-1-33 15,-16-52 1,-17-42-16,-18-17 16,-42-8-16,-42 8 15,-35 8-15,-34 9 16,-43-9-1,-76-8 1,-69 34 0,-85 85-16,-86 26 0</inkml:trace>
  <inkml:trace contextRef="#ctx0" brushRef="#br0" timeOffset="19958.89">27022 6702 0,'0'0'0,"-17"0"0,-52 0 16,-25 17-1,-17 8-15,-17 18 16,-8 16 0,-26 35-1,-9 8-15,43 0 16,17 8-1,9 18-15,8 25 16,25 9 0,52-9-16,43-17 15,42-26 1,52-25-16,42-34 16,34-34-16,35-51 15,-1-34 1,-25-25-16,-17-9 15,-43 0 1,-34 0 0,-43 8-16,-34 26 0,-17 0 15,-42-17 1,-78-26 0,-153 1-1,-102-1-15</inkml:trace>
  <inkml:trace contextRef="#ctx0" brushRef="#br0" timeOffset="21173.71">29898 8709 0,'0'0'0,"-9"0"0,-16 8 16,-9 1-16,-26-1 15,-25-8 1,-35 26 0,-42 16-16,-26 35 15,-42 33 1,25 18-16,60 8 15,51 0-15,60-26 16,42-7 0,61-1-16,84 8 15,78-42 1,25-59 0,-9-35-16,-16-42 15,-61-17 1,-42-17-16,-42-17 15,-44 8 1,-50-16 0,-78-26-16,-76-17 15,-25 25-15,16 18 16,-68-86 0</inkml:trace>
  <inkml:trace contextRef="#ctx0" brushRef="#br0" timeOffset="21537.84">29411 4839 0,'0'0'16,"0"0"-16,0 0 0,0-8 15,0-1 1,0 1-16,-8-1 16,-1 1-1,9 8-15</inkml:trace>
  <inkml:trace contextRef="#ctx0" brushRef="#br0" timeOffset="22814.12">28660 4516 0,'-34'25'15,"-154"154"-15,-59 136 0,110-35 0,86-8 16,68 9 0,94 34-16,60-1 15,68-33 1,0-85-16,-17-94 16,-26-43-1,-25-67-15,59-69 16,-51-93-1,-59-102-15,-35-119 16,-51-120 0,-76-41-16,-78 41 15,-76 1 1,-103 42-16,18 171 16</inkml:trace>
  <inkml:trace contextRef="#ctx0" brushRef="#br0" timeOffset="40769.16">8006 12059 0,'0'0'0,"0"0"0,0 0 0,0 0 15,0 0 1,0 0-16,0 0 15,0 9 1,-9 16 0,1 18-16,-1 16 0,-8 9 15,-8 9 1,-10 51 0,-7 16-16,8-33 15,16-35 1,1-25-1,9-25-15,-1-1 16,9-8-16,0-8 16,0-1-1,0 1-15,17-1 16,18 1-16,7-1 16,35 1-1,17-9 1,0 0-16,0 0 15,0 0-15,-1 17 0,27 0 32,8 17-17,17-9-15,9 1 16,-26-1 0,-26 1-16,-8-9 15,-17 8 1,-26-16-16,-17-1 0,-8 1 15,-18-1 1,1-8 0,-1 0-1,1 0-15,-9-8 16,8-1 0,-8-25-16,-8-8 15,-1-35 1,-8-50-16,17-26 15,0 25 1,0 43-16,0 0 16,0 0-1,9 25 1,-9 18-16,0 8 16,0 17-16,-9 0 15,-8 8 1,-34 18-16,-77 25 15,-68 34 1,-60 17-16,-52 17 16,-50 17-1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16:42.70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2313 2466 0,'0'0'0,"0"0"16,0 0-16,0 0 0,0 0 16,9 26-16,-18 33 15,-8 52 1,8 25-16,-8 43 16,0-35-1,9-59 1,-1 9-16,9-18 15,-8-16-15,-1-18 16,1-8 0,8-8-1,0-18-15,0 1 16,0-1 0,0 1-16,0-1 15,0-8-15,25-8 16,43-26-1,52-9 1,25 1-16,-8 8 16,16 17-16,18 17 15,0 17 1,33 0-16,27 17 16,33 25-1,35 1-15,51-1 16,-8 1-1,-27-18-15,112 27 16,-17-10 0,-9-25-16,34 9 15,-8-9 1,76-9 0,-33 9-16,-26-17 15,0 0-15,-26-8 31,26-1-31,8 9 0,-51 0 16,-17-8 0,0-9-16,26-17 15,-9 8-15,-51-8 16,-9 0 0,-33 9-1,-44 8 1,-8 17-16,-17 0 0,-17-9 15,-26 9 1,-8 0 0,-26-8-16,-17-9 15,-25 8-15,-26 1 32,-34-9-32,-26 0 15,-9 0-15,-8 0 16,-8-9-16,-1-8 15,-8-76 1,-17-86 0,-34-136-1</inkml:trace>
  <inkml:trace contextRef="#ctx0" brushRef="#br0" timeOffset="38524.51">2552 2594 0,'0'17'0,"-9"34"0,-25 93 0,-102 350 0,110-358 0,9-9 16,17-127-16,0 102 0,0-17 0,9-25 0,8 0 31,17-1-15,17 1-16,9-18 15,34 1 1,25-18-16,35-8 16,34-17-1,16-8-15,27-9 16,-1 0-1,26-9-15,26-8 16,34 17 0,8-8-16,-34-1 15,43 1 1,34-1-16,-8 18 16,-27 8-1,-16-17-15,51 17 16,-42 0-1,-44 8-15,9 9 16,-25 0 0,-52 0-16,-33 0 15,-1 0-15,-60 0 16,-50-8 0,-18-1-1,-9-8 1,-16 0-16,-9 0 15,-8 0-15,-1-8 16,9-9 0,17-26-16,9-50 15,25-69 1,-16-34-16,-1 1 16,0 16-1,17 1-15,-8-10 16,-17 27-1,-1 25 1,10 17-16,-18 25 0,-9 35 16,-16 8-1,-1 17 1,-16 0 0,-18 17-16,-8-9 15,-51 9-15,-52 0 16,-16 0-1,-44 9-15,-50-9 16,-35 0 0,-25-9-16,-52-17 15,-33 18 1,-43-1-16,-9-8 16,0 0-1,-8 0-15,-26 17 16,-26 17-1,-8 17-15,-17 9 16,8 25 0,18 17-16,16 9 15,94 8 1,35 8-16</inkml:trace>
  <inkml:trace contextRef="#ctx0" brushRef="#br0" timeOffset="48946.51">3935 5485 0,'0'0'0,"0"0"0,0 0 15,0 0-15,0 0 16,0 0 0,0 0-16,8 26 15,9 33 1,-8 35-16,-1 25 16,-16 9-1,8-9-15,0-9 16,17-16-1,0-18-15,0-16 16,17-9 0,0-9-16,17-16 15,9-1 1,34-8-16,17-25 16,9-18-1,16 1-15,1-9 16,8 0-1,8 0-15,-8 8 16,9-8 0,17 17-16,-1 0 15,10 0 1,-1 9-16,-8-1 16,16 1-1,10 8-15,-10 0 16,1 17-1,-9 0-15,1 8 16,-1 1 0,-8 16-16,-1-16 15,1-1 1,-26-8-16,-17 9 16,26-18-1,8 1-15,-25-1 16,8 1-1,0-1 1,-17-8-16,-34 9 16,-26-1-16,-25 1 15,-18-9 1,1 0 0,-9 0-16,0 0 15,0-9 1,9 1-16,8-18 15,-9 1 1,1-1-16,0-16 16,-1 8-1,-8 0-15,-8 8 16,-1 1 0,1 8-16,-9 0 15,0-17 1,8 17-16</inkml:trace>
  <inkml:trace contextRef="#ctx0" brushRef="#br0" timeOffset="49840.3">11599 6234 0,'0'0'0,"0"0"0,9 0 0,-1 0 15,1 0 1,-1 0 0,9 0-16,9 8 15,25 1 1,43-9-16,51 8 31,43 1-31,68 8 0,34 0 31,43 0-31,34 8 16,0-8-16,34-8 16,17 8-16,26-17 15,17 17-15,-9 8 16,26 35-1,-68-1-15</inkml:trace>
  <inkml:trace contextRef="#ctx0" brushRef="#br0" timeOffset="68712.92">23036 6455 0,'0'0'0,"8"-9"0,35 1 15,34 8-15,34 0 16,8 17-16,43 17 16,86 34-1,76 0 1,95-17-16,101-17 15,-102-17 1</inkml:trace>
  <inkml:trace contextRef="#ctx0" brushRef="#br0" timeOffset="79933.61">3115 6650 0,'0'0'0,"0"0"0,-8 0 0,-1 18 0,-8-1 31,-17 25-31,-9 9 16,-16 26-16,-10 16 31,10-8-15,24-17-16,18-25 15,0-1-15,17-16 0,0-9 16,9-9 0,-1 1-1,1-18 1,34-16-16,16-1 0,1 1 16,8-9-1,26 0 1,-17 0-16,0 8 15,34 9 1,8 0-16,18 17 16,-18 0-1,1 17-15,33 0 16,1 9 0,-9-1-16,9 1 15,34-1 1,-18-8-1,-8-8-15,43-1 16,-8 1-16,-10-9 16,18 0-1,-9 0-15,9 0 16,-25-9 0,33 9-16,34 0 15,-16 0 1,-9 0-16,-34 0 15,8 0 1,43 9-16,-26-9 16,-8 0-1,-17-9 1,0 1-16,-1-1 16,-24 1-16,-44-1 15,-17 9 1,9 0-1,-42 0-15,-18 9 16,-17-9-16,-8 0 16,-18 0-1,1 0-15,-1-17 16,1-17-16,8-34 16,17-51-1,51-154 1</inkml:trace>
  <inkml:trace contextRef="#ctx0" brushRef="#br0" timeOffset="119119.59">28618 10180 0,'0'0'0,"0"0"0,0 0 16,0 0-1,0 0 1,0 0-16,0 0 0,0 0 16,0 0-16,0 0 31,0 0-31,0 34 16,-9 17-1,-8 34 1,-9 25-16,-8 18 15,0-9 1,9 0-16,8-17 16,-1 0-1,10-25-15,8-18 16,0-8 0,-9 0-16,1-8 15,8-1 1,0 1-16,0 0 15,0-18 1,0-8-16,0-8 16,0-1-1,0 1-15,8-1 16,18 1 0,17-1-16,33 1 15,52-9 1,26 0-16,-9-9 15,52-8 1,-1 9-16,-43-1 16,35 1-1,17 8-15,-51 8 16,16 1 0,-16 8-16,-69 0 15,-25-9 1,-26 1-16,-8-1 15,-18-8 1,1 0-16,-1 0 16,-8 0-16,0-8 15,0-9 1,-8-34-16,8-35 16,0-33-1,0-34 1,17 0-16,0 26 15,9 16 1,-1 9-16,1 26 16,-18 16-1,1 26-15,-1 17 16,-8 0 0,0 8-16,-17 1 15,-51-9-15,-111 17 16,-154 25-1,-85 1 1,-137 17 0,-119 16-16,264-8 0</inkml:trace>
  <inkml:trace contextRef="#ctx0" brushRef="#br0" timeOffset="137677.07">28823 13122 0,'0'0'0,"0"9"16,8 25-16,9 17 0,-8 17 15,-9 17-15,-17 9 16,-18 8 0,-7 17-16,-1 8 15,9-8 1,8-25-16,9-26 0,0-9 31,17-16-31,0-1 16,0-16-1,17 0-15,0-1 16,9-8 0,25-8-16,9-1 15,25-8 1,18-8 0,8-1-16,8 9 15,9 0 1,0 0-16,17 0 0,17 17 15,-16-8 1,-10-1 0,-8-8-16,-8 0 15,-27 0 1,-24-8-16,-9-1 16,-18 1-1,1-1 1,-9 1-16,0-18 0,9 0 31,8-25-31,0-17 0,-8-8 31,0-9-31,-18-9 16,1 9-16,-1 9 16,-8-1-1,-8 18 1,0 8-16,-18 0 15,0 0 1,1 17-16,-1-9 16,1 9-1,8 0-15,0 8 16,0 9 0,0 9-16,0-1 15,0 1-15,0 8 16,0 0-16,0 0 15,0 0 1,0 0-16,0-9 31,0 9-31,-9-8 16,1-1 0,-1-8-16,-16-8 15,-18-1 1,-25-16-16,-18-1 15,-33 1 1,-26-9-16,-26 0 16,-34 8-1,-25 9-15,-26 9 16,-34 8-16,-43 0 16,-26 17-1,-8 0 1</inkml:trace>
  <inkml:trace contextRef="#ctx0" brushRef="#br0" timeOffset="162854.87">29386 14789 0,'0'0'0,"0"0"0,0 0 15,-9 0-15,-16 0 16,-1 0-16,0 0 15,-16 0 1,-9 0 0,-9 17-16,-8 17 15,-18 9-15,1 8 16,0 8 0,-1 1-1,9 16-15,1 9 16,7 18-16,18-1 15,-9 17 1,1 8-16,33 1 16,26-1-1,17-25-15,26 0 16,34 9 0,42-17-16,26-9 15,17-17 1,43-17-16,8-26 15,1-8 1,33-8 0,-8-9-16,-8-26 15,8-8 1,-26-8-16,-8-9 16,-43 0-16,-25-17 15,-26-17 1,-9-18-16,-34-7 15,-16-35 1,-35-16-16,-43-1 16,-25 1-1,-17 7-15,-18 10 16,-59-1 0,-34 26-16,-35 26 15,-93 8 1,-60 34-1,-60 34-15,-33 25 16,-61 43-16,120 17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7T00:19:58.71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10378 6753 0,'0'0'16,"-17"0"-16,-17 8 0,-8 9 0,-1-8 15,9 8 1,-9 0 0,-8 0-16,0-9 0,8 1 15,9 8 1,0 0 0,-17 17-1,-9 17-15,-8 0 16,8 42-1,-9 60-15,1 17 16,0 0 0,17-16-16,42-44 15,18-8 1,16 0-16,27 9 16,24-9-1,10-26 1,25-16-16,34-18 0,8-42 15,-25-17 1,0-42-16,9-18 16,-26-8-16,0-34 31,-17-17-15,-43-8-16,-17-18 0,-25-17 31,-43 18-31,-26-1 15,-17 18-15,-17 16 16,-25 18 0,-27 42-16,-50 25 15,-128 17 1</inkml:trace>
  <inkml:trace contextRef="#ctx0" brushRef="#br0" timeOffset="1186.92">9875 11609 0,'0'0'0,"0"0"0,-9 0 0,-8 8 16,-8 9-16,-18 9 31,0 8-31,-16 17 15,-10 8 1,-25 18-16,18 8 16,16 17-1,9 17-15,8 0 16,9 0 0,25 0-16,9 9 15,17-26 1,0-17-16,26-17 15,25 8 1,18 1-16,33-9 16,1-17-1,16-9-15,44 1 16,-10-18 0,-8-8-16,35-8 15,-18-9 1,-8-9-16,33-8 15,-24-17 1,-27-8-16,10-18 16,-35 9-16,-17-8 15,-26-18 1,-17 1 0,-17-18-16,-17 1 15,-25-18 1,-26-8-16,-17-9 15,-43 1 1,-25-18-16,-18 26 16,-34 26-1,-33 16-15,-44 26 16,-8 26 0,-17 33-1,-17 35-15,9 16 0,16 9 16,-76 26-1</inkml:trace>
  <inkml:trace contextRef="#ctx0" brushRef="#br0" timeOffset="22688.07">27201 8504 0,'0'0'0,"-9"0"0,1 0 0,-1 0 16,1 0 0,-9 0-16,-9-8 15,-17 8 1,1 0-16,-9 0 0,8 8 31,9-8-15,17 0-1,0 0-15,-1 0 16,10 0-16,-1 0 16,-8 0-1,-34 9-15,0-1 16,0 1-1,8 8-15,-17 0 16,1 17 0,-1 0-16,0 17 15,-17 17 1,-17-8-16,18-9 16,7 8-1,10 9-15,-1 9 16,-9 33-1,1 9-15,8-8 16,26-18 0,0 10-16,17-10 15,9-8 1,25 9-16,8-18 16,18-8-1,17 17-15,16 0 16,44 0-1,25-8-15,17-9 16,43-17 0,17-8-16,0-18 15,8-8 1,-33-17-16,7-17 16,-16-8-16,-43-1 15,0-34 1,-17-16-1,-34-1-15,-25 1 16,-27-26 0,-25-43-16,-68-33 15,-60-1-15,-42-25 16,-103-9 0,-86 35-1,-42 50-15,-85 18 16,67 25-1</inkml:trace>
  <inkml:trace contextRef="#ctx0" brushRef="#br0" timeOffset="43152.04">12589 7586 0,'0'0'0,"0"0"0,0 0 15,0 0 1,-8 0-16,-27 17 16,-41 0-1,-52 17-15,-9-8 31,0-1-31,-16 1 0,16-18 16,35 1 0,42-9-1,26 0-15,8 0 16,9 0 0,9-9-16,-1-8 15,18-25 1,16-1-16,18 0 15,0-8-15,-9 17 16,-17 17 0,-9 9-1,1 8-15,-9 0 16,-17 0 0,-68 8-16,-69 35 15,-17 8 1,18 9-16,33-9 15,43-9-15,35 1 16,16-9 0,35 8-16,50 35 15,138 67 1,42-8 0,68-8-16</inkml:trace>
  <inkml:trace contextRef="#ctx0" brushRef="#br0" timeOffset="55754.18">14612 12842 0,'0'0'0,"0"0"0,0 0 16,-9-9-16,1 1 15,-18-1 1,-8 1-16,-26-1 16,-8-8-1,-9-8-15,-17-1 16,-25-8-16,-1 0 15,1 0 1,-1 0 0,-8 0-16,9 0 15,8 0 1,8 0-16,27 9 16,-10-9-1,18 16 1,8 1-16,18 17 15,-10 17-15,-7 1 16,-10 7 0,1 52-16,25 67 15,26-16 1,26-60 0,16 0-16,10 25 15,-10-25 1,-8-25-16,0-18 15,-8 1-15,-1-18 16,1 1 0,-1-9-16,1-9 15,0-16 1,-1-9 0,-8 0-16,-8-34 15,-18-26 1,0-16-16,-8 8 15,0 25-15,0 18 16,0-1 0,0 9-1,8 17-15,9 17 16,0 0-16,8 8 16,9 1-1,9-1-15,42 1 16,52-9-1,93 17 1,34 8-16,9 1 16,0 8-16,-8-17 15,110 0 1</inkml:trace>
  <inkml:trace contextRef="#ctx0" brushRef="#br0" timeOffset="65872.55">10250 11549 0,'0'0'0,"-8"0"0,-1 0 0,1 0 15,-1 0-15,1 0 16,-9 0 0,-9 0-16,-17 9 0,-16 16 31,7 9-15,-7 26-1,-10 8-15,-7 8 0,-1 18 16,0 25-1,0-9 1,26-25-16,0-8 16,17-18-16,0 1 15,-1 8 1,18-8-16,17 8 16,0 0-1,0 0-15,17-9 16,0-8-1,1-8-15,16-1 16,0 1 0,0-18-1,26 9-15,8-8 16,-8-1 0,17 1-16,16-9 15,10-9-15,-1 1 16,1-18-1,-1 1 1,9 8-16,0-9 16,0 1-16,0-9 15,0-9 1,8 1 0,-8-1-16,17 1 15,0-9 1,-17-17-16,0 0 15,-8-9 1,-1 1-16,-17-9 16,-8 8-1,-8-8-15,-18 0 16,-9 0 0,1-9-16,-26-8 15,-17 0-15,-17 9 16,-9-1-1,-25 18-15,-34-18 16,-17 9 0,-18 0-1,-25 9-15,0 8 16,-26 17-16,-8 8 16,0 26-1,-35 17-15,-16 26 16,16-1-1,-7 9 1,16 0-16,17 0 16,-8 0-1,-95 17-15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10.png"/><Relationship Id="rId26" Type="http://schemas.openxmlformats.org/officeDocument/2006/relationships/image" Target="../media/image15.png"/><Relationship Id="rId3" Type="http://schemas.openxmlformats.org/officeDocument/2006/relationships/customXml" Target="../ink/ink2.xml"/><Relationship Id="rId21" Type="http://schemas.openxmlformats.org/officeDocument/2006/relationships/customXml" Target="../ink/ink11.xml"/><Relationship Id="rId34" Type="http://schemas.openxmlformats.org/officeDocument/2006/relationships/image" Target="../media/image19.png"/><Relationship Id="rId7" Type="http://schemas.openxmlformats.org/officeDocument/2006/relationships/customXml" Target="../ink/ink4.xml"/><Relationship Id="rId12" Type="http://schemas.openxmlformats.org/officeDocument/2006/relationships/image" Target="../media/image7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6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16.png"/><Relationship Id="rId10" Type="http://schemas.openxmlformats.org/officeDocument/2006/relationships/image" Target="../media/image6.png"/><Relationship Id="rId19" Type="http://schemas.openxmlformats.org/officeDocument/2006/relationships/customXml" Target="../ink/ink10.xml"/><Relationship Id="rId31" Type="http://schemas.openxmlformats.org/officeDocument/2006/relationships/customXml" Target="../ink/ink16.xml"/><Relationship Id="rId4" Type="http://schemas.openxmlformats.org/officeDocument/2006/relationships/image" Target="../media/image3.png"/><Relationship Id="rId9" Type="http://schemas.openxmlformats.org/officeDocument/2006/relationships/customXml" Target="../ink/ink5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4.xml"/><Relationship Id="rId30" Type="http://schemas.openxmlformats.org/officeDocument/2006/relationships/image" Target="../media/image17.png"/><Relationship Id="rId8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19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21.xml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customXml" Target="../ink/ink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33.png"/><Relationship Id="rId18" Type="http://schemas.openxmlformats.org/officeDocument/2006/relationships/customXml" Target="../ink/ink31.xml"/><Relationship Id="rId3" Type="http://schemas.openxmlformats.org/officeDocument/2006/relationships/image" Target="../media/image54.png"/><Relationship Id="rId21" Type="http://schemas.openxmlformats.org/officeDocument/2006/relationships/image" Target="../media/image38.png"/><Relationship Id="rId7" Type="http://schemas.openxmlformats.org/officeDocument/2006/relationships/image" Target="../media/image30.png"/><Relationship Id="rId12" Type="http://schemas.openxmlformats.org/officeDocument/2006/relationships/customXml" Target="../ink/ink28.xml"/><Relationship Id="rId17" Type="http://schemas.openxmlformats.org/officeDocument/2006/relationships/image" Target="../media/image36.png"/><Relationship Id="rId25" Type="http://schemas.openxmlformats.org/officeDocument/2006/relationships/image" Target="../media/image40.png"/><Relationship Id="rId2" Type="http://schemas.openxmlformats.org/officeDocument/2006/relationships/image" Target="../media/image410.png"/><Relationship Id="rId16" Type="http://schemas.openxmlformats.org/officeDocument/2006/relationships/customXml" Target="../ink/ink30.xml"/><Relationship Id="rId20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32.png"/><Relationship Id="rId24" Type="http://schemas.openxmlformats.org/officeDocument/2006/relationships/customXml" Target="../ink/ink34.xml"/><Relationship Id="rId5" Type="http://schemas.openxmlformats.org/officeDocument/2006/relationships/image" Target="../media/image29.png"/><Relationship Id="rId15" Type="http://schemas.openxmlformats.org/officeDocument/2006/relationships/image" Target="../media/image35.png"/><Relationship Id="rId23" Type="http://schemas.openxmlformats.org/officeDocument/2006/relationships/image" Target="../media/image39.png"/><Relationship Id="rId10" Type="http://schemas.openxmlformats.org/officeDocument/2006/relationships/customXml" Target="../ink/ink27.xml"/><Relationship Id="rId19" Type="http://schemas.openxmlformats.org/officeDocument/2006/relationships/image" Target="../media/image37.png"/><Relationship Id="rId4" Type="http://schemas.openxmlformats.org/officeDocument/2006/relationships/customXml" Target="../ink/ink24.xml"/><Relationship Id="rId9" Type="http://schemas.openxmlformats.org/officeDocument/2006/relationships/image" Target="../media/image31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customXml" Target="../ink/ink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13" Type="http://schemas.openxmlformats.org/officeDocument/2006/relationships/image" Target="../media/image60.jpeg"/><Relationship Id="rId3" Type="http://schemas.openxmlformats.org/officeDocument/2006/relationships/image" Target="../media/image50.jpeg"/><Relationship Id="rId7" Type="http://schemas.openxmlformats.org/officeDocument/2006/relationships/image" Target="../media/image54.jpeg"/><Relationship Id="rId12" Type="http://schemas.openxmlformats.org/officeDocument/2006/relationships/image" Target="../media/image59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11" Type="http://schemas.openxmlformats.org/officeDocument/2006/relationships/image" Target="../media/image58.jpeg"/><Relationship Id="rId5" Type="http://schemas.openxmlformats.org/officeDocument/2006/relationships/image" Target="../media/image52.jpeg"/><Relationship Id="rId10" Type="http://schemas.openxmlformats.org/officeDocument/2006/relationships/image" Target="../media/image57.jpeg"/><Relationship Id="rId4" Type="http://schemas.openxmlformats.org/officeDocument/2006/relationships/image" Target="../media/image51.jpeg"/><Relationship Id="rId9" Type="http://schemas.openxmlformats.org/officeDocument/2006/relationships/image" Target="../media/image5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13" Type="http://schemas.openxmlformats.org/officeDocument/2006/relationships/image" Target="../media/image60.jpeg"/><Relationship Id="rId3" Type="http://schemas.openxmlformats.org/officeDocument/2006/relationships/image" Target="../media/image50.jpeg"/><Relationship Id="rId7" Type="http://schemas.openxmlformats.org/officeDocument/2006/relationships/image" Target="../media/image54.jpeg"/><Relationship Id="rId12" Type="http://schemas.openxmlformats.org/officeDocument/2006/relationships/image" Target="../media/image59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11" Type="http://schemas.openxmlformats.org/officeDocument/2006/relationships/image" Target="../media/image58.jpeg"/><Relationship Id="rId5" Type="http://schemas.openxmlformats.org/officeDocument/2006/relationships/image" Target="../media/image52.jpeg"/><Relationship Id="rId10" Type="http://schemas.openxmlformats.org/officeDocument/2006/relationships/image" Target="../media/image57.jpeg"/><Relationship Id="rId4" Type="http://schemas.openxmlformats.org/officeDocument/2006/relationships/image" Target="../media/image51.jpeg"/><Relationship Id="rId9" Type="http://schemas.openxmlformats.org/officeDocument/2006/relationships/image" Target="../media/image5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191.png"/><Relationship Id="rId4" Type="http://schemas.openxmlformats.org/officeDocument/2006/relationships/image" Target="../media/image2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13" Type="http://schemas.openxmlformats.org/officeDocument/2006/relationships/image" Target="../media/image59.jpeg"/><Relationship Id="rId3" Type="http://schemas.openxmlformats.org/officeDocument/2006/relationships/image" Target="../media/image49.jpeg"/><Relationship Id="rId7" Type="http://schemas.openxmlformats.org/officeDocument/2006/relationships/image" Target="../media/image53.jpeg"/><Relationship Id="rId12" Type="http://schemas.openxmlformats.org/officeDocument/2006/relationships/image" Target="../media/image58.jpe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11" Type="http://schemas.openxmlformats.org/officeDocument/2006/relationships/image" Target="../media/image57.jpeg"/><Relationship Id="rId5" Type="http://schemas.openxmlformats.org/officeDocument/2006/relationships/image" Target="../media/image51.jpeg"/><Relationship Id="rId10" Type="http://schemas.openxmlformats.org/officeDocument/2006/relationships/image" Target="../media/image56.jpeg"/><Relationship Id="rId4" Type="http://schemas.openxmlformats.org/officeDocument/2006/relationships/image" Target="../media/image50.jpeg"/><Relationship Id="rId9" Type="http://schemas.openxmlformats.org/officeDocument/2006/relationships/image" Target="../media/image55.jpeg"/><Relationship Id="rId14" Type="http://schemas.openxmlformats.org/officeDocument/2006/relationships/image" Target="../media/image60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8.jpeg"/><Relationship Id="rId3" Type="http://schemas.openxmlformats.org/officeDocument/2006/relationships/image" Target="../media/image140.png"/><Relationship Id="rId7" Type="http://schemas.openxmlformats.org/officeDocument/2006/relationships/image" Target="../media/image52.jpeg"/><Relationship Id="rId12" Type="http://schemas.openxmlformats.org/officeDocument/2006/relationships/image" Target="../media/image57.jpeg"/><Relationship Id="rId2" Type="http://schemas.openxmlformats.org/officeDocument/2006/relationships/image" Target="../media/image137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11" Type="http://schemas.openxmlformats.org/officeDocument/2006/relationships/image" Target="../media/image56.jpeg"/><Relationship Id="rId5" Type="http://schemas.openxmlformats.org/officeDocument/2006/relationships/image" Target="../media/image50.jpeg"/><Relationship Id="rId15" Type="http://schemas.openxmlformats.org/officeDocument/2006/relationships/image" Target="../media/image60.jpeg"/><Relationship Id="rId10" Type="http://schemas.openxmlformats.org/officeDocument/2006/relationships/image" Target="../media/image55.jpeg"/><Relationship Id="rId4" Type="http://schemas.openxmlformats.org/officeDocument/2006/relationships/image" Target="../media/image49.jpeg"/><Relationship Id="rId9" Type="http://schemas.openxmlformats.org/officeDocument/2006/relationships/image" Target="../media/image54.jpeg"/><Relationship Id="rId14" Type="http://schemas.openxmlformats.org/officeDocument/2006/relationships/image" Target="../media/image59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64.png"/><Relationship Id="rId7" Type="http://schemas.openxmlformats.org/officeDocument/2006/relationships/image" Target="../media/image470.png"/><Relationship Id="rId12" Type="http://schemas.openxmlformats.org/officeDocument/2006/relationships/image" Target="../media/image52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69.png"/><Relationship Id="rId5" Type="http://schemas.openxmlformats.org/officeDocument/2006/relationships/image" Target="../media/image66.jpeg"/><Relationship Id="rId10" Type="http://schemas.openxmlformats.org/officeDocument/2006/relationships/image" Target="../media/image68.jpeg"/><Relationship Id="rId4" Type="http://schemas.openxmlformats.org/officeDocument/2006/relationships/image" Target="../media/image65.jpeg"/><Relationship Id="rId9" Type="http://schemas.openxmlformats.org/officeDocument/2006/relationships/image" Target="../media/image49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00.png"/><Relationship Id="rId7" Type="http://schemas.openxmlformats.org/officeDocument/2006/relationships/image" Target="../media/image51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4" Type="http://schemas.openxmlformats.org/officeDocument/2006/relationships/image" Target="../media/image48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Relationship Id="rId9" Type="http://schemas.openxmlformats.org/officeDocument/2006/relationships/image" Target="../media/image111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490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4701.png"/><Relationship Id="rId7" Type="http://schemas.openxmlformats.org/officeDocument/2006/relationships/image" Target="../media/image5100.png"/><Relationship Id="rId2" Type="http://schemas.openxmlformats.org/officeDocument/2006/relationships/image" Target="../media/image4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0.png"/><Relationship Id="rId5" Type="http://schemas.openxmlformats.org/officeDocument/2006/relationships/image" Target="../media/image4901.png"/><Relationship Id="rId4" Type="http://schemas.openxmlformats.org/officeDocument/2006/relationships/image" Target="../media/image480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</a:t>
            </a:r>
            <a:r>
              <a:rPr lang="en-US"/>
              <a:t>332 Winter 2026</a:t>
            </a:r>
            <a:br>
              <a:rPr lang="en-US" dirty="0"/>
            </a:br>
            <a:r>
              <a:rPr lang="en-US" dirty="0"/>
              <a:t>Lecture 24: Complexity and Tractability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BA6B37-955D-C432-B8AF-BDF42BD37753}"/>
                  </a:ext>
                </a:extLst>
              </p14:cNvPr>
              <p14:cNvContentPartPr/>
              <p14:nvPr/>
            </p14:nvContentPartPr>
            <p14:xfrm>
              <a:off x="3352320" y="2259360"/>
              <a:ext cx="5300280" cy="1375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BA6B37-955D-C432-B8AF-BDF42BD377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2960" y="2250000"/>
                <a:ext cx="5319000" cy="13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0124-7687-E8A1-27C9-2EB190A7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4AB139-464C-EEAF-FF94-EBB070AB743A}"/>
              </a:ext>
            </a:extLst>
          </p:cNvPr>
          <p:cNvCxnSpPr>
            <a:cxnSpLocks/>
          </p:cNvCxnSpPr>
          <p:nvPr/>
        </p:nvCxnSpPr>
        <p:spPr>
          <a:xfrm>
            <a:off x="1666240" y="2204720"/>
            <a:ext cx="0" cy="37490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5BD756-EAE1-8786-D378-046E6A19BB7B}"/>
              </a:ext>
            </a:extLst>
          </p:cNvPr>
          <p:cNvCxnSpPr>
            <a:cxnSpLocks/>
          </p:cNvCxnSpPr>
          <p:nvPr/>
        </p:nvCxnSpPr>
        <p:spPr>
          <a:xfrm flipH="1">
            <a:off x="1666240" y="5953760"/>
            <a:ext cx="61976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F71D7A-1DF7-7C84-2E86-EC040CC20D8A}"/>
              </a:ext>
            </a:extLst>
          </p:cNvPr>
          <p:cNvSpPr txBox="1"/>
          <p:nvPr/>
        </p:nvSpPr>
        <p:spPr>
          <a:xfrm>
            <a:off x="4216043" y="6096000"/>
            <a:ext cx="1097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Size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1C3829-4746-C684-B0A5-8ED0DB40755C}"/>
              </a:ext>
            </a:extLst>
          </p:cNvPr>
          <p:cNvSpPr txBox="1"/>
          <p:nvPr/>
        </p:nvSpPr>
        <p:spPr>
          <a:xfrm>
            <a:off x="444880" y="3709908"/>
            <a:ext cx="122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177397-E72C-F617-BA07-42C701FFABB9}"/>
                  </a:ext>
                </a:extLst>
              </p:cNvPr>
              <p:cNvSpPr txBox="1"/>
              <p:nvPr/>
            </p:nvSpPr>
            <p:spPr>
              <a:xfrm>
                <a:off x="8707120" y="847655"/>
                <a:ext cx="2967351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Running times we’ve seen: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177397-E72C-F617-BA07-42C701FFA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120" y="847655"/>
                <a:ext cx="2967351" cy="2246769"/>
              </a:xfrm>
              <a:prstGeom prst="rect">
                <a:avLst/>
              </a:prstGeom>
              <a:blipFill>
                <a:blip r:embed="rId2"/>
                <a:stretch>
                  <a:fillRect l="-2053" t="-1355" r="-1232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15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009E-71A6-B920-FDB5-43EF4672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B54B1-4E3D-38FA-1940-55FCB3365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13" y="1808481"/>
            <a:ext cx="9564774" cy="41579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696652-CDE6-EA5F-87E8-4F7786F71D05}"/>
                  </a:ext>
                </a:extLst>
              </p14:cNvPr>
              <p14:cNvContentPartPr/>
              <p14:nvPr/>
            </p14:nvContentPartPr>
            <p14:xfrm>
              <a:off x="7457040" y="3040200"/>
              <a:ext cx="805320" cy="110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696652-CDE6-EA5F-87E8-4F7786F71D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1200" y="2976840"/>
                <a:ext cx="8366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84590C-C58F-8AC6-3DC7-8E8C8083E70C}"/>
                  </a:ext>
                </a:extLst>
              </p14:cNvPr>
              <p14:cNvContentPartPr/>
              <p14:nvPr/>
            </p14:nvContentPartPr>
            <p14:xfrm>
              <a:off x="1800360" y="3778200"/>
              <a:ext cx="762480" cy="86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84590C-C58F-8AC6-3DC7-8E8C8083E7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4520" y="3714840"/>
                <a:ext cx="7938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879E0CF-4254-506D-2BB3-3DBC28DDC750}"/>
                  </a:ext>
                </a:extLst>
              </p14:cNvPr>
              <p14:cNvContentPartPr/>
              <p14:nvPr/>
            </p14:nvContentPartPr>
            <p14:xfrm>
              <a:off x="7623000" y="3683160"/>
              <a:ext cx="943560" cy="113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879E0CF-4254-506D-2BB3-3DBC28DDC7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07160" y="3619800"/>
                <a:ext cx="9748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A82AA0F-3222-8E17-47D1-B8EDEABA0348}"/>
                  </a:ext>
                </a:extLst>
              </p14:cNvPr>
              <p14:cNvContentPartPr/>
              <p14:nvPr/>
            </p14:nvContentPartPr>
            <p14:xfrm>
              <a:off x="1895760" y="4038120"/>
              <a:ext cx="578160" cy="61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A82AA0F-3222-8E17-47D1-B8EDEABA03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79920" y="3974760"/>
                <a:ext cx="6094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F0EE26-DC51-8744-AC0E-CCD915A38C92}"/>
                  </a:ext>
                </a:extLst>
              </p14:cNvPr>
              <p14:cNvContentPartPr/>
              <p14:nvPr/>
            </p14:nvContentPartPr>
            <p14:xfrm>
              <a:off x="7835040" y="4059720"/>
              <a:ext cx="486000" cy="67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F0EE26-DC51-8744-AC0E-CCD915A38C9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19200" y="3996360"/>
                <a:ext cx="5173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8B5997-FBA6-7CD9-D64D-C54472017AC9}"/>
                  </a:ext>
                </a:extLst>
              </p14:cNvPr>
              <p14:cNvContentPartPr/>
              <p14:nvPr/>
            </p14:nvContentPartPr>
            <p14:xfrm>
              <a:off x="1769760" y="4332240"/>
              <a:ext cx="796320" cy="122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8B5997-FBA6-7CD9-D64D-C54472017AC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53920" y="4268880"/>
                <a:ext cx="8276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63C5062-1288-869B-5C9B-C83E61EC05DD}"/>
                  </a:ext>
                </a:extLst>
              </p14:cNvPr>
              <p14:cNvContentPartPr/>
              <p14:nvPr/>
            </p14:nvContentPartPr>
            <p14:xfrm>
              <a:off x="7248240" y="4335120"/>
              <a:ext cx="1109520" cy="52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63C5062-1288-869B-5C9B-C83E61EC05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32400" y="4271760"/>
                <a:ext cx="114084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3EBACCA-6C0D-6E95-73C6-9F89BA15D224}"/>
                  </a:ext>
                </a:extLst>
              </p14:cNvPr>
              <p14:cNvContentPartPr/>
              <p14:nvPr/>
            </p14:nvContentPartPr>
            <p14:xfrm>
              <a:off x="7620120" y="4653720"/>
              <a:ext cx="903600" cy="119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3EBACCA-6C0D-6E95-73C6-9F89BA15D22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04280" y="4590360"/>
                <a:ext cx="9349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6EBCE33-D315-6585-28E5-38866850C951}"/>
                  </a:ext>
                </a:extLst>
              </p14:cNvPr>
              <p14:cNvContentPartPr/>
              <p14:nvPr/>
            </p14:nvContentPartPr>
            <p14:xfrm>
              <a:off x="7146720" y="2538000"/>
              <a:ext cx="679680" cy="55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6EBCE33-D315-6585-28E5-38866850C95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130880" y="2474640"/>
                <a:ext cx="7110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B12AB0F-8DA7-7A8F-9CC9-686E6BF27080}"/>
                  </a:ext>
                </a:extLst>
              </p14:cNvPr>
              <p14:cNvContentPartPr/>
              <p14:nvPr/>
            </p14:nvContentPartPr>
            <p14:xfrm>
              <a:off x="8833680" y="3009600"/>
              <a:ext cx="356760" cy="128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B12AB0F-8DA7-7A8F-9CC9-686E6BF2708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817840" y="2946240"/>
                <a:ext cx="3880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AC3BD4B-C816-C261-D617-B633D6862EA1}"/>
                  </a:ext>
                </a:extLst>
              </p14:cNvPr>
              <p14:cNvContentPartPr/>
              <p14:nvPr/>
            </p14:nvContentPartPr>
            <p14:xfrm>
              <a:off x="8646120" y="4029120"/>
              <a:ext cx="857880" cy="89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AC3BD4B-C816-C261-D617-B633D6862EA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630280" y="3965760"/>
                <a:ext cx="8892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A37CA4-00E9-3F85-E3FC-ACAF544F49E8}"/>
                  </a:ext>
                </a:extLst>
              </p14:cNvPr>
              <p14:cNvContentPartPr/>
              <p14:nvPr/>
            </p14:nvContentPartPr>
            <p14:xfrm>
              <a:off x="10397520" y="3199320"/>
              <a:ext cx="18720" cy="403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A37CA4-00E9-3F85-E3FC-ACAF544F49E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381680" y="3135960"/>
                <a:ext cx="500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D487CA2-162D-E5A9-3AEB-D4CCA4B17709}"/>
                  </a:ext>
                </a:extLst>
              </p14:cNvPr>
              <p14:cNvContentPartPr/>
              <p14:nvPr/>
            </p14:nvContentPartPr>
            <p14:xfrm>
              <a:off x="10357560" y="3061440"/>
              <a:ext cx="25200" cy="74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D487CA2-162D-E5A9-3AEB-D4CCA4B1770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341720" y="2998080"/>
                <a:ext cx="565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74B46C5-F454-E96D-B190-9DFD84830664}"/>
                  </a:ext>
                </a:extLst>
              </p14:cNvPr>
              <p14:cNvContentPartPr/>
              <p14:nvPr/>
            </p14:nvContentPartPr>
            <p14:xfrm>
              <a:off x="10096560" y="2963520"/>
              <a:ext cx="510480" cy="239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74B46C5-F454-E96D-B190-9DFD8483066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080720" y="2900160"/>
                <a:ext cx="5418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613805B-4C85-C9CD-15C3-CA8E0A27DE82}"/>
                  </a:ext>
                </a:extLst>
              </p14:cNvPr>
              <p14:cNvContentPartPr/>
              <p14:nvPr/>
            </p14:nvContentPartPr>
            <p14:xfrm>
              <a:off x="10114920" y="3386160"/>
              <a:ext cx="691560" cy="104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613805B-4C85-C9CD-15C3-CA8E0A27DE8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099080" y="3322800"/>
                <a:ext cx="7228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8DE521D-66F0-EF33-C0F3-44C03697B3B4}"/>
                  </a:ext>
                </a:extLst>
              </p14:cNvPr>
              <p14:cNvContentPartPr/>
              <p14:nvPr/>
            </p14:nvContentPartPr>
            <p14:xfrm>
              <a:off x="1551600" y="581760"/>
              <a:ext cx="8379360" cy="5866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8DE521D-66F0-EF33-C0F3-44C03697B3B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542240" y="572400"/>
                <a:ext cx="8398080" cy="588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197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E9DB-CD35-09FC-6BCD-A02078F6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Tractable: </a:t>
                </a:r>
              </a:p>
              <a:p>
                <a:pPr lvl="1"/>
                <a:r>
                  <a:rPr lang="en-US" dirty="0"/>
                  <a:t>Feasible to solve in the “real world” </a:t>
                </a:r>
              </a:p>
              <a:p>
                <a:r>
                  <a:rPr lang="en-US" dirty="0"/>
                  <a:t>Intractable: </a:t>
                </a:r>
              </a:p>
              <a:p>
                <a:pPr lvl="1"/>
                <a:r>
                  <a:rPr lang="en-US" dirty="0"/>
                  <a:t>Infeasible to solve in the “real world” </a:t>
                </a:r>
              </a:p>
              <a:p>
                <a:r>
                  <a:rPr lang="en-US" dirty="0"/>
                  <a:t>Whether a problem is considered “tractable” or “intractable” depends on the use case</a:t>
                </a:r>
              </a:p>
              <a:p>
                <a:pPr lvl="1"/>
                <a:r>
                  <a:rPr lang="en-US" dirty="0"/>
                  <a:t>For machine learning, big data, etc. tractable might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even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most applications it’s more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strange pattern: </a:t>
                </a:r>
              </a:p>
              <a:p>
                <a:pPr lvl="1"/>
                <a:r>
                  <a:rPr lang="en-US" dirty="0"/>
                  <a:t>Most “natural” problems are either done in small-degree polynomial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) or else exponential time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It’s rare to have problems which require a running time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for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75306E-38D3-B7A0-43D8-5D0D4FAF42DC}"/>
                  </a:ext>
                </a:extLst>
              </p14:cNvPr>
              <p14:cNvContentPartPr/>
              <p14:nvPr/>
            </p14:nvContentPartPr>
            <p14:xfrm>
              <a:off x="678960" y="1307160"/>
              <a:ext cx="8136720" cy="4770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75306E-38D3-B7A0-43D8-5D0D4FAF42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9600" y="1297800"/>
                <a:ext cx="8155440" cy="47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591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07A3-AD02-C2E5-48B5-E4924D98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Bridges of Königsberg</a:t>
            </a:r>
          </a:p>
        </p:txBody>
      </p:sp>
      <p:pic>
        <p:nvPicPr>
          <p:cNvPr id="4" name="Picture 2" descr="https://upload.wikimedia.org/wikipedia/commons/5/5d/Konigsberg_bridges.png">
            <a:extLst>
              <a:ext uri="{FF2B5EF4-FFF2-40B4-BE49-F238E27FC236}">
                <a16:creationId xmlns:a16="http://schemas.microsoft.com/office/drawing/2014/main" id="{A8C12AFF-58D0-5B6B-F8FF-96D962D9D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457" y="1690688"/>
            <a:ext cx="4185920" cy="329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eonhard Euler.jpg">
            <a:extLst>
              <a:ext uri="{FF2B5EF4-FFF2-40B4-BE49-F238E27FC236}">
                <a16:creationId xmlns:a16="http://schemas.microsoft.com/office/drawing/2014/main" id="{5DD9C68B-9223-098E-7187-8126F6843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949" y="365125"/>
            <a:ext cx="1478851" cy="192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47220EA-3D05-E37F-FF1D-9BD6DDFFD6F9}"/>
              </a:ext>
            </a:extLst>
          </p:cNvPr>
          <p:cNvGrpSpPr/>
          <p:nvPr/>
        </p:nvGrpSpPr>
        <p:grpSpPr>
          <a:xfrm>
            <a:off x="5043115" y="2386996"/>
            <a:ext cx="2211432" cy="2194544"/>
            <a:chOff x="2300659" y="2657586"/>
            <a:chExt cx="2211432" cy="2194544"/>
          </a:xfrm>
        </p:grpSpPr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37349FD3-902D-7687-FB3E-E28A41A2D12A}"/>
                </a:ext>
              </a:extLst>
            </p:cNvPr>
            <p:cNvCxnSpPr>
              <a:stCxn id="16" idx="1"/>
              <a:endCxn id="1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4CE7C5-B1FA-9723-DF09-121CB65E5A27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011CAB9-43E3-BD38-891D-26259E8C0DD0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685E0F-A76F-5A0D-CAD3-95FFD5428EA3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2E331A6-A840-9754-53D3-0FCD91B4F308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0" name="Straight Connector 31">
              <a:extLst>
                <a:ext uri="{FF2B5EF4-FFF2-40B4-BE49-F238E27FC236}">
                  <a16:creationId xmlns:a16="http://schemas.microsoft.com/office/drawing/2014/main" id="{1C5FD062-32C2-505F-B268-2F6699F2F7DA}"/>
                </a:ext>
              </a:extLst>
            </p:cNvPr>
            <p:cNvCxnSpPr>
              <a:stCxn id="16" idx="7"/>
              <a:endCxn id="1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1">
              <a:extLst>
                <a:ext uri="{FF2B5EF4-FFF2-40B4-BE49-F238E27FC236}">
                  <a16:creationId xmlns:a16="http://schemas.microsoft.com/office/drawing/2014/main" id="{DAA0BD9F-E53F-1C77-FE37-C0A2F6CA93D0}"/>
                </a:ext>
              </a:extLst>
            </p:cNvPr>
            <p:cNvCxnSpPr>
              <a:stCxn id="16" idx="2"/>
              <a:endCxn id="1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A42804B2-4AA2-0D7C-9743-C5EB47982E10}"/>
                </a:ext>
              </a:extLst>
            </p:cNvPr>
            <p:cNvCxnSpPr>
              <a:stCxn id="16" idx="4"/>
              <a:endCxn id="1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31">
              <a:extLst>
                <a:ext uri="{FF2B5EF4-FFF2-40B4-BE49-F238E27FC236}">
                  <a16:creationId xmlns:a16="http://schemas.microsoft.com/office/drawing/2014/main" id="{E8B3880D-B277-44DC-4643-FC182622C6A9}"/>
                </a:ext>
              </a:extLst>
            </p:cNvPr>
            <p:cNvCxnSpPr>
              <a:stCxn id="19" idx="4"/>
              <a:endCxn id="1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9B1E8552-70ED-38A6-77B6-1ADC1811B623}"/>
                </a:ext>
              </a:extLst>
            </p:cNvPr>
            <p:cNvCxnSpPr>
              <a:stCxn id="16" idx="6"/>
              <a:endCxn id="1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1">
              <a:extLst>
                <a:ext uri="{FF2B5EF4-FFF2-40B4-BE49-F238E27FC236}">
                  <a16:creationId xmlns:a16="http://schemas.microsoft.com/office/drawing/2014/main" id="{FC66A5C4-6062-55AB-A232-DF981CA75E7F}"/>
                </a:ext>
              </a:extLst>
            </p:cNvPr>
            <p:cNvCxnSpPr>
              <a:stCxn id="17" idx="6"/>
              <a:endCxn id="1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B93A463-01B3-868B-DAE2-760D66A109C3}"/>
              </a:ext>
            </a:extLst>
          </p:cNvPr>
          <p:cNvSpPr txBox="1"/>
          <p:nvPr/>
        </p:nvSpPr>
        <p:spPr>
          <a:xfrm>
            <a:off x="1222685" y="5512376"/>
            <a:ext cx="1038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Pregel</a:t>
            </a:r>
            <a:r>
              <a:rPr lang="en-US" sz="2400" dirty="0"/>
              <a:t> River runs through the city of </a:t>
            </a:r>
            <a:r>
              <a:rPr lang="en-US" sz="2400" dirty="0" err="1"/>
              <a:t>Koenigsberg</a:t>
            </a:r>
            <a:r>
              <a:rPr lang="en-US" sz="2400" dirty="0"/>
              <a:t>, creating 2 islands. Among these 2 islands and the 2 sides of the river, there are 7 bridges. Is there any path starting at one landmass which crosses each bridge exactly once?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E104B-9899-4757-5A74-39CEA7BC1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131" y="2603584"/>
            <a:ext cx="3181839" cy="29087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EB98DC-92A7-1EDB-89A0-459E20A397E8}"/>
                  </a:ext>
                </a:extLst>
              </p14:cNvPr>
              <p14:cNvContentPartPr/>
              <p14:nvPr/>
            </p14:nvContentPartPr>
            <p14:xfrm>
              <a:off x="3622680" y="747000"/>
              <a:ext cx="8127360" cy="4357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EB98DC-92A7-1EDB-89A0-459E20A397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3320" y="737640"/>
                <a:ext cx="8146080" cy="437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85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345B-EBAA-56CC-975E-F162FB4E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Path:</a:t>
                </a:r>
              </a:p>
              <a:p>
                <a:pPr lvl="1"/>
                <a:r>
                  <a:rPr lang="en-US" dirty="0"/>
                  <a:t>A sequence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such that for every consecutive pair are connected by an edge (i.e.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edge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path)</a:t>
                </a:r>
              </a:p>
              <a:p>
                <a:r>
                  <a:rPr lang="en-US" dirty="0"/>
                  <a:t>Euler Path:</a:t>
                </a:r>
              </a:p>
              <a:p>
                <a:pPr lvl="1"/>
                <a:r>
                  <a:rPr lang="en-US" dirty="0"/>
                  <a:t>A path such that every edge in the graph appears exactly once</a:t>
                </a:r>
              </a:p>
              <a:p>
                <a:pPr lvl="2"/>
                <a:r>
                  <a:rPr lang="en-US" dirty="0"/>
                  <a:t>If the graph is not simple then some pairs need to appear multiple times!</a:t>
                </a:r>
              </a:p>
              <a:p>
                <a:r>
                  <a:rPr lang="en-US" dirty="0"/>
                  <a:t>Euler path problem:</a:t>
                </a:r>
              </a:p>
              <a:p>
                <a:pPr lvl="1"/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9F5035F-AB17-5AB2-FECA-8639CB4D7D35}"/>
              </a:ext>
            </a:extLst>
          </p:cNvPr>
          <p:cNvGrpSpPr/>
          <p:nvPr/>
        </p:nvGrpSpPr>
        <p:grpSpPr>
          <a:xfrm>
            <a:off x="9076635" y="215114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C402C537-C190-308F-8C8D-02FABFFC7DB3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49F57C-DF0A-E08E-20AC-3C13F52ACC91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922BC69-1AB9-6000-F047-3CDF8FC3BDA4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4D002-4C6C-2B69-B8F0-8D4FD03FDFBC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C3C9D1-0601-89A2-BBAB-EAF8973FD46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18BB811-B16F-C80A-B656-3AAC408AC78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661F6920-06A9-D4A3-F2DA-3977BDFF6452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3873DE0A-0ED5-8B3C-3575-0D02566948D8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5AC37565-91BF-2439-5D80-530D7B3C47A7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5734518B-3B5B-7632-761B-5646C0235BBD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89C7BE86-B073-3921-2135-095DBFDD798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5536BD-5E37-FE49-7D9E-224B97D09012}"/>
              </a:ext>
            </a:extLst>
          </p:cNvPr>
          <p:cNvGrpSpPr/>
          <p:nvPr/>
        </p:nvGrpSpPr>
        <p:grpSpPr>
          <a:xfrm>
            <a:off x="6078656" y="255511"/>
            <a:ext cx="1902535" cy="1888006"/>
            <a:chOff x="2300659" y="2657586"/>
            <a:chExt cx="2211432" cy="2194544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61169B8B-F7E1-1453-5D88-7749A6B103DF}"/>
                </a:ext>
              </a:extLst>
            </p:cNvPr>
            <p:cNvCxnSpPr>
              <a:stCxn id="30" idx="1"/>
              <a:endCxn id="31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9356F9B-A896-8A33-E12E-614774A64F5C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CEBEC72-E416-0633-E16A-87334EC82D2F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AABD59-4ED1-4AC8-8291-FF0532702115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61C49F-FB80-CFE9-874F-A2753A9E2E0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5F3086AD-DB54-5D46-AC90-12922E194F4C}"/>
                </a:ext>
              </a:extLst>
            </p:cNvPr>
            <p:cNvCxnSpPr>
              <a:stCxn id="30" idx="2"/>
              <a:endCxn id="32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3FA0350-BA32-B7D7-A4A4-6694DFB342CB}"/>
                </a:ext>
              </a:extLst>
            </p:cNvPr>
            <p:cNvCxnSpPr>
              <a:stCxn id="33" idx="4"/>
              <a:endCxn id="32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0EC78CED-9457-6474-C123-61B695D035F3}"/>
                </a:ext>
              </a:extLst>
            </p:cNvPr>
            <p:cNvCxnSpPr>
              <a:stCxn id="30" idx="6"/>
              <a:endCxn id="33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2F68682C-E3DA-721C-8555-704F5E928A24}"/>
                </a:ext>
              </a:extLst>
            </p:cNvPr>
            <p:cNvCxnSpPr>
              <a:stCxn id="31" idx="6"/>
              <a:endCxn id="33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A20F9E9-B6F8-1B33-A54E-A300E839602A}"/>
                  </a:ext>
                </a:extLst>
              </p14:cNvPr>
              <p14:cNvContentPartPr/>
              <p14:nvPr/>
            </p14:nvContentPartPr>
            <p14:xfrm>
              <a:off x="5951520" y="232560"/>
              <a:ext cx="2053080" cy="1855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A20F9E9-B6F8-1B33-A54E-A300E83960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35680" y="169200"/>
                <a:ext cx="2084400" cy="19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58BC06-83E0-0C96-4AAD-70D61BC4699E}"/>
                  </a:ext>
                </a:extLst>
              </p14:cNvPr>
              <p14:cNvContentPartPr/>
              <p14:nvPr/>
            </p14:nvContentPartPr>
            <p14:xfrm>
              <a:off x="8649360" y="572400"/>
              <a:ext cx="1954440" cy="1479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258BC06-83E0-0C96-4AAD-70D61BC469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33520" y="509040"/>
                <a:ext cx="1985760" cy="16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28C66AF-DD14-AEC3-12C9-1A6E0F2846EB}"/>
                  </a:ext>
                </a:extLst>
              </p14:cNvPr>
              <p14:cNvContentPartPr/>
              <p14:nvPr/>
            </p14:nvContentPartPr>
            <p14:xfrm>
              <a:off x="8661600" y="596880"/>
              <a:ext cx="2326320" cy="1316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28C66AF-DD14-AEC3-12C9-1A6E0F2846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5760" y="533520"/>
                <a:ext cx="2357640" cy="14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2B34F04-3971-5ACC-C9BA-F55258A6485A}"/>
                  </a:ext>
                </a:extLst>
              </p14:cNvPr>
              <p14:cNvContentPartPr/>
              <p14:nvPr/>
            </p14:nvContentPartPr>
            <p14:xfrm>
              <a:off x="1247400" y="2577960"/>
              <a:ext cx="7906320" cy="2682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2B34F04-3971-5ACC-C9BA-F55258A648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8040" y="2568600"/>
                <a:ext cx="7925040" cy="270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66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3696-9663-4C88-8A45-C230375C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524E-DFA9-E84A-D40A-C95E8179B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of the graphs below have an Euler path?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1E6626-D84B-70F7-F3E6-2E3269D24061}"/>
              </a:ext>
            </a:extLst>
          </p:cNvPr>
          <p:cNvGrpSpPr/>
          <p:nvPr/>
        </p:nvGrpSpPr>
        <p:grpSpPr>
          <a:xfrm>
            <a:off x="687878" y="2861621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4B52B72C-BD32-D08D-648F-042151C04FC0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FBDFB3-BA6A-7501-343B-4EB7B7A75953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7B786F-DD92-C92C-D4CB-66B0E4AA0DB2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9E637E9-6060-CFD9-9204-9004C36C025B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23AD370-B8A3-F220-9993-E993C949F64C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C9619BE9-6BD2-BDC9-3B50-F4CD8E31356B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A31F4C12-4E92-76F9-CDF4-BC2A56F599E5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07F137FA-A9B5-C0CB-5365-7E14F7871361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AF2361F3-8ED4-279E-21B3-5861661D5AC4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C469F8A0-EA3F-3A37-FA54-1C6541C8303F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B31FC503-F507-8972-B12E-E47B58AAED43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307A9D-64B0-EBF1-1D68-87297E97E1D3}"/>
              </a:ext>
            </a:extLst>
          </p:cNvPr>
          <p:cNvGrpSpPr/>
          <p:nvPr/>
        </p:nvGrpSpPr>
        <p:grpSpPr>
          <a:xfrm>
            <a:off x="4371251" y="2814586"/>
            <a:ext cx="1902535" cy="1888006"/>
            <a:chOff x="2300659" y="2657586"/>
            <a:chExt cx="2211432" cy="2194544"/>
          </a:xfrm>
        </p:grpSpPr>
        <p:cxnSp>
          <p:nvCxnSpPr>
            <p:cNvPr id="17" name="Straight Connector 31">
              <a:extLst>
                <a:ext uri="{FF2B5EF4-FFF2-40B4-BE49-F238E27FC236}">
                  <a16:creationId xmlns:a16="http://schemas.microsoft.com/office/drawing/2014/main" id="{8C5D05FE-BCF8-9D67-B3F0-D52D1CA46FEA}"/>
                </a:ext>
              </a:extLst>
            </p:cNvPr>
            <p:cNvCxnSpPr>
              <a:stCxn id="18" idx="1"/>
              <a:endCxn id="19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52E792-AB0B-1DA9-C2AA-476BD137536B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27C18A1-9457-E912-A5E8-E6EAFACB8C57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D92697-B02C-2972-BABD-92A5B590BB51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F136F6-B099-6A05-EAD1-01A6F159402C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50C07178-0BBD-6C40-C2FE-1BB3F4862667}"/>
                </a:ext>
              </a:extLst>
            </p:cNvPr>
            <p:cNvCxnSpPr>
              <a:stCxn id="18" idx="2"/>
              <a:endCxn id="20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31">
              <a:extLst>
                <a:ext uri="{FF2B5EF4-FFF2-40B4-BE49-F238E27FC236}">
                  <a16:creationId xmlns:a16="http://schemas.microsoft.com/office/drawing/2014/main" id="{D9258FDE-A522-7743-6E14-071C8CD9A3F7}"/>
                </a:ext>
              </a:extLst>
            </p:cNvPr>
            <p:cNvCxnSpPr>
              <a:stCxn id="21" idx="4"/>
              <a:endCxn id="20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8D3D3646-FFCD-C1E6-A0DD-A1312878F7B3}"/>
                </a:ext>
              </a:extLst>
            </p:cNvPr>
            <p:cNvCxnSpPr>
              <a:stCxn id="18" idx="6"/>
              <a:endCxn id="21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1">
              <a:extLst>
                <a:ext uri="{FF2B5EF4-FFF2-40B4-BE49-F238E27FC236}">
                  <a16:creationId xmlns:a16="http://schemas.microsoft.com/office/drawing/2014/main" id="{DFA24B4F-DBC7-7C84-3B22-8B08A059CECE}"/>
                </a:ext>
              </a:extLst>
            </p:cNvPr>
            <p:cNvCxnSpPr>
              <a:stCxn id="19" idx="6"/>
              <a:endCxn id="21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B06A79B-E2A0-B931-B3CC-6192839E1FB7}"/>
              </a:ext>
            </a:extLst>
          </p:cNvPr>
          <p:cNvSpPr txBox="1"/>
          <p:nvPr/>
        </p:nvSpPr>
        <p:spPr>
          <a:xfrm>
            <a:off x="260284" y="5095522"/>
            <a:ext cx="2119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Euler path exists!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160167-8F33-684E-DD9F-2B5144C11443}"/>
                  </a:ext>
                </a:extLst>
              </p:cNvPr>
              <p:cNvSpPr txBox="1"/>
              <p:nvPr/>
            </p:nvSpPr>
            <p:spPr>
              <a:xfrm>
                <a:off x="2710781" y="4846769"/>
                <a:ext cx="47406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Euler path exists!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160167-8F33-684E-DD9F-2B5144C11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781" y="4846769"/>
                <a:ext cx="4740654" cy="646331"/>
              </a:xfrm>
              <a:prstGeom prst="rect">
                <a:avLst/>
              </a:prstGeom>
              <a:blipFill>
                <a:blip r:embed="rId2"/>
                <a:stretch>
                  <a:fillRect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AD3484D-0DA1-E36D-C820-3C7529595F03}"/>
              </a:ext>
            </a:extLst>
          </p:cNvPr>
          <p:cNvGrpSpPr/>
          <p:nvPr/>
        </p:nvGrpSpPr>
        <p:grpSpPr>
          <a:xfrm>
            <a:off x="8632102" y="2861621"/>
            <a:ext cx="2196780" cy="1573092"/>
            <a:chOff x="1491734" y="4591520"/>
            <a:chExt cx="2196780" cy="157309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8934E4-D133-D4FE-DFF7-055F2481BE2A}"/>
                </a:ext>
              </a:extLst>
            </p:cNvPr>
            <p:cNvSpPr/>
            <p:nvPr/>
          </p:nvSpPr>
          <p:spPr>
            <a:xfrm>
              <a:off x="1688957" y="5802250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F760B83-7489-AB12-8021-D976C9401C2B}"/>
                </a:ext>
              </a:extLst>
            </p:cNvPr>
            <p:cNvSpPr/>
            <p:nvPr/>
          </p:nvSpPr>
          <p:spPr>
            <a:xfrm>
              <a:off x="1491735" y="475910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9D869B8-C0EB-093D-D90D-35B41A6BAA3C}"/>
                </a:ext>
              </a:extLst>
            </p:cNvPr>
            <p:cNvSpPr/>
            <p:nvPr/>
          </p:nvSpPr>
          <p:spPr>
            <a:xfrm>
              <a:off x="3317765" y="582944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4F2CC38-120C-7C72-7151-96C917C85D11}"/>
                </a:ext>
              </a:extLst>
            </p:cNvPr>
            <p:cNvSpPr/>
            <p:nvPr/>
          </p:nvSpPr>
          <p:spPr>
            <a:xfrm>
              <a:off x="3353343" y="4591520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3" name="Straight Connector 31">
              <a:extLst>
                <a:ext uri="{FF2B5EF4-FFF2-40B4-BE49-F238E27FC236}">
                  <a16:creationId xmlns:a16="http://schemas.microsoft.com/office/drawing/2014/main" id="{7A2480E1-1CD3-8786-FCDE-478D9318C4A3}"/>
                </a:ext>
              </a:extLst>
            </p:cNvPr>
            <p:cNvCxnSpPr>
              <a:stCxn id="30" idx="2"/>
              <a:endCxn id="31" idx="3"/>
            </p:cNvCxnSpPr>
            <p:nvPr/>
          </p:nvCxnSpPr>
          <p:spPr>
            <a:xfrm rot="10800000" flipH="1" flipV="1">
              <a:off x="1491734" y="4926691"/>
              <a:ext cx="1875115" cy="1188835"/>
            </a:xfrm>
            <a:prstGeom prst="curvedConnector4">
              <a:avLst>
                <a:gd name="adj1" fmla="val -18917"/>
                <a:gd name="adj2" fmla="val 13927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1">
              <a:extLst>
                <a:ext uri="{FF2B5EF4-FFF2-40B4-BE49-F238E27FC236}">
                  <a16:creationId xmlns:a16="http://schemas.microsoft.com/office/drawing/2014/main" id="{FE4522B8-0339-9392-225F-7F8E3B255246}"/>
                </a:ext>
              </a:extLst>
            </p:cNvPr>
            <p:cNvCxnSpPr>
              <a:stCxn id="30" idx="6"/>
              <a:endCxn id="32" idx="2"/>
            </p:cNvCxnSpPr>
            <p:nvPr/>
          </p:nvCxnSpPr>
          <p:spPr>
            <a:xfrm flipV="1">
              <a:off x="1826906" y="4759106"/>
              <a:ext cx="1526437" cy="167586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C53A77EC-6658-1C01-BC64-8351559E06F7}"/>
                </a:ext>
              </a:extLst>
            </p:cNvPr>
            <p:cNvCxnSpPr>
              <a:stCxn id="30" idx="4"/>
              <a:endCxn id="29" idx="0"/>
            </p:cNvCxnSpPr>
            <p:nvPr/>
          </p:nvCxnSpPr>
          <p:spPr>
            <a:xfrm>
              <a:off x="1659321" y="5094277"/>
              <a:ext cx="197222" cy="707973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1">
              <a:extLst>
                <a:ext uri="{FF2B5EF4-FFF2-40B4-BE49-F238E27FC236}">
                  <a16:creationId xmlns:a16="http://schemas.microsoft.com/office/drawing/2014/main" id="{874F54AF-2B2F-4AF8-6B88-0B5B46EBA3E1}"/>
                </a:ext>
              </a:extLst>
            </p:cNvPr>
            <p:cNvCxnSpPr>
              <a:stCxn id="30" idx="5"/>
              <a:endCxn id="31" idx="1"/>
            </p:cNvCxnSpPr>
            <p:nvPr/>
          </p:nvCxnSpPr>
          <p:spPr>
            <a:xfrm>
              <a:off x="1777821" y="5045192"/>
              <a:ext cx="1589029" cy="833334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148A632C-297F-CA7D-7CBE-67360335C8F9}"/>
                </a:ext>
              </a:extLst>
            </p:cNvPr>
            <p:cNvCxnSpPr>
              <a:stCxn id="29" idx="7"/>
              <a:endCxn id="32" idx="3"/>
            </p:cNvCxnSpPr>
            <p:nvPr/>
          </p:nvCxnSpPr>
          <p:spPr>
            <a:xfrm flipV="1">
              <a:off x="1975043" y="4877606"/>
              <a:ext cx="1427385" cy="973729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E0835718-7179-5EB8-19D5-FCE6DC59E55F}"/>
                </a:ext>
              </a:extLst>
            </p:cNvPr>
            <p:cNvCxnSpPr>
              <a:stCxn id="29" idx="6"/>
              <a:endCxn id="31" idx="2"/>
            </p:cNvCxnSpPr>
            <p:nvPr/>
          </p:nvCxnSpPr>
          <p:spPr>
            <a:xfrm>
              <a:off x="2024128" y="5969836"/>
              <a:ext cx="1293637" cy="27191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BED3FAFD-9F58-8A2D-2DAA-41F906D8F227}"/>
                </a:ext>
              </a:extLst>
            </p:cNvPr>
            <p:cNvCxnSpPr>
              <a:stCxn id="32" idx="4"/>
              <a:endCxn id="31" idx="0"/>
            </p:cNvCxnSpPr>
            <p:nvPr/>
          </p:nvCxnSpPr>
          <p:spPr>
            <a:xfrm flipH="1">
              <a:off x="3485351" y="4926691"/>
              <a:ext cx="35578" cy="902750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D120CC-5BC4-19F4-B76C-64978943DB0C}"/>
                  </a:ext>
                </a:extLst>
              </p:cNvPr>
              <p:cNvSpPr txBox="1"/>
              <p:nvPr/>
            </p:nvSpPr>
            <p:spPr>
              <a:xfrm>
                <a:off x="7342376" y="5185525"/>
                <a:ext cx="47406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Euler path exists!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D120CC-5BC4-19F4-B76C-64978943D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376" y="5185525"/>
                <a:ext cx="4740654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BBA40A1-18B9-ABF1-D140-85B8BBEFF7AA}"/>
                  </a:ext>
                </a:extLst>
              </p14:cNvPr>
              <p14:cNvContentPartPr/>
              <p14:nvPr/>
            </p14:nvContentPartPr>
            <p14:xfrm>
              <a:off x="310320" y="5018040"/>
              <a:ext cx="2034360" cy="729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BBA40A1-18B9-ABF1-D140-85B8BBEFF7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4480" y="4954680"/>
                <a:ext cx="2065680" cy="8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9BD91A1-083C-0F00-800F-ED0795D8C77B}"/>
                  </a:ext>
                </a:extLst>
              </p14:cNvPr>
              <p14:cNvContentPartPr/>
              <p14:nvPr/>
            </p14:nvContentPartPr>
            <p14:xfrm>
              <a:off x="4175640" y="4721040"/>
              <a:ext cx="1960560" cy="9921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9BD91A1-083C-0F00-800F-ED0795D8C77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59800" y="4657680"/>
                <a:ext cx="1991880" cy="11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6676D7C-CFB5-AEA9-2EC8-498778886B29}"/>
                  </a:ext>
                </a:extLst>
              </p14:cNvPr>
              <p14:cNvContentPartPr/>
              <p14:nvPr/>
            </p14:nvContentPartPr>
            <p14:xfrm>
              <a:off x="8538840" y="4923000"/>
              <a:ext cx="2445840" cy="1127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6676D7C-CFB5-AEA9-2EC8-498778886B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23000" y="4859640"/>
                <a:ext cx="2477160" cy="12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6F934D2-8DE3-D594-5E1E-9E30D5ECA818}"/>
                  </a:ext>
                </a:extLst>
              </p14:cNvPr>
              <p14:cNvContentPartPr/>
              <p14:nvPr/>
            </p14:nvContentPartPr>
            <p14:xfrm>
              <a:off x="8163720" y="3061440"/>
              <a:ext cx="2658240" cy="19292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6F934D2-8DE3-D594-5E1E-9E30D5ECA8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47880" y="2998080"/>
                <a:ext cx="2689560" cy="20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094B614-C9D2-3DBF-66C9-77AF8F7442F8}"/>
                  </a:ext>
                </a:extLst>
              </p14:cNvPr>
              <p14:cNvContentPartPr/>
              <p14:nvPr/>
            </p14:nvContentPartPr>
            <p14:xfrm>
              <a:off x="3582720" y="2519640"/>
              <a:ext cx="3014640" cy="35578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094B614-C9D2-3DBF-66C9-77AF8F7442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66880" y="2456280"/>
                <a:ext cx="3045960" cy="36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CEEA798-6DA1-0216-AFD7-9E17B546522F}"/>
                  </a:ext>
                </a:extLst>
              </p14:cNvPr>
              <p14:cNvContentPartPr/>
              <p14:nvPr/>
            </p14:nvContentPartPr>
            <p14:xfrm>
              <a:off x="4430520" y="3220920"/>
              <a:ext cx="581040" cy="713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CEEA798-6DA1-0216-AFD7-9E17B546522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14680" y="3157560"/>
                <a:ext cx="612360" cy="84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6F56DC5-BA88-6EDF-7426-0DB8ED947824}"/>
                  </a:ext>
                </a:extLst>
              </p14:cNvPr>
              <p14:cNvContentPartPr/>
              <p14:nvPr/>
            </p14:nvContentPartPr>
            <p14:xfrm>
              <a:off x="5589000" y="3327840"/>
              <a:ext cx="768600" cy="11026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6F56DC5-BA88-6EDF-7426-0DB8ED9478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73160" y="3264480"/>
                <a:ext cx="799920" cy="12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A37AD83-0A07-ECE7-5B81-EBB65794E282}"/>
                  </a:ext>
                </a:extLst>
              </p14:cNvPr>
              <p14:cNvContentPartPr/>
              <p14:nvPr/>
            </p14:nvContentPartPr>
            <p14:xfrm>
              <a:off x="2341440" y="4619880"/>
              <a:ext cx="611640" cy="10292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A37AD83-0A07-ECE7-5B81-EBB65794E28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25600" y="4556520"/>
                <a:ext cx="642960" cy="11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25C311D-7A3A-86F2-4E84-7E5C9B5B1B61}"/>
                  </a:ext>
                </a:extLst>
              </p14:cNvPr>
              <p14:cNvContentPartPr/>
              <p14:nvPr/>
            </p14:nvContentPartPr>
            <p14:xfrm>
              <a:off x="2006280" y="3422880"/>
              <a:ext cx="1023480" cy="9860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25C311D-7A3A-86F2-4E84-7E5C9B5B1B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0440" y="3359520"/>
                <a:ext cx="1054800" cy="11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A61C112-A769-9475-B7AB-0CBF48138CE5}"/>
                  </a:ext>
                </a:extLst>
              </p14:cNvPr>
              <p14:cNvContentPartPr/>
              <p14:nvPr/>
            </p14:nvContentPartPr>
            <p14:xfrm>
              <a:off x="338040" y="4255560"/>
              <a:ext cx="863640" cy="716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A61C112-A769-9475-B7AB-0CBF48138CE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2200" y="4192200"/>
                <a:ext cx="89496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D573879-363B-432A-C695-818D85FF29DE}"/>
                  </a:ext>
                </a:extLst>
              </p14:cNvPr>
              <p14:cNvContentPartPr/>
              <p14:nvPr/>
            </p14:nvContentPartPr>
            <p14:xfrm>
              <a:off x="758880" y="3282120"/>
              <a:ext cx="900720" cy="900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D573879-363B-432A-C695-818D85FF29D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3040" y="3218760"/>
                <a:ext cx="932040" cy="10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223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DD05-5FA8-C6FE-F54B-83FE42DE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6E739-C9E6-5822-4CDE-AA3C8E9D8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has an Euler Path if and only if it is connected and has exactly 0 or 2 nodes with odd degree.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01FC5C-178D-EE43-076B-EF833BCEE34F}"/>
              </a:ext>
            </a:extLst>
          </p:cNvPr>
          <p:cNvGrpSpPr/>
          <p:nvPr/>
        </p:nvGrpSpPr>
        <p:grpSpPr>
          <a:xfrm>
            <a:off x="687878" y="2983541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A72E8C3B-2C37-9977-6DC7-6D4066443F40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8457B3C-93E5-C053-B717-7F98203271A3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810E173-6E07-BA0E-9359-39EB61924DF9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866C65-830E-D04D-3327-C7446FD45A6E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076C743-6D00-8C08-77E8-6B62B53B5045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3A95F67-1170-2F1B-65E5-EDB8B84EA43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4BF64191-FC88-CB75-7991-D2AA16B123EA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E29B7738-9A9B-2924-E593-AAD11BB37013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E526D2EC-E46D-9644-C4D9-43BE50B73A12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919B95C1-0CBF-2271-49CC-964787AB9F2F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9647CA4A-5215-F219-D4CB-02DD9063FC5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B21166-EC22-28BA-8B8E-6AF3A28AEA40}"/>
              </a:ext>
            </a:extLst>
          </p:cNvPr>
          <p:cNvGrpSpPr/>
          <p:nvPr/>
        </p:nvGrpSpPr>
        <p:grpSpPr>
          <a:xfrm>
            <a:off x="4371251" y="2936506"/>
            <a:ext cx="1902535" cy="1888006"/>
            <a:chOff x="2300659" y="2657586"/>
            <a:chExt cx="2211432" cy="2194544"/>
          </a:xfrm>
        </p:grpSpPr>
        <p:cxnSp>
          <p:nvCxnSpPr>
            <p:cNvPr id="17" name="Straight Connector 31">
              <a:extLst>
                <a:ext uri="{FF2B5EF4-FFF2-40B4-BE49-F238E27FC236}">
                  <a16:creationId xmlns:a16="http://schemas.microsoft.com/office/drawing/2014/main" id="{07FF3CDA-B68D-1BF0-E0FB-77FBF5894875}"/>
                </a:ext>
              </a:extLst>
            </p:cNvPr>
            <p:cNvCxnSpPr>
              <a:stCxn id="18" idx="1"/>
              <a:endCxn id="19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42B6993-B9AB-C686-A200-94D6D62D6759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79FE51E-3DE5-0A17-26F8-AF26FD28F182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69C9440-21EA-FEBA-BE8E-8D217E645B5B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95A040-AE5A-F36B-9F14-65F6ACE6278B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CAB0888C-9C44-36CB-4292-A664D2830492}"/>
                </a:ext>
              </a:extLst>
            </p:cNvPr>
            <p:cNvCxnSpPr>
              <a:stCxn id="18" idx="2"/>
              <a:endCxn id="20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31">
              <a:extLst>
                <a:ext uri="{FF2B5EF4-FFF2-40B4-BE49-F238E27FC236}">
                  <a16:creationId xmlns:a16="http://schemas.microsoft.com/office/drawing/2014/main" id="{ED86A94D-E49F-67BB-F089-6CE3E23CFE0E}"/>
                </a:ext>
              </a:extLst>
            </p:cNvPr>
            <p:cNvCxnSpPr>
              <a:stCxn id="21" idx="4"/>
              <a:endCxn id="20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E978B412-0A4D-50AB-1731-2DA15E31FFEB}"/>
                </a:ext>
              </a:extLst>
            </p:cNvPr>
            <p:cNvCxnSpPr>
              <a:stCxn id="18" idx="6"/>
              <a:endCxn id="21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1">
              <a:extLst>
                <a:ext uri="{FF2B5EF4-FFF2-40B4-BE49-F238E27FC236}">
                  <a16:creationId xmlns:a16="http://schemas.microsoft.com/office/drawing/2014/main" id="{9AB311F8-B36E-B230-2899-4A12611FF4EE}"/>
                </a:ext>
              </a:extLst>
            </p:cNvPr>
            <p:cNvCxnSpPr>
              <a:stCxn id="19" idx="6"/>
              <a:endCxn id="21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CD3386-36E1-7840-5A12-1E3423C57279}"/>
              </a:ext>
            </a:extLst>
          </p:cNvPr>
          <p:cNvGrpSpPr/>
          <p:nvPr/>
        </p:nvGrpSpPr>
        <p:grpSpPr>
          <a:xfrm>
            <a:off x="8632102" y="2983541"/>
            <a:ext cx="2196780" cy="1573092"/>
            <a:chOff x="1491734" y="4591520"/>
            <a:chExt cx="2196780" cy="157309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3A780CD-7D18-7455-DF5B-C937CE13C298}"/>
                </a:ext>
              </a:extLst>
            </p:cNvPr>
            <p:cNvSpPr/>
            <p:nvPr/>
          </p:nvSpPr>
          <p:spPr>
            <a:xfrm>
              <a:off x="1688957" y="5802250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304054D-0902-5A17-A254-3BD05B9C20AD}"/>
                </a:ext>
              </a:extLst>
            </p:cNvPr>
            <p:cNvSpPr/>
            <p:nvPr/>
          </p:nvSpPr>
          <p:spPr>
            <a:xfrm>
              <a:off x="1491735" y="475910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CE4AB6E-B781-03D1-CF34-ADC09D737121}"/>
                </a:ext>
              </a:extLst>
            </p:cNvPr>
            <p:cNvSpPr/>
            <p:nvPr/>
          </p:nvSpPr>
          <p:spPr>
            <a:xfrm>
              <a:off x="3317765" y="582944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186A7D6-7BF5-72A2-DDC2-2D946DC5EE86}"/>
                </a:ext>
              </a:extLst>
            </p:cNvPr>
            <p:cNvSpPr/>
            <p:nvPr/>
          </p:nvSpPr>
          <p:spPr>
            <a:xfrm>
              <a:off x="3353343" y="4591520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1" name="Straight Connector 31">
              <a:extLst>
                <a:ext uri="{FF2B5EF4-FFF2-40B4-BE49-F238E27FC236}">
                  <a16:creationId xmlns:a16="http://schemas.microsoft.com/office/drawing/2014/main" id="{660E2254-3A8D-400B-ACDB-7328D3A46B1A}"/>
                </a:ext>
              </a:extLst>
            </p:cNvPr>
            <p:cNvCxnSpPr>
              <a:stCxn id="28" idx="2"/>
              <a:endCxn id="29" idx="3"/>
            </p:cNvCxnSpPr>
            <p:nvPr/>
          </p:nvCxnSpPr>
          <p:spPr>
            <a:xfrm rot="10800000" flipH="1" flipV="1">
              <a:off x="1491734" y="4926691"/>
              <a:ext cx="1875115" cy="1188835"/>
            </a:xfrm>
            <a:prstGeom prst="curvedConnector4">
              <a:avLst>
                <a:gd name="adj1" fmla="val -18917"/>
                <a:gd name="adj2" fmla="val 13927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FDC3DB-6D96-8381-3187-F9A2F4779AF3}"/>
                </a:ext>
              </a:extLst>
            </p:cNvPr>
            <p:cNvCxnSpPr>
              <a:stCxn id="28" idx="6"/>
              <a:endCxn id="30" idx="2"/>
            </p:cNvCxnSpPr>
            <p:nvPr/>
          </p:nvCxnSpPr>
          <p:spPr>
            <a:xfrm flipV="1">
              <a:off x="1826906" y="4759106"/>
              <a:ext cx="1526437" cy="167586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1">
              <a:extLst>
                <a:ext uri="{FF2B5EF4-FFF2-40B4-BE49-F238E27FC236}">
                  <a16:creationId xmlns:a16="http://schemas.microsoft.com/office/drawing/2014/main" id="{AA0178BC-868A-F952-4E00-738F6016A14F}"/>
                </a:ext>
              </a:extLst>
            </p:cNvPr>
            <p:cNvCxnSpPr>
              <a:stCxn id="28" idx="4"/>
              <a:endCxn id="27" idx="0"/>
            </p:cNvCxnSpPr>
            <p:nvPr/>
          </p:nvCxnSpPr>
          <p:spPr>
            <a:xfrm>
              <a:off x="1659321" y="5094277"/>
              <a:ext cx="197222" cy="707973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1">
              <a:extLst>
                <a:ext uri="{FF2B5EF4-FFF2-40B4-BE49-F238E27FC236}">
                  <a16:creationId xmlns:a16="http://schemas.microsoft.com/office/drawing/2014/main" id="{E47E4D4D-F62D-01D3-20C9-1E908156B92D}"/>
                </a:ext>
              </a:extLst>
            </p:cNvPr>
            <p:cNvCxnSpPr>
              <a:stCxn id="28" idx="5"/>
              <a:endCxn id="29" idx="1"/>
            </p:cNvCxnSpPr>
            <p:nvPr/>
          </p:nvCxnSpPr>
          <p:spPr>
            <a:xfrm>
              <a:off x="1777821" y="5045192"/>
              <a:ext cx="1589029" cy="833334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791E664D-3C7F-6739-4050-434C048F732A}"/>
                </a:ext>
              </a:extLst>
            </p:cNvPr>
            <p:cNvCxnSpPr>
              <a:stCxn id="27" idx="7"/>
              <a:endCxn id="30" idx="3"/>
            </p:cNvCxnSpPr>
            <p:nvPr/>
          </p:nvCxnSpPr>
          <p:spPr>
            <a:xfrm flipV="1">
              <a:off x="1975043" y="4877606"/>
              <a:ext cx="1427385" cy="973729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1">
              <a:extLst>
                <a:ext uri="{FF2B5EF4-FFF2-40B4-BE49-F238E27FC236}">
                  <a16:creationId xmlns:a16="http://schemas.microsoft.com/office/drawing/2014/main" id="{7713037B-C129-F9BB-F787-97D6D259589C}"/>
                </a:ext>
              </a:extLst>
            </p:cNvPr>
            <p:cNvCxnSpPr>
              <a:stCxn id="27" idx="6"/>
              <a:endCxn id="29" idx="2"/>
            </p:cNvCxnSpPr>
            <p:nvPr/>
          </p:nvCxnSpPr>
          <p:spPr>
            <a:xfrm>
              <a:off x="2024128" y="5969836"/>
              <a:ext cx="1293637" cy="27191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4BF3E1F-5146-DAF5-E4B3-A5A89D5E8EF3}"/>
                </a:ext>
              </a:extLst>
            </p:cNvPr>
            <p:cNvCxnSpPr>
              <a:stCxn id="30" idx="4"/>
              <a:endCxn id="29" idx="0"/>
            </p:cNvCxnSpPr>
            <p:nvPr/>
          </p:nvCxnSpPr>
          <p:spPr>
            <a:xfrm flipH="1">
              <a:off x="3485351" y="4926691"/>
              <a:ext cx="35578" cy="902750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19C78B4-9D8E-526A-8385-9FFC1702799E}"/>
                  </a:ext>
                </a:extLst>
              </p14:cNvPr>
              <p14:cNvContentPartPr/>
              <p14:nvPr/>
            </p14:nvContentPartPr>
            <p14:xfrm>
              <a:off x="924840" y="1726920"/>
              <a:ext cx="8142840" cy="10350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19C78B4-9D8E-526A-8385-9FFC170279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5480" y="1717560"/>
                <a:ext cx="8161560" cy="10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799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FF1F-27C9-57FE-DBC9-D0D599DB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the 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306FAE-49DE-9965-16D4-22BF1FE4CE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Algorithm:</a:t>
                </a:r>
              </a:p>
              <a:p>
                <a:pPr lvl="1"/>
                <a:r>
                  <a:rPr lang="en-US" dirty="0"/>
                  <a:t>Check if the graph is connected</a:t>
                </a:r>
              </a:p>
              <a:p>
                <a:pPr lvl="1"/>
                <a:r>
                  <a:rPr lang="en-US" dirty="0"/>
                  <a:t>Check the degree of each node</a:t>
                </a:r>
              </a:p>
              <a:p>
                <a:pPr lvl="1"/>
                <a:r>
                  <a:rPr lang="en-US" dirty="0"/>
                  <a:t>If the number of nodes with odd degree is 0 or 2, return true</a:t>
                </a:r>
              </a:p>
              <a:p>
                <a:pPr lvl="1"/>
                <a:r>
                  <a:rPr lang="en-US" dirty="0"/>
                  <a:t>Otherwise return false</a:t>
                </a:r>
              </a:p>
              <a:p>
                <a:r>
                  <a:rPr lang="en-US" dirty="0"/>
                  <a:t>Running time?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306FAE-49DE-9965-16D4-22BF1FE4C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C4F739-C194-A371-7BCC-08BF54F66100}"/>
                  </a:ext>
                </a:extLst>
              </p14:cNvPr>
              <p14:cNvContentPartPr/>
              <p14:nvPr/>
            </p14:nvContentPartPr>
            <p14:xfrm>
              <a:off x="1474920" y="2176920"/>
              <a:ext cx="9298080" cy="361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C4F739-C194-A371-7BCC-08BF54F661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5560" y="2167560"/>
                <a:ext cx="9316800" cy="36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6628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6D58-44B6-D538-10FD-C3FCC54B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Seemingly Similar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Hamiltonian Path:</a:t>
                </a:r>
              </a:p>
              <a:p>
                <a:pPr lvl="1"/>
                <a:r>
                  <a:rPr lang="en-US" dirty="0"/>
                  <a:t>A path that includes every node in the graph exactly once</a:t>
                </a:r>
              </a:p>
              <a:p>
                <a:r>
                  <a:rPr lang="en-US" dirty="0"/>
                  <a:t>Hamiltonian Path Problem: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that graph have a Hamiltonian Path?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D8A630-43CD-7610-70E4-8BD854FC356F}"/>
              </a:ext>
            </a:extLst>
          </p:cNvPr>
          <p:cNvGrpSpPr/>
          <p:nvPr/>
        </p:nvGrpSpPr>
        <p:grpSpPr>
          <a:xfrm>
            <a:off x="2653211" y="3775899"/>
            <a:ext cx="6583250" cy="2918001"/>
            <a:chOff x="1931018" y="3462667"/>
            <a:chExt cx="6583250" cy="291800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0BBED7-1BDE-181F-1891-23716F499E92}"/>
                </a:ext>
              </a:extLst>
            </p:cNvPr>
            <p:cNvCxnSpPr>
              <a:stCxn id="6" idx="7"/>
              <a:endCxn id="13" idx="2"/>
            </p:cNvCxnSpPr>
            <p:nvPr/>
          </p:nvCxnSpPr>
          <p:spPr>
            <a:xfrm flipV="1">
              <a:off x="2369120" y="3719301"/>
              <a:ext cx="1593280" cy="9030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ACF018F-DFA0-8834-DDD5-2289E8D4638F}"/>
                </a:ext>
              </a:extLst>
            </p:cNvPr>
            <p:cNvSpPr/>
            <p:nvPr/>
          </p:nvSpPr>
          <p:spPr>
            <a:xfrm>
              <a:off x="1931018" y="4547141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8C5049-82EF-1BCE-74DA-F1315FF4FC9B}"/>
                </a:ext>
              </a:extLst>
            </p:cNvPr>
            <p:cNvSpPr/>
            <p:nvPr/>
          </p:nvSpPr>
          <p:spPr>
            <a:xfrm>
              <a:off x="2241704" y="586740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1717E-AE97-E58E-B460-A5F37284BE8C}"/>
                </a:ext>
              </a:extLst>
            </p:cNvPr>
            <p:cNvSpPr/>
            <p:nvPr/>
          </p:nvSpPr>
          <p:spPr>
            <a:xfrm>
              <a:off x="6105339" y="551341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41E82D-B4CE-C0E0-01D6-341113AA66FD}"/>
                </a:ext>
              </a:extLst>
            </p:cNvPr>
            <p:cNvSpPr/>
            <p:nvPr/>
          </p:nvSpPr>
          <p:spPr>
            <a:xfrm>
              <a:off x="8001000" y="526097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3799E7-388A-DB69-AF41-C20993004D91}"/>
                </a:ext>
              </a:extLst>
            </p:cNvPr>
            <p:cNvSpPr/>
            <p:nvPr/>
          </p:nvSpPr>
          <p:spPr>
            <a:xfrm>
              <a:off x="7315200" y="355115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AB8753-9AE9-F155-6D7F-668B6F0A42DE}"/>
                </a:ext>
              </a:extLst>
            </p:cNvPr>
            <p:cNvSpPr/>
            <p:nvPr/>
          </p:nvSpPr>
          <p:spPr>
            <a:xfrm>
              <a:off x="5867400" y="44910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633ACC-60D3-1C8B-45C3-AC6EBAD23B25}"/>
                </a:ext>
              </a:extLst>
            </p:cNvPr>
            <p:cNvSpPr/>
            <p:nvPr/>
          </p:nvSpPr>
          <p:spPr>
            <a:xfrm>
              <a:off x="3862036" y="444290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218345-3EC7-E1CF-C962-D16A36304650}"/>
                </a:ext>
              </a:extLst>
            </p:cNvPr>
            <p:cNvSpPr/>
            <p:nvPr/>
          </p:nvSpPr>
          <p:spPr>
            <a:xfrm>
              <a:off x="3962400" y="346266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C9939F-4E45-819B-E503-E17C1F226296}"/>
                </a:ext>
              </a:extLst>
            </p:cNvPr>
            <p:cNvCxnSpPr>
              <a:stCxn id="12" idx="0"/>
              <a:endCxn id="13" idx="4"/>
            </p:cNvCxnSpPr>
            <p:nvPr/>
          </p:nvCxnSpPr>
          <p:spPr>
            <a:xfrm flipV="1">
              <a:off x="4118670" y="3975935"/>
              <a:ext cx="100364" cy="46697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354A0F3-06C2-7D8B-7643-8E15DA7CFD63}"/>
                </a:ext>
              </a:extLst>
            </p:cNvPr>
            <p:cNvCxnSpPr>
              <a:stCxn id="12" idx="6"/>
              <a:endCxn id="11" idx="2"/>
            </p:cNvCxnSpPr>
            <p:nvPr/>
          </p:nvCxnSpPr>
          <p:spPr>
            <a:xfrm>
              <a:off x="4375304" y="4699541"/>
              <a:ext cx="1492096" cy="48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0DEA97-1361-9C15-2FDA-CF0718DD481B}"/>
                </a:ext>
              </a:extLst>
            </p:cNvPr>
            <p:cNvCxnSpPr>
              <a:stCxn id="10" idx="3"/>
              <a:endCxn id="11" idx="7"/>
            </p:cNvCxnSpPr>
            <p:nvPr/>
          </p:nvCxnSpPr>
          <p:spPr>
            <a:xfrm flipH="1">
              <a:off x="6305502" y="3989259"/>
              <a:ext cx="1084864" cy="57698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4522E44-17A8-AA87-5A1A-585783746079}"/>
                </a:ext>
              </a:extLst>
            </p:cNvPr>
            <p:cNvCxnSpPr>
              <a:stCxn id="10" idx="5"/>
              <a:endCxn id="9" idx="0"/>
            </p:cNvCxnSpPr>
            <p:nvPr/>
          </p:nvCxnSpPr>
          <p:spPr>
            <a:xfrm>
              <a:off x="7753302" y="3989259"/>
              <a:ext cx="504332" cy="127171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5688FE9-1B5B-3D83-8ED4-F0B54F2207AD}"/>
                </a:ext>
              </a:extLst>
            </p:cNvPr>
            <p:cNvCxnSpPr>
              <a:stCxn id="9" idx="2"/>
              <a:endCxn id="8" idx="6"/>
            </p:cNvCxnSpPr>
            <p:nvPr/>
          </p:nvCxnSpPr>
          <p:spPr>
            <a:xfrm flipH="1">
              <a:off x="6618607" y="5517609"/>
              <a:ext cx="1382393" cy="2524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FCC224D-25C9-AD5F-1F89-94B0DC40BBE0}"/>
                </a:ext>
              </a:extLst>
            </p:cNvPr>
            <p:cNvCxnSpPr>
              <a:stCxn id="8" idx="2"/>
              <a:endCxn id="7" idx="6"/>
            </p:cNvCxnSpPr>
            <p:nvPr/>
          </p:nvCxnSpPr>
          <p:spPr>
            <a:xfrm flipH="1">
              <a:off x="2754972" y="5770044"/>
              <a:ext cx="3350367" cy="3539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50BD48E-631A-9E9D-CA20-27B64F24DF6A}"/>
                </a:ext>
              </a:extLst>
            </p:cNvPr>
            <p:cNvCxnSpPr>
              <a:stCxn id="7" idx="0"/>
              <a:endCxn id="6" idx="4"/>
            </p:cNvCxnSpPr>
            <p:nvPr/>
          </p:nvCxnSpPr>
          <p:spPr>
            <a:xfrm flipH="1" flipV="1">
              <a:off x="2187652" y="5060409"/>
              <a:ext cx="310686" cy="80699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D80C8D-3431-51AF-4019-D8385D0E924C}"/>
                </a:ext>
              </a:extLst>
            </p:cNvPr>
            <p:cNvCxnSpPr>
              <a:stCxn id="12" idx="2"/>
              <a:endCxn id="6" idx="6"/>
            </p:cNvCxnSpPr>
            <p:nvPr/>
          </p:nvCxnSpPr>
          <p:spPr>
            <a:xfrm flipH="1">
              <a:off x="2444286" y="4699541"/>
              <a:ext cx="1417750" cy="1042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D58390F-2323-1BC3-4E5E-5239061AF6B9}"/>
                </a:ext>
              </a:extLst>
            </p:cNvPr>
            <p:cNvCxnSpPr>
              <a:stCxn id="12" idx="3"/>
              <a:endCxn id="7" idx="7"/>
            </p:cNvCxnSpPr>
            <p:nvPr/>
          </p:nvCxnSpPr>
          <p:spPr>
            <a:xfrm flipH="1">
              <a:off x="2679806" y="4881009"/>
              <a:ext cx="1257396" cy="10615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03B5A7-E497-66B7-9DCF-D69BF1F0970A}"/>
                </a:ext>
              </a:extLst>
            </p:cNvPr>
            <p:cNvCxnSpPr>
              <a:stCxn id="12" idx="7"/>
              <a:endCxn id="10" idx="2"/>
            </p:cNvCxnSpPr>
            <p:nvPr/>
          </p:nvCxnSpPr>
          <p:spPr>
            <a:xfrm flipV="1">
              <a:off x="4300138" y="3807791"/>
              <a:ext cx="3015062" cy="71028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5C7ACF-065F-F2E9-A3EF-8EA3E9A1E2D5}"/>
                </a:ext>
              </a:extLst>
            </p:cNvPr>
            <p:cNvCxnSpPr>
              <a:stCxn id="13" idx="6"/>
              <a:endCxn id="11" idx="1"/>
            </p:cNvCxnSpPr>
            <p:nvPr/>
          </p:nvCxnSpPr>
          <p:spPr>
            <a:xfrm>
              <a:off x="4475668" y="3719301"/>
              <a:ext cx="1466898" cy="84693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5E937A-5865-1A25-7FFF-43C0B86486BA}"/>
                </a:ext>
              </a:extLst>
            </p:cNvPr>
            <p:cNvCxnSpPr>
              <a:stCxn id="8" idx="0"/>
              <a:endCxn id="11" idx="4"/>
            </p:cNvCxnSpPr>
            <p:nvPr/>
          </p:nvCxnSpPr>
          <p:spPr>
            <a:xfrm flipH="1" flipV="1">
              <a:off x="6124034" y="5004341"/>
              <a:ext cx="237939" cy="50906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/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True!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91D7A05-8DBC-882F-EBD6-D2401A3A294A}"/>
                  </a:ext>
                </a:extLst>
              </p14:cNvPr>
              <p14:cNvContentPartPr/>
              <p14:nvPr/>
            </p14:nvContentPartPr>
            <p14:xfrm>
              <a:off x="1020240" y="596880"/>
              <a:ext cx="9442080" cy="5566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91D7A05-8DBC-882F-EBD6-D2401A3A29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0880" y="587520"/>
                <a:ext cx="9460800" cy="558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999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9C3-CA64-54CC-E56D-4A97AC15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the Hamiltonian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DF8DC-45CC-A15B-5A96-813251422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Option 1:</a:t>
                </a:r>
              </a:p>
              <a:p>
                <a:pPr lvl="1"/>
                <a:r>
                  <a:rPr lang="en-US" dirty="0"/>
                  <a:t>Explore all possible simple paths through the graph</a:t>
                </a:r>
              </a:p>
              <a:p>
                <a:pPr lvl="1"/>
                <a:r>
                  <a:rPr lang="en-US" dirty="0"/>
                  <a:t>Check to see if any of those are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Option 2:</a:t>
                </a:r>
              </a:p>
              <a:p>
                <a:pPr lvl="1"/>
                <a:r>
                  <a:rPr lang="en-US" dirty="0"/>
                  <a:t>Write down every sequence of nodes</a:t>
                </a:r>
              </a:p>
              <a:p>
                <a:pPr lvl="1"/>
                <a:r>
                  <a:rPr lang="en-US" dirty="0"/>
                  <a:t>Check to see if any of those are a path</a:t>
                </a:r>
              </a:p>
              <a:p>
                <a:r>
                  <a:rPr lang="en-US" dirty="0"/>
                  <a:t>Both options are examples of an </a:t>
                </a:r>
                <a:r>
                  <a:rPr lang="en-US" b="1" dirty="0"/>
                  <a:t>Exhaustive Search (“Brute Force”) algorithm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DF8DC-45CC-A15B-5A96-813251422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6C599A-335D-13C3-A564-276A64258417}"/>
                  </a:ext>
                </a:extLst>
              </p14:cNvPr>
              <p14:cNvContentPartPr/>
              <p14:nvPr/>
            </p14:nvContentPartPr>
            <p14:xfrm>
              <a:off x="1155240" y="2556360"/>
              <a:ext cx="9405720" cy="2523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6C599A-335D-13C3-A564-276A642584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5880" y="2547000"/>
                <a:ext cx="9424440" cy="254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9462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C929-4369-F432-66E2-F349DDF4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List all sequences, look for a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permutations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⋅…⋅2⋅1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 compare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Exponential running time!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DC0790-4399-E394-BEDC-DEB703AB0AC9}"/>
                  </a:ext>
                </a:extLst>
              </p14:cNvPr>
              <p14:cNvContentPartPr/>
              <p14:nvPr/>
            </p14:nvContentPartPr>
            <p14:xfrm>
              <a:off x="1397880" y="1414440"/>
              <a:ext cx="9077040" cy="3383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DC0790-4399-E394-BEDC-DEB703AB0A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8520" y="1405080"/>
                <a:ext cx="9095760" cy="340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107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7DC929-4369-F432-66E2-F349DDF4EB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Option 1: Explore all simple paths, check for one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7DC929-4369-F432-66E2-F349DDF4E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paths</a:t>
                </a:r>
              </a:p>
              <a:p>
                <a:pPr lvl="2"/>
                <a:r>
                  <a:rPr lang="en-US" b="0" dirty="0"/>
                  <a:t>Pick a first node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Pick a neighbor (up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Pick a neighbor (up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…. Repeat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 total times</a:t>
                </a:r>
              </a:p>
              <a:p>
                <a:pPr lvl="2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b="0" dirty="0"/>
                  <a:t> paths</a:t>
                </a:r>
              </a:p>
              <a:p>
                <a:pPr lvl="1"/>
                <a:r>
                  <a:rPr lang="en-US" dirty="0"/>
                  <a:t>Exponential running time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49F9A7-8DEE-4155-1F21-A18C0B88EDBF}"/>
              </a:ext>
            </a:extLst>
          </p:cNvPr>
          <p:cNvSpPr/>
          <p:nvPr/>
        </p:nvSpPr>
        <p:spPr>
          <a:xfrm>
            <a:off x="8333395" y="3314528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3BAA4A-012A-4C5A-0A91-962CDF057290}"/>
              </a:ext>
            </a:extLst>
          </p:cNvPr>
          <p:cNvSpPr/>
          <p:nvPr/>
        </p:nvSpPr>
        <p:spPr>
          <a:xfrm>
            <a:off x="8333395" y="1957381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2988E6-F31B-73A1-7A09-FC5F9B268A4F}"/>
              </a:ext>
            </a:extLst>
          </p:cNvPr>
          <p:cNvSpPr/>
          <p:nvPr/>
        </p:nvSpPr>
        <p:spPr>
          <a:xfrm>
            <a:off x="10341310" y="3314528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2ED6F9-F0F7-191C-0BD4-2015771B907A}"/>
              </a:ext>
            </a:extLst>
          </p:cNvPr>
          <p:cNvSpPr/>
          <p:nvPr/>
        </p:nvSpPr>
        <p:spPr>
          <a:xfrm>
            <a:off x="10341311" y="1957381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C5193740-B829-D480-D060-43C4FDED80CC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rot="10800000" flipH="1" flipV="1">
            <a:off x="8333395" y="2124966"/>
            <a:ext cx="2057000" cy="1475647"/>
          </a:xfrm>
          <a:prstGeom prst="curvedConnector4">
            <a:avLst>
              <a:gd name="adj1" fmla="val -22967"/>
              <a:gd name="adj2" fmla="val 147047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2BEAAD66-553C-07E5-652C-2B2FAADDFCE2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8668566" y="2124967"/>
            <a:ext cx="1672745" cy="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21EBF89E-5526-2E94-6EAD-1A8B09867BB9}"/>
              </a:ext>
            </a:extLst>
          </p:cNvPr>
          <p:cNvCxnSpPr>
            <a:stCxn id="6" idx="4"/>
            <a:endCxn id="5" idx="0"/>
          </p:cNvCxnSpPr>
          <p:nvPr/>
        </p:nvCxnSpPr>
        <p:spPr>
          <a:xfrm>
            <a:off x="8500981" y="2292552"/>
            <a:ext cx="0" cy="102197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9C7AE517-3EDD-AF24-5ADB-919FB28603D8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8668566" y="3482114"/>
            <a:ext cx="1672744" cy="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176D5241-90AA-605B-03E4-5AFEBD1F3871}"/>
              </a:ext>
            </a:extLst>
          </p:cNvPr>
          <p:cNvCxnSpPr>
            <a:stCxn id="8" idx="4"/>
            <a:endCxn id="7" idx="0"/>
          </p:cNvCxnSpPr>
          <p:nvPr/>
        </p:nvCxnSpPr>
        <p:spPr>
          <a:xfrm flipH="1">
            <a:off x="10508896" y="2292552"/>
            <a:ext cx="1" cy="102197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262EBC7-DAE2-6CA5-BE42-448566250D12}"/>
              </a:ext>
            </a:extLst>
          </p:cNvPr>
          <p:cNvSpPr/>
          <p:nvPr/>
        </p:nvSpPr>
        <p:spPr>
          <a:xfrm>
            <a:off x="9413995" y="2594969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927F6F51-D4A8-EFD9-DF04-4DAC1EC879B5}"/>
              </a:ext>
            </a:extLst>
          </p:cNvPr>
          <p:cNvCxnSpPr>
            <a:cxnSpLocks/>
            <a:stCxn id="6" idx="5"/>
            <a:endCxn id="16" idx="1"/>
          </p:cNvCxnSpPr>
          <p:nvPr/>
        </p:nvCxnSpPr>
        <p:spPr>
          <a:xfrm>
            <a:off x="8619481" y="2243467"/>
            <a:ext cx="843599" cy="40058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1">
            <a:extLst>
              <a:ext uri="{FF2B5EF4-FFF2-40B4-BE49-F238E27FC236}">
                <a16:creationId xmlns:a16="http://schemas.microsoft.com/office/drawing/2014/main" id="{B6A768BA-2DD2-0A0A-F134-D3979EB250A8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9700081" y="2243467"/>
            <a:ext cx="690315" cy="40058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1">
            <a:extLst>
              <a:ext uri="{FF2B5EF4-FFF2-40B4-BE49-F238E27FC236}">
                <a16:creationId xmlns:a16="http://schemas.microsoft.com/office/drawing/2014/main" id="{A35F56F4-B915-10DF-6B9A-950DA11B8296}"/>
              </a:ext>
            </a:extLst>
          </p:cNvPr>
          <p:cNvCxnSpPr>
            <a:cxnSpLocks/>
            <a:stCxn id="5" idx="7"/>
            <a:endCxn id="16" idx="3"/>
          </p:cNvCxnSpPr>
          <p:nvPr/>
        </p:nvCxnSpPr>
        <p:spPr>
          <a:xfrm flipV="1">
            <a:off x="8619481" y="2881055"/>
            <a:ext cx="843599" cy="48255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15B8247C-A95D-9C84-601B-D392E6BC27F1}"/>
              </a:ext>
            </a:extLst>
          </p:cNvPr>
          <p:cNvCxnSpPr>
            <a:cxnSpLocks/>
            <a:stCxn id="16" idx="5"/>
            <a:endCxn id="7" idx="1"/>
          </p:cNvCxnSpPr>
          <p:nvPr/>
        </p:nvCxnSpPr>
        <p:spPr>
          <a:xfrm>
            <a:off x="9700081" y="2881055"/>
            <a:ext cx="690314" cy="48255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1">
            <a:extLst>
              <a:ext uri="{FF2B5EF4-FFF2-40B4-BE49-F238E27FC236}">
                <a16:creationId xmlns:a16="http://schemas.microsoft.com/office/drawing/2014/main" id="{CC2CD196-A606-4B8F-3978-BEF67043E262}"/>
              </a:ext>
            </a:extLst>
          </p:cNvPr>
          <p:cNvCxnSpPr>
            <a:cxnSpLocks/>
            <a:stCxn id="8" idx="6"/>
            <a:endCxn id="5" idx="4"/>
          </p:cNvCxnSpPr>
          <p:nvPr/>
        </p:nvCxnSpPr>
        <p:spPr>
          <a:xfrm flipH="1">
            <a:off x="8500981" y="2124967"/>
            <a:ext cx="2175501" cy="1524732"/>
          </a:xfrm>
          <a:prstGeom prst="curvedConnector4">
            <a:avLst>
              <a:gd name="adj1" fmla="val -28722"/>
              <a:gd name="adj2" fmla="val 14831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5799E7-C046-A2E0-D527-073859F50357}"/>
                  </a:ext>
                </a:extLst>
              </p14:cNvPr>
              <p14:cNvContentPartPr/>
              <p14:nvPr/>
            </p14:nvContentPartPr>
            <p14:xfrm>
              <a:off x="2799000" y="1212480"/>
              <a:ext cx="8253360" cy="354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5799E7-C046-A2E0-D527-073859F503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9640" y="1203120"/>
                <a:ext cx="8272080" cy="35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26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95-8803-F548-902A-C791AB8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 Complexity Class is a set of problems (e.g. sorting, Euler path, Hamiltonian path)</a:t>
                </a:r>
              </a:p>
              <a:p>
                <a:pPr lvl="1"/>
                <a:r>
                  <a:rPr lang="en-US" dirty="0"/>
                  <a:t>The problems included in a complexity class are those whose most efficient algorithm has a specific upper bound on its running time (or memory use, or…)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Finding the minimum of a list, finding the maximum of a list, </a:t>
                </a:r>
                <a:r>
                  <a:rPr lang="en-US" dirty="0" err="1"/>
                  <a:t>buildheap</a:t>
                </a:r>
                <a:r>
                  <a:rPr lang="en-US" dirty="0"/>
                  <a:t>, summing a list, etc.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everything above as well as sorting, Euler path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Contains: everything we’ve seen in this class so far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6052F1-6277-CED6-2FAB-61D373AA4950}"/>
                  </a:ext>
                </a:extLst>
              </p14:cNvPr>
              <p14:cNvContentPartPr/>
              <p14:nvPr/>
            </p14:nvContentPartPr>
            <p14:xfrm>
              <a:off x="614520" y="603000"/>
              <a:ext cx="10739160" cy="5367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6052F1-6277-CED6-2FAB-61D373AA49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160" y="593640"/>
                <a:ext cx="10757880" cy="538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605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3049-9A36-4872-6DE7-2BA54924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explore what problems are and are not tractable, we give some complexity classes special names:</a:t>
                </a:r>
              </a:p>
              <a:p>
                <a:r>
                  <a:rPr lang="en-US" b="0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“Polynomial”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“Tractable”</a:t>
                </a:r>
              </a:p>
              <a:p>
                <a:r>
                  <a:rPr lang="en-US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“Exponential”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“Intractable”</a:t>
                </a:r>
              </a:p>
              <a:p>
                <a:pPr lvl="2"/>
                <a:r>
                  <a:rPr lang="en-US" dirty="0"/>
                  <a:t>Disclaimer: Really it’s all problems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there are problems which do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, but we’re not going to worry about those in this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D466AF-D43C-AF29-CC1A-FA59BC093B8A}"/>
                  </a:ext>
                </a:extLst>
              </p14:cNvPr>
              <p14:cNvContentPartPr/>
              <p14:nvPr/>
            </p14:nvContentPartPr>
            <p14:xfrm>
              <a:off x="3293640" y="2394000"/>
              <a:ext cx="6938280" cy="2406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D466AF-D43C-AF29-CC1A-FA59BC093B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4280" y="2384640"/>
                <a:ext cx="6957000" cy="242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70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3471477" y="5383014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7337357" y="4032547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50021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𝐸𝑋𝑃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Every problem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also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The intractable ones are the problems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but NOT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blipFill>
                <a:blip r:embed="rId5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05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E63B7-26A8-E554-2435-7EE8062A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CD1BFD-574C-E5F5-667A-A8E28277AD99}"/>
              </a:ext>
            </a:extLst>
          </p:cNvPr>
          <p:cNvSpPr/>
          <p:nvPr/>
        </p:nvSpPr>
        <p:spPr>
          <a:xfrm>
            <a:off x="261106" y="2732548"/>
            <a:ext cx="4998720" cy="2555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2096823" y="4645922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3809894" y="6098815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Some of the problems we’ve listed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could also be members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Since membership is determined by a problem’s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most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efficient algorithm, knowing if a problem belongs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requires knowing the best algorithm possible!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blipFill>
                <a:blip r:embed="rId3"/>
                <a:stretch>
                  <a:fillRect t="-2247" r="-26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/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629A71-AB01-83C3-B166-62581ECB1099}"/>
              </a:ext>
            </a:extLst>
          </p:cNvPr>
          <p:cNvSpPr txBox="1"/>
          <p:nvPr/>
        </p:nvSpPr>
        <p:spPr>
          <a:xfrm>
            <a:off x="1102278" y="2952357"/>
            <a:ext cx="43211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Sorting</a:t>
            </a:r>
          </a:p>
          <a:p>
            <a:pPr algn="ctr"/>
            <a:r>
              <a:rPr lang="en-US" sz="2800" dirty="0"/>
              <a:t>Shortest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Euler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7214B-E7A6-DCFB-5A0B-3874A9D2C550}"/>
              </a:ext>
            </a:extLst>
          </p:cNvPr>
          <p:cNvSpPr txBox="1"/>
          <p:nvPr/>
        </p:nvSpPr>
        <p:spPr>
          <a:xfrm>
            <a:off x="4440933" y="2895021"/>
            <a:ext cx="43211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Hamiltonian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Longest Path</a:t>
            </a:r>
          </a:p>
          <a:p>
            <a:pPr algn="ctr"/>
            <a:r>
              <a:rPr lang="en-US" sz="2800" dirty="0"/>
              <a:t>Vertex Cover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Independent Set</a:t>
            </a:r>
          </a:p>
          <a:p>
            <a:pPr algn="ctr"/>
            <a:r>
              <a:rPr lang="en-US" sz="2800" dirty="0"/>
              <a:t>Satisfiability</a:t>
            </a:r>
          </a:p>
          <a:p>
            <a:pPr algn="ctr"/>
            <a:r>
              <a:rPr lang="en-US" sz="2800" dirty="0"/>
              <a:t>Most Board Game Strategies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385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5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</p:spTree>
    <p:extLst>
      <p:ext uri="{BB962C8B-B14F-4D97-AF65-F5344CB8AC3E}">
        <p14:creationId xmlns:p14="http://schemas.microsoft.com/office/powerpoint/2010/main" val="29220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Hamiltonian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 an algorithm to solve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Hamiltonian Path</a:t>
                </a:r>
              </a:p>
              <a:p>
                <a:pPr lvl="1"/>
                <a:r>
                  <a:rPr lang="en-US" dirty="0"/>
                  <a:t>Algorithm: Check whether each permutation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a path.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, so does not show whether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verify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sequence of nodes</a:t>
                </a:r>
              </a:p>
              <a:p>
                <a:pPr lvl="1"/>
                <a:r>
                  <a:rPr lang="en-US" dirty="0"/>
                  <a:t>Output: True if that sequence of nodes is a Hamiltonian Path</a:t>
                </a:r>
              </a:p>
              <a:p>
                <a:pPr lvl="1"/>
                <a:r>
                  <a:rPr lang="en-US" dirty="0"/>
                  <a:t>Algorithm:</a:t>
                </a:r>
              </a:p>
              <a:p>
                <a:pPr lvl="2"/>
                <a:r>
                  <a:rPr lang="en-US" dirty="0"/>
                  <a:t>Check that each node appears in the sequence exactly once</a:t>
                </a:r>
              </a:p>
              <a:p>
                <a:pPr lvl="2"/>
                <a:r>
                  <a:rPr lang="en-US" dirty="0"/>
                  <a:t>Check that the sequence is a path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908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sp>
        <p:nvSpPr>
          <p:cNvPr id="3" name="AutoShape 2" descr="Boris Johns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39034" y="1476112"/>
            <a:ext cx="3316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Independent set of size 6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078E9B-D60C-2C70-39F8-53C50A04FF80}"/>
              </a:ext>
            </a:extLst>
          </p:cNvPr>
          <p:cNvGrpSpPr/>
          <p:nvPr/>
        </p:nvGrpSpPr>
        <p:grpSpPr>
          <a:xfrm>
            <a:off x="1650264" y="1218142"/>
            <a:ext cx="8281702" cy="4725458"/>
            <a:chOff x="1650264" y="1218142"/>
            <a:chExt cx="8281702" cy="4725458"/>
          </a:xfrm>
        </p:grpSpPr>
        <p:sp>
          <p:nvSpPr>
            <p:cNvPr id="3" name="Oval 2"/>
            <p:cNvSpPr/>
            <p:nvPr/>
          </p:nvSpPr>
          <p:spPr>
            <a:xfrm>
              <a:off x="1650264" y="1218142"/>
              <a:ext cx="1193396" cy="1085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1930334" y="238955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3658898" y="308942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495800" y="4605706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60959" y="3575103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2593975" y="3638669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F83D5C-B06D-5B61-F1B7-071B58B75FA4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54" name="Picture 2" descr="Image result for Prince Harry">
              <a:extLst>
                <a:ext uri="{FF2B5EF4-FFF2-40B4-BE49-F238E27FC236}">
                  <a16:creationId xmlns:a16="http://schemas.microsoft.com/office/drawing/2014/main" id="{FC7BF773-543A-36BB-85A2-E852E796E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Image result for meghan markle">
              <a:extLst>
                <a:ext uri="{FF2B5EF4-FFF2-40B4-BE49-F238E27FC236}">
                  <a16:creationId xmlns:a16="http://schemas.microsoft.com/office/drawing/2014/main" id="{18976E11-3245-3052-1367-F83E3B8CA8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 descr="Image result for Prince Charles">
              <a:extLst>
                <a:ext uri="{FF2B5EF4-FFF2-40B4-BE49-F238E27FC236}">
                  <a16:creationId xmlns:a16="http://schemas.microsoft.com/office/drawing/2014/main" id="{E0E20691-7F62-4E1C-E08A-BBC1D9ED6E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18" descr="Image result for justin trudeau">
              <a:extLst>
                <a:ext uri="{FF2B5EF4-FFF2-40B4-BE49-F238E27FC236}">
                  <a16:creationId xmlns:a16="http://schemas.microsoft.com/office/drawing/2014/main" id="{7091F052-D78A-5EC1-422D-C05634FFD2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0" descr="Image result for Elton John">
              <a:extLst>
                <a:ext uri="{FF2B5EF4-FFF2-40B4-BE49-F238E27FC236}">
                  <a16:creationId xmlns:a16="http://schemas.microsoft.com/office/drawing/2014/main" id="{C869DCB8-FC13-CA2C-E8D8-222848EF7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34" descr="Image result for angela merkel">
              <a:extLst>
                <a:ext uri="{FF2B5EF4-FFF2-40B4-BE49-F238E27FC236}">
                  <a16:creationId xmlns:a16="http://schemas.microsoft.com/office/drawing/2014/main" id="{EC5C45C6-D6C2-4402-049A-BAAD9E8A8B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36" descr="Image result for paul mccartney">
              <a:extLst>
                <a:ext uri="{FF2B5EF4-FFF2-40B4-BE49-F238E27FC236}">
                  <a16:creationId xmlns:a16="http://schemas.microsoft.com/office/drawing/2014/main" id="{61760EA7-C5B0-FE7B-CD24-EEC6A134E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9AC9EFE-C8B4-2B76-9F59-E83ABDEB7A4C}"/>
                </a:ext>
              </a:extLst>
            </p:cNvPr>
            <p:cNvCxnSpPr>
              <a:stCxn id="55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4D112E7-7183-183E-7C90-FA150E696656}"/>
                </a:ext>
              </a:extLst>
            </p:cNvPr>
            <p:cNvCxnSpPr>
              <a:stCxn id="54" idx="3"/>
              <a:endCxn id="61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0D871E6D-2982-E6D2-F692-6FD8D572CDBD}"/>
                </a:ext>
              </a:extLst>
            </p:cNvPr>
            <p:cNvCxnSpPr>
              <a:stCxn id="56" idx="1"/>
              <a:endCxn id="61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30157654-DC71-4772-AAA4-D605A2A32DAA}"/>
                </a:ext>
              </a:extLst>
            </p:cNvPr>
            <p:cNvCxnSpPr>
              <a:stCxn id="56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33A0686C-6192-785E-3908-93BE44CA529F}"/>
                </a:ext>
              </a:extLst>
            </p:cNvPr>
            <p:cNvCxnSpPr>
              <a:stCxn id="56" idx="1"/>
              <a:endCxn id="59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C0E3B107-C700-D459-FF70-4E7F8E49DE14}"/>
                </a:ext>
              </a:extLst>
            </p:cNvPr>
            <p:cNvCxnSpPr>
              <a:stCxn id="56" idx="1"/>
              <a:endCxn id="58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DF9EF4EE-F63C-1D9C-F677-3A71A2D459F0}"/>
                </a:ext>
              </a:extLst>
            </p:cNvPr>
            <p:cNvCxnSpPr>
              <a:stCxn id="58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1DDBFF65-E730-587C-9097-0D975EAD565B}"/>
                </a:ext>
              </a:extLst>
            </p:cNvPr>
            <p:cNvCxnSpPr>
              <a:stCxn id="59" idx="1"/>
              <a:endCxn id="60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61DA65C4-9194-5335-DCCA-B8618CFAF63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5" name="Picture 2" descr="Joe Biden - CNBC">
              <a:extLst>
                <a:ext uri="{FF2B5EF4-FFF2-40B4-BE49-F238E27FC236}">
                  <a16:creationId xmlns:a16="http://schemas.microsoft.com/office/drawing/2014/main" id="{A411C35C-A4E2-3254-9169-5A9C40884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4" descr="Emmanuel Macron - Wikipedia">
              <a:extLst>
                <a:ext uri="{FF2B5EF4-FFF2-40B4-BE49-F238E27FC236}">
                  <a16:creationId xmlns:a16="http://schemas.microsoft.com/office/drawing/2014/main" id="{4D391E1C-1EDA-14A3-9DCA-919040D43A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79788093-DC07-81F4-2186-40AE05B238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0399E19D-B23D-BB29-F3A7-827B923531CE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0" name="Picture 8" descr="Ed Sheeran">
              <a:extLst>
                <a:ext uri="{FF2B5EF4-FFF2-40B4-BE49-F238E27FC236}">
                  <a16:creationId xmlns:a16="http://schemas.microsoft.com/office/drawing/2014/main" id="{1678B1E8-7F87-809D-84DD-C51634FDB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1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873C8361-77B5-F5CC-E499-9D9F79B0B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744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803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10800000">
            <a:off x="5179497" y="4800601"/>
            <a:ext cx="1060704" cy="914400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4290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104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52648" y="1345324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8" idx="1"/>
            <a:endCxn id="11" idx="2"/>
          </p:cNvCxnSpPr>
          <p:nvPr/>
        </p:nvCxnSpPr>
        <p:spPr>
          <a:xfrm flipV="1">
            <a:off x="6240202" y="3962401"/>
            <a:ext cx="1227399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886201" y="3962401"/>
            <a:ext cx="1293297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1"/>
            <a:endCxn id="10" idx="0"/>
          </p:cNvCxnSpPr>
          <p:nvPr/>
        </p:nvCxnSpPr>
        <p:spPr>
          <a:xfrm flipH="1">
            <a:off x="3886200" y="1802524"/>
            <a:ext cx="1366448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0"/>
            <a:endCxn id="12" idx="3"/>
          </p:cNvCxnSpPr>
          <p:nvPr/>
        </p:nvCxnSpPr>
        <p:spPr>
          <a:xfrm flipH="1" flipV="1">
            <a:off x="6167048" y="1802524"/>
            <a:ext cx="1300552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45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cxnSp>
        <p:nvCxnSpPr>
          <p:cNvPr id="14" name="Straight Connector 13"/>
          <p:cNvCxnSpPr>
            <a:stCxn id="8" idx="1"/>
            <a:endCxn id="23" idx="2"/>
          </p:cNvCxnSpPr>
          <p:nvPr/>
        </p:nvCxnSpPr>
        <p:spPr>
          <a:xfrm flipV="1">
            <a:off x="4711377" y="5562601"/>
            <a:ext cx="1570890" cy="490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578088" y="5181601"/>
            <a:ext cx="602937" cy="871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23" idx="1"/>
            <a:endCxn id="10" idx="3"/>
          </p:cNvCxnSpPr>
          <p:nvPr/>
        </p:nvCxnSpPr>
        <p:spPr>
          <a:xfrm flipH="1" flipV="1">
            <a:off x="3806687" y="4953000"/>
            <a:ext cx="2246980" cy="381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28" idx="2"/>
            <a:endCxn id="10" idx="0"/>
          </p:cNvCxnSpPr>
          <p:nvPr/>
        </p:nvCxnSpPr>
        <p:spPr>
          <a:xfrm>
            <a:off x="2409825" y="3032236"/>
            <a:ext cx="1168262" cy="16921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8" idx="3"/>
            <a:endCxn id="29" idx="1"/>
          </p:cNvCxnSpPr>
          <p:nvPr/>
        </p:nvCxnSpPr>
        <p:spPr>
          <a:xfrm flipV="1">
            <a:off x="2638425" y="2447105"/>
            <a:ext cx="1734926" cy="3565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9" idx="3"/>
            <a:endCxn id="26" idx="1"/>
          </p:cNvCxnSpPr>
          <p:nvPr/>
        </p:nvCxnSpPr>
        <p:spPr>
          <a:xfrm>
            <a:off x="4830552" y="2447105"/>
            <a:ext cx="2408449" cy="5867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9" idx="2"/>
            <a:endCxn id="27" idx="0"/>
          </p:cNvCxnSpPr>
          <p:nvPr/>
        </p:nvCxnSpPr>
        <p:spPr>
          <a:xfrm flipH="1">
            <a:off x="4137081" y="2675705"/>
            <a:ext cx="464871" cy="7867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  <a:endCxn id="30" idx="1"/>
          </p:cNvCxnSpPr>
          <p:nvPr/>
        </p:nvCxnSpPr>
        <p:spPr>
          <a:xfrm>
            <a:off x="4365681" y="3691099"/>
            <a:ext cx="959855" cy="4197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6" idx="2"/>
            <a:endCxn id="30" idx="0"/>
          </p:cNvCxnSpPr>
          <p:nvPr/>
        </p:nvCxnSpPr>
        <p:spPr>
          <a:xfrm flipH="1">
            <a:off x="5554136" y="3262477"/>
            <a:ext cx="1913465" cy="6197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29" idx="3"/>
            <a:endCxn id="63" idx="1"/>
          </p:cNvCxnSpPr>
          <p:nvPr/>
        </p:nvCxnSpPr>
        <p:spPr>
          <a:xfrm flipV="1">
            <a:off x="4830552" y="1709900"/>
            <a:ext cx="909851" cy="73720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26" idx="0"/>
            <a:endCxn id="63" idx="3"/>
          </p:cNvCxnSpPr>
          <p:nvPr/>
        </p:nvCxnSpPr>
        <p:spPr>
          <a:xfrm flipH="1" flipV="1">
            <a:off x="6197602" y="1709901"/>
            <a:ext cx="1269998" cy="10953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23" idx="0"/>
            <a:endCxn id="30" idx="2"/>
          </p:cNvCxnSpPr>
          <p:nvPr/>
        </p:nvCxnSpPr>
        <p:spPr>
          <a:xfrm flipH="1" flipV="1">
            <a:off x="5554135" y="4339458"/>
            <a:ext cx="728132" cy="7659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23" idx="0"/>
            <a:endCxn id="26" idx="2"/>
          </p:cNvCxnSpPr>
          <p:nvPr/>
        </p:nvCxnSpPr>
        <p:spPr>
          <a:xfrm flipV="1">
            <a:off x="6282268" y="3262478"/>
            <a:ext cx="1185333" cy="184292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 rot="10800000">
            <a:off x="4181025" y="5938348"/>
            <a:ext cx="530353" cy="457201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349487" y="4724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053667" y="5105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239000" y="2805277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908480" y="3462499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81225" y="2575035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373351" y="2218504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325535" y="3882257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740402" y="14813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7239000" y="129217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Vertex cover of size 5</a:t>
            </a:r>
          </a:p>
        </p:txBody>
      </p:sp>
    </p:spTree>
    <p:extLst>
      <p:ext uri="{BB962C8B-B14F-4D97-AF65-F5344CB8AC3E}">
        <p14:creationId xmlns:p14="http://schemas.microsoft.com/office/powerpoint/2010/main" val="3375650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034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DB62C-26FA-47C4-9CF8-BA550BE15574}"/>
              </a:ext>
            </a:extLst>
          </p:cNvPr>
          <p:cNvSpPr txBox="1"/>
          <p:nvPr/>
        </p:nvSpPr>
        <p:spPr>
          <a:xfrm>
            <a:off x="4599377" y="3391408"/>
            <a:ext cx="13039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Sorting</a:t>
            </a:r>
          </a:p>
          <a:p>
            <a:r>
              <a:rPr lang="en-US" sz="1600" dirty="0">
                <a:solidFill>
                  <a:srgbClr val="7030A0"/>
                </a:solidFill>
              </a:rPr>
              <a:t>Shortest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Euler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0524-0054-417F-44E8-4B21DAC3A3E9}"/>
              </a:ext>
            </a:extLst>
          </p:cNvPr>
          <p:cNvSpPr txBox="1"/>
          <p:nvPr/>
        </p:nvSpPr>
        <p:spPr>
          <a:xfrm>
            <a:off x="5396885" y="2134632"/>
            <a:ext cx="1765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Vertex Cover</a:t>
            </a:r>
          </a:p>
          <a:p>
            <a:r>
              <a:rPr lang="en-US" sz="1600" dirty="0">
                <a:solidFill>
                  <a:srgbClr val="7030A0"/>
                </a:solidFill>
              </a:rPr>
              <a:t>Independent Set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Hamiltonian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Cryptography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Prime factorization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1F7F-722C-2555-934B-D67F0220B70F}"/>
              </a:ext>
            </a:extLst>
          </p:cNvPr>
          <p:cNvSpPr txBox="1"/>
          <p:nvPr/>
        </p:nvSpPr>
        <p:spPr>
          <a:xfrm>
            <a:off x="8834747" y="1534250"/>
            <a:ext cx="927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Checkers</a:t>
            </a:r>
          </a:p>
          <a:p>
            <a:r>
              <a:rPr lang="en-US" sz="1600" dirty="0">
                <a:solidFill>
                  <a:srgbClr val="7030A0"/>
                </a:solidFill>
              </a:rPr>
              <a:t>Go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Chess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30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Cool!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33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130771" y="2769693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3471" y="2922093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2B52AD-68C2-E41F-0CE5-8299DA5ED942}"/>
              </a:ext>
            </a:extLst>
          </p:cNvPr>
          <p:cNvGrpSpPr/>
          <p:nvPr/>
        </p:nvGrpSpPr>
        <p:grpSpPr>
          <a:xfrm>
            <a:off x="1099871" y="2906046"/>
            <a:ext cx="4342564" cy="3153060"/>
            <a:chOff x="1650264" y="617538"/>
            <a:chExt cx="8281702" cy="6013200"/>
          </a:xfrm>
        </p:grpSpPr>
        <p:sp>
          <p:nvSpPr>
            <p:cNvPr id="7" name="AutoShape 30" descr="Image result for Aaron Bloomfield">
              <a:extLst>
                <a:ext uri="{FF2B5EF4-FFF2-40B4-BE49-F238E27FC236}">
                  <a16:creationId xmlns:a16="http://schemas.microsoft.com/office/drawing/2014/main" id="{C5543DD9-6B9E-E2E5-D870-E800E7EDB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0C1BE0-6752-B7FA-045B-C6D026D83C27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AD892A0-1E87-9FDA-BB48-F676C03BDAA0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51BE010-FDE8-0CB4-812A-815C2FD4E7CE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9DA938-2FFE-7805-9612-93F370F8068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A8DE12D-D05E-C221-4AF5-EA83FC29375B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9A205B8-E7AB-154E-52A7-06CBDDF60B9D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2176A2C-77C3-CEF5-932A-BEBCBBDBD5D4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47816A-4C81-5F58-1690-898778670A70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5" name="Picture 2" descr="Image result for Prince Harry">
                <a:extLst>
                  <a:ext uri="{FF2B5EF4-FFF2-40B4-BE49-F238E27FC236}">
                    <a16:creationId xmlns:a16="http://schemas.microsoft.com/office/drawing/2014/main" id="{881C7F31-F39B-F825-3571-BC133A3F4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" descr="Image result for meghan markle">
                <a:extLst>
                  <a:ext uri="{FF2B5EF4-FFF2-40B4-BE49-F238E27FC236}">
                    <a16:creationId xmlns:a16="http://schemas.microsoft.com/office/drawing/2014/main" id="{40CA53AC-3357-BF95-B956-02311961D9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Image result for Prince Charles">
                <a:extLst>
                  <a:ext uri="{FF2B5EF4-FFF2-40B4-BE49-F238E27FC236}">
                    <a16:creationId xmlns:a16="http://schemas.microsoft.com/office/drawing/2014/main" id="{14EEB96F-8510-611F-58A4-9FE6F8CF6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18" descr="Image result for justin trudeau">
                <a:extLst>
                  <a:ext uri="{FF2B5EF4-FFF2-40B4-BE49-F238E27FC236}">
                    <a16:creationId xmlns:a16="http://schemas.microsoft.com/office/drawing/2014/main" id="{411354CB-79B6-8CB4-5EBB-378ED1CE82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0" descr="Image result for Elton John">
                <a:extLst>
                  <a:ext uri="{FF2B5EF4-FFF2-40B4-BE49-F238E27FC236}">
                    <a16:creationId xmlns:a16="http://schemas.microsoft.com/office/drawing/2014/main" id="{206BECB5-B6A3-F3BA-5D3C-CC2B5C40F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34" descr="Image result for angela merkel">
                <a:extLst>
                  <a:ext uri="{FF2B5EF4-FFF2-40B4-BE49-F238E27FC236}">
                    <a16:creationId xmlns:a16="http://schemas.microsoft.com/office/drawing/2014/main" id="{E5061DD0-0474-AFD7-F2FB-940EA107C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36" descr="Image result for paul mccartney">
                <a:extLst>
                  <a:ext uri="{FF2B5EF4-FFF2-40B4-BE49-F238E27FC236}">
                    <a16:creationId xmlns:a16="http://schemas.microsoft.com/office/drawing/2014/main" id="{C7558E52-426A-E74F-5EE8-EE40E948D7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E4639A0-99DC-9503-4FD3-4AC1D8BDB346}"/>
                  </a:ext>
                </a:extLst>
              </p:cNvPr>
              <p:cNvCxnSpPr>
                <a:stCxn id="4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FD8247D-DA81-6335-4106-24FED5C9D968}"/>
                  </a:ext>
                </a:extLst>
              </p:cNvPr>
              <p:cNvCxnSpPr>
                <a:stCxn id="15" idx="3"/>
                <a:endCxn id="77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FFC2B7-E5A7-CB0B-6E96-EE34EDB824BC}"/>
                  </a:ext>
                </a:extLst>
              </p:cNvPr>
              <p:cNvCxnSpPr>
                <a:stCxn id="73" idx="1"/>
                <a:endCxn id="77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E0F8CF-1675-633A-2ABC-1014DE46EBBD}"/>
                  </a:ext>
                </a:extLst>
              </p:cNvPr>
              <p:cNvCxnSpPr>
                <a:stCxn id="73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DCF8906-21F0-6C3A-BB41-4CDA0AAE7216}"/>
                  </a:ext>
                </a:extLst>
              </p:cNvPr>
              <p:cNvCxnSpPr>
                <a:stCxn id="73" idx="1"/>
                <a:endCxn id="75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81AB2E3-5341-70D1-1AB6-35746D0D6181}"/>
                  </a:ext>
                </a:extLst>
              </p:cNvPr>
              <p:cNvCxnSpPr>
                <a:stCxn id="73" idx="1"/>
                <a:endCxn id="74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54DF98B-0CD1-E81C-2789-ACB6BC13DBD8}"/>
                  </a:ext>
                </a:extLst>
              </p:cNvPr>
              <p:cNvCxnSpPr>
                <a:stCxn id="74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D43BD84-F65D-53BE-E645-671438C90F5A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8EBFB0-7B69-1B9D-FF7E-D2F53282EEA3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Picture 2" descr="Joe Biden - CNBC">
                <a:extLst>
                  <a:ext uri="{FF2B5EF4-FFF2-40B4-BE49-F238E27FC236}">
                    <a16:creationId xmlns:a16="http://schemas.microsoft.com/office/drawing/2014/main" id="{A7AB5D2B-E376-B2EA-671D-4C0CA17A2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4" descr="Emmanuel Macron - Wikipedia">
                <a:extLst>
                  <a:ext uri="{FF2B5EF4-FFF2-40B4-BE49-F238E27FC236}">
                    <a16:creationId xmlns:a16="http://schemas.microsoft.com/office/drawing/2014/main" id="{61469563-8473-2F5A-5E45-22DD27A9E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5841C183-EF5D-0D27-339B-65B5951BD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63900-92CD-1A52-020B-BF0525AF3FB8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1" name="Picture 8" descr="Ed Sheeran">
                <a:extLst>
                  <a:ext uri="{FF2B5EF4-FFF2-40B4-BE49-F238E27FC236}">
                    <a16:creationId xmlns:a16="http://schemas.microsoft.com/office/drawing/2014/main" id="{6487516E-48D6-8883-33CE-2094B7E3B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C0A8FE5-06B6-4700-A2C2-AB3F060D9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2D98A0-3D23-6F5D-22BA-4B115BE23B1F}"/>
              </a:ext>
            </a:extLst>
          </p:cNvPr>
          <p:cNvGrpSpPr/>
          <p:nvPr/>
        </p:nvGrpSpPr>
        <p:grpSpPr>
          <a:xfrm>
            <a:off x="6286983" y="3123704"/>
            <a:ext cx="4216112" cy="3153060"/>
            <a:chOff x="1578468" y="617538"/>
            <a:chExt cx="8040547" cy="6013200"/>
          </a:xfrm>
        </p:grpSpPr>
        <p:sp>
          <p:nvSpPr>
            <p:cNvPr id="100" name="AutoShape 30" descr="Image result for Aaron Bloomfield">
              <a:extLst>
                <a:ext uri="{FF2B5EF4-FFF2-40B4-BE49-F238E27FC236}">
                  <a16:creationId xmlns:a16="http://schemas.microsoft.com/office/drawing/2014/main" id="{F09A3823-DFF2-62AD-30B1-486CC90F21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F6A45F4-1CD4-6AFE-F8E4-79159D2A5078}"/>
                </a:ext>
              </a:extLst>
            </p:cNvPr>
            <p:cNvGrpSpPr/>
            <p:nvPr/>
          </p:nvGrpSpPr>
          <p:grpSpPr>
            <a:xfrm>
              <a:off x="1578468" y="1353774"/>
              <a:ext cx="7153677" cy="5007580"/>
              <a:chOff x="1578468" y="1353774"/>
              <a:chExt cx="7153677" cy="5007580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15710C6-CD58-728D-EF2D-157091A2DE7D}"/>
                  </a:ext>
                </a:extLst>
              </p:cNvPr>
              <p:cNvSpPr/>
              <p:nvPr/>
            </p:nvSpPr>
            <p:spPr>
              <a:xfrm>
                <a:off x="2909710" y="1353774"/>
                <a:ext cx="1193396" cy="10851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959032-6BDC-4B2C-9EEE-262B6883E76E}"/>
                  </a:ext>
                </a:extLst>
              </p:cNvPr>
              <p:cNvSpPr/>
              <p:nvPr/>
            </p:nvSpPr>
            <p:spPr>
              <a:xfrm>
                <a:off x="1578468" y="5023461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AC7C72E-8AF3-7F28-A398-C485B2305412}"/>
                  </a:ext>
                </a:extLst>
              </p:cNvPr>
              <p:cNvSpPr/>
              <p:nvPr/>
            </p:nvSpPr>
            <p:spPr>
              <a:xfrm>
                <a:off x="5615301" y="3533718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C741BC5-1C3A-1828-49DC-4508F69A98C0}"/>
                  </a:ext>
                </a:extLst>
              </p:cNvPr>
              <p:cNvSpPr/>
              <p:nvPr/>
            </p:nvSpPr>
            <p:spPr>
              <a:xfrm>
                <a:off x="7461137" y="2378613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2560867-C322-594C-4365-5042EC8BBD04}"/>
                  </a:ext>
                </a:extLst>
              </p:cNvPr>
              <p:cNvSpPr/>
              <p:nvPr/>
            </p:nvSpPr>
            <p:spPr>
              <a:xfrm>
                <a:off x="6755398" y="4411534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575472B-4B43-4333-6238-FCEBA04DD50E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03" name="Picture 2" descr="Image result for Prince Harry">
                <a:extLst>
                  <a:ext uri="{FF2B5EF4-FFF2-40B4-BE49-F238E27FC236}">
                    <a16:creationId xmlns:a16="http://schemas.microsoft.com/office/drawing/2014/main" id="{087E9D34-AEA9-D00D-4025-F5C4E639F7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3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4" descr="Image result for meghan markle">
                <a:extLst>
                  <a:ext uri="{FF2B5EF4-FFF2-40B4-BE49-F238E27FC236}">
                    <a16:creationId xmlns:a16="http://schemas.microsoft.com/office/drawing/2014/main" id="{AE829FE8-3E6D-E98B-6C29-4E1D09634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6" descr="Image result for Prince Charles">
                <a:extLst>
                  <a:ext uri="{FF2B5EF4-FFF2-40B4-BE49-F238E27FC236}">
                    <a16:creationId xmlns:a16="http://schemas.microsoft.com/office/drawing/2014/main" id="{BD16CC4C-84B9-B31D-9D21-BCD0BF95B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8" descr="Image result for justin trudeau">
                <a:extLst>
                  <a:ext uri="{FF2B5EF4-FFF2-40B4-BE49-F238E27FC236}">
                    <a16:creationId xmlns:a16="http://schemas.microsoft.com/office/drawing/2014/main" id="{042618E1-BC28-4D07-C094-BEB7AD12A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20" descr="Image result for Elton John">
                <a:extLst>
                  <a:ext uri="{FF2B5EF4-FFF2-40B4-BE49-F238E27FC236}">
                    <a16:creationId xmlns:a16="http://schemas.microsoft.com/office/drawing/2014/main" id="{B2E217D2-04F9-A76D-7B71-5741FA1554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34" descr="Image result for angela merkel">
                <a:extLst>
                  <a:ext uri="{FF2B5EF4-FFF2-40B4-BE49-F238E27FC236}">
                    <a16:creationId xmlns:a16="http://schemas.microsoft.com/office/drawing/2014/main" id="{D4139B12-D505-DA27-0281-6C5DEFAF9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36" descr="Image result for paul mccartney">
                <a:extLst>
                  <a:ext uri="{FF2B5EF4-FFF2-40B4-BE49-F238E27FC236}">
                    <a16:creationId xmlns:a16="http://schemas.microsoft.com/office/drawing/2014/main" id="{BFB52D9D-F25C-CEDE-4477-E2FEB87BE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85A3CA1-1481-6C2A-2457-0803C69AF57F}"/>
                  </a:ext>
                </a:extLst>
              </p:cNvPr>
              <p:cNvCxnSpPr>
                <a:stCxn id="10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84ED2D-4D03-04CE-DA21-330988BB980F}"/>
                  </a:ext>
                </a:extLst>
              </p:cNvPr>
              <p:cNvCxnSpPr>
                <a:stCxn id="103" idx="3"/>
                <a:endCxn id="109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1E35291-882C-79C0-026F-9B58CA6A2E3E}"/>
                  </a:ext>
                </a:extLst>
              </p:cNvPr>
              <p:cNvCxnSpPr>
                <a:stCxn id="105" idx="1"/>
                <a:endCxn id="109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A03C0C4-5D34-A9B0-095F-64DA99D3A4F6}"/>
                  </a:ext>
                </a:extLst>
              </p:cNvPr>
              <p:cNvCxnSpPr>
                <a:stCxn id="105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5FE8A7B-3307-E734-D86B-FC873F04B11B}"/>
                  </a:ext>
                </a:extLst>
              </p:cNvPr>
              <p:cNvCxnSpPr>
                <a:stCxn id="105" idx="1"/>
                <a:endCxn id="107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A7E4D3C-34B3-F229-D356-6C1C807875CD}"/>
                  </a:ext>
                </a:extLst>
              </p:cNvPr>
              <p:cNvCxnSpPr>
                <a:stCxn id="105" idx="1"/>
                <a:endCxn id="106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A0A2B9-51AB-18D9-DD92-A1418A64A149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2565839" y="5714724"/>
                <a:ext cx="5437605" cy="49128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21450FD-6352-36BD-FC59-87897AD3AA33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2B56EF5-C2F7-778C-3B3C-60AE78B5950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2" descr="Joe Biden - CNBC">
                <a:extLst>
                  <a:ext uri="{FF2B5EF4-FFF2-40B4-BE49-F238E27FC236}">
                    <a16:creationId xmlns:a16="http://schemas.microsoft.com/office/drawing/2014/main" id="{47D3832A-9480-B176-1EC3-391B95745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4" descr="Emmanuel Macron - Wikipedia">
                <a:extLst>
                  <a:ext uri="{FF2B5EF4-FFF2-40B4-BE49-F238E27FC236}">
                    <a16:creationId xmlns:a16="http://schemas.microsoft.com/office/drawing/2014/main" id="{A9B4AD52-A8F0-801F-0FFA-D24807944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04B8BCF3-A237-E31B-546C-7E6C927093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3704EFA-0E19-8871-5806-10CC41B1956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3" name="Picture 8" descr="Ed Sheeran">
                <a:extLst>
                  <a:ext uri="{FF2B5EF4-FFF2-40B4-BE49-F238E27FC236}">
                    <a16:creationId xmlns:a16="http://schemas.microsoft.com/office/drawing/2014/main" id="{F1F00C0E-C346-23A9-05D0-C7816979EE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D1CEF02-FE9C-0B57-5515-44C15A285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F19EA206-8683-9260-2696-DC9073D7AE8B}"/>
              </a:ext>
            </a:extLst>
          </p:cNvPr>
          <p:cNvSpPr/>
          <p:nvPr/>
        </p:nvSpPr>
        <p:spPr>
          <a:xfrm>
            <a:off x="9461582" y="5703025"/>
            <a:ext cx="666461" cy="7015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4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Cool!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34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15200" y="2585027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2200" y="2585027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08698" y="3109661"/>
            <a:ext cx="3733078" cy="3326447"/>
            <a:chOff x="657225" y="1481300"/>
            <a:chExt cx="5514975" cy="4914248"/>
          </a:xfrm>
        </p:grpSpPr>
        <p:cxnSp>
          <p:nvCxnSpPr>
            <p:cNvPr id="71" name="Straight Connector 70"/>
            <p:cNvCxnSpPr>
              <a:stCxn id="86" idx="1"/>
              <a:endCxn id="8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87" idx="2"/>
              <a:endCxn id="8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8" idx="1"/>
              <a:endCxn id="8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91" idx="2"/>
              <a:endCxn id="8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91" idx="3"/>
              <a:endCxn id="9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92" idx="3"/>
              <a:endCxn id="8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92" idx="2"/>
              <a:endCxn id="9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90" idx="3"/>
              <a:endCxn id="9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89" idx="2"/>
              <a:endCxn id="9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2" idx="3"/>
              <a:endCxn id="94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89" idx="0"/>
              <a:endCxn id="94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88" idx="0"/>
              <a:endCxn id="9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8" idx="0"/>
              <a:endCxn id="8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85" name="Isosceles Triangle 8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87" name="Rectangle 8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629400" y="3184692"/>
            <a:ext cx="3733078" cy="3326447"/>
            <a:chOff x="657225" y="1481300"/>
            <a:chExt cx="5514975" cy="4914248"/>
          </a:xfrm>
        </p:grpSpPr>
        <p:cxnSp>
          <p:nvCxnSpPr>
            <p:cNvPr id="96" name="Straight Connector 95"/>
            <p:cNvCxnSpPr>
              <a:stCxn id="119" idx="1"/>
              <a:endCxn id="111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110" idx="2"/>
              <a:endCxn id="119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111" idx="1"/>
              <a:endCxn id="1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114" idx="2"/>
              <a:endCxn id="1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114" idx="3"/>
              <a:endCxn id="115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115" idx="3"/>
              <a:endCxn id="112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15" idx="2"/>
              <a:endCxn id="113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13" idx="3"/>
              <a:endCxn id="116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12" idx="2"/>
              <a:endCxn id="116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15" idx="3"/>
              <a:endCxn id="117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12" idx="0"/>
              <a:endCxn id="117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11" idx="0"/>
              <a:endCxn id="116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11" idx="0"/>
              <a:endCxn id="112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18" name="Isosceles Triangle 117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10" name="Rectangle 10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6983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Vertex Cover and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to solve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an Independent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Algorithm to solve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 Vertex Cover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/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Either both problems belong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or else neither does!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blipFill>
                <a:blip r:embed="rId3"/>
                <a:stretch>
                  <a:fillRect l="-2366" t="-5882" r="-63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8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5F43-910E-209D-70E7-1977B54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49E-7800-6569-9B3D-219ECA3E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strategy for creating algorithms</a:t>
            </a:r>
          </a:p>
          <a:p>
            <a:r>
              <a:rPr lang="en-US" dirty="0"/>
              <a:t>Solve one problem by converting it into a different problem, then using an algorithm for that other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161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377238" y="1773199"/>
            <a:ext cx="3326990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Reduces To Vertex Cover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AutoShape 5"/>
              <p:cNvSpPr>
                <a:spLocks noChangeArrowheads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noFill/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Use same graph</a:t>
                </a:r>
              </a:p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238" y="1752601"/>
            <a:ext cx="34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input to Vertex Cover 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83607" y="3288855"/>
            <a:ext cx="221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Algorithm for Vertex Cover</a:t>
            </a:r>
            <a:endParaRPr lang="en-US" b="1" dirty="0"/>
          </a:p>
        </p:txBody>
      </p:sp>
      <p:sp>
        <p:nvSpPr>
          <p:cNvPr id="278" name="TextBox 277"/>
          <p:cNvSpPr txBox="1"/>
          <p:nvPr/>
        </p:nvSpPr>
        <p:spPr>
          <a:xfrm>
            <a:off x="4480837" y="4247821"/>
            <a:ext cx="333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output to Vertex Cover output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937741" y="1558940"/>
            <a:ext cx="1447858" cy="1290148"/>
            <a:chOff x="657225" y="1481300"/>
            <a:chExt cx="5514975" cy="4914248"/>
          </a:xfrm>
        </p:grpSpPr>
        <p:cxnSp>
          <p:nvCxnSpPr>
            <p:cNvPr id="53" name="Straight Connector 52"/>
            <p:cNvCxnSpPr>
              <a:stCxn id="76" idx="1"/>
              <a:endCxn id="6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67" idx="2"/>
              <a:endCxn id="7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68" idx="1"/>
              <a:endCxn id="6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71" idx="2"/>
              <a:endCxn id="6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71" idx="3"/>
              <a:endCxn id="7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72" idx="3"/>
              <a:endCxn id="6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72" idx="2"/>
              <a:endCxn id="7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70" idx="3"/>
              <a:endCxn id="7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69" idx="2"/>
              <a:endCxn id="7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72" idx="3"/>
              <a:endCxn id="74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9" idx="0"/>
              <a:endCxn id="74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8" idx="0"/>
              <a:endCxn id="7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8" idx="0"/>
              <a:endCxn id="6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5" name="Isosceles Triangle 7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15400" y="4953000"/>
            <a:ext cx="1447858" cy="1290148"/>
            <a:chOff x="657225" y="1481300"/>
            <a:chExt cx="5514975" cy="4914248"/>
          </a:xfrm>
        </p:grpSpPr>
        <p:cxnSp>
          <p:nvCxnSpPr>
            <p:cNvPr id="78" name="Straight Connector 77"/>
            <p:cNvCxnSpPr>
              <a:stCxn id="101" idx="1"/>
              <a:endCxn id="9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92" idx="2"/>
              <a:endCxn id="101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3" idx="1"/>
              <a:endCxn id="92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96" idx="2"/>
              <a:endCxn id="92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96" idx="3"/>
              <a:endCxn id="97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97" idx="3"/>
              <a:endCxn id="94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97" idx="2"/>
              <a:endCxn id="95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95" idx="3"/>
              <a:endCxn id="98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94" idx="2"/>
              <a:endCxn id="98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97" idx="3"/>
              <a:endCxn id="99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94" idx="0"/>
              <a:endCxn id="99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93" idx="0"/>
              <a:endCxn id="98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93" idx="0"/>
              <a:endCxn id="94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00" name="Isosceles Triangle 99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5114986" y="137160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33CC"/>
                </a:solidFill>
              </a:rPr>
              <a:t>O(V) Time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15700" y="1403866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Input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01040" y="1403866"/>
            <a:ext cx="19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495800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</a:t>
            </a:r>
            <a:r>
              <a:rPr lang="en-US" dirty="0" err="1"/>
              <a:t>Ouput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1652487" y="4509843"/>
            <a:ext cx="246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/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6CB1476-FF3F-5ACA-7101-9E5454556ACA}"/>
              </a:ext>
            </a:extLst>
          </p:cNvPr>
          <p:cNvGrpSpPr/>
          <p:nvPr/>
        </p:nvGrpSpPr>
        <p:grpSpPr>
          <a:xfrm>
            <a:off x="1908209" y="1934920"/>
            <a:ext cx="1766003" cy="1189956"/>
            <a:chOff x="1822926" y="1377631"/>
            <a:chExt cx="7796089" cy="5253107"/>
          </a:xfrm>
        </p:grpSpPr>
        <p:pic>
          <p:nvPicPr>
            <p:cNvPr id="11" name="Picture 2" descr="Image result for Prince Harry">
              <a:extLst>
                <a:ext uri="{FF2B5EF4-FFF2-40B4-BE49-F238E27FC236}">
                  <a16:creationId xmlns:a16="http://schemas.microsoft.com/office/drawing/2014/main" id="{5BB8E96A-60AD-CB4D-5A26-AEF7ADF64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Image result for meghan markle">
              <a:extLst>
                <a:ext uri="{FF2B5EF4-FFF2-40B4-BE49-F238E27FC236}">
                  <a16:creationId xmlns:a16="http://schemas.microsoft.com/office/drawing/2014/main" id="{5AFCDA04-4AF5-1139-51E8-7B0992EE7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Image result for Prince Charles">
              <a:extLst>
                <a:ext uri="{FF2B5EF4-FFF2-40B4-BE49-F238E27FC236}">
                  <a16:creationId xmlns:a16="http://schemas.microsoft.com/office/drawing/2014/main" id="{46786F4D-68A0-2CE0-155B-A9AD7D634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Image result for justin trudeau">
              <a:extLst>
                <a:ext uri="{FF2B5EF4-FFF2-40B4-BE49-F238E27FC236}">
                  <a16:creationId xmlns:a16="http://schemas.microsoft.com/office/drawing/2014/main" id="{9A698084-591C-F3F5-6F94-8987E332B4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0" descr="Image result for Elton John">
              <a:extLst>
                <a:ext uri="{FF2B5EF4-FFF2-40B4-BE49-F238E27FC236}">
                  <a16:creationId xmlns:a16="http://schemas.microsoft.com/office/drawing/2014/main" id="{EF8077BC-688D-7845-DAAF-F83C8E770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4" descr="Image result for angela merkel">
              <a:extLst>
                <a:ext uri="{FF2B5EF4-FFF2-40B4-BE49-F238E27FC236}">
                  <a16:creationId xmlns:a16="http://schemas.microsoft.com/office/drawing/2014/main" id="{DC060794-47B9-8495-F30C-66DA62E8E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6" descr="Image result for paul mccartney">
              <a:extLst>
                <a:ext uri="{FF2B5EF4-FFF2-40B4-BE49-F238E27FC236}">
                  <a16:creationId xmlns:a16="http://schemas.microsoft.com/office/drawing/2014/main" id="{2612C3D0-9DBE-8191-AA9E-1F25025F2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926ABF-B856-91AD-6F08-427E4EE7ACA4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031E14-EE0C-A5EA-6CD2-441C78873E83}"/>
                </a:ext>
              </a:extLst>
            </p:cNvPr>
            <p:cNvCxnSpPr>
              <a:stCxn id="11" idx="3"/>
              <a:endCxn id="17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0D1A11-B16D-8B08-98E9-8ABF5ED5D3D7}"/>
                </a:ext>
              </a:extLst>
            </p:cNvPr>
            <p:cNvCxnSpPr>
              <a:stCxn id="13" idx="1"/>
              <a:endCxn id="17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75B9BE-9A80-77FA-3031-C5258E27797F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58D6DD-B358-6BF1-51C8-0F0FBD1C644D}"/>
                </a:ext>
              </a:extLst>
            </p:cNvPr>
            <p:cNvCxnSpPr>
              <a:stCxn id="13" idx="1"/>
              <a:endCxn id="15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59CF1C-81C1-4AEF-1508-6528C4A74AA7}"/>
                </a:ext>
              </a:extLst>
            </p:cNvPr>
            <p:cNvCxnSpPr>
              <a:stCxn id="13" idx="1"/>
              <a:endCxn id="14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B7E783-E414-26BA-1E72-90F9F1D7B6F9}"/>
                </a:ext>
              </a:extLst>
            </p:cNvPr>
            <p:cNvCxnSpPr>
              <a:stCxn id="14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A8D6D9-C5DB-81CA-D67D-0A0B37A72E5E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6AAD6-DFB8-6813-87C6-765AA05BAA9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 descr="Joe Biden - CNBC">
              <a:extLst>
                <a:ext uri="{FF2B5EF4-FFF2-40B4-BE49-F238E27FC236}">
                  <a16:creationId xmlns:a16="http://schemas.microsoft.com/office/drawing/2014/main" id="{44BAB41E-E75D-EF01-5465-E8C04ADCE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Emmanuel Macron - Wikipedia">
              <a:extLst>
                <a:ext uri="{FF2B5EF4-FFF2-40B4-BE49-F238E27FC236}">
                  <a16:creationId xmlns:a16="http://schemas.microsoft.com/office/drawing/2014/main" id="{DC272DCB-486D-5267-F24F-05E920E67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3A912DEF-D9CB-319A-AF20-25A92F3F1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23E717-ACDF-0F34-6CA9-EF5AD7F73D1D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8" descr="Ed Sheeran">
              <a:extLst>
                <a:ext uri="{FF2B5EF4-FFF2-40B4-BE49-F238E27FC236}">
                  <a16:creationId xmlns:a16="http://schemas.microsoft.com/office/drawing/2014/main" id="{30DA5302-7DA4-49DF-6CCD-480432628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B491C4C0-4993-7BEF-E8DF-25B1FD73A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9A87E9-1F6B-18AA-95CD-110C748633FF}"/>
              </a:ext>
            </a:extLst>
          </p:cNvPr>
          <p:cNvGrpSpPr/>
          <p:nvPr/>
        </p:nvGrpSpPr>
        <p:grpSpPr>
          <a:xfrm>
            <a:off x="1888757" y="5038058"/>
            <a:ext cx="1876006" cy="1226084"/>
            <a:chOff x="1650264" y="1218142"/>
            <a:chExt cx="8281702" cy="541259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A4F974-663B-6C2C-9AA5-1F2DE17BB5C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6D9E123-632F-933D-8DF8-4955A59E8E45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6663420E-2AEB-CC08-AF83-B002CED52F98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DEC8800-9EE3-95D0-82E6-8098B0FEC53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124017A-49D4-C005-E7DB-C5CCD89CBE22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AC7CC1B-781D-0287-FFE2-0E81E6CCC5E3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7ACB489-D15A-C52F-C2F9-FAC08377A901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7439770-DDCD-AF0B-9138-AFC8C47C10F5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49" name="Picture 2" descr="Image result for Prince Harry">
                <a:extLst>
                  <a:ext uri="{FF2B5EF4-FFF2-40B4-BE49-F238E27FC236}">
                    <a16:creationId xmlns:a16="http://schemas.microsoft.com/office/drawing/2014/main" id="{CEE9C4FF-1DCA-4381-A2AD-30744335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4" descr="Image result for meghan markle">
                <a:extLst>
                  <a:ext uri="{FF2B5EF4-FFF2-40B4-BE49-F238E27FC236}">
                    <a16:creationId xmlns:a16="http://schemas.microsoft.com/office/drawing/2014/main" id="{37F8B372-6617-0FD9-499D-33017E554D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6" descr="Image result for Prince Charles">
                <a:extLst>
                  <a:ext uri="{FF2B5EF4-FFF2-40B4-BE49-F238E27FC236}">
                    <a16:creationId xmlns:a16="http://schemas.microsoft.com/office/drawing/2014/main" id="{8E034901-689B-E2D9-B567-E4CB2213D3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18" descr="Image result for justin trudeau">
                <a:extLst>
                  <a:ext uri="{FF2B5EF4-FFF2-40B4-BE49-F238E27FC236}">
                    <a16:creationId xmlns:a16="http://schemas.microsoft.com/office/drawing/2014/main" id="{04FA622E-B8A9-8798-9141-FA4D29DB4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20" descr="Image result for Elton John">
                <a:extLst>
                  <a:ext uri="{FF2B5EF4-FFF2-40B4-BE49-F238E27FC236}">
                    <a16:creationId xmlns:a16="http://schemas.microsoft.com/office/drawing/2014/main" id="{360124E0-E4A6-1384-E7C7-7BD668405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2" name="Picture 34" descr="Image result for angela merkel">
                <a:extLst>
                  <a:ext uri="{FF2B5EF4-FFF2-40B4-BE49-F238E27FC236}">
                    <a16:creationId xmlns:a16="http://schemas.microsoft.com/office/drawing/2014/main" id="{1B21663A-6BEE-093E-1083-4AC97DCF72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3" name="Picture 36" descr="Image result for paul mccartney">
                <a:extLst>
                  <a:ext uri="{FF2B5EF4-FFF2-40B4-BE49-F238E27FC236}">
                    <a16:creationId xmlns:a16="http://schemas.microsoft.com/office/drawing/2014/main" id="{CEB7CE71-0E12-887A-5062-AFA91BF0E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452ABE7-FF69-0C4C-C9CF-72B683FB36AC}"/>
                  </a:ext>
                </a:extLst>
              </p:cNvPr>
              <p:cNvCxnSpPr>
                <a:stCxn id="50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00C5D898-8CDC-7E68-E423-33E3B92443E9}"/>
                  </a:ext>
                </a:extLst>
              </p:cNvPr>
              <p:cNvCxnSpPr>
                <a:stCxn id="49" idx="3"/>
                <a:endCxn id="163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D22061D3-46F0-A228-54D7-BB55F0645D6C}"/>
                  </a:ext>
                </a:extLst>
              </p:cNvPr>
              <p:cNvCxnSpPr>
                <a:stCxn id="51" idx="1"/>
                <a:endCxn id="163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E87279C-FF1B-9DB3-A17B-CEF0043E67AC}"/>
                  </a:ext>
                </a:extLst>
              </p:cNvPr>
              <p:cNvCxnSpPr>
                <a:stCxn id="51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BC410CD-B196-68B7-549E-D16754BCFCE4}"/>
                  </a:ext>
                </a:extLst>
              </p:cNvPr>
              <p:cNvCxnSpPr>
                <a:stCxn id="51" idx="1"/>
                <a:endCxn id="161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E4152194-3C0D-445F-4764-9554A1CD25A6}"/>
                  </a:ext>
                </a:extLst>
              </p:cNvPr>
              <p:cNvCxnSpPr>
                <a:stCxn id="51" idx="1"/>
                <a:endCxn id="107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E38B35-9756-5FFD-6761-8EA6EE44E069}"/>
                  </a:ext>
                </a:extLst>
              </p:cNvPr>
              <p:cNvCxnSpPr>
                <a:stCxn id="107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41C7577-57BD-DB2D-43B9-4AD383D8D87D}"/>
                  </a:ext>
                </a:extLst>
              </p:cNvPr>
              <p:cNvCxnSpPr>
                <a:stCxn id="161" idx="1"/>
                <a:endCxn id="162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C740785-0714-00FF-F8A4-3788C9A83620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3" name="Picture 2" descr="Joe Biden - CNBC">
                <a:extLst>
                  <a:ext uri="{FF2B5EF4-FFF2-40B4-BE49-F238E27FC236}">
                    <a16:creationId xmlns:a16="http://schemas.microsoft.com/office/drawing/2014/main" id="{5ACFECFC-6F66-27BC-C502-D3006972B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Emmanuel Macron - Wikipedia">
                <a:extLst>
                  <a:ext uri="{FF2B5EF4-FFF2-40B4-BE49-F238E27FC236}">
                    <a16:creationId xmlns:a16="http://schemas.microsoft.com/office/drawing/2014/main" id="{079D8B1C-5A1F-ADFE-E4EA-860C1823E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EAAE20C6-490B-63B1-E7CB-F16ECE3A2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D7C3E0-7523-46AC-53F7-705ED17A9E4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7" name="Picture 8" descr="Ed Sheeran">
                <a:extLst>
                  <a:ext uri="{FF2B5EF4-FFF2-40B4-BE49-F238E27FC236}">
                    <a16:creationId xmlns:a16="http://schemas.microsoft.com/office/drawing/2014/main" id="{4EB42BD1-3ED5-FD8C-DF85-27DEBBDA2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C478FD9F-704F-4C8B-DAE9-DBB195B7F3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/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7F72647E-905F-6524-BE7F-93BDA79853DE}"/>
              </a:ext>
            </a:extLst>
          </p:cNvPr>
          <p:cNvSpPr txBox="1"/>
          <p:nvPr/>
        </p:nvSpPr>
        <p:spPr>
          <a:xfrm>
            <a:off x="5442120" y="5164090"/>
            <a:ext cx="202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 same output</a:t>
            </a:r>
          </a:p>
        </p:txBody>
      </p:sp>
    </p:spTree>
    <p:extLst>
      <p:ext uri="{BB962C8B-B14F-4D97-AF65-F5344CB8AC3E}">
        <p14:creationId xmlns:p14="http://schemas.microsoft.com/office/powerpoint/2010/main" val="266057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458" y="1143000"/>
            <a:ext cx="10969943" cy="90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800" dirty="0"/>
              <a:t> Shows how two different problems relate to each other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6" name="Picture 2" descr="Image result for popco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46" y="3533681"/>
            <a:ext cx="269109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72" y="2325272"/>
            <a:ext cx="4456528" cy="445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 rot="20597852">
            <a:off x="1559784" y="2207720"/>
            <a:ext cx="5819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Ravie" panose="04040805050809020602" pitchFamily="82" charset="0"/>
              </a:rPr>
              <a:t>MOVIE TIME!</a:t>
            </a:r>
          </a:p>
        </p:txBody>
      </p:sp>
    </p:spTree>
    <p:extLst>
      <p:ext uri="{BB962C8B-B14F-4D97-AF65-F5344CB8AC3E}">
        <p14:creationId xmlns:p14="http://schemas.microsoft.com/office/powerpoint/2010/main" val="23919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MacGyver’s </a:t>
            </a:r>
            <a:r>
              <a:rPr lang="en-US" dirty="0">
                <a:solidFill>
                  <a:srgbClr val="FF00FF"/>
                </a:solidFill>
              </a:rPr>
              <a:t>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1901865"/>
            <a:ext cx="16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a door</a:t>
            </a:r>
          </a:p>
        </p:txBody>
      </p:sp>
      <p:pic>
        <p:nvPicPr>
          <p:cNvPr id="8" name="Picture 2" descr="Image result for do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21968"/>
          <a:stretch/>
        </p:blipFill>
        <p:spPr bwMode="auto">
          <a:xfrm>
            <a:off x="3086682" y="2307490"/>
            <a:ext cx="592555" cy="12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15700" y="1403866"/>
            <a:ext cx="36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don’t know how to 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7696" y="1981200"/>
            <a:ext cx="153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 a fire</a:t>
            </a:r>
          </a:p>
        </p:txBody>
      </p:sp>
      <p:pic>
        <p:nvPicPr>
          <p:cNvPr id="15" name="Picture 4" descr="Image result for fi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0"/>
          <a:stretch/>
        </p:blipFill>
        <p:spPr bwMode="auto">
          <a:xfrm>
            <a:off x="8363286" y="2161900"/>
            <a:ext cx="2333596" cy="10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39001" y="1371600"/>
            <a:ext cx="341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 know how to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372" y="4696208"/>
            <a:ext cx="21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Alcohol, wood, matches</a:t>
            </a:r>
          </a:p>
        </p:txBody>
      </p:sp>
      <p:pic>
        <p:nvPicPr>
          <p:cNvPr id="18" name="Picture 6" descr="Image result for whiske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r="31074"/>
          <a:stretch/>
        </p:blipFill>
        <p:spPr bwMode="auto">
          <a:xfrm rot="1117477">
            <a:off x="8684810" y="5289197"/>
            <a:ext cx="393856" cy="129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mage result for wood plan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0" r="39638"/>
          <a:stretch/>
        </p:blipFill>
        <p:spPr bwMode="auto">
          <a:xfrm rot="19068828">
            <a:off x="9447749" y="5463148"/>
            <a:ext cx="164673" cy="11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Image result for match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715" y="6032170"/>
            <a:ext cx="62936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blipFill>
                <a:blip r:embed="rId7"/>
                <a:stretch>
                  <a:fillRect l="-2521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blipFill>
                <a:blip r:embed="rId8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blipFill>
                <a:blip r:embed="rId9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895601" y="5134054"/>
            <a:ext cx="1174595" cy="1721076"/>
            <a:chOff x="10154328" y="3614629"/>
            <a:chExt cx="1565720" cy="1721076"/>
          </a:xfrm>
        </p:grpSpPr>
        <p:pic>
          <p:nvPicPr>
            <p:cNvPr id="25" name="Picture 24" descr="Image result for ke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100970">
              <a:off x="10528567" y="3614629"/>
              <a:ext cx="1191481" cy="119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6" descr="Image result for flam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74643">
              <a:off x="10154328" y="4424859"/>
              <a:ext cx="660210" cy="910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2959163" y="4493096"/>
            <a:ext cx="199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Keg cannon battering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blipFill>
                <a:blip r:embed="rId12"/>
                <a:stretch>
                  <a:fillRect l="-33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1845186"/>
            <a:ext cx="2840038" cy="1344573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sz="2000" dirty="0"/>
              <a:t>Aim duct at door, insert keg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dirty="0"/>
              <a:t>How?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105400" y="5139426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dirty="0"/>
              <a:t>Put fire under the Keg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40195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" grpId="0"/>
      <p:bldP spid="12" grpId="0"/>
      <p:bldP spid="14" grpId="0"/>
      <p:bldP spid="16" grpId="0"/>
      <p:bldP spid="17" grpId="0"/>
      <p:bldP spid="21" grpId="0"/>
      <p:bldP spid="22" grpId="0" animBg="1"/>
      <p:bldP spid="23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3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11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BF2553B-A8E9-2DA3-9BE3-EAEA6EE0D998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1879600" y="1411817"/>
            <a:chExt cx="11023600" cy="54302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96FFB7-6607-6F79-B3BA-77C3C283E189}"/>
                </a:ext>
              </a:extLst>
            </p:cNvPr>
            <p:cNvGrpSpPr/>
            <p:nvPr/>
          </p:nvGrpSpPr>
          <p:grpSpPr>
            <a:xfrm>
              <a:off x="1879600" y="1411817"/>
              <a:ext cx="11023600" cy="5430287"/>
              <a:chOff x="396240" y="715328"/>
              <a:chExt cx="12469756" cy="61426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1635B6-F402-1095-4877-EFE866AA1617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B632667-D7CC-99D1-7608-1CAA4E04D1B4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BAF8506-45D6-1464-2EA9-BAD5C9E44E96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871E19D-2C78-C958-C3C5-E54426343C33}"/>
                  </a:ext>
                </a:extLst>
              </p:cNvPr>
              <p:cNvGrpSpPr/>
              <p:nvPr/>
            </p:nvGrpSpPr>
            <p:grpSpPr>
              <a:xfrm>
                <a:off x="5659484" y="5496161"/>
                <a:ext cx="2475158" cy="750577"/>
                <a:chOff x="6200745" y="5135200"/>
                <a:chExt cx="2475158" cy="75057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C71D22A-C4FD-A562-E8FB-9618A48A76F8}"/>
                    </a:ext>
                  </a:extLst>
                </p:cNvPr>
                <p:cNvGrpSpPr/>
                <p:nvPr/>
              </p:nvGrpSpPr>
              <p:grpSpPr>
                <a:xfrm rot="1389724">
                  <a:off x="6200745" y="5135200"/>
                  <a:ext cx="2475158" cy="523220"/>
                  <a:chOff x="6197600" y="5013683"/>
                  <a:chExt cx="2475158" cy="52322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281509-7CCC-72FA-5A63-28BAA927617A}"/>
                      </a:ext>
                    </a:extLst>
                  </p:cNvPr>
                  <p:cNvSpPr txBox="1"/>
                  <p:nvPr/>
                </p:nvSpPr>
                <p:spPr>
                  <a:xfrm>
                    <a:off x="7053897" y="5013683"/>
                    <a:ext cx="95560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Gap?</a:t>
                    </a:r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82661DB-8387-2CF0-35D0-C14C37B0B8E7}"/>
                      </a:ext>
                    </a:extLst>
                  </p:cNvPr>
                  <p:cNvCxnSpPr>
                    <a:stCxn id="12" idx="1"/>
                  </p:cNvCxnSpPr>
                  <p:nvPr/>
                </p:nvCxnSpPr>
                <p:spPr>
                  <a:xfrm flipH="1">
                    <a:off x="6197600" y="5275293"/>
                    <a:ext cx="856297" cy="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215AF750-7ABB-9963-C32B-09B336727927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8009501" y="5275293"/>
                    <a:ext cx="66325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65268-1DFA-2BDF-B753-888B618F5053}"/>
                    </a:ext>
                  </a:extLst>
                </p:cNvPr>
                <p:cNvSpPr txBox="1"/>
                <p:nvPr/>
              </p:nvSpPr>
              <p:spPr>
                <a:xfrm rot="1389724">
                  <a:off x="6228679" y="5362557"/>
                  <a:ext cx="18106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Unknown!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8DB62C-26FA-47C4-9CF8-BA550BE15574}"/>
                  </a:ext>
                </a:extLst>
              </p:cNvPr>
              <p:cNvSpPr txBox="1"/>
              <p:nvPr/>
            </p:nvSpPr>
            <p:spPr>
              <a:xfrm>
                <a:off x="4355537" y="4040747"/>
                <a:ext cx="13039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Sorting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Shortest Path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Euler Path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90524-0054-417F-44E8-4B21DAC3A3E9}"/>
                  </a:ext>
                </a:extLst>
              </p:cNvPr>
              <p:cNvSpPr txBox="1"/>
              <p:nvPr/>
            </p:nvSpPr>
            <p:spPr>
              <a:xfrm>
                <a:off x="6506152" y="3146462"/>
                <a:ext cx="1765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Cryptography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Prime factorization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FB1F7F-722C-2555-934B-D67F0220B70F}"/>
                  </a:ext>
                </a:extLst>
              </p:cNvPr>
              <p:cNvSpPr txBox="1"/>
              <p:nvPr/>
            </p:nvSpPr>
            <p:spPr>
              <a:xfrm>
                <a:off x="7834400" y="886339"/>
                <a:ext cx="9279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Checkers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Go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Chess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/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F67D4C-CBE9-7144-95D5-AA867D702FFA}"/>
                  </a:ext>
                </a:extLst>
              </p:cNvPr>
              <p:cNvSpPr txBox="1"/>
              <p:nvPr/>
            </p:nvSpPr>
            <p:spPr>
              <a:xfrm>
                <a:off x="5471488" y="1570018"/>
                <a:ext cx="23085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Vertex Cover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Independent Set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Hamiltonian Path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/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7899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can we try to figure out if P=NP?</a:t>
                </a:r>
              </a:p>
              <a:p>
                <a:r>
                  <a:rPr lang="en-US" dirty="0"/>
                  <a:t>Identify problems at least as “hard” as NP</a:t>
                </a:r>
              </a:p>
              <a:p>
                <a:pPr lvl="1"/>
                <a:r>
                  <a:rPr lang="en-US" dirty="0"/>
                  <a:t>If any of these “hard” problems can be solved in polynomial time, then all NP problems can be solved in polynomial time.</a:t>
                </a:r>
              </a:p>
              <a:p>
                <a:r>
                  <a:rPr lang="en-US" dirty="0"/>
                  <a:t>Definition: NP-Hard: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NP-Hard provided EVERY problem within NP reduces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 polynomial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  <a:blipFill>
                <a:blip r:embed="rId2"/>
                <a:stretch>
                  <a:fillRect l="-140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3445-FAF3-55FA-3158-72BDE63F810D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DA0434-297F-EDAC-265F-E170CC0E9D56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CCFA8EE-2EC1-829A-DC41-28DDBA62D32D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03A6E-7CF2-FBE9-409B-B681CCB04C75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70E952-52DF-72BC-9B33-4E87FA4183A5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E996C53-6C44-655D-9BC1-7794BDB41CFF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6A1AEB1-2219-1DCD-8807-2194947DF6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14733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001" y="-225840"/>
            <a:ext cx="10515600" cy="1325563"/>
          </a:xfrm>
        </p:spPr>
        <p:txBody>
          <a:bodyPr/>
          <a:lstStyle/>
          <a:p>
            <a:r>
              <a:rPr lang="en-US" dirty="0"/>
              <a:t>NP-Hard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Any NP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96200" y="1371600"/>
            <a:ext cx="212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NP-Hard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358401" y="105841"/>
            <a:ext cx="2514600" cy="884759"/>
          </a:xfrm>
          <a:prstGeom prst="wedgeRoundRectCallout">
            <a:avLst>
              <a:gd name="adj1" fmla="val 26844"/>
              <a:gd name="adj2" fmla="val 983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For every NP problem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121225" y="3312877"/>
            <a:ext cx="2514600" cy="1415056"/>
          </a:xfrm>
          <a:prstGeom prst="wedgeRoundRectCallout">
            <a:avLst>
              <a:gd name="adj1" fmla="val 85152"/>
              <a:gd name="adj2" fmla="val 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There exists a polynomial-time reduction to each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>
                <a:extLst>
                  <a:ext uri="{FF2B5EF4-FFF2-40B4-BE49-F238E27FC236}">
                    <a16:creationId xmlns:a16="http://schemas.microsoft.com/office/drawing/2014/main" id="{EBD3D364-96E8-A14B-8D5D-6D824FA6B43A}"/>
                  </a:ext>
                </a:extLst>
              </p:cNvPr>
              <p:cNvSpPr/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So if this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can solve any NP problem in polynomial time</a:t>
                </a:r>
              </a:p>
            </p:txBody>
          </p:sp>
        </mc:Choice>
        <mc:Fallback xmlns="">
          <p:sp>
            <p:nvSpPr>
              <p:cNvPr id="29" name="Rounded Rectangular Callout 28">
                <a:extLst>
                  <a:ext uri="{FF2B5EF4-FFF2-40B4-BE49-F238E27FC236}">
                    <a16:creationId xmlns="" xmlns:a16="http://schemas.microsoft.com/office/drawing/2014/main" id="{EBD3D364-96E8-A14B-8D5D-6D824FA6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766692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Showing NP-Hardness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5400" y="1411069"/>
            <a:ext cx="16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First</a:t>
            </a:r>
            <a:r>
              <a:rPr lang="en-US"/>
              <a:t> NP-Hard</a:t>
            </a:r>
          </a:p>
          <a:p>
            <a:pPr algn="ctr"/>
            <a:r>
              <a:rPr lang="en-US"/>
              <a:t>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654870" y="1371600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new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689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6905534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1039961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7057934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757545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17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-13253" y="1330081"/>
            <a:ext cx="5042453" cy="5249682"/>
            <a:chOff x="-13253" y="1330081"/>
            <a:chExt cx="5042453" cy="5249682"/>
          </a:xfrm>
        </p:grpSpPr>
        <p:sp>
          <p:nvSpPr>
            <p:cNvPr id="24" name="Rectangle 23"/>
            <p:cNvSpPr/>
            <p:nvPr/>
          </p:nvSpPr>
          <p:spPr>
            <a:xfrm>
              <a:off x="1813692" y="1736144"/>
              <a:ext cx="3215508" cy="4843619"/>
            </a:xfrm>
            <a:prstGeom prst="rect">
              <a:avLst/>
            </a:prstGeom>
            <a:solidFill>
              <a:srgbClr val="FFA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1952534" y="2100428"/>
              <a:ext cx="2840038" cy="759976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000" dirty="0"/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 rot="10800000">
              <a:off x="2104934" y="4802910"/>
              <a:ext cx="2840038" cy="993815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8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4545" y="6177986"/>
              <a:ext cx="113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33CC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1724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Isosceles Triangle 2"/>
                <p:cNvSpPr/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Isosceles Tri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/>
                <p:cNvSpPr/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𝑍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Isosceles Tri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-13253" y="1459468"/>
              <a:ext cx="1704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Any NP Problem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/>
                    <a:t>Solution for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𝑪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869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397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“Together they stand, together they fall”</a:t>
                </a:r>
              </a:p>
              <a:p>
                <a:r>
                  <a:rPr lang="en-US" dirty="0"/>
                  <a:t>Problems solvable in polynomial time </a:t>
                </a:r>
                <a:r>
                  <a:rPr lang="en-US" dirty="0" err="1"/>
                  <a:t>iff</a:t>
                </a:r>
                <a:r>
                  <a:rPr lang="en-US" dirty="0"/>
                  <a:t> ALL NP problems are</a:t>
                </a:r>
              </a:p>
              <a:p>
                <a:r>
                  <a:rPr lang="en-US" dirty="0"/>
                  <a:t>NP-Complete = NP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NP-Hard</a:t>
                </a:r>
              </a:p>
              <a:p>
                <a:r>
                  <a:rPr lang="en-US" b="1" dirty="0"/>
                  <a:t>How to show a problem is NP-Complete?</a:t>
                </a:r>
              </a:p>
              <a:p>
                <a:pPr lvl="1"/>
                <a:r>
                  <a:rPr lang="en-US" dirty="0"/>
                  <a:t>Show it belongs to NP</a:t>
                </a:r>
              </a:p>
              <a:p>
                <a:pPr lvl="2"/>
                <a:r>
                  <a:rPr lang="en-US" dirty="0"/>
                  <a:t>Give a polynomial time verifier</a:t>
                </a:r>
              </a:p>
              <a:p>
                <a:pPr lvl="1"/>
                <a:r>
                  <a:rPr lang="en-US" dirty="0"/>
                  <a:t>Show it is NP-Hard</a:t>
                </a:r>
              </a:p>
              <a:p>
                <a:pPr lvl="2"/>
                <a:r>
                  <a:rPr lang="en-US" dirty="0"/>
                  <a:t>Give a reduction from another NP-H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  <a:blipFill>
                <a:blip r:embed="rId2"/>
                <a:stretch>
                  <a:fillRect l="-1284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CDBFF3-E85D-EA6A-D3FB-B51CEA446A46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B0C6A3-2672-4B14-7D3B-BEE0949E0F2F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6D442D-50BF-E4D1-B1C9-D65776F6C362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BF586D-67E4-9D63-F9B4-38F29C057C58}"/>
                  </a:ext>
                </a:extLst>
              </p:cNvPr>
              <p:cNvSpPr/>
              <p:nvPr/>
            </p:nvSpPr>
            <p:spPr>
              <a:xfrm>
                <a:off x="605529" y="1601803"/>
                <a:ext cx="10590790" cy="496778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08F89D-EDDE-F874-7592-85060B08251D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59956194-81F0-C6BF-684A-E7078D316ABB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/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/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𝐶𝑜𝑚𝑝𝑙𝑒𝑡𝑒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619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273935"/>
            <a:ext cx="2288204" cy="707528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could be done in polynomial time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could be done in polynomial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124200"/>
            <a:ext cx="2288204" cy="857263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cannot be done in polynomial time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cannot be done in polynomial time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5EF8E-C9BA-6096-6AD2-BB564BA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</p:spTree>
    <p:extLst>
      <p:ext uri="{BB962C8B-B14F-4D97-AF65-F5344CB8AC3E}">
        <p14:creationId xmlns:p14="http://schemas.microsoft.com/office/powerpoint/2010/main" val="10867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Because they are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𝐻𝑎𝑟𝑑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is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235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1550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entire field of cryptography relies on it (nearly at least)</a:t>
                </a:r>
              </a:p>
              <a:p>
                <a:pPr lvl="1"/>
                <a:r>
                  <a:rPr lang="en-US" dirty="0"/>
                  <a:t>Requires decrypting with a key is easier than decrypting without a key</a:t>
                </a:r>
              </a:p>
              <a:p>
                <a:pPr lvl="2"/>
                <a:r>
                  <a:rPr lang="en-US" dirty="0"/>
                  <a:t>This is strongly related to requiring a difference in difficulty between verifying a candidate solution and finding a solution in the first place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 problems remain intractable </a:t>
                </a:r>
              </a:p>
              <a:p>
                <a:pPr lvl="1"/>
                <a:r>
                  <a:rPr lang="en-US" dirty="0"/>
                  <a:t>Cryptography persists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may get efficient solutions for important problems</a:t>
                </a:r>
              </a:p>
              <a:p>
                <a:pPr lvl="1"/>
                <a:r>
                  <a:rPr lang="en-US" dirty="0"/>
                  <a:t>Cryptography is potentially doomed.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927" t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919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8457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AF96FFB7-6607-6F79-B3BA-77C3C283E189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396240" y="715328"/>
            <a:chExt cx="12469756" cy="614267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1635B6-F402-1095-4877-EFE866AA1617}"/>
                </a:ext>
              </a:extLst>
            </p:cNvPr>
            <p:cNvSpPr/>
            <p:nvPr/>
          </p:nvSpPr>
          <p:spPr>
            <a:xfrm>
              <a:off x="396240" y="715328"/>
              <a:ext cx="11602720" cy="614267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/>
                <p:nvPr/>
              </p:nvSpPr>
              <p:spPr>
                <a:xfrm>
                  <a:off x="3342640" y="733886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640" y="733886"/>
                  <a:ext cx="60960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B632667-D7CC-99D1-7608-1CAA4E04D1B4}"/>
                </a:ext>
              </a:extLst>
            </p:cNvPr>
            <p:cNvSpPr/>
            <p:nvPr/>
          </p:nvSpPr>
          <p:spPr>
            <a:xfrm>
              <a:off x="605530" y="1601802"/>
              <a:ext cx="10590790" cy="496778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AF8506-45D6-1464-2EA9-BAD5C9E44E96}"/>
                </a:ext>
              </a:extLst>
            </p:cNvPr>
            <p:cNvSpPr/>
            <p:nvPr/>
          </p:nvSpPr>
          <p:spPr>
            <a:xfrm>
              <a:off x="955040" y="2404053"/>
              <a:ext cx="8991600" cy="3777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/>
                <p:nvPr/>
              </p:nvSpPr>
              <p:spPr>
                <a:xfrm>
                  <a:off x="1391920" y="3105003"/>
                  <a:ext cx="4998720" cy="2555240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920" y="3105003"/>
                  <a:ext cx="4998720" cy="255524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61229C-901F-E6AA-7760-7159895368CF}"/>
                    </a:ext>
                  </a:extLst>
                </p:cNvPr>
                <p:cNvSpPr txBox="1"/>
                <p:nvPr/>
              </p:nvSpPr>
              <p:spPr>
                <a:xfrm>
                  <a:off x="4918353" y="2487883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61229C-901F-E6AA-7760-715989536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8353" y="2487883"/>
                  <a:ext cx="609600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71E19D-2C78-C958-C3C5-E54426343C33}"/>
                </a:ext>
              </a:extLst>
            </p:cNvPr>
            <p:cNvGrpSpPr/>
            <p:nvPr/>
          </p:nvGrpSpPr>
          <p:grpSpPr>
            <a:xfrm>
              <a:off x="5659484" y="5496161"/>
              <a:ext cx="2475158" cy="750577"/>
              <a:chOff x="6200745" y="5135200"/>
              <a:chExt cx="2475158" cy="750577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C71D22A-C4FD-A562-E8FB-9618A48A76F8}"/>
                  </a:ext>
                </a:extLst>
              </p:cNvPr>
              <p:cNvGrpSpPr/>
              <p:nvPr/>
            </p:nvGrpSpPr>
            <p:grpSpPr>
              <a:xfrm rot="1389724">
                <a:off x="6200745" y="5135200"/>
                <a:ext cx="2475158" cy="523220"/>
                <a:chOff x="6197600" y="5013683"/>
                <a:chExt cx="2475158" cy="523220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D281509-7CCC-72FA-5A63-28BAA927617A}"/>
                    </a:ext>
                  </a:extLst>
                </p:cNvPr>
                <p:cNvSpPr txBox="1"/>
                <p:nvPr/>
              </p:nvSpPr>
              <p:spPr>
                <a:xfrm>
                  <a:off x="7053897" y="5013683"/>
                  <a:ext cx="9556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Gap?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B82661DB-8387-2CF0-35D0-C14C37B0B8E7}"/>
                    </a:ext>
                  </a:extLst>
                </p:cNvPr>
                <p:cNvCxnSpPr>
                  <a:stCxn id="12" idx="1"/>
                </p:cNvCxnSpPr>
                <p:nvPr/>
              </p:nvCxnSpPr>
              <p:spPr>
                <a:xfrm flipH="1">
                  <a:off x="6197600" y="5275293"/>
                  <a:ext cx="856297" cy="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215AF750-7ABB-9963-C32B-09B336727927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>
                  <a:off x="8009501" y="5275293"/>
                  <a:ext cx="663257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565268-1DFA-2BDF-B753-888B618F5053}"/>
                  </a:ext>
                </a:extLst>
              </p:cNvPr>
              <p:cNvSpPr txBox="1"/>
              <p:nvPr/>
            </p:nvSpPr>
            <p:spPr>
              <a:xfrm rot="1389724">
                <a:off x="6228679" y="5362557"/>
                <a:ext cx="18106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Unknown!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D8DB62C-26FA-47C4-9CF8-BA550BE15574}"/>
                </a:ext>
              </a:extLst>
            </p:cNvPr>
            <p:cNvSpPr txBox="1"/>
            <p:nvPr/>
          </p:nvSpPr>
          <p:spPr>
            <a:xfrm>
              <a:off x="4355537" y="4040747"/>
              <a:ext cx="130394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Sorting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Shortest Path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Euler Path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E90524-0054-417F-44E8-4B21DAC3A3E9}"/>
                </a:ext>
              </a:extLst>
            </p:cNvPr>
            <p:cNvSpPr txBox="1"/>
            <p:nvPr/>
          </p:nvSpPr>
          <p:spPr>
            <a:xfrm>
              <a:off x="6506152" y="3146462"/>
              <a:ext cx="1765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Cryptography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Prime factorization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FB1F7F-722C-2555-934B-D67F0220B70F}"/>
                </a:ext>
              </a:extLst>
            </p:cNvPr>
            <p:cNvSpPr txBox="1"/>
            <p:nvPr/>
          </p:nvSpPr>
          <p:spPr>
            <a:xfrm>
              <a:off x="7834400" y="886339"/>
              <a:ext cx="92794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Checkers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Go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Chess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11B5139-FBD7-3531-7C1C-1F1621BA7785}"/>
                    </a:ext>
                  </a:extLst>
                </p:cNvPr>
                <p:cNvSpPr txBox="1"/>
                <p:nvPr/>
              </p:nvSpPr>
              <p:spPr>
                <a:xfrm rot="2360876">
                  <a:off x="6769996" y="2815137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𝐶𝑜𝑚𝑝𝑙𝑒𝑡𝑒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11B5139-FBD7-3531-7C1C-1F1621BA7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360876">
                  <a:off x="6769996" y="2815137"/>
                  <a:ext cx="609600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F67D4C-CBE9-7144-95D5-AA867D702FFA}"/>
                </a:ext>
              </a:extLst>
            </p:cNvPr>
            <p:cNvSpPr txBox="1"/>
            <p:nvPr/>
          </p:nvSpPr>
          <p:spPr>
            <a:xfrm>
              <a:off x="5471488" y="1570018"/>
              <a:ext cx="230859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Vertex Cover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Independent Set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Hamiltonian Path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26F47A85-59BE-F883-E96D-625BE705A42A}"/>
                  </a:ext>
                </a:extLst>
              </p:cNvPr>
              <p:cNvSpPr/>
              <p:nvPr/>
            </p:nvSpPr>
            <p:spPr>
              <a:xfrm rot="2172224">
                <a:off x="9931653" y="5228397"/>
                <a:ext cx="1995037" cy="988196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𝐻𝑎𝑟𝑑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26F47A85-59BE-F883-E96D-625BE705A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72224">
                <a:off x="9931653" y="5228397"/>
                <a:ext cx="1995037" cy="988196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0785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 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5495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05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58480</TotalTime>
  <Words>3478</Words>
  <Application>Microsoft Office PowerPoint</Application>
  <PresentationFormat>Widescreen</PresentationFormat>
  <Paragraphs>561</Paragraphs>
  <Slides>57</Slides>
  <Notes>0</Notes>
  <HiddenSlides>26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Cambria Math</vt:lpstr>
      <vt:lpstr>Ravie</vt:lpstr>
      <vt:lpstr>Calibri Light</vt:lpstr>
      <vt:lpstr>Office Theme</vt:lpstr>
      <vt:lpstr>CSE 332 Winter 2026 Lecture 24: Complexity and Tractability</vt:lpstr>
      <vt:lpstr>Running Times</vt:lpstr>
      <vt:lpstr>Running Times</vt:lpstr>
      <vt:lpstr>Tractability</vt:lpstr>
      <vt:lpstr>7 Bridges of Königsberg</vt:lpstr>
      <vt:lpstr>Euler Path Problem</vt:lpstr>
      <vt:lpstr>Examples</vt:lpstr>
      <vt:lpstr>Euler’s Theorem</vt:lpstr>
      <vt:lpstr>Algorithm for the Euler Path Problem</vt:lpstr>
      <vt:lpstr>A Seemingly Similar Problem</vt:lpstr>
      <vt:lpstr>Algorithms for the Hamiltonian Path Problem</vt:lpstr>
      <vt:lpstr>Option 2: List all sequences, look for a path</vt:lpstr>
      <vt:lpstr>Option 1: Explore all simple paths, check for one of length V</vt:lpstr>
      <vt:lpstr>Complexity Classes</vt:lpstr>
      <vt:lpstr>Complexity Classes and Tractability</vt:lpstr>
      <vt:lpstr>EXP and P</vt:lpstr>
      <vt:lpstr>Members</vt:lpstr>
      <vt:lpstr>Studying Complexity and Tractability</vt:lpstr>
      <vt:lpstr>Some problems in EXP seem “easier”</vt:lpstr>
      <vt:lpstr>Class NP</vt:lpstr>
      <vt:lpstr>EXP⊃NP⊇P </vt:lpstr>
      <vt:lpstr>Solving and Verifying Hamiltonian Path</vt:lpstr>
      <vt:lpstr>Party Problem</vt:lpstr>
      <vt:lpstr>Independent Set</vt:lpstr>
      <vt:lpstr>Example</vt:lpstr>
      <vt:lpstr>Solving and Verifying Independent Set</vt:lpstr>
      <vt:lpstr>Generalized Baseball</vt:lpstr>
      <vt:lpstr>Generalized Baseball</vt:lpstr>
      <vt:lpstr>Vertex Cover</vt:lpstr>
      <vt:lpstr>Example</vt:lpstr>
      <vt:lpstr>Solving and Verifying Vertex Cover</vt:lpstr>
      <vt:lpstr>EXP⊃NP⊇P </vt:lpstr>
      <vt:lpstr>Way Cool!</vt:lpstr>
      <vt:lpstr>Way Cool!</vt:lpstr>
      <vt:lpstr>Solving Vertex Cover and Independent Set</vt:lpstr>
      <vt:lpstr>Reduction</vt:lpstr>
      <vt:lpstr>Independent Set Reduces To Vertex Cover</vt:lpstr>
      <vt:lpstr>Reductions</vt:lpstr>
      <vt:lpstr>MacGyver’s Reduction</vt:lpstr>
      <vt:lpstr>NP-Complete</vt:lpstr>
      <vt:lpstr>EXP⊃NP-Complete⊇NP⊇P </vt:lpstr>
      <vt:lpstr>NP-Hard</vt:lpstr>
      <vt:lpstr>NP-Hard Idea</vt:lpstr>
      <vt:lpstr>Showing NP-Hardness</vt:lpstr>
      <vt:lpstr>NP-Complete</vt:lpstr>
      <vt:lpstr>NP-Completeness</vt:lpstr>
      <vt:lpstr>NP-Completeness</vt:lpstr>
      <vt:lpstr>Overview</vt:lpstr>
      <vt:lpstr>Why should YOU care?</vt:lpstr>
      <vt:lpstr>Why should YOU care?</vt:lpstr>
      <vt:lpstr>Does P=NP?</vt:lpstr>
      <vt:lpstr>When Will P=NP be resolved?</vt:lpstr>
      <vt:lpstr>Notable Statements on P vs NP</vt:lpstr>
      <vt:lpstr>NP-Complete</vt:lpstr>
      <vt:lpstr>EXP⊃NP-Complete⊇NP⊇P </vt:lpstr>
      <vt:lpstr>Overview</vt:lpstr>
      <vt:lpstr>Why should YOU care?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379</cp:revision>
  <dcterms:created xsi:type="dcterms:W3CDTF">2023-10-13T16:06:42Z</dcterms:created>
  <dcterms:modified xsi:type="dcterms:W3CDTF">2026-03-09T13:38:46Z</dcterms:modified>
</cp:coreProperties>
</file>