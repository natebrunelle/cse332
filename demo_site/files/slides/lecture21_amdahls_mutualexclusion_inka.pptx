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7" r:id="rId2"/>
    <p:sldId id="399" r:id="rId3"/>
    <p:sldId id="400" r:id="rId4"/>
    <p:sldId id="401" r:id="rId5"/>
    <p:sldId id="402" r:id="rId6"/>
    <p:sldId id="403" r:id="rId7"/>
    <p:sldId id="409" r:id="rId8"/>
    <p:sldId id="405" r:id="rId9"/>
    <p:sldId id="406" r:id="rId10"/>
    <p:sldId id="410" r:id="rId11"/>
    <p:sldId id="408" r:id="rId12"/>
    <p:sldId id="258" r:id="rId13"/>
    <p:sldId id="259" r:id="rId14"/>
    <p:sldId id="327" r:id="rId15"/>
    <p:sldId id="328" r:id="rId16"/>
    <p:sldId id="329" r:id="rId17"/>
    <p:sldId id="330" r:id="rId18"/>
    <p:sldId id="331" r:id="rId19"/>
    <p:sldId id="264" r:id="rId20"/>
    <p:sldId id="260" r:id="rId21"/>
    <p:sldId id="332" r:id="rId22"/>
    <p:sldId id="333" r:id="rId23"/>
    <p:sldId id="261" r:id="rId24"/>
    <p:sldId id="324" r:id="rId25"/>
    <p:sldId id="325" r:id="rId26"/>
    <p:sldId id="326" r:id="rId27"/>
    <p:sldId id="269" r:id="rId28"/>
    <p:sldId id="270" r:id="rId29"/>
    <p:sldId id="271" r:id="rId30"/>
    <p:sldId id="272" r:id="rId31"/>
    <p:sldId id="273" r:id="rId32"/>
    <p:sldId id="274" r:id="rId33"/>
    <p:sldId id="276" r:id="rId34"/>
    <p:sldId id="334" r:id="rId35"/>
    <p:sldId id="277" r:id="rId36"/>
    <p:sldId id="278" r:id="rId37"/>
  </p:sldIdLst>
  <p:sldSz cx="12192000" cy="6858000"/>
  <p:notesSz cx="6858000" cy="9144000"/>
  <p:embeddedFontLst>
    <p:embeddedFont>
      <p:font typeface="Cambria Math" panose="02040503050406030204" pitchFamily="18"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33:39.892"/>
    </inkml:context>
    <inkml:brush xml:id="br0">
      <inkml:brushProperty name="width" value="0.05292" units="cm"/>
      <inkml:brushProperty name="height" value="0.05292" units="cm"/>
      <inkml:brushProperty name="color" value="#FF0000"/>
    </inkml:brush>
  </inkml:definitions>
  <inkml:trace contextRef="#ctx0" brushRef="#br0">2706 3172 0,'0'0'0,"0"0"0,0 0 0,-9 0 31,1 17-15,-1 9-16,0 25 15,-16 34 1,-1 25-16,1-8 16,8-17-1,8-25-15,9-18 16,0 1-16,17-17 0,9 8 31,25-9-15,26-16-16,17-1 15,8-16 1,9-1-16,17-16 16,9 8-1,8 8-15,34 1 16,9-1-1,16 9-15,18 9 16,9 16 0,8 1-16,8-1 15,-33 9 1,-35 0-16,-25 9 16,-35-1-1,-42 1-15,-26-18 16,-25-8-1,-1-8-15,-16-1 16,-1 1 0,1-18-16,8-8 15,0-25 1,0-43-16,9-43 16,-9-8-1,17-153-15</inkml:trace>
  <inkml:trace contextRef="#ctx0" brushRef="#br0" timeOffset="1107.29">8825 3113 0,'0'0'0,"0"0"0,-8 8 15,-1 18 1,-8 8-16,8 17 16,1-9-1,8 9 1,0-8-16,0-1 16,0-8-16,0 0 15,8-8 1,10-1-1,-1 1 1,17-1-16,25-8 0,10 0 31,25-8-31,17-1 16,8 1-16,26-18 16,17 9-1,18 0-15,7 0 16,35 0-1,0 17 1,-8 0-16,-1 0 16,-34 9-16,-17-9 15,0 8 1,-42-8-16,-43 9 16,-17-9-1,-18-8 1,-16-1-16,-9-8 15,-9-8 1,1-1-16,-1-17 0,-16-25 16,-1-34-16,-8-25 31,9-9-15,8 68-16</inkml:trace>
  <inkml:trace contextRef="#ctx0" brushRef="#br0" timeOffset="14015.6">1212 1208 0,'0'0'0,"0"0"16,0 0-16,0 0 15,17 0 1,17 0-16,34 0 16,-8 0-16,17 0 15,0 0 1,-26 8-16,-17 9 15,103 26 1,68 25 0,-69 0-16,-68-17 15,52 25 1,42 9-16,-34-34 16,-51-17-1,-34-8 1,-18-1-16,-16-16 15</inkml:trace>
  <inkml:trace contextRef="#ctx0" brushRef="#br0" timeOffset="14386.46">2825 1386 0,'0'0'0,"0"0"16,0 17-1,0 0 1,0 9-1,26 16 1,33 9-16,18 9 16,9-9-1,-27-9-15,-25-8 16,-68 9 0,-51 33-16,-273 52 15,-189 42 1,155-51-16</inkml:trace>
  <inkml:trace contextRef="#ctx0" brushRef="#br0" timeOffset="28957.07">13024 1199 0,'-8'0'15,"-43"0"-15,-52 0 16,9 0-16,52 0 16,16 0-1,-25 0 1,-94 0-16,-35 26 16,70 16-1,58-8-15,1 26 16,-34 16-1,-9-8-15,34-25 16,26-18 0,17-16-16,0-1 15,8 1-15</inkml:trace>
  <inkml:trace contextRef="#ctx0" brushRef="#br0" timeOffset="29239.65">11983 1097 0,'0'0'0,"-8"0"16,-27 17-1,-7 0-15,-27 9 16,-33 16 0,25 18-1,35 8-15,7 8 16,18-8-1,0-8-15,9-18 16,-1 1 0,9-1-16,9-8 15,76 0 1,60 0-16,77-34 16,137-25-1</inkml:trace>
  <inkml:trace contextRef="#ctx0" brushRef="#br0" timeOffset="67301.48">4524 6064 0,'0'0'0,"0"0"0,0 0 0,-9 25 0,0 18 16,-8 25-1,0 25-15,9-25 16,-1-17 0,1-17-1,-9 9-15,8-9 0,1 0 16,-1 0 0,9-9-1,0-8-15,0 0 16,0-8-1,0 0 1,0-9-16,0 0 16,0 0-16,0 0 15,0-9 1,9 0 0,16 1-16,26-9 15,18 0-15,25 0 0,8 0 16,-25 8 15,25 9-31,35 0 16,8 0-16,-34-8 15,17 8 1,43 0 0,-18 0-16,-8 0 15,9 0-15,0 0 0,-18 0 31,-34 0-31,9-9 0,-8 9 32,-26-8-32,8-1 15,-8-8 1,-26-8 0,-8-1-16,-18-8 0,1-8 31,-18-9-31,1 8 15,0-16 1,-9-18-16,8 35 16</inkml:trace>
  <inkml:trace contextRef="#ctx0" brushRef="#br0" timeOffset="105287.93">5906 4414 0,'0'0'0,"0"0"0,0 0 0,-8 0 0,-1 0 0,1 0 15,-9 17 1,-9 17-16,0 42 31,-8 18-31,-9-9 0,-8-17 16,17-25 15,17-18-31,0-8 16,8-8-1,1-1-15,8 1 16</inkml:trace>
  <inkml:trace contextRef="#ctx0" brushRef="#br0" timeOffset="105600.77">5377 4924 0,'0'0'0,"0"0"16,0 0-1,17 0 1,0 17 0,0 9-1,9 8-15,-1 17 16,-16-9-1,8 1-15,26 8 16,8-17 0,17-26-16,26-25 15,0-8 1,-26-35-16,-34 26 16</inkml:trace>
  <inkml:trace contextRef="#ctx0" brushRef="#br0" timeOffset="120683.21">21482 6761 0,'0'0'0,"0"0"0,0 0 15,0 0 1,0 0-16,0 0 15,0 0 1,0 0 0,-8 17-1,-1 9-15,-16 16 0,-18 9 16,0 9 0,9-1-1,9 1-15,8-18 16,0-8-1,8-8 1,0-18-16,9 1 0</inkml:trace>
  <inkml:trace contextRef="#ctx0" brushRef="#br0" timeOffset="120974.97">20902 7101 0,'0'0'0,"0"0"0,0 0 16,0 0-1,-8 0-15,-1 9 16,0 8-16,9 8 16,0 18-1,18 8 1,-1 8-16,0-16 15,0-9 1,0-9-16,0 1 16,0-18-1,26 1-15,16-1 16,-33-8 0</inkml:trace>
  <inkml:trace contextRef="#ctx0" brushRef="#br0" timeOffset="132173.49">28182 10656 0,'0'0'0,"0"0"0,0 0 0,0 0 31,0 0-15,0 0-16,-8 0 16,8 0-16,-9 0 15,1 0 1,-1 0-1,1 17-15,-1 9 16,-8 8-16,9 8 16,-9 26-1,-1 0 1,1-8 0,9-18-16,-1-16 15,1-1-15,-1 9 16,1 0-1,-18 17-15,-8 0 16,17-25 0</inkml:trace>
  <inkml:trace contextRef="#ctx0" brushRef="#br0" timeOffset="132514.9">27483 11209 0,'0'0'0,"0"0"0,0 0 16,0 0-16,0 0 15,0 8-15,8 9 32,1 0-32,-1 9 15,1-1 1,8-8-1,0 9-15,17-1 16,0-16 0,17-1-16,18-8 15,-1-8 1,0-1-16,17-16 16,9-9-1,-17-9-15,-43 26 16</inkml:trace>
  <inkml:trace contextRef="#ctx0" brushRef="#br0" timeOffset="154895.59">4157 8726 0,'0'0'0,"0"0"0,42-9 16,26-8 0,69-17-16,102-8 15,0-1 1,43 17-1,93 1-15</inkml:trace>
  <inkml:trace contextRef="#ctx0" brushRef="#br0" timeOffset="163858.56">21525 6582 0,'0'0'0,"0"0"0,0 0 16,0 0 0,0 0-1,0 0-15,0 0 16,-8 0 0,-1 17-16,-25 26 15,0 8 1,-9 17-1,0 0-15,9 17 16,0 0 0,9 0-16,7-8 15,1-9-15,0-26 16,17-16 0,0-18-16</inkml:trace>
  <inkml:trace contextRef="#ctx0" brushRef="#br0" timeOffset="164356.54">20868 7059 0,'0'0'0,"0"0"16,0 0 0,0 0-16,0 0 15,0 0 1,0 17-1,8 0-15,1 17 16,0 0 0,-9 17-16,8 17 15,-8 0-15,0-9 16,0 9 0,0-8-16,9-18 15,8-16 1,0 0-16,0-1 15,17-16 1,9-1-16,8-16 16,34-18-16,26-8 31,17 0-31,-8 0 16,-61 25-16</inkml:trace>
  <inkml:trace contextRef="#ctx0" brushRef="#br0" timeOffset="188157.28">3918 11200 0,'0'0'0,"0"0"0,0-8 16,42-1-1,52 1-15,26-9 16,-35 0 0,-34 8-16,17 9 15,60-8-15,26-9 16,-34 17-1,-61-9-15,-33 1 16</inkml:trace>
  <inkml:trace contextRef="#ctx0" brushRef="#br0" timeOffset="188553.65">4524 10911 0,'0'0'0,"0"0"15,25 17-15,9 0 16,17 17-1,18 9-15,8-1 16,-18-8 0,-25-8-16,-8-18 15,0 9 1,8 0 0,-9-8-16,1-1 15,-17 1 1,-1-9-16,-8 0 15,-60 34 1,-127 59-16,-138 69 16</inkml:trace>
  <inkml:trace contextRef="#ctx0" brushRef="#br0" timeOffset="209133.46">13110 11319 0,'0'0'0,"-9"0"16,-8-8-1,-26-1-15,1 1 16,8-9-16,-9 8 16,-34-8-1,0 0 1,35 17-16,-10 0 15,-24 0 1,-18 0-16,-9 9 16,-8-1-1,43-8-15,25 0 16,26 9 0,9-9-1</inkml:trace>
  <inkml:trace contextRef="#ctx0" brushRef="#br0" timeOffset="209353.52">12034 11064 0,'0'0'0,"0"0"0,0 0 16,0 0-16,0 17 31,-8 0-31,-1 0 15,-16 17 1,-18 9 0,-8 16-16,17 1 15,8-9-15,52 8 16,-1-33 0</inkml:trace>
  <inkml:trace contextRef="#ctx0" brushRef="#br0" timeOffset="-214540.71">3994 12510 0,'0'0'0,"9"-8"16,16 8-16,18 0 15,51 0 1,68 0-16,60 17 16,17 0-1,77-17-15,68-17 16</inkml:trace>
  <inkml:trace contextRef="#ctx0" brushRef="#br0" timeOffset="-163447.34">3184 16218 0,'0'0'0,"0"0"16,0 0-16,0 0 15,0 0 1,0 0-16,0 0 16,8 0-1,9 9 1,17-1-16,52 1 15,42-18 1,8 1 0,1-9-16,-9-1 15,8-7 1,1-1-16,-26 9 0,-34 0 16,-9 0-1,-8 0 1,-18 0-1,-25 9-15,-8 8 16,-18-9 0,1 1-16,-1-1 15,-16 1 1,-18-1-16,-8 1 16,8-1-1,9 9-15,17 0 0,0 0 16,17 0-16,0 0 31,0 0-15,17 17-16,26 0 15,25 17 1,17 9-16,-8-9 0,-17 0 16,-17-9-1,-18 1 1,-8-9-1,-8 0-15,-18 17 16,-8-8 0</inkml:trace>
  <inkml:trace contextRef="#ctx0" brushRef="#br0" timeOffset="-78896.95">11659 15674 0,'0'0'0,"0"0"16,0 0-16,17-9 15,34-8 1,26 0-1,25 9 1,35 16 0,51 26-16,68 26 0,25 8 31,155 0-31,-18-9 16</inkml:trace>
  <inkml:trace contextRef="#ctx0" brushRef="#br0" timeOffset="-77354.9">16908 15852 0,'8'0'0,"26"0"0,43-8 16,111-1-1,51 1-15,-17-1 16,51 9 0,85 17-1,44-17-15,93-34 16,-77 0-1</inkml:trace>
  <inkml:trace contextRef="#ctx0" brushRef="#br0" timeOffset="-70124.07">10404 14747 0,'0'0'0,"0"0"0,0 0 16,43 25-16,59 1 15,52-9 1,136-43-16,77-25 16,-9-25-1</inkml:trace>
  <inkml:trace contextRef="#ctx0" brushRef="#br0" timeOffset="-56630.44">19878 13879 0,'0'0'0,"0"0"0,0 0 0,0 0 15,0-8 1,17-1 0,0-8-1,9-8 1,-1 8-16,-16 0 0,-1 17 31,-8 0-31,0 0 16,0 0-1,0 0-15,-8 0 16,-1-9-16,-25 1 0,-26-9 31,-8 0-15,34 8-16,0 1 0,0-1 31,17 1-31,0-1 16,-1 1-1,1-1-15,9-8 0,-1 0 16,9 0 0,-8 9-1,-1-1 1,1 9-16,-1 0 15,-8 0 1,0 0-16,-9 0 16,1 17-1,8 0-15,0 0 16,0-8 0,8-1-16,9 1 15,0-9 1,0 0-16,0 0 15,0 0-15,0 0 16,0 0 0,-8 8-1,8 9-15,0 0 16,8 17 0,26 9-16,-8-9 15</inkml:trace>
  <inkml:trace contextRef="#ctx0" brushRef="#br0" timeOffset="-55256.46">20100 13854 0,'0'0'0,"0"0"16,0 0-1,0 0 1,0 0-16,0 0 15,0 0 1,0 0 0,0 0-16,0 0 15,0 0-15,0 0 16,-9 0 0,-16 0-16,-18 17 15,-17 0 1,-17 17-1,-16 17-15,7 8 16,1-8-16,17-8 16,16-18-16,18 1 15,17-18 1,17 1-16,0-9 31</inkml:trace>
  <inkml:trace contextRef="#ctx0" brushRef="#br0" timeOffset="-54881.11">19588 13811 0,'0'0'0,"-9"-8"15,-8-1 1,-9 1 0,-16-1-16,-9 9 0,-26 9 15,-17 25 1,17 8 0,17 18-1,1-1-15,24-8 16,18 9-16,17-1 15,17-8-15,18 0 16,33-8 0,26-17-1,25-1 1,-8 9-16,-8 9 16,-44-18-1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40:28.628"/>
    </inkml:context>
    <inkml:brush xml:id="br0">
      <inkml:brushProperty name="width" value="0.05292" units="cm"/>
      <inkml:brushProperty name="height" value="0.05292" units="cm"/>
      <inkml:brushProperty name="color" value="#FF0000"/>
    </inkml:brush>
  </inkml:definitions>
  <inkml:trace contextRef="#ctx0" brushRef="#br0">3277 3878 0,'0'-8'0,"120"8"0,136 0 0,1203-94 0,-955 60 16,-103 8-16</inkml:trace>
  <inkml:trace contextRef="#ctx0" brushRef="#br0" timeOffset="491.69">8467 3955 0,'0'0'0,"34"0"0,51 8 15,205-8 1,94-17 0,52-25-1,101 8-15,1 17 16,-128 8 0</inkml:trace>
  <inkml:trace contextRef="#ctx0" brushRef="#br0" timeOffset="1221.38">13468 4108 0,'0'0'0,"0"0"0,0 0 16,9 0-1,16-9-15,137-16 16,146 8-1,93 8-15,154 9 32,153 34-32,17-34 15,-298-17-15</inkml:trace>
  <inkml:trace contextRef="#ctx0" brushRef="#br0" timeOffset="2311.78">17719 3844 0,'0'0'0,"0"0"0,17 9 32,42 8-17,86 0-15,112 0 0,127-34 16,76-34-1,104-1 1,-137 35 0</inkml:trace>
  <inkml:trace contextRef="#ctx0" brushRef="#br0" timeOffset="11545.19">15610 10597 0,'0'0'0,"0"0"0,0 0 16,-8 0-1,-35-9-15,-25 9 16,-9 0 0,-68 26-16,-51 16 15,16 9 1,10 34-1,-35 26-15,60 8 16,77-9-16,16 9 16,27 9-1,16 25-15,35-17 16,93-17 0,43-25-1,129-26-15,16-26 16,-25-59-16,-1-8 15,-67-18 1,-1-33 0,-42-35-16,-18-25 15,-50-8 1,-52-1-16,-77-25 16,-127-26-1,-189 18-15,-230 93 16,-196 153-1,333 17-15</inkml:trace>
  <inkml:trace contextRef="#ctx0" brushRef="#br0" timeOffset="18623.98">16916 11490 0,'0'0'0,"0"0"15,-8-9 1,-1 1-16,-8-9 0,9 17 31</inkml:trace>
  <inkml:trace contextRef="#ctx0" brushRef="#br0" timeOffset="19351.66">16379 11311 0,'0'0'0,"0"0"15,0 0 1,0 0-16,0 0 16,0 0-1,0 0-15,0 0 16,0 0-1,8 0-15,18 0 16,33 0 0,18 0-16,9 0 15,-18 17 1,0 0-16,9 8 16,0 18-1,0 17-15,-1 16 16,-7 18-16,-18-1 15,-8-8-15,-9 43 32,-17 25-17,-26-9-15,-8-25 16,-8 18 0,-10-18-16,1-17 15,0-17-15,9-26 0,-10-8 16,-7 0-1,8-8-15,17-18 32,-1-16-17,10-9-15,-1 0 16</inkml:trace>
  <inkml:trace contextRef="#ctx0" brushRef="#br0" timeOffset="19592.78">16660 12978 0,'0'0'0,"0"0"15,0 0 1,0 0 0,0 0-16,0 0 0,0 0 15,9 8 1,8 9-16,0 17 16,0 17-1,9 0 1,-9 0-1,0-8 1,17-1-16,9-8 16,33-17-1,44-17-15,161-42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47:14.939"/>
    </inkml:context>
    <inkml:brush xml:id="br0">
      <inkml:brushProperty name="width" value="0.05292" units="cm"/>
      <inkml:brushProperty name="height" value="0.05292" units="cm"/>
      <inkml:brushProperty name="color" value="#FF0000"/>
    </inkml:brush>
  </inkml:definitions>
  <inkml:trace contextRef="#ctx0" brushRef="#br0">1741 12034 0,'0'0'0,"26"0"0,59 0 15,60 0 1,26 8-1,17 1 1,-9-9-16,26 17 0,34-9 16,-52 1-1,-7 8-15,25 8 32,-60-8-32,-43-8 15,18-1 1,-27-16-16,-7-18 15,-9-25 1,-35 26-16</inkml:trace>
  <inkml:trace contextRef="#ctx0" brushRef="#br0" timeOffset="270.95">3602 11575 0,'0'0'0,"0"0"15,0 0-15,17 17 16,34 0 0,69 17-1,50-9-15,27 1 16,-1-1-16,-8 9 16,-43 0-1,-51 0 1,-43 9-16,-26 16 15,-67 69 1,-163 101-16,-137 10 16,-7-44-16</inkml:trace>
  <inkml:trace contextRef="#ctx0" brushRef="#br0" timeOffset="117684.97">24504 808 0,'0'0'0,"0"0"0,0 8 15,0 18 1,0 16-16,0 35 15,-9 42 1,-8 77-16,-25-1 16,-10-50-1,-7 42-15,-1-8 16,26-77 0,17-68-16</inkml:trace>
  <inkml:trace contextRef="#ctx0" brushRef="#br0" timeOffset="118027.59">24171 791 0,'0'0'0,"0"0"0,0 25 32,9 9-32,8 0 0,8 0 31,26-17-16,18 0-15,59-17 16,77-17 0,-35 0-16,-16 0 15,162-17-15</inkml:trace>
  <inkml:trace contextRef="#ctx0" brushRef="#br0" timeOffset="118677.36">25357 1990 0,'0'0'0,"0"0"16,0 17-16,0 17 16,-8 9-1,-1 16-15,-25 26 31,-26 26-15,-8 8-16,17-17 16,0-17-16,17-34 0,-1-17 15,10-9 1,8-16-16,8-1 16,9-25-1,9-34-15,8-51 16,17-17-1,17 17 1,26-17-16,34-8 0,-9 25 16,-16 34 15,-1 17-31,9 8 16,-26 26-16,-17 17 15,-8 0-15,-17 17 31,-18 0-31,1 9 16,-26 16 0,-35 9-16,-50 9 15,-111 16 1,-129 26-16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51:43.630"/>
    </inkml:context>
    <inkml:brush xml:id="br0">
      <inkml:brushProperty name="width" value="0.05292" units="cm"/>
      <inkml:brushProperty name="height" value="0.05292" units="cm"/>
      <inkml:brushProperty name="color" value="#FF0000"/>
    </inkml:brush>
  </inkml:definitions>
  <inkml:trace contextRef="#ctx0" brushRef="#br0">13127 1199 0,'0'0'0,"0"0"0,0 0 16,0 0-1,0 0 1,0 0-1,0 0 1,0 0-16,0 34 16,0 60-1,-17 25-15,-9-9 16,-17 1 0,-16 8-16,16-26 15,17-33 1,9-26-16,17-17 15,0-8 1,17-35-16,35-25 16,24-26-1,35-16-15,17-26 16,9 0 0,-26 34-16,-26 25 15,1 18 1,-27 25-16,1 25 15,-9 26 1,9 60-16,-9 8 16,-25-9-1,-9 1-15,-9-18 16,1-25 0,-9-17-16,0-16 15</inkml:trace>
  <inkml:trace contextRef="#ctx0" brushRef="#br0" timeOffset="328.47">12743 2407 0,'0'0'0,"17"0"16,42 0-16,44-9 15,51 9 1,33 0-16,18-17 15,17-8 1,8 8-16,-50-9 16,101-25-1</inkml:trace>
  <inkml:trace contextRef="#ctx0" brushRef="#br0" timeOffset="850.21">13425 2849 0,'0'0'0,"9"0"0,17 0 15,16 9 1,1 8-16,8 0 16,-8 8-1,-18 9-15,1 9 16,-34 16-1,-35 35-15,-51 25 16,-51 17 0,0-26-1,51-42-15,17-17 16,34-25 0,18-18-1,8 1-15,17-1 16,8-8-16,35 17 15,51 17 1,42 17 0,27-8-16,33 8 15,43-17-15,94-8 16</inkml:trace>
  <inkml:trace contextRef="#ctx0" brushRef="#br0" timeOffset="3724.29">17326 1131 0,'0'0'0,"0"0"15,8 17-15,10 26 16,7 16 0,1 9-16,-26 34 31,-17 17-31,-17-17 16,8-34-16,9-25 15,0-18 1,8-16-16,9-1 15,0-8 1,17-17-16,43-34 16,25-8-1,18-9-15,8 0 16,-17 25 0,-9 18-16,0 25 15,-16 8 1,-18 18-16,-8 25 15,-18 17 1,-25-9-16,-17 1 16,-9-9-1,1-9-15,8-25 16</inkml:trace>
  <inkml:trace contextRef="#ctx0" brushRef="#br0" timeOffset="3989.08">17078 2152 0,'0'0'0,"9"0"0,25 17 15,51 17 1,52-9-1,8 1-15,-8-18 16,42-8 0,0-17-16,-42 9 15,-9-9-15,-34 0 16,-60 8 0</inkml:trace>
  <inkml:trace contextRef="#ctx0" brushRef="#br0" timeOffset="4331.96">17377 3096 0,'-8'8'0,"-9"43"15,-9 34 1,9 0 0,0-25-16,0-18 15,17-16 1,0-1-16,17-8 16,34-8-1,51-1-15,52-25 16,-9-8-1,-8-1-15,-26-8 16,-26 9 0,-25-9-16,-35 25 15</inkml:trace>
  <inkml:trace contextRef="#ctx0" brushRef="#br0" timeOffset="4574.16">17847 3257 0,'0'17'0,"0"43"0,-9 50 16,-8 43-1,-9 0-15,1-42 16,8-9-1,0-34-15,17-17 16,25-34 0,-8-8-16</inkml:trace>
  <inkml:trace contextRef="#ctx0" brushRef="#br0" timeOffset="5399.71">19963 1531 0,'0'0'0,"-8"17"15,-18 51 1,0 17 0,-8-9-1,9-8-15,-1-8 16,1-17-1,7-18-15,1-16 16,17-1 0,9-16-16,25-35 0,60-51 15,43-8 1,8 0 0,-26 26-1,-25 33-15,-34 18 16,-18 16-1,-16 18-15,0 42 16,-18 34 0,-25 17-16,-9 0 15,-16 0-15,8-17 16,8-34-16,9-17 31,0-8-31,8-9 16</inkml:trace>
  <inkml:trace contextRef="#ctx0" brushRef="#br0" timeOffset="5653.13">19468 2330 0,'0'0'16,"34"9"-16,86 25 16,51-9-16,25-16 15,0-9-15,-25-9 16,-9 1-16,0-9 31,-42 8-31,-35-8 16,-42 9-1</inkml:trace>
  <inkml:trace contextRef="#ctx0" brushRef="#br0" timeOffset="6132.78">19921 3070 0,'0'0'0,"0"9"16,-9 33-16,0 18 15,-8 16 1,-8-16 0,8-9-16,0-9 15,8-8-15,9-8 16,0-1-1,17 1 1,26-1-16,25 1 16,26-18-16,0-16 15,-9-18 1,-8 1 0,0-9-16,0-17 0,-26 25 15</inkml:trace>
  <inkml:trace contextRef="#ctx0" brushRef="#br0" timeOffset="6316.38">20450 3215 0,'-9'51'0,"-8"119"16,-17 85-16,8-25 15,26-52-15,9 103 32</inkml:trace>
  <inkml:trace contextRef="#ctx0" brushRef="#br0" timeOffset="30325.35">9764 1182 0,'0'0'0,"0"0"15,0 0-15,0 0 16,-9 9 0,-25 59-16,-25 76 15,-10-16 1,-8-18-1,1 43-15,33 18 16,26-69-16,17-51 16,8-34-1</inkml:trace>
  <inkml:trace contextRef="#ctx0" brushRef="#br0" timeOffset="30653.52">9371 1191 0,'0'0'0,"0"0"0,9-9 32,8 1-32,17 8 15,26-26-15,42 1 16,35-9 0,25 8-1,43-8-15,-52 0 16,-110 26-1</inkml:trace>
  <inkml:trace contextRef="#ctx0" brushRef="#br0" timeOffset="31241.18">9662 2322 0,'0'0'0,"8"0"0,18 0 16,25 0-1,9-9-15,8 1 16,-8-1 0,-18 9-16,1 0 15,-17 0 1,-9 17-16,-9 9 16,-16 16-16,-18 9 15,9 0 1,0-17-16,0-8 15,8-18 1,1 1 0,8-1-16,0 1 15,8-1 1,9 9-16,18 0 16,-1 0-1,8 9-15,-16-1 16,-9 9-1,-17 17-15,-17 35 16,-26-1 0,-8-9-16,0-16 15,17-26 1,8-17-16,18-9 16</inkml:trace>
  <inkml:trace contextRef="#ctx0" brushRef="#br0" timeOffset="31538.64">11232 1990 0,'0'0'0,"0"0"16,26 0 0,25 9-16,0-1 15,17 1 1,18-18-16,-10-8 16,-7 0-1,-10 0 1,-16 0-16,-26 9 15</inkml:trace>
  <inkml:trace contextRef="#ctx0" brushRef="#br0" timeOffset="31684.42">10959 2585 0,'25'9'0,"86"33"15,86-8-15,16-25 16,18-35 0,84-42-16</inkml:trace>
  <inkml:trace contextRef="#ctx0" brushRef="#br0" timeOffset="41317.78">8697 6217 0,'0'0'0,"0"0"0,0 0 15,0 0-15,-8 8 16,8 1-1,0-1 1,-9 9-16,9 0 16,0 0-1,-8 0 1,8 0-16,0-8 16,0-1-1,0 1-15,0-9 16,0-17-16,8 8 15</inkml:trace>
  <inkml:trace contextRef="#ctx0" brushRef="#br0" timeOffset="42267.93">9021 5792 0,'0'0'0,"0"0"31,0 0-15,0 17-16,0 17 15,0-9 1,-8 1-16,-1-1 16,1 9-1,-9 9-15,0-1 16,8 9 0,-8 17-16,0-8 15,8-18 1,1-8-16,8-8 15,0-9 1,0 0-16,0-9 16,0 1-1,8-1-15,10 1 16,24-1 0,9 1-16,9-1 15,8-8 1,1 9-16,8 8 15,-1-9 1,10 9-16,8 0 16,17 9-1,0-1-15,8-8 16,-8-8 0,0-1-16,25 1 15,1-9 1,-26 0-16,-9 0 15,1-9-15,8 1 16,-9-9 0,-25 0-1,0 8-15,-17-8 16,-18 9 0,-16-1-16,-1 9 15,-16 0 1,0 0-16,-1 0 15,1 0 1,-9 0-16,0 0 16,0-8-1,0-1-15,8-16 16,9-26 0,0-9-16,26-33 15,-17 42 1</inkml:trace>
  <inkml:trace contextRef="#ctx0" brushRef="#br0" timeOffset="52729.19">7528 5885 0,'0'0'0,"0"0"16,0 0-1,-9 0-15,1 0 16,-1 17-16,1 0 16,-1 0-1,1 17 1,-18 26-16,0 16 15,1 1 1,8-1-16,0-16 0,17-18 16,0-16-1,0-1 1,17 1-16,8-9 16,18 0-16,25-9 31,9 1-16,0-1-15,8 1 16,1-1-16,8-8 16,8-8-1,9-1 1,-9 1-16,-16-1 16,-10 9-1,-16 0-15,-9 0 16,-16 0-16,-10 0 15,-16 0 1,-1 0 0,1 0-16,-9-8 15,0-26 1,17-68-16,8-179 16</inkml:trace>
  <inkml:trace contextRef="#ctx0" brushRef="#br0" timeOffset="55330.38">16532 5315 0,'0'0'0,"0"0"16,-17 0-16,0 0 16,-17 17-1,-77 26 1,-85 8-16,51-9 15,51-16 1,8-1-16,18 1 16,25-18-1,18-16-15,25-1 16,17 1 0,8-9-16,1-17 15,0-17 1,-18 17-16,1 17 15,-1 0 1,-8 17-16,0 0 16,0 0-16,-17 25 15,-25 9 1,-27 17 0,-8 26-16,18 8 15,16 0 1,17-8-16,35-9 15,34 8 1,42 18-16,43-18 16,-60-50-1</inkml:trace>
  <inkml:trace contextRef="#ctx0" brushRef="#br0" timeOffset="68569.48">14023 7543 0,'0'0'0,"0"0"0,8 0 31,35 0-31,68 0 0,94-8 31,145-35-31,42-8 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54:39.915"/>
    </inkml:context>
    <inkml:brush xml:id="br0">
      <inkml:brushProperty name="width" value="0.05292" units="cm"/>
      <inkml:brushProperty name="height" value="0.05292" units="cm"/>
      <inkml:brushProperty name="color" value="#FF0000"/>
    </inkml:brush>
  </inkml:definitions>
  <inkml:trace contextRef="#ctx0" brushRef="#br0">20168 4329 0,'0'0'0,"0"0"0,0 25 15,0 35 1,0 42-16,-8 17 16,-1-9-1,-8-7-15,0 33 16,0 0 0,-9-26-16,9-25 15,0-51 1,9-8-16,8-18 15</inkml:trace>
  <inkml:trace contextRef="#ctx0" brushRef="#br0" timeOffset="302.83">19682 4312 0,'0'0'0,"0"-9"0,0 1 15,17-1 1,8-8 0,18 0-16,34 0 15,8 0-15,9-8 16,34-1-1,43-16-15,-35 8 16,-50 0 0,-61 17-1</inkml:trace>
  <inkml:trace contextRef="#ctx0" brushRef="#br0" timeOffset="900.19">20791 5332 0,'0'9'0,"-8"16"0,-9 43 16,-1 60 0,-16 25-16,-25-42 15,-10-43 1,10-9-1,-1-16-15,34-18 16,9-16-16,17-1 16,0-8-1,0-8-15,34-35 16,43-76 0,-9-17-1,1 17-15,25-17 16,16 8-1,-7 18-15,-26 25 16,-18 34 0,-7 17-16,-1 17 15,-8 8 1,-9 9-16,-9 17 16,-16 9-1,-18 25-15,-25 0 16,-34 8-1,-52-16-15,-16-35 16,76-8 0</inkml:trace>
  <inkml:trace contextRef="#ctx0" brushRef="#br0" timeOffset="4033.71">22302 3878 0,'0'0'0,"0"0"0,0 0 15,0 0 1,0 0-16,0 0 16,0 0-1,0 0-15,0 0 16,34 0 0,51 9-16,35-1 15,-9 1-15,-52-1 16,-16 1-1,8 8 1,18 0 0,-10-9-16,-16 9 0,-17 0 15,-1 0 1,-16 9 0,-26 8-1,-9 17-15,-17 8 16,-25 9-16,-17-8 15,-18-18 1,-8-8-16,60-25 16</inkml:trace>
  <inkml:trace contextRef="#ctx0" brushRef="#br0" timeOffset="5234.04">22097 5460 0,'0'0'0,"0"0"0,17 0 16,26 8-1,-1-8 1,69 0-16,111-17 16,-8 0-1,67 0-15,112 9 16</inkml:trace>
  <inkml:trace contextRef="#ctx0" brushRef="#br0" timeOffset="5982.68">25844 3504 0,'0'8'0,"0"26"0,0 26 16,8 8-1,1-17 1,-1 0-16,-16 0 0,-1 0 16,1 0-1,-9-8-15,0-18 16,-9-8 0,-8-17-1,17 0-15</inkml:trace>
  <inkml:trace contextRef="#ctx0" brushRef="#br0" timeOffset="6220.66">25349 3291 0,'0'0'0,"8"0"16,35 17-16,17 9 16,34 8-1,68 8-15,-9-16 0,-33-18 16,42-16 0,154-26-1</inkml:trace>
  <inkml:trace contextRef="#ctx0" brushRef="#br0" timeOffset="6540.92">26399 4218 0,'0'0'0,"0"17"15,0 17-15,0 9 16,0-1-1,0-8-15,0 0 16,-9 0 0,9-17-1</inkml:trace>
  <inkml:trace contextRef="#ctx0" brushRef="#br0" timeOffset="6887.2">25323 4941 0,'0'0'0,"26"0"0,42 17 0,69-8 32,76-18-32,-34-8 15,-17 0-15,60-17 16,-68 9-16,-103 16 31</inkml:trace>
  <inkml:trace contextRef="#ctx0" brushRef="#br0" timeOffset="7513.34">25895 5741 0,'0'0'0,"-9"17"16,1 34-16,-1 8 15,-16 9 1,-35 0-16,0 0 16,18-8-1,-1-9-15,0-9 16,9-8 0,9-8-1,7-18-15,18 1 16,0-18-16,9-8 15,8-25 1,17-26 0,26-9-16,25-25 15,18 0 1,-1 9-16,-34 33 16,1-8-1,25 8-15,-26 18 16,-8 25-16,-1 0 15,-16 17 1,0 0 0,-9 8-16,-9 9 15,1 0 1,-17 0-16,-1-8 16,-16-1-1,-1 1-15,-8-1 16,-9 1-16,-16-26 15,8 8 1</inkml:trace>
  <inkml:trace contextRef="#ctx0" brushRef="#br0" timeOffset="10585.7">20945 7969 0,'0'0'0,"0"17"31,-9 25-31,1 26 15,-9 0 1,-9 0-16,-8-8 16,8-1-16,1-16 15,8-18-15,0 1 32,17-9-17</inkml:trace>
  <inkml:trace contextRef="#ctx0" brushRef="#br0" timeOffset="10868.02">20399 7611 0,'0'0'0,"0"0"32,17 9-32,42 8 15,10 9 1,33-1-16,43 1 16,9-18-1,-1-8-15,27-34 16,152-17-16</inkml:trace>
  <inkml:trace contextRef="#ctx0" brushRef="#br0" timeOffset="11810.57">21798 8555 0,'0'0'0,"0"0"15,0 0 1,0 17 0,-8 9-16,-1 17 15,-8 33-15,-26 35 16,-16 25 0,7-43-1,10-42-15,-1-8 0,0-18 16,18-8-1,8-8-15,8-1 32,9-8-32,0-8 15,26-35 1,42-50-16,17-9 16,-8 17-1,9 8-15,25-8 16,8 9-1,-8-10-15,-34 27 16,-9 8 0,26 17-16,-17 8 15,-26 26 1,-17 0 0,-8 17-16,-18 0 0,-8 17 15,-17 0 1,-25 9-1,-18-18 1,-26 1-16,-24-9 16,-1-34-16,8-9 15,60 9 1</inkml:trace>
  <inkml:trace contextRef="#ctx0" brushRef="#br0" timeOffset="12753.59">23411 7620 0,'0'0'0,"0"0"0,0 0 16,0 0-1,17 17-15,9 0 16,34 0-1,17 9-15,25-1 16,-25-8 0,25 9-16,26-1 15,-25 9 1,-1 0 0,-17 0-16,-33-8 15,-18-1-15,-9 1 16,-16-1-1,-1 9 1,-25 0-16,-17 0 16,-25 9-1,-44-1-15,18-8 16,25-25-16,0-1 16,-8 1-1,0-1 1,-1-25-16,35 9 0</inkml:trace>
  <inkml:trace contextRef="#ctx0" brushRef="#br0" timeOffset="13287.29">23667 8726 0,'0'0'0,"0"0"16,0 0-16,0 0 16,0 0-1,0 0 1,9 0 0,34 8-16,16 1 15,44-18 1,25 9-1,17 0-15,-26 0 16,-33-8-16,-44 8 16</inkml:trace>
  <inkml:trace contextRef="#ctx0" brushRef="#br0" timeOffset="13794.83">26125 7535 0,'0'0'0,"-8"17"16,-1 25-16,-16 52 15,-26 42 1,-9 9-16,-26 8 31,-16-9-31,25-16 16,35-26-16,7-43 15,18-24 1,9-10-16,-1-16 16,9-1-16</inkml:trace>
  <inkml:trace contextRef="#ctx0" brushRef="#br0" timeOffset="14072.92">25528 7475 0,'0'0'0,"17"0"0,60 17 15,42 9-15,9-1 16,-8-16 0,25-9-1,43-26 1,136-50-16</inkml:trace>
  <inkml:trace contextRef="#ctx0" brushRef="#br0" timeOffset="15658.6">26143 8590 0,'0'0'0,"0"0"16,0 0-16,0 0 16,0 0-1,0 0-15,0 0 16,0 0-1,0 0-15,0-9 16,0-8 0,17-17-16,25-17 15,27-9 1,7 1-16,10 8 16,-18 17-1,-17 8-15,9-8 16,8 17-1,-8 0-15,-17 17 16,-1 0 0,-8 17-16,-8 0 15,0 17 1,8 0 0,0 17-16,0 0 15,9 0 1,-1-8-16,-16-9 15,-9-9-15,26 1 16,25 0 0,9-9-1,17-9-15,0-8 16,-35-8 0,-16-1-16,8 1 15,-8 8 1,0-9-16,-1 0 15,-16 1-15,0-1 16,-1-16 0,-8-1-16,-8 1 15,-1-1 1,-16 1-16,-18-9 16,1 17-1,-1 0 1,-8-9-16,-26 9 15,-8 0 1,-9 0-16,-25 9 16,16 8-1,26 8-15,-25 9 16,-17 0 0,-26 17-16,0-8 15,17 8 1,-34 17-16,-9-9 15,26 1 1,17 0-16,60-18 16</inkml:trace>
  <inkml:trace contextRef="#ctx0" brushRef="#br0" timeOffset="25211.96">4472 12995 0,'0'0'0,"26"0"16,34-9-16,76-25 15,95-8 1,42-9-16,26 17 16,59 0-1</inkml:trace>
  <inkml:trace contextRef="#ctx0" brushRef="#br0" timeOffset="26753.54">15022 12357 0,'-9'0'0,"-25"-9"16,-26-8-16,-34 9 16,-34-1-1,-17 1 1,9-9-16,16 17 16,-17 0-16,9 8 15,17-8 1,43 9-16,34-18 15,26 9 1,16-17-16,35-25 16,34-9-1,-9 8-15,-25 18 16,-18 8 0,1 0-16,-18 0 15,1 17 1,-1 0-16,-8 0 15,-17 8 1,-51 26 0,-52 34-16,1 17 15,0 17 1,8-8-16,42-9 16,27-8-1,42-18-15,42 9 16,61 17-1,161 60-15</inkml:trace>
  <inkml:trace contextRef="#ctx0" brushRef="#br0" timeOffset="117477.77">2168 12485 0,'0'0'0,"0"0"0,0 0 16,0 0 0,0 0-16,0 0 15,0-9 1,8-8-16,9 0 15,-8 0 1,59 9-16,112 8 16,-18 8-1,-9 9-15,69 17 16,-60 0 0,-68-8-16,26-1 15,-35-8 1,-59-17-16</inkml:trace>
  <inkml:trace contextRef="#ctx0" brushRef="#br0" timeOffset="117777.79">2834 12263 0,'0'0'0,"8"0"16,35 17-16,17-8 16,-18-1-1,-8 1-15,-8-1 16,-17 1 0,-1 16-16,-51 35 15,-42 42 1,-94 77-16,-35-9 15,-25 34 1</inkml:trace>
  <inkml:trace contextRef="#ctx0" brushRef="#br0" timeOffset="119624.67">3457 15410 0,'0'0'0,"17"-8"0,68-1 16,35-8 0,67 0-16,52 0 15,34 0 1,43 26-16,68 16 16,43 35-16,-51 25 31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19:57:26.925"/>
    </inkml:context>
    <inkml:brush xml:id="br0">
      <inkml:brushProperty name="width" value="0.05292" units="cm"/>
      <inkml:brushProperty name="height" value="0.05292" units="cm"/>
      <inkml:brushProperty name="color" value="#FF0000"/>
    </inkml:brush>
  </inkml:definitions>
  <inkml:trace contextRef="#ctx0" brushRef="#br0">2825 4414 0,'0'0'0,"0"0"0,0 0 16,0 0-1,0 0 1,0-9-16,17 1 16,154-26-16,187 8 15,43 26 1,129 26-16,127-1 16,26 1-1,-94-18 1,213 43-16,120 51 15,-496-42 1</inkml:trace>
  <inkml:trace contextRef="#ctx0" brushRef="#br0" timeOffset="7599.84">1750 6472 0,'0'0'0,"0"0"15,0 0 1,0 0-16,0 0 15,0 0-15,0 0 16,0 0 0,0 0-1,0 0-15,0-9 16,0-8 0,0-8-16,25-26 15,61-43-15,16-8 16,0 34-1,-33 0 1,8-17 0,34-25-16,8 8 0,-25 33 31,-26 27-31,-34 16 16,-8 9-1,-18 17-15,-8 0 16</inkml:trace>
  <inkml:trace contextRef="#ctx0" brushRef="#br0" timeOffset="7978.35">2287 5638 0,'0'0'0,"17"-8"16,35-18 0,16 9-16,-8 0 0,-9 0 31,-8 9-31,-9-1 16,0-8-16,-9 9 15,1-1 1,0 1-16,-9-1 15,0 1 1,0-1 0,17 9-16,9 0 15,-1 9 1,-16 25-16,-18 51 16,-33 60-1,-1-26-15,18-77 16</inkml:trace>
  <inkml:trace contextRef="#ctx0" brushRef="#br0" timeOffset="19548.74">2834 7680 0,'0'0'0,"0"0"0,0 0 0,0 8 32,42 9-32,44 9 15,33 8-15,-25-9 16,-34-8-16,42 0 31,35 9-31,-9-9 0,-26 8 16,-42-8-1,-43-8 1</inkml:trace>
  <inkml:trace contextRef="#ctx0" brushRef="#br0" timeOffset="19882.5">3892 7543 0,'0'0'0,"0"0"16,0 0-16,0 0 15,0 0 1,0 0-16,0 17 15,0 0 1,26 9-16,25 8 16,17 9-1,0-1-15,-8 1 16,-17-18 0,-18 1-16,-16-1 15,-35 26 1,-59 43-16,-35 16 15,-110-25 1,-128 9-16</inkml:trace>
  <inkml:trace contextRef="#ctx0" brushRef="#br0" timeOffset="31783.1">1613 10316 0,'0'0'0,"0"0"0,0 0 15,0 0 1,0 0 0,0 0-1,0 0-15,17 0 16,0 0-16,26 0 15,59 0 1,61 0 0,-35 8-1,-77 1-15,8-1 16,52 1 0,43-1-16,-26-8 15,-60 0-15,-33-8 16,-1-1-16,0 1 31,0-1-31,-17 9 16,-17 0-1</inkml:trace>
  <inkml:trace contextRef="#ctx0" brushRef="#br0" timeOffset="32043.33">2663 10239 0,'0'0'0,"0"0"15,0 0 1,0 0-16,17 0 31,9 0-31,-1 9 16,9-9 0,52 17-16,25 0 15,-17 0-15,-35-9 16,-25 1-1,-17 8 1,-17 8-16,-93 60 16,-70 69-1,-84-18-15,-112-17 16</inkml:trace>
  <inkml:trace contextRef="#ctx0" brushRef="#br0" timeOffset="41395.58">8415 11319 0,'0'0'0,"0"0"16,0 0-16,-17 0 16,-8 0-1,-18 9-15,-25-9 16,-35 0-16,-8 0 15,1 0 1,24 0-16,18 8 16,17 1-1,17-1 1,8-8-16,9 0 16,17 0-1,0 0 1,0-8-16,8-1 15,1 1-15,-1-1 16,-8 9 0,0 0-16,-17-8 15,-42 8 1,-35 0 0,8 17-16,18 8 15,34-8 1,8 0-16,18 0 15,33 9 1,69 17-16,188 42 16</inkml:trace>
  <inkml:trace contextRef="#ctx0" brushRef="#br0" timeOffset="47892.29">2185 13003 0,'0'0'0,"0"0"16,0 0-16,0 0 15,0 0 1,0 0-16,0 0 16,8-8-1,27-9-15,67-34 16,86 0-1,-9 17-15,69 25 16,119 1 0</inkml:trace>
  <inkml:trace contextRef="#ctx0" brushRef="#br0" timeOffset="62983.55">4404 15410 0,'0'0'0,"-9"-8"16,-16-9-16,-1-9 15,-8 9 1,9 0-1,7 0-15,1 9 16,9-1 0,8 9-16,17-8 15,51-9 1,103-9-16,76 0 16,78 1-16,59 16 15,-17-8 1,0 0-1</inkml:trace>
  <inkml:trace contextRef="#ctx0" brushRef="#br0" timeOffset="97392.69">7041 16490 0,'154'0'0,"409"17"0</inkml:trace>
  <inkml:trace contextRef="#ctx0" brushRef="#br0" timeOffset="107561.62">17394 16754 0,'0'0'0,"0"0"15</inkml:trace>
  <inkml:trace contextRef="#ctx0" brushRef="#br0" timeOffset="107769.41">17053 16261 0,'0'0'0,"0"0"15,8 8-15,1 9 16,8 9-16,26 25 16,51 0-1,76-9-15,78-25 16,59-25-1,77-18 1,0-16-16,-17-1 16</inkml:trace>
  <inkml:trace contextRef="#ctx0" brushRef="#br0" timeOffset="119012.51">22302 16524 0,'0'0'0,"0"0"16,0 0-16,17 9 31,34 8-31,69-9 16,136-16-1,76-26-15,35-26 16,9-8 0</inkml:trace>
  <inkml:trace contextRef="#ctx0" brushRef="#br0" timeOffset="125396.62">29539 16354 0,'9'0'0,"51"26"15,93 33-15,86 26 16,26-17 0,76 9-16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01:06.366"/>
    </inkml:context>
    <inkml:brush xml:id="br0">
      <inkml:brushProperty name="width" value="0.05292" units="cm"/>
      <inkml:brushProperty name="height" value="0.05292" units="cm"/>
      <inkml:brushProperty name="color" value="#FF0000"/>
    </inkml:brush>
  </inkml:definitions>
  <inkml:trace contextRef="#ctx0" brushRef="#br0">2560 6370 0,'0'0'0,"0"0"0,0 0 15,0 0 1,35 17-16,16-9 15,51 9-15,129-17 16,76-25 0,26-9-16,102-9 15,77 1 1,-102 16-16</inkml:trace>
  <inkml:trace contextRef="#ctx0" brushRef="#br0" timeOffset="9992.33">4455 7637 0,'0'0'0,"0"0"15,0 0 1,17 0-1,69 0-15,59 0 16,60 0 0,68 0-16,188 0 15,59 0-15,-127 0 16</inkml:trace>
  <inkml:trace contextRef="#ctx0" brushRef="#br0" timeOffset="14202.38">4233 11575 0,'0'0'0,"0"0"0,0 0 16,17 0 0,18 8-16,-1 1 15,42-1 1,53-8-16,50-8 16,51-9-1,26 0-15,34 17 16,26 0-16,43 0 15</inkml:trace>
  <inkml:trace contextRef="#ctx0" brushRef="#br0" timeOffset="27352.83">5992 8538 0,'0'0'0,"0"0"16,59-8-16,138-9 15,110-9 1,154 1 0,136-9-16,112-43 15,-283 35 1</inkml:trace>
  <inkml:trace contextRef="#ctx0" brushRef="#br0" timeOffset="31131.16">8868 9253 0,'0'0'0,"8"0"0,44 0 16,50 0 0,0 0-16,69-9 15,77 9 1,127 0-16,35 0 16</inkml:trace>
  <inkml:trace contextRef="#ctx0" brushRef="#br0" timeOffset="36257.86">5667 10086 0,'0'0'0,"0"0"16,9 0 0,59 17-1,60-8 1,137-9-16,59-17 16,26-26-1</inkml:trace>
  <inkml:trace contextRef="#ctx0" brushRef="#br0" timeOffset="48269.24">9337 12272 0,'0'0'0,"43"8"15,68 9 1,42 0 0,155-8-16,84-9 15</inkml:trace>
  <inkml:trace contextRef="#ctx0" brushRef="#br0" timeOffset="59295.2">11855 12051 0,'0'0'0,"0"0"15,0 0-15,0 0 16,0 0 0,0 0-1,0 0-15,0 0 16,0 0 0,26 17-1,16 0-15,27 17 16,24 0-1,1 0-15,-8 0 16,-1-9 0,17 1-16,18-1 15,42-8 1,77-8-16,85-26 16,52-26-1,25 9-15,-17 0 16,-17 0-16</inkml:trace>
  <inkml:trace contextRef="#ctx0" brushRef="#br0" timeOffset="68772.21">17437 12408 0,'0'0'0,"0"0"0,43 0 31,127 17-15,69-8-16,51-1 16,77 9-1</inkml:trace>
  <inkml:trace contextRef="#ctx0" brushRef="#br0" timeOffset="78752.78">4080 14602 0,'0'0'0,"0"0"16,25 0 0,35 0-1,42-17-15,69-25 16,51-26-16,34 8 15,68 1 1,26 8-16,77 16 16,85 27-1,60-1-15,111 9 16,-256 0 0</inkml:trace>
  <inkml:trace contextRef="#ctx0" brushRef="#br0" timeOffset="86265.37">24487 14874 0,'0'0'0,"0"0"15,0 0-15,0 0 16,0 0 0,8-8-16,35-9 15,51-17 1,42-9-1,69 9-15,43 9 16,25 8 0,9 25-16,-18 9 15,9 0-15,43 0 16,-9 9 0,35-1-1,-9 9-15,-60 0 16,-17 0-1,-69-8-15,1-1 16,-68-16-16,-69-1 16,-25-8-1,-1 0-15,-16 0 32,-43-8-32,-86-9 15,-102-9-15,-85 9 0,-103 9 31,-8-1-15,-17 9-16,-1-8 16,35-1-1,51 9-15,77 9 0,34-9 16,34 8 0,60-16-16,60 8 15,42 0 1,18 0-1,16 0-15,43-17 16,103-9 0,127 1-1,78 16-15,25 9 16,17 26 0,17 16-16,26 9 15,8-8-15,9-1 16,-34 9-1,-9-17 1,-43 0-16,-59-8 16,-60-18-1,-77-8-15,-77-8 16,-42-1 0,-26 1-16,-8 8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02:42.222"/>
    </inkml:context>
    <inkml:brush xml:id="br0">
      <inkml:brushProperty name="width" value="0.05292" units="cm"/>
      <inkml:brushProperty name="height" value="0.05292" units="cm"/>
      <inkml:brushProperty name="color" value="#FF0000"/>
    </inkml:brush>
  </inkml:definitions>
  <inkml:trace contextRef="#ctx0" brushRef="#br0">2108 3002 0,'0'0'0,"9"0"16,8 17-16,0 9 16,8 8-16,10 0 31,-10 17-16,1 8-15,-18 9 16,-8 17 0,-8 0-16,-1 0 15,-8-17 1,9-17-16,8-8 16,0-1-1,17-8-15,25-8 16,35 0-1,43-18-15,67-8 16,52-25 0,26-27-1,25-24-15,17 8 16,1 17-16,33 17 16,9 25-1,17 26 1,-8 26-16,-1 16 15,26 1-15,-25-1 16,-10-7 0,-24 7-1,-69-8-15,-34-8 16,-43-18 0,-42-8-16,-27-8 15,-24-18 1,-26 9-16,-18-8 15,-8-9 1,1-17-16,-10-26 16,-8-16-1,-8 33-15</inkml:trace>
  <inkml:trace contextRef="#ctx0" brushRef="#br0" timeOffset="11630.95">9977 3912 0,'0'0'0,"0"0"15,0 0-15,9 9 16,-18 8 0,-8 34-16,-17 34 15,-43 42-15,-17 9 31,9-25-31,0-26 16,25-26 0,17-16-16,18-18 15,8-16-15,8-1 16</inkml:trace>
  <inkml:trace contextRef="#ctx0" brushRef="#br0" timeOffset="11899.25">9329 4558 0,'0'0'0,"0"9"16,0 16 0,0 9-1,0 17-15,0 17 16,-9 9-16,9-17 31,0-9-31,0-17 16,43-9-16,76-8 15,69-42 1,128-26-16,76 0 16</inkml:trace>
  <inkml:trace contextRef="#ctx0" brushRef="#br0" timeOffset="33519.62">4455 7620 0,'0'0'0,"-8"0"0,-1-9 16,-8 1-16,0 8 31,-9 0-31,9 0 16,0 0-1,0 0-15,0 0 16,9 0 0,8 8-1,0 1-15,0 8 16,0 0 0,0 17-16,0 0 15,0-8 1,0-1-16,0 1 15,8-1-15,-8-8 16,9 0 0,8 0-1,0 9-15,0-1 16,0-8 0,0 0-16,0 0 15,9-8 1,-1-1-16,9 1 15,1-9-15,-1-9 16,8 1 0,-7-1-1,-10 1-15,1 8 16,-9 0 0,-9 0-16,1 0 15,-1 0 1,1 0-16,-1 0 15,-8 0-15,0 0 16,0-9 0,18-8-1,-1-17-15,17-17 16,17-34 0,-25 34-16</inkml:trace>
  <inkml:trace contextRef="#ctx0" brushRef="#br0" timeOffset="34689.83">8057 7637 0,'0'0'0,"0"0"16,0 0 0,0 0-16,0 0 15,0 0-15,0 0 16,0 0 0,0 9-1,0-1-15,0 9 16,26 17-16,16 0 0,52 17 15,60 0 17,25-8-32,51-1 15,78 1-15,67-26 16,18 0-16,34-9 31,16 1-31,-41-1 16,-18 1-1</inkml:trace>
  <inkml:trace contextRef="#ctx0" brushRef="#br0" timeOffset="44519.94">4208 9125 0,'0'0'0,"34"-8"0,17-9 0,69-9 15,110 1 1,120-1-16</inkml:trace>
  <inkml:trace contextRef="#ctx0" brushRef="#br0" timeOffset="46547.74">6068 8700 0,'0'0'0,"0"0"0,0-8 15,0-1 1,0 9-16,0 0 16,0 0-1,0 0 1,-8 0-16,-1 0 15,1 17 1,-1 9-16,-16 25 16,-10 34-16,1 25 15,0-16 1,17-26-16,0-9 16,9-16-1,8-18-15,0 1 16,0-18-1,17 1-15,17-1 16,17-25 0,43-17-1,0-8-15,0-9 16,8 0 0,-17 8-16,-25 26 15,-9 17 1,9 0-16,-17 9 15,-18-1 1,1 1-16,-18-9 16,1 0-1,0 0-15,-9 0 16,0-9 0,0-8-16,0-51 15,-9 9 1</inkml:trace>
  <inkml:trace contextRef="#ctx0" brushRef="#br0" timeOffset="47878.25">7630 9244 0,'0'0'0,"0"0"0,9 0 16,51-8-1,33-1-15,44-8 16,42 0-1,35-8 1,50-9-16,69 0 16,43 8-1,-1 9 1</inkml:trace>
  <inkml:trace contextRef="#ctx0" brushRef="#br0" timeOffset="51394.52">10566 9032 0,'0'0'0,"0"0"16,0 0-16,17 0 16,86 17-1,127-9 1,146-16-16,16-9 16</inkml:trace>
  <inkml:trace contextRef="#ctx0" brushRef="#br0" timeOffset="82673.07">4404 11413 0,'0'0'0,"0"0"0,9 8 15,50 10 1,95 16-16,51 0 16,68 8-1,94 18 1</inkml:trace>
  <inkml:trace contextRef="#ctx0" brushRef="#br0" timeOffset="89783.75">6102 11490 0,'0'0'0,"0"0"16,18 0-16,16 0 16,25 8-1,35-16-15,17-9 16,26-9 0,144-34-1</inkml:trace>
  <inkml:trace contextRef="#ctx0" brushRef="#br0" timeOffset="98620.78">7178 10095 0,'0'0'0,"0"0"0,8 0 31,1 8-15,8 1-1,-8-1-15,8 9 16,0 0 0,0 0-16,-9 0 15,1 9-15,-18 8 16,-8 42-1,-17 35 1,8 8-16,9-25 16,0-18-1,0 9-15,9 17 16,-18 9-16,9-9 16,0-34-1,0-17 1,17-26-16,0 1 15,0-1 1,0 1-16,8-1 16,1 1-1,0-1-15,8 1 16,-9 0 0,18-1-16,33 18 15,10-18 1,16 1-16,18-18 15,-10-8 1,27-8-16,34-1 16,-9 9-1,-17 0-15,8 0 16,9 0 0,-17 9-16,-42-1 15,-9 9 1,16 17-16,-24-8 15,-18-1 1,-8 1-16,-18-18 16,-8 1-1,-8-1-15,-1 1 16,1-1 0,-9-8-16,0-8 15,17-43 1,17-43-16,9-33 15,25-61 1,0 1-16,-17 26 16,9-18-1,9 9-15,-10 34 16,-8 17 0,-8 0-16,0 8 15,-18 35 1,-16 33-16,-1 9 15,1 17 1,-9 9-16,0-1 16,0 9-16,-9 0 15,-8 0 1,-25 0 0,-44 9-16,-42 8 15,-25-9 1,-44 1-16,-33-1 15,-18-8 1,-33 0-16,-26 17 16,-86 26-1,0 25-15</inkml:trace>
  <inkml:trace contextRef="#ctx0" brushRef="#br0" timeOffset="114216.93">9337 12655 0,'0'0'0,"0"0"0,17 8 16,77 18-1,51-1 1,52 9-16,76 0 15,162 9 1,-17-1-16</inkml:trace>
  <inkml:trace contextRef="#ctx0" brushRef="#br0" timeOffset="117285.35">4276 13888 0,'0'0'0,"0"0"0,-9 0 15,1 8 1,-1 9 0,1 0-16,-1 9 15,-16 16 1,-1 26-16,1 17 16,-1 0-1,9-16-15,17-27 16,0-8-1,8-8-15,1-1 16,8-8 0,26 0-1,8 0-15,0-8 16,0-1 0,35 1-16,33-9 15,18-9 1,-26 1-16,-52-1 15,1 1 1,17-1-16,-26 1 16,-17-1-1,-8 1-15,0-1 16,8-25 0,0-34-16,-9 17 15</inkml:trace>
  <inkml:trace contextRef="#ctx0" brushRef="#br0" timeOffset="121889.77">3875 16754 0,'0'0'0,"0"0"15,0 0-15,0 0 16,0 0 0,0 0-16,0 0 15,0 0 1,0 17-16,8 25 15,1 9 1,-1 17-16,1 0 16,0 0-1,-9-17-15,0-8 16,0-9 0,17-8-1,8-1-15,18 1 16,25-18-16,35 1 15,8-18 1,-1 1 0,10-9-16,8 0 15,-17 0-15,-17 0 16,-9 0 0,1 17-1,-27 0-15,-16 0 16,-17 0-16,-1 0 15,-8 0 1,0-9-16,0-8 16,26-60-1,8-33 1,-25 59-16</inkml:trace>
  <inkml:trace contextRef="#ctx0" brushRef="#br0" timeOffset="-87019.95">8791 16014 0,'0'0'0,"0"0"0,-17 0 0,-26 0 31,-16-9-31,-18 1 15,-26-18-15,18-8 16,8 9-16,-25-9 16,8 8-1,-9 1-15,10 8 32,16 17-32,25 0 15,-7 8 1,16 1-16,17-1 15,9-16 1,17 8-16,0-9 16,0 9-1,0 0-15,0 0 16,0 0 0,0 0-16,0 0 15,0 0 1,0 0-16,0 0 15,0 0 1,-8 9-16,-35 25 16,-34 34-1,-34 25 1,18-16-16,33-18 16,17-16-16,26-9 15,0-8 1,17-1-16,43 1 15,68 16 1,8 1-16,-68-26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10:12.528"/>
    </inkml:context>
    <inkml:brush xml:id="br0">
      <inkml:brushProperty name="width" value="0.05292" units="cm"/>
      <inkml:brushProperty name="height" value="0.05292" units="cm"/>
      <inkml:brushProperty name="color" value="#FF0000"/>
    </inkml:brush>
  </inkml:definitions>
  <inkml:trace contextRef="#ctx0" brushRef="#br0">11078 15563 0,'0'-17'0,"0"-25"15,9-9 1,-9 17-16,0 17 31,0 0-31,0 0 16,25 0-1,44-17-15,25-9 16,0 9 0,42-9-1,69-33-15,-51-9 0,-18 0 16,60 0-16,-42 17 31,-77 25-15,-52 18-16</inkml:trace>
  <inkml:trace contextRef="#ctx0" brushRef="#br0" timeOffset="495.2">12009 14594 0,'0'0'0,"0"0"15,0 0-15,0 0 32,0 0-32,0 0 15,0 0 1,8 0 0,26-9-16,35 9 15,33 0 1,9 0-16,-34-8 15,-17-1 1,-1 1-16,-7 8 16,-18 0-1,-9 0-15,-16 0 16,-26 17 0,-60 68-16,-43 51 15,69-68 1</inkml:trace>
  <inkml:trace contextRef="#ctx0" brushRef="#br0" timeOffset="14045.61">3115 8624 0,'0'0'0,"0"0"16,0 8-16,-8 35 15,-1 59 1,-16 51-1,-1-34 1,0 0-16,-8 17 16,9 0-1,16-34-15,9-34 16,0-17-16,9 0 16,8-8-1,8-1 1,18-16-16,17-1 15,8-8 1,-8-8-16,34 8 16,51 0-1,8 0-15,-25 8 16,35-8-16,58 9 16,-33 8-1,51 0-15,-34-9 16,0 9-1,42 0 1,-8-8-16,34-9 16,-25-9-1,0-8-15,-44-8 16,-16-1 0,34 1-16,-34 8 15,-26-9 1,9 1-16,-52-1 15,-42 9 1,-17 9-16,-9-1 16,-17 1-1,-8-1-15,-18-8 16,1 0-16,-9 0 16,-9-8-1,1-35 1,8-42-16,0-42 15,17-43-15,17-17 16,9 16 0,8 10-1,9-9-15,-9 34 16,-9 34 0,1 0-16,-17 25 15,-1 18 1,-16 16-16,-1 9 15,-8 17 1,0 0-16,0 0 16,0 8-1,-8 1-15,-1-1 16,-8 1 0,-25 8-16,-44 0 15,-33 17 1,-18 0-16,-25 8 15,-34 1 1,-18 8-16,-16-9 16,-9-7-16,-17-10 31,-43 9-31,-34 9 16,0 16-16,-17 1 15,-51 8 1,9-9-16,8 1 15,17-9-15,17-9 16,-26-8 0</inkml:trace>
  <inkml:trace contextRef="#ctx0" brushRef="#br0" timeOffset="25711.04">10959 15300 0,'0'0'0,"0"0"15,0 0 1,0 0 0,0 0-16,0 0 15,0 0-15,0 0 16,0 8 0,0-8-16,0 0 15,0 0 1,0 0-1,25 0 1,18-8-16,17-1 16,34-16-16,8-10 15,26 1-15,9-17 16,8 0-16,0-17 31,-17 0-15,17 9-16,-34 8 0,-17 17 15,-34 17 1,-26 0 0,-9 8-16,-16 1 15,-1-9 1,1 8 0</inkml:trace>
  <inkml:trace contextRef="#ctx0" brushRef="#br0" timeOffset="26055.12">12214 14602 0,'0'0'0,"0"0"16,0 0 0,0 0-1,0 0-15,0 0 16,0 0-16,0 0 16,0 0-1,8 0 1,18 0-16,33 17 15,27 0-15,16 0 16,9 0 0,-17 0-16,-9-8 15,-16-1 1,-10 9 0,-24-8-16,-10-1 15,-16 1 1,-9 16-16,-26 35 15,-34 33 1,-8-8-16,0-17 16,42-34-1</inkml:trace>
  <inkml:trace contextRef="#ctx0" brushRef="#br0" timeOffset="32765.29">25545 16269 0,'0'0'0,"0"0"0,9 0 16,33 0-1,35 9-15,26-9 0,33-9 16,52 1 0,102-9-1,60 0-15,8 8 16,18 9-16</inkml:trace>
  <inkml:trace contextRef="#ctx0" brushRef="#br0" timeOffset="57981.07">18871 6021 0,'0'0'15,"0"0"-15,0 0 16,0 0-1,0 0-15,8 0 16,35-8-16,68-1 16,111 9-1,51 9-15,9-1 32,33-8-32,52 0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12:29.299"/>
    </inkml:context>
    <inkml:brush xml:id="br0">
      <inkml:brushProperty name="width" value="0.05292" units="cm"/>
      <inkml:brushProperty name="height" value="0.05292" units="cm"/>
      <inkml:brushProperty name="color" value="#FF0000"/>
    </inkml:brush>
  </inkml:definitions>
  <inkml:trace contextRef="#ctx0" brushRef="#br0">2006 3019 0,'0'0'0,"-9"26"0,1 33 0,-26 264 0,16-212 0,18-26 15,18-17 1,7 0-16,26-8 16,18-9-1,59-17 1,76-17-16,27-34 16,16-17-16,9 0 15,35-9 1,24-8-16,10 8 15,110-8 1,0 34-16,-34 17 16,43 34-1,-17 17-15,34 26 16,-34 0 0,-43-9-1,-26 0-15,-42-9 16,-34-8-1,-35-8-15,-33-18 16,-69-8 0,-60-8-16,-25-9 15,-9-17 1,9-17-16,-9-26 16,0-33-16,-8-52 15,-18-34 1,-16-42-1,-26 0-15,-9-102 16</inkml:trace>
  <inkml:trace contextRef="#ctx0" brushRef="#br0" timeOffset="3341.7">7451 6106 0,'0'0'0,"0"0"0,0 0 16,9 0 0,16 17-16,9 0 15,9-8 1,8 8-16,60 17 31,60 0-31,8-9 16,43-8-1,51 0-15,60 0 16,42-17-16,10 0 16,58-8-16,44-1 15,59 1 1,60-9 0,51-17-1,-230 0-15</inkml:trace>
  <inkml:trace contextRef="#ctx0" brushRef="#br0" timeOffset="5751.9">18948 6336 0,'8'0'0,"86"25"0,128 1 16,171-18 0,-9 1-16,-34-43 31,85-34-31,77-9 15,-102 18 1</inkml:trace>
  <inkml:trace contextRef="#ctx0" brushRef="#br0" timeOffset="22434.84">25588 7637 0,'-171'0'0,"-324"0"16,-68 0-16,-120 0 15,-213 0 1,452 0 0</inkml:trace>
  <inkml:trace contextRef="#ctx0" brushRef="#br0" timeOffset="23049.54">7758 7577 0,'0'0'0,"0"0"16,0 0 0,0 0-16,17 0 0,17 0 31,9-8-31,43-1 16,59 1-1,128-26-15,68 0 16,1 0-16,84-9 15,35 18-15,-9 33 16,35 18 0,25 8-1,-102 8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15:25.017"/>
    </inkml:context>
    <inkml:brush xml:id="br0">
      <inkml:brushProperty name="width" value="0.05292" units="cm"/>
      <inkml:brushProperty name="height" value="0.05292" units="cm"/>
      <inkml:brushProperty name="color" value="#FF0000"/>
    </inkml:brush>
  </inkml:definitions>
  <inkml:trace contextRef="#ctx0" brushRef="#br0">13844 4014 0,'25'-8'0,"61"-18"16,101 1 0,78-1-16,42 1 15,26 8 1,60 0-16,127 17 16,35 17-1,-145-9-15</inkml:trace>
  <inkml:trace contextRef="#ctx0" brushRef="#br0" timeOffset="17100">1212 4142 0,'0'0'0,"0"0"15,0 0 1,0 0 0,0 0-16,0 0 15,8 17 1,61 25-16,33 9 16,35 0-1,-77-8-15,42 8 16,34 17-1,10 8-15,-27 1 16,-59-26 0,-26-17-16,-17-9 15,-8-16 1,-1-1-16,-8-8 16</inkml:trace>
  <inkml:trace contextRef="#ctx0" brushRef="#br0" timeOffset="17388.54">2185 4380 0,'0'0'0,"0"0"15,0 0 1,0 0-16,8 0 16,1-9-1,0 9 1,8 0-16,25 0 0,27 9 15,-1 25 1,-8 17-16,-9-9 16,-26 1-1,-16-1 1,-35 1 0,-42 8-16,-43-9 15,-43-16-15,-8-52 16,-119-67-1</inkml:trace>
  <inkml:trace contextRef="#ctx0" brushRef="#br0" timeOffset="40833.55">2287 6565 0,'0'0'0,"0"0"16,60 0 0,68 0-16,0 0 15,-68 0 1,25-8 0,103 8-16,0-9 15,-9-33-15,94-43 16,188 8-1,94 43-15,-26 34 16,26-8 0,-146 8-1</inkml:trace>
  <inkml:trace contextRef="#ctx0" brushRef="#br0" timeOffset="46204.89">4916 7203 0,'0'0'0,"26"0"0,136 0 16,85 9 0,95 16-16,110-16 15,-51-9 1</inkml:trace>
  <inkml:trace contextRef="#ctx0" brushRef="#br0" timeOffset="53666.34">12444 8317 0,'8'0'0,"35"0"0,111 0 15,119 9 1,77-9-16,60-9 31,-9 1-31</inkml:trace>
  <inkml:trace contextRef="#ctx0" brushRef="#br0" timeOffset="57299.21">7707 8173 0,'0'0'0,"17"0"0,68 17 16,44 25 0,-36-8-16,35 0 15,111-17-15,52-34 16,-1-34-1,68-25 1</inkml:trace>
  <inkml:trace contextRef="#ctx0" brushRef="#br0" timeOffset="58477.32">7707 9346 0,'0'0'0,"0"0"16,0 0-1,0 9 1,34 8 0,69 17-16,50 8 15,103 1-15,17-18 16,52 18-16</inkml:trace>
  <inkml:trace contextRef="#ctx0" brushRef="#br0" timeOffset="68007.05">8945 12757 0,'0'0'0,"8"0"16,52 0-1,76 0-15,78 17 16,76 8 0,94 9-1,103 34-15,-78 17 16</inkml:trace>
  <inkml:trace contextRef="#ctx0" brushRef="#br0" timeOffset="73044.87">15371 12799 0,'26'0'0,"102"0"16,77 0-16,59-8 15,86-9 1,26 0 0</inkml:trace>
  <inkml:trace contextRef="#ctx0" brushRef="#br0" timeOffset="74377.64">7938 13794 0,'0'0'0,"-9"-8"16,-8-1-1,-9 1-15,-8-9 16,0 0 0,0 0-16,0 0 15,0 0-15,8 0 16,9 8-1,0 1 1,8 8 0,9 0-16,0 0 15,26 0 1,68 17-16,128 0 16,128-26-1,34-8-15</inkml:trace>
  <inkml:trace contextRef="#ctx0" brushRef="#br0" timeOffset="75393.72">10865 14356 0,'0'0'0,"0"0"16,0 0-16,17 0 15,26-9 1,51 1-16,68-9 16,68 8-1,95 1-15,110-9 16,-25-1-1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17:02.453"/>
    </inkml:context>
    <inkml:brush xml:id="br0">
      <inkml:brushProperty name="width" value="0.05292" units="cm"/>
      <inkml:brushProperty name="height" value="0.05292" units="cm"/>
      <inkml:brushProperty name="color" value="#FF0000"/>
    </inkml:brush>
  </inkml:definitions>
  <inkml:trace contextRef="#ctx0" brushRef="#br0">11010 3563 0,'0'0'0,"0"9"0,-8 33 31,-1 18-15,0 8-16,1 68 0,-18 77 31,-16-60-31,16-34 16,-8 59-1,17-25-15,17-76 16,0-43 0,8-8-16,1-18 15</inkml:trace>
  <inkml:trace contextRef="#ctx0" brushRef="#br0" timeOffset="272.7">10711 4414 0,'0'0'0,"0"0"16,-8 0 0,-9 0-16,-17 17 15,-18 25 1,10 1-16,8-1 16,17 1-1,17-9-15,17 0 16,25-9-1,52 1-15,0-26 16,17-26 0,94-50-16,-17-9 15,-129 59 1</inkml:trace>
  <inkml:trace contextRef="#ctx0" brushRef="#br0" timeOffset="3646.9">27218 3257 0,'0'0'0,"0"0"0,0 0 15,0 0 1,0 0-16,0 0 15,0 0 1,0 0-16,-9 17 16,1 26-1,-18 59 1,-16 42-16,7-25 16,-7 0-1,-1 26-15,9-9 16,17-25-16,8-52 15,1-16 1,-1-9 0,1-9-16,-18-8 15,18-8 1</inkml:trace>
  <inkml:trace contextRef="#ctx0" brushRef="#br0" timeOffset="3912.11">26484 4252 0,'0'0'0,"0"0"15,0 26-15,0 8 32,8 0-17,10 8-15,-1 1 16,0-1-1,0-16-15,0-1 16,0 1 0,0-18-16,17-8 15,26-17 1,25-34-16,-34 26 16</inkml:trace>
  <inkml:trace contextRef="#ctx0" brushRef="#br0" timeOffset="50803.08">13357 4125 0,'51'0'0,"146"17"0,101 17 31,146 8-31,9-8 16,-78 0 0,86-8-1,43-26-15,25-9 16,34 9-16,9 0 16,-162 9-16</inkml:trace>
  <inkml:trace contextRef="#ctx0" brushRef="#br0" timeOffset="80535.09">1067 6565 0,'0'0'0,"0"0"0,0 0 32,-9 0-32,1 0 15,8 0 1,0 0-16,0 0 15,42 9 1,172-1-16,127-8 16,1 0-1,101 9-15,87-9 16,-121 8-16</inkml:trace>
  <inkml:trace contextRef="#ctx0" brushRef="#br0" timeOffset="84653.92">3312 6642 0,'0'0'0,"0"0"0,-9 17 15,0 26 1,1 33 0,-1 9-16,-8 0 15,0-17-15,0 26 16,0 8-1,0 8 1,17-25-16,0-25 16,0-18-1,17-8-15,0 0 16,0-8-16,0 0 16,9-18-1,17 1-15,16-1 16,18-16-1,26-1-15,25 1 16,17-1 0,25-8-1,1-9-15,17 18 16,34-1-16,0 1 16,8 8-1,18-9 1,25 1-16,8-1 15,1-16 1,0-1-16,-9 1 16,-17-1-1,-17 9-15,-17 0 16,0 0-16,-35 9 16,-33 8-1,-34 8-15,-35 9 16,-17-8-1,-25-1 1,-17 1-16,-9-1 16,-9-8-1,1 0-15,-1 0 16,-8-8-16,0-9 16,0-26-1,0-25 1,0-25-16,0-9 15,0-9 1,0 9 0,9 17-16,-1 9 15,-16 7-15,-1 18 16,1 17 0,-1 9-16,-16-1 0,-1 9 31,-17 0-31,1 0 15,-35 17 1,-17 0-16,-43 26 0,-50 8 16,-10 8-1,-25-8-15,-59-8 16,-35-1 0,-60-16-1,-42-18 1,8 1-16,-50 8 15,-53 17-15,-7 0 16,-26 9 0,-120 42-1,239-17-15</inkml:trace>
  <inkml:trace contextRef="#ctx0" brushRef="#br0" timeOffset="100215.77">20236 4388 0,'0'0'0,"0"0"16,0 0 0,0 0-1,0 0 1,0 0-16,0 0 15,0 0-15,-8 0 16,-9 26 0,-34 50-1,-43 86-15,-17 17 0,-9 16 16,26-16 0,52-77-1,25-43-15,0-16 16,8-18-1,0-16 1,1-1-16,-1-8 16,1-8-16,-1-1 15,1-8 1,-1 0 0,9 0-16,-8 0 15,8 9 1,0 8-16,0 0 15,-9 0-15,1 0 16,-1 17 0,-8 8-1,8 1-15,9 16 16,18 9 0,-1-17-16,59-8 15,112-35 1,34-25-16,102-25 15</inkml:trace>
  <inkml:trace contextRef="#ctx0" brushRef="#br0" timeOffset="103599.65">2270 3870 0,'0'0'0,"0"0"15,0 0-15,0 8 16,17 52 0,-8 67-16,8 26 15,-26 17 1,9 0-16,9-42 16,0-52-1,-9-33-15,-9-17 16,0-1-1,9-16-15</inkml:trace>
  <inkml:trace contextRef="#ctx0" brushRef="#br0" timeOffset="103847.3">1869 4967 0,'0'0'0,"0"0"16,17 34-1,26 17-15,25 0 16,9-17 0,-9-17-1,35-26-15,42-8 0,8-17 32,10-17-32,-10 9 15,26-9 1,-33-51-16,-95 51 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19:12.747"/>
    </inkml:context>
    <inkml:brush xml:id="br0">
      <inkml:brushProperty name="width" value="0.05292" units="cm"/>
      <inkml:brushProperty name="height" value="0.05292" units="cm"/>
      <inkml:brushProperty name="color" value="#FF0000"/>
    </inkml:brush>
  </inkml:definitions>
  <inkml:trace contextRef="#ctx0" brushRef="#br0">8313 16983 0,'0'0'0,"43"-8"0,76-1 15,69-8 1,25 9-16,-16 8 15,-1 17 1,9 25 0,-9 9-16,-8-8 15,-9-9-15,128 17 16</inkml:trace>
  <inkml:trace contextRef="#ctx0" brushRef="#br0" timeOffset="275.88">9994 16490 0,'0'0'0,"0"0"15,35 0-15,33 0 16,43 17-16,17 9 15,8-1 1,-8 9 0,-8 0-16,-18 0 15,-33-8-15,-27-1 16,-25-8 0,-25 9-1,-112 59-15,-170 93 16</inkml:trace>
  <inkml:trace contextRef="#ctx0" brushRef="#br0" timeOffset="9464.68">7784 4142 0,'0'0'0,"8"0"0,9 0 16,1 8 0,-1 1-1,0-1 1,8 1-16,-8 8 15,0 0 1,1 0-16,-1 17 0,-9-9 16,9 18-16,-8 59 31,-9 59-15,-9-16-16,-16-9 15,-10 60 1,1-35-16,9-84 15,-1-18 1,-8-16-16,17-1 16,8-25-1</inkml:trace>
  <inkml:trace contextRef="#ctx0" brushRef="#br0" timeOffset="9706.83">7707 5375 0,'0'0'0,"0"0"16,0 0-16,-8 8 16,-18 9-1,-8 0-15,-9 9 16,9 25 0,8 8-16,18-16 15,16-18 1,18-16-16,42-35 15,69-16 1,51-18-16,-1-25 16,112-59-1</inkml:trace>
  <inkml:trace contextRef="#ctx0" brushRef="#br0" timeOffset="11943.28">5343 6872 0,'0'0'0,"0"0"15,17 17-15,9-9 16,-1 9 0,-8-8-16,0-1 15,-8 9 1,-1 9-16,1 16 16,-18 26-1,1 26-15,-9-9 16,0-9-1,0-16-15,8-18 16,1-8 0,-1-8-1,9-1-15,0 1 0,0-1 32,0-8-32,9 0 0,8 9 31,0 0-31,17-18 15,34 9 1,35-8-16,7-1 16,10-8-16,-1-8 15,18-1 1,-17 9 0,-10 0-16,-24 9 15,-9-1 1,-1 1-16,-16-1 15,-17 1 1,-18-18-16,-16 1 16</inkml:trace>
  <inkml:trace contextRef="#ctx0" brushRef="#br0" timeOffset="12325.24">6845 7178 0,'0'0'0,"0"0"16,0 0-16,0 0 15,0 0 1,0 0-16,17 8 16,0 1-16,26 8 31,0 8-31,-1-8 15,1 9-15,-9-1 16,-8 1 0,8 8-1,-9-9-15,1 1 0,-9-1 32,-8-8-32,-9 9 15,-26 25 1,-42 25-16,-43 18 15,-26 0 1,18-9-16,67-43 16</inkml:trace>
  <inkml:trace contextRef="#ctx0" brushRef="#br0" timeOffset="16394.66">27295 5494 0,'8'0'16,"44"25"-16,135 18 15,155 8-15,127-17 16,111-43 15,-161-8-31</inkml:trace>
  <inkml:trace contextRef="#ctx0" brushRef="#br0" timeOffset="24469.96">27201 3342 0,'0'0'0,"0"0"16,0 0-1,0 0-15,0 0 16,0 0 0,0 0-16,0 0 15</inkml:trace>
  <inkml:trace contextRef="#ctx0" brushRef="#br0" timeOffset="25885.95">26783 3155 0,'0'0'0,"0"0"0,0 0 16,0 0-1,0 0 1,17 0-16,0 0 16,43 17-16,33 9 15,1-1 1,68 9-16,60-8 16,86-1-1</inkml:trace>
  <inkml:trace contextRef="#ctx0" brushRef="#br0" timeOffset="26815.83">25024 4099 0,'0'0'0,"0"0"16,18 0 15,41-8-31,69-18 16,26-16-1,59-9-15,35-9 16,59 18 0,86 25-16</inkml:trace>
  <inkml:trace contextRef="#ctx0" brushRef="#br0" timeOffset="35271.94">22336 5213 0,'0'0'0,"0"0"15,0 0-15,0 0 16,0-8 0,0-1-16,0-8 15,0 0 1,0 0-16,0 17 15,0 0 1,0 0-16,0 9 16,0-1-1,0 1-15,0-1 16,0 9 0,0 9-16,-9 25 15,1 25 1,-1 18-16,1 33 15,-1 9 1,1-42-16,-1-34 16,1-9-1,-1-9-15,1-16 16,-1-1 0,1-16-16,-18-1 15,9-8 1</inkml:trace>
  <inkml:trace contextRef="#ctx0" brushRef="#br0" timeOffset="35536.28">21841 5996 0,'0'0'0,"0"0"16,0 0-16,-9 0 15,1 17 1,-1 25-16,-16 26 15,-1 9 1,9-1-16,0-25 16,17-8-1,9-18-15,33 1 16,78-18-16,42-42 31,68-59-31,35-26 16,59-43-16</inkml:trace>
  <inkml:trace contextRef="#ctx0" brushRef="#br0" timeOffset="36930.47">22242 15385 0,'0'0'0,"0"0"16,0 0 0,0 0-16,-8 8 15,-18 35 1,-42 42-16,-60 59 16,-52 35-1,10-9-15,16-34 16,35-25-1,33-26-15,52-51 16</inkml:trace>
  <inkml:trace contextRef="#ctx0" brushRef="#br0" timeOffset="37175.19">20979 16184 0,'0'0'0,"0"0"16,-9 8-1,1 10 1,-1 16-16,9 0 16,0 0-1,0 0 1,17 8-16,0 9 16,1 9-1,7 8-15,9-9 16,9-8-1,-17-34-15</inkml:trace>
  <inkml:trace contextRef="#ctx0" brushRef="#br0" timeOffset="45339.53">23360 7850 0,'0'0'0,"43"-9"15,136 1 1,103-1 0,25-25-16,60-25 0</inkml:trace>
  <inkml:trace contextRef="#ctx0" brushRef="#br0" timeOffset="46689.42">23326 9074 0,'0'0'0,"0"0"15,0 0-15,0 0 16,9-8 0,16-1-1,69 1-15,94-18 16,213-16-1,120-18-15,-120 9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0:20:31.134"/>
    </inkml:context>
    <inkml:brush xml:id="br0">
      <inkml:brushProperty name="width" value="0.05292" units="cm"/>
      <inkml:brushProperty name="height" value="0.05292" units="cm"/>
      <inkml:brushProperty name="color" value="#FF0000"/>
    </inkml:brush>
  </inkml:definitions>
  <inkml:trace contextRef="#ctx0" brushRef="#br0">10421 8862 0,'0'0'0,"9"0"0,33 0 16,44 8-1,33 9-15,26 0 16,94 0 0,43 0-16,51-8 15</inkml:trace>
  <inkml:trace contextRef="#ctx0" brushRef="#br0" timeOffset="2170.58">7169 8717 0,'0'0'0,"26"0"16,93 0 0,69-17-1,102-25 1,60-9-16,26 16 15,25 1-15</inkml:trace>
  <inkml:trace contextRef="#ctx0" brushRef="#br0" timeOffset="3861.62">7596 10052 0,'9'-8'0,"93"-26"0,146-34 16,93-17 0,43 0-16,-8 25 15,-1 9 1</inkml:trace>
  <inkml:trace contextRef="#ctx0" brushRef="#br0" timeOffset="6320.45">15167 14543 0,'0'0'0,"0"0"0,-9 0 16,-8 25 0,-26 35-16,-25 84 15,-17 35 1,-9 50-16,17 1 15,43-94 1,17 17-16,8 0 16,9-85-1</inkml:trace>
  <inkml:trace contextRef="#ctx0" brushRef="#br0" timeOffset="7053.1">15448 14585 0,'0'0'0,"0"0"0,9 9 15,33 25 1,61 8-16,59-25 16,51-34-16,61-17 15,16-17 1,-9 0 0,10-8-16,-35-1 0,-43 26 31,-25 17-16,-26 9-15,-43 8 16,-16 17 0,-35 0-16,-8 8 15,-17 26 1,-9 34-16,-17 51 16,-34 51-1,-17 17-15,-26 9 16,9-26-1,16-25-15,1 8 16,17-43 0,9-42-16,-1-17 15,9-17 1,0-17-16,0-8 16,-8-9-1,-18 0-15,-34-8 16,-42-1-1,-86-16-15,-42-9 16,-9-9 0,-17 0-16,-18-8 15,1-8 1,26-1-16,-9 9 16,25 0-1,18 0-15,34 0 16,59 9-1,35-1-15,25-8 16,35 9 0</inkml:trace>
  <inkml:trace contextRef="#ctx0" brushRef="#br0" timeOffset="7322.12">16788 14551 0,'0'0'0,"0"0"0,-8 17 16,-9 51-1,-43 94-15,-43 59 16,-25 26-1,0-26-15,17-26 16,9 9 0,-43 102-16</inkml:trace>
  <inkml:trace contextRef="#ctx0" brushRef="#br0" timeOffset="7717.3">15491 15129 0,'0'0'0,"0"0"0,-9 9 16,1 33 0,-9 52-16,-9 34 15,-8-35 1,17-59 0</inkml:trace>
  <inkml:trace contextRef="#ctx0" brushRef="#br0" timeOffset="9096.01">20655 16694 0,'0'0'0,"0"0"0,0 0 16,0 0-16,0-8 16,0-1 15,-9 1-31,1-9 15,-27-9 1,-24-16-16,-52-9 16,-34 0-1,-9 0-15,-25 0 16,-18-9 0,-7-16-16,-1-18 15,0 0-15,26-8 16,-26 0-1,17 9-15,26 8 16,0 8-16,17 1 16,42 25-1,35 8 1,25 1-16,18-1 16,25 9-16,17-8 15,8 7 1,27 1-16,-1 9 15,8 16 1,-16 9 0,0 9-1,-9-1-15,-8 1 16,-1-1 0,-8 1-16,0 8 15,0 0-15,0 0 16,9 0-16,0-8 31,-9-1-31,-9 1 16,1-1-1,-1-8 1,-8 0-16,0 0 16,0 0-16,0 0 15,0 0 1,0 0-16,0 0 15,0 0 1,0 0-16,0 0 16,0 0-1,-8-17-15,8 9 16</inkml:trace>
  <inkml:trace contextRef="#ctx0" brushRef="#br0" timeOffset="9605.95">19349 15334 0,'0'0'0,"-9"0"0,-42 0 16,-34 0 0,-1 0-16,9 0 31,-25 0-31,-35 0 16,18 0-16,25 0 15,34 0-15,26 0 31,0 8-31,8 1 16,1-1 0,8-8-16,0 9 15,0-1-15,8 1 0,1 8 16,-1 25 0,9 35-16,17 16 15,9 1 1,59 16-1,26-8 1,17 9 0,9 8-16,-1-25 15,-16-9-15,-44-17 16,-50-34 0</inkml:trace>
  <inkml:trace contextRef="#ctx0" brushRef="#br0" timeOffset="10468.26">11505 16788 0,'0'0'0,"0"0"0,0 0 16,0 0-1,17 0-15,34-9 16,43 1-1,34-9-15,34-17 16,35-34 0,16-17-16,18-26 15,-10 18 1,10-1-16,8-17 16,-26 9-1,-25 17-15,-26 9 16,-17 8-1,-34 8-15,-34 26 16,-34 9 0,-26 8-16,-9 17 15,-8 0 1</inkml:trace>
  <inkml:trace contextRef="#ctx0" brushRef="#br0" timeOffset="10760.76">13400 15835 0,'0'0'0,"0"0"0,0 0 16,8 0-1,35-8 1,68-9-16,51-9 0,9-8 16,25-8-1,-34 8-15,-34 17 16,-25 8-1,-26 1 1,-18 8 0,-7 17-1,-27 0-15,-25 42 16,-25 77-16,-44 51 16,-25 43-1,-51 93 1</inkml:trace>
  <inkml:trace contextRef="#ctx0" brushRef="#br0" timeOffset="11400.16">14603 16473 0,'0'0'0,"0"0"16,9 0-16,34 17 16,50 17-1,27 9 1,51 25 0,33 17-16,-7 8 15,33 9-15,1 9 16,-9 17-1,-9-1-15,-42-16 16,25 16-16,-8-8 31,-52-34-31,1 0 16,8-17 0,-17 0-16,-17-25 0,-26-9 15,1-34 1,-35 0-1</inkml:trace>
  <inkml:trace contextRef="#ctx0" brushRef="#br0" timeOffset="11718.46">17266 17085 0,'0'0'0,"-8"0"0,-9-8 15,-26-18 1,-17 1 0,-42-1-16,-18 9 15,-25 17 1,-102 17-16,-44 34 15,-7 26-15,-86 51 16,34 16 0,-9 26-16,-16 9 15,42-18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10</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22: Amdahl’s Law and Mutual Exclusion</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CC005A0-A72F-E29F-AB39-B6882CF0870B}"/>
                  </a:ext>
                </a:extLst>
              </p14:cNvPr>
              <p14:cNvContentPartPr/>
              <p14:nvPr/>
            </p14:nvContentPartPr>
            <p14:xfrm>
              <a:off x="436320" y="394920"/>
              <a:ext cx="9709560" cy="5477760"/>
            </p14:xfrm>
          </p:contentPart>
        </mc:Choice>
        <mc:Fallback>
          <p:pic>
            <p:nvPicPr>
              <p:cNvPr id="4" name="Ink 3">
                <a:extLst>
                  <a:ext uri="{FF2B5EF4-FFF2-40B4-BE49-F238E27FC236}">
                    <a16:creationId xmlns:a16="http://schemas.microsoft.com/office/drawing/2014/main" id="{FCC005A0-A72F-E29F-AB39-B6882CF0870B}"/>
                  </a:ext>
                </a:extLst>
              </p:cNvPr>
              <p:cNvPicPr/>
              <p:nvPr/>
            </p:nvPicPr>
            <p:blipFill>
              <a:blip r:embed="rId4"/>
              <a:stretch>
                <a:fillRect/>
              </a:stretch>
            </p:blipFill>
            <p:spPr>
              <a:xfrm>
                <a:off x="426960" y="385560"/>
                <a:ext cx="9728280" cy="549648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sequential tasks!</a:t>
            </a:r>
          </a:p>
        </p:txBody>
      </p:sp>
      <p:grpSp>
        <p:nvGrpSpPr>
          <p:cNvPr id="15" name="Group 14" descr="An example of a DAG:&#10;&#10;Nodes: 1, 2, 3&#10;Edges: (1,2), (1,3), (3,2)">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E3DE9242-4BA3-1714-09E5-45838D7DF76F}"/>
                  </a:ext>
                </a:extLst>
              </p14:cNvPr>
              <p14:cNvContentPartPr/>
              <p14:nvPr/>
            </p14:nvContentPartPr>
            <p14:xfrm>
              <a:off x="1179720" y="1337760"/>
              <a:ext cx="6032160" cy="3459960"/>
            </p14:xfrm>
          </p:contentPart>
        </mc:Choice>
        <mc:Fallback>
          <p:pic>
            <p:nvPicPr>
              <p:cNvPr id="9" name="Ink 8">
                <a:extLst>
                  <a:ext uri="{FF2B5EF4-FFF2-40B4-BE49-F238E27FC236}">
                    <a16:creationId xmlns:a16="http://schemas.microsoft.com/office/drawing/2014/main" id="{E3DE9242-4BA3-1714-09E5-45838D7DF76F}"/>
                  </a:ext>
                </a:extLst>
              </p:cNvPr>
              <p:cNvPicPr/>
              <p:nvPr/>
            </p:nvPicPr>
            <p:blipFill>
              <a:blip r:embed="rId3"/>
              <a:stretch>
                <a:fillRect/>
              </a:stretch>
            </p:blipFill>
            <p:spPr>
              <a:xfrm>
                <a:off x="1170360" y="1328400"/>
                <a:ext cx="6050880" cy="347868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a:t>Task Dependency Graph</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a:t>
            </a:r>
          </a:p>
          <a:p>
            <a:pPr lvl="1"/>
            <a:r>
              <a:rPr lang="en-US" dirty="0"/>
              <a:t>This graph depicts a </a:t>
            </a:r>
            <a:r>
              <a:rPr lang="en-US" dirty="0" err="1"/>
              <a:t>forkjoin</a:t>
            </a:r>
            <a:r>
              <a:rPr lang="en-US" dirty="0"/>
              <a:t> algorithm. Each step takes constant time.</a:t>
            </a:r>
          </a:p>
          <a:p>
            <a:r>
              <a:rPr lang="en-US" dirty="0"/>
              <a:t>Fork and Join each create a new node</a:t>
            </a:r>
          </a:p>
          <a:p>
            <a:pPr lvl="1"/>
            <a:r>
              <a:rPr lang="en-US" dirty="0"/>
              <a:t>When calling fork/compute</a:t>
            </a:r>
          </a:p>
          <a:p>
            <a:pPr lvl="2"/>
            <a:r>
              <a:rPr lang="en-US" dirty="0"/>
              <a:t>Algorithm creates two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grpSp>
        <p:nvGrpSpPr>
          <p:cNvPr id="17" name="Group 16" descr="An illustration of a task dependency graph for ForkJoin. We have the original task, which then has two parallelizable subtasks, which each have two parallelizable subtasks, etc. This continues on forming a binary tree until we reach our sequential cutoff, where we have a sequential task. Once we compute these base cases, we can then return to the task that invoked them, so there are tasks that depend on two nodes above them, forming an inverted binary tree.&#10;&#10;Overall, the heights of the rightside-up binary tree and an upside-down binary tree are each log(n). The longest path in the DAG gives the span of the algorithm, which will be log(n). The sum of the running time of all of the nodes gives the work, which in this case will be n.">
            <a:extLst>
              <a:ext uri="{FF2B5EF4-FFF2-40B4-BE49-F238E27FC236}">
                <a16:creationId xmlns:a16="http://schemas.microsoft.com/office/drawing/2014/main" id="{F689664F-B415-8F80-42C3-0C09A1556525}"/>
              </a:ext>
            </a:extLst>
          </p:cNvPr>
          <p:cNvGrpSpPr/>
          <p:nvPr/>
        </p:nvGrpSpPr>
        <p:grpSpPr>
          <a:xfrm>
            <a:off x="244262" y="3673015"/>
            <a:ext cx="11858867" cy="3190465"/>
            <a:chOff x="244262" y="3673015"/>
            <a:chExt cx="11858867" cy="3190465"/>
          </a:xfrm>
        </p:grpSpPr>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244262" y="5648271"/>
              <a:ext cx="1925040" cy="923330"/>
            </a:xfrm>
            <a:prstGeom prst="rect">
              <a:avLst/>
            </a:prstGeom>
            <a:noFill/>
          </p:spPr>
          <p:txBody>
            <a:bodyPr wrap="square" rtlCol="0">
              <a:spAutoFit/>
            </a:bodyPr>
            <a:lstStyle/>
            <a:p>
              <a:r>
                <a:rPr lang="en-US" b="1" dirty="0">
                  <a:solidFill>
                    <a:schemeClr val="accent5">
                      <a:lumMod val="75000"/>
                    </a:schemeClr>
                  </a:solidFill>
                </a:rPr>
                <a:t>Work </a:t>
              </a:r>
              <a:r>
                <a:rPr lang="en-US" dirty="0">
                  <a:solidFill>
                    <a:schemeClr val="accent5">
                      <a:lumMod val="75000"/>
                    </a:schemeClr>
                  </a:solidFill>
                </a:rPr>
                <a:t>= sum of the running times of all nodes</a:t>
              </a:r>
            </a:p>
          </p:txBody>
        </p:sp>
        <p:sp>
          <p:nvSpPr>
            <p:cNvPr id="11" name="Right Brace 10">
              <a:extLst>
                <a:ext uri="{FF2B5EF4-FFF2-40B4-BE49-F238E27FC236}">
                  <a16:creationId xmlns:a16="http://schemas.microsoft.com/office/drawing/2014/main" id="{1527CD99-D6AE-3991-E3E6-36BE5475044E}"/>
                </a:ext>
              </a:extLst>
            </p:cNvPr>
            <p:cNvSpPr/>
            <p:nvPr/>
          </p:nvSpPr>
          <p:spPr>
            <a:xfrm rot="10800000">
              <a:off x="2058136" y="3687149"/>
              <a:ext cx="684352" cy="317633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extBox 11">
              <a:extLst>
                <a:ext uri="{FF2B5EF4-FFF2-40B4-BE49-F238E27FC236}">
                  <a16:creationId xmlns:a16="http://schemas.microsoft.com/office/drawing/2014/main" id="{BED5D1DB-0C08-B2E6-5201-7F8536FA901A}"/>
                </a:ext>
              </a:extLst>
            </p:cNvPr>
            <p:cNvSpPr txBox="1"/>
            <p:nvPr/>
          </p:nvSpPr>
          <p:spPr>
            <a:xfrm>
              <a:off x="9720289" y="5748726"/>
              <a:ext cx="1925040" cy="923330"/>
            </a:xfrm>
            <a:prstGeom prst="rect">
              <a:avLst/>
            </a:prstGeom>
            <a:noFill/>
          </p:spPr>
          <p:txBody>
            <a:bodyPr wrap="square" rtlCol="0">
              <a:spAutoFit/>
            </a:bodyPr>
            <a:lstStyle/>
            <a:p>
              <a:r>
                <a:rPr lang="en-US" b="1" dirty="0">
                  <a:solidFill>
                    <a:srgbClr val="FF0000"/>
                  </a:solidFill>
                </a:rPr>
                <a:t>Span </a:t>
              </a:r>
              <a:r>
                <a:rPr lang="en-US" dirty="0">
                  <a:solidFill>
                    <a:srgbClr val="FF0000"/>
                  </a:solidFill>
                </a:rPr>
                <a:t>= longest path from start node to end node.</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43B6269-2CDE-E8D6-8674-36B7C9F37497}"/>
                    </a:ext>
                  </a:extLst>
                </p:cNvPr>
                <p:cNvSpPr txBox="1"/>
                <p:nvPr/>
              </p:nvSpPr>
              <p:spPr>
                <a:xfrm>
                  <a:off x="748772" y="5080298"/>
                  <a:ext cx="1925040" cy="369332"/>
                </a:xfrm>
                <a:prstGeom prst="rect">
                  <a:avLst/>
                </a:prstGeom>
                <a:noFill/>
              </p:spPr>
              <p:txBody>
                <a:bodyPr wrap="square" rtlCol="0">
                  <a:spAutoFit/>
                </a:bodyPr>
                <a:lstStyle/>
                <a:p>
                  <a14:m>
                    <m:oMath xmlns:m="http://schemas.openxmlformats.org/officeDocument/2006/math">
                      <m:r>
                        <m:rPr>
                          <m:sty m:val="p"/>
                        </m:rPr>
                        <a:rPr lang="en-US" b="0" i="0" smtClean="0">
                          <a:solidFill>
                            <a:schemeClr val="accent5">
                              <a:lumMod val="75000"/>
                            </a:schemeClr>
                          </a:solidFill>
                          <a:latin typeface="Cambria Math" panose="02040503050406030204" pitchFamily="18" charset="0"/>
                        </a:rPr>
                        <m:t>Σ</m:t>
                      </m:r>
                    </m:oMath>
                  </a14:m>
                  <a:r>
                    <a:rPr lang="en-US" dirty="0">
                      <a:solidFill>
                        <a:schemeClr val="accent5">
                          <a:lumMod val="75000"/>
                        </a:schemeClr>
                      </a:solidFill>
                    </a:rPr>
                    <a:t> gives work</a:t>
                  </a:r>
                </a:p>
              </p:txBody>
            </p:sp>
          </mc:Choice>
          <mc:Fallback>
            <p:sp>
              <p:nvSpPr>
                <p:cNvPr id="13" name="TextBox 12">
                  <a:extLst>
                    <a:ext uri="{FF2B5EF4-FFF2-40B4-BE49-F238E27FC236}">
                      <a16:creationId xmlns:a16="http://schemas.microsoft.com/office/drawing/2014/main" id="{743B6269-2CDE-E8D6-8674-36B7C9F37497}"/>
                    </a:ext>
                  </a:extLst>
                </p:cNvPr>
                <p:cNvSpPr txBox="1">
                  <a:spLocks noRot="1" noChangeAspect="1" noMove="1" noResize="1" noEditPoints="1" noAdjustHandles="1" noChangeArrowheads="1" noChangeShapeType="1" noTextEdit="1"/>
                </p:cNvSpPr>
                <p:nvPr/>
              </p:nvSpPr>
              <p:spPr>
                <a:xfrm>
                  <a:off x="748772" y="5080298"/>
                  <a:ext cx="1925040"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06EB262-A421-79C1-C23E-F21E68389737}"/>
                    </a:ext>
                  </a:extLst>
                </p:cNvPr>
                <p:cNvSpPr txBox="1"/>
                <p:nvPr/>
              </p:nvSpPr>
              <p:spPr>
                <a:xfrm>
                  <a:off x="9879709" y="5054138"/>
                  <a:ext cx="2223420" cy="369332"/>
                </a:xfrm>
                <a:prstGeom prst="rect">
                  <a:avLst/>
                </a:prstGeom>
                <a:noFill/>
              </p:spPr>
              <p:txBody>
                <a:bodyPr wrap="square" rtlCol="0">
                  <a:spAutoFit/>
                </a:bodyPr>
                <a:lstStyle/>
                <a:p>
                  <a14:m>
                    <m:oMath xmlns:m="http://schemas.openxmlformats.org/officeDocument/2006/math">
                      <m:r>
                        <a:rPr lang="en-US" b="0" i="1" smtClean="0">
                          <a:solidFill>
                            <a:srgbClr val="FF0000"/>
                          </a:solidFill>
                          <a:latin typeface="Cambria Math" panose="02040503050406030204" pitchFamily="18" charset="0"/>
                        </a:rPr>
                        <m:t>𝑚𝑎𝑥</m:t>
                      </m:r>
                    </m:oMath>
                  </a14:m>
                  <a:r>
                    <a:rPr lang="en-US" dirty="0">
                      <a:solidFill>
                        <a:srgbClr val="FF0000"/>
                      </a:solidFill>
                    </a:rPr>
                    <a:t> path gives span</a:t>
                  </a:r>
                </a:p>
              </p:txBody>
            </p:sp>
          </mc:Choice>
          <mc:Fallback>
            <p:sp>
              <p:nvSpPr>
                <p:cNvPr id="14" name="TextBox 13">
                  <a:extLst>
                    <a:ext uri="{FF2B5EF4-FFF2-40B4-BE49-F238E27FC236}">
                      <a16:creationId xmlns:a16="http://schemas.microsoft.com/office/drawing/2014/main" id="{706EB262-A421-79C1-C23E-F21E68389737}"/>
                    </a:ext>
                  </a:extLst>
                </p:cNvPr>
                <p:cNvSpPr txBox="1">
                  <a:spLocks noRot="1" noChangeAspect="1" noMove="1" noResize="1" noEditPoints="1" noAdjustHandles="1" noChangeArrowheads="1" noChangeShapeType="1" noTextEdit="1"/>
                </p:cNvSpPr>
                <p:nvPr/>
              </p:nvSpPr>
              <p:spPr>
                <a:xfrm>
                  <a:off x="9879709" y="5054138"/>
                  <a:ext cx="2223420" cy="369332"/>
                </a:xfrm>
                <a:prstGeom prst="rect">
                  <a:avLst/>
                </a:prstGeom>
                <a:blipFill>
                  <a:blip r:embed="rId3"/>
                  <a:stretch>
                    <a:fillRect t="-8197" b="-24590"/>
                  </a:stretch>
                </a:blipFill>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5D472E43-03D4-211A-41E8-A30223BEA620}"/>
                  </a:ext>
                </a:extLst>
              </p14:cNvPr>
              <p14:cNvContentPartPr/>
              <p14:nvPr/>
            </p14:nvContentPartPr>
            <p14:xfrm>
              <a:off x="626760" y="284760"/>
              <a:ext cx="8671320" cy="4292640"/>
            </p14:xfrm>
          </p:contentPart>
        </mc:Choice>
        <mc:Fallback>
          <p:pic>
            <p:nvPicPr>
              <p:cNvPr id="18" name="Ink 17">
                <a:extLst>
                  <a:ext uri="{FF2B5EF4-FFF2-40B4-BE49-F238E27FC236}">
                    <a16:creationId xmlns:a16="http://schemas.microsoft.com/office/drawing/2014/main" id="{5D472E43-03D4-211A-41E8-A30223BEA620}"/>
                  </a:ext>
                </a:extLst>
              </p:cNvPr>
              <p:cNvPicPr/>
              <p:nvPr/>
            </p:nvPicPr>
            <p:blipFill>
              <a:blip r:embed="rId5"/>
              <a:stretch>
                <a:fillRect/>
              </a:stretch>
            </p:blipFill>
            <p:spPr>
              <a:xfrm>
                <a:off x="617400" y="275400"/>
                <a:ext cx="8690040" cy="4311360"/>
              </a:xfrm>
              <a:prstGeom prst="rect">
                <a:avLst/>
              </a:prstGeom>
            </p:spPr>
          </p:pic>
        </mc:Fallback>
      </mc:AlternateContent>
    </p:spTree>
    <p:extLst>
      <p:ext uri="{BB962C8B-B14F-4D97-AF65-F5344CB8AC3E}">
        <p14:creationId xmlns:p14="http://schemas.microsoft.com/office/powerpoint/2010/main" val="152420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D9CEF23-A013-A06F-B2E8-B825F278CB83}"/>
                  </a:ext>
                </a:extLst>
              </p14:cNvPr>
              <p14:cNvContentPartPr/>
              <p14:nvPr/>
            </p14:nvContentPartPr>
            <p14:xfrm>
              <a:off x="2651760" y="355320"/>
              <a:ext cx="4882680" cy="2360520"/>
            </p14:xfrm>
          </p:contentPart>
        </mc:Choice>
        <mc:Fallback>
          <p:pic>
            <p:nvPicPr>
              <p:cNvPr id="4" name="Ink 3">
                <a:extLst>
                  <a:ext uri="{FF2B5EF4-FFF2-40B4-BE49-F238E27FC236}">
                    <a16:creationId xmlns:a16="http://schemas.microsoft.com/office/drawing/2014/main" id="{CD9CEF23-A013-A06F-B2E8-B825F278CB83}"/>
                  </a:ext>
                </a:extLst>
              </p:cNvPr>
              <p:cNvPicPr/>
              <p:nvPr/>
            </p:nvPicPr>
            <p:blipFill>
              <a:blip r:embed="rId4"/>
              <a:stretch>
                <a:fillRect/>
              </a:stretch>
            </p:blipFill>
            <p:spPr>
              <a:xfrm>
                <a:off x="2642400" y="345960"/>
                <a:ext cx="4901400" cy="237924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B703E63-8050-81A9-3CF4-7311A5CAA593}"/>
                  </a:ext>
                </a:extLst>
              </p14:cNvPr>
              <p14:cNvContentPartPr/>
              <p14:nvPr/>
            </p14:nvContentPartPr>
            <p14:xfrm>
              <a:off x="780480" y="1184760"/>
              <a:ext cx="9267120" cy="4397040"/>
            </p14:xfrm>
          </p:contentPart>
        </mc:Choice>
        <mc:Fallback>
          <p:pic>
            <p:nvPicPr>
              <p:cNvPr id="4" name="Ink 3">
                <a:extLst>
                  <a:ext uri="{FF2B5EF4-FFF2-40B4-BE49-F238E27FC236}">
                    <a16:creationId xmlns:a16="http://schemas.microsoft.com/office/drawing/2014/main" id="{2B703E63-8050-81A9-3CF4-7311A5CAA593}"/>
                  </a:ext>
                </a:extLst>
              </p:cNvPr>
              <p:cNvPicPr/>
              <p:nvPr/>
            </p:nvPicPr>
            <p:blipFill>
              <a:blip r:embed="rId5"/>
              <a:stretch>
                <a:fillRect/>
              </a:stretch>
            </p:blipFill>
            <p:spPr>
              <a:xfrm>
                <a:off x="771120" y="1175400"/>
                <a:ext cx="9285840" cy="441576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7D4DB8C-78E3-065C-9113-2F29CE30194A}"/>
                  </a:ext>
                </a:extLst>
              </p14:cNvPr>
              <p14:cNvContentPartPr/>
              <p14:nvPr/>
            </p14:nvContentPartPr>
            <p14:xfrm>
              <a:off x="580680" y="1561320"/>
              <a:ext cx="10437840" cy="4470480"/>
            </p14:xfrm>
          </p:contentPart>
        </mc:Choice>
        <mc:Fallback>
          <p:pic>
            <p:nvPicPr>
              <p:cNvPr id="4" name="Ink 3">
                <a:extLst>
                  <a:ext uri="{FF2B5EF4-FFF2-40B4-BE49-F238E27FC236}">
                    <a16:creationId xmlns:a16="http://schemas.microsoft.com/office/drawing/2014/main" id="{D7D4DB8C-78E3-065C-9113-2F29CE30194A}"/>
                  </a:ext>
                </a:extLst>
              </p:cNvPr>
              <p:cNvPicPr/>
              <p:nvPr/>
            </p:nvPicPr>
            <p:blipFill>
              <a:blip r:embed="rId4"/>
              <a:stretch>
                <a:fillRect/>
              </a:stretch>
            </p:blipFill>
            <p:spPr>
              <a:xfrm>
                <a:off x="571320" y="1551960"/>
                <a:ext cx="10456560" cy="4489200"/>
              </a:xfrm>
              <a:prstGeom prst="rect">
                <a:avLst/>
              </a:prstGeom>
            </p:spPr>
          </p:pic>
        </mc:Fallback>
      </mc:AlternateContent>
    </p:spTree>
    <p:extLst>
      <p:ext uri="{BB962C8B-B14F-4D97-AF65-F5344CB8AC3E}">
        <p14:creationId xmlns:p14="http://schemas.microsoft.com/office/powerpoint/2010/main" val="416429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3870121-E5AD-C66E-8D8B-78A4410D7F78}"/>
                  </a:ext>
                </a:extLst>
              </p14:cNvPr>
              <p14:cNvContentPartPr/>
              <p14:nvPr/>
            </p14:nvContentPartPr>
            <p14:xfrm>
              <a:off x="921600" y="2247120"/>
              <a:ext cx="9823680" cy="3211920"/>
            </p14:xfrm>
          </p:contentPart>
        </mc:Choice>
        <mc:Fallback>
          <p:pic>
            <p:nvPicPr>
              <p:cNvPr id="4" name="Ink 3">
                <a:extLst>
                  <a:ext uri="{FF2B5EF4-FFF2-40B4-BE49-F238E27FC236}">
                    <a16:creationId xmlns:a16="http://schemas.microsoft.com/office/drawing/2014/main" id="{53870121-E5AD-C66E-8D8B-78A4410D7F78}"/>
                  </a:ext>
                </a:extLst>
              </p:cNvPr>
              <p:cNvPicPr/>
              <p:nvPr/>
            </p:nvPicPr>
            <p:blipFill>
              <a:blip r:embed="rId3"/>
              <a:stretch>
                <a:fillRect/>
              </a:stretch>
            </p:blipFill>
            <p:spPr>
              <a:xfrm>
                <a:off x="912240" y="2237760"/>
                <a:ext cx="9842400" cy="3230640"/>
              </a:xfrm>
              <a:prstGeom prst="rect">
                <a:avLst/>
              </a:prstGeom>
            </p:spPr>
          </p:pic>
        </mc:Fallback>
      </mc:AlternateContent>
    </p:spTree>
    <p:extLst>
      <p:ext uri="{BB962C8B-B14F-4D97-AF65-F5344CB8AC3E}">
        <p14:creationId xmlns:p14="http://schemas.microsoft.com/office/powerpoint/2010/main" val="361711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5A70609-6187-3122-B30B-705D62476B3F}"/>
                  </a:ext>
                </a:extLst>
              </p14:cNvPr>
              <p14:cNvContentPartPr/>
              <p14:nvPr/>
            </p14:nvContentPartPr>
            <p14:xfrm>
              <a:off x="758880" y="1080720"/>
              <a:ext cx="3447720" cy="5144040"/>
            </p14:xfrm>
          </p:contentPart>
        </mc:Choice>
        <mc:Fallback>
          <p:pic>
            <p:nvPicPr>
              <p:cNvPr id="4" name="Ink 3">
                <a:extLst>
                  <a:ext uri="{FF2B5EF4-FFF2-40B4-BE49-F238E27FC236}">
                    <a16:creationId xmlns:a16="http://schemas.microsoft.com/office/drawing/2014/main" id="{35A70609-6187-3122-B30B-705D62476B3F}"/>
                  </a:ext>
                </a:extLst>
              </p:cNvPr>
              <p:cNvPicPr/>
              <p:nvPr/>
            </p:nvPicPr>
            <p:blipFill>
              <a:blip r:embed="rId4"/>
              <a:stretch>
                <a:fillRect/>
              </a:stretch>
            </p:blipFill>
            <p:spPr>
              <a:xfrm>
                <a:off x="749520" y="1071360"/>
                <a:ext cx="3466440" cy="5162760"/>
              </a:xfrm>
              <a:prstGeom prst="rect">
                <a:avLst/>
              </a:prstGeom>
            </p:spPr>
          </p:pic>
        </mc:Fallback>
      </mc:AlternateContent>
    </p:spTree>
    <p:extLst>
      <p:ext uri="{BB962C8B-B14F-4D97-AF65-F5344CB8AC3E}">
        <p14:creationId xmlns:p14="http://schemas.microsoft.com/office/powerpoint/2010/main" val="225292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F1FA141-7216-1BDE-6653-CB7674F5A976}"/>
                  </a:ext>
                </a:extLst>
              </p14:cNvPr>
              <p14:cNvContentPartPr/>
              <p14:nvPr/>
            </p14:nvContentPartPr>
            <p14:xfrm>
              <a:off x="1023120" y="2161440"/>
              <a:ext cx="8867880" cy="3699000"/>
            </p14:xfrm>
          </p:contentPart>
        </mc:Choice>
        <mc:Fallback>
          <p:pic>
            <p:nvPicPr>
              <p:cNvPr id="5" name="Ink 4">
                <a:extLst>
                  <a:ext uri="{FF2B5EF4-FFF2-40B4-BE49-F238E27FC236}">
                    <a16:creationId xmlns:a16="http://schemas.microsoft.com/office/drawing/2014/main" id="{1F1FA141-7216-1BDE-6653-CB7674F5A976}"/>
                  </a:ext>
                </a:extLst>
              </p:cNvPr>
              <p:cNvPicPr/>
              <p:nvPr/>
            </p:nvPicPr>
            <p:blipFill>
              <a:blip r:embed="rId5"/>
              <a:stretch>
                <a:fillRect/>
              </a:stretch>
            </p:blipFill>
            <p:spPr>
              <a:xfrm>
                <a:off x="1013760" y="2152080"/>
                <a:ext cx="8886600" cy="3717720"/>
              </a:xfrm>
              <a:prstGeom prst="rect">
                <a:avLst/>
              </a:prstGeom>
            </p:spPr>
          </p:pic>
        </mc:Fallback>
      </mc:AlternateContent>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D0BB16B-9478-4827-9C12-885A4487A2CD}"/>
                  </a:ext>
                </a:extLst>
              </p14:cNvPr>
              <p14:cNvContentPartPr/>
              <p14:nvPr/>
            </p14:nvContentPartPr>
            <p14:xfrm>
              <a:off x="697320" y="1050120"/>
              <a:ext cx="8514720" cy="1699560"/>
            </p14:xfrm>
          </p:contentPart>
        </mc:Choice>
        <mc:Fallback>
          <p:pic>
            <p:nvPicPr>
              <p:cNvPr id="4" name="Ink 3">
                <a:extLst>
                  <a:ext uri="{FF2B5EF4-FFF2-40B4-BE49-F238E27FC236}">
                    <a16:creationId xmlns:a16="http://schemas.microsoft.com/office/drawing/2014/main" id="{4D0BB16B-9478-4827-9C12-885A4487A2CD}"/>
                  </a:ext>
                </a:extLst>
              </p:cNvPr>
              <p:cNvPicPr/>
              <p:nvPr/>
            </p:nvPicPr>
            <p:blipFill>
              <a:blip r:embed="rId3"/>
              <a:stretch>
                <a:fillRect/>
              </a:stretch>
            </p:blipFill>
            <p:spPr>
              <a:xfrm>
                <a:off x="687960" y="1040760"/>
                <a:ext cx="8533440" cy="1718280"/>
              </a:xfrm>
              <a:prstGeom prst="rect">
                <a:avLst/>
              </a:prstGeom>
            </p:spPr>
          </p:pic>
        </mc:Fallback>
      </mc:AlternateContent>
    </p:spTree>
    <p:extLst>
      <p:ext uri="{BB962C8B-B14F-4D97-AF65-F5344CB8AC3E}">
        <p14:creationId xmlns:p14="http://schemas.microsoft.com/office/powerpoint/2010/main" val="1839093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DBEA-B255-B4F1-5392-BBC6FEE78133}"/>
              </a:ext>
            </a:extLst>
          </p:cNvPr>
          <p:cNvSpPr>
            <a:spLocks noGrp="1"/>
          </p:cNvSpPr>
          <p:nvPr>
            <p:ph type="title"/>
          </p:nvPr>
        </p:nvSpPr>
        <p:spPr/>
        <p:txBody>
          <a:bodyPr/>
          <a:lstStyle/>
          <a:p>
            <a:r>
              <a:rPr lang="en-US" dirty="0"/>
              <a:t>Memory Sharing With </a:t>
            </a:r>
            <a:r>
              <a:rPr lang="en-US" dirty="0" err="1"/>
              <a:t>ForkJoin</a:t>
            </a:r>
            <a:endParaRPr lang="en-US" dirty="0"/>
          </a:p>
        </p:txBody>
      </p:sp>
      <p:sp>
        <p:nvSpPr>
          <p:cNvPr id="3" name="Content Placeholder 2">
            <a:extLst>
              <a:ext uri="{FF2B5EF4-FFF2-40B4-BE49-F238E27FC236}">
                <a16:creationId xmlns:a16="http://schemas.microsoft.com/office/drawing/2014/main" id="{F05A5F00-415B-C01C-1686-D7BA8B87AB91}"/>
              </a:ext>
            </a:extLst>
          </p:cNvPr>
          <p:cNvSpPr>
            <a:spLocks noGrp="1"/>
          </p:cNvSpPr>
          <p:nvPr>
            <p:ph idx="1"/>
          </p:nvPr>
        </p:nvSpPr>
        <p:spPr/>
        <p:txBody>
          <a:bodyPr/>
          <a:lstStyle/>
          <a:p>
            <a:r>
              <a:rPr lang="en-US" dirty="0"/>
              <a:t>Structure of </a:t>
            </a:r>
            <a:r>
              <a:rPr lang="en-US" dirty="0" err="1"/>
              <a:t>ForkJoin</a:t>
            </a:r>
            <a:r>
              <a:rPr lang="en-US" dirty="0"/>
              <a:t>:</a:t>
            </a:r>
          </a:p>
          <a:p>
            <a:pPr lvl="1"/>
            <a:r>
              <a:rPr lang="en-US" dirty="0"/>
              <a:t>All threads are executing the same algorithm</a:t>
            </a:r>
          </a:p>
          <a:p>
            <a:pPr lvl="1"/>
            <a:r>
              <a:rPr lang="en-US" dirty="0"/>
              <a:t>Each task is responsible for </a:t>
            </a:r>
            <a:r>
              <a:rPr lang="en-US" b="1" dirty="0"/>
              <a:t>its own portion</a:t>
            </a:r>
            <a:r>
              <a:rPr lang="en-US" dirty="0"/>
              <a:t> of the input/output</a:t>
            </a:r>
          </a:p>
          <a:p>
            <a:pPr lvl="1"/>
            <a:r>
              <a:rPr lang="en-US" dirty="0"/>
              <a:t>If one task needs another’s result, use join() to ensure it uses the final answer</a:t>
            </a:r>
          </a:p>
          <a:p>
            <a:endParaRPr lang="en-US" dirty="0"/>
          </a:p>
          <a:p>
            <a:r>
              <a:rPr lang="en-US" dirty="0"/>
              <a:t>This does not help when:</a:t>
            </a:r>
          </a:p>
          <a:p>
            <a:pPr lvl="1"/>
            <a:r>
              <a:rPr lang="en-US" dirty="0"/>
              <a:t>Memory accessed by threads is overlapping or unpredictable </a:t>
            </a:r>
          </a:p>
          <a:p>
            <a:pPr lvl="1"/>
            <a:r>
              <a:rPr lang="en-US" dirty="0"/>
              <a:t>Threads are doing independent tasks using same resources (rather than implementing the same algorithm)</a:t>
            </a:r>
          </a:p>
        </p:txBody>
      </p:sp>
    </p:spTree>
    <p:extLst>
      <p:ext uri="{BB962C8B-B14F-4D97-AF65-F5344CB8AC3E}">
        <p14:creationId xmlns:p14="http://schemas.microsoft.com/office/powerpoint/2010/main" val="256201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7C48-1D14-4508-7D6F-E7B0446DF8A2}"/>
              </a:ext>
            </a:extLst>
          </p:cNvPr>
          <p:cNvSpPr>
            <a:spLocks noGrp="1"/>
          </p:cNvSpPr>
          <p:nvPr>
            <p:ph type="title"/>
          </p:nvPr>
        </p:nvSpPr>
        <p:spPr/>
        <p:txBody>
          <a:bodyPr/>
          <a:lstStyle/>
          <a:p>
            <a:r>
              <a:rPr lang="en-US" dirty="0"/>
              <a:t>Example: Shared Queue</a:t>
            </a:r>
          </a:p>
        </p:txBody>
      </p:sp>
      <p:sp>
        <p:nvSpPr>
          <p:cNvPr id="3" name="Content Placeholder 2">
            <a:extLst>
              <a:ext uri="{FF2B5EF4-FFF2-40B4-BE49-F238E27FC236}">
                <a16:creationId xmlns:a16="http://schemas.microsoft.com/office/drawing/2014/main" id="{7C2177BE-2729-5CFA-92C0-D3D634D7F7C3}"/>
              </a:ext>
            </a:extLst>
          </p:cNvPr>
          <p:cNvSpPr>
            <a:spLocks noGrp="1"/>
          </p:cNvSpPr>
          <p:nvPr>
            <p:ph idx="1"/>
          </p:nvPr>
        </p:nvSpPr>
        <p:spPr/>
        <p:txBody>
          <a:bodyPr>
            <a:normAutofit fontScale="92500" lnSpcReduction="20000"/>
          </a:bodyPr>
          <a:lstStyle/>
          <a:p>
            <a:pPr marL="0" indent="0">
              <a:buNone/>
            </a:pPr>
            <a:r>
              <a:rPr lang="en-US" dirty="0"/>
              <a:t>enqueue(x){</a:t>
            </a:r>
          </a:p>
          <a:p>
            <a:pPr marL="0" indent="0">
              <a:buNone/>
            </a:pPr>
            <a:r>
              <a:rPr lang="en-US" dirty="0"/>
              <a:t>	if ( back == null ){</a:t>
            </a:r>
          </a:p>
          <a:p>
            <a:pPr marL="0" indent="0">
              <a:buNone/>
            </a:pPr>
            <a:r>
              <a:rPr lang="en-US" dirty="0"/>
              <a:t>		back = new Node(x); </a:t>
            </a:r>
          </a:p>
          <a:p>
            <a:pPr marL="0" indent="0">
              <a:buNone/>
            </a:pPr>
            <a:r>
              <a:rPr lang="en-US" dirty="0"/>
              <a:t>		front = back;</a:t>
            </a:r>
          </a:p>
          <a:p>
            <a:pPr marL="0" indent="0">
              <a:buNone/>
            </a:pPr>
            <a:r>
              <a:rPr lang="en-US" dirty="0"/>
              <a:t>	}</a:t>
            </a:r>
          </a:p>
          <a:p>
            <a:pPr marL="0" indent="0">
              <a:buNone/>
            </a:pPr>
            <a:r>
              <a:rPr lang="en-US" dirty="0"/>
              <a:t>	else { </a:t>
            </a:r>
          </a:p>
          <a:p>
            <a:pPr marL="0" indent="0">
              <a:buNone/>
            </a:pPr>
            <a:r>
              <a:rPr lang="en-US" dirty="0"/>
              <a:t>		</a:t>
            </a:r>
            <a:r>
              <a:rPr lang="en-US" dirty="0" err="1"/>
              <a:t>back.next</a:t>
            </a:r>
            <a:r>
              <a:rPr lang="en-US" dirty="0"/>
              <a:t> = new Node(x); </a:t>
            </a:r>
          </a:p>
          <a:p>
            <a:pPr marL="0" indent="0">
              <a:buNone/>
            </a:pPr>
            <a:r>
              <a:rPr lang="en-US" dirty="0"/>
              <a:t>		back = </a:t>
            </a:r>
            <a:r>
              <a:rPr lang="en-US" dirty="0" err="1"/>
              <a:t>back.next</a:t>
            </a: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50A198D3-0D64-C903-4F5A-6866C97171C2}"/>
              </a:ext>
            </a:extLst>
          </p:cNvPr>
          <p:cNvSpPr txBox="1"/>
          <p:nvPr/>
        </p:nvSpPr>
        <p:spPr>
          <a:xfrm>
            <a:off x="7762240" y="1513840"/>
            <a:ext cx="4267200" cy="1200329"/>
          </a:xfrm>
          <a:prstGeom prst="rect">
            <a:avLst/>
          </a:prstGeom>
          <a:noFill/>
        </p:spPr>
        <p:txBody>
          <a:bodyPr wrap="square" rtlCol="0">
            <a:spAutoFit/>
          </a:bodyPr>
          <a:lstStyle/>
          <a:p>
            <a:r>
              <a:rPr lang="en-US" dirty="0">
                <a:solidFill>
                  <a:srgbClr val="FF0000"/>
                </a:solidFill>
              </a:rPr>
              <a:t>Imagine two threads are both using the same linked list based queue.</a:t>
            </a:r>
          </a:p>
          <a:p>
            <a:endParaRPr lang="en-US" dirty="0">
              <a:solidFill>
                <a:srgbClr val="FF0000"/>
              </a:solidFill>
            </a:endParaRPr>
          </a:p>
          <a:p>
            <a:r>
              <a:rPr lang="en-US" dirty="0">
                <a:solidFill>
                  <a:srgbClr val="FF0000"/>
                </a:solidFill>
              </a:rPr>
              <a:t>What could go wrong?</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4571458-7BDE-143C-CF7A-C18B5A51AB73}"/>
                  </a:ext>
                </a:extLst>
              </p14:cNvPr>
              <p14:cNvContentPartPr/>
              <p14:nvPr/>
            </p14:nvContentPartPr>
            <p14:xfrm>
              <a:off x="436320" y="1393200"/>
              <a:ext cx="5657040" cy="3775320"/>
            </p14:xfrm>
          </p:contentPart>
        </mc:Choice>
        <mc:Fallback>
          <p:pic>
            <p:nvPicPr>
              <p:cNvPr id="5" name="Ink 4">
                <a:extLst>
                  <a:ext uri="{FF2B5EF4-FFF2-40B4-BE49-F238E27FC236}">
                    <a16:creationId xmlns:a16="http://schemas.microsoft.com/office/drawing/2014/main" id="{14571458-7BDE-143C-CF7A-C18B5A51AB73}"/>
                  </a:ext>
                </a:extLst>
              </p:cNvPr>
              <p:cNvPicPr/>
              <p:nvPr/>
            </p:nvPicPr>
            <p:blipFill>
              <a:blip r:embed="rId3"/>
              <a:stretch>
                <a:fillRect/>
              </a:stretch>
            </p:blipFill>
            <p:spPr>
              <a:xfrm>
                <a:off x="426960" y="1383840"/>
                <a:ext cx="5675760" cy="3794040"/>
              </a:xfrm>
              <a:prstGeom prst="rect">
                <a:avLst/>
              </a:prstGeom>
            </p:spPr>
          </p:pic>
        </mc:Fallback>
      </mc:AlternateContent>
    </p:spTree>
    <p:extLst>
      <p:ext uri="{BB962C8B-B14F-4D97-AF65-F5344CB8AC3E}">
        <p14:creationId xmlns:p14="http://schemas.microsoft.com/office/powerpoint/2010/main" val="925459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5A6D-3EA5-564B-D6CE-FE255327E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1A4E-EEFF-F9C6-7B18-FE828B1A961B}"/>
              </a:ext>
            </a:extLst>
          </p:cNvPr>
          <p:cNvSpPr>
            <a:spLocks noGrp="1"/>
          </p:cNvSpPr>
          <p:nvPr>
            <p:ph type="title"/>
          </p:nvPr>
        </p:nvSpPr>
        <p:spPr/>
        <p:txBody>
          <a:bodyPr/>
          <a:lstStyle/>
          <a:p>
            <a:r>
              <a:rPr lang="en-US" dirty="0"/>
              <a:t>Shared Queue Interleaving</a:t>
            </a:r>
          </a:p>
        </p:txBody>
      </p:sp>
      <p:sp>
        <p:nvSpPr>
          <p:cNvPr id="40" name="TextBox 39">
            <a:extLst>
              <a:ext uri="{FF2B5EF4-FFF2-40B4-BE49-F238E27FC236}">
                <a16:creationId xmlns:a16="http://schemas.microsoft.com/office/drawing/2014/main" id="{808CA7FB-9575-435C-0845-404647D4BEB8}"/>
              </a:ext>
            </a:extLst>
          </p:cNvPr>
          <p:cNvSpPr txBox="1"/>
          <p:nvPr/>
        </p:nvSpPr>
        <p:spPr>
          <a:xfrm>
            <a:off x="3619977" y="1812952"/>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E8AFB037-C1ED-8D07-F5CC-13F9A1937988}"/>
              </a:ext>
            </a:extLst>
          </p:cNvPr>
          <p:cNvSpPr txBox="1">
            <a:spLocks/>
          </p:cNvSpPr>
          <p:nvPr/>
        </p:nvSpPr>
        <p:spPr>
          <a:xfrm>
            <a:off x="162056" y="2103942"/>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01D6BEF-E836-3BDB-502C-A14B43894775}"/>
              </a:ext>
            </a:extLst>
          </p:cNvPr>
          <p:cNvSpPr txBox="1"/>
          <p:nvPr/>
        </p:nvSpPr>
        <p:spPr>
          <a:xfrm>
            <a:off x="9175650" y="1812952"/>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DFCBFBE1-D283-24D3-5621-9A19344C54FB}"/>
              </a:ext>
            </a:extLst>
          </p:cNvPr>
          <p:cNvSpPr txBox="1">
            <a:spLocks/>
          </p:cNvSpPr>
          <p:nvPr/>
        </p:nvSpPr>
        <p:spPr>
          <a:xfrm>
            <a:off x="5717729" y="2103942"/>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4" name="Group 3" descr="For this interleaving we will do the entirety of thread 2's work after Thread 1 checks &quot;if( back==null)&quot;.">
            <a:extLst>
              <a:ext uri="{FF2B5EF4-FFF2-40B4-BE49-F238E27FC236}">
                <a16:creationId xmlns:a16="http://schemas.microsoft.com/office/drawing/2014/main" id="{6750E3EF-7175-A3FB-0A7B-5BB4FA145090}"/>
              </a:ext>
            </a:extLst>
          </p:cNvPr>
          <p:cNvGrpSpPr/>
          <p:nvPr/>
        </p:nvGrpSpPr>
        <p:grpSpPr>
          <a:xfrm>
            <a:off x="2686008" y="2103942"/>
            <a:ext cx="3175000" cy="3690936"/>
            <a:chOff x="3256280" y="2920019"/>
            <a:chExt cx="3175000" cy="3690936"/>
          </a:xfrm>
        </p:grpSpPr>
        <p:sp>
          <p:nvSpPr>
            <p:cNvPr id="41" name="Left Brace 40">
              <a:extLst>
                <a:ext uri="{FF2B5EF4-FFF2-40B4-BE49-F238E27FC236}">
                  <a16:creationId xmlns:a16="http://schemas.microsoft.com/office/drawing/2014/main" id="{3A8550E1-A4F7-5700-48AF-3C93F9330A5F}"/>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1D1F010-1CAD-7D8E-F126-10F47AF09B2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8B4E59A-AD88-46EF-7811-3FDED8024964}"/>
              </a:ext>
              <a:ext uri="{C183D7F6-B498-43B3-948B-1728B52AA6E4}">
                <adec:decorative xmlns:adec="http://schemas.microsoft.com/office/drawing/2017/decorative" val="1"/>
              </a:ext>
            </a:extLst>
          </p:cNvPr>
          <p:cNvGrpSpPr/>
          <p:nvPr/>
        </p:nvGrpSpPr>
        <p:grpSpPr>
          <a:xfrm>
            <a:off x="3527268" y="5108722"/>
            <a:ext cx="8239760" cy="1537510"/>
            <a:chOff x="838200" y="499586"/>
            <a:chExt cx="8239760" cy="1537510"/>
          </a:xfrm>
        </p:grpSpPr>
        <p:grpSp>
          <p:nvGrpSpPr>
            <p:cNvPr id="6" name="Group 5">
              <a:extLst>
                <a:ext uri="{FF2B5EF4-FFF2-40B4-BE49-F238E27FC236}">
                  <a16:creationId xmlns:a16="http://schemas.microsoft.com/office/drawing/2014/main" id="{05B88687-1F98-BBFE-9A7C-12CE92691556}"/>
                </a:ext>
              </a:extLst>
            </p:cNvPr>
            <p:cNvGrpSpPr/>
            <p:nvPr/>
          </p:nvGrpSpPr>
          <p:grpSpPr>
            <a:xfrm>
              <a:off x="2727960" y="1508776"/>
              <a:ext cx="6350000" cy="528320"/>
              <a:chOff x="2727960" y="1554957"/>
              <a:chExt cx="6350000" cy="528320"/>
            </a:xfrm>
          </p:grpSpPr>
          <p:grpSp>
            <p:nvGrpSpPr>
              <p:cNvPr id="11" name="Group 10">
                <a:extLst>
                  <a:ext uri="{FF2B5EF4-FFF2-40B4-BE49-F238E27FC236}">
                    <a16:creationId xmlns:a16="http://schemas.microsoft.com/office/drawing/2014/main" id="{074E0C07-FD0A-6DC2-38BB-D0A30DD7ECAF}"/>
                  </a:ext>
                </a:extLst>
              </p:cNvPr>
              <p:cNvGrpSpPr/>
              <p:nvPr/>
            </p:nvGrpSpPr>
            <p:grpSpPr>
              <a:xfrm>
                <a:off x="4053840" y="1554957"/>
                <a:ext cx="1056640" cy="528320"/>
                <a:chOff x="8117840" y="4104640"/>
                <a:chExt cx="1056640" cy="528320"/>
              </a:xfrm>
            </p:grpSpPr>
            <p:sp>
              <p:nvSpPr>
                <p:cNvPr id="28" name="Rectangle 27">
                  <a:extLst>
                    <a:ext uri="{FF2B5EF4-FFF2-40B4-BE49-F238E27FC236}">
                      <a16:creationId xmlns:a16="http://schemas.microsoft.com/office/drawing/2014/main" id="{692DEAEC-C1CF-1A25-7E33-A5E20EA18D9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9" name="Rectangle 28">
                  <a:extLst>
                    <a:ext uri="{FF2B5EF4-FFF2-40B4-BE49-F238E27FC236}">
                      <a16:creationId xmlns:a16="http://schemas.microsoft.com/office/drawing/2014/main" id="{C071C29D-5761-ED91-95BF-3CAD27C12D6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FD6C5F5-D6D6-AC55-B4B3-ED322DDEA6F3}"/>
                  </a:ext>
                </a:extLst>
              </p:cNvPr>
              <p:cNvGrpSpPr/>
              <p:nvPr/>
            </p:nvGrpSpPr>
            <p:grpSpPr>
              <a:xfrm>
                <a:off x="5374640" y="1554957"/>
                <a:ext cx="1056640" cy="528320"/>
                <a:chOff x="8117840" y="4104640"/>
                <a:chExt cx="1056640" cy="528320"/>
              </a:xfrm>
            </p:grpSpPr>
            <p:sp>
              <p:nvSpPr>
                <p:cNvPr id="26" name="Rectangle 25">
                  <a:extLst>
                    <a:ext uri="{FF2B5EF4-FFF2-40B4-BE49-F238E27FC236}">
                      <a16:creationId xmlns:a16="http://schemas.microsoft.com/office/drawing/2014/main" id="{620C4AF5-DCDF-3985-4C41-023092DFD5C8}"/>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7" name="Rectangle 26">
                  <a:extLst>
                    <a:ext uri="{FF2B5EF4-FFF2-40B4-BE49-F238E27FC236}">
                      <a16:creationId xmlns:a16="http://schemas.microsoft.com/office/drawing/2014/main" id="{B6587CBF-C470-CA83-7B5C-FEAD95D0F54C}"/>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932D68C7-2FC9-BA2D-67D8-24B85A9F4DB1}"/>
                  </a:ext>
                </a:extLst>
              </p:cNvPr>
              <p:cNvGrpSpPr/>
              <p:nvPr/>
            </p:nvGrpSpPr>
            <p:grpSpPr>
              <a:xfrm>
                <a:off x="6700520" y="1554957"/>
                <a:ext cx="1056640" cy="528320"/>
                <a:chOff x="8117840" y="4104640"/>
                <a:chExt cx="1056640" cy="528320"/>
              </a:xfrm>
            </p:grpSpPr>
            <p:sp>
              <p:nvSpPr>
                <p:cNvPr id="24" name="Rectangle 23">
                  <a:extLst>
                    <a:ext uri="{FF2B5EF4-FFF2-40B4-BE49-F238E27FC236}">
                      <a16:creationId xmlns:a16="http://schemas.microsoft.com/office/drawing/2014/main" id="{8098BE31-45D1-DA89-F058-798D9BC0B451}"/>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a:extLst>
                    <a:ext uri="{FF2B5EF4-FFF2-40B4-BE49-F238E27FC236}">
                      <a16:creationId xmlns:a16="http://schemas.microsoft.com/office/drawing/2014/main" id="{B9006E91-1C84-00B1-B529-6B1C315CB0D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9301D26-0CD9-3B07-C42A-543F20E60541}"/>
                  </a:ext>
                </a:extLst>
              </p:cNvPr>
              <p:cNvGrpSpPr/>
              <p:nvPr/>
            </p:nvGrpSpPr>
            <p:grpSpPr>
              <a:xfrm>
                <a:off x="8021320" y="1554957"/>
                <a:ext cx="1056640" cy="528320"/>
                <a:chOff x="8117840" y="4104640"/>
                <a:chExt cx="1056640" cy="528320"/>
              </a:xfrm>
            </p:grpSpPr>
            <p:sp>
              <p:nvSpPr>
                <p:cNvPr id="22" name="Rectangle 21">
                  <a:extLst>
                    <a:ext uri="{FF2B5EF4-FFF2-40B4-BE49-F238E27FC236}">
                      <a16:creationId xmlns:a16="http://schemas.microsoft.com/office/drawing/2014/main" id="{701AF4BC-4E55-0C8F-F7F1-62B9AD51C8D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3" name="Rectangle 22">
                  <a:extLst>
                    <a:ext uri="{FF2B5EF4-FFF2-40B4-BE49-F238E27FC236}">
                      <a16:creationId xmlns:a16="http://schemas.microsoft.com/office/drawing/2014/main" id="{3DC0394D-65FA-1E41-04C5-04DEF03BB64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AF1D2A6-5EE2-5AEB-D1F4-D2462051008F}"/>
                  </a:ext>
                </a:extLst>
              </p:cNvPr>
              <p:cNvGrpSpPr/>
              <p:nvPr/>
            </p:nvGrpSpPr>
            <p:grpSpPr>
              <a:xfrm>
                <a:off x="2727960" y="1554957"/>
                <a:ext cx="1056640" cy="528320"/>
                <a:chOff x="8117840" y="4104640"/>
                <a:chExt cx="1056640" cy="528320"/>
              </a:xfrm>
            </p:grpSpPr>
            <p:sp>
              <p:nvSpPr>
                <p:cNvPr id="20" name="Rectangle 19">
                  <a:extLst>
                    <a:ext uri="{FF2B5EF4-FFF2-40B4-BE49-F238E27FC236}">
                      <a16:creationId xmlns:a16="http://schemas.microsoft.com/office/drawing/2014/main" id="{D00D8EEB-9458-D06C-12F7-90FBA7B2A40B}"/>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a:extLst>
                    <a:ext uri="{FF2B5EF4-FFF2-40B4-BE49-F238E27FC236}">
                      <a16:creationId xmlns:a16="http://schemas.microsoft.com/office/drawing/2014/main" id="{F3D1DDAC-6B8F-3404-4F5C-15827CEB97B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1D6F7302-29CD-6247-CA2E-E28169576C09}"/>
                  </a:ext>
                </a:extLst>
              </p:cNvPr>
              <p:cNvCxnSpPr>
                <a:cxnSpLocks/>
                <a:endCxn id="28"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5CED23-E26E-7CE3-4EBE-AD8018704CF2}"/>
                  </a:ext>
                </a:extLst>
              </p:cNvPr>
              <p:cNvCxnSpPr>
                <a:cxnSpLocks/>
                <a:endCxn id="26"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86D0954-ABC6-8CD8-BA01-DE1C5E5C97D6}"/>
                  </a:ext>
                </a:extLst>
              </p:cNvPr>
              <p:cNvCxnSpPr>
                <a:cxnSpLocks/>
                <a:endCxn id="24"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EA1E83-F56E-75E8-B524-231D324007C4}"/>
                  </a:ext>
                </a:extLst>
              </p:cNvPr>
              <p:cNvCxnSpPr>
                <a:cxnSpLocks/>
                <a:endCxn id="22"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6B75BAC-83DC-D607-03EF-51F98CB4EDB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8" name="Straight Arrow Connector 7">
              <a:extLst>
                <a:ext uri="{FF2B5EF4-FFF2-40B4-BE49-F238E27FC236}">
                  <a16:creationId xmlns:a16="http://schemas.microsoft.com/office/drawing/2014/main" id="{A40CEF90-47B1-A9D1-0883-8E95D2E3673D}"/>
                </a:ext>
              </a:extLst>
            </p:cNvPr>
            <p:cNvCxnSpPr>
              <a:cxnSpLocks/>
              <a:stCxn id="7" idx="3"/>
              <a:endCxn id="20"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16CF11-E4C0-4497-26B8-3591CF94353D}"/>
                </a:ext>
              </a:extLst>
            </p:cNvPr>
            <p:cNvSpPr/>
            <p:nvPr/>
          </p:nvSpPr>
          <p:spPr>
            <a:xfrm>
              <a:off x="7810500" y="49958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10" name="Straight Arrow Connector 9">
              <a:extLst>
                <a:ext uri="{FF2B5EF4-FFF2-40B4-BE49-F238E27FC236}">
                  <a16:creationId xmlns:a16="http://schemas.microsoft.com/office/drawing/2014/main" id="{12BF9FD3-DA04-6D0D-A349-ABE4C21451D1}"/>
                </a:ext>
              </a:extLst>
            </p:cNvPr>
            <p:cNvCxnSpPr>
              <a:cxnSpLocks/>
              <a:stCxn id="9" idx="2"/>
              <a:endCxn id="22" idx="0"/>
            </p:cNvCxnSpPr>
            <p:nvPr/>
          </p:nvCxnSpPr>
          <p:spPr>
            <a:xfrm>
              <a:off x="8285480" y="1027906"/>
              <a:ext cx="0" cy="4808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A4492E8-BB73-4F22-1523-129BFCF4555C}"/>
                  </a:ext>
                </a:extLst>
              </p14:cNvPr>
              <p14:cNvContentPartPr/>
              <p14:nvPr/>
            </p14:nvContentPartPr>
            <p14:xfrm>
              <a:off x="378000" y="1172520"/>
              <a:ext cx="9420840" cy="1583280"/>
            </p14:xfrm>
          </p:contentPart>
        </mc:Choice>
        <mc:Fallback>
          <p:pic>
            <p:nvPicPr>
              <p:cNvPr id="5" name="Ink 4">
                <a:extLst>
                  <a:ext uri="{FF2B5EF4-FFF2-40B4-BE49-F238E27FC236}">
                    <a16:creationId xmlns:a16="http://schemas.microsoft.com/office/drawing/2014/main" id="{0A4492E8-BB73-4F22-1523-129BFCF4555C}"/>
                  </a:ext>
                </a:extLst>
              </p:cNvPr>
              <p:cNvPicPr/>
              <p:nvPr/>
            </p:nvPicPr>
            <p:blipFill>
              <a:blip r:embed="rId3"/>
              <a:stretch>
                <a:fillRect/>
              </a:stretch>
            </p:blipFill>
            <p:spPr>
              <a:xfrm>
                <a:off x="368640" y="1163160"/>
                <a:ext cx="9439560" cy="1602000"/>
              </a:xfrm>
              <a:prstGeom prst="rect">
                <a:avLst/>
              </a:prstGeom>
            </p:spPr>
          </p:pic>
        </mc:Fallback>
      </mc:AlternateContent>
    </p:spTree>
    <p:extLst>
      <p:ext uri="{BB962C8B-B14F-4D97-AF65-F5344CB8AC3E}">
        <p14:creationId xmlns:p14="http://schemas.microsoft.com/office/powerpoint/2010/main" val="1175687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952-A878-A3A3-7669-D7284A2D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3A11-05DA-4EBB-5EF4-CD47DA10B29E}"/>
              </a:ext>
            </a:extLst>
          </p:cNvPr>
          <p:cNvSpPr>
            <a:spLocks noGrp="1"/>
          </p:cNvSpPr>
          <p:nvPr>
            <p:ph type="title"/>
          </p:nvPr>
        </p:nvSpPr>
        <p:spPr/>
        <p:txBody>
          <a:bodyPr/>
          <a:lstStyle/>
          <a:p>
            <a:r>
              <a:rPr lang="en-US" dirty="0"/>
              <a:t>Empty Shared Queue</a:t>
            </a:r>
          </a:p>
        </p:txBody>
      </p:sp>
      <p:sp>
        <p:nvSpPr>
          <p:cNvPr id="3" name="TextBox 2">
            <a:extLst>
              <a:ext uri="{FF2B5EF4-FFF2-40B4-BE49-F238E27FC236}">
                <a16:creationId xmlns:a16="http://schemas.microsoft.com/office/drawing/2014/main" id="{F45A7BDC-C17C-45B5-8A30-9A6895A7D101}"/>
              </a:ext>
            </a:extLst>
          </p:cNvPr>
          <p:cNvSpPr txBox="1"/>
          <p:nvPr/>
        </p:nvSpPr>
        <p:spPr>
          <a:xfrm>
            <a:off x="7179934" y="274918"/>
            <a:ext cx="3796144" cy="1200329"/>
          </a:xfrm>
          <a:prstGeom prst="rect">
            <a:avLst/>
          </a:prstGeom>
          <a:noFill/>
          <a:ln>
            <a:solidFill>
              <a:schemeClr val="tx1"/>
            </a:solidFill>
          </a:ln>
        </p:spPr>
        <p:txBody>
          <a:bodyPr wrap="square" rtlCol="0">
            <a:spAutoFit/>
          </a:bodyPr>
          <a:lstStyle/>
          <a:p>
            <a:r>
              <a:rPr lang="en-US" dirty="0"/>
              <a:t>Suppose the Queue is empty, and the threads execute in this order.</a:t>
            </a:r>
          </a:p>
          <a:p>
            <a:r>
              <a:rPr lang="en-US" dirty="0"/>
              <a:t>Assume Thread 1 enqueues 1, and Thread 2 enqueues 2.</a:t>
            </a:r>
          </a:p>
        </p:txBody>
      </p:sp>
      <p:sp>
        <p:nvSpPr>
          <p:cNvPr id="40" name="TextBox 39">
            <a:extLst>
              <a:ext uri="{FF2B5EF4-FFF2-40B4-BE49-F238E27FC236}">
                <a16:creationId xmlns:a16="http://schemas.microsoft.com/office/drawing/2014/main" id="{F71053BC-FCCB-9309-F57A-160BAEF35949}"/>
              </a:ext>
            </a:extLst>
          </p:cNvPr>
          <p:cNvSpPr txBox="1"/>
          <p:nvPr/>
        </p:nvSpPr>
        <p:spPr>
          <a:xfrm>
            <a:off x="4190249" y="1635968"/>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020025F3-B985-B3BA-F393-B23EECD8B476}"/>
              </a:ext>
            </a:extLst>
          </p:cNvPr>
          <p:cNvSpPr txBox="1">
            <a:spLocks/>
          </p:cNvSpPr>
          <p:nvPr/>
        </p:nvSpPr>
        <p:spPr>
          <a:xfrm>
            <a:off x="732328" y="1926958"/>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D2B293B8-14F8-36EF-B9B6-15753ED2AA49}"/>
              </a:ext>
            </a:extLst>
          </p:cNvPr>
          <p:cNvSpPr txBox="1"/>
          <p:nvPr/>
        </p:nvSpPr>
        <p:spPr>
          <a:xfrm>
            <a:off x="9745922" y="1635968"/>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42B5AB57-3FAA-7C65-DC61-CB8E30409CB1}"/>
              </a:ext>
            </a:extLst>
          </p:cNvPr>
          <p:cNvSpPr txBox="1">
            <a:spLocks/>
          </p:cNvSpPr>
          <p:nvPr/>
        </p:nvSpPr>
        <p:spPr>
          <a:xfrm>
            <a:off x="6288001" y="1926958"/>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5" name="Group 4" descr="For this interleaving we will do the entirety of thread 2's work after Thread 1 checks &quot;if( back==null)&quot;.">
            <a:extLst>
              <a:ext uri="{FF2B5EF4-FFF2-40B4-BE49-F238E27FC236}">
                <a16:creationId xmlns:a16="http://schemas.microsoft.com/office/drawing/2014/main" id="{B4F47CAF-5506-8AD6-7E79-1607C0A27DC5}"/>
              </a:ext>
            </a:extLst>
          </p:cNvPr>
          <p:cNvGrpSpPr/>
          <p:nvPr/>
        </p:nvGrpSpPr>
        <p:grpSpPr>
          <a:xfrm>
            <a:off x="3256280" y="1926958"/>
            <a:ext cx="3175000" cy="3690936"/>
            <a:chOff x="3256280" y="2920019"/>
            <a:chExt cx="3175000" cy="3690936"/>
          </a:xfrm>
        </p:grpSpPr>
        <p:sp>
          <p:nvSpPr>
            <p:cNvPr id="41" name="Left Brace 40">
              <a:extLst>
                <a:ext uri="{FF2B5EF4-FFF2-40B4-BE49-F238E27FC236}">
                  <a16:creationId xmlns:a16="http://schemas.microsoft.com/office/drawing/2014/main" id="{61DC0C11-F1E2-3E72-A4B0-9CEB80FA5520}"/>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D88510B-C68C-F57E-02DE-6244D9017B09}"/>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descr="An empty queue, which is just a front pointer and a back pointer, both referencing null.">
            <a:extLst>
              <a:ext uri="{FF2B5EF4-FFF2-40B4-BE49-F238E27FC236}">
                <a16:creationId xmlns:a16="http://schemas.microsoft.com/office/drawing/2014/main" id="{39081851-4413-9AAB-4DA7-5985E1208B19}"/>
              </a:ext>
            </a:extLst>
          </p:cNvPr>
          <p:cNvGrpSpPr/>
          <p:nvPr/>
        </p:nvGrpSpPr>
        <p:grpSpPr>
          <a:xfrm>
            <a:off x="4180724" y="6040682"/>
            <a:ext cx="3276369" cy="583738"/>
            <a:chOff x="838200" y="1453358"/>
            <a:chExt cx="3276369" cy="583738"/>
          </a:xfrm>
        </p:grpSpPr>
        <p:sp>
          <p:nvSpPr>
            <p:cNvPr id="7" name="Rectangle 6">
              <a:extLst>
                <a:ext uri="{FF2B5EF4-FFF2-40B4-BE49-F238E27FC236}">
                  <a16:creationId xmlns:a16="http://schemas.microsoft.com/office/drawing/2014/main" id="{C95BA25F-6E74-5CFB-6579-C95C2CF1B3F5}"/>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126FE4E9-C141-2CBB-48E3-A997648FBF81}"/>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B232A62B-C7DA-7ED4-4899-27FE2C3F41A7}"/>
                  </a:ext>
                </a:extLst>
              </p14:cNvPr>
              <p14:cNvContentPartPr/>
              <p14:nvPr/>
            </p14:nvContentPartPr>
            <p14:xfrm>
              <a:off x="1923480" y="1135800"/>
              <a:ext cx="8643600" cy="5049000"/>
            </p14:xfrm>
          </p:contentPart>
        </mc:Choice>
        <mc:Fallback>
          <p:pic>
            <p:nvPicPr>
              <p:cNvPr id="6" name="Ink 5">
                <a:extLst>
                  <a:ext uri="{FF2B5EF4-FFF2-40B4-BE49-F238E27FC236}">
                    <a16:creationId xmlns:a16="http://schemas.microsoft.com/office/drawing/2014/main" id="{B232A62B-C7DA-7ED4-4899-27FE2C3F41A7}"/>
                  </a:ext>
                </a:extLst>
              </p:cNvPr>
              <p:cNvPicPr/>
              <p:nvPr/>
            </p:nvPicPr>
            <p:blipFill>
              <a:blip r:embed="rId3"/>
              <a:stretch>
                <a:fillRect/>
              </a:stretch>
            </p:blipFill>
            <p:spPr>
              <a:xfrm>
                <a:off x="1914120" y="1126440"/>
                <a:ext cx="8662320" cy="5067720"/>
              </a:xfrm>
              <a:prstGeom prst="rect">
                <a:avLst/>
              </a:prstGeom>
            </p:spPr>
          </p:pic>
        </mc:Fallback>
      </mc:AlternateContent>
    </p:spTree>
    <p:extLst>
      <p:ext uri="{BB962C8B-B14F-4D97-AF65-F5344CB8AC3E}">
        <p14:creationId xmlns:p14="http://schemas.microsoft.com/office/powerpoint/2010/main" val="3562583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ADBF-FEE0-18E2-A45A-AD175122B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1105-A168-DAEF-0113-68B18EF529B2}"/>
              </a:ext>
            </a:extLst>
          </p:cNvPr>
          <p:cNvSpPr>
            <a:spLocks noGrp="1"/>
          </p:cNvSpPr>
          <p:nvPr>
            <p:ph type="title"/>
          </p:nvPr>
        </p:nvSpPr>
        <p:spPr/>
        <p:txBody>
          <a:bodyPr/>
          <a:lstStyle/>
          <a:p>
            <a:r>
              <a:rPr lang="en-US" dirty="0"/>
              <a:t>Thread 1 – first two lines</a:t>
            </a:r>
          </a:p>
        </p:txBody>
      </p:sp>
      <p:sp>
        <p:nvSpPr>
          <p:cNvPr id="4" name="TextBox 3">
            <a:extLst>
              <a:ext uri="{FF2B5EF4-FFF2-40B4-BE49-F238E27FC236}">
                <a16:creationId xmlns:a16="http://schemas.microsoft.com/office/drawing/2014/main" id="{5096B101-57E4-0B41-1B77-88811F6D0549}"/>
              </a:ext>
            </a:extLst>
          </p:cNvPr>
          <p:cNvSpPr txBox="1"/>
          <p:nvPr/>
        </p:nvSpPr>
        <p:spPr>
          <a:xfrm>
            <a:off x="7278255" y="959529"/>
            <a:ext cx="4165599" cy="369332"/>
          </a:xfrm>
          <a:prstGeom prst="rect">
            <a:avLst/>
          </a:prstGeom>
          <a:noFill/>
          <a:ln>
            <a:solidFill>
              <a:schemeClr val="tx1"/>
            </a:solidFill>
          </a:ln>
        </p:spPr>
        <p:txBody>
          <a:bodyPr wrap="square" rtlCol="0">
            <a:spAutoFit/>
          </a:bodyPr>
          <a:lstStyle/>
          <a:p>
            <a:r>
              <a:rPr lang="en-US" dirty="0"/>
              <a:t>Thread 1 has decided the queue is empty</a:t>
            </a:r>
          </a:p>
        </p:txBody>
      </p:sp>
      <p:grpSp>
        <p:nvGrpSpPr>
          <p:cNvPr id="3" name="Group 2" descr="In thread 1 we execute the line &quot;if (back == null)&quot; which is true, and so we enter into the body of the if statement. At this point Thread 1 gets interrupted due to time slicing.">
            <a:extLst>
              <a:ext uri="{FF2B5EF4-FFF2-40B4-BE49-F238E27FC236}">
                <a16:creationId xmlns:a16="http://schemas.microsoft.com/office/drawing/2014/main" id="{B8F14D24-E6B8-92DE-D02B-B49CD1F6D4DE}"/>
              </a:ext>
            </a:extLst>
          </p:cNvPr>
          <p:cNvGrpSpPr/>
          <p:nvPr/>
        </p:nvGrpSpPr>
        <p:grpSpPr>
          <a:xfrm>
            <a:off x="732328" y="1635967"/>
            <a:ext cx="10037272" cy="3981926"/>
            <a:chOff x="732328" y="2629029"/>
            <a:chExt cx="10037272" cy="3981926"/>
          </a:xfrm>
        </p:grpSpPr>
        <p:sp>
          <p:nvSpPr>
            <p:cNvPr id="34" name="Content Placeholder 2">
              <a:extLst>
                <a:ext uri="{FF2B5EF4-FFF2-40B4-BE49-F238E27FC236}">
                  <a16:creationId xmlns:a16="http://schemas.microsoft.com/office/drawing/2014/main" id="{F5292516-790B-38C1-6F13-7BE6682A5EAC}"/>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216BFCC7-5090-605B-28AB-D5E471BD3E0E}"/>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703E1D4A-047C-D08F-7CF9-02F225EE1C1C}"/>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BC800D67-0C0E-B005-3EE3-3EE585765328}"/>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B70FB154-6E16-75F6-9182-5879BE0784EB}"/>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0419BE70-FFFB-930F-6059-1D5051263FAA}"/>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descr="An empty queue, which is just a front pointer and a back pointer, both referencing null.">
            <a:extLst>
              <a:ext uri="{FF2B5EF4-FFF2-40B4-BE49-F238E27FC236}">
                <a16:creationId xmlns:a16="http://schemas.microsoft.com/office/drawing/2014/main" id="{A4BA5E5C-073F-FDDD-6BF9-83E0A03B06E0}"/>
              </a:ext>
            </a:extLst>
          </p:cNvPr>
          <p:cNvGrpSpPr/>
          <p:nvPr/>
        </p:nvGrpSpPr>
        <p:grpSpPr>
          <a:xfrm>
            <a:off x="4180724" y="6040682"/>
            <a:ext cx="3276369" cy="583738"/>
            <a:chOff x="838200" y="1453358"/>
            <a:chExt cx="3276369" cy="583738"/>
          </a:xfrm>
        </p:grpSpPr>
        <p:sp>
          <p:nvSpPr>
            <p:cNvPr id="12" name="Rectangle 11">
              <a:extLst>
                <a:ext uri="{FF2B5EF4-FFF2-40B4-BE49-F238E27FC236}">
                  <a16:creationId xmlns:a16="http://schemas.microsoft.com/office/drawing/2014/main" id="{B2969B1D-5DE5-B496-C1BD-B1C64F0C3568}"/>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13" name="Rectangle 12">
              <a:extLst>
                <a:ext uri="{FF2B5EF4-FFF2-40B4-BE49-F238E27FC236}">
                  <a16:creationId xmlns:a16="http://schemas.microsoft.com/office/drawing/2014/main" id="{661128DB-A8A7-C912-E270-C32CC70A26F5}"/>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1176293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19DD-FFAA-30D0-0137-1B071571D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9EF8D-0659-368F-1D30-6D64917FBC6E}"/>
              </a:ext>
            </a:extLst>
          </p:cNvPr>
          <p:cNvSpPr>
            <a:spLocks noGrp="1"/>
          </p:cNvSpPr>
          <p:nvPr>
            <p:ph type="title"/>
          </p:nvPr>
        </p:nvSpPr>
        <p:spPr/>
        <p:txBody>
          <a:bodyPr/>
          <a:lstStyle/>
          <a:p>
            <a:r>
              <a:rPr lang="en-US" dirty="0"/>
              <a:t>Thread 2 – all lines</a:t>
            </a:r>
          </a:p>
        </p:txBody>
      </p:sp>
      <p:sp>
        <p:nvSpPr>
          <p:cNvPr id="4" name="TextBox 3">
            <a:extLst>
              <a:ext uri="{FF2B5EF4-FFF2-40B4-BE49-F238E27FC236}">
                <a16:creationId xmlns:a16="http://schemas.microsoft.com/office/drawing/2014/main" id="{83536E1E-3EF4-02FF-B3E4-92BDEFC6BC6F}"/>
              </a:ext>
            </a:extLst>
          </p:cNvPr>
          <p:cNvSpPr txBox="1"/>
          <p:nvPr/>
        </p:nvSpPr>
        <p:spPr>
          <a:xfrm>
            <a:off x="7278255" y="605567"/>
            <a:ext cx="4165599" cy="646331"/>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p:txBody>
      </p:sp>
      <p:grpSp>
        <p:nvGrpSpPr>
          <p:cNvPr id="3" name="Group 2" descr="Next we do the entirety of thread 2, which completely adds the value 2 into the queue.">
            <a:extLst>
              <a:ext uri="{FF2B5EF4-FFF2-40B4-BE49-F238E27FC236}">
                <a16:creationId xmlns:a16="http://schemas.microsoft.com/office/drawing/2014/main" id="{F32ABF83-49E1-A195-551E-140A11B4896F}"/>
              </a:ext>
            </a:extLst>
          </p:cNvPr>
          <p:cNvGrpSpPr/>
          <p:nvPr/>
        </p:nvGrpSpPr>
        <p:grpSpPr>
          <a:xfrm>
            <a:off x="732328" y="1626135"/>
            <a:ext cx="10037272" cy="3981926"/>
            <a:chOff x="732328" y="2629029"/>
            <a:chExt cx="10037272" cy="3981926"/>
          </a:xfrm>
        </p:grpSpPr>
        <p:sp>
          <p:nvSpPr>
            <p:cNvPr id="34" name="Content Placeholder 2">
              <a:extLst>
                <a:ext uri="{FF2B5EF4-FFF2-40B4-BE49-F238E27FC236}">
                  <a16:creationId xmlns:a16="http://schemas.microsoft.com/office/drawing/2014/main" id="{8FD0F61F-A2A6-CBA4-DF5C-53599A4265AD}"/>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9EB55E4B-6E58-E142-6911-BA43302DE33B}"/>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8581A67-265F-9585-D086-42EF97575984}"/>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D9C1810D-BB3B-2781-5F5B-5DE76F9CEBCC}"/>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564C11C0-95B9-1798-6B0D-70E74342981A}"/>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D4C5BA0-DB61-7A1C-DBF3-52591A1D10D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AAEEF8CC-1EF3-5AE5-F128-A6E22EC01EBC}"/>
              </a:ext>
            </a:extLst>
          </p:cNvPr>
          <p:cNvGrpSpPr/>
          <p:nvPr/>
        </p:nvGrpSpPr>
        <p:grpSpPr>
          <a:xfrm>
            <a:off x="3359611" y="5898471"/>
            <a:ext cx="4918595" cy="528320"/>
            <a:chOff x="838200" y="1508776"/>
            <a:chExt cx="4918595" cy="528320"/>
          </a:xfrm>
        </p:grpSpPr>
        <p:sp>
          <p:nvSpPr>
            <p:cNvPr id="7" name="Rectangle 6">
              <a:extLst>
                <a:ext uri="{FF2B5EF4-FFF2-40B4-BE49-F238E27FC236}">
                  <a16:creationId xmlns:a16="http://schemas.microsoft.com/office/drawing/2014/main" id="{AB4EB502-DFF5-6917-FCF6-7387D28E1A1C}"/>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5337DB78-0E17-00A6-67C4-29EDA89A127B}"/>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11" name="Group 10">
              <a:extLst>
                <a:ext uri="{FF2B5EF4-FFF2-40B4-BE49-F238E27FC236}">
                  <a16:creationId xmlns:a16="http://schemas.microsoft.com/office/drawing/2014/main" id="{094F13B9-60D5-077E-15A4-469C6B0BAD27}"/>
                </a:ext>
              </a:extLst>
            </p:cNvPr>
            <p:cNvGrpSpPr/>
            <p:nvPr/>
          </p:nvGrpSpPr>
          <p:grpSpPr>
            <a:xfrm>
              <a:off x="2727960" y="1508776"/>
              <a:ext cx="1056640" cy="528320"/>
              <a:chOff x="8117840" y="4104640"/>
              <a:chExt cx="1056640" cy="528320"/>
            </a:xfrm>
          </p:grpSpPr>
          <p:sp>
            <p:nvSpPr>
              <p:cNvPr id="16" name="Rectangle 15">
                <a:extLst>
                  <a:ext uri="{FF2B5EF4-FFF2-40B4-BE49-F238E27FC236}">
                    <a16:creationId xmlns:a16="http://schemas.microsoft.com/office/drawing/2014/main" id="{0802F6A3-E9A8-5954-9C38-CCB5620F1E8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Rectangle 16">
                <a:extLst>
                  <a:ext uri="{FF2B5EF4-FFF2-40B4-BE49-F238E27FC236}">
                    <a16:creationId xmlns:a16="http://schemas.microsoft.com/office/drawing/2014/main" id="{8472B177-356A-CB8A-35C4-337C8E3F16A4}"/>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C5F3E8C0-1ACE-CE78-25B2-C1B8F66A40FE}"/>
                </a:ext>
              </a:extLst>
            </p:cNvPr>
            <p:cNvCxnSpPr>
              <a:cxnSpLocks/>
              <a:endCxn id="16"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C3CAF0A-06E5-3F96-9D71-184D4DE4B21F}"/>
                </a:ext>
              </a:extLst>
            </p:cNvPr>
            <p:cNvCxnSpPr>
              <a:cxnSpLocks/>
              <a:stCxn id="9" idx="1"/>
              <a:endCxn id="17"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64926149-1FDA-8E4A-7D6D-028BBAA38B30}"/>
                  </a:ext>
                </a:extLst>
              </p14:cNvPr>
              <p14:cNvContentPartPr/>
              <p14:nvPr/>
            </p14:nvContentPartPr>
            <p14:xfrm>
              <a:off x="2580840" y="3073680"/>
              <a:ext cx="4855320" cy="3414240"/>
            </p14:xfrm>
          </p:contentPart>
        </mc:Choice>
        <mc:Fallback>
          <p:pic>
            <p:nvPicPr>
              <p:cNvPr id="8" name="Ink 7">
                <a:extLst>
                  <a:ext uri="{FF2B5EF4-FFF2-40B4-BE49-F238E27FC236}">
                    <a16:creationId xmlns:a16="http://schemas.microsoft.com/office/drawing/2014/main" id="{64926149-1FDA-8E4A-7D6D-028BBAA38B30}"/>
                  </a:ext>
                </a:extLst>
              </p:cNvPr>
              <p:cNvPicPr/>
              <p:nvPr/>
            </p:nvPicPr>
            <p:blipFill>
              <a:blip r:embed="rId3"/>
              <a:stretch>
                <a:fillRect/>
              </a:stretch>
            </p:blipFill>
            <p:spPr>
              <a:xfrm>
                <a:off x="2571480" y="3064320"/>
                <a:ext cx="4874040" cy="3432960"/>
              </a:xfrm>
              <a:prstGeom prst="rect">
                <a:avLst/>
              </a:prstGeom>
            </p:spPr>
          </p:pic>
        </mc:Fallback>
      </mc:AlternateContent>
    </p:spTree>
    <p:extLst>
      <p:ext uri="{BB962C8B-B14F-4D97-AF65-F5344CB8AC3E}">
        <p14:creationId xmlns:p14="http://schemas.microsoft.com/office/powerpoint/2010/main" val="18566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2911-38DC-1E6D-E379-30119B37B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99E9-D4B1-C748-7403-A56BB3BA0C63}"/>
              </a:ext>
            </a:extLst>
          </p:cNvPr>
          <p:cNvSpPr>
            <a:spLocks noGrp="1"/>
          </p:cNvSpPr>
          <p:nvPr>
            <p:ph type="title"/>
          </p:nvPr>
        </p:nvSpPr>
        <p:spPr/>
        <p:txBody>
          <a:bodyPr/>
          <a:lstStyle/>
          <a:p>
            <a:r>
              <a:rPr lang="en-US" dirty="0"/>
              <a:t>Thread 1 – remaining lines</a:t>
            </a:r>
          </a:p>
        </p:txBody>
      </p:sp>
      <p:sp>
        <p:nvSpPr>
          <p:cNvPr id="4" name="TextBox 3">
            <a:extLst>
              <a:ext uri="{FF2B5EF4-FFF2-40B4-BE49-F238E27FC236}">
                <a16:creationId xmlns:a16="http://schemas.microsoft.com/office/drawing/2014/main" id="{FC791B17-5542-5D5F-DA9C-4CCFCCCAA899}"/>
              </a:ext>
            </a:extLst>
          </p:cNvPr>
          <p:cNvSpPr txBox="1"/>
          <p:nvPr/>
        </p:nvSpPr>
        <p:spPr>
          <a:xfrm>
            <a:off x="7278255" y="389257"/>
            <a:ext cx="4165599" cy="1200329"/>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a:p>
            <a:r>
              <a:rPr lang="en-US" dirty="0"/>
              <a:t>Thread 1 continues as if the queue is still empty, overwriting Thread 2’s work</a:t>
            </a:r>
          </a:p>
        </p:txBody>
      </p:sp>
      <p:grpSp>
        <p:nvGrpSpPr>
          <p:cNvPr id="15" name="Group 14" descr="Finally we complete the rest of thread 1. Because we had already entered the body of the if statement, the code behaves as if the queue was empty, and so we create a new node and set the front and back pointers to both reference this new node. The causes the node containing 2 to be garbage collected, and so the final queue contains only the value 1.">
            <a:extLst>
              <a:ext uri="{FF2B5EF4-FFF2-40B4-BE49-F238E27FC236}">
                <a16:creationId xmlns:a16="http://schemas.microsoft.com/office/drawing/2014/main" id="{CD2085A9-880C-5445-E142-80D107D35EE8}"/>
              </a:ext>
            </a:extLst>
          </p:cNvPr>
          <p:cNvGrpSpPr/>
          <p:nvPr/>
        </p:nvGrpSpPr>
        <p:grpSpPr>
          <a:xfrm>
            <a:off x="732328" y="1626138"/>
            <a:ext cx="10037272" cy="3981926"/>
            <a:chOff x="732328" y="2629029"/>
            <a:chExt cx="10037272" cy="3981926"/>
          </a:xfrm>
        </p:grpSpPr>
        <p:sp>
          <p:nvSpPr>
            <p:cNvPr id="34" name="Content Placeholder 2">
              <a:extLst>
                <a:ext uri="{FF2B5EF4-FFF2-40B4-BE49-F238E27FC236}">
                  <a16:creationId xmlns:a16="http://schemas.microsoft.com/office/drawing/2014/main" id="{CC8DECD1-895E-D68C-B141-B2E311C8F60B}"/>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25CDDDE-EF93-813B-B4F7-D6ADE9D95D88}"/>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7686F63-0A25-C02E-9A08-2ED6268AE6E1}"/>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b="1" strike="sngStrike" dirty="0"/>
                <a:t>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a:t>
              </a:r>
            </a:p>
          </p:txBody>
        </p:sp>
        <p:sp>
          <p:nvSpPr>
            <p:cNvPr id="40" name="TextBox 39">
              <a:extLst>
                <a:ext uri="{FF2B5EF4-FFF2-40B4-BE49-F238E27FC236}">
                  <a16:creationId xmlns:a16="http://schemas.microsoft.com/office/drawing/2014/main" id="{11444953-DBCB-47F1-A02C-9CA403DCF3AE}"/>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83EA8621-D1A8-C7B3-38AB-8A6276264452}"/>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25D9C66-6DA1-4C62-74C3-DC716B86E77D}"/>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709774E0-CB5D-9755-F1AE-F8D8478A9B60}"/>
              </a:ext>
            </a:extLst>
          </p:cNvPr>
          <p:cNvGrpSpPr/>
          <p:nvPr/>
        </p:nvGrpSpPr>
        <p:grpSpPr>
          <a:xfrm>
            <a:off x="3359611" y="5898471"/>
            <a:ext cx="4918595" cy="528320"/>
            <a:chOff x="838200" y="1508776"/>
            <a:chExt cx="4918595" cy="528320"/>
          </a:xfrm>
        </p:grpSpPr>
        <p:sp>
          <p:nvSpPr>
            <p:cNvPr id="5" name="Rectangle 4">
              <a:extLst>
                <a:ext uri="{FF2B5EF4-FFF2-40B4-BE49-F238E27FC236}">
                  <a16:creationId xmlns:a16="http://schemas.microsoft.com/office/drawing/2014/main" id="{E3424C8B-452A-DE65-33EB-B4D650FFAD63}"/>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6" name="Rectangle 5">
              <a:extLst>
                <a:ext uri="{FF2B5EF4-FFF2-40B4-BE49-F238E27FC236}">
                  <a16:creationId xmlns:a16="http://schemas.microsoft.com/office/drawing/2014/main" id="{19C7892C-6D31-E3E8-A602-B2BDC676AE37}"/>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8" name="Group 7">
              <a:extLst>
                <a:ext uri="{FF2B5EF4-FFF2-40B4-BE49-F238E27FC236}">
                  <a16:creationId xmlns:a16="http://schemas.microsoft.com/office/drawing/2014/main" id="{F578A044-54B4-95F1-612E-2681E548F54D}"/>
                </a:ext>
              </a:extLst>
            </p:cNvPr>
            <p:cNvGrpSpPr/>
            <p:nvPr/>
          </p:nvGrpSpPr>
          <p:grpSpPr>
            <a:xfrm>
              <a:off x="2727960" y="1508776"/>
              <a:ext cx="1056640" cy="528320"/>
              <a:chOff x="8117840" y="4104640"/>
              <a:chExt cx="1056640" cy="528320"/>
            </a:xfrm>
          </p:grpSpPr>
          <p:sp>
            <p:nvSpPr>
              <p:cNvPr id="13" name="Rectangle 12">
                <a:extLst>
                  <a:ext uri="{FF2B5EF4-FFF2-40B4-BE49-F238E27FC236}">
                    <a16:creationId xmlns:a16="http://schemas.microsoft.com/office/drawing/2014/main" id="{9D9B449B-F18D-1CF4-E28C-FFD52F8E8A3F}"/>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 name="Rectangle 13">
                <a:extLst>
                  <a:ext uri="{FF2B5EF4-FFF2-40B4-BE49-F238E27FC236}">
                    <a16:creationId xmlns:a16="http://schemas.microsoft.com/office/drawing/2014/main" id="{8F2593BC-6EDF-A1E8-708A-C2ADC88A70B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0F83FAEE-FBA9-4874-4525-0A4C657DADA3}"/>
                </a:ext>
              </a:extLst>
            </p:cNvPr>
            <p:cNvCxnSpPr>
              <a:cxnSpLocks/>
              <a:endCxn id="13"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F49352-3251-8CEE-CCE6-B41079E1A66B}"/>
                </a:ext>
              </a:extLst>
            </p:cNvPr>
            <p:cNvCxnSpPr>
              <a:cxnSpLocks/>
              <a:stCxn id="6" idx="1"/>
              <a:endCxn id="14"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62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p:spTree>
    <p:extLst>
      <p:ext uri="{BB962C8B-B14F-4D97-AF65-F5344CB8AC3E}">
        <p14:creationId xmlns:p14="http://schemas.microsoft.com/office/powerpoint/2010/main" val="4026232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p:spTree>
    <p:extLst>
      <p:ext uri="{BB962C8B-B14F-4D97-AF65-F5344CB8AC3E}">
        <p14:creationId xmlns:p14="http://schemas.microsoft.com/office/powerpoint/2010/main" val="315409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080A-80A6-F4EC-185D-CA6DDF5AE918}"/>
              </a:ext>
            </a:extLst>
          </p:cNvPr>
          <p:cNvSpPr>
            <a:spLocks noGrp="1"/>
          </p:cNvSpPr>
          <p:nvPr>
            <p:ph type="title"/>
          </p:nvPr>
        </p:nvSpPr>
        <p:spPr/>
        <p:txBody>
          <a:bodyPr/>
          <a:lstStyle/>
          <a:p>
            <a:r>
              <a:rPr lang="en-US" dirty="0"/>
              <a:t>Analogue Example – Data Race</a:t>
            </a:r>
          </a:p>
        </p:txBody>
      </p:sp>
      <p:sp>
        <p:nvSpPr>
          <p:cNvPr id="3" name="Content Placeholder 2">
            <a:extLst>
              <a:ext uri="{FF2B5EF4-FFF2-40B4-BE49-F238E27FC236}">
                <a16:creationId xmlns:a16="http://schemas.microsoft.com/office/drawing/2014/main" id="{7479C2D5-5A64-4902-8AD7-35A11A4386FF}"/>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Tree>
    <p:extLst>
      <p:ext uri="{BB962C8B-B14F-4D97-AF65-F5344CB8AC3E}">
        <p14:creationId xmlns:p14="http://schemas.microsoft.com/office/powerpoint/2010/main" val="4003104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8F7-8470-2FB0-3F58-066321055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CC10C-B593-0AF5-AFE1-B583940AF0DA}"/>
              </a:ext>
            </a:extLst>
          </p:cNvPr>
          <p:cNvSpPr>
            <a:spLocks noGrp="1"/>
          </p:cNvSpPr>
          <p:nvPr>
            <p:ph type="title"/>
          </p:nvPr>
        </p:nvSpPr>
        <p:spPr/>
        <p:txBody>
          <a:bodyPr/>
          <a:lstStyle/>
          <a:p>
            <a:r>
              <a:rPr lang="en-US" dirty="0"/>
              <a:t>Analogue Example – With “Mutual Exclusion”</a:t>
            </a:r>
          </a:p>
        </p:txBody>
      </p:sp>
      <p:sp>
        <p:nvSpPr>
          <p:cNvPr id="3" name="Content Placeholder 2">
            <a:extLst>
              <a:ext uri="{FF2B5EF4-FFF2-40B4-BE49-F238E27FC236}">
                <a16:creationId xmlns:a16="http://schemas.microsoft.com/office/drawing/2014/main" id="{C054146F-AD1E-FC77-4919-A6BBBABA28C2}"/>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b="1" dirty="0"/>
              <a:t>Pick up the trident</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b="1" dirty="0"/>
              <a:t>Put down the trident</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
        <p:nvSpPr>
          <p:cNvPr id="4" name="TextBox 3">
            <a:extLst>
              <a:ext uri="{FF2B5EF4-FFF2-40B4-BE49-F238E27FC236}">
                <a16:creationId xmlns:a16="http://schemas.microsoft.com/office/drawing/2014/main" id="{71C7E461-003B-7375-D404-8ECBC044E487}"/>
              </a:ext>
            </a:extLst>
          </p:cNvPr>
          <p:cNvSpPr txBox="1"/>
          <p:nvPr/>
        </p:nvSpPr>
        <p:spPr>
          <a:xfrm>
            <a:off x="7481454" y="1690688"/>
            <a:ext cx="4331855" cy="4247317"/>
          </a:xfrm>
          <a:prstGeom prst="rect">
            <a:avLst/>
          </a:prstGeom>
          <a:noFill/>
        </p:spPr>
        <p:txBody>
          <a:bodyPr wrap="square" rtlCol="0">
            <a:spAutoFit/>
          </a:bodyPr>
          <a:lstStyle/>
          <a:p>
            <a:r>
              <a:rPr lang="en-US" dirty="0"/>
              <a:t>There is only one trident, so no two threads (both executing this same code) can execute lines 4 and 5 at the same time. </a:t>
            </a:r>
          </a:p>
          <a:p>
            <a:endParaRPr lang="en-US" dirty="0"/>
          </a:p>
          <a:p>
            <a:r>
              <a:rPr lang="en-US" dirty="0"/>
              <a:t>All threads after the first must wait at line 3 for the trident to become available.</a:t>
            </a:r>
          </a:p>
          <a:p>
            <a:endParaRPr lang="en-US" dirty="0"/>
          </a:p>
          <a:p>
            <a:r>
              <a:rPr lang="en-US" dirty="0"/>
              <a:t>The trident causes any one thread to “lock out” (exclude) all other threads.</a:t>
            </a:r>
          </a:p>
          <a:p>
            <a:endParaRPr lang="en-US" dirty="0"/>
          </a:p>
          <a:p>
            <a:r>
              <a:rPr lang="en-US" dirty="0"/>
              <a:t>Any thread being between lines 3 and 6 excludes all other threads, so this is called “mutual exclusion”.</a:t>
            </a:r>
          </a:p>
          <a:p>
            <a:endParaRPr lang="en-US" dirty="0"/>
          </a:p>
          <a:p>
            <a:r>
              <a:rPr lang="en-US" dirty="0"/>
              <a:t>The trident itself we call a “lock”</a:t>
            </a:r>
          </a:p>
        </p:txBody>
      </p:sp>
    </p:spTree>
    <p:extLst>
      <p:ext uri="{BB962C8B-B14F-4D97-AF65-F5344CB8AC3E}">
        <p14:creationId xmlns:p14="http://schemas.microsoft.com/office/powerpoint/2010/main" val="2820800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942080"/>
            <a:ext cx="7711440" cy="19405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85000" lnSpcReduction="20000"/>
          </a:bodyPr>
          <a:lstStyle/>
          <a:p>
            <a:r>
              <a:rPr lang="en-US" dirty="0"/>
              <a:t>The following code implements a bank account object correctly for a synchronized situation</a:t>
            </a:r>
          </a:p>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7" name="Group 6" descr="Suppose we have an itial balance of 150 and call the code&#10;withdraw(100);&#10;withdraw(75);&#10;&#10;What happens?&#10;">
            <a:extLst>
              <a:ext uri="{FF2B5EF4-FFF2-40B4-BE49-F238E27FC236}">
                <a16:creationId xmlns:a16="http://schemas.microsoft.com/office/drawing/2014/main" id="{54DE38CE-2403-8299-6B0D-996A31732FE0}"/>
              </a:ext>
            </a:extLst>
          </p:cNvPr>
          <p:cNvGrpSpPr/>
          <p:nvPr/>
        </p:nvGrpSpPr>
        <p:grpSpPr>
          <a:xfrm>
            <a:off x="9540239" y="2265680"/>
            <a:ext cx="2165658" cy="1163320"/>
            <a:chOff x="9540239" y="2265680"/>
            <a:chExt cx="2165658" cy="1163320"/>
          </a:xfrm>
        </p:grpSpPr>
        <p:sp>
          <p:nvSpPr>
            <p:cNvPr id="5" name="Rectangle 4" descr="Suppose we call the">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a:p>
              <a:r>
                <a:rPr lang="en-US" dirty="0">
                  <a:solidFill>
                    <a:schemeClr val="tx1"/>
                  </a:solidFill>
                </a:rPr>
                <a:t>withdraw(75)</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2165657" cy="369332"/>
            </a:xfrm>
            <a:prstGeom prst="rect">
              <a:avLst/>
            </a:prstGeom>
            <a:noFill/>
          </p:spPr>
          <p:txBody>
            <a:bodyPr wrap="none" rtlCol="0">
              <a:spAutoFit/>
            </a:bodyPr>
            <a:lstStyle/>
            <a:p>
              <a:r>
                <a:rPr lang="en-US" dirty="0"/>
                <a:t>What Happens here?</a:t>
              </a:r>
            </a:p>
          </p:txBody>
        </p:sp>
      </p:grpSp>
    </p:spTree>
    <p:extLst>
      <p:ext uri="{BB962C8B-B14F-4D97-AF65-F5344CB8AC3E}">
        <p14:creationId xmlns:p14="http://schemas.microsoft.com/office/powerpoint/2010/main" val="64017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677920"/>
            <a:ext cx="7711440" cy="20929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 - Parallel</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925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9" name="Group 8" descr="Now suppose we still call &#10;withdraw(100);&#10;withdraw(75);&#10;&#10;but now each withdraw call is done by a separate thread, so they happen in parallel.">
            <a:extLst>
              <a:ext uri="{FF2B5EF4-FFF2-40B4-BE49-F238E27FC236}">
                <a16:creationId xmlns:a16="http://schemas.microsoft.com/office/drawing/2014/main" id="{3B33847F-3F7C-FE38-4C34-34C3532177DC}"/>
              </a:ext>
            </a:extLst>
          </p:cNvPr>
          <p:cNvGrpSpPr/>
          <p:nvPr/>
        </p:nvGrpSpPr>
        <p:grpSpPr>
          <a:xfrm>
            <a:off x="9533539" y="2265680"/>
            <a:ext cx="2172357" cy="2724228"/>
            <a:chOff x="9533539" y="2265680"/>
            <a:chExt cx="2172357" cy="2724228"/>
          </a:xfrm>
        </p:grpSpPr>
        <p:sp>
          <p:nvSpPr>
            <p:cNvPr id="5" name="Rectangle 4">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9533539" y="413376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9533540" y="3826588"/>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56732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An “OK”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4" name="Group 3" descr="We say Thread 1 is the one running withdraw(100);">
            <a:extLst>
              <a:ext uri="{FF2B5EF4-FFF2-40B4-BE49-F238E27FC236}">
                <a16:creationId xmlns:a16="http://schemas.microsoft.com/office/drawing/2014/main" id="{5D04D01C-14F5-55F3-1545-E615188FC3AA}"/>
              </a:ext>
            </a:extLst>
          </p:cNvPr>
          <p:cNvGrpSpPr/>
          <p:nvPr/>
        </p:nvGrpSpPr>
        <p:grpSpPr>
          <a:xfrm>
            <a:off x="3478179" y="1865651"/>
            <a:ext cx="2165657" cy="1163320"/>
            <a:chOff x="3478179" y="1865651"/>
            <a:chExt cx="2165657" cy="1163320"/>
          </a:xfrm>
        </p:grpSpPr>
        <p:sp>
          <p:nvSpPr>
            <p:cNvPr id="5" name="Rectangle 4">
              <a:extLst>
                <a:ext uri="{FF2B5EF4-FFF2-40B4-BE49-F238E27FC236}">
                  <a16:creationId xmlns:a16="http://schemas.microsoft.com/office/drawing/2014/main" id="{DBEFDB0C-B099-09B5-232E-F0FD7B01BA79}"/>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0" name="Group 9" descr="We say Thread 2 invokes withdraw(75)">
            <a:extLst>
              <a:ext uri="{FF2B5EF4-FFF2-40B4-BE49-F238E27FC236}">
                <a16:creationId xmlns:a16="http://schemas.microsoft.com/office/drawing/2014/main" id="{3B3EBB13-33E7-9FAE-CF2D-626E366C090F}"/>
              </a:ext>
            </a:extLst>
          </p:cNvPr>
          <p:cNvGrpSpPr/>
          <p:nvPr/>
        </p:nvGrpSpPr>
        <p:grpSpPr>
          <a:xfrm>
            <a:off x="6878319" y="1865651"/>
            <a:ext cx="2165657" cy="1163320"/>
            <a:chOff x="6878319" y="1865651"/>
            <a:chExt cx="2165657" cy="1163320"/>
          </a:xfrm>
        </p:grpSpPr>
        <p:sp>
          <p:nvSpPr>
            <p:cNvPr id="7" name="Rectangle 6">
              <a:extLst>
                <a:ext uri="{FF2B5EF4-FFF2-40B4-BE49-F238E27FC236}">
                  <a16:creationId xmlns:a16="http://schemas.microsoft.com/office/drawing/2014/main" id="{E3D40A5B-D6FE-42EA-6F2F-1386F2603716}"/>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Consider the interleaving where Thread 2 executes the entire body of withdraw, then Thread1 executes the entire body of withdraw.">
            <a:extLst>
              <a:ext uri="{FF2B5EF4-FFF2-40B4-BE49-F238E27FC236}">
                <a16:creationId xmlns:a16="http://schemas.microsoft.com/office/drawing/2014/main" id="{D16BBCC1-BF69-C4E8-BE87-4400F76F97F9}"/>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spTree>
    <p:extLst>
      <p:ext uri="{BB962C8B-B14F-4D97-AF65-F5344CB8AC3E}">
        <p14:creationId xmlns:p14="http://schemas.microsoft.com/office/powerpoint/2010/main" val="376417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 “Bad”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Now consider the following interleaving:&#10;&#10;First Thread1 executes:&#10;int b = getBalance();&#10;&#10;Next Thread 2 executes the entire body of withdraw&#10;&#10;Finally Thread 1 finishes its withdraw doing:&#10;if(amount &gt; b) {throw new Exception();}&#10;setBalance(b-amount);">
            <a:extLst>
              <a:ext uri="{FF2B5EF4-FFF2-40B4-BE49-F238E27FC236}">
                <a16:creationId xmlns:a16="http://schemas.microsoft.com/office/drawing/2014/main" id="{CA326DC4-276C-E676-EA63-5E67F6491C43}"/>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grpSp>
        <p:nvGrpSpPr>
          <p:cNvPr id="4" name="Group 3" descr="We say Thread 1 is the one running withdraw(100);">
            <a:extLst>
              <a:ext uri="{FF2B5EF4-FFF2-40B4-BE49-F238E27FC236}">
                <a16:creationId xmlns:a16="http://schemas.microsoft.com/office/drawing/2014/main" id="{31D7F015-1F42-E285-626C-83660EF73E9E}"/>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F2C16CB2-E8A5-C67F-B0AF-C0F3FFEBB55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FA976BB2-4FE4-A785-98BF-1A584BCD1570}"/>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B7DFB475-8B8F-B694-3C4D-5BB8EADED1CB}"/>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A5534C67-A22F-A634-DAB7-13D3C49061CE}"/>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6A206E50-CE39-3B65-6146-3CA6C9DED9C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518490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25FF-2CDE-3F33-5B4D-F3A0869EECD9}"/>
              </a:ext>
            </a:extLst>
          </p:cNvPr>
          <p:cNvSpPr>
            <a:spLocks noGrp="1"/>
          </p:cNvSpPr>
          <p:nvPr>
            <p:ph type="title"/>
          </p:nvPr>
        </p:nvSpPr>
        <p:spPr/>
        <p:txBody>
          <a:bodyPr/>
          <a:lstStyle/>
          <a:p>
            <a:r>
              <a:rPr lang="en-US" dirty="0"/>
              <a:t>A Bad Fix</a:t>
            </a:r>
          </a:p>
        </p:txBody>
      </p:sp>
      <p:sp>
        <p:nvSpPr>
          <p:cNvPr id="4" name="Content Placeholder 2">
            <a:extLst>
              <a:ext uri="{FF2B5EF4-FFF2-40B4-BE49-F238E27FC236}">
                <a16:creationId xmlns:a16="http://schemas.microsoft.com/office/drawing/2014/main" id="{29364B38-540B-8CEF-70F3-5E01114ACE88}"/>
              </a:ext>
            </a:extLst>
          </p:cNvPr>
          <p:cNvSpPr>
            <a:spLocks noGrp="1"/>
          </p:cNvSpPr>
          <p:nvPr>
            <p:ph idx="1"/>
          </p:nvPr>
        </p:nvSpPr>
        <p:spPr>
          <a:xfrm>
            <a:off x="274320" y="1330960"/>
            <a:ext cx="11917680" cy="5527039"/>
          </a:xfrm>
        </p:spPr>
        <p:txBody>
          <a:bodyPr>
            <a:normAutofit fontScale="92500" lnSpcReduction="1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if (amount &gt; </a:t>
            </a:r>
            <a:r>
              <a:rPr lang="en-US" dirty="0" err="1">
                <a:solidFill>
                  <a:srgbClr val="FF0000"/>
                </a:solidFill>
              </a:rPr>
              <a:t>getBalance</a:t>
            </a:r>
            <a:r>
              <a:rPr lang="en-US" dirty="0">
                <a:solidFill>
                  <a:srgbClr val="FF0000"/>
                </a:solidFill>
              </a:rPr>
              <a:t>()</a:t>
            </a:r>
            <a:r>
              <a:rPr lang="en-US" dirty="0"/>
              <a:t>)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a:t>
            </a:r>
            <a:r>
              <a:rPr lang="en-US" dirty="0" err="1">
                <a:solidFill>
                  <a:srgbClr val="FF0000"/>
                </a:solidFill>
              </a:rPr>
              <a:t>getBalance</a:t>
            </a:r>
            <a:r>
              <a:rPr lang="en-US" dirty="0">
                <a:solidFill>
                  <a:srgbClr val="FF0000"/>
                </a:solidFill>
              </a:rPr>
              <a:t>()</a:t>
            </a:r>
            <a:r>
              <a:rPr lang="en-US" dirty="0"/>
              <a:t> – amount); }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310764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Avoiding Variables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Thread 2 does the lines:&#10;if(amount &gt; getBalance()) {throw new Exception();}&#10;&#10;Then Thread 1 does:&#10;if(amount &gt; getBalance()) {throw new Exception();}&#10;followed by just the getBalance() call from the line: &#10;setBalance(getBalance()-amount);&#10;&#10;Then thread 2 does the whole line:&#10;setBalance(getBalance()-amount);&#10;&#10;And finally thread 1 finishes: setBalance(getBalance()-amount);&#10;using the already-computed result of getBalance()">
            <a:extLst>
              <a:ext uri="{FF2B5EF4-FFF2-40B4-BE49-F238E27FC236}">
                <a16:creationId xmlns:a16="http://schemas.microsoft.com/office/drawing/2014/main" id="{4664EB9F-634F-29E4-B976-341C6A593C51}"/>
              </a:ext>
            </a:extLst>
          </p:cNvPr>
          <p:cNvGrpSpPr/>
          <p:nvPr/>
        </p:nvGrpSpPr>
        <p:grpSpPr>
          <a:xfrm>
            <a:off x="2428241" y="3437615"/>
            <a:ext cx="7658975" cy="2424706"/>
            <a:chOff x="2428241" y="3437615"/>
            <a:chExt cx="7658975" cy="2424706"/>
          </a:xfrm>
        </p:grpSpPr>
        <p:sp>
          <p:nvSpPr>
            <p:cNvPr id="9" name="Rectangle 8">
              <a:extLst>
                <a:ext uri="{FF2B5EF4-FFF2-40B4-BE49-F238E27FC236}">
                  <a16:creationId xmlns:a16="http://schemas.microsoft.com/office/drawing/2014/main" id="{153111F2-E0CB-EFB9-CDFE-114A83873431}"/>
                </a:ext>
              </a:extLst>
            </p:cNvPr>
            <p:cNvSpPr/>
            <p:nvPr/>
          </p:nvSpPr>
          <p:spPr>
            <a:xfrm>
              <a:off x="2428241" y="3437615"/>
              <a:ext cx="3829488"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r>
                <a:rPr lang="en-US" dirty="0" err="1">
                  <a:solidFill>
                    <a:schemeClr val="accent4">
                      <a:lumMod val="50000"/>
                    </a:schemeClr>
                  </a:solidFill>
                </a:rPr>
                <a:t>setBalance</a:t>
              </a:r>
              <a:r>
                <a:rPr lang="en-US" dirty="0">
                  <a:solidFill>
                    <a:schemeClr val="accent4">
                      <a:lumMod val="50000"/>
                    </a:schemeClr>
                  </a:solidFill>
                </a:rPr>
                <a:t>(</a:t>
              </a:r>
              <a:r>
                <a:rPr lang="en-US" dirty="0" err="1">
                  <a:solidFill>
                    <a:schemeClr val="tx1"/>
                  </a:solidFill>
                </a:rPr>
                <a:t>getBalance</a:t>
              </a:r>
              <a:r>
                <a:rPr lang="en-US" dirty="0">
                  <a:solidFill>
                    <a:schemeClr val="tx1"/>
                  </a:solidFill>
                </a:rPr>
                <a:t>()</a:t>
              </a:r>
              <a:r>
                <a:rPr lang="en-US" dirty="0">
                  <a:solidFill>
                    <a:schemeClr val="accent4">
                      <a:lumMod val="50000"/>
                    </a:schemeClr>
                  </a:solidFill>
                </a:rPr>
                <a:t> – amount);</a:t>
              </a:r>
            </a:p>
            <a:p>
              <a:pPr marL="0" indent="0">
                <a:buNone/>
              </a:pPr>
              <a:endParaRPr lang="en-US" dirty="0">
                <a:solidFill>
                  <a:schemeClr val="accent1">
                    <a:lumMod val="60000"/>
                    <a:lumOff val="40000"/>
                  </a:schemeClr>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accent4">
                      <a:lumMod val="50000"/>
                    </a:schemeClr>
                  </a:solidFill>
                </a:rPr>
                <a:t>getBalance</a:t>
              </a:r>
              <a:r>
                <a:rPr lang="en-US" dirty="0">
                  <a:solidFill>
                    <a:schemeClr val="accent4">
                      <a:lumMod val="50000"/>
                    </a:schemeClr>
                  </a:solidFill>
                </a:rPr>
                <a:t>()</a:t>
              </a:r>
              <a:r>
                <a:rPr lang="en-US" dirty="0">
                  <a:solidFill>
                    <a:schemeClr val="accent1">
                      <a:lumMod val="60000"/>
                      <a:lumOff val="40000"/>
                    </a:schemeClr>
                  </a:solidFill>
                </a:rPr>
                <a:t> </a:t>
              </a:r>
              <a:r>
                <a:rPr lang="en-US" dirty="0">
                  <a:solidFill>
                    <a:schemeClr val="tx1"/>
                  </a:solidFill>
                </a:rPr>
                <a:t>–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829488"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tx1"/>
                  </a:solidFill>
                </a:rPr>
                <a:t>getBalance</a:t>
              </a:r>
              <a:r>
                <a:rPr lang="en-US" dirty="0">
                  <a:solidFill>
                    <a:schemeClr val="tx1"/>
                  </a:solidFill>
                </a:rPr>
                <a:t>() – amount);</a:t>
              </a:r>
            </a:p>
          </p:txBody>
        </p:sp>
      </p:grpSp>
      <p:grpSp>
        <p:nvGrpSpPr>
          <p:cNvPr id="4" name="Group 3" descr="We say Thread 1 is the one running withdraw(100);">
            <a:extLst>
              <a:ext uri="{FF2B5EF4-FFF2-40B4-BE49-F238E27FC236}">
                <a16:creationId xmlns:a16="http://schemas.microsoft.com/office/drawing/2014/main" id="{812389E1-1E68-FF85-9003-480CAE420721}"/>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53259A6D-684B-288A-3889-B65443BF546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46BDE9EC-C504-EA4F-25C1-B1B4C3215CD7}"/>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81813798-F247-2EEC-F254-BAA01F1618DC}"/>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7273181A-446D-39C0-12A1-3A47DF087C99}"/>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24C52D6E-E553-5572-A2F1-03E8D59B143E}"/>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701308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CF88-C78D-8F7E-C458-5267F33A382F}"/>
              </a:ext>
            </a:extLst>
          </p:cNvPr>
          <p:cNvSpPr>
            <a:spLocks noGrp="1"/>
          </p:cNvSpPr>
          <p:nvPr>
            <p:ph type="title"/>
          </p:nvPr>
        </p:nvSpPr>
        <p:spPr/>
        <p:txBody>
          <a:bodyPr/>
          <a:lstStyle/>
          <a:p>
            <a:r>
              <a:rPr lang="en-US" dirty="0"/>
              <a:t>What we want – Mutual Exclusion</a:t>
            </a:r>
          </a:p>
        </p:txBody>
      </p:sp>
      <p:sp>
        <p:nvSpPr>
          <p:cNvPr id="3" name="Content Placeholder 2">
            <a:extLst>
              <a:ext uri="{FF2B5EF4-FFF2-40B4-BE49-F238E27FC236}">
                <a16:creationId xmlns:a16="http://schemas.microsoft.com/office/drawing/2014/main" id="{026C05A3-0912-1FA4-743F-1EACF89C314E}"/>
              </a:ext>
            </a:extLst>
          </p:cNvPr>
          <p:cNvSpPr>
            <a:spLocks noGrp="1"/>
          </p:cNvSpPr>
          <p:nvPr>
            <p:ph idx="1"/>
          </p:nvPr>
        </p:nvSpPr>
        <p:spPr/>
        <p:txBody>
          <a:bodyPr/>
          <a:lstStyle/>
          <a:p>
            <a:r>
              <a:rPr lang="en-US" dirty="0"/>
              <a:t>While one thread is withdrawing from the account, we want to exclude all other threads from also withdrawing</a:t>
            </a:r>
          </a:p>
          <a:p>
            <a:r>
              <a:rPr lang="en-US" dirty="0"/>
              <a:t>Called mutual exclusion: </a:t>
            </a:r>
          </a:p>
          <a:p>
            <a:pPr lvl="1"/>
            <a:r>
              <a:rPr lang="en-US" dirty="0"/>
              <a:t>One thread using a resource (here: a bank account) means another thread must wait </a:t>
            </a:r>
          </a:p>
          <a:p>
            <a:pPr lvl="1"/>
            <a:r>
              <a:rPr lang="en-US" dirty="0"/>
              <a:t>We call the area of code that we want to have mutual exclusion (only one thread can be there at a time) a </a:t>
            </a:r>
            <a:r>
              <a:rPr lang="en-US" b="1" dirty="0"/>
              <a:t>critical section</a:t>
            </a:r>
            <a:r>
              <a:rPr lang="en-US" dirty="0"/>
              <a:t>.</a:t>
            </a:r>
          </a:p>
          <a:p>
            <a:r>
              <a:rPr lang="en-US" dirty="0"/>
              <a:t>The programmer must implement critical sections!</a:t>
            </a:r>
          </a:p>
          <a:p>
            <a:pPr lvl="1"/>
            <a:r>
              <a:rPr lang="en-US" dirty="0"/>
              <a:t>It requires programming language primitives to do correctly</a:t>
            </a:r>
          </a:p>
        </p:txBody>
      </p:sp>
    </p:spTree>
    <p:extLst>
      <p:ext uri="{BB962C8B-B14F-4D97-AF65-F5344CB8AC3E}">
        <p14:creationId xmlns:p14="http://schemas.microsoft.com/office/powerpoint/2010/main" val="3986630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 Bad attempt at Mutual Exclusion</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Boolean busy = false;</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while (busy) { /* wait until not busy */ }</a:t>
            </a:r>
          </a:p>
          <a:p>
            <a:pPr marL="0" indent="0">
              <a:buNone/>
            </a:pPr>
            <a:r>
              <a:rPr lang="en-US" dirty="0">
                <a:solidFill>
                  <a:srgbClr val="FF0000"/>
                </a:solidFill>
              </a:rPr>
              <a:t>		busy = true;</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a:solidFill>
                  <a:srgbClr val="FF0000"/>
                </a:solidFill>
              </a:rPr>
              <a:t>busy = false;</a:t>
            </a:r>
            <a:r>
              <a:rPr lang="en-US" dirty="0"/>
              <a:t>}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2059143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The “Busy Signal”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First Thread 1 does :&#10;while(busy) {}&#10;Then upon seeing busy is False it moves past the line, but gets interrupted for time slicing before it executes the line to set busy to be true.&#10;&#10;Then Thread 2 runs its line:&#10;while(busy) {}&#10;And likewise sees that busy is still False, so it moves past that line. From this point we can use whatever interleaving we would like.">
            <a:extLst>
              <a:ext uri="{FF2B5EF4-FFF2-40B4-BE49-F238E27FC236}">
                <a16:creationId xmlns:a16="http://schemas.microsoft.com/office/drawing/2014/main" id="{EA69FE4F-FE8C-DB87-E33F-307213B54278}"/>
              </a:ext>
            </a:extLst>
          </p:cNvPr>
          <p:cNvGrpSpPr/>
          <p:nvPr/>
        </p:nvGrpSpPr>
        <p:grpSpPr>
          <a:xfrm>
            <a:off x="2255520" y="2915918"/>
            <a:ext cx="8004416" cy="3942083"/>
            <a:chOff x="2255520" y="2915918"/>
            <a:chExt cx="8004416" cy="3942083"/>
          </a:xfrm>
        </p:grpSpPr>
        <p:sp>
          <p:nvSpPr>
            <p:cNvPr id="9" name="Rectangle 8">
              <a:extLst>
                <a:ext uri="{FF2B5EF4-FFF2-40B4-BE49-F238E27FC236}">
                  <a16:creationId xmlns:a16="http://schemas.microsoft.com/office/drawing/2014/main" id="{153111F2-E0CB-EFB9-CDFE-114A83873431}"/>
                </a:ext>
              </a:extLst>
            </p:cNvPr>
            <p:cNvSpPr/>
            <p:nvPr/>
          </p:nvSpPr>
          <p:spPr>
            <a:xfrm>
              <a:off x="2255520" y="2915920"/>
              <a:ext cx="4002209"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915918"/>
              <a:ext cx="4002208"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grpSp>
      <p:grpSp>
        <p:nvGrpSpPr>
          <p:cNvPr id="4" name="Group 3" descr="We say Thread 1 is the one running withdraw(100);">
            <a:extLst>
              <a:ext uri="{FF2B5EF4-FFF2-40B4-BE49-F238E27FC236}">
                <a16:creationId xmlns:a16="http://schemas.microsoft.com/office/drawing/2014/main" id="{532EB1D6-83A7-F8E1-A662-3CCB03F02C31}"/>
              </a:ext>
            </a:extLst>
          </p:cNvPr>
          <p:cNvGrpSpPr/>
          <p:nvPr/>
        </p:nvGrpSpPr>
        <p:grpSpPr>
          <a:xfrm>
            <a:off x="3478179" y="1865651"/>
            <a:ext cx="2165657" cy="916878"/>
            <a:chOff x="3478179" y="1865651"/>
            <a:chExt cx="2165657" cy="916878"/>
          </a:xfrm>
        </p:grpSpPr>
        <p:sp>
          <p:nvSpPr>
            <p:cNvPr id="10" name="Rectangle 9">
              <a:extLst>
                <a:ext uri="{FF2B5EF4-FFF2-40B4-BE49-F238E27FC236}">
                  <a16:creationId xmlns:a16="http://schemas.microsoft.com/office/drawing/2014/main" id="{10E5DC7E-3293-32FF-1410-FD5F9DF1A43A}"/>
                </a:ext>
              </a:extLst>
            </p:cNvPr>
            <p:cNvSpPr/>
            <p:nvPr/>
          </p:nvSpPr>
          <p:spPr>
            <a:xfrm>
              <a:off x="347817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510C8C5A-8E5B-130C-66C6-D0CFD51F2B56}"/>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A537FC43-E6B9-08D4-E411-CB21EB7CE996}"/>
              </a:ext>
            </a:extLst>
          </p:cNvPr>
          <p:cNvGrpSpPr/>
          <p:nvPr/>
        </p:nvGrpSpPr>
        <p:grpSpPr>
          <a:xfrm>
            <a:off x="6878319" y="1865651"/>
            <a:ext cx="2165657" cy="916878"/>
            <a:chOff x="6878319" y="1865651"/>
            <a:chExt cx="2165657" cy="916878"/>
          </a:xfrm>
        </p:grpSpPr>
        <p:sp>
          <p:nvSpPr>
            <p:cNvPr id="14" name="Rectangle 13">
              <a:extLst>
                <a:ext uri="{FF2B5EF4-FFF2-40B4-BE49-F238E27FC236}">
                  <a16:creationId xmlns:a16="http://schemas.microsoft.com/office/drawing/2014/main" id="{F091DDEB-8FF4-69AA-AB0C-4B69E5C28507}"/>
                </a:ext>
              </a:extLst>
            </p:cNvPr>
            <p:cNvSpPr/>
            <p:nvPr/>
          </p:nvSpPr>
          <p:spPr>
            <a:xfrm>
              <a:off x="687831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35F02F73-164F-2826-26F4-C218B29B2E15}"/>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919207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EEC-82A4-7735-C350-4DA0E1BBE1B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D9594BA-009A-BCE3-1087-2A0C36A4391A}"/>
              </a:ext>
            </a:extLst>
          </p:cNvPr>
          <p:cNvSpPr>
            <a:spLocks noGrp="1"/>
          </p:cNvSpPr>
          <p:nvPr>
            <p:ph idx="1"/>
          </p:nvPr>
        </p:nvSpPr>
        <p:spPr>
          <a:xfrm>
            <a:off x="838200" y="1825624"/>
            <a:ext cx="10515600" cy="5032375"/>
          </a:xfrm>
        </p:spPr>
        <p:txBody>
          <a:bodyPr/>
          <a:lstStyle/>
          <a:p>
            <a:r>
              <a:rPr lang="en-US" dirty="0"/>
              <a:t>We need a construct from Java to do this</a:t>
            </a:r>
          </a:p>
          <a:p>
            <a:r>
              <a:rPr lang="en-US" dirty="0"/>
              <a:t>One Solution – A </a:t>
            </a:r>
            <a:r>
              <a:rPr lang="en-US" b="1" dirty="0"/>
              <a:t>Mutual Exclusion Lock</a:t>
            </a:r>
            <a:r>
              <a:rPr lang="en-US" dirty="0"/>
              <a:t> (called a Mutex or Lock)</a:t>
            </a:r>
          </a:p>
          <a:p>
            <a:r>
              <a:rPr lang="en-US" dirty="0"/>
              <a:t>We define a </a:t>
            </a:r>
            <a:r>
              <a:rPr lang="en-US" b="1" dirty="0"/>
              <a:t>Lock</a:t>
            </a:r>
            <a:r>
              <a:rPr lang="en-US" dirty="0"/>
              <a:t> to be an ADT with operations:</a:t>
            </a:r>
          </a:p>
          <a:p>
            <a:pPr lvl="1"/>
            <a:r>
              <a:rPr lang="en-US" dirty="0"/>
              <a:t>New: </a:t>
            </a:r>
          </a:p>
          <a:p>
            <a:pPr lvl="2"/>
            <a:r>
              <a:rPr lang="en-US" dirty="0"/>
              <a:t>make a new lock, initially “not held”</a:t>
            </a:r>
          </a:p>
          <a:p>
            <a:pPr lvl="1"/>
            <a:r>
              <a:rPr lang="en-US" dirty="0"/>
              <a:t>Acquire:</a:t>
            </a:r>
          </a:p>
          <a:p>
            <a:pPr lvl="2"/>
            <a:r>
              <a:rPr lang="en-US" dirty="0"/>
              <a:t>If lock is not held, mark it as “held”</a:t>
            </a:r>
          </a:p>
          <a:p>
            <a:pPr lvl="3"/>
            <a:r>
              <a:rPr lang="en-US" dirty="0"/>
              <a:t>These two steps always done together in a way that cannot be interrupted!</a:t>
            </a:r>
          </a:p>
          <a:p>
            <a:pPr lvl="2"/>
            <a:r>
              <a:rPr lang="en-US" dirty="0"/>
              <a:t>If lock is held, pause until it is marked as “not held”</a:t>
            </a:r>
          </a:p>
          <a:p>
            <a:pPr lvl="1"/>
            <a:r>
              <a:rPr lang="en-US" dirty="0"/>
              <a:t>Release:</a:t>
            </a:r>
          </a:p>
          <a:p>
            <a:pPr lvl="2"/>
            <a:r>
              <a:rPr lang="en-US" dirty="0"/>
              <a:t>Mark the lock as “not held”</a:t>
            </a:r>
          </a:p>
        </p:txBody>
      </p:sp>
    </p:spTree>
    <p:extLst>
      <p:ext uri="{BB962C8B-B14F-4D97-AF65-F5344CB8AC3E}">
        <p14:creationId xmlns:p14="http://schemas.microsoft.com/office/powerpoint/2010/main" val="2056654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Almost Correct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F9521E9D-CC7F-2013-9558-8183772814AD}"/>
              </a:ext>
            </a:extLst>
          </p:cNvPr>
          <p:cNvSpPr txBox="1"/>
          <p:nvPr/>
        </p:nvSpPr>
        <p:spPr>
          <a:xfrm>
            <a:off x="8361680" y="1733193"/>
            <a:ext cx="3115725" cy="923330"/>
          </a:xfrm>
          <a:prstGeom prst="rect">
            <a:avLst/>
          </a:prstGeom>
          <a:noFill/>
          <a:ln>
            <a:solidFill>
              <a:schemeClr val="accent5">
                <a:lumMod val="75000"/>
              </a:schemeClr>
            </a:solidFill>
          </a:ln>
        </p:spPr>
        <p:txBody>
          <a:bodyPr wrap="non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What is the critical section?</a:t>
            </a:r>
          </a:p>
          <a:p>
            <a:pPr marL="342900" indent="-342900">
              <a:buFont typeface="+mj-lt"/>
              <a:buAutoNum type="arabicPeriod"/>
            </a:pPr>
            <a:r>
              <a:rPr lang="en-US" dirty="0">
                <a:solidFill>
                  <a:schemeClr val="accent5">
                    <a:lumMod val="75000"/>
                  </a:schemeClr>
                </a:solidFill>
              </a:rPr>
              <a:t>What is the Error?</a:t>
            </a:r>
          </a:p>
        </p:txBody>
      </p:sp>
    </p:spTree>
    <p:extLst>
      <p:ext uri="{BB962C8B-B14F-4D97-AF65-F5344CB8AC3E}">
        <p14:creationId xmlns:p14="http://schemas.microsoft.com/office/powerpoint/2010/main" val="677388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3AB2-3D5A-EB16-47FC-4AD3E7B7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0B8C1-27B5-CE1A-EAE5-9CAADA064486}"/>
              </a:ext>
            </a:extLst>
          </p:cNvPr>
          <p:cNvSpPr>
            <a:spLocks noGrp="1"/>
          </p:cNvSpPr>
          <p:nvPr>
            <p:ph type="title"/>
          </p:nvPr>
        </p:nvSpPr>
        <p:spPr/>
        <p:txBody>
          <a:bodyPr/>
          <a:lstStyle/>
          <a:p>
            <a:r>
              <a:rPr lang="en-US" dirty="0"/>
              <a:t>Exceptions End the Method!</a:t>
            </a:r>
          </a:p>
        </p:txBody>
      </p:sp>
      <p:sp>
        <p:nvSpPr>
          <p:cNvPr id="7" name="Content Placeholder 2">
            <a:extLst>
              <a:ext uri="{FF2B5EF4-FFF2-40B4-BE49-F238E27FC236}">
                <a16:creationId xmlns:a16="http://schemas.microsoft.com/office/drawing/2014/main" id="{AE8E52FE-1490-C84A-188E-E5FE73DB25E7}"/>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BE52A69B-ABDE-910C-4672-36C0A2175A2C}"/>
              </a:ext>
            </a:extLst>
          </p:cNvPr>
          <p:cNvSpPr txBox="1"/>
          <p:nvPr/>
        </p:nvSpPr>
        <p:spPr>
          <a:xfrm>
            <a:off x="7862917" y="1690688"/>
            <a:ext cx="3710248" cy="1200329"/>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If we throw an exception, we never finish the method!</a:t>
            </a:r>
          </a:p>
          <a:p>
            <a:endParaRPr lang="en-US" dirty="0">
              <a:solidFill>
                <a:schemeClr val="accent5">
                  <a:lumMod val="75000"/>
                </a:schemeClr>
              </a:solidFill>
            </a:endParaRPr>
          </a:p>
          <a:p>
            <a:r>
              <a:rPr lang="en-US" dirty="0">
                <a:solidFill>
                  <a:schemeClr val="accent5">
                    <a:lumMod val="75000"/>
                  </a:schemeClr>
                </a:solidFill>
              </a:rPr>
              <a:t>The lock would never get released!</a:t>
            </a:r>
          </a:p>
        </p:txBody>
      </p:sp>
    </p:spTree>
    <p:extLst>
      <p:ext uri="{BB962C8B-B14F-4D97-AF65-F5344CB8AC3E}">
        <p14:creationId xmlns:p14="http://schemas.microsoft.com/office/powerpoint/2010/main" val="3342528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7323-349F-EF3C-515F-012FCEA685C6}"/>
              </a:ext>
            </a:extLst>
          </p:cNvPr>
          <p:cNvSpPr>
            <a:spLocks noGrp="1"/>
          </p:cNvSpPr>
          <p:nvPr>
            <p:ph type="title"/>
          </p:nvPr>
        </p:nvSpPr>
        <p:spPr/>
        <p:txBody>
          <a:bodyPr/>
          <a:lstStyle/>
          <a:p>
            <a:r>
              <a:rPr lang="en-US" dirty="0"/>
              <a:t>Try…Finally</a:t>
            </a:r>
          </a:p>
        </p:txBody>
      </p:sp>
      <p:sp>
        <p:nvSpPr>
          <p:cNvPr id="3" name="Content Placeholder 2">
            <a:extLst>
              <a:ext uri="{FF2B5EF4-FFF2-40B4-BE49-F238E27FC236}">
                <a16:creationId xmlns:a16="http://schemas.microsoft.com/office/drawing/2014/main" id="{84785A17-F9C0-58D0-1F19-EE96DE3C8C13}"/>
              </a:ext>
            </a:extLst>
          </p:cNvPr>
          <p:cNvSpPr>
            <a:spLocks noGrp="1"/>
          </p:cNvSpPr>
          <p:nvPr>
            <p:ph idx="1"/>
          </p:nvPr>
        </p:nvSpPr>
        <p:spPr/>
        <p:txBody>
          <a:bodyPr/>
          <a:lstStyle/>
          <a:p>
            <a:r>
              <a:rPr lang="en-US" dirty="0"/>
              <a:t>Try Block:</a:t>
            </a:r>
          </a:p>
          <a:p>
            <a:pPr lvl="1"/>
            <a:r>
              <a:rPr lang="en-US" dirty="0"/>
              <a:t>Body of code that will be run</a:t>
            </a:r>
          </a:p>
          <a:p>
            <a:r>
              <a:rPr lang="en-US" dirty="0"/>
              <a:t>Finally Block:</a:t>
            </a:r>
          </a:p>
          <a:p>
            <a:pPr lvl="1"/>
            <a:r>
              <a:rPr lang="en-US" dirty="0"/>
              <a:t>Always runs once the program exits try block (whether due to a return, exception, anything!)</a:t>
            </a:r>
          </a:p>
        </p:txBody>
      </p:sp>
    </p:spTree>
    <p:extLst>
      <p:ext uri="{BB962C8B-B14F-4D97-AF65-F5344CB8AC3E}">
        <p14:creationId xmlns:p14="http://schemas.microsoft.com/office/powerpoint/2010/main" val="3989048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Correct (but not Java)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lck</a:t>
            </a:r>
            <a:r>
              <a:rPr lang="en-US" dirty="0"/>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r>
              <a:rPr lang="en-US" dirty="0">
                <a:solidFill>
                  <a:srgbClr val="FF0000"/>
                </a:solidFill>
              </a:rPr>
              <a:t>}</a:t>
            </a:r>
          </a:p>
          <a:p>
            <a:pPr marL="0" indent="0">
              <a:buNone/>
            </a:pPr>
            <a:r>
              <a:rPr lang="en-US" dirty="0"/>
              <a:t>		</a:t>
            </a:r>
            <a:r>
              <a:rPr lang="en-US" dirty="0">
                <a:solidFill>
                  <a:srgbClr val="FF0000"/>
                </a:solidFill>
              </a:rPr>
              <a:t>finally { </a:t>
            </a:r>
            <a:r>
              <a:rPr lang="en-US" dirty="0" err="1">
                <a:solidFill>
                  <a:srgbClr val="FF0000"/>
                </a:solidFill>
              </a:rPr>
              <a:t>lk.release</a:t>
            </a:r>
            <a:r>
              <a:rPr lang="en-US" dirty="0">
                <a:solidFill>
                  <a:srgbClr val="FF0000"/>
                </a:solidFill>
              </a:rPr>
              <a:t>(); } </a:t>
            </a:r>
            <a:r>
              <a:rPr lang="en-US" dirty="0"/>
              <a:t>} </a:t>
            </a:r>
          </a:p>
          <a:p>
            <a:pPr marL="0" indent="0">
              <a:buNone/>
            </a:pPr>
            <a:r>
              <a:rPr lang="en-US" dirty="0"/>
              <a:t>	// other operations like deposit, etc. </a:t>
            </a:r>
          </a:p>
          <a:p>
            <a:pPr marL="0" indent="0">
              <a:buNone/>
            </a:pPr>
            <a:r>
              <a:rPr lang="en-US" dirty="0"/>
              <a:t>} </a:t>
            </a:r>
          </a:p>
        </p:txBody>
      </p:sp>
      <p:sp>
        <p:nvSpPr>
          <p:cNvPr id="4" name="TextBox 3">
            <a:extLst>
              <a:ext uri="{FF2B5EF4-FFF2-40B4-BE49-F238E27FC236}">
                <a16:creationId xmlns:a16="http://schemas.microsoft.com/office/drawing/2014/main" id="{C44441CF-8A8F-00EF-539B-A42DE40C58E9}"/>
              </a:ext>
            </a:extLst>
          </p:cNvPr>
          <p:cNvSpPr txBox="1"/>
          <p:nvPr/>
        </p:nvSpPr>
        <p:spPr>
          <a:xfrm>
            <a:off x="8585200" y="1690688"/>
            <a:ext cx="3484881"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Should deposit have its own lock object?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getBalance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setBalance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Should they share one?</a:t>
            </a:r>
          </a:p>
        </p:txBody>
      </p:sp>
    </p:spTree>
    <p:extLst>
      <p:ext uri="{BB962C8B-B14F-4D97-AF65-F5344CB8AC3E}">
        <p14:creationId xmlns:p14="http://schemas.microsoft.com/office/powerpoint/2010/main" val="346467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32830</TotalTime>
  <Words>3462</Words>
  <Application>Microsoft Office PowerPoint</Application>
  <PresentationFormat>Widescreen</PresentationFormat>
  <Paragraphs>565</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Cambria Math</vt:lpstr>
      <vt:lpstr>Calibri</vt:lpstr>
      <vt:lpstr>Aptos</vt:lpstr>
      <vt:lpstr>Calibri Light</vt:lpstr>
      <vt:lpstr>Office Theme</vt:lpstr>
      <vt:lpstr>CSE 332 Spring 2026 Lecture 22: Amdahl’s Law and Mutual Exclusion</vt:lpstr>
      <vt:lpstr>Work and Span</vt:lpstr>
      <vt:lpstr>Directed Acyclic Graph (DAG)</vt:lpstr>
      <vt:lpstr>Task Dependency Graph</vt:lpstr>
      <vt:lpstr>Work Law</vt:lpstr>
      <vt:lpstr>Asymptotically Optimal T_P</vt:lpstr>
      <vt:lpstr>More Vocab</vt:lpstr>
      <vt:lpstr>And now for some bad news…</vt:lpstr>
      <vt:lpstr>Amdahl’s Law (mostly bad news)</vt:lpstr>
      <vt:lpstr>Amdahl’s Law Example</vt:lpstr>
      <vt:lpstr>Conclusion</vt:lpstr>
      <vt:lpstr>Memory Sharing With ForkJoin</vt:lpstr>
      <vt:lpstr>Example: Shared Queue</vt:lpstr>
      <vt:lpstr>Shared Queue Interleaving</vt:lpstr>
      <vt:lpstr>Empty Shared Queue</vt:lpstr>
      <vt:lpstr>Thread 1 – first two lines</vt:lpstr>
      <vt:lpstr>Thread 2 – all lines</vt:lpstr>
      <vt:lpstr>Thread 1 – remaining lines</vt:lpstr>
      <vt:lpstr>Interleaving</vt:lpstr>
      <vt:lpstr>Concurrent Programming</vt:lpstr>
      <vt:lpstr>Analogue Example – Data Race</vt:lpstr>
      <vt:lpstr>Analogue Example – With “Mutual Exclusion”</vt:lpstr>
      <vt:lpstr>Bank Account Example</vt:lpstr>
      <vt:lpstr>Bank Account Example - Parallel</vt:lpstr>
      <vt:lpstr>An “OK” Interleaving</vt:lpstr>
      <vt:lpstr>A “Bad” Interleaving</vt:lpstr>
      <vt:lpstr>A Bad Fix</vt:lpstr>
      <vt:lpstr>Avoiding Variables doesn’t work</vt:lpstr>
      <vt:lpstr>What we want – Mutual Exclusion</vt:lpstr>
      <vt:lpstr>A Bad attempt at Mutual Exclusion</vt:lpstr>
      <vt:lpstr>The “Busy Signal” Doesn’t Work</vt:lpstr>
      <vt:lpstr>Solution</vt:lpstr>
      <vt:lpstr>Almost Correct Bank Account Example</vt:lpstr>
      <vt:lpstr>Exceptions End the Method!</vt:lpstr>
      <vt:lpstr>Try…Finally</vt:lpstr>
      <vt:lpstr>Correct (but not Java) Bank Account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345</cp:revision>
  <dcterms:created xsi:type="dcterms:W3CDTF">2023-10-13T16:06:42Z</dcterms:created>
  <dcterms:modified xsi:type="dcterms:W3CDTF">2026-05-18T21:31:24Z</dcterms:modified>
</cp:coreProperties>
</file>