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8"/>
  </p:notesMasterIdLst>
  <p:sldIdLst>
    <p:sldId id="256" r:id="rId2"/>
    <p:sldId id="412" r:id="rId3"/>
    <p:sldId id="415" r:id="rId4"/>
    <p:sldId id="416" r:id="rId5"/>
    <p:sldId id="453" r:id="rId6"/>
    <p:sldId id="417" r:id="rId7"/>
    <p:sldId id="421" r:id="rId8"/>
    <p:sldId id="418" r:id="rId9"/>
    <p:sldId id="423" r:id="rId10"/>
    <p:sldId id="424" r:id="rId11"/>
    <p:sldId id="425" r:id="rId12"/>
    <p:sldId id="426" r:id="rId13"/>
    <p:sldId id="427" r:id="rId14"/>
    <p:sldId id="428" r:id="rId15"/>
    <p:sldId id="429" r:id="rId16"/>
    <p:sldId id="430" r:id="rId17"/>
    <p:sldId id="431" r:id="rId18"/>
    <p:sldId id="432" r:id="rId19"/>
    <p:sldId id="433" r:id="rId20"/>
    <p:sldId id="434" r:id="rId21"/>
    <p:sldId id="435" r:id="rId22"/>
    <p:sldId id="436" r:id="rId23"/>
    <p:sldId id="437" r:id="rId24"/>
    <p:sldId id="438" r:id="rId25"/>
    <p:sldId id="439" r:id="rId26"/>
    <p:sldId id="440" r:id="rId27"/>
    <p:sldId id="441" r:id="rId28"/>
    <p:sldId id="443" r:id="rId29"/>
    <p:sldId id="444" r:id="rId30"/>
    <p:sldId id="445" r:id="rId31"/>
    <p:sldId id="446" r:id="rId32"/>
    <p:sldId id="447" r:id="rId33"/>
    <p:sldId id="448" r:id="rId34"/>
    <p:sldId id="449" r:id="rId35"/>
    <p:sldId id="450" r:id="rId36"/>
    <p:sldId id="451" r:id="rId37"/>
  </p:sldIdLst>
  <p:sldSz cx="12192000" cy="6858000"/>
  <p:notesSz cx="6858000" cy="9144000"/>
  <p:embeddedFontLst>
    <p:embeddedFont>
      <p:font typeface="Cambria Math" panose="02040503050406030204" pitchFamily="18" charset="0"/>
      <p:regular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CB46A9-AC64-2107-0D04-23C3E6A0A637}" name="Sarah Brunelle" initials="SB" userId="S::sarah.bland@TNC.ORG::0841f992-6401-4fcf-8797-7495e84da30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4T20:52:30.976"/>
    </inkml:context>
    <inkml:brush xml:id="br0">
      <inkml:brushProperty name="width" value="0.08819" units="cm"/>
      <inkml:brushProperty name="height" value="0.35278" units="cm"/>
      <inkml:brushProperty name="color" value="#FFFF00"/>
      <inkml:brushProperty name="tip" value="rectangle"/>
      <inkml:brushProperty name="rasterOp" value="maskPen"/>
    </inkml:brush>
  </inkml:definitions>
  <inkml:trace contextRef="#ctx0" brushRef="#br0">25323 10018 0,'0'0'0,"0"0"0,0 0 0,0 0 0,0 9 31,-8 8-31,-1 0 16,1 25 0,-9 43-16,-1 34 0,1 0 31,26 26-31,17 8 15,42 128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4T20:41:54.43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13127 6565 0,'0'0'0</inkml:trace>
  <inkml:trace contextRef="#ctx0" brushRef="#br0" timeOffset="334.06">13434 6047 0,'0'0'0,"0"0"0,0 0 0,0 0 16,0 0-16,0 0 15,0 0 1,0 0-16,-9 8 15,1 18 1,-1 16-16,-8 1 16,9-1-1,8 9-15,0 9 16,0 8 0,0 0-16,0 0 15,8 0 1,1-9-1,-9 10-15,-9 24 16,1 35-16,-18-1 16,18-67-1</inkml:trace>
  <inkml:trace contextRef="#ctx0" brushRef="#br0" timeOffset="39896.35">24777 6395 0,'0'0'0,"0"0"0,0 0 0,0 0 0,-9 9 16,1 16-16,-1 26 15,1 17 1,-9 0-16,0 1 16,8-1-1,1-9 1,8-16-16,0-18 16,0 1-16,0-18 15,0 1 1,0-1-16,0-8 15,0 0 1,0-8 0,17-1-16,0-16 15,0-1 1,8-16-16,1 8 16,0 0-16,-9 8 15,17 9 1,17 0-1,26 9-15,-17 25 16,8 8-16,9 18 16,-18 8-1,10 17 1,-10 25-16,-7-16 0,-10-1 16,-16 1-1,-18-35 1</inkml:trace>
  <inkml:trace contextRef="#ctx0" brushRef="#br0" timeOffset="-49775.7">24675 7637 0,'0'0'0,"0"0"0,0 0 0,0 0 0,0 9 16,0-1-16,0 9 15,0 0-15,0 0 16,0 0 0,0 9-1,0-1-15,0 9 16,0 0 0,0 0-16,0 0 15,0 0 1,0-8-16,0-1 15,0 1-15,0-18 16,0 1 0,0-1-1,0 1-15,0-1 16,0 1 0,0-1-16,0-8 15,0 0 1,0 0-16,0 0 15,0 0 1,0 0-16,0 0 16,0 0-1,0 0-15,0 0 16,0 0 0,0 0-16,0 0 15,0 0 1,0-8-16,0-1 15,17-16 1,17-9-16,0-9 16,9 1-1,8 8-15,0 8 16,9 9 0,-18 0-16,1 9 15,0-1 1,8 9-16,0 0 15,-8 0 1,0 0-16,-18 9 16,1-1-1,-1 1 1,1 8-16,-9 0 16,0 0-16,-8 8 15,-1 9 1,1 0-16,-1 0 15,1 0 1,-1 0 0,-8-8-16,0-1 15,0-8 1,9-8-16,-1-9 16</inkml:trace>
  <inkml:trace contextRef="#ctx0" brushRef="#br0" timeOffset="29558.78">14433 7637 0,'0'0'16,"0"0"-16,0 0 0,8 26 0,1 16 0,-1 26 0,-16 60 0,-9 25 15,-9 0 1,0 8-16,1 26 15,-9 120 1</inkml:trace>
  <inkml:trace contextRef="#ctx0" brushRef="#br0" timeOffset="138082.11">15295 8751 0,'0'0'0,"0"0"0,0 0 0,0 17 16,8 0-16,1 17 15,-1 9 1,1 25 0,-18 8-16,-16 18 0,-10-26 31,18-17-31,0-9 16,0-16-16,9-1 15,8-16 1,0-1-16,0 1 15,0-1-15,0-8 32,0 0-32,0 0 15,8-8 1,26-9-16,9-9 16,0-16-16,8-1 15,0-16 1,9 8-1,-17 8-15,-9 9 16,17 0 0,9 17-16,17 9 15,-18 8-15,-16 17 16,0 8-16,-1 26 16,1 26-1,-17-1 1,-18 9-1,1 0-15,-18-8 16,1 0 0,-1-18-16,9-33 15</inkml:trace>
  <inkml:trace contextRef="#ctx0" brushRef="#br0" timeOffset="141894.07">24948 8896 0,'0'0'0,"0"0"0,0 0 0,0 0 15,0 0 1,0 0-16,-9 0 16,1 8-1,-1 9 1,1 9-16,-1 25 16,-8 42-16,8 18 15,-25 16 1,17-59-16</inkml:trace>
  <inkml:trace contextRef="#ctx0" brushRef="#br0" timeOffset="209671.17">24487 11387 0,'0'0'0,"0"-34"0,42-127 16,44-1-16,-1 94 15,-8 0 1,0-25-16,-17-9 16,-26-9-1,-9 35-15,-8 24 0,-8 18 31,-1 26-31</inkml:trace>
  <inkml:trace contextRef="#ctx0" brushRef="#br0" timeOffset="210542.08">25118 9925 0,'0'0'0,"0"8"0,17 9 16,-8 0-16,-1 0 15,1 0 1,0 0-1,-1-8-15,1-1 16,-1 1-16,-8-9 16,0 0-1,0 8-15,0-8 32,0 9-32,0-1 15,0 9-15,0 0 16,0 0-16,0 17 15,9 0 1,-1 9 0,1 8-16,-1 17 15,-16 0 1,-1 9 0,1-1-16,-1-16 15,1-9 1,8-26-16,0-8 15,0-8 1,0-1-16,0-8 16,0-25-1,25-52-15,9-42 16,18-34 0,-10 8-16,-8 43 15,-8 43 1,-17 16-16,-1 9 15,1 17 1,-9 0-16,0 17 16,0 0-1,0 0-15,-9 9 16,-8 33 0,-34 69-16,-17 33 15,16-25-15,18-42 16,17-34-1,9-18 1,-1-8-16,9-8 16,0-9-1,0 0-15,0 0 16,-9 0-16,-8-26 16,-8-42-1,8-26 1,8 1-1,18 8-15,8-9 0,8 18 16,-8 16 0,-8 26-16,0 17 15,-1 0 1,-8 17 0,-8 34-16,-10 68 15,-24 60-15,-1-1 16,26-59-1,9-33-15,8-44 16</inkml:trace>
  <inkml:trace contextRef="#ctx0" brushRef="#br0" timeOffset="212574.27">25357 10537 0,'0'-8'0,"26"-9"0,8-17 16,9-9-16,-18 9 15,1 8 1,-9 9-1,-8 9-15,-35 8 16,-51 25 0,-85 18-16,-34 25 15,16 9 1,18-18-16,43-16 16,42-18-1,43-16-15,25-1 0,18-8 31,59 9-31,103-18 16,51-16 0,-17-26-16,-1-9 15,-33 9 1,-68 0-16,-35 8 16,-34 9-1,-26 17-15,-8 0 16,-68 0-1,-120 26-15,-110 50 16,16 27 0,35-10-16,25 1 15,94-18 1,59-16-16,44-18 16,25 1-1,77 8-15,119-34 16,128-51-1,-8-34-15,-34-9 16,-35 1-16,-110 7 16,-43 10-1,-43 33-15,-34 26 16,-26-8 0,-59 8-16,-171 34 15,-136 59 1,50 18-1,35 0-15,51-9 16,120-34 0,59-17-16,34-9 15,18-16-15,76-9 16,103-26 0,59-42-1,9-42-15,-26-1 16,-59 0-1,-34 26-15,-52 34 16,-34 26-16,-26 8 16,-42 8-1,-153 26-15,-112 68 16,-17 34 0,51-8-1,95-26-15,67-42 16,52-18-1,43-16-15,50-1 16,155-33 0,101-43-16,10-9 15,-52 0-15,-60 9 16,-51 17 0,-94 34-1,-25 9 1,-35 8-16,-76 34 15,-60 25-15,-26 26 16,60-16 0,86-44-16</inkml:trace>
  <inkml:trace contextRef="#ctx0" brushRef="#br0" timeOffset="213493.76">27670 9780 0,'0'0'0,"0"0"0,-8 0 16,-1 9 0,9-1-16,0 1 0,0-1 31,0 1-31,-8-1 15,8 1-15,0-1 16,0 1-16,0-1 31,-9 1-31,9-1 16,-8 9 0,-1 0-16,1 17 15,-1 0 1,0 0-16,1 17 15,-9 17-15,0-8 16,8-1 0,9-16-1,0-9-15,0 0 16,0-9-16,0 1 16,0-1-1,0 1-15,0-9 16,0-8-1,0-1 1,0 1-16,0-9 16,0 0-1,0 0-15,0 0 16,0 0 0</inkml:trace>
  <inkml:trace contextRef="#ctx0" brushRef="#br0" timeOffset="-196181.17">14142 9780 0,'0'0'0,"-8"0"0,-1 0 0,1 0 0,-1 0 16,1 0-1,-1 0 1,1 0-16,8 0 16,0 0-1,-9 0-15,1 17 16,-1 0 0,1 17-16,-1 9 15,0 25-15,1 25 16,-9 9-1,8 0-15,1-17 16,-9-8 0,8-17-1,1-18-15,8-16 16,0-9-16,0-9 16,0 1-1,0-1-15,0-8 0,0 0 16,0-17 15,8-25-31,9-18 16,9-25-1,34 0-15,25 0 16,-17 25 0,-17 18-16,1 8 15,-1 0 1,9 0-16,-1 8 15,35 1 1,-8-1-16,-18 18 16,-8 8-1,-18 0-15,1 17 16,0 25 0,-1 18-16,-8 33 15,-8 26 1,-17-25-16,-1-18 15,-16 1 1,-1-17-16,-8 8 16,8-26-1</inkml:trace>
  <inkml:trace contextRef="#ctx0" brushRef="#br0" timeOffset="-157136.63">13878 11217 0,'0'0'0,"0"0"0,0 0 0,-51 409 0,51-341 16,0-26-1,0 1-15,0-18 16,0-16-16,0-1 16,0-8-1,0-8-15,25-43 16,26-51 0,1-26-16,7-8 15,10 8 1,-1 9-1,-17 43-15,-17 33 16,-8 9 0,0 17-16,-9 0 15,0 9-15,17 8 32,0 17-32,0 25 15,9 18-15,-9 50 16,0 26-1,-17-16-15,-8-18 16,-1-9 0,-8-25-16,0-17 15,0-17-15,9-17 16</inkml:trace>
  <inkml:trace contextRef="#ctx0" brushRef="#br0" timeOffset="-150757.47">14390 12604 0,'-9'0'16,"-16"25"-16,-43 18 0,-9 16 0,17-16 0,17-1 31,9 18-31,9 16 16,16-8-16,26 0 15,60 0 1,59-34-16,69-59 16,17-43-1,-34-26-15,-34-33 16,-52 8-1,-42 25-15,-43 26 16,-34 0 0,-60 0-16,-111 0 15,-42 34 1,33 25-16,1 18 16,-103 25-1</inkml:trace>
  <inkml:trace contextRef="#ctx0" brushRef="#br0" timeOffset="-150325.76">14381 13029 0,'0'0'0,"0"0"0,0 0 15,0 0 1,0 0-16,0 0 16,-8 8-1,-69 35 1,-51 42-16,17 17 16,-8 9-1,-9 16 1,8-33-16,69-35 15,34-33 1</inkml:trace>
  <inkml:trace contextRef="#ctx0" brushRef="#br0" timeOffset="-149927.54">13519 13777 0,'0'0'0,"0"0"16,-8 0-1,-1 26 1,-25 16-16,-17 43 15,-9 26 1,0-1-16,18-16 16,33-26-16,9-17 15,26-25 1,51-26 0,68-51-16,25-52 15,-50-16 1,-43 0-16,-35 9 0,-33 16 31,-26 9-31,-68 17 16,25 43-1</inkml:trace>
  <inkml:trace contextRef="#ctx0" brushRef="#br0" timeOffset="-149545.89">13280 14492 0,'0'0'0,"0"0"0,0 0 16,-8 0-1,-18 17 1,-59 34-1,-26 25-15,-9 18 16,-50 33 0,8-8-16,110-76 15</inkml:trace>
  <inkml:trace contextRef="#ctx0" brushRef="#br0" timeOffset="-149116.05">12265 15180 0,'0'0'0,"-9"9"0,-33 16 15,-27 27 1,9-10-16,26-16 16,17-1-1,26 9 1,25 9-16,26-1 16,25-8-16,43-17 15,17-17 1,-51-17-16,0-17 15,-9-17 1,-25-17-16,-17-17 16,-18-9-1,-16 1 1,-18 8-16,-25 25 16,-68 9-1,-43 34-15,-128 34 16</inkml:trace>
  <inkml:trace contextRef="#ctx0" brushRef="#br0" timeOffset="-148750.01">12214 15614 0,'0'0'0,"0"0"0,0 0 15,0 0-15,-35 17 16,-59 34 0,-16 17-1,-1 17-15,-26 17 16,-8 9 0,60-43-1,68-51-15</inkml:trace>
  <inkml:trace contextRef="#ctx0" brushRef="#br0" timeOffset="-148337.08">10925 16031 0,'0'0'16,"-9"0"-16,-25 25 0,-17 26 16,-9 43-1,0 8 1,18 17-16,25 0 15,34-8-15,25-35 16,78-33 0,42-35-1,0-50-15,17-35 16,-42-8-16,-52 0 16,-16-34-1,-27-25 1,-59-27-16,-60-135 0</inkml:trace>
  <inkml:trace contextRef="#ctx0" brushRef="#br0" timeOffset="-147921.28">10592 16099 0,'0'0'0,"0"0"0,0 0 16,-26 8-16,-51 26 16,-34 35-1,-8 16-15,-26 25 16,-26 1-1,35-9-15,16-34 16,60-43 0</inkml:trace>
  <inkml:trace contextRef="#ctx0" brushRef="#br0" timeOffset="-147548.34">9115 16533 0,'-17'17'0,"-25"51"0,-10 51 16,18-9 0,26-16-16,25-35 15,34-16-15,77-26 16,34-26-16,-34-25 16,-17-17-1,-26 0-15,-33 17 31,-35 17-31,-17-17 16,-26-8 0,-102-1-16,-171-25 15</inkml:trace>
  <inkml:trace contextRef="#ctx0" brushRef="#br0" timeOffset="-126415.77">26458 11328 0,'0'0'0,"0"0"0,0 0 0,0 0 16,0 0 0,0 0-16,0 0 15,0 0-15,-8 0 16,-9 17-1,-9 25-15,-8 18 16,0 17 0,17-1-1,0-16-15,8-26 16,9-9 0,0-16-16,0-1 15,0-8 1,26-17-16,25-34 15,34-25 1,43-35-16,-25 17 0,-35 18 16,-8 25-1,-18 17 1,-16 17 0,0 0-16,8 17 15,26 17 1,16 17-16,-16 17 15,-17 17-15,-26 26 16,-26 16 0,-25 26-16,17-25 15,17-69 1</inkml:trace>
  <inkml:trace contextRef="#ctx0" brushRef="#br0" timeOffset="-123981.3">25878 13080 0,'0'0'0,"0"0"0,-9 0 0,-8-17 15,-17-9-15,-60-25 16,-51 0-1,17 17-15,-34 17 16,0 9 0,34 25-1,25 25-15,18 18 16,25 16 0,26 9-16,26 0 15,42 0 1,51 1-16,35-27 15,33-25-15,35-42 16,25-52 0,-42-33-1,-34-18-15,-35 0 16,-42 18 0,-43 16-16,-17 9 15,0 43 1</inkml:trace>
  <inkml:trace contextRef="#ctx0" brushRef="#br0" timeOffset="-123703.03">25921 13650 0,'0'0'0,"0"0"0,0 0 31,17 8-31,51 18 16,26 8 0,-9 0-16,9 17 15,-9 8 1,35 43-16,-1 9 15,-33-18 1,-35-42-16</inkml:trace>
  <inkml:trace contextRef="#ctx0" brushRef="#br0" timeOffset="-123303.04">27602 13981 0,'0'0'0,"0"0"0,-9 0 16,-33 0-16,-61 34 15,-42 17 1,9 17-16,8 0 0,34 18 31,34-10-31,17 9 16,35 9-1,25-26-15,26-17 16,51-26 0,51-33-16,-9-52 0,-16-25 31,-35-8-31,-34-9 15,-17-9 1,-17 17-16,-34 52 16,9 25-16</inkml:trace>
  <inkml:trace contextRef="#ctx0" brushRef="#br0" timeOffset="-123019.31">27781 14772 0,'0'0'0,"0"0"0,0 0 0,9 0 15,16 9 1,35 16 0,8 18-16,1 16 15,16 35 1,-17-18-16,-42-42 16</inkml:trace>
  <inkml:trace contextRef="#ctx0" brushRef="#br0" timeOffset="-122626.72">29036 15002 0,'0'0'0,"0"0"0,-9-9 0,-25 1 16,-43 8-1,-16 17 1,-1 34-16,0 34 16,34-9-16,17 10 15,26-10 1,34-16-1,35-1-15,50-16 16,35-35-16,-18-25 16,-8-25-16,-26-26 15,-8-26 1,-26-8 0,-34 59-1</inkml:trace>
  <inkml:trace contextRef="#ctx0" brushRef="#br0" timeOffset="-122372.62">29130 15895 0,'0'0'0,"0"0"0,34 0 16,51 17-1,35 0-15,8 0 16,8 0 0,1 17-1,-35 0-15,-59-9 0</inkml:trace>
  <inkml:trace contextRef="#ctx0" brushRef="#br0" timeOffset="-121972.42">30470 16167 0,'-9'0'0,"-25"8"0,-51 27 16,-43 24-16,-9 9 15,26-8 1,51-1-16,35 1 15,16 16 1,43 9-16,26-8 16,26-26-1,16-34-15,17-34 16,1-26 0,-35-25-1,-8-25-15,-34-26 16,-35 51-1</inkml:trace>
  <inkml:trace contextRef="#ctx0" brushRef="#br0" timeOffset="-121594.51">31007 16762 0,'0'0'0,"0"0"16,0 0-16,0 0 16,18 17-16,7 0 15,9 0 1,17 17-16,1 0 16,25 9-1,8 8-15,-17-9 16,-42-16-1</inkml:trace>
  <inkml:trace contextRef="#ctx0" brushRef="#br0" timeOffset="-121231.36">32117 17102 0,'-9'0'0,"-16"0"0,-69 17 15,-34 0 1,-26 35 0,9 7-16,77 1 0,34-9 31,42 0-31,44 17 15,59 8-15,42-16 16,-16-43-16,-35-9 16,-34-16-16,-25-26 31,-9-26-15,-34-50-16,-60-60 0,-76-111 15</inkml:trace>
  <inkml:trace contextRef="#ctx0" brushRef="#br0" timeOffset="-113217.16">25298 13054 0,'0'0'16,"0"9"-16,0 25 0,0 25 15,0 9 1,0 17-16,8 9 16,1 8-1,-1-8-15,1-26 16,-9-34-1,0-9-15,0-16 32,0-26-32,8-94 0,26-101 15,35-10 1,16 27-16,-8 33 16,-34 60-16,-18 60 15,-16 16 1,-1 9-1,1 34-15,-129 281 16,-59 255 0,68-86-1,43-118-15,42-145 16,35-102 0,33-59-16,103-43 15,103-102-15,42-119 16,-34-1-16,-42 10 15,-10 16 1,-76 103 0,-51 50-1,-34 35-15,-9 84 16,-34 247 0,-60 196-1,-59-9-15,8-101 16,77-146-16,76-84 15,61-77 1,119-119-16,111-128 16,85-127-1,0-9-15,-102 35 16,8 8-16,-59 110 16,-77 86-1,-52 50 1,-68 103-16,-16 229 15,-95 128 1,-60-9-16,44-34 16,67-136-1,78-76-15,42-69 16,68-84 0,86-94-16,50-111 15,1 1 1,-25 8-1,-44 8-15,-76 60 16,-43 60-16,-51 59 16,-26 110-1,-68 145-15,-94 111 16,-17-94-16,43-110 16,25-52-1,26-109 1,17-35-16</inkml:trace>
  <inkml:trace contextRef="#ctx0" brushRef="#br0" timeOffset="-112518.54">24094 13258 0,'0'0'0,"0"0"0,-25 0 16,-44 9 0,-25 16-16,0 27 15,9 16 1,25 0-16,18-9 16,33-16-1,18-1-15,50-25 16,104-34-1,50-59-15,9-52 16,-43 9 0,-68 25-16,-51 18 15,-35 33 1,-16 18-16,-9 16 16</inkml:trace>
  <inkml:trace contextRef="#ctx0" brushRef="#br0" timeOffset="-112164.81">23727 14075 0,'0'0'0,"0"0"0,0 0 16,-8-9-16,-1 1 16,-8-1-1,-26 18-15,-68 25 16,-25 25-1,8 35-15,-26 34 16,9-18 0,77-59-16</inkml:trace>
  <inkml:trace contextRef="#ctx0" brushRef="#br0" timeOffset="-111800.78">22865 14381 0,'0'0'0,"0"0"0,-8 0 0,-18 9 16,-34 25-1,-25 42-15,0 26 16,-1 17 0,9 9-16,26-18 15,43-25 1,16-17-16,26-25 16,26-18-1,60-42-15,33-59 16,-33-18-1,-35-8 1,-34-8-16,-17 16 16,-34 26-1,0 43-15</inkml:trace>
  <inkml:trace contextRef="#ctx0" brushRef="#br0" timeOffset="-111493.34">22490 15078 0,'0'0'0,"0"0"0,-9 0 16,-51 9-16,-34 16 16,1 18-1,-27 25-15,-17 0 16,1 9 0,25 8-16,34-17 15,52-34-15</inkml:trace>
  <inkml:trace contextRef="#ctx0" brushRef="#br0" timeOffset="-111127.23">21167 15640 0,'-9'8'0,"-8"26"0,-26 51 16,9 17-16,9-8 15,25-35 1,25-8-16,52-34 15,60-34 1,33-51-16,27-51 16,-44 9-1,-93 42 1,-34 34 0,-35-9-16,1 26 0</inkml:trace>
  <inkml:trace contextRef="#ctx0" brushRef="#br0" timeOffset="-110691.83">20586 16073 0,'0'0'0,"0"0"0,-8 0 15,-1 0-15,1 0 16,-1 9 0,-16 16-16,-1 35 15,0 17 1,9 8-16,0 0 15,17 0 1,0-17-16,9-43 16</inkml:trace>
  <inkml:trace contextRef="#ctx0" brushRef="#br0" timeOffset="-109778.56">19938 16796 0,'0'0'16,"0"0"-16,0 0 0,-9 0 15,1 0 1,-1 0-1,-8 9-15,0 8 16,0 0 0,17 8-16,8 1 0,9-18 31,26-8-31,51-17 16,0-17-16,-34-8 15,-18-1 1,-16 1-16,-9-1 15,-26-16 1,-50 8 0,-35 8-16,-68 43 15,-146 43 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4T20:57:40.06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4216 10384 0,'0'0'0,"0"8"0,9 9 0,25 273 0,-34-205 0,0 8 0,0-16 16,0-26-16,0-9 15,8-16 1,1-1-16,8-8 16,26 0-1,25-8-15,0-18 16,26-8-1,-8 0-15,33-8 16,18-1 0,-18 9-16,-8 0 15,17 9 1,26-1-16,-9 9 16,-17 0-1,25 9-15,27 8 16,-44 0-16,35 0 15,8-9 1,-17 9 0,0-8-16,18-9 15,-1 0 1,-17-9-16,17 9 16,9 0-1,-51-8-15,33 8 16,10 8-16,-52 1 15,8 8 1,26 0 0,-8-9-16,-17 1 15,16-9-15,9 8 32,-34-8-32,0-8 15,17-1-15,9 1 16,-34-9-1,-9 0 1,8-9-16,18 9 16,-26 0-16,-26 9 15,0-1 1,-25 9-16,0 0 16,-9 0-1,0 0-15,-17 0 16,-8 0-1,-18 0-15,1 0 16,0 0 0,-9 0-1,0 0-15,0 0 16,-9-8 0,-8-35-16,-9-25 15,9-68-15,9-170 16</inkml:trace>
  <inkml:trace contextRef="#ctx0" brushRef="#br0" timeOffset="15454.05">10831 11421 0,'0'0'0,"0"0"0,-9 9 16,9 0-16,-8-9 31,8 8-31,-9-8 0,9 9 16,-8-9 15,-1 8-31,1 9 16,-9 9-1,-18 42-15,1 25 16,9 9-1,8 9-15,17-9 16,0-17 0,17-17-16,0-26 15,-9-8 1,9-8-16,9-1 16,51 1-1,8-18-15,0 1 16,9-18-1,34-8-15,43-8 16,8-18 0,52 1-16,-9-1 15,-52 9 1,35 9-16,26 16 16,-27 1-1,18 16-15,-25 9 16,42 9-1,0 8-15,0 8 16,-9 1 0,-76-9-16,33 17 15,1 0-15,-68-8 16,-26-18 0,-35 1-1,1-9-15,-17-9 16,-18 1-1,1-9-15,0-9 16,16-25 0,18-26-16,8-42 15,1-59-15,50-137 16</inkml:trace>
  <inkml:trace contextRef="#ctx0" brushRef="#br0" timeOffset="25861.21">22165 14398 0,'0'0'0,"-8"0"0,-9 17 0,-9 0 16,-17 26-1,-16 16 1,-10 26-16,-7 9 16,7-1-1,10 1-15,7 25 16,10-17 0,-1-17-16,0 0 15,26-42-15</inkml:trace>
  <inkml:trace contextRef="#ctx0" brushRef="#br0" timeOffset="26558.18">21542 15538 0,'0'0'0,"0"0"0,0 0 15,0 0 1,0 0-16,0 0 15,0 0-15,0 0 16,0 0 0,0 0-16,0 0 15,-8-9 1,-9 1 0,-35 8-16,-50 0 15,-26 25-15,0 26 0,-26 34 31,-8 0-15,51-8-16,26-18 16,8 1-1,34-9-15,18 8 16,16 26 0,26 1-16,60 7 15,51-8 1,26-17-16,59-17 15,9-17 1,-34-34-16,8-17 16,-34-34-1,-25-25-15,-35-35 16,-33-8 0,-35 17-1,-26-26-15,-50-16 16,-121-18-16,-84 26 15,-95 68-15,18 60 16,0 33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4T20:59:18.66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9781 6480 0,'0'0'0,"9"0"0,25 0 0,1493 43 0,-1100-18 0,0-16 0,-43-26 16</inkml:trace>
  <inkml:trace contextRef="#ctx0" brushRef="#br0" timeOffset="1682.43">3918 7110 0,'0'0'0,"0"0"0,-9 0 16,0 8 0,1 1-16,-1 8 15,1 0 1,-1 8-16,1 18 16,-1 16-16,-8 18 31,0 16-31,0 1 15,9-26-15,-1 0 16,0 0-16,1-17 31,-1-8-31,9-18 16,0-8 0,0 0-16,26 0 15,25 0 1,9-8-16,42-18 15,26-16-15,26-9 16,25 0 0,-17 0-1,18 0-15,-1 17 16,-17 17-16,17 8 16,9 9-1,-43 9-15,9 8 16,-9 8-1,-17 9 1,-17-8-16,-17-1 16,-17 1-16,-9-18 15,-17-16 1,-25-1 0,-1 1-16,-16-9 15,-1-9 1,1-25-16,-26-42 15,8 16-15</inkml:trace>
  <inkml:trace contextRef="#ctx0" brushRef="#br0" timeOffset="9871.19">14970 8555 0,'-8'-8'0,"-9"-9"0,-26-34 15,-17 0-15,-8-9 0,-9-16 32,-8-9-32,-9 8 15,-17-8 1,-17 9-16,17 16 0,9 18 15,25 8 1,26 17 0,8 17-16,-8 8 31,-26 18-31,-8 42 16,16 68-16,9 59 0,26 69 31,17 34-31,17 25 15,0 42 1,9-50 0,-9 17-16,-9 8 0,9-25 31,-8 25-31,-1-25 0,-8 8 31,-8-9-31,-10-33 16,-7 34-1,-9-9-15,8-26 16,0-16 0,-34 25-16,-8-17 15,8-8 1,0-9-16,1-17 16,7 17-1,27-50-15,-10 7 16,10 1-1,16-26-15,9 0 16,9-42 0,25-26-16,-9-26 15,1-16 1,-1-1-16,1-16 16,-1-9-16,1-9 15,-1 1 1,1-18-16,-1 1 15,9-1 1,26 1-16,34 8 16,68 8-1,85 26-15,61-17 16,59 1 0</inkml:trace>
  <inkml:trace contextRef="#ctx0" brushRef="#br0" timeOffset="35908.87">15747 8088 0,'0'0'0,"0"0"0,0 0 16,0 0 0,-9 0-16,1 0 15,8 0-15,-9 0 16,1 0 0,-18 25-16,1 18 15,-18 42 1,0 34-1,9 17-15,9 0 16,7 26 0,1-1-16,9 1 15,-1 33-15,1 18 16,-9 25 0,8 17-1,1 9-15,-26 25 16,-26 9-16,0-9 15,0-8 1,18 8-16,7 0 16,10-43-1,-9-24-15,8-44 16,-8-8 0,17-34-16,0-25 15,8-26 1,1-26-16,-1-8 15,9-8 1,0-17 0,0-1-16,0-16 15,0-9 1,0 0-16</inkml:trace>
  <inkml:trace contextRef="#ctx0" brushRef="#br0" timeOffset="36137.03">14578 12850 0,'0'0'16,"-9"26"-16,1 67 0,8 52 15,0 8 1,0 0-16,8 0 15,9 0 1,26-8-16,17-35 16,-1-25-16,1-34 15,8-17 1,69-42-16,85-111 16,77-94-1</inkml:trace>
  <inkml:trace contextRef="#ctx0" brushRef="#br0" timeOffset="76796.24">26561 7382 0,'0'0'0,"0"0"0,0 0 0,0 0 0,0 0 16,0 0-1,0-9-15,34-16 16,17-26-1,9-9-15,0-8 16,-9 26 0,-26 8-16,1 17 15,-17 0 1,-1 17-16,1 8 16,-1 18-1,1 33 1,-18 35-16,1 33 15,-9 18 1,-1-17-16,10-26 16,-1-26-1,9-25-15,0-8 16,0-18-16,0 1 16,0-18-1,0 1-15</inkml:trace>
  <inkml:trace contextRef="#ctx0" brushRef="#br0" timeOffset="76985.63">26185 8037 0,'0'0'0,"0"0"0,0 0 15,26 25 1,42 26-1,52 26 1,42-1-16,26-16 16,25-9-1,128 8-15</inkml:trace>
  <inkml:trace contextRef="#ctx0" brushRef="#br0" timeOffset="80525.06">17975 9465 0,'0'0'0,"0"0"0,0 0 15,0 0 1,25 9-16,18-9 16,25 0-16,43-9 15,34 9 1,26 9-16,-35 8 16,-25 0-1,-8 17 1,-26 9-16,-35 16 15,-33 52 1,-52 50-16,-85 35 16,-34-9-16,-9-51 31,18-34-31,25-34 0,25-25 16,26-18-1,35-16 1,16-9-1,26-9-15,9-8 16,25-17-16,51-34 16,52-8-1,50-1 1,35 17-16,34 43 16,35 34-16,76 26 0</inkml:trace>
  <inkml:trace contextRef="#ctx0" brushRef="#br0" timeOffset="85820.85">16396 10962 0,'0'0'0,"8"17"0,1 0 16,-18 17-16,-8 26 15,-26 25-15,-16 17 16,-10-9-16,1-7 15,-9-1-15,-8-9 32,-9 1-32,26-9 15,25-17 1,18-9-16,7 1 0,18-18 16,9 1-1,42 8 1,52 0-16,16-17 15,35-26 1,8 1 0,-51-9-16,-17 0 0,-17 0 15,-18 0 1,-16 0-16,-17 8 31,-18 9-15,1 0-16,-9 0 0,0-17 31,0 9-31</inkml:trace>
  <inkml:trace contextRef="#ctx0" brushRef="#br0" timeOffset="86042.04">16891 11166 0,'0'0'0,"-9"9"0,-8 67 16,-26 69-16,1 68 15,-10 50 1,-16 18-16,0-9 16,17-42-1,-18 84 1</inkml:trace>
  <inkml:trace contextRef="#ctx0" brushRef="#br0" timeOffset="97828.02">14083 15283 0,'0'0'0,"0"0"0,0 0 16,0 0-16,0 0 15,-9 0 1,1 0-16,-27 0 15,-7 0 1,-27-9-16,-33 9 16,-9 17-1,26 17-15,8-8 16,34-18 0,18 1-1,8-1-15,8 1 16,9-9-1,0 8-15,51 26 16,43 17 0,17 17-16,-8 17 15,-35 0-15,-17 9 16,-17-9 0,-25-9-1,-9 18-15,-26-1 16,-34 10-1,-16-27-15,7-25 16,27-25 0,16-18-16,9 1 15,17-26-15,8-43 16,35-50 0,34-52-16,25-34 15,-16 18 1,-18 33-1,0 1-15,1 8 16,-10 16 0,-33 78-16</inkml:trace>
  <inkml:trace contextRef="#ctx0" brushRef="#br0" timeOffset="116210.67">10302 10052 0,'-9'9'0,"1"25"0,-9 25 16,-9 18-16,0 33 16,1 27-1,-18 50-15,0 25 16,9-8-16,0-8 31,17 0-31,0-26 16,-9-26-1,-8-25-15,0-25 16,17-43 0,0-17-16,17-9 15,0-16-15,8-1 16,18-25-1,51-51 1,34-42-16,60-26 0,-1 25 31,-59 52-31,-17 16 0,34 26 16,-8 26 0,-44 33-1,-16 18 1,0 42-16,-17 8 15,-18 1 1,-8-9-16,0-17 16,-8-51-16</inkml:trace>
  <inkml:trace contextRef="#ctx0" brushRef="#br0" timeOffset="126560.18">8194 12459 0,'0'0'0,"0"0"0,0 0 31,0 0-31,0 0 16,0 0 0,0 0-16,17-8 15,17-1 1,8 1-1,35 8-15,26 8 16,42 1 0,-9-1-16,-25 18 15,-17 8-15,-17 0 16,-9 34 0,1 25-1,-44 43-15,-33 51 16,-27 0-16,-33-25 15,-17 8 1,-26-17-16,0-34 16,34-42-1,9-43-15,17-9 16,16-16 0,1-18-16,9-8 15,8-17 1,0-8-16,17 8 15,0-9 1,17 9-16,8 9 16,9 8-1,60 34 1,60 34-16,51 25 16,51 26-16,34-8 15,-17-35 1,77 1-1</inkml:trace>
  <inkml:trace contextRef="#ctx0" brushRef="#br0" timeOffset="145026.71">8176 13395 0,'0'0'0,"0"0"0,-8 8 15,-1 26 1,-16 17-16,-9 43 16,-35 42-1,1 8-15,8-8 16,1 9 0,-1-18-16,17-41 15,26-18-15,17-17 16,17 0-1,17 8 1,26 9-16,8 0 16,86 17-1,8-8-15,-42-26 16,67 0-16,10-9 16,-35-8-1,77-8 1,0-9-16,-60 0 15,17-9 1,-25-16-16,-43-1 16,26-16-1,-9-18-15,-34-25 16,-9-25-16,-16-35 16,-27-50-1,-16-77 1,-9-103-16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4T21:01:48.05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5497 5655 0,'0'0'0,"-9"0"15,0-8-15,-8 8 0,-8 0 0,-1 0 32,-25 0-32,-34 0 15,-43 17 1,-35 25-16,18 18 15,-25 25 1,-1 26-16,43-9 0,8 0 31,52-17-31,17-9 16,17 1 0,0 8-1,25-9-15,18 1 0,25 8 16,34 9-1,52 33 1,42 9-16,0-34 16,60 0-1,34-25-15,43-26 0,50-17 32,-33-26-32,-8 1 15,-1-26 1,9-17-16,-1-9 15,-33-16 1,-26-18 0,-43-25-16,-42 0 15,-51 17-15,-35-8 16,-25-9 0,-26-9-1,-34 0-15,-34 9 16,-94-34-1,-86-25-15,-93 25 16,-103 25-16,35 69 16,-52 50-1,-111 43 1,1 77-16,-27 42 16,-50 25-16,213-59 15</inkml:trace>
  <inkml:trace contextRef="#ctx0" brushRef="#br0" timeOffset="15230.04">4703 8011 0,'0'0'0,"0"0"16,0 0-16,0 0 15,-9 9 1,1 8-16,-1 8 15,-8 26-15,-9 0 0,1 0 32,8 9-17,0-18-15,8-8 16,9-8 0,0-1-16,0-16 15,0-1 1,0 1-16,9-1 15,8 9 1,17 0-16,9 0 16,25 0-1,43 0-15,-9 9 16,-8-18-16,0 1 16,51-9-1,9 8 1,-35 1-16,9-9 15,34 0 1,1 9 0,-61-9-16,-17 8 0,-16-8 15,-27 9 1,1-1-16,-17 1 16,-1-1-1,-8 1-15,-8-1 31,-1-8-31,1 0 16,-1 0-16,-8 0 16,0 0-16,0-17 15,0-43 1,-8-76 0,-26-161-16</inkml:trace>
  <inkml:trace contextRef="#ctx0" brushRef="#br0" timeOffset="31665.59">6068 9270 0,'0'0'0,"0"0"0,-8 0 15,8 8 1,0-8-16,0 0 31,0 0-31,0 0 16,0 0-16,0 0 15,0 0 1,0 17-16,17 17 0,0 9 31,9-1-31,-9-16 16,-9-1 0,1 1-16,-1-9 15,1-9 1,-1 1-16,-8 0 15,9-1 1,-1 1-16,1-1 16,-1 1-16,10-1 15,-1 1 1,0-1 0,0-8-16,8 9 0,18-9 31,59 0-31,9 8 15,-25-8 1,-9 9-16,-18-1 16,-16 1-1,-17-9-15,-1 0 16,-16 0 0,-1 0-16,1 0 15,-1 0 1,-8 0-16,9 0 15,-9 0-15,0 0 16,0 0 0,0 0-1,0 0-15,0 0 16,0 0 0,0-9-16,8-8 15,1-25 1,-1-44-16,18-24 15,-9 59 1</inkml:trace>
  <inkml:trace contextRef="#ctx0" brushRef="#br0" timeOffset="39220.8">9337 10316 0,'0'0'0,"0"0"0,0 0 15,0 0-15,-8 8 16,8 1 0,0-9-1,0 0 1,25-9-16,18-8 16,34-8-1,76-18 1,10 9-16,-18 17 0,34 9 15,9 8-15,-9 8 32,26 9-32,119 17 15</inkml:trace>
  <inkml:trace contextRef="#ctx0" brushRef="#br0" timeOffset="40181.53">15841 9780 0,'0'0'0,"0"0"0,0 0 16,0 0 0</inkml:trace>
  <inkml:trace contextRef="#ctx0" brushRef="#br0" timeOffset="40866.83">15747 9780 0,'0'0'0,"0"0"0,0 9 0,-9 25 16,-8 25 0,0 1-1,0-1 1,0-16 0,9-9-16,-1 8 15,1 9-15,-18 17 16,0-8-1,1-1-15,-1 1 16,9 0 0,0-18-1,8-16-15,1-1 0,8-8 16,0-8 0,0 8-16,17 0 31,26 0-31,59 8 15,26-16-15,-17-9 16,-9-9 0,27 1-16,7 8 15,-34 0-15,-8 0 16,17 8 0,34 9-1,9-8-15,-43 8 16,34 8-16,34 1 15,-8-1-15,-43 9 32,-17-8-17,17-1-15,-8-16 16,-18-1 0,-17 1-16,-8-9 15,17-9 1,0-16-16,-34 8 15,-26 0 1,-9 8-16,1-16 16,-9-9-1,9-51-15,-1-68 16,1-18 0,-1-24-16,1-137 15</inkml:trace>
  <inkml:trace contextRef="#ctx0" brushRef="#br0" timeOffset="42958.99">13784 9789 0,'0'0'0,"0"0"0,0 0 16,0 0 0,0 0-16,0 0 15,0 0-15,0 17 16,0 8 0,-9 18-1,-8 33-15,-34 26 16,-17 9-1,17-18-15,16-25 16,18-25-16,0-9 16,17-9-1,0 1-15,9-9 16,42 9 0,9-1-1,0-16-15,8-1 16,-8-8-1,-9 0-15,-9 0 16,10 0 0,-1 9-16,17 8 15,-8 0 1,0-9-16,-9 1 16,0-1-1,-8-8-15,-1-8 16,-7-9-1,-1-17-15,0-26 16,0-42 0,-8-9-16,16-50 15,52-154 1</inkml:trace>
  <inkml:trace contextRef="#ctx0" brushRef="#br0" timeOffset="62419.15">7408 11660 0,'0'0'0,"0"0"0,0 0 0,0 0 16,0 0-16,0 0 16,-8 0-16,-1 25 15,1 43-15,-9 26 31,0 8-31,0 8 16,-1 1 0,10-18-16,-9-16 15,17-26 1,0-17-16,0 0 16,8-8-16,9-1 15,9 1 1,8-1-1,17-8-15,69 0 16,16 0 0,-16-8-16,42-9 0,34 0 31,-16 0-31,76 0 16,8 0-1,1 0-15,-1 8 16,-59 1-1,9 8-15,-61 0 16,1 17 0,0 0-16,-44-9 15,-58-16 1,-27-1-16,-8 1 16,-8-1-1,-1-8-15,-16-8 16,-35-43-1,-25-94-15,-34-153 16</inkml:trace>
  <inkml:trace contextRef="#ctx0" brushRef="#br0" timeOffset="120426.69">22822 2356 0,'0'0'0,"9"0"16,17 0-16,8 0 0,25 0 15,10 8 1,-10 1-16,27 8 16,33 17-1,-25 0 1,-17 25-16,-17 52 16,-18 76-1,-42 68-15,-51 26 16,-43-35-1,0-67-15,9-9 16,8-25-16,18-52 16,24-42-1,18-17-15,0-17 16,0-17 0,9-42-1,-1-52-15,26-16 16,9-9-16,16-1 15,1 35 1,0 34-16,17 26 16,25 25-1,0 34 1,26 42-16,-8 18 16,-27-9-16,-16-8 15,0-18 1,-26-25-1,-8-8-15,-18-26 16,1 0-16</inkml:trace>
  <inkml:trace contextRef="#ctx0" brushRef="#br0" timeOffset="121034.86">24171 1403 0,'0'0'0,"0"0"0,0 0 16,0 0-1,-9 26 1,1 25-16,-1 17 16,-8 8-1,0-8-15,0-8 16,0-18-1,9-16-15,-1-1 16,9-16-16,0-1 16,0-8-1,9-8 1,16-9-16,26-34 0,9-9 31,0 1-31,-9 8 16,-8 17-1,-9 17-15,9 17 16,-1 25-16,1 43 16,-17 26-1,-18 8-15,1-17 16,-9-34 0,0-17-16,0-17 15,0-8 1,0-9-1</inkml:trace>
  <inkml:trace contextRef="#ctx0" brushRef="#br0" timeOffset="121309.6">25451 1004 0,'0'0'0,"0"0"0,0 25 0,-8 35 16,-1 8-1,1 25 1,-18 9-16,0 17 16,-8-17-1,0-25 1,17-26-16,0-26 15,-9-8-15,-8-25 16,17 8 0</inkml:trace>
  <inkml:trace contextRef="#ctx0" brushRef="#br0" timeOffset="121523.05">24982 1301 0,'0'0'0,"0"0"16,17 9-16,26 16 16,16 9-16,27 0 15,50 17 1,9 0-16,-17-17 16,-25-25-1,-26-9-15,-1-26 16,-24 9-1</inkml:trace>
  <inkml:trace contextRef="#ctx0" brushRef="#br0" timeOffset="121796.8">26330 1199 0,'0'0'0,"0"17"0,17 17 16,9 9-16,-9-9 15,-8-9 1,-1 9-16,-8 34 16,-17 43-1,-17 8 1,-9 0-16,-25 0 15,34-59-15</inkml:trace>
  <inkml:trace contextRef="#ctx0" brushRef="#br0" timeOffset="123479.46">24077 459 0,'0'0'0,"0"0"0,0-8 0,0 8 15,0 0-15,0 0 16,0 0-1,0 0 1,0 25-16,-8 1 16,-1 25-16,-8 0 15,17-17 1,0 25-16,0-8 16,0 17-1,0 0 1,-9 9-16,1 25 15,-9-42 1,0 8-16,17-9 16,-9 1-1,9-1 1,0-16-16,0-1 16,0-8-16,-8 0 15,-1 0 1,-8 9-16,0-18 15,8 1 1,9-18-16,0 1 16,0-1-1,0-8-15,0 0 16,0 0 0,0 0-1,0 0-15,0 0 16,0 0-16,0 0 15,0 0 1,0 9 0,0-9-16,0 8 15,0 1 1,0-9-16,0 0 0,0 0 16,0 0-1,0 0 1,0 0-1,0 0-15,0 0 16,0 0-16,0 0 16,0-9-1,26-8-15,0 0 16,-1-8-16,1-1 31,17-16-31,8-9 16,0 8-1,-8 9-15,-18 17 16,9 0-16,26 0 16,8 17-1,-8 17 1,-9 0-16,-8 9 0,-9 8 16,9 25-1,0 18 1,-18 8-1,-16 0-15,-1-9 16,-16-16 0,-1-17-16,9-18 15,0-8-15,0-8 16,0-9-16</inkml:trace>
  <inkml:trace contextRef="#ctx0" brushRef="#br0" timeOffset="124106.4">26620 2977 0,'0'0'0,"26"0"0,34 8 16,17 9-1,17-8-15,25 8 16,9-9 0,-43 1-16,-16-9 15,-18-9-15,-8 1 16,-26-1 0</inkml:trace>
  <inkml:trace contextRef="#ctx0" brushRef="#br0" timeOffset="124334.76">26356 3759 0,'0'0'0,"8"8"0,18 18 15,68 0-15,34-18 16,-9-8 0,18-17-16,0-9 15,-78 18 1</inkml:trace>
  <inkml:trace contextRef="#ctx0" brushRef="#br0" timeOffset="124984.34">28106 2441 0,'0'0'0,"34"0"0,43 8 16,-9 9-1,-8 0 1,8 17-16,0 26 15,-8 42-15,-17 34 16,-35 26-16,-51 50 16,-33 9-1,-52-8 1,-26-35 0,26-41-16,0-35 15,25-43 1,18-25-16,34-25 15,17-18 1,17-16-16,25-26 16,35-26-16,34 1 15,8 25 1,17 8 0,44 17-16,-1 35 15,-34 25 1,-9 17-16,-8 0 0,-9 0 15,-25-8 1,-17-18 0,-18-8-1,-16-8-15,-1-9 0,1 0 16</inkml:trace>
  <inkml:trace contextRef="#ctx0" brushRef="#br0" timeOffset="125216.24">29702 3300 0,'0'0'0,"0"8"0,0 9 31,0-8-15,0-1-16,0 1 0,0-1 31,8-16-31,1 8 16</inkml:trace>
  <inkml:trace contextRef="#ctx0" brushRef="#br0" timeOffset="125777.31">30333 2755 0,'0'0'0,"34"26"0,26 25 16,0 9-1,0 8-15,8 17 16,0 34 0,-17 0-16,-25 0 15,-26 8 1,-26 18-16,-33-9 15,-18-34 1,-9-25-16,10-35 16,7-25-1,18-17-15,0-25 16,17-9 0,8-9-16,9 9 15,17 0 1,0 17-16,17 0 15,9 17 1,34 17-16,42 51 16,9 34-1,-9 17-15,-33-8 16,-18-18-16,-17-25 16,-8-34-1,-18-17 1,1-8-16,-9-9 15</inkml:trace>
  <inkml:trace contextRef="#ctx0" brushRef="#br0" timeOffset="126504.19">31537 1437 0,'0'0'0,"-9"0"0,-8 17 16,-9 9-16,1 25 16,-18 34-16,-8 17 31,0-17-31,0 0 15,16-8 1,1 8-16,17 8 16,0-16-1,9-9-15,-1-26 16,9-8-16,0-8 31,0-9-31,0-9 0,0 1 16,0-9-1,0 0-15,9-9 32,33-25-32,9-8 0,18-18 31,16 1-31,-8 25 0,-26 17 16,-17 0-16,-8 8 31,8 9-16,0 17-15,9 9 16,-9 25-16,-8 0 0,-9-9 31,-9 1-15,1-18-16,-9 1 16,0-18-1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4T21:05:56.587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11505 10197 0,'0'0'0,"0"0"0,0 0 15,0 0-15</inkml:trace>
  <inkml:trace contextRef="#ctx0" brushRef="#br0" timeOffset="821.71">11514 10078 0,'0'0'0,"0"0"0,0 0 16,0 0-1,0 0-15,0 0 16,0 0-1,0 0-15,0 0 16,0 0 0,8 17-16,1 8 15,-9 43 1,-9 43-16,-8 8 16,-8 0-1,-10 9-15,1-18 16,17-25-1,0-25-15,0-18 16,8-16 0,9-9-16,0-9 15,0 1 1,0-18-16,18-25 16,33-59-1,17-52-15,9-25 16,-17 25-1,-9 26-15,9 17 16,-1 9 0,18-1-16,26 9 15,-18 17 1,-8 17-16,0 9 16,-26 8-1,0 17-15,0 17 16,-8 8-1,-9 9-15,-17 17 16,-17 17 0,-17 34-1,-26 17-15,-34-8 16,-33 8-16,-10-26 16,35-42-1,16-8 1,10-18-16,16 1 15,9-9 1,17 0-16,0 0 16,8 0-16,9 0 15,0 0 1,9 8 0,16 18-16,52 51 15,34 16 1,-26 1-16,-25-1 15,-9 1-15,-8-18 16,-17-16 0,-1-9-1,1-9-15,-9-16 16,9-18-16,-9 1 16</inkml:trace>
  <inkml:trace contextRef="#ctx0" brushRef="#br0" timeOffset="1263.26">13127 10452 0,'0'0'0,"-17"8"16,-9 10-16,-8 16 0,8 0 31,-8 8-31,0 1 16,17 16 0,8 1-16,9-1 15,18 1 1,33-9-16,17-17 15,26-17-15,0-34 16,17-43 0,8-25-1,-8-34-15,-34 0 16,-34 17-16,-18 25 16,-25 26-1,-34 17 1,-34 9-16,-26 16 15,-17 26-15,51-8 16</inkml:trace>
  <inkml:trace contextRef="#ctx0" brushRef="#br0" timeOffset="1698.42">14091 10733 0,'0'0'0,"-17"8"0,-8 26 15,-10 0 1,1 0-16,9-8 15,8 8-15,8 0 16,18 0 0,25 0-1,60-9-15,34-16 16,0-26 0,-9-26-16,9-25 15,-8-17 1,-61 0-16,-24 9 15,-18-1 1,-26 1-16,-42-1 16,-43 17-1,-17 26-15,-34 43 16,0-9 0,94-9-16</inkml:trace>
  <inkml:trace contextRef="#ctx0" brushRef="#br0" timeOffset="2041.09">15687 10163 0,'0'0'0,"0"0"16,0 0-16,0 0 15,-8 34-15,-1 34 16,-16 17 0,-18 8-16,-8 18 15,8 8 1,9 9-1,0-18-15,0-16 16,8-18 0,9-25-16,8-34 15</inkml:trace>
  <inkml:trace contextRef="#ctx0" brushRef="#br0" timeOffset="2264.94">15064 10648 0,'0'0'0,"0"0"0,9 0 16,68 34-16,76 25 15,35 18 16,59-9-31,44-51 0,59-34 16</inkml:trace>
  <inkml:trace contextRef="#ctx0" brushRef="#br1" timeOffset="28031.4">22046 14645 0,'0'0'0,"0"0"0,0 0 16,0 0-1,0 0 1,0 0-16,0 0 16,0 0-1,0 0-15,0 0 16,0 0-16,0 0 16,0 0-1,0 0-15,-9 0 16,-8 17-1,-17 17-15,-43 17 16,-42 25 0,-9 60-16,8 17 15,1-8 1,-1 0 0,26-26-16,35-17 15,16-34 1,17-26-16,9-16 15,0-1-15,17-16 16,0-9-16,9 0 16</inkml:trace>
  <inkml:trace contextRef="#ctx0" brushRef="#br1" timeOffset="28774.67">20987 15980 0,'0'0'0,"0"0"0,0 0 32,0 0-32,0 0 15,-8 0-15,-18 0 0,-8 0 32,-43 17-17,-17 8-15,9 9 16,0 9-1,-1 16-15,18 1 16,0 8 0,8 0-16,17 0 15,18 9-15,25 33 16,34 1 0,34-9-16,60 0 15,34-17 1,9-34-1,34-34-15,17-43 16,-51-33-16,8-26 16,-8-9-1,-61 1-15,-24-1 16,-26-8 0,-52-17-1,-34 0-15,-84-9 16,-78 18-1,-68 42-15,-17 42 16,-26 60 0,-68 34-16</inkml:trace>
  <inkml:trace contextRef="#ctx0" brushRef="#br1" timeOffset="65230.33">23633 7620 0,'0'0'0,"0"0"16,0 0-16,0 0 0,0 0 0,0 0 0,0 0 15,0 0-15,0 9 16,-8 8 0,-1 25-16,1 26 15,-1 26 1,-16 42 0,-1 34-16,9 0 15,-9-9-15,-8 27 16,-17 41-1,0 1 1,-1-1-16,10-24 16,16-35-16,9-17 15,17-43 1,0-33-16,17-26 16,17-9-16,9-16 15,42-1 1,52 1-1,59-26-15,9-9 16,26-16 0,16-1-16,26 1 15,-8-1 1,-26 18 0,-9 16-16,-16 1 15,-1 8-15,-51 0 16,-60 8-1,-33 1-15,-35-18 16,-9 1-16,-7-1 16,-10 1-1,1-18-15,8-16 16,0-77 0,-9-68-1,9-60-15,9-51 16,17-33-1,33-1-15,10 9 16,-9 25 0,8 26-16,-8 34 15,-17 42 1,-9 35-16,-26 59 16,-16 25-1,-1 26-15,1 17 16,-9 0-1,-9 9-15,-8 8 16,-85 17-16,-120 34 31,-94 34-31,-128 0 16,-59 0-16,-86-9 16,-43-41-1,-76-35-15,281-9 31</inkml:trace>
  <inkml:trace contextRef="#ctx0" brushRef="#br1" timeOffset="70013.55">20125 15725 0,'0'0'0,"0"0"15,0 0-15,0 0 16,0 0-16,9 25 16,17 26-1,33 26 1,27 42-16,33 17 16,52-8-16,17-9 15,-43-26 1,17-8-16,-9 9 15,-33-9 1,-9 8-16,43 26 16,-9-8-1,-43-26-15,-8 0 16,-26-25 0,1-18-16,-1-16 15,-17-26 1,-25-9-1</inkml:trace>
  <inkml:trace contextRef="#ctx0" brushRef="#br1" timeOffset="70288.47">22148 15827 0,'0'0'0,"0"0"15,0 0-15,-8 0 16,-26 25 0,-154 94-1,-145 120-15,-68 58 16,-43 9-16,17 0 15,86-33 1,42-35 0</inkml:trace>
  <inkml:trace contextRef="#ctx0" brushRef="#br1" timeOffset="-178781.19">13101 7637 0,'0'0'0,"-8"-8"0,-1-1 16,-8 0-1,-9 1-15,1-9 16,-1 17-1,-16 0-15,-18 0 16,-17 17-16,-8 9 16,8-1-1,0 9-15,-8 9 16,-1 16 0,18 1-16,17 8 15,-9 17 1,-8 8-16,17 1 0,16-1 31,1-8-15,17 9-16,0-1 15,17-7 1,26-10-16,8 9 16,9 0-1,8-25-15,9-9 16,25-9-1,34 1-15,1-26 16,-9-17-16,0-17 16,-9-9-1,9-8 1,-8-8-16,-27-18 16,-7-33-1,-27-9-15,-16-17 16,-26-18-16,-17-24 15,-34-9-15,-35 17 32,-8 8-32,-8 1 15,-18 24 1,-16 27-16,-77 50 16,-78 77-1,-50 77-15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4T21:07:30.306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22046 6650 0,'0'0'0,"0"0"0,0 0 31,0 0-31,0 0 0,0 0 32,0 0-32,0 0 15,0 0-15,-9 18 16,-8 7 0,-8 26-1,-35 17-15,-43 43 16,1 8-1,25-26-15,9-16 0,8-18 16,17-8 0,9 0-1,-17 9 1,0-1-16,8-16 16,35-35-1</inkml:trace>
  <inkml:trace contextRef="#ctx0" brushRef="#br0" timeOffset="902.36">21329 7569 0,'0'0'0,"0"0"0,0 0 16,0 0 0,0 0-1,0 0-15,0 0 16,-9-9-1,1 1-15,-9-9 16,-9 0-16,0 0 16,-8 17-1,-17 0-15,-17 0 16,-9 17 0,-60 51-16,-33 43 15,25 25 1,-17 34-16,8 8 15,43-25 1,43 9 0,34-9-1,25-25-15,52-1 16,33 18 0,27-9-16,25-26 15,43-16-15,16-35 16,18-50-1,26-35 1,-9-42-16,-26-42 16,-25-26-1,-60-17-15,-43-9 16,-51 1-16,-68-44 16,-94-16-1,-103 0-15,-59 26 16,-9 84-1,-42 34-15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4T21:08:00.340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22259 9066 0,'0'0'0,"0"0"0,0 0 0,0-9 16,9 1-16,-1-1 16,1 1-1,-1-1 1,9-8-16,35-8 16,24-9-16,44-17 15,-1 8 1,-25-16-16,17-9 15,0 0 1,9-9 0,-26 0-16,-18-16 15,-24-18 1,-1-16-16,-9-9 0,10-17 31,-18 8-31,-26 17 16,-16-25-1,-9 9-15,-9 16 16,9 26 0,0 17-16,8 17 15,1 9 1,-1 16-16,9 18 16,0 8-1,-8 17-15,8 0 16</inkml:trace>
  <inkml:trace contextRef="#ctx0" brushRef="#br0" timeOffset="428.48">22908 7552 0,'0'0'0,"0"8"16,8 26-16,9 1 16,9 7-1,0-16-15,-18-1 16,1-16-1,-1-1-15,1 1 16,-9-18 0,0-8-1,-9-17-15,-16-25 16,-1-18 0,0 0-16,9 9 15,0 0 1,17-8-16,0-1 15,17 18-15,17-1 16,18 1-16,16 8 16,9 0-1,0 17 1,-1 25-16,18 18 16,9 16-1,8 35-15,0 25 16,0 8-1,-9-16-15,-25-18 16,-9-8-16,-34-17 31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4T21:08:35.314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23770 4677 0,'0'0'0,"-9"0"0,-16 0 0,-368-144 0,265 50 0,0 9 16,-17 0-1,-9 0-15,9 17 16,17 17-1,9 0-15,16 9 16,18 8 0,17-9-1,16 9-15,18 0 16,17-9 0,17 18-16</inkml:trace>
  <inkml:trace contextRef="#ctx0" brushRef="#br0" timeOffset="273.83">22293 3546 0,'0'0'0,"-25"9"0,-35 16 0,-17 1 15,0-1 1,-34-8-1,-51 9 1,9-1-16,42-16 0,42-1 16,35-8-1,17 0-15,0 0 16,17 17 0,17 26-16,51 34 31,52 25-16,8 8-15,-60-59 16</inkml:trace>
  <inkml:trace contextRef="#ctx0" brushRef="#br0" timeOffset="994.74">23514 3929 0,'0'0'0,"0"0"0,0 0 0,0 9 15,0 8 1,17 0-16,8 25 16,27 26-1,50 60-15,9-1 16,-43-25-16,1-17 16,-10-17-1,-16-17 1,-17-25-16,-18-1 15,1-16 1,-18-1-16,-42 9 16,-77 17-16,-51-8 31,17-17-31,16-9 16,18-17-1,69 8-15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4T21:09:08.646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1289 12595 0,'0'0'0,"0"0"0,0 0 0,0 0 15,0 0-15,0 0 16,8 17 0,-8 17-1,0 0 1,0 9-1,0-1-15,9 9 16,-9-8 0,0-1-16,0-16 15,0-1-15,0 1 16,0-1 0,8 1-16,9-1 15,-17 1 1,9-1-16,17 1 15,-9-1 1,17 1 0,8-9-16,52 0 15,17-9-15,-8 1 16,-1-9 0,26 0-16,26 0 15,-1 0-15,-25 0 16,35 0-1,16 0-15,-43 8 16,35 1 0,17-1-16,-26 1 15,68 8 1,-8 0-16,-59-17 16,50 0-1,0 8-15,-42-16 16,25-1-16,9 9 15,0-8-15,0 8 32,-34-9-17,59 9-15,0-8 16,-42-1 0,34 1-16,-17-9 15,17 8 1,-9 1-16,-59-1 15,42 1 1,18 8-16,-61-9 16,43 9-1,9 0-15,-51-17 16,51 0 0,8 9-16,-8-9 15,0-9 1,-34 9-1,25-8-15,0 16 16,-34 9-16,9 9 16,8 8-1,-17 8-15,18 1 16,16-9 0,0 0-16,18 0 15,-10-9 1,-50 1-16,34 8 15,0-9-15,-52-8 32,-16 9-32,25-9 15,-9 8 1,-16-8-16,-18 9 16,26-9-16,9 8 15,-43 1 1,-9-9-1,9 0-15,8-9 16,35 1 0,-1-1-16,-8-8 15,-8-8 1,17 8-16,-9 0 0,-26 0 16,-17 0-1,-16 0 1,-10 0-16,1 0 15,-9-9-15,1 9 16,-10 0 0,1 0-16,-18 0 31,1 0-31,0 9 16,-1-9-1,-16 8-15,-1 1 16,1 8-1,-1 0-15,-8 0 16,0-9 0,-8-8-16,-35-34 15,9 9 1</inkml:trace>
  <inkml:trace contextRef="#ctx0" brushRef="#br0" timeOffset="9629.77">4430 14143 0,'0'0'16,"0"0"-16,-9 0 0,1 0 16,-1 0-1,0 0 1,-8 0-1,9 0-15,-1 0 16,-16 17-16,-1 17 16,-8 17-1,0-8-15,17-1 16,0-16 0,0-1-16,8-8 15,1 0-15,8 0 31,0 0-31,0-8 16,0-1 0,0 1-16,0-1 15,0 1-15,0-1 16,8 1 0,9-1-1,17 9-15,43-8 0,17-1 16,-9-8-1,9 0-15,34 0 16,26 9-16,-9-9 31,-25 0-31,59-9 16,0 9 0,-51-8-16,26-1 0,16 1 15,-25 8 16,-42 0-31,-1 0 16,35 0 0,-1 0-16,-50-9 15,-9 9 1,-9 0-16,-26 0 16,-16-8-16,0 8 15,-18 0-15,1 0 16,-1 0-1,-8-9 1,-8-33 0,-1-52-16,1 26 15</inkml:trace>
  <inkml:trace contextRef="#ctx0" brushRef="#br0" timeOffset="11889.49">8151 14151 0,'0'0'0,"0"0"0,0 0 0,0 0 16,0 0-1,0 0 1,0 0-16,8 9 16,1 8-16,-1 17 15,1 8 1,0 10-16,-1-10 16,-8 1-1,0-9 1,9-9-16,-9-8 15,8 0-15,9-8 16,17-1 0,9 1-1,34-9-15,42-9 16,35-8 0,-17 0-16,-18 0 15,43 0 1,34 9-16,-42-1 15,77-8 1,25 17-16,17 0 16,-9 0-1,9 0-15,1 9 16,7-1 0,9 1-16,18-9 15,50 8-15,-51-8 16,18 0-1,-18-8 1,-25 8-16,-9 8 16,-9 1-16,-33-1 15,-61 1 1,-16-1 0,-34 1-16,-69-1 15,-26 1 1,1-9-16,-17 0 15,-1 0-15,1 0 16,-9-17 0,-17-34-1,-9-85-15,-34-179 16</inkml:trace>
  <inkml:trace contextRef="#ctx0" brushRef="#br0" timeOffset="13766.63">2364 15759 0,'0'0'0,"0"0"0,0 0 0,0 8 16,9 9-1,-1 0 1,1 0-16,-1 9 16,9 8-1,0 8-15,1 9 16,-1 0-16,8-8 15,1-1 1,8-8-16,9-8 16,42-1-1,17-7 1,9-10-16,34-16 16,43-10-16,17 1 15,60-8 1,-1-9-16,1 0 15,8 0 1,17 0 0,34 8-16,9 9 15,68 9-15,-85-1 16,51 18 0,60-1-1,-51-8-15,-9 9 16,34-9-1,25 8-15,-84 1 16,8 8-16,51 0 16,-85-9-1,17-16 1,34 8-16,-77-9 16,-9-16-1,-33 8-15,-77-9 16,16 1-16,-33-1 15,-86 9 1,-25 9-16,-17-1 16,-9-8-1,-9-51-15,-33-170 16,-35-136 0</inkml:trace>
  <inkml:trace contextRef="#ctx0" brushRef="#br0" timeOffset="25636.85">23249 7093 0,'0'0'0,"0"0"0,0 0 0,0 0 15,0 0 1,0 0-16,9 8 16,33 26-1,52 26-15,43 16 16,16 18 0,-25-18-16,-42-16 15,-26-1 1,-18-8-16,-16-8 15,-1-9 1,-7 0 0,-1 9-16,0 8 15,-9-26-15</inkml:trace>
  <inkml:trace contextRef="#ctx0" brushRef="#br0" timeOffset="26412.92">24623 8054 0,'0'0'0,"0"8"0,-8 18 16,-1 16-1,-16 9-15,-27 9 16,-16 25 0,-26 17-16,9 8 15,8-16 1,17-17-16,18-26 16,16-17-1,9-9-15,0-8 16,8-8-1,9-1-15,26 1 16,51-9 0,25-9-16,9 1 15,-8 8 1,-27 8-16,-24 1 16,-18 8-16,-9 0 15,-16 17 1,-18 17-1,-25 25-15,-17 9 0,8-17 16,9-34 0,17-8-1,9-18 1,8-16-16,8-35 16,1 9-1</inkml:trace>
  <inkml:trace contextRef="#ctx0" brushRef="#br0" timeOffset="26636.38">24777 7799 0,'0'0'0,"0"0"0,34 25 15,51 18-15,18 16 16,-1-8 0,-8-8-16,0-1 15,0-16 1,-26-9-16,-42-17 16</inkml:trace>
  <inkml:trace contextRef="#ctx0" brushRef="#br0" timeOffset="27157.61">24453 7467 0,'-35'0'0,"-50"25"16,-86 52-16,-25 42 15,42-8 1,18 16-16,8 43 16,43 0-1,42 51-15,43 18 16,60-44-16,25 9 15,43-17 1,34-25 0,26-34-16,42-43 15,35-68 1,17-60-16,-9-42 16,0-77-1,-17-33-15,-68-1 16,-43-33-16,-68 7 31,-69-16-31,-42 0 16,-68 26-16,-112-18 15,-110 51 1,-120 103-16,43 76 16</inkml:trace>
  <inkml:trace contextRef="#ctx0" brushRef="#br0" timeOffset="50463.87">27474 6897 0,'0'0'16,"-9"0"-16,-8 26 0,-59 50 0,-27 26 15,26-17 1,9-8-16,0 8 15,0 8-15,16 9 16,27-34 0,25-42-16</inkml:trace>
  <inkml:trace contextRef="#ctx0" brushRef="#br0" timeOffset="51364.58">26945 7637 0,'0'0'0,"0"0"0,0 0 0,0 0 16,-9 0-1,-8 17-15,-25 26 16,-52 25-1,-26 51 1,9 34-16,17 8 16,35-8-1,24 17-15,27 1 16,34-27-16,8-16 16,51-1-1,34-16 1,18-35-16,42-33 15,26-43 1,-9-43-16,26-50 16,-17-18-16,-68-25 15,-43-25 1,-26 8-16,-34-1 16,-34 10-1,-26 8 1,-25 17-1,-85 0 1,-18 8-16,35 35 0,-9 25 16,25 25-1,60 18 1</inkml:trace>
  <inkml:trace contextRef="#ctx0" brushRef="#br0" timeOffset="51865.49">27474 8496 0,'0'0'0,"0"0"0,0 0 0,0 0 16,0 0-1,-9 0 1,1 8-16,-1 9 0,-8 0 16,-8 9-1,-9 8 1,-9 0-16,17-8 15,9-9 1,17-9 0,0 9-16,17 0 15,26 0 1,0 9-16,-9-9 16,-9-9-1,-16 1-15,-1-1 0,1 9 31,-18 0-31,-16 9 16,-43 8 0,-18 0-16,18-26 15,51-8-15</inkml:trace>
  <inkml:trace contextRef="#ctx0" brushRef="#br0" timeOffset="52068.4">27372 8130 0,'0'0'0,"8"9"0,43 16 16,86 35-1,42-1-15,-25-50 16,144-43-1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4T21:10:59.299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23394 1735 0,'0'0'0,"0"0"0,26-9 16,136 1-16,86 8 15,50 0-15,172 0 16,33 8 0,78 1-1,-155-9-15</inkml:trace>
  <inkml:trace contextRef="#ctx0" brushRef="#br0" timeOffset="2038.79">20134 6889 0,'0'0'0,"0"0"0,-9 0 0,1 17 16,-9 34-1,0 42 1,-9 60-16,18 51 15,8 18-15,8 50 16,1 17 0,-1 8-1,-16 10-15,-1-27 16,-8-25 0,0-50-16,-9-78 15,1-25 1,-9-25-16,-9-35 0,17-25 15</inkml:trace>
  <inkml:trace contextRef="#ctx0" brushRef="#br0" timeOffset="2747.68">20108 6302 0,'0'0'0,"0"0"16,0 0-16,17 17 15,18 8 1,33 26-16,77 34 15,102 0-15,61-34 16,25-8-16,-1 0 31,-41-9-31,-27 0 0,-25 0 32,-34-9-32,-51 1 15,-43-1 1,-35 1-1,-24-9-15,-10 0 16,-8 8 0,1 18-16,-10 25 15,-8 76 1,-42 60-16,-27 77 16,1 25-16,26-17 15,33 9 1,26-26-16,26-25 15,17-18 1,-9-24 0,-8-35-16,-9-26 15,-8-25-15,-26-51 16,-17-17 0,-17-17-1,-26 9-15,-51 16 16,-136 18-1,-112-9-15,-59-17 16,-111-26 0,-51-16-16,-60-18 15,-60 1-15,265 8 16</inkml:trace>
  <inkml:trace contextRef="#ctx0" brushRef="#br0" timeOffset="11641.7">3730 8904 0,'0'0'0,"0"0"0,0 0 0,0 0 15,0 0 1,0 0-16,0 0 16,0 0-16,0 0 15,0 0 1,0 17-16,0 17 16,0 9-1,0-1-15,0-8 16,0-8-16,0-18 31,0 1-31,8-1 16,26 1-1,35-1-15,-1-16 16,0-1-16,-8-8 16,0 0-16,0 0 15,16 0 1,10 0-1,-10 17 1,-7 0-16,8 0 0,-1 9 31,44-9-31,25 8 16,-17 1-16,-8-1 16,16-8-1,18 9 1,-35-1-16,-16-8 15,-18-8-15,0-1 16,18 1 0,-18 8-1,-34-9-15,-17 1 16,-8 8 0,-17 0-16,-1 0 15,1 0-15,-1 0 16,1 0-16,-9 0 15,0 0 1,0-9-16,8 1 16,1-18-1,-1-8-15,-8-17 16,0 0 0,-8 17-1,-1 0-15,9 26 16</inkml:trace>
  <inkml:trace contextRef="#ctx0" brushRef="#br0" timeOffset="12539.89">1169 8743 0,'0'0'0,"0"0"0,0 0 15,0 0-15,17 0 16,9 8-16,-9 9 31,9 9-31,8 8 16,-9 25-16,1 18 15,0 42 1,-26 0 0,8-26-16,-8-16 15,0-18-15,0-16 0,0-18 32,0-8-32,17 1 15,0-1 1,34-9-1,78 1-15,24-18 16,-42 1-16,9-9 16,42-1-1,0 1 1,-51 0-16,51 0 0,26 17 16,-43 0-16,-34 0 31,-26 9-16,-17-1-15,-16 1 16,-27-1 0,-8-8-16,-8 0 15,-1 0 1,-8 0-16,-8-8 16,-9-43-16,-9-85 15,9-68 1,26-102-1,50-18-15,61 1 16</inkml:trace>
  <inkml:trace contextRef="#ctx0" brushRef="#br0" timeOffset="17205.18">20211 7093 0,'0'0'0,"0"0"0,0 8 0,17 18 16,0 25-1,26 25 1,8 9 0,9 9-16,-1 8 0,35 17 15,26 0 1,-9 0-1,8 34-15,9 9 16,17-1 0,34 52-1,1-17-15,-1-35 16,9 18 0,-1-9-16,-24-43 15,-18-33-15,-9-17 16,-16-9-16,-35-34 15,-34-17 1,-25-17-16,0-17 31,-18 0-31</inkml:trace>
  <inkml:trace contextRef="#ctx0" brushRef="#br0" timeOffset="17559.16">22507 7586 0,'-17'8'0,"-60"44"0,-60 33 15,-8 8 1,-34 18-16,-69 42 16,-50 51-1,7 0-15,27 0 16,42-17-16,43-25 16,8-18-1,43-33 1,51-60-16,43-26 15,26-16 1,25-26-16,0 0 16</inkml:trace>
  <inkml:trace contextRef="#ctx0" brushRef="#br0" timeOffset="18220.48">23966 451 0,'0'0'0,"17"34"0,26 85 16,0 0-16,-9-34 16,34 42-16,9 35 15,34 8 1,25-8 0,1 8-16,-9-34 15,-9-26 1,18-16-16,-1-34 15,27-26-15,-18-17 16,-26-34 0,9-60-16,-59 26 15</inkml:trace>
  <inkml:trace contextRef="#ctx0" brushRef="#br0" timeOffset="18505.16">25349 825 0,'-17'0'0,"-43"17"0,-60 25 0,-16 9 15,-26 43 1,-69 51-1,9-26 1,26-43-16,17 1 16,42-1-16,43-25 31,52-17-31,33-25 16,9-1-16</inkml:trace>
  <inkml:trace contextRef="#ctx0" brushRef="#br0" timeOffset="19028.46">26603 391 0,'0'0'0,"0"0"0,0 17 16,9 0-16,25 34 15,9-25 1,25 25 0,17-9-16,18-8 15,42 0 1,-9-17-16,-33 0 16,-26-8-16,-26-1 15,-25 1 1,-18 8-1,1-17-15,-1 0 16,1 8-16,-26 18 16,-18 16-1,-58 26-15,-35 18 16,8 24 0,1 1-1,16-18-15,1-25 16,16-25-1,61-18-15</inkml:trace>
  <inkml:trace contextRef="#ctx0" brushRef="#br0" timeOffset="147609.48">27098 1726 0,'0'0'0,"0"0"0,0 0 0,0 0 16,0 0-1,0 0-15,0 0 16,9 17-16,42 43 16,9 25-1,-17 51 1,-18 51-16,-16 17 15,-52 17 1,-34-8-16,-17-43 16,-34 17-1,-68 0-15,-51-42 16,-129 16 0,-59 10-16,8-52 15,0-60 1,69-33-16,25-9 15,60-17-15,59-17 16,52 0 0,77 0-1,34-9-15,17-25 16,34-51 0,17 42-16</inkml:trace>
  <inkml:trace contextRef="#ctx0" brushRef="#br0" timeOffset="147875.45">24043 3189 0,'0'0'0,"-43"17"16,-93 60 0,-120 59-16,8-34 15,77-26 1,1-8-16,42-8 15,68-9 1,26 9-16,42 25 16,103 51-1,265 110-15,136 1 16,-128-111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4T21:14:45.614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23036 1514 0,'-9'8'0,"-16"52"0,-35 33 0,9 1 15,8-1 1,17 1-16,18 8 16,16 0-16,44-8 15,24 16 1,35 1-16,77-1 15,34 1 1,34-18 0,-8-24-16,-18-10 15,1-8 1,-35-8-16,9-1 16,0 1-16,-77-9 15,0 0-15,8 0 31,-42-9-31,-51-16 16,-18-1 0,9-8-16,9-8 15,34-26 1,34-43-16,34-42 16,0-34-1,-43 17-15,-16-9 16,-18-16-1,-34 16-15,-17-8 16,-34-25 0,-17-129-16</inkml:trace>
  <inkml:trace contextRef="#ctx0" brushRef="#br0" timeOffset="14167.14">22857 1174 0,'0'0'0,"-9"8"0,1 9 15,-1 17-15,0 0 16,1 26-16,-9 16 16,-9 35-1,1 16 1,-1-16-16,9-1 16,-9-24-16,9-1 15,0-9 1,17-16-1,9-1 1,8 1-16,51 8 16,35 8-16,42-8 15,94 9-15,17-9 16,-9-9 0,9 18-16,-34 0 15,9 8 1,-27-17-16,1 0 15,0 8 1,-51 1-16,8 8 16,-9-17-16,-24-9 15,-27-25 1,-34-8 0,-25-18-16,0 1 15,-1-18 1,18-33-1,17-43 1,-17-34-16,-1-77 0,-25-16 31,-8 16-31,0-34 16,-18-25-16,-16-85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4T21:15:12.574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2825 2849 0,'0'0'0,"0"0"0,-8 9 15,-1 25-15,-17 59 16,-16 52-16,-18 33 15,-17 9 1,9 0-16,25-25 16,18-26-1,16-42-15,18-35 16,33-16 0,86-9-16,60-26 15,43-33 1,42-26-16,42-17 15,-16 17 1,43 0 0,76 0-16,-43 25 15,44 26 1,93 9-16,0-9 16,34-9-16,17 1 15,1-1 1,59 9-1,85 17-15,-17 17 16,-16 0 0,50 17-16,-34-8 15,1-9 1,-9-26-16,-26-8 16,-34 26-1,-77-18-15,-60 1 16,-84 8-16,-44 17 15,-85-9 1,-85-16 0,-69-9-16,-59 0 15,-17 0-15,-18-9 16,10-25 0,-1-93-1,-17-77-15,-68-94 16,-43-68-16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4T21:18:04.368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25050 9780 0,'0'0'0,"0"0"0,0 0 0,0 0 16,0 0-16,0 0 0,0 0 15,0 0 1,-8 0 0,-1 0-16,0-8 15,-8-1 1,0 9-16,-8 0 16,-9 0-16,-26 17 31,0 0-31,-17 0 15,-8 17 1,-9-8-16,17 8 16,9 8-16,0-8 15,-1 0-15,18 0 16,9 9 0,-18 33-1,0 1 1,9-9-16,17-17 0,17 0 15,8 9 1,18 25-16,8 8 16,17 9-1,0-17 1,34 0-16,43-17 16,68-8-16,9-26 15,-17-26 1,0-16-1,-26-9-15,-26-17 16,-8-9-16,-17-25 16,-17-8-1,-26-9 1,-34-17-16,-34-43 16,-17-8-16,-43 8 15,-59-16 1,-69 8-16,-51 34 31,-77 17-31</inkml:trace>
  <inkml:trace contextRef="#ctx0" brushRef="#br0" timeOffset="4253.22">24512 10426 0,'0'0'0,"0"0"0,0 0 16,0 0-1,0 0-15,-8 0 16,-1 9-16,-8-1 16,-8 1-1,-18 8-15,-25 17 16,-43 9 0,-51 8-16,-26 34 0,-43 25 15,1 9 16,17 0-31,-44 9 16,-24 25 0,16 9-16,26-26 15,-17 8-15,34-16 0,43-26 32,17-26-17,68-25-15,43-25 16,25-18-1,18 1-15,8-26 16,8 8 0</inkml:trace>
  <inkml:trace contextRef="#ctx0" brushRef="#br0" timeOffset="4527.7">21918 11132 0,'0'0'0,"0"0"0,-9 0 15,1 0 1,-35 0 0,-34 26-16,-8 42 15,-9 42 1,-17 27-16,-34 16 16,17 34-1,43-43 1,33-50-16,27-35 15,8-16-15,17-9 16,8-9 0,103 18-16,265-18 15,102-33-15,-86-9 16</inkml:trace>
  <inkml:trace contextRef="#ctx0" brushRef="#br0" timeOffset="6312.84">25810 10503 0,'0'0'0,"0"0"16,0 0-16,0 0 15,17 17 1,25 17-16,52 17 15,26 26 1,25 16-16,17 9 16,9-8-16,-1-9 15,-24 0 1,-10 8-16,-16-8 16,-18 9-1,-8-17-15,-9-18 16,9-8-1,0 0-15,-9-8 16,-8-1 0,0 1-1,-9-18-15,-25-16 16,0-1-16,25 1 16,-8-9-1,-35 0-15</inkml:trace>
  <inkml:trace contextRef="#ctx0" brushRef="#br0" timeOffset="6754.32">28302 11515 0,'0'0'0,"0"0"0,0 0 16,0 0 0,0 0-1,0 0-15,0 0 16,17 17 0,0 0-1,17 17-15,17 9 16,9 8-16,0 8 15,-17-16 1,-18-9-16,-16-9 16,-1-16-1,1-1-15,-1 9 16,-16 9 0,-35 16-1,-68 18-15,-77-1 16,-93 18-1,-61 16-15,1 26 16</inkml:trace>
  <inkml:trace contextRef="#ctx0" brushRef="#br0" timeOffset="11773.65">17164 14177 0,'0'0'0,"0"0"0,0 0 0,-9 0 31,-8 0-31,-34 17 0,-43 25 31,-25 35-15,-9 68-16,0 50 0,8 35 16,9-18-16,43-50 31,25-17-31,26-43 16,17-34-1,26-26-15,25 1 16,43-18-1,42-33-15,35-52 16,17-76 0,-26-25-16,-43-10 15,1-33 1,-35 34-16,-34-17 16,-16-8-1,-27 24-15,-42-16 16,-43 9-1,-8 42-15,-26 51 16,-51 34 0,-146 8-16</inkml:trace>
  <inkml:trace contextRef="#ctx0" brushRef="#br0" timeOffset="13663.77">16063 15146 0,'0'0'0,"0"0"0,0 0 15,17 0 1,0 0-16,0 0 16,0 0-16,-8 0 15,-9 0 1,0 0 0,0 0-16,0 0 15,0 0 1,8 9-16,1 8 15,-1 0 1,1 0-16,-1 8 16,1 1-1,-1 8 1,1 0-16,-9 17 16,0 26-16,-9 33 0,-16 35 15,-26 8-15,-1 17 31,-7 0-15,7 0 0,1-34-16,0-42 15,17-35-15,17-25 16,0-8 0,17-18-16,0-8 15,17-17 1,-9-42-16,1-69 15,-1 26 1,9 51-16,-8 26 16,-1 8-1,1 17-15,-9 0 16,0 0 0,-9 8-1,1 9-15,-18 9 16,9-1-16,0 9 15,0 9 1,0 25-16,0 8 16,8 9-16,9 0 15,0 9 1,18-26 0,-1-9-16,17-16 15,0-9 1,9-9-16,42-33 15,69-60 1,42-43-16,-25 9 16,-9-8-1,111-69-15</inkml:trace>
  <inkml:trace contextRef="#ctx0" brushRef="#br0" timeOffset="15304.11">16899 15223 0,'0'0'0,"0"0"0,26 17 16,25 0 0,17 17-16,9 9 0,0 16 31,17 18-31,17 33 15,-26 1-15,-8-18 16,0-8 0,0 0-16,16 9 15,1-26 1,-51-43 0</inkml:trace>
  <inkml:trace contextRef="#ctx0" brushRef="#br0" timeOffset="15821.53">18034 15623 0,'0'0'0,"0"0"0,0 8 15,17 18-15,18 8 16,16 17-16,0 0 16,17-9-1,9 1-15,0-1 16,-17 1-1,-18-18 1,-16 1-16,-9-9 16,-8-9-1,-1 9-15,-34 17 16,-59 26-16,-69 8 16,-16-17-1,-103-8 1</inkml:trace>
  <inkml:trace contextRef="#ctx0" brushRef="#br0" timeOffset="30976.7">10174 11983 0,'0'0'0,"0"0"0,0 0 0,0 0 16,0 0-1,0 0-15,0 0 16,8 8-1,1 9-15,8 0 16,0 0 0,0 17-16,9 17 15,-1 9 1,-16 33-16,-18 18 16,1 8-1,-18 17-15,-17-8 16,-8-18-16,-26 1 15,0-18 1,1-25-16,16-25 31,26-18-31,8-16 16,9-9 0,9-9-16,-1-16 15,9-1-15,0 9 16,0 0-1,17 0-15,0 0 16,9 9 0,8 16-1,0 18-15,9 16 16,8 18-16,0-1 16,-8 1-1,0-17-15,16-1 16,10-16-16,-1-18 15,-34 1 1</inkml:trace>
  <inkml:trace contextRef="#ctx0" brushRef="#br0" timeOffset="31470.23">11198 12451 0,'0'0'0,"0"0"16,0 0-16,0 0 15,-9 0-15,1 0 16,-18 17 0,-17 25-1,-33 18-15,7 8 0,10 8 31,16 9-31,17 9 16,9-18 0,17-16-16,34 8 15,18 0 1,16-34 0,9-17-16,17-26 0,0-25 31,-43 9-31</inkml:trace>
  <inkml:trace contextRef="#ctx0" brushRef="#br0" timeOffset="31708.84">11360 12017 0,'0'0'0,"0"0"16,0 0-16,0 0 15,9 8-15</inkml:trace>
  <inkml:trace contextRef="#ctx0" brushRef="#br0" timeOffset="43121.73">10899 13565 0,'0'0'16,"0"0"-16,0 0 0,0 0 0,0 0 16,0 0-1,9 8-15,8 1 16,0-1-1,0 9-15,8 0 16,1 0 0,8 17-16,0 17 15,0 9 1,-8 8-16,0 0 16,-18 0-16,-16 17 15,-18 0 1,0 0-1,-25-8-15,-17-18 16,0-16-16,8-18 16,0 1-1,0-18-15,18-8 16,8 0 0,8 0-16,9 0 15,0 0 1,17 0-16,0 0 15,0 0 1,0-8 0,17-1-16,17 1 15,34 8 1,35 17-16,-18 0 16,-17 17-16,-8 0 15,0 0 1,-17-9-16,-1-8 15,1-8 1,17-18-16,-26 9 16</inkml:trace>
  <inkml:trace contextRef="#ctx0" brushRef="#br0" timeOffset="43568.28">11906 13888 0,'0'0'0,"0"0"0,0 0 16,0 0 0,0 0-1,-8 8-15,-1 18 16,-8 16-16,0 26 31,-9 9-31,9-1 16,0-16-1,0 0-15,17-18 16,0 1-16,9-9 16,8 8-1,0 1 1,0-9-16,26-9 16,16-8-1,-16-8-15,-17-9 0</inkml:trace>
  <inkml:trace contextRef="#ctx0" brushRef="#br0" timeOffset="43798.5">12196 13369 0,'0'0'0,"0"0"0,0 0 15,0 0 1,0 26-16,0 16 16,0-25-1</inkml:trace>
  <inkml:trace contextRef="#ctx0" brushRef="#br0" timeOffset="44124.29">13186 13590 0,'0'0'0,"0"0"0,-8 9 0,-9 16 16,-26 26 0,1 26-1,-10 33-15,18 1 16,0-9-1,0-17-15,17-17 16,8-34-16</inkml:trace>
  <inkml:trace contextRef="#ctx0" brushRef="#br0" timeOffset="44371.89">12726 13854 0,'0'0'0,"0"0"0,0 0 16,0 0 0,8 0-1,18 8-15,16 1 16,78-1-1,25-8-15,-26-17 16,-59 9 0</inkml:trace>
  <inkml:trace contextRef="#ctx0" brushRef="#br0" timeOffset="44659.15">14347 13190 0,'0'0'0,"0"0"0,0 34 15,-8 34-15,-1 52 16,-8 41-16,-8 26 31,-1 34-31,-8 0 16,17-33 0,-9 92-16</inkml:trace>
  <inkml:trace contextRef="#ctx0" brushRef="#br0" timeOffset="75716.21">10959 15300 0,'0'0'0,"0"0"0,0 0 0,0 0 16,0 0-1,0 0-15,0 0 16,0 0 0,0 0-16,0 0 15,0 0 1,0 17-16,-9 8 15,1 18 1,-9 25-16,-9 25 16,1-16-1,7-1 1,1 1-16,0-1 16,0 18-1,0 16-15,9-8 16,-1-16-1,1-10-15,-1-16 16,0-18-16,9-16 16,0-1-1,0-16 1,0-1-16,0 1 0,0-9 16,0 0-1,0 0 1,0 0-16,0 0 15,0 0 1,26 8-16,34 9 16,25 9-16,-25-1 31,-9 1-31,17 8 16,-8 0-1,-9 8-15,43-16 16,17-18-1,-60-16-15</inkml:trace>
  <inkml:trace contextRef="#ctx0" brushRef="#br0" timeOffset="76443.53">11957 15146 0,'0'0'0,"-8"0"0,-1 0 16,1 9-16,-18 8 16,-8 25-1,-9 18-15,1 25 16,-9 0-1,8 0-15,-8 9 16,8-1 0,17-8-16,9-25 15,17-9-15,9-9 16,8-8 0,0-8-1,17-18-15,-8-8 16</inkml:trace>
  <inkml:trace contextRef="#ctx0" brushRef="#br0" timeOffset="76696.23">12188 14917 0,'0'0'0,"0"0"16,0 0-16,0 0 16,0 17-16,0 17 15,8-17 1</inkml:trace>
  <inkml:trace contextRef="#ctx0" brushRef="#br0" timeOffset="77084.75">11112 16124 0,'0'0'16,"0"0"-16,0 0 0,0 0 15,0 0 1,26-8-16,25-9 16,86-9-1,17-8-15,-35 9 16,52 8 0,-9 17-16,-34 0 15,-17 17-15,17 17 16,-60-9-1</inkml:trace>
  <inkml:trace contextRef="#ctx0" brushRef="#br0" timeOffset="77643.32">11676 16711 0,'0'0'0,"0"0"0,8 0 15,9 0-15,9 0 16,0 0 15,-1 9-31,1 8 16,-1 0 0,-16 0-16,0 17 0,-18 17 31,-8 8-31,-9 1 15,-8-18 1,9-8-16,7-17 0,10-8 16,-1-1-16,9 1 31,0-9-15,0-9-16,17 1 15,35-18 1,59 1-16,25 8 15,-33 17 1,-27 17-16,-7 0 16,-1 0-1,0 8-15,-25-16 16</inkml:trace>
  <inkml:trace contextRef="#ctx0" brushRef="#br0" timeOffset="78189.94">13451 15359 0,'0'0'0,"0"9"0,0 25 16,-8 68 0,-10 51-16,-7 0 15,8 34 1,0 8 0,0-41-16,8 7 15,9-8 1,0-34-16,0-42 15,0-26 1,0-9-16,0-16 16,0-1-1,0-16-15,0-1 16,0 1-16,0-9 16,0 0-16,0 0 15,0 0 1,0 0-16,0 0 15,0 0 17,0 0-32,0 0 15,-8 8-15,-61 18 16,-50 16 0,-9 10-1,-17-1-15,-137 34 16</inkml:trace>
  <inkml:trace contextRef="#ctx0" brushRef="#br0" timeOffset="80949.7">13408 16192 0,'0'0'0,"0"0"0,0 0 0,0 0 16,9-8 0,17 8-16,8-9 31,17 1-31,34-18 15,35-16 1,33-26-16,1-17 16,17-26-16,51-25 15,-9-17 1,-8-34 0,0-26-16,-9 1 15,-34 8 1,0-9-16,-25-8 15,-52 25 1,-25 1-16,-17-1 16,-43-8-1,-35 0-15,-24-17 16,-44-34 0,-8 25-16,-25 17 15,-26 9 1,-1 34-16,-33 9 15,-34 16 1,-35 26-16,-25 0 16,-17 25-1,25 35-15,-51 16 16,-25-8 0,42 26-16,-17 16 15,34 26 1,1 9-16,-1 8 15,43 0-15,25 8 16,18 1 0,42-9-1,94-8-15,35-18 16,8 1 0,25-18-16,18-8 15,33-34-15,44-17 16,16-17-16,-8 17 15,-34 25 1,-26 26-16,-9 0 31,-16 9-31,0 8 16,-9 0 0,0 0-16,-26 8 15,-59 18 1,-78 16-1,-16 26-15,9 9 0,24-9 16,61-17 0,42-25-1,26-9-15,26 8 16,51 26-16,136 26 16,111-1-1,52-8 1,16 9-16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0D1F59-0C63-44D8-BE72-2266A9516CA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9C3430-04EA-4E2B-840E-2DAFF95C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3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3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78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6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6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6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34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72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87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7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customXml" Target="../ink/ink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customXml" Target="../ink/ink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1.xm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2.xml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3.xml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4.xml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5: Priority Queues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D41E5-465C-EBB5-E9CD-029376B83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ADT: Priority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F048E-DA88-5227-7793-0EE138E73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What is it?</a:t>
            </a:r>
          </a:p>
          <a:p>
            <a:pPr lvl="1"/>
            <a:r>
              <a:rPr lang="en-US" dirty="0"/>
              <a:t>A collection of items and their “priorities”</a:t>
            </a:r>
          </a:p>
          <a:p>
            <a:pPr lvl="1"/>
            <a:r>
              <a:rPr lang="en-US" dirty="0"/>
              <a:t>Allows quick access/removal to the “top priority” thing</a:t>
            </a:r>
          </a:p>
          <a:p>
            <a:pPr lvl="2"/>
            <a:r>
              <a:rPr lang="en-US" dirty="0"/>
              <a:t>Usually a smaller priority value means the item is “more important”</a:t>
            </a:r>
          </a:p>
          <a:p>
            <a:r>
              <a:rPr lang="en-US" dirty="0"/>
              <a:t>What Operations do we need?</a:t>
            </a:r>
          </a:p>
          <a:p>
            <a:pPr lvl="1"/>
            <a:r>
              <a:rPr lang="en-US" dirty="0"/>
              <a:t>insert(item, priority)</a:t>
            </a:r>
          </a:p>
          <a:p>
            <a:pPr lvl="2"/>
            <a:r>
              <a:rPr lang="en-US" dirty="0"/>
              <a:t>Add a new item to the PQ with indicated priority</a:t>
            </a:r>
          </a:p>
          <a:p>
            <a:pPr lvl="1"/>
            <a:r>
              <a:rPr lang="en-US" dirty="0"/>
              <a:t>extract</a:t>
            </a:r>
          </a:p>
          <a:p>
            <a:pPr lvl="2"/>
            <a:r>
              <a:rPr lang="en-US" dirty="0"/>
              <a:t>Remove and return the “top priority” item from the queue</a:t>
            </a:r>
          </a:p>
          <a:p>
            <a:pPr lvl="3"/>
            <a:r>
              <a:rPr lang="en-US" dirty="0"/>
              <a:t>Usually the item with the smallest priority value</a:t>
            </a:r>
          </a:p>
          <a:p>
            <a:pPr lvl="1"/>
            <a:r>
              <a:rPr lang="en-US" dirty="0" err="1"/>
              <a:t>IsEmpty</a:t>
            </a:r>
            <a:endParaRPr lang="en-US" dirty="0"/>
          </a:p>
          <a:p>
            <a:pPr lvl="2"/>
            <a:r>
              <a:rPr lang="en-US" dirty="0"/>
              <a:t>Indicate whether or not there are items still on the queue</a:t>
            </a:r>
          </a:p>
          <a:p>
            <a:r>
              <a:rPr lang="en-US" dirty="0"/>
              <a:t>Note: the “priority” value can be any type/class so long as it’s comparable (i.e. you can use “&lt;“ or “</a:t>
            </a:r>
            <a:r>
              <a:rPr lang="en-US" dirty="0" err="1"/>
              <a:t>compareTo</a:t>
            </a:r>
            <a:r>
              <a:rPr lang="en-US" dirty="0"/>
              <a:t>” with it)</a:t>
            </a:r>
          </a:p>
        </p:txBody>
      </p:sp>
    </p:spTree>
    <p:extLst>
      <p:ext uri="{BB962C8B-B14F-4D97-AF65-F5344CB8AC3E}">
        <p14:creationId xmlns:p14="http://schemas.microsoft.com/office/powerpoint/2010/main" val="284699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ACA63-A283-2B9A-141D-40EDAC372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5ED34-AF75-C4E8-5894-C0401FAABB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ER</a:t>
            </a:r>
          </a:p>
          <a:p>
            <a:r>
              <a:rPr lang="en-US" dirty="0"/>
              <a:t>Server packets</a:t>
            </a:r>
          </a:p>
          <a:p>
            <a:pPr lvl="1"/>
            <a:r>
              <a:rPr lang="en-US" dirty="0"/>
              <a:t>If a server overloaded</a:t>
            </a:r>
          </a:p>
          <a:p>
            <a:r>
              <a:rPr lang="en-US" dirty="0"/>
              <a:t>Todo list</a:t>
            </a:r>
          </a:p>
          <a:p>
            <a:r>
              <a:rPr lang="en-US" dirty="0"/>
              <a:t>Airport boarding</a:t>
            </a:r>
          </a:p>
          <a:p>
            <a:r>
              <a:rPr lang="en-US" dirty="0"/>
              <a:t>Support tickets</a:t>
            </a:r>
          </a:p>
          <a:p>
            <a:r>
              <a:rPr lang="en-US" dirty="0"/>
              <a:t>Online gaming server</a:t>
            </a:r>
          </a:p>
          <a:p>
            <a:r>
              <a:rPr lang="en-US" dirty="0"/>
              <a:t>Course registration</a:t>
            </a:r>
          </a:p>
        </p:txBody>
      </p:sp>
    </p:spTree>
    <p:extLst>
      <p:ext uri="{BB962C8B-B14F-4D97-AF65-F5344CB8AC3E}">
        <p14:creationId xmlns:p14="http://schemas.microsoft.com/office/powerpoint/2010/main" val="1590562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6CB2-21FD-58F8-0744-75D5A27E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through implementations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DE81BF-64A3-93DD-75E1-1B8B7ADAA4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917307"/>
              </p:ext>
            </p:extLst>
          </p:nvPr>
        </p:nvGraphicFramePr>
        <p:xfrm>
          <a:off x="838200" y="1825625"/>
          <a:ext cx="10515597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6360">
                  <a:extLst>
                    <a:ext uri="{9D8B030D-6E8A-4147-A177-3AD203B41FA5}">
                      <a16:colId xmlns:a16="http://schemas.microsoft.com/office/drawing/2014/main" val="3859037791"/>
                    </a:ext>
                  </a:extLst>
                </a:gridCol>
                <a:gridCol w="3789680">
                  <a:extLst>
                    <a:ext uri="{9D8B030D-6E8A-4147-A177-3AD203B41FA5}">
                      <a16:colId xmlns:a16="http://schemas.microsoft.com/office/drawing/2014/main" val="1986166423"/>
                    </a:ext>
                  </a:extLst>
                </a:gridCol>
                <a:gridCol w="4099557">
                  <a:extLst>
                    <a:ext uri="{9D8B030D-6E8A-4147-A177-3AD203B41FA5}">
                      <a16:colId xmlns:a16="http://schemas.microsoft.com/office/drawing/2014/main" val="36671045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Data 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100" dirty="0"/>
                        <a:t>Worst case time to insert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dirty="0"/>
                        <a:t>Worst case time to extract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940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Unsorted Array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18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Unsorted Linked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7532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Sorted Array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15488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Sorted Linked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73790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Binary Search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195905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5DC9A6B-441D-32AF-47B4-F4888F339B90}"/>
              </a:ext>
            </a:extLst>
          </p:cNvPr>
          <p:cNvSpPr txBox="1"/>
          <p:nvPr/>
        </p:nvSpPr>
        <p:spPr>
          <a:xfrm>
            <a:off x="838200" y="5852160"/>
            <a:ext cx="97078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simplicity,  Assume we know the maximum size of the PQ in advance (otherwise we’d do an amortized analysis, but get the same answers…)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047C905-9C75-402D-1985-45145A1163BF}"/>
                  </a:ext>
                </a:extLst>
              </p14:cNvPr>
              <p14:cNvContentPartPr/>
              <p14:nvPr/>
            </p14:nvContentPartPr>
            <p14:xfrm>
              <a:off x="9088560" y="3606480"/>
              <a:ext cx="37440" cy="35568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047C905-9C75-402D-1985-45145A1163B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072720" y="3543120"/>
                <a:ext cx="68760" cy="48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6A883016-0920-5C23-E535-F4A455D3920D}"/>
                  </a:ext>
                </a:extLst>
              </p14:cNvPr>
              <p14:cNvContentPartPr/>
              <p14:nvPr/>
            </p14:nvContentPartPr>
            <p14:xfrm>
              <a:off x="3226320" y="2176920"/>
              <a:ext cx="8354520" cy="435096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6A883016-0920-5C23-E535-F4A455D3920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216960" y="2167560"/>
                <a:ext cx="8373240" cy="4369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525057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6CB2-21FD-58F8-0744-75D5A27E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through implementations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99397783"/>
                  </p:ext>
                </p:extLst>
              </p:nvPr>
            </p:nvGraphicFramePr>
            <p:xfrm>
              <a:off x="838200" y="1825625"/>
              <a:ext cx="10515597" cy="2468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99397783"/>
                  </p:ext>
                </p:extLst>
              </p:nvPr>
            </p:nvGraphicFramePr>
            <p:xfrm>
              <a:off x="838200" y="1825625"/>
              <a:ext cx="10515597" cy="2468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110448" r="-108842" b="-4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110448" r="-594" b="-4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207353" r="-108842" b="-3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207353" r="-594" b="-3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307353" r="-108842" b="-2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307353" r="-594" b="-2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413433" r="-108842" b="-1298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413433" r="-594" b="-1298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505882" r="-108842" b="-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505882" r="-594" b="-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C7AD587-59D0-A1C8-89A2-1EC8852362D7}"/>
              </a:ext>
            </a:extLst>
          </p:cNvPr>
          <p:cNvSpPr txBox="1"/>
          <p:nvPr/>
        </p:nvSpPr>
        <p:spPr>
          <a:xfrm>
            <a:off x="838200" y="5852160"/>
            <a:ext cx="97078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simplicity,  Assume we know the maximum size of the PQ in advance (otherwise we’d do an amortized analysis, but get the same answers…)</a:t>
            </a:r>
          </a:p>
        </p:txBody>
      </p:sp>
    </p:spTree>
    <p:extLst>
      <p:ext uri="{BB962C8B-B14F-4D97-AF65-F5344CB8AC3E}">
        <p14:creationId xmlns:p14="http://schemas.microsoft.com/office/powerpoint/2010/main" val="24142154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6CB2-21FD-58F8-0744-75D5A27E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through implementations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243768867"/>
                  </p:ext>
                </p:extLst>
              </p:nvPr>
            </p:nvGraphicFramePr>
            <p:xfrm>
              <a:off x="838200" y="1825625"/>
              <a:ext cx="10515597" cy="2880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Heap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1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1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765175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243768867"/>
                  </p:ext>
                </p:extLst>
              </p:nvPr>
            </p:nvGraphicFramePr>
            <p:xfrm>
              <a:off x="838200" y="1825625"/>
              <a:ext cx="10515597" cy="2880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110448" r="-108842" b="-5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110448" r="-594" b="-5343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207353" r="-108842" b="-4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207353" r="-594" b="-4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311940" r="-108842" b="-3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311940" r="-594" b="-3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405882" r="-108842" b="-2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405882" r="-594" b="-2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513433" r="-108842" b="-1313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513433" r="-594" b="-1313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Heap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604412" r="-108842" b="-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604412" r="-594" b="-294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76517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5A04C30-28A0-45BD-0DCC-6FE722E39D48}"/>
              </a:ext>
            </a:extLst>
          </p:cNvPr>
          <p:cNvSpPr txBox="1"/>
          <p:nvPr/>
        </p:nvSpPr>
        <p:spPr>
          <a:xfrm>
            <a:off x="838200" y="5852160"/>
            <a:ext cx="97078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simplicity,  Assume we know the maximum size of the PQ in advance (otherwise we’d do an amortized analysis, but get the same answers…)</a:t>
            </a:r>
          </a:p>
        </p:txBody>
      </p:sp>
    </p:spTree>
    <p:extLst>
      <p:ext uri="{BB962C8B-B14F-4D97-AF65-F5344CB8AC3E}">
        <p14:creationId xmlns:p14="http://schemas.microsoft.com/office/powerpoint/2010/main" val="3914709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67FF0-73B3-18E1-1353-1FC326B05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Trees for Heaps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FACA28-A63F-17B5-D7E2-8052BDD1DC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Trees:</a:t>
                </a:r>
              </a:p>
              <a:p>
                <a:pPr lvl="1"/>
                <a:r>
                  <a:rPr lang="en-US" dirty="0"/>
                  <a:t>The branching factor is 2</a:t>
                </a:r>
              </a:p>
              <a:p>
                <a:pPr lvl="1"/>
                <a:r>
                  <a:rPr lang="en-US" dirty="0"/>
                  <a:t>Every node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2 children</a:t>
                </a:r>
              </a:p>
              <a:p>
                <a:r>
                  <a:rPr lang="en-US" dirty="0"/>
                  <a:t>Complete Tree:</a:t>
                </a:r>
              </a:p>
              <a:p>
                <a:pPr lvl="1"/>
                <a:r>
                  <a:rPr lang="en-US" dirty="0"/>
                  <a:t>All “layers” are full, except the bottom</a:t>
                </a:r>
              </a:p>
              <a:p>
                <a:pPr lvl="1"/>
                <a:r>
                  <a:rPr lang="en-US" dirty="0"/>
                  <a:t>Bottom layer filled left-to-right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FACA28-A63F-17B5-D7E2-8052BDD1DC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745763F0-6769-2287-CC78-BCD511A25F3D}"/>
              </a:ext>
            </a:extLst>
          </p:cNvPr>
          <p:cNvGrpSpPr/>
          <p:nvPr/>
        </p:nvGrpSpPr>
        <p:grpSpPr>
          <a:xfrm>
            <a:off x="5161281" y="2808212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F7E31A0-3D28-578F-5A14-F09AA762C56B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8E57D9C-90AC-1E4D-B4B2-6035E42D446F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B69181F-C6C8-0F25-3774-618748080A5E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4E7A57F-281D-14D1-8FD1-B7676D989C3C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69DA9B6-1EB5-447B-ED91-6211BEDDA0F2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65DDE04-CC29-E791-DD6A-810566C87691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C1B6C2F-9FFB-4EEB-3096-46005109CDE9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F5AC253-EE0F-A59C-CD48-00D35FA98918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694BE88-313B-BF69-CC7B-CDB41993619D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5BEC51-2B81-F5B1-3172-D2C934522EE8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76CC7CC-AE23-0FD3-CE5F-8504F07C64B7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5647F1-AB09-5E14-4D54-F9A40B1E0C28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7D23AFF-4086-7B95-E87D-F527D08A1AD3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D427BB4-6F03-67AA-C1CC-7E6FCA3D63F4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B0041F5-7180-BE30-B46A-30863B150E6E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952D87F-314D-CE71-4735-6CB05C141444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AB2EEED4-A26A-7898-FCF1-C0AA68E4D5B5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86865B4C-018E-A983-87D4-12214B616780}"/>
                  </a:ext>
                </a:extLst>
              </p14:cNvPr>
              <p14:cNvContentPartPr/>
              <p14:nvPr/>
            </p14:nvContentPartPr>
            <p14:xfrm>
              <a:off x="1517760" y="3738240"/>
              <a:ext cx="6462000" cy="222912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86865B4C-018E-A983-87D4-12214B61678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08400" y="3728880"/>
                <a:ext cx="6480720" cy="2247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763535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A069-E0AF-EBEE-3120-4318DF25C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 Data Structure – Heap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CD4E4A-D376-CCD8-BF06-19D9E2D50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Idea: Maintain a limited amount of order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worst case for extract and insert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CD4E4A-D376-CCD8-BF06-19D9E2D50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860A17D2-D1DC-EB90-0F1F-B576ACAA6D5B}"/>
              </a:ext>
            </a:extLst>
          </p:cNvPr>
          <p:cNvGrpSpPr/>
          <p:nvPr/>
        </p:nvGrpSpPr>
        <p:grpSpPr>
          <a:xfrm>
            <a:off x="5161281" y="2808212"/>
            <a:ext cx="6934200" cy="3368751"/>
            <a:chOff x="2590801" y="2672070"/>
            <a:chExt cx="6934200" cy="3368751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0E16EF1-E0DE-F370-E581-946E72846104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45C3EBE-556C-5377-E6B8-DD961CEA7DFD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0B45233-474B-D142-219F-3E2B3AC692B9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E202AD5-FD55-ED1F-2E5A-AA6DE5FB534F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55CF38E-7DC0-6240-8663-B411669B6536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F4CC478-74A8-998F-9A93-3856DF9C77C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0E3CC96-BBE6-289E-ED25-7D583BF06E09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E4DD672-6BA5-032B-AF77-D37A27D159F3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01B6D2E-E2AA-4C8C-1EAD-8C12D7FF3633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248F384-51C8-527F-7FB4-5BBB372B6677}"/>
                </a:ext>
              </a:extLst>
            </p:cNvPr>
            <p:cNvCxnSpPr>
              <a:cxnSpLocks/>
              <a:stCxn id="4" idx="3"/>
              <a:endCxn id="5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002DF07-0E13-B858-3BA7-5900F9516216}"/>
                </a:ext>
              </a:extLst>
            </p:cNvPr>
            <p:cNvCxnSpPr>
              <a:cxnSpLocks/>
              <a:stCxn id="4" idx="5"/>
              <a:endCxn id="6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184EDD4-811C-EDDD-E685-8BB995834CA3}"/>
                </a:ext>
              </a:extLst>
            </p:cNvPr>
            <p:cNvCxnSpPr>
              <a:stCxn id="8" idx="1"/>
              <a:endCxn id="5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D010E68-C147-D53D-76FA-0AC012CD9A6F}"/>
                </a:ext>
              </a:extLst>
            </p:cNvPr>
            <p:cNvCxnSpPr>
              <a:stCxn id="7" idx="7"/>
              <a:endCxn id="5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C35A445-FC36-61C2-4F6B-88DF180C943C}"/>
                </a:ext>
              </a:extLst>
            </p:cNvPr>
            <p:cNvCxnSpPr>
              <a:stCxn id="12" idx="0"/>
              <a:endCxn id="7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6173BE8-0C63-61AC-C82D-DA0736EC7C33}"/>
                </a:ext>
              </a:extLst>
            </p:cNvPr>
            <p:cNvCxnSpPr>
              <a:stCxn id="11" idx="0"/>
              <a:endCxn id="7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859FA23-DDB5-C437-52D4-C8687D34BF71}"/>
                </a:ext>
              </a:extLst>
            </p:cNvPr>
            <p:cNvCxnSpPr>
              <a:stCxn id="9" idx="7"/>
              <a:endCxn id="6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F0309B5-D192-7F29-3E8C-A9BE86027085}"/>
                </a:ext>
              </a:extLst>
            </p:cNvPr>
            <p:cNvCxnSpPr>
              <a:stCxn id="10" idx="1"/>
              <a:endCxn id="6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68B2DBE1-A7A5-F9ED-B751-17CA913AABE5}"/>
                  </a:ext>
                </a:extLst>
              </p14:cNvPr>
              <p14:cNvContentPartPr/>
              <p14:nvPr/>
            </p14:nvContentPartPr>
            <p14:xfrm>
              <a:off x="1351800" y="2332800"/>
              <a:ext cx="8477640" cy="384912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68B2DBE1-A7A5-F9ED-B751-17CA913AABE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42440" y="2323440"/>
                <a:ext cx="8496360" cy="3867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20727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CEA206E-E4F0-F25D-7FB9-EC12CCD00DB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Achieving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 Running Time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CEA206E-E4F0-F25D-7FB9-EC12CCD00D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8C1EDC-77CF-F245-8CDE-E3968F223C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What is the maximum number of total nodes in a binary tree of height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If I have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 in a binary tree, what is its minimum height?</a:t>
                </a:r>
                <a:endParaRPr lang="en-US" b="0" dirty="0"/>
              </a:p>
              <a:p>
                <a:pPr lvl="1"/>
                <a:r>
                  <a:rPr lang="en-US" b="0" dirty="0"/>
                  <a:t>Find the smallest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b="0" dirty="0"/>
                  <a:t> such that: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b="0" i="0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b="0" dirty="0"/>
                  <a:t>Solve for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b="0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⌈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−1⌉=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en-US" b="0" i="0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H</a:t>
                </a:r>
                <a:r>
                  <a:rPr lang="en-US" b="0" dirty="0"/>
                  <a:t>eight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Heap Idea: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values are inserted into a complete tree, the height will be roughly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endParaRPr lang="en-US" b="0" dirty="0">
                  <a:solidFill>
                    <a:srgbClr val="FF0000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Ensure each insert and extract requires just one “trip” from root to leaf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8C1EDC-77CF-F245-8CDE-E3968F223C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DB12DD4C-A807-106C-DD70-FC05FCA9F2BA}"/>
                  </a:ext>
                </a:extLst>
              </p14:cNvPr>
              <p14:cNvContentPartPr/>
              <p14:nvPr/>
            </p14:nvContentPartPr>
            <p14:xfrm>
              <a:off x="1428840" y="162360"/>
              <a:ext cx="10017000" cy="444564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DB12DD4C-A807-106C-DD70-FC05FCA9F2B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19480" y="153000"/>
                <a:ext cx="10035720" cy="4464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38902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0BF59-083A-CA08-93EA-90DDC967B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(Min) Heap Data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97669B-CBB0-4757-983B-3F44485761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Keep items in a complete binary tree</a:t>
                </a:r>
              </a:p>
              <a:p>
                <a:r>
                  <a:rPr lang="en-US" dirty="0"/>
                  <a:t>Maintain the “(Min) Heap Property” of the tree</a:t>
                </a:r>
              </a:p>
              <a:p>
                <a:pPr lvl="1"/>
                <a:r>
                  <a:rPr lang="en-US" dirty="0"/>
                  <a:t>Every node’s priority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its children’s priority</a:t>
                </a:r>
              </a:p>
              <a:p>
                <a:pPr lvl="1"/>
                <a:r>
                  <a:rPr lang="en-US" sz="2000" dirty="0"/>
                  <a:t>Max Heap Property: every node’s priority is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2000" dirty="0"/>
                  <a:t> its children</a:t>
                </a:r>
                <a:endParaRPr lang="en-US" dirty="0"/>
              </a:p>
              <a:p>
                <a:r>
                  <a:rPr lang="en-US" dirty="0"/>
                  <a:t>Where is the min?</a:t>
                </a:r>
              </a:p>
              <a:p>
                <a:r>
                  <a:rPr lang="en-US" dirty="0"/>
                  <a:t>How do I insert?</a:t>
                </a:r>
              </a:p>
              <a:p>
                <a:r>
                  <a:rPr lang="en-US" dirty="0"/>
                  <a:t>How do I extract?</a:t>
                </a:r>
              </a:p>
              <a:p>
                <a:r>
                  <a:rPr lang="en-US" dirty="0"/>
                  <a:t>How to do it in Java?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97669B-CBB0-4757-983B-3F44485761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8AE6CBA-AB2F-80B2-02B0-F3E0F80B5682}"/>
              </a:ext>
            </a:extLst>
          </p:cNvPr>
          <p:cNvGrpSpPr/>
          <p:nvPr/>
        </p:nvGrpSpPr>
        <p:grpSpPr>
          <a:xfrm>
            <a:off x="5161281" y="2808212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C35D44B-7628-E1CA-355C-F1502458AAFF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06D75F0-1F90-45CD-3466-F0D3151331C2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5428839-BA2F-B30D-94E5-826514CC6F90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AAF1CD9-D7B0-1F23-5F0D-1AE7356B4063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A3A9B3C-DD7B-FA7F-8066-BF8EDE5C6C0E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4A5175A-FD0A-6371-2F1B-DB3E686ECC8D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A33B652-75C8-B0DA-13BD-38B23E9E57B2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36E5ACF-446B-CD24-C4B1-D4CCCBEFC8B9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628E15AD-EBCB-3F3E-9454-F62DC58673EF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474545E-8779-A2D5-CC1E-916D83DAFEC0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C832117-1D91-EA54-AA48-D42D50B6E77D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216AEFE-FACF-94D3-2B06-267CC376A70D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F51E84C-C241-3587-EEAA-D44DCC6EB670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2F6055D-B72C-64B7-C5B6-16DED3B88937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820EC72-600D-B503-2BA3-2F770786B564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E5B7A2E-C48F-13F0-EC5F-40C151CCB2C5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6A696EE-72D9-D0B0-C82B-CF1F4D5D6426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CFA1639B-E9FD-3C27-5607-507CA6A4546C}"/>
                  </a:ext>
                </a:extLst>
              </p14:cNvPr>
              <p14:cNvContentPartPr/>
              <p14:nvPr/>
            </p14:nvContentPartPr>
            <p14:xfrm>
              <a:off x="4086360" y="2596320"/>
              <a:ext cx="5626440" cy="375084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CFA1639B-E9FD-3C27-5607-507CA6A4546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77000" y="2586960"/>
                <a:ext cx="5645160" cy="3769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38341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F168B-C22F-1B48-82E7-F81CD4DCA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079" y="372281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insert(item, priority){</a:t>
            </a:r>
          </a:p>
          <a:p>
            <a:pPr marL="0" indent="0">
              <a:buNone/>
            </a:pPr>
            <a:r>
              <a:rPr lang="en-US" dirty="0"/>
              <a:t>    put item in the “next open” spot (keep tree complete)</a:t>
            </a:r>
          </a:p>
          <a:p>
            <a:pPr marL="0" indent="0">
              <a:buNone/>
            </a:pPr>
            <a:r>
              <a:rPr lang="en-US" dirty="0"/>
              <a:t>    while (priority &lt; parent’s priority){</a:t>
            </a:r>
          </a:p>
          <a:p>
            <a:pPr marL="0" indent="0">
              <a:buNone/>
            </a:pPr>
            <a:r>
              <a:rPr lang="en-US" dirty="0"/>
              <a:t>        swap item with parent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BDE845EB-2C74-AFA6-612A-2B277A969486}"/>
              </a:ext>
            </a:extLst>
          </p:cNvPr>
          <p:cNvSpPr/>
          <p:nvPr/>
        </p:nvSpPr>
        <p:spPr>
          <a:xfrm>
            <a:off x="3782060" y="661091"/>
            <a:ext cx="688077" cy="688077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1.5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BCA409FC-B1E4-514E-5911-BF92E6E7B0E5}"/>
                  </a:ext>
                </a:extLst>
              </p14:cNvPr>
              <p14:cNvContentPartPr/>
              <p14:nvPr/>
            </p14:nvContentPartPr>
            <p14:xfrm>
              <a:off x="7208280" y="2394000"/>
              <a:ext cx="728640" cy="101088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BCA409FC-B1E4-514E-5911-BF92E6E7B0E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98920" y="2384640"/>
                <a:ext cx="747360" cy="1029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952230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F168B-C22F-1B48-82E7-F81CD4DCA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079" y="372281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insert(item, priority){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>
                <a:solidFill>
                  <a:srgbClr val="FF0000"/>
                </a:solidFill>
              </a:rPr>
              <a:t>put item in the “next open” spot (keep tree complete)</a:t>
            </a:r>
          </a:p>
          <a:p>
            <a:pPr marL="0" indent="0">
              <a:buNone/>
            </a:pPr>
            <a:r>
              <a:rPr lang="en-US" dirty="0"/>
              <a:t>    while (priority &lt; parent’s priority){</a:t>
            </a:r>
          </a:p>
          <a:p>
            <a:pPr marL="0" indent="0">
              <a:buNone/>
            </a:pPr>
            <a:r>
              <a:rPr lang="en-US" dirty="0"/>
              <a:t>        swap item with parent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BDE845EB-2C74-AFA6-612A-2B277A969486}"/>
              </a:ext>
            </a:extLst>
          </p:cNvPr>
          <p:cNvSpPr/>
          <p:nvPr/>
        </p:nvSpPr>
        <p:spPr>
          <a:xfrm>
            <a:off x="7332895" y="2754017"/>
            <a:ext cx="688077" cy="688077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1.5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08EB998-8774-511E-D2B0-C8A8B01CF9C0}"/>
              </a:ext>
            </a:extLst>
          </p:cNvPr>
          <p:cNvCxnSpPr>
            <a:cxnSpLocks/>
            <a:stCxn id="24" idx="0"/>
            <a:endCxn id="9" idx="3"/>
          </p:cNvCxnSpPr>
          <p:nvPr/>
        </p:nvCxnSpPr>
        <p:spPr>
          <a:xfrm flipV="1">
            <a:off x="7676934" y="2414389"/>
            <a:ext cx="205519" cy="33962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42387F38-C924-CDDD-2028-66E5DDAEAA6F}"/>
                  </a:ext>
                </a:extLst>
              </p14:cNvPr>
              <p14:cNvContentPartPr/>
              <p14:nvPr/>
            </p14:nvContentPartPr>
            <p14:xfrm>
              <a:off x="8013240" y="2443320"/>
              <a:ext cx="667080" cy="82080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42387F38-C924-CDDD-2028-66E5DDAEAA6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003880" y="2433960"/>
                <a:ext cx="685800" cy="839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782378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F168B-C22F-1B48-82E7-F81CD4DCA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079" y="372281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insert(item, priority){</a:t>
            </a:r>
          </a:p>
          <a:p>
            <a:pPr marL="0" indent="0">
              <a:buNone/>
            </a:pPr>
            <a:r>
              <a:rPr lang="en-US" dirty="0"/>
              <a:t>    put item in the “next open” spot (keep tree complete)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>
                <a:solidFill>
                  <a:srgbClr val="FF0000"/>
                </a:solidFill>
              </a:rPr>
              <a:t>while (priority &lt; parent’s priority){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        swap item with parent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  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1.5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BDE845EB-2C74-AFA6-612A-2B277A969486}"/>
              </a:ext>
            </a:extLst>
          </p:cNvPr>
          <p:cNvSpPr/>
          <p:nvPr/>
        </p:nvSpPr>
        <p:spPr>
          <a:xfrm>
            <a:off x="7332895" y="275401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08EB998-8774-511E-D2B0-C8A8B01CF9C0}"/>
              </a:ext>
            </a:extLst>
          </p:cNvPr>
          <p:cNvCxnSpPr>
            <a:cxnSpLocks/>
            <a:stCxn id="24" idx="0"/>
            <a:endCxn id="9" idx="3"/>
          </p:cNvCxnSpPr>
          <p:nvPr/>
        </p:nvCxnSpPr>
        <p:spPr>
          <a:xfrm flipV="1">
            <a:off x="7676934" y="2414389"/>
            <a:ext cx="205519" cy="3396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ight Brace 22">
            <a:extLst>
              <a:ext uri="{FF2B5EF4-FFF2-40B4-BE49-F238E27FC236}">
                <a16:creationId xmlns:a16="http://schemas.microsoft.com/office/drawing/2014/main" id="{10EC7529-FAB5-F76E-AB09-333DBBED8344}"/>
              </a:ext>
            </a:extLst>
          </p:cNvPr>
          <p:cNvSpPr/>
          <p:nvPr/>
        </p:nvSpPr>
        <p:spPr>
          <a:xfrm>
            <a:off x="7676934" y="4754880"/>
            <a:ext cx="603466" cy="1442029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A71E33-531C-6794-787C-EEC71906132F}"/>
              </a:ext>
            </a:extLst>
          </p:cNvPr>
          <p:cNvSpPr txBox="1"/>
          <p:nvPr/>
        </p:nvSpPr>
        <p:spPr>
          <a:xfrm>
            <a:off x="8264914" y="5245061"/>
            <a:ext cx="17794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Percolate Up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933BD8AD-A49E-51C2-6FD7-76F7C246AF53}"/>
                  </a:ext>
                </a:extLst>
              </p14:cNvPr>
              <p14:cNvContentPartPr/>
              <p14:nvPr/>
            </p14:nvContentPartPr>
            <p14:xfrm>
              <a:off x="7696800" y="1276560"/>
              <a:ext cx="980640" cy="45072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933BD8AD-A49E-51C2-6FD7-76F7C246AF5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87440" y="1267200"/>
                <a:ext cx="999360" cy="469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634574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F168B-C22F-1B48-82E7-F81CD4DCA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079" y="372281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insert(item, priority){</a:t>
            </a:r>
          </a:p>
          <a:p>
            <a:pPr marL="0" indent="0">
              <a:buNone/>
            </a:pPr>
            <a:r>
              <a:rPr lang="en-US" dirty="0"/>
              <a:t>    put item in the “next open” spot (keep tree complete)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>
                <a:solidFill>
                  <a:srgbClr val="FF0000"/>
                </a:solidFill>
              </a:rPr>
              <a:t>while (priority &lt; parent’s priority){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        swap item with parent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  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1.5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BDE845EB-2C74-AFA6-612A-2B277A969486}"/>
              </a:ext>
            </a:extLst>
          </p:cNvPr>
          <p:cNvSpPr/>
          <p:nvPr/>
        </p:nvSpPr>
        <p:spPr>
          <a:xfrm>
            <a:off x="7332895" y="275401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08EB998-8774-511E-D2B0-C8A8B01CF9C0}"/>
              </a:ext>
            </a:extLst>
          </p:cNvPr>
          <p:cNvCxnSpPr>
            <a:cxnSpLocks/>
            <a:stCxn id="24" idx="0"/>
            <a:endCxn id="9" idx="3"/>
          </p:cNvCxnSpPr>
          <p:nvPr/>
        </p:nvCxnSpPr>
        <p:spPr>
          <a:xfrm flipV="1">
            <a:off x="7676934" y="2414389"/>
            <a:ext cx="205519" cy="3396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ight Brace 22">
            <a:extLst>
              <a:ext uri="{FF2B5EF4-FFF2-40B4-BE49-F238E27FC236}">
                <a16:creationId xmlns:a16="http://schemas.microsoft.com/office/drawing/2014/main" id="{113E0DB5-8485-A62A-6719-A1A384A9B517}"/>
              </a:ext>
            </a:extLst>
          </p:cNvPr>
          <p:cNvSpPr/>
          <p:nvPr/>
        </p:nvSpPr>
        <p:spPr>
          <a:xfrm>
            <a:off x="7676934" y="4754880"/>
            <a:ext cx="603466" cy="1442029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429527-753E-8035-F681-3E6BDB01C6DE}"/>
              </a:ext>
            </a:extLst>
          </p:cNvPr>
          <p:cNvSpPr txBox="1"/>
          <p:nvPr/>
        </p:nvSpPr>
        <p:spPr>
          <a:xfrm>
            <a:off x="8264914" y="5245061"/>
            <a:ext cx="17794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Percolate Up</a:t>
            </a:r>
          </a:p>
        </p:txBody>
      </p:sp>
    </p:spTree>
    <p:extLst>
      <p:ext uri="{BB962C8B-B14F-4D97-AF65-F5344CB8AC3E}">
        <p14:creationId xmlns:p14="http://schemas.microsoft.com/office/powerpoint/2010/main" val="9382182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F168B-C22F-1B48-82E7-F81CD4DCA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079" y="372281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insert(item, priority){</a:t>
            </a:r>
          </a:p>
          <a:p>
            <a:pPr marL="0" indent="0">
              <a:buNone/>
            </a:pPr>
            <a:r>
              <a:rPr lang="en-US" dirty="0"/>
              <a:t>    put item in the “next open” spot (keep tree complete)</a:t>
            </a:r>
          </a:p>
          <a:p>
            <a:pPr marL="0" indent="0">
              <a:buNone/>
            </a:pPr>
            <a:r>
              <a:rPr lang="en-US" dirty="0"/>
              <a:t>    while (priority &lt; parent’s priority){</a:t>
            </a:r>
          </a:p>
          <a:p>
            <a:pPr marL="0" indent="0">
              <a:buNone/>
            </a:pPr>
            <a:r>
              <a:rPr lang="en-US" dirty="0"/>
              <a:t>        swap item with parent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  <a:solidFill>
            <a:schemeClr val="bg1"/>
          </a:solidFill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1.5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BDE845EB-2C74-AFA6-612A-2B277A969486}"/>
              </a:ext>
            </a:extLst>
          </p:cNvPr>
          <p:cNvSpPr/>
          <p:nvPr/>
        </p:nvSpPr>
        <p:spPr>
          <a:xfrm>
            <a:off x="7332895" y="275401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08EB998-8774-511E-D2B0-C8A8B01CF9C0}"/>
              </a:ext>
            </a:extLst>
          </p:cNvPr>
          <p:cNvCxnSpPr>
            <a:cxnSpLocks/>
            <a:stCxn id="24" idx="0"/>
            <a:endCxn id="9" idx="3"/>
          </p:cNvCxnSpPr>
          <p:nvPr/>
        </p:nvCxnSpPr>
        <p:spPr>
          <a:xfrm flipV="1">
            <a:off x="7676934" y="2414389"/>
            <a:ext cx="205519" cy="3396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75DC18B0-C09B-C7B4-FABD-85068A8C362E}"/>
                  </a:ext>
                </a:extLst>
              </p14:cNvPr>
              <p14:cNvContentPartPr/>
              <p14:nvPr/>
            </p14:nvContentPartPr>
            <p14:xfrm>
              <a:off x="464040" y="2482920"/>
              <a:ext cx="9687960" cy="335592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75DC18B0-C09B-C7B4-FABD-85068A8C362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4680" y="2473560"/>
                <a:ext cx="9706680" cy="3374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481738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extract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extract(){</a:t>
                </a:r>
              </a:p>
              <a:p>
                <a:pPr marL="0" indent="0">
                  <a:buNone/>
                </a:pPr>
                <a:r>
                  <a:rPr lang="en-US" dirty="0"/>
                  <a:t>    min = root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 err="1"/>
                  <a:t>curr</a:t>
                </a:r>
                <a:r>
                  <a:rPr lang="en-US" dirty="0"/>
                  <a:t> = bottom-right item</a:t>
                </a:r>
              </a:p>
              <a:p>
                <a:pPr marL="0" indent="0">
                  <a:buNone/>
                </a:pPr>
                <a:r>
                  <a:rPr lang="en-US" dirty="0"/>
                  <a:t>    move </a:t>
                </a:r>
                <a:r>
                  <a:rPr lang="en-US" dirty="0" err="1"/>
                  <a:t>curr</a:t>
                </a:r>
                <a:r>
                  <a:rPr lang="en-US" dirty="0"/>
                  <a:t> to the root</a:t>
                </a:r>
              </a:p>
              <a:p>
                <a:pPr marL="0" indent="0">
                  <a:buNone/>
                </a:pPr>
                <a:r>
                  <a:rPr lang="en-US" dirty="0"/>
                  <a:t>    while(</a:t>
                </a:r>
                <a:r>
                  <a:rPr lang="en-US" dirty="0" err="1"/>
                  <a:t>curr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curr.left</a:t>
                </a:r>
                <a:r>
                  <a:rPr lang="en-US" dirty="0"/>
                  <a:t> || </a:t>
                </a:r>
                <a:r>
                  <a:rPr lang="en-US" dirty="0" err="1"/>
                  <a:t>curr</a:t>
                </a:r>
                <a:r>
                  <a:rPr lang="en-US" dirty="0"/>
                  <a:t> &gt; </a:t>
                </a:r>
                <a:r>
                  <a:rPr lang="en-US" dirty="0" err="1"/>
                  <a:t>curr.right</a:t>
                </a:r>
                <a:r>
                  <a:rPr lang="en-US" dirty="0"/>
                  <a:t>){</a:t>
                </a:r>
              </a:p>
              <a:p>
                <a:pPr marL="0" indent="0">
                  <a:buNone/>
                </a:pPr>
                <a:r>
                  <a:rPr lang="en-US" dirty="0"/>
                  <a:t>        swap </a:t>
                </a:r>
                <a:r>
                  <a:rPr lang="en-US" dirty="0" err="1"/>
                  <a:t>curr</a:t>
                </a:r>
                <a:r>
                  <a:rPr lang="en-US" dirty="0"/>
                  <a:t> with its smallest child</a:t>
                </a:r>
              </a:p>
              <a:p>
                <a:pPr marL="0" indent="0">
                  <a:buNone/>
                </a:pPr>
                <a:r>
                  <a:rPr lang="en-US" dirty="0"/>
                  <a:t>    }</a:t>
                </a:r>
              </a:p>
              <a:p>
                <a:pPr marL="0" indent="0">
                  <a:buNone/>
                </a:pPr>
                <a:r>
                  <a:rPr lang="en-US" dirty="0"/>
                  <a:t>    return min</a:t>
                </a:r>
              </a:p>
              <a:p>
                <a:pPr marL="0" indent="0">
                  <a:buNone/>
                </a:pPr>
                <a:r>
                  <a:rPr lang="en-US" dirty="0"/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  <a:blipFill>
                <a:blip r:embed="rId2"/>
                <a:stretch>
                  <a:fillRect l="-1217" t="-308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  <a:solidFill>
            <a:schemeClr val="bg1"/>
          </a:solidFill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1.5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BDE845EB-2C74-AFA6-612A-2B277A969486}"/>
              </a:ext>
            </a:extLst>
          </p:cNvPr>
          <p:cNvSpPr/>
          <p:nvPr/>
        </p:nvSpPr>
        <p:spPr>
          <a:xfrm>
            <a:off x="7332895" y="275401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08EB998-8774-511E-D2B0-C8A8B01CF9C0}"/>
              </a:ext>
            </a:extLst>
          </p:cNvPr>
          <p:cNvCxnSpPr>
            <a:cxnSpLocks/>
            <a:stCxn id="24" idx="0"/>
            <a:endCxn id="9" idx="3"/>
          </p:cNvCxnSpPr>
          <p:nvPr/>
        </p:nvCxnSpPr>
        <p:spPr>
          <a:xfrm flipV="1">
            <a:off x="7676934" y="2414389"/>
            <a:ext cx="205519" cy="3396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DA4F6D14-D576-B30D-2090-517DD8471FF5}"/>
                  </a:ext>
                </a:extLst>
              </p14:cNvPr>
              <p14:cNvContentPartPr/>
              <p14:nvPr/>
            </p14:nvContentPartPr>
            <p14:xfrm>
              <a:off x="420840" y="140760"/>
              <a:ext cx="9485640" cy="362844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DA4F6D14-D576-B30D-2090-517DD8471FF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1480" y="131400"/>
                <a:ext cx="9504360" cy="3647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956280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extract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extract(){</a:t>
                </a:r>
              </a:p>
              <a:p>
                <a:pPr marL="0" indent="0">
                  <a:buNone/>
                </a:pPr>
                <a:r>
                  <a:rPr lang="en-US" dirty="0"/>
                  <a:t>    min = root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 err="1"/>
                  <a:t>curr</a:t>
                </a:r>
                <a:r>
                  <a:rPr lang="en-US" dirty="0"/>
                  <a:t> = bottom-right item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>
                    <a:solidFill>
                      <a:srgbClr val="FF0000"/>
                    </a:solidFill>
                  </a:rPr>
                  <a:t>move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</a:t>
                </a:r>
                <a:r>
                  <a:rPr lang="en-US" dirty="0">
                    <a:solidFill>
                      <a:srgbClr val="FF0000"/>
                    </a:solidFill>
                  </a:rPr>
                  <a:t> to the root</a:t>
                </a:r>
              </a:p>
              <a:p>
                <a:pPr marL="0" indent="0">
                  <a:buNone/>
                </a:pPr>
                <a:r>
                  <a:rPr lang="en-US" dirty="0"/>
                  <a:t>    while(</a:t>
                </a:r>
                <a:r>
                  <a:rPr lang="en-US" dirty="0" err="1"/>
                  <a:t>curr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curr.left</a:t>
                </a:r>
                <a:r>
                  <a:rPr lang="en-US" dirty="0"/>
                  <a:t> || </a:t>
                </a:r>
                <a:r>
                  <a:rPr lang="en-US" dirty="0" err="1"/>
                  <a:t>curr</a:t>
                </a:r>
                <a:r>
                  <a:rPr lang="en-US" dirty="0"/>
                  <a:t> &gt; </a:t>
                </a:r>
                <a:r>
                  <a:rPr lang="en-US" dirty="0" err="1"/>
                  <a:t>curr.right</a:t>
                </a:r>
                <a:r>
                  <a:rPr lang="en-US" dirty="0"/>
                  <a:t>){</a:t>
                </a:r>
              </a:p>
              <a:p>
                <a:pPr marL="0" indent="0">
                  <a:buNone/>
                </a:pPr>
                <a:r>
                  <a:rPr lang="en-US" dirty="0"/>
                  <a:t>        swap </a:t>
                </a:r>
                <a:r>
                  <a:rPr lang="en-US" dirty="0" err="1"/>
                  <a:t>curr</a:t>
                </a:r>
                <a:r>
                  <a:rPr lang="en-US" dirty="0"/>
                  <a:t> with its smallest child</a:t>
                </a:r>
              </a:p>
              <a:p>
                <a:pPr marL="0" indent="0">
                  <a:buNone/>
                </a:pPr>
                <a:r>
                  <a:rPr lang="en-US" dirty="0"/>
                  <a:t>    }</a:t>
                </a:r>
              </a:p>
              <a:p>
                <a:pPr marL="0" indent="0">
                  <a:buNone/>
                </a:pPr>
                <a:r>
                  <a:rPr lang="en-US" dirty="0"/>
                  <a:t>    return min</a:t>
                </a:r>
              </a:p>
              <a:p>
                <a:pPr marL="0" indent="0">
                  <a:buNone/>
                </a:pPr>
                <a:r>
                  <a:rPr lang="en-US" dirty="0"/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  <a:blipFill>
                <a:blip r:embed="rId2"/>
                <a:stretch>
                  <a:fillRect l="-1217" t="-308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  <a:solidFill>
            <a:schemeClr val="bg1"/>
          </a:solidFill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7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1.5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BDE845EB-2C74-AFA6-612A-2B277A969486}"/>
              </a:ext>
            </a:extLst>
          </p:cNvPr>
          <p:cNvSpPr/>
          <p:nvPr/>
        </p:nvSpPr>
        <p:spPr>
          <a:xfrm>
            <a:off x="7332895" y="275401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7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08EB998-8774-511E-D2B0-C8A8B01CF9C0}"/>
              </a:ext>
            </a:extLst>
          </p:cNvPr>
          <p:cNvCxnSpPr>
            <a:cxnSpLocks/>
            <a:stCxn id="24" idx="0"/>
            <a:endCxn id="9" idx="3"/>
          </p:cNvCxnSpPr>
          <p:nvPr/>
        </p:nvCxnSpPr>
        <p:spPr>
          <a:xfrm flipV="1">
            <a:off x="7676934" y="2414389"/>
            <a:ext cx="205519" cy="339628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26011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extract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extract(){</a:t>
                </a:r>
              </a:p>
              <a:p>
                <a:pPr marL="0" indent="0">
                  <a:buNone/>
                </a:pPr>
                <a:r>
                  <a:rPr lang="en-US" dirty="0"/>
                  <a:t>    min = root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 err="1"/>
                  <a:t>curr</a:t>
                </a:r>
                <a:r>
                  <a:rPr lang="en-US" dirty="0"/>
                  <a:t> = bottom-right item</a:t>
                </a:r>
              </a:p>
              <a:p>
                <a:pPr marL="0" indent="0">
                  <a:buNone/>
                </a:pPr>
                <a:r>
                  <a:rPr lang="en-US" dirty="0"/>
                  <a:t>    move </a:t>
                </a:r>
                <a:r>
                  <a:rPr lang="en-US" dirty="0" err="1"/>
                  <a:t>curr</a:t>
                </a:r>
                <a:r>
                  <a:rPr lang="en-US" dirty="0"/>
                  <a:t> to the root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>
                    <a:solidFill>
                      <a:srgbClr val="FF0000"/>
                    </a:solidFill>
                  </a:rPr>
                  <a:t>while(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curr.left</a:t>
                </a:r>
                <a:r>
                  <a:rPr lang="en-US" dirty="0">
                    <a:solidFill>
                      <a:srgbClr val="FF0000"/>
                    </a:solidFill>
                  </a:rPr>
                  <a:t> ||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</a:t>
                </a:r>
                <a:r>
                  <a:rPr lang="en-US" dirty="0">
                    <a:solidFill>
                      <a:srgbClr val="FF0000"/>
                    </a:solidFill>
                  </a:rPr>
                  <a:t> &gt;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curr.right</a:t>
                </a:r>
                <a:r>
                  <a:rPr lang="en-US" dirty="0">
                    <a:solidFill>
                      <a:srgbClr val="FF0000"/>
                    </a:solidFill>
                  </a:rPr>
                  <a:t>){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        swap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</a:t>
                </a:r>
                <a:r>
                  <a:rPr lang="en-US" dirty="0">
                    <a:solidFill>
                      <a:srgbClr val="FF0000"/>
                    </a:solidFill>
                  </a:rPr>
                  <a:t> with its smallest child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    }</a:t>
                </a: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return min</a:t>
                </a:r>
              </a:p>
              <a:p>
                <a:pPr marL="0" indent="0">
                  <a:buNone/>
                </a:pPr>
                <a:r>
                  <a:rPr lang="en-US" dirty="0"/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  <a:blipFill>
                <a:blip r:embed="rId2"/>
                <a:stretch>
                  <a:fillRect l="-1217" t="-308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  <a:solidFill>
            <a:schemeClr val="bg1"/>
          </a:solidFill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1.5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7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Right Brace 22">
            <a:extLst>
              <a:ext uri="{FF2B5EF4-FFF2-40B4-BE49-F238E27FC236}">
                <a16:creationId xmlns:a16="http://schemas.microsoft.com/office/drawing/2014/main" id="{C1092552-4B03-D299-B7EC-307EEA28C766}"/>
              </a:ext>
            </a:extLst>
          </p:cNvPr>
          <p:cNvSpPr/>
          <p:nvPr/>
        </p:nvSpPr>
        <p:spPr>
          <a:xfrm>
            <a:off x="6473436" y="4342845"/>
            <a:ext cx="603466" cy="1336595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F50038-C91B-579B-E5E2-7D3A87CAD21E}"/>
              </a:ext>
            </a:extLst>
          </p:cNvPr>
          <p:cNvSpPr txBox="1"/>
          <p:nvPr/>
        </p:nvSpPr>
        <p:spPr>
          <a:xfrm>
            <a:off x="7061416" y="4833026"/>
            <a:ext cx="21517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Percolate Down</a:t>
            </a:r>
          </a:p>
        </p:txBody>
      </p:sp>
    </p:spTree>
    <p:extLst>
      <p:ext uri="{BB962C8B-B14F-4D97-AF65-F5344CB8AC3E}">
        <p14:creationId xmlns:p14="http://schemas.microsoft.com/office/powerpoint/2010/main" val="25141182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extract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  <a:solidFill>
            <a:schemeClr val="bg1"/>
          </a:solidFill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1.5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2">
                <a:extLst>
                  <a:ext uri="{FF2B5EF4-FFF2-40B4-BE49-F238E27FC236}">
                    <a16:creationId xmlns:a16="http://schemas.microsoft.com/office/drawing/2014/main" id="{E2D8F465-972E-702A-2E2F-AEE91909A5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extract(){</a:t>
                </a:r>
              </a:p>
              <a:p>
                <a:pPr marL="0" indent="0">
                  <a:buNone/>
                </a:pPr>
                <a:r>
                  <a:rPr lang="en-US" dirty="0"/>
                  <a:t>    min = root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 err="1"/>
                  <a:t>curr</a:t>
                </a:r>
                <a:r>
                  <a:rPr lang="en-US" dirty="0"/>
                  <a:t> = bottom-right item</a:t>
                </a:r>
              </a:p>
              <a:p>
                <a:pPr marL="0" indent="0">
                  <a:buNone/>
                </a:pPr>
                <a:r>
                  <a:rPr lang="en-US" dirty="0"/>
                  <a:t>    move </a:t>
                </a:r>
                <a:r>
                  <a:rPr lang="en-US" dirty="0" err="1"/>
                  <a:t>curr</a:t>
                </a:r>
                <a:r>
                  <a:rPr lang="en-US" dirty="0"/>
                  <a:t> to the root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>
                    <a:solidFill>
                      <a:srgbClr val="FF0000"/>
                    </a:solidFill>
                  </a:rPr>
                  <a:t>while(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curr.left</a:t>
                </a:r>
                <a:r>
                  <a:rPr lang="en-US" dirty="0">
                    <a:solidFill>
                      <a:srgbClr val="FF0000"/>
                    </a:solidFill>
                  </a:rPr>
                  <a:t> ||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</a:t>
                </a:r>
                <a:r>
                  <a:rPr lang="en-US" dirty="0">
                    <a:solidFill>
                      <a:srgbClr val="FF0000"/>
                    </a:solidFill>
                  </a:rPr>
                  <a:t> &gt;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curr.right</a:t>
                </a:r>
                <a:r>
                  <a:rPr lang="en-US" dirty="0">
                    <a:solidFill>
                      <a:srgbClr val="FF0000"/>
                    </a:solidFill>
                  </a:rPr>
                  <a:t>){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        swap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</a:t>
                </a:r>
                <a:r>
                  <a:rPr lang="en-US" dirty="0">
                    <a:solidFill>
                      <a:srgbClr val="FF0000"/>
                    </a:solidFill>
                  </a:rPr>
                  <a:t> with its smallest child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    }</a:t>
                </a: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return min</a:t>
                </a:r>
              </a:p>
              <a:p>
                <a:pPr marL="0" indent="0">
                  <a:buNone/>
                </a:pPr>
                <a:r>
                  <a:rPr lang="en-US" dirty="0"/>
                  <a:t>}</a:t>
                </a:r>
              </a:p>
            </p:txBody>
          </p:sp>
        </mc:Choice>
        <mc:Fallback xmlns="">
          <p:sp>
            <p:nvSpPr>
              <p:cNvPr id="26" name="Content Placeholder 2">
                <a:extLst>
                  <a:ext uri="{FF2B5EF4-FFF2-40B4-BE49-F238E27FC236}">
                    <a16:creationId xmlns:a16="http://schemas.microsoft.com/office/drawing/2014/main" id="{E2D8F465-972E-702A-2E2F-AEE91909A5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  <a:blipFill>
                <a:blip r:embed="rId2"/>
                <a:stretch>
                  <a:fillRect l="-1217" t="-308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ight Brace 26">
            <a:extLst>
              <a:ext uri="{FF2B5EF4-FFF2-40B4-BE49-F238E27FC236}">
                <a16:creationId xmlns:a16="http://schemas.microsoft.com/office/drawing/2014/main" id="{D392640E-64EB-51D5-7734-940383DCEF8D}"/>
              </a:ext>
            </a:extLst>
          </p:cNvPr>
          <p:cNvSpPr/>
          <p:nvPr/>
        </p:nvSpPr>
        <p:spPr>
          <a:xfrm>
            <a:off x="6473436" y="4342845"/>
            <a:ext cx="603466" cy="1336595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F1793D-52B4-CE4C-028B-F4AE995EEB55}"/>
              </a:ext>
            </a:extLst>
          </p:cNvPr>
          <p:cNvSpPr txBox="1"/>
          <p:nvPr/>
        </p:nvSpPr>
        <p:spPr>
          <a:xfrm>
            <a:off x="7061416" y="4833026"/>
            <a:ext cx="21517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Percolate Down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E83BBCD8-7176-1E1D-C800-ABB918166BA1}"/>
                  </a:ext>
                </a:extLst>
              </p14:cNvPr>
              <p14:cNvContentPartPr/>
              <p14:nvPr/>
            </p14:nvContentPartPr>
            <p14:xfrm>
              <a:off x="8151480" y="422640"/>
              <a:ext cx="1373760" cy="84528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E83BBCD8-7176-1E1D-C800-ABB918166BA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142120" y="413280"/>
                <a:ext cx="1392480" cy="864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979342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extract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extract(){</a:t>
                </a:r>
              </a:p>
              <a:p>
                <a:pPr marL="0" indent="0">
                  <a:buNone/>
                </a:pPr>
                <a:r>
                  <a:rPr lang="en-US" dirty="0"/>
                  <a:t>    min = root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 err="1"/>
                  <a:t>curr</a:t>
                </a:r>
                <a:r>
                  <a:rPr lang="en-US" dirty="0"/>
                  <a:t> = bottom-right item</a:t>
                </a:r>
              </a:p>
              <a:p>
                <a:pPr marL="0" indent="0">
                  <a:buNone/>
                </a:pPr>
                <a:r>
                  <a:rPr lang="en-US" dirty="0"/>
                  <a:t>    move </a:t>
                </a:r>
                <a:r>
                  <a:rPr lang="en-US" dirty="0" err="1"/>
                  <a:t>curr</a:t>
                </a:r>
                <a:r>
                  <a:rPr lang="en-US" dirty="0"/>
                  <a:t> to the root</a:t>
                </a:r>
              </a:p>
              <a:p>
                <a:pPr marL="0" indent="0">
                  <a:buNone/>
                </a:pPr>
                <a:r>
                  <a:rPr lang="en-US" dirty="0"/>
                  <a:t>    while(</a:t>
                </a:r>
                <a:r>
                  <a:rPr lang="en-US" dirty="0" err="1"/>
                  <a:t>curr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curr.left</a:t>
                </a:r>
                <a:r>
                  <a:rPr lang="en-US" dirty="0"/>
                  <a:t> || </a:t>
                </a:r>
                <a:r>
                  <a:rPr lang="en-US" dirty="0" err="1"/>
                  <a:t>curr</a:t>
                </a:r>
                <a:r>
                  <a:rPr lang="en-US" dirty="0"/>
                  <a:t> &gt; </a:t>
                </a:r>
                <a:r>
                  <a:rPr lang="en-US" dirty="0" err="1"/>
                  <a:t>curr.right</a:t>
                </a:r>
                <a:r>
                  <a:rPr lang="en-US" dirty="0"/>
                  <a:t>){</a:t>
                </a:r>
              </a:p>
              <a:p>
                <a:pPr marL="0" indent="0">
                  <a:buNone/>
                </a:pPr>
                <a:r>
                  <a:rPr lang="en-US" dirty="0"/>
                  <a:t>        swap </a:t>
                </a:r>
                <a:r>
                  <a:rPr lang="en-US" dirty="0" err="1"/>
                  <a:t>curr</a:t>
                </a:r>
                <a:r>
                  <a:rPr lang="en-US" dirty="0"/>
                  <a:t> with its smallest child</a:t>
                </a:r>
              </a:p>
              <a:p>
                <a:pPr marL="0" indent="0">
                  <a:buNone/>
                </a:pPr>
                <a:r>
                  <a:rPr lang="en-US" dirty="0"/>
                  <a:t>    }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>
                    <a:solidFill>
                      <a:srgbClr val="FF0000"/>
                    </a:solidFill>
                  </a:rPr>
                  <a:t>return min</a:t>
                </a:r>
              </a:p>
              <a:p>
                <a:pPr marL="0" indent="0">
                  <a:buNone/>
                </a:pPr>
                <a:r>
                  <a:rPr lang="en-US" dirty="0"/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  <a:blipFill>
                <a:blip r:embed="rId2"/>
                <a:stretch>
                  <a:fillRect l="-1217" t="-308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  <a:solidFill>
            <a:schemeClr val="bg1"/>
          </a:solidFill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1.5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794289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65775-ECF5-263D-D86C-2666D0E60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Percolate Up and Down (for a Min Heap)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00E82E-8B91-3DBC-BE69-2D72AD7E85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Goal: restore the “Heap Property”</a:t>
                </a:r>
              </a:p>
              <a:p>
                <a:r>
                  <a:rPr lang="en-US" dirty="0"/>
                  <a:t>Percolate Up:</a:t>
                </a:r>
              </a:p>
              <a:p>
                <a:pPr lvl="1"/>
                <a:r>
                  <a:rPr lang="en-US" dirty="0"/>
                  <a:t>Take a node that may be smaller than a parent, repeatedly swap with a parent until it is larger than its parent</a:t>
                </a:r>
              </a:p>
              <a:p>
                <a:r>
                  <a:rPr lang="en-US" dirty="0"/>
                  <a:t>Percolate Down:</a:t>
                </a:r>
              </a:p>
              <a:p>
                <a:pPr lvl="1"/>
                <a:r>
                  <a:rPr lang="en-US" dirty="0"/>
                  <a:t>Take a node that may be larger than one of its children, repeatedly swap with smallest child until both children are larger</a:t>
                </a:r>
              </a:p>
              <a:p>
                <a:r>
                  <a:rPr lang="en-US" dirty="0"/>
                  <a:t>Worst case running time of each: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00E82E-8B91-3DBC-BE69-2D72AD7E85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7B24C6A-0D21-6BA6-2181-6FACCD353135}"/>
                  </a:ext>
                </a:extLst>
              </p14:cNvPr>
              <p14:cNvContentPartPr/>
              <p14:nvPr/>
            </p14:nvContentPartPr>
            <p14:xfrm>
              <a:off x="884880" y="1025640"/>
              <a:ext cx="5432760" cy="49644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7B24C6A-0D21-6BA6-2181-6FACCD35313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75520" y="1016280"/>
                <a:ext cx="5451480" cy="515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015829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0A239-AB83-588B-7F8C-A378F624E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Representing a Heap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9323D-7A04-F49B-C2B4-877B56453F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56282" y="1570438"/>
                <a:ext cx="6938093" cy="4351338"/>
              </a:xfrm>
            </p:spPr>
            <p:txBody>
              <a:bodyPr/>
              <a:lstStyle/>
              <a:p>
                <a:r>
                  <a:rPr lang="en-US" dirty="0"/>
                  <a:t>Every complete binary tree with the same number of nodes uses the same positions and edges</a:t>
                </a:r>
              </a:p>
              <a:p>
                <a:r>
                  <a:rPr lang="en-US" dirty="0"/>
                  <a:t>Use an array to represent the heap</a:t>
                </a:r>
              </a:p>
              <a:p>
                <a:r>
                  <a:rPr lang="en-US" dirty="0"/>
                  <a:t>Index of root: </a:t>
                </a:r>
              </a:p>
              <a:p>
                <a:r>
                  <a:rPr lang="en-US" dirty="0"/>
                  <a:t>Parent of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</a:t>
                </a:r>
              </a:p>
              <a:p>
                <a:r>
                  <a:rPr lang="en-US" dirty="0"/>
                  <a:t>Left child of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</a:t>
                </a:r>
              </a:p>
              <a:p>
                <a:r>
                  <a:rPr lang="en-US" dirty="0"/>
                  <a:t>Right child of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</a:t>
                </a:r>
              </a:p>
              <a:p>
                <a:r>
                  <a:rPr lang="en-US" dirty="0"/>
                  <a:t>Location of the leaves: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9323D-7A04-F49B-C2B4-877B56453F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6282" y="1570438"/>
                <a:ext cx="6938093" cy="4351338"/>
              </a:xfrm>
              <a:blipFill>
                <a:blip r:embed="rId2"/>
                <a:stretch>
                  <a:fillRect l="-1582" t="-2384" b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F432A6F-3B38-F5E7-01DD-DAEA463B2720}"/>
              </a:ext>
            </a:extLst>
          </p:cNvPr>
          <p:cNvGrpSpPr/>
          <p:nvPr/>
        </p:nvGrpSpPr>
        <p:grpSpPr>
          <a:xfrm>
            <a:off x="5161281" y="2830993"/>
            <a:ext cx="6934200" cy="3661882"/>
            <a:chOff x="2590801" y="2672070"/>
            <a:chExt cx="6934200" cy="3661882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CCDFAF7-D087-A729-16FC-1A4A848DC165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66556C7-28BB-27CE-2453-438EB9B5729C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1F22AA6-3A2C-0E0F-6770-5E4814A3A9BA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D3EFC98-7E2D-1466-6EEA-85788B9C4879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754F5A3-A2CA-ABC5-C1BD-653DE632FCB2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395B23C-4819-8F19-E006-45A28A32E0F3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1FD7AE4-5789-4301-9D43-66F98E658620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1577DA87-3AA4-A9F6-0603-B50AB8AA521F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15D83AD-A4F9-DDA6-7C9B-D5E2FB999159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4C678B9-8376-E641-03A3-B9B5AC01DD5A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73A3D15-A765-6F5D-FF62-8AFF371E1C9F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5A8FFAB-D84B-85B8-58B8-1B00F7CCA551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5B82966-89E3-2B46-3D38-374AFBCC160F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5158B6C-4AAC-11E8-A5FA-CBD2F7589363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B16B0B2-C57D-A089-16C8-D9A40F63D87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ECD70709-CC17-AFBD-F517-918800E04B01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EC3F72F-4633-2DB2-15C6-8744989B9052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2D58420-FDF0-2F8C-6D16-5DCE4CECFFFE}"/>
                </a:ext>
              </a:extLst>
            </p:cNvPr>
            <p:cNvSpPr txBox="1"/>
            <p:nvPr/>
          </p:nvSpPr>
          <p:spPr>
            <a:xfrm>
              <a:off x="6190049" y="337129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D3FC88C-CCA1-260D-94E2-E82E0014B50F}"/>
                </a:ext>
              </a:extLst>
            </p:cNvPr>
            <p:cNvSpPr txBox="1"/>
            <p:nvPr/>
          </p:nvSpPr>
          <p:spPr>
            <a:xfrm>
              <a:off x="4384195" y="437709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823466E-9014-5708-3F67-1E2739A939F2}"/>
                </a:ext>
              </a:extLst>
            </p:cNvPr>
            <p:cNvSpPr txBox="1"/>
            <p:nvPr/>
          </p:nvSpPr>
          <p:spPr>
            <a:xfrm>
              <a:off x="8051693" y="431669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9F29237-8A0E-5878-6C02-03A9050EA055}"/>
                </a:ext>
              </a:extLst>
            </p:cNvPr>
            <p:cNvSpPr txBox="1"/>
            <p:nvPr/>
          </p:nvSpPr>
          <p:spPr>
            <a:xfrm>
              <a:off x="3352081" y="507158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9F9AA81-2F4E-7699-571D-B616367A4776}"/>
                </a:ext>
              </a:extLst>
            </p:cNvPr>
            <p:cNvSpPr txBox="1"/>
            <p:nvPr/>
          </p:nvSpPr>
          <p:spPr>
            <a:xfrm>
              <a:off x="7122005" y="501267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7FA733E-267C-B6B7-35AE-6CB4C124A4C6}"/>
                </a:ext>
              </a:extLst>
            </p:cNvPr>
            <p:cNvSpPr txBox="1"/>
            <p:nvPr/>
          </p:nvSpPr>
          <p:spPr>
            <a:xfrm>
              <a:off x="5404400" y="510890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2074F7B-90C0-2766-0C59-F8D7C3963C3B}"/>
                </a:ext>
              </a:extLst>
            </p:cNvPr>
            <p:cNvSpPr txBox="1"/>
            <p:nvPr/>
          </p:nvSpPr>
          <p:spPr>
            <a:xfrm>
              <a:off x="9030118" y="503006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81AE260-19E9-58C5-CE3F-E1C5B23C297D}"/>
                </a:ext>
              </a:extLst>
            </p:cNvPr>
            <p:cNvSpPr txBox="1"/>
            <p:nvPr/>
          </p:nvSpPr>
          <p:spPr>
            <a:xfrm>
              <a:off x="2783996" y="596462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2DD3AF9-8C64-BB8A-8916-179191C830E1}"/>
                </a:ext>
              </a:extLst>
            </p:cNvPr>
            <p:cNvSpPr txBox="1"/>
            <p:nvPr/>
          </p:nvSpPr>
          <p:spPr>
            <a:xfrm>
              <a:off x="3920467" y="596462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034A460-2586-8D84-2404-1DC6F3C7CF2C}"/>
              </a:ext>
            </a:extLst>
          </p:cNvPr>
          <p:cNvGrpSpPr/>
          <p:nvPr/>
        </p:nvGrpSpPr>
        <p:grpSpPr>
          <a:xfrm>
            <a:off x="6415734" y="754688"/>
            <a:ext cx="5335707" cy="942725"/>
            <a:chOff x="2969525" y="2137541"/>
            <a:chExt cx="5335707" cy="942725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12067B8-0F65-635F-EB27-A65C8C91F307}"/>
                </a:ext>
              </a:extLst>
            </p:cNvPr>
            <p:cNvGrpSpPr/>
            <p:nvPr/>
          </p:nvGrpSpPr>
          <p:grpSpPr>
            <a:xfrm>
              <a:off x="2969525" y="2137541"/>
              <a:ext cx="5335707" cy="533400"/>
              <a:chOff x="1445524" y="2971800"/>
              <a:chExt cx="5335707" cy="533400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A6CF93A6-5138-3AA8-571B-124F87F53452}"/>
                  </a:ext>
                </a:extLst>
              </p:cNvPr>
              <p:cNvSpPr/>
              <p:nvPr/>
            </p:nvSpPr>
            <p:spPr>
              <a:xfrm>
                <a:off x="14455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1D61B2B-B935-40A6-9785-DC28D35F85B1}"/>
                  </a:ext>
                </a:extLst>
              </p:cNvPr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C5E4A36F-69C2-8FEF-04C8-448BCBC24C3A}"/>
                  </a:ext>
                </a:extLst>
              </p:cNvPr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311943-7B02-92AD-C0E0-1A1570965454}"/>
                  </a:ext>
                </a:extLst>
              </p:cNvPr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C446B978-1048-2DFC-8915-A3E1343D6252}"/>
                  </a:ext>
                </a:extLst>
              </p:cNvPr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508363A7-7B23-DEEC-7E4C-07E98FC32C12}"/>
                  </a:ext>
                </a:extLst>
              </p:cNvPr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36D8F0EE-99AB-9979-A652-B1E990B6B685}"/>
                  </a:ext>
                </a:extLst>
              </p:cNvPr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8E298803-4CF9-44C4-65A9-22FA36AE083F}"/>
                  </a:ext>
                </a:extLst>
              </p:cNvPr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4E192E8-3C35-79F3-9BEF-6DBE322A6E6B}"/>
                  </a:ext>
                </a:extLst>
              </p:cNvPr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176A0CF5-494E-36C1-2E0E-37D540346774}"/>
                  </a:ext>
                </a:extLst>
              </p:cNvPr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F94BD7F-DFB9-3F7B-F409-F969572D5CFC}"/>
                </a:ext>
              </a:extLst>
            </p:cNvPr>
            <p:cNvSpPr txBox="1"/>
            <p:nvPr/>
          </p:nvSpPr>
          <p:spPr>
            <a:xfrm>
              <a:off x="3085381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5B9141C7-12C6-27DA-EA35-667DF41CF456}"/>
                </a:ext>
              </a:extLst>
            </p:cNvPr>
            <p:cNvSpPr txBox="1"/>
            <p:nvPr/>
          </p:nvSpPr>
          <p:spPr>
            <a:xfrm>
              <a:off x="3618781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9345D1E-2ECC-D61F-6990-8586D482B42B}"/>
                </a:ext>
              </a:extLst>
            </p:cNvPr>
            <p:cNvSpPr txBox="1"/>
            <p:nvPr/>
          </p:nvSpPr>
          <p:spPr>
            <a:xfrm>
              <a:off x="4152750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BA1BA49-7BD4-1661-2F4D-774C17D9A52D}"/>
                </a:ext>
              </a:extLst>
            </p:cNvPr>
            <p:cNvSpPr txBox="1"/>
            <p:nvPr/>
          </p:nvSpPr>
          <p:spPr>
            <a:xfrm>
              <a:off x="4686150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2E61923-18C0-5991-9ED1-C98F41FC6780}"/>
                </a:ext>
              </a:extLst>
            </p:cNvPr>
            <p:cNvSpPr txBox="1"/>
            <p:nvPr/>
          </p:nvSpPr>
          <p:spPr>
            <a:xfrm>
              <a:off x="5217138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B578BBA-E437-9237-E1A7-A7A9590EF9B9}"/>
                </a:ext>
              </a:extLst>
            </p:cNvPr>
            <p:cNvSpPr txBox="1"/>
            <p:nvPr/>
          </p:nvSpPr>
          <p:spPr>
            <a:xfrm>
              <a:off x="5695168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113EA20-51DB-7222-044F-DA2A93E26892}"/>
                </a:ext>
              </a:extLst>
            </p:cNvPr>
            <p:cNvSpPr txBox="1"/>
            <p:nvPr/>
          </p:nvSpPr>
          <p:spPr>
            <a:xfrm>
              <a:off x="6286919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116FF36-472F-232B-3424-BF9419CED2B9}"/>
                </a:ext>
              </a:extLst>
            </p:cNvPr>
            <p:cNvSpPr txBox="1"/>
            <p:nvPr/>
          </p:nvSpPr>
          <p:spPr>
            <a:xfrm>
              <a:off x="6820319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D02C096-1D8C-C0F5-9993-B189511233E0}"/>
                </a:ext>
              </a:extLst>
            </p:cNvPr>
            <p:cNvSpPr txBox="1"/>
            <p:nvPr/>
          </p:nvSpPr>
          <p:spPr>
            <a:xfrm>
              <a:off x="7354288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58A9836-1411-4CA9-818E-52538A1A8A8A}"/>
                </a:ext>
              </a:extLst>
            </p:cNvPr>
            <p:cNvSpPr txBox="1"/>
            <p:nvPr/>
          </p:nvSpPr>
          <p:spPr>
            <a:xfrm>
              <a:off x="7887688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AF00F58A-7725-0399-C5C3-51E042C1B7B3}"/>
                  </a:ext>
                </a:extLst>
              </p14:cNvPr>
              <p14:cNvContentPartPr/>
              <p14:nvPr/>
            </p14:nvContentPartPr>
            <p14:xfrm>
              <a:off x="3521160" y="3487320"/>
              <a:ext cx="6790680" cy="273744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AF00F58A-7725-0399-C5C3-51E042C1B7B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11800" y="3477960"/>
                <a:ext cx="6809400" cy="2756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650044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B0ABD-0BFF-6D08-9E5A-671AB1079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 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9F30F0-7D06-DAC8-8BF6-ECA17E7C2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insert(item){</a:t>
            </a:r>
          </a:p>
          <a:p>
            <a:pPr marL="0" indent="0">
              <a:buNone/>
            </a:pPr>
            <a:r>
              <a:rPr lang="en-US" dirty="0"/>
              <a:t>    if(size == </a:t>
            </a:r>
            <a:r>
              <a:rPr lang="en-US" dirty="0" err="1"/>
              <a:t>arr.length</a:t>
            </a:r>
            <a:r>
              <a:rPr lang="en-US" dirty="0"/>
              <a:t> – 1){resize();}</a:t>
            </a:r>
          </a:p>
          <a:p>
            <a:pPr marL="0" indent="0">
              <a:buNone/>
            </a:pPr>
            <a:r>
              <a:rPr lang="en-US" dirty="0"/>
              <a:t>    size++;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arr</a:t>
            </a:r>
            <a:r>
              <a:rPr lang="en-US" dirty="0"/>
              <a:t>[size] = item;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percolateUp</a:t>
            </a:r>
            <a:r>
              <a:rPr lang="en-US" dirty="0"/>
              <a:t>(size)</a:t>
            </a:r>
          </a:p>
          <a:p>
            <a:pPr marL="0" indent="0">
              <a:buNone/>
            </a:pPr>
            <a:r>
              <a:rPr lang="en-US" dirty="0"/>
              <a:t>} 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319A78C-22E0-1504-C121-1B9D7CECEFDF}"/>
              </a:ext>
            </a:extLst>
          </p:cNvPr>
          <p:cNvGrpSpPr/>
          <p:nvPr/>
        </p:nvGrpSpPr>
        <p:grpSpPr>
          <a:xfrm>
            <a:off x="5161281" y="2830993"/>
            <a:ext cx="6934200" cy="3661882"/>
            <a:chOff x="2590801" y="2672070"/>
            <a:chExt cx="6934200" cy="366188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590ADCF-AC3A-F95D-CBD8-5376AE545FD0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1E97F45-62B0-D1B7-9478-3853F3867812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905ACCE-BD79-240B-004A-8E9C40E8A095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1F9406B-F77B-C36E-6D36-B2CA52C44840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2A610A05-C4E9-EA78-7DBB-9B3058A4457C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80782E2-E251-676C-C175-94BF04C51411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24958CB-DB1A-72DF-AB74-2753C9B5A9E3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3883FC59-010C-A8A3-DF98-478714DA6CCE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DFF37CC-26F4-FA47-D06F-86E490A2F28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43FA3B6-3BD2-A7AB-C429-AB41FC4511D4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3769978-E2E6-C543-4006-EFD7629B66F7}"/>
                </a:ext>
              </a:extLst>
            </p:cNvPr>
            <p:cNvCxnSpPr>
              <a:cxnSpLocks/>
              <a:stCxn id="6" idx="5"/>
              <a:endCxn id="8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653713A-EB3B-E7B8-A0B4-48560F9BE3CE}"/>
                </a:ext>
              </a:extLst>
            </p:cNvPr>
            <p:cNvCxnSpPr>
              <a:stCxn id="10" idx="1"/>
              <a:endCxn id="7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17F5819-1CC3-EB41-1FFB-34B13CCEFBC1}"/>
                </a:ext>
              </a:extLst>
            </p:cNvPr>
            <p:cNvCxnSpPr>
              <a:stCxn id="9" idx="7"/>
              <a:endCxn id="7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3B9071A-8BC7-66B8-2E17-2202CA6B0047}"/>
                </a:ext>
              </a:extLst>
            </p:cNvPr>
            <p:cNvCxnSpPr>
              <a:stCxn id="14" idx="0"/>
              <a:endCxn id="9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B7D0980-39AE-718B-21E2-93900C211F03}"/>
                </a:ext>
              </a:extLst>
            </p:cNvPr>
            <p:cNvCxnSpPr>
              <a:stCxn id="13" idx="0"/>
              <a:endCxn id="9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8A6BC9B-98E6-4549-68DC-74993F27E78E}"/>
                </a:ext>
              </a:extLst>
            </p:cNvPr>
            <p:cNvCxnSpPr>
              <a:stCxn id="11" idx="7"/>
              <a:endCxn id="8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0C276A-5518-CAF0-2255-23E1EA71F0C1}"/>
                </a:ext>
              </a:extLst>
            </p:cNvPr>
            <p:cNvCxnSpPr>
              <a:stCxn id="12" idx="1"/>
              <a:endCxn id="8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51D7BE4-7EA4-E083-F005-CE9963087A2B}"/>
                </a:ext>
              </a:extLst>
            </p:cNvPr>
            <p:cNvSpPr txBox="1"/>
            <p:nvPr/>
          </p:nvSpPr>
          <p:spPr>
            <a:xfrm>
              <a:off x="6190049" y="337129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6E1B287-9D58-24EC-9873-34BFBBB18C57}"/>
                </a:ext>
              </a:extLst>
            </p:cNvPr>
            <p:cNvSpPr txBox="1"/>
            <p:nvPr/>
          </p:nvSpPr>
          <p:spPr>
            <a:xfrm>
              <a:off x="4384195" y="437709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491371E-FDDF-D0C4-E6A0-11EDAAB30245}"/>
                </a:ext>
              </a:extLst>
            </p:cNvPr>
            <p:cNvSpPr txBox="1"/>
            <p:nvPr/>
          </p:nvSpPr>
          <p:spPr>
            <a:xfrm>
              <a:off x="8051693" y="431669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CA9699D-BA8A-95B9-A774-2888803EBC9F}"/>
                </a:ext>
              </a:extLst>
            </p:cNvPr>
            <p:cNvSpPr txBox="1"/>
            <p:nvPr/>
          </p:nvSpPr>
          <p:spPr>
            <a:xfrm>
              <a:off x="3352081" y="507158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FA574D4-083A-517E-4C86-1FEF9B1A6C08}"/>
                </a:ext>
              </a:extLst>
            </p:cNvPr>
            <p:cNvSpPr txBox="1"/>
            <p:nvPr/>
          </p:nvSpPr>
          <p:spPr>
            <a:xfrm>
              <a:off x="7122005" y="501267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AEFDE8B-297C-1A55-C4E3-B82E367B2752}"/>
                </a:ext>
              </a:extLst>
            </p:cNvPr>
            <p:cNvSpPr txBox="1"/>
            <p:nvPr/>
          </p:nvSpPr>
          <p:spPr>
            <a:xfrm>
              <a:off x="5404400" y="510890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843CF5E-C3F7-016F-5E48-33651CE0FF16}"/>
                </a:ext>
              </a:extLst>
            </p:cNvPr>
            <p:cNvSpPr txBox="1"/>
            <p:nvPr/>
          </p:nvSpPr>
          <p:spPr>
            <a:xfrm>
              <a:off x="9030118" y="503006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19256FD-7565-FC3E-4FDA-FCF03080D865}"/>
                </a:ext>
              </a:extLst>
            </p:cNvPr>
            <p:cNvSpPr txBox="1"/>
            <p:nvPr/>
          </p:nvSpPr>
          <p:spPr>
            <a:xfrm>
              <a:off x="2783996" y="596462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266614E-09F9-82F3-F526-EF3A6F76C787}"/>
                </a:ext>
              </a:extLst>
            </p:cNvPr>
            <p:cNvSpPr txBox="1"/>
            <p:nvPr/>
          </p:nvSpPr>
          <p:spPr>
            <a:xfrm>
              <a:off x="3920467" y="596462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21B1A065-9350-217A-B493-454658FE629D}"/>
              </a:ext>
            </a:extLst>
          </p:cNvPr>
          <p:cNvGrpSpPr/>
          <p:nvPr/>
        </p:nvGrpSpPr>
        <p:grpSpPr>
          <a:xfrm>
            <a:off x="5470854" y="754688"/>
            <a:ext cx="5875588" cy="945155"/>
            <a:chOff x="5470854" y="754688"/>
            <a:chExt cx="5875588" cy="94515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A40C5FE-FF71-4588-5DB9-DF23F0FDA931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D2A2D341-FB1D-4333-7CED-54A40C9BB4E0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7392EF2A-6098-94F4-6005-5D7250B81AB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5C86C3DC-CE40-8CB9-3473-5B7233F6DE0E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AF36252-F9A8-394F-F3CC-807624F242F6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FB1F7E70-42FC-5380-8C7C-2146C94F1608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1F47E445-8B00-89E8-4940-1CAC7A5093B8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37DE3360-978B-A3E9-697F-41E8CD20E2E1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D68B70C2-AE66-8203-31E9-FED7E58E8459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08599E5-5D1A-B619-4E19-AACF281B23A6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D9CB592-07B7-04BF-FDFE-FFDBEC5ECDBC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E4C5343-84DC-C3B4-5703-C1FF2273F7F5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EA6E396-54AF-A03F-599B-9F83A1F40E9C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5DAB305-7AB4-AD50-E5D2-42EDCC6C85E6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AA6B46B-8F65-E3F3-9830-172821999172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316B99E-962F-FD7B-C9BE-33114FB14B10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80FC8E8-AD8A-D9BE-9027-BCCBE9FFB927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67EDEA1-0EB4-92E9-59D5-91799BB4F256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0015438-2400-B96A-D9A3-0A2A4D4BA19D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A28FE685-0398-8AAD-2600-2C0F3F748DC9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F433D48-F47F-C4D3-4EC9-18E5D40F42B4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291D0DA6-82FF-840B-E23C-A34E92F6C00C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98E7CE2-4D86-D71A-4271-B238C78C2B3D}"/>
              </a:ext>
            </a:extLst>
          </p:cNvPr>
          <p:cNvSpPr txBox="1"/>
          <p:nvPr/>
        </p:nvSpPr>
        <p:spPr>
          <a:xfrm>
            <a:off x="82024" y="1332747"/>
            <a:ext cx="434728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For simplicity, assume is the same as priority</a:t>
            </a:r>
          </a:p>
        </p:txBody>
      </p:sp>
    </p:spTree>
    <p:extLst>
      <p:ext uri="{BB962C8B-B14F-4D97-AF65-F5344CB8AC3E}">
        <p14:creationId xmlns:p14="http://schemas.microsoft.com/office/powerpoint/2010/main" val="19778828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F483F-F26E-8B20-8083-CCF4901F7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Percolate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5A154-B79D-608E-BDA4-B50687714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825625"/>
            <a:ext cx="118872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 err="1"/>
              <a:t>percolateUp</a:t>
            </a:r>
            <a:r>
              <a:rPr lang="en-US" sz="2400" dirty="0"/>
              <a:t>(int </a:t>
            </a:r>
            <a:r>
              <a:rPr lang="en-US" sz="2400" dirty="0" err="1"/>
              <a:t>i</a:t>
            </a:r>
            <a:r>
              <a:rPr lang="en-US" sz="2400" dirty="0"/>
              <a:t>){</a:t>
            </a:r>
          </a:p>
          <a:p>
            <a:pPr marL="0" indent="0">
              <a:buNone/>
            </a:pPr>
            <a:r>
              <a:rPr lang="en-US" sz="2400" dirty="0"/>
              <a:t>    int parent = </a:t>
            </a:r>
            <a:r>
              <a:rPr lang="en-US" sz="2400" dirty="0" err="1"/>
              <a:t>i</a:t>
            </a:r>
            <a:r>
              <a:rPr lang="en-US" sz="2400" dirty="0"/>
              <a:t>/2;  </a:t>
            </a:r>
            <a:r>
              <a:rPr lang="en-US" sz="2400" dirty="0">
                <a:solidFill>
                  <a:srgbClr val="00B0F0"/>
                </a:solidFill>
              </a:rPr>
              <a:t>\\ index of parent</a:t>
            </a:r>
          </a:p>
          <a:p>
            <a:pPr marL="0" indent="0">
              <a:buNone/>
            </a:pPr>
            <a:r>
              <a:rPr lang="en-US" sz="2400" dirty="0"/>
              <a:t>    Item </a:t>
            </a:r>
            <a:r>
              <a:rPr lang="en-US" sz="2400" dirty="0" err="1"/>
              <a:t>val</a:t>
            </a:r>
            <a:r>
              <a:rPr lang="en-US" sz="2400" dirty="0"/>
              <a:t> = </a:t>
            </a:r>
            <a:r>
              <a:rPr lang="en-US" sz="2400" dirty="0" err="1"/>
              <a:t>arr</a:t>
            </a:r>
            <a:r>
              <a:rPr lang="en-US" sz="2400" dirty="0"/>
              <a:t>[</a:t>
            </a:r>
            <a:r>
              <a:rPr lang="en-US" sz="2400" dirty="0" err="1"/>
              <a:t>i</a:t>
            </a:r>
            <a:r>
              <a:rPr lang="en-US" sz="2400" dirty="0"/>
              <a:t>];  </a:t>
            </a:r>
            <a:r>
              <a:rPr lang="en-US" sz="2400" dirty="0">
                <a:solidFill>
                  <a:srgbClr val="00B0F0"/>
                </a:solidFill>
              </a:rPr>
              <a:t>\\ value at current location</a:t>
            </a:r>
          </a:p>
          <a:p>
            <a:pPr marL="0" indent="0">
              <a:buNone/>
            </a:pPr>
            <a:r>
              <a:rPr lang="en-US" sz="2400" dirty="0"/>
              <a:t>    while(</a:t>
            </a:r>
            <a:r>
              <a:rPr lang="en-US" sz="2400" dirty="0" err="1"/>
              <a:t>i</a:t>
            </a:r>
            <a:r>
              <a:rPr lang="en-US" sz="2400" dirty="0"/>
              <a:t> &gt; 1 &amp;&amp; </a:t>
            </a:r>
            <a:r>
              <a:rPr lang="en-US" sz="2400" dirty="0" err="1"/>
              <a:t>arr</a:t>
            </a:r>
            <a:r>
              <a:rPr lang="en-US" sz="2400" dirty="0"/>
              <a:t>[</a:t>
            </a:r>
            <a:r>
              <a:rPr lang="en-US" sz="2400" dirty="0" err="1"/>
              <a:t>i</a:t>
            </a:r>
            <a:r>
              <a:rPr lang="en-US" sz="2400" dirty="0"/>
              <a:t>] &lt; </a:t>
            </a:r>
            <a:r>
              <a:rPr lang="en-US" sz="2400" dirty="0" err="1"/>
              <a:t>arr</a:t>
            </a:r>
            <a:r>
              <a:rPr lang="en-US" sz="2400" dirty="0"/>
              <a:t>[parent]){  </a:t>
            </a:r>
            <a:r>
              <a:rPr lang="en-US" sz="2400" dirty="0">
                <a:solidFill>
                  <a:srgbClr val="00B0F0"/>
                </a:solidFill>
              </a:rPr>
              <a:t>\\ until location is root or heap property holds</a:t>
            </a:r>
          </a:p>
          <a:p>
            <a:pPr marL="0" indent="0">
              <a:buNone/>
            </a:pPr>
            <a:r>
              <a:rPr lang="en-US" sz="2400" dirty="0"/>
              <a:t>        </a:t>
            </a:r>
            <a:r>
              <a:rPr lang="en-US" sz="2400" dirty="0" err="1"/>
              <a:t>arr</a:t>
            </a:r>
            <a:r>
              <a:rPr lang="en-US" sz="2400" dirty="0"/>
              <a:t>[</a:t>
            </a:r>
            <a:r>
              <a:rPr lang="en-US" sz="2400" dirty="0" err="1"/>
              <a:t>i</a:t>
            </a:r>
            <a:r>
              <a:rPr lang="en-US" sz="2400" dirty="0"/>
              <a:t>] = </a:t>
            </a:r>
            <a:r>
              <a:rPr lang="en-US" sz="2400" dirty="0" err="1"/>
              <a:t>arr</a:t>
            </a:r>
            <a:r>
              <a:rPr lang="en-US" sz="2400" dirty="0"/>
              <a:t>[parent];  </a:t>
            </a:r>
            <a:r>
              <a:rPr lang="en-US" sz="2400" dirty="0">
                <a:solidFill>
                  <a:srgbClr val="00B0F0"/>
                </a:solidFill>
              </a:rPr>
              <a:t>\\ move parent value to this location</a:t>
            </a:r>
          </a:p>
          <a:p>
            <a:pPr marL="0" indent="0">
              <a:buNone/>
            </a:pPr>
            <a:r>
              <a:rPr lang="en-US" sz="2400" dirty="0"/>
              <a:t>        </a:t>
            </a:r>
            <a:r>
              <a:rPr lang="en-US" sz="2400" dirty="0" err="1"/>
              <a:t>arr</a:t>
            </a:r>
            <a:r>
              <a:rPr lang="en-US" sz="2400" dirty="0"/>
              <a:t>[parent] = </a:t>
            </a:r>
            <a:r>
              <a:rPr lang="en-US" sz="2400" dirty="0" err="1"/>
              <a:t>val</a:t>
            </a:r>
            <a:r>
              <a:rPr lang="en-US" sz="2400" dirty="0"/>
              <a:t>; </a:t>
            </a:r>
            <a:r>
              <a:rPr lang="en-US" sz="2400" dirty="0">
                <a:solidFill>
                  <a:srgbClr val="00B0F0"/>
                </a:solidFill>
              </a:rPr>
              <a:t>\\ put current value into parent’s location </a:t>
            </a:r>
          </a:p>
          <a:p>
            <a:pPr marL="0" indent="0">
              <a:buNone/>
            </a:pPr>
            <a:r>
              <a:rPr lang="en-US" sz="2400" dirty="0"/>
              <a:t>        </a:t>
            </a:r>
            <a:r>
              <a:rPr lang="en-US" sz="2400" dirty="0" err="1"/>
              <a:t>i</a:t>
            </a:r>
            <a:r>
              <a:rPr lang="en-US" sz="2400" dirty="0"/>
              <a:t> = parent;  </a:t>
            </a:r>
            <a:r>
              <a:rPr lang="en-US" sz="2400" dirty="0">
                <a:solidFill>
                  <a:srgbClr val="00B0F0"/>
                </a:solidFill>
              </a:rPr>
              <a:t>\\ make current location the parent</a:t>
            </a:r>
          </a:p>
          <a:p>
            <a:pPr marL="0" indent="0">
              <a:buNone/>
            </a:pPr>
            <a:r>
              <a:rPr lang="en-US" sz="2400" dirty="0"/>
              <a:t>        parent = </a:t>
            </a:r>
            <a:r>
              <a:rPr lang="en-US" sz="2400" dirty="0" err="1"/>
              <a:t>i</a:t>
            </a:r>
            <a:r>
              <a:rPr lang="en-US" sz="2400" dirty="0"/>
              <a:t>/2;  </a:t>
            </a:r>
            <a:r>
              <a:rPr lang="en-US" sz="2400" dirty="0">
                <a:solidFill>
                  <a:srgbClr val="00B0F0"/>
                </a:solidFill>
              </a:rPr>
              <a:t>\\ update new parent</a:t>
            </a:r>
          </a:p>
          <a:p>
            <a:pPr marL="0" indent="0">
              <a:buNone/>
            </a:pPr>
            <a:r>
              <a:rPr lang="en-US" sz="2400" dirty="0"/>
              <a:t>    }</a:t>
            </a:r>
          </a:p>
          <a:p>
            <a:pPr marL="0" indent="0">
              <a:buNone/>
            </a:pPr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764011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B0ABD-0BFF-6D08-9E5A-671AB1079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 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9F30F0-7D06-DAC8-8BF6-ECA17E7C2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extract(){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theMin</a:t>
            </a:r>
            <a:r>
              <a:rPr lang="en-US" dirty="0"/>
              <a:t> = </a:t>
            </a:r>
            <a:r>
              <a:rPr lang="en-US" dirty="0" err="1"/>
              <a:t>arr</a:t>
            </a:r>
            <a:r>
              <a:rPr lang="en-US" dirty="0"/>
              <a:t>[1];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arr</a:t>
            </a:r>
            <a:r>
              <a:rPr lang="en-US" dirty="0"/>
              <a:t>[1] = </a:t>
            </a:r>
            <a:r>
              <a:rPr lang="en-US" dirty="0" err="1"/>
              <a:t>arr</a:t>
            </a:r>
            <a:r>
              <a:rPr lang="en-US" dirty="0"/>
              <a:t>[size];</a:t>
            </a:r>
          </a:p>
          <a:p>
            <a:pPr marL="0" indent="0">
              <a:buNone/>
            </a:pPr>
            <a:r>
              <a:rPr lang="en-US" dirty="0"/>
              <a:t>    size--;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percolateDown</a:t>
            </a:r>
            <a:r>
              <a:rPr lang="en-US" dirty="0"/>
              <a:t>(1);</a:t>
            </a:r>
          </a:p>
          <a:p>
            <a:pPr marL="0" indent="0">
              <a:buNone/>
            </a:pPr>
            <a:r>
              <a:rPr lang="en-US" dirty="0"/>
              <a:t>    return </a:t>
            </a:r>
            <a:r>
              <a:rPr lang="en-US" dirty="0" err="1"/>
              <a:t>theMin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}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15621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F483F-F26E-8B20-8083-CCF4901F7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85115"/>
            <a:ext cx="10515600" cy="1325563"/>
          </a:xfrm>
        </p:spPr>
        <p:txBody>
          <a:bodyPr/>
          <a:lstStyle/>
          <a:p>
            <a:r>
              <a:rPr lang="en-US" dirty="0"/>
              <a:t>Percolate 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5A154-B79D-608E-BDA4-B50687714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609600"/>
            <a:ext cx="11887200" cy="624840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 err="1"/>
              <a:t>percolateDown</a:t>
            </a:r>
            <a:r>
              <a:rPr lang="en-US" dirty="0"/>
              <a:t>(int </a:t>
            </a:r>
            <a:r>
              <a:rPr lang="en-US" dirty="0" err="1"/>
              <a:t>i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    int left = </a:t>
            </a:r>
            <a:r>
              <a:rPr lang="en-US" dirty="0" err="1"/>
              <a:t>i</a:t>
            </a:r>
            <a:r>
              <a:rPr lang="en-US" dirty="0"/>
              <a:t>*2;  </a:t>
            </a:r>
            <a:r>
              <a:rPr lang="en-US" dirty="0">
                <a:solidFill>
                  <a:srgbClr val="00B0F0"/>
                </a:solidFill>
              </a:rPr>
              <a:t>\\ index of left child</a:t>
            </a:r>
          </a:p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    </a:t>
            </a:r>
            <a:r>
              <a:rPr lang="en-US" dirty="0"/>
              <a:t>int right = </a:t>
            </a:r>
            <a:r>
              <a:rPr lang="en-US" dirty="0" err="1"/>
              <a:t>i</a:t>
            </a:r>
            <a:r>
              <a:rPr lang="en-US" dirty="0"/>
              <a:t>*2+1;  </a:t>
            </a:r>
            <a:r>
              <a:rPr lang="en-US" dirty="0">
                <a:solidFill>
                  <a:srgbClr val="00B0F0"/>
                </a:solidFill>
              </a:rPr>
              <a:t>\\ index of right child</a:t>
            </a:r>
          </a:p>
          <a:p>
            <a:pPr marL="0" indent="0">
              <a:buNone/>
            </a:pPr>
            <a:r>
              <a:rPr lang="en-US" dirty="0"/>
              <a:t>    Item </a:t>
            </a:r>
            <a:r>
              <a:rPr lang="en-US" dirty="0" err="1"/>
              <a:t>val</a:t>
            </a:r>
            <a:r>
              <a:rPr lang="en-US" dirty="0"/>
              <a:t> = </a:t>
            </a:r>
            <a:r>
              <a:rPr lang="en-US" dirty="0" err="1"/>
              <a:t>arr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];  </a:t>
            </a:r>
            <a:r>
              <a:rPr lang="en-US" dirty="0">
                <a:solidFill>
                  <a:srgbClr val="00B0F0"/>
                </a:solidFill>
              </a:rPr>
              <a:t>\\ value at location</a:t>
            </a:r>
          </a:p>
          <a:p>
            <a:pPr marL="0" indent="0">
              <a:buNone/>
            </a:pPr>
            <a:r>
              <a:rPr lang="en-US" dirty="0"/>
              <a:t>    while(left &lt;= size){  </a:t>
            </a:r>
            <a:r>
              <a:rPr lang="en-US" dirty="0">
                <a:solidFill>
                  <a:srgbClr val="00B0F0"/>
                </a:solidFill>
              </a:rPr>
              <a:t>\\ until location is leaf</a:t>
            </a:r>
          </a:p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        </a:t>
            </a:r>
            <a:r>
              <a:rPr lang="en-US" dirty="0"/>
              <a:t>int </a:t>
            </a:r>
            <a:r>
              <a:rPr lang="en-US" dirty="0" err="1"/>
              <a:t>toSwap</a:t>
            </a:r>
            <a:r>
              <a:rPr lang="en-US" dirty="0"/>
              <a:t> = right;</a:t>
            </a:r>
          </a:p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        </a:t>
            </a:r>
            <a:r>
              <a:rPr lang="en-US" dirty="0"/>
              <a:t>if(right &gt; size || </a:t>
            </a:r>
            <a:r>
              <a:rPr lang="en-US" dirty="0" err="1"/>
              <a:t>arr</a:t>
            </a:r>
            <a:r>
              <a:rPr lang="en-US" dirty="0"/>
              <a:t>[left] &lt; </a:t>
            </a:r>
            <a:r>
              <a:rPr lang="en-US" dirty="0" err="1"/>
              <a:t>arr</a:t>
            </a:r>
            <a:r>
              <a:rPr lang="en-US" dirty="0"/>
              <a:t>[right]){  </a:t>
            </a:r>
            <a:r>
              <a:rPr lang="en-US" dirty="0">
                <a:solidFill>
                  <a:srgbClr val="00B0F0"/>
                </a:solidFill>
              </a:rPr>
              <a:t>\\ if there is no right child or if left child is smaller</a:t>
            </a:r>
          </a:p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            </a:t>
            </a:r>
            <a:r>
              <a:rPr lang="en-US" dirty="0" err="1"/>
              <a:t>toSwap</a:t>
            </a:r>
            <a:r>
              <a:rPr lang="en-US" dirty="0"/>
              <a:t> = left;  </a:t>
            </a:r>
            <a:r>
              <a:rPr lang="en-US" dirty="0">
                <a:solidFill>
                  <a:srgbClr val="00B0F0"/>
                </a:solidFill>
              </a:rPr>
              <a:t>\\ swap with left</a:t>
            </a:r>
          </a:p>
          <a:p>
            <a:pPr marL="0" indent="0">
              <a:buNone/>
            </a:pPr>
            <a:r>
              <a:rPr lang="en-US" dirty="0"/>
              <a:t>        } </a:t>
            </a:r>
            <a:r>
              <a:rPr lang="en-US" dirty="0">
                <a:solidFill>
                  <a:srgbClr val="00B0F0"/>
                </a:solidFill>
              </a:rPr>
              <a:t>\\ now </a:t>
            </a:r>
            <a:r>
              <a:rPr lang="en-US" dirty="0" err="1">
                <a:solidFill>
                  <a:srgbClr val="00B0F0"/>
                </a:solidFill>
              </a:rPr>
              <a:t>toSwap</a:t>
            </a:r>
            <a:r>
              <a:rPr lang="en-US" dirty="0">
                <a:solidFill>
                  <a:srgbClr val="00B0F0"/>
                </a:solidFill>
              </a:rPr>
              <a:t> has the smaller of left/right, or left if right does not exist</a:t>
            </a:r>
          </a:p>
          <a:p>
            <a:pPr marL="0" indent="0">
              <a:buNone/>
            </a:pPr>
            <a:r>
              <a:rPr lang="en-US" dirty="0"/>
              <a:t>        if (</a:t>
            </a:r>
            <a:r>
              <a:rPr lang="en-US" dirty="0" err="1"/>
              <a:t>arr</a:t>
            </a:r>
            <a:r>
              <a:rPr lang="en-US" dirty="0"/>
              <a:t>[</a:t>
            </a:r>
            <a:r>
              <a:rPr lang="en-US" dirty="0" err="1"/>
              <a:t>toSwap</a:t>
            </a:r>
            <a:r>
              <a:rPr lang="en-US" dirty="0"/>
              <a:t>] &lt; </a:t>
            </a:r>
            <a:r>
              <a:rPr lang="en-US" dirty="0" err="1"/>
              <a:t>val</a:t>
            </a:r>
            <a:r>
              <a:rPr lang="en-US" dirty="0"/>
              <a:t>){  </a:t>
            </a:r>
            <a:r>
              <a:rPr lang="en-US" dirty="0">
                <a:solidFill>
                  <a:srgbClr val="00B0F0"/>
                </a:solidFill>
              </a:rPr>
              <a:t>\\ if the smaller child is less than the current value</a:t>
            </a:r>
          </a:p>
          <a:p>
            <a:pPr marL="0" indent="0">
              <a:buNone/>
            </a:pPr>
            <a:r>
              <a:rPr lang="en-US" dirty="0"/>
              <a:t>            </a:t>
            </a:r>
            <a:r>
              <a:rPr lang="en-US" dirty="0" err="1"/>
              <a:t>arr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arr</a:t>
            </a:r>
            <a:r>
              <a:rPr lang="en-US" dirty="0"/>
              <a:t>[</a:t>
            </a:r>
            <a:r>
              <a:rPr lang="en-US" dirty="0" err="1"/>
              <a:t>toSwap</a:t>
            </a:r>
            <a:r>
              <a:rPr lang="en-US" dirty="0"/>
              <a:t>];</a:t>
            </a:r>
          </a:p>
          <a:p>
            <a:pPr marL="0" indent="0">
              <a:buNone/>
            </a:pPr>
            <a:r>
              <a:rPr lang="en-US" dirty="0"/>
              <a:t>            </a:t>
            </a:r>
            <a:r>
              <a:rPr lang="en-US" dirty="0" err="1"/>
              <a:t>arr</a:t>
            </a:r>
            <a:r>
              <a:rPr lang="en-US" dirty="0"/>
              <a:t>[</a:t>
            </a:r>
            <a:r>
              <a:rPr lang="en-US" dirty="0" err="1"/>
              <a:t>toSwap</a:t>
            </a:r>
            <a:r>
              <a:rPr lang="en-US" dirty="0"/>
              <a:t>] = </a:t>
            </a:r>
            <a:r>
              <a:rPr lang="en-US" dirty="0" err="1"/>
              <a:t>val</a:t>
            </a:r>
            <a:r>
              <a:rPr lang="en-US" dirty="0"/>
              <a:t>; </a:t>
            </a:r>
            <a:r>
              <a:rPr lang="en-US" dirty="0">
                <a:solidFill>
                  <a:srgbClr val="00B0F0"/>
                </a:solidFill>
              </a:rPr>
              <a:t>\\ swap parent with smaller child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        </a:t>
            </a:r>
            <a:r>
              <a:rPr lang="en-US" dirty="0" err="1"/>
              <a:t>i</a:t>
            </a:r>
            <a:r>
              <a:rPr lang="en-US" dirty="0"/>
              <a:t> = </a:t>
            </a:r>
            <a:r>
              <a:rPr lang="en-US" dirty="0" err="1"/>
              <a:t>toSwap</a:t>
            </a:r>
            <a:r>
              <a:rPr lang="en-US" dirty="0"/>
              <a:t>; </a:t>
            </a:r>
            <a:r>
              <a:rPr lang="en-US" dirty="0">
                <a:solidFill>
                  <a:srgbClr val="00B0F0"/>
                </a:solidFill>
              </a:rPr>
              <a:t>\\ update current node to be smaller child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        left = </a:t>
            </a:r>
            <a:r>
              <a:rPr lang="en-US" dirty="0" err="1"/>
              <a:t>i</a:t>
            </a:r>
            <a:r>
              <a:rPr lang="en-US" dirty="0"/>
              <a:t>*2;</a:t>
            </a:r>
          </a:p>
          <a:p>
            <a:pPr marL="0" indent="0">
              <a:buNone/>
            </a:pPr>
            <a:r>
              <a:rPr lang="en-US" dirty="0"/>
              <a:t>            right = </a:t>
            </a:r>
            <a:r>
              <a:rPr lang="en-US" dirty="0" err="1"/>
              <a:t>i</a:t>
            </a:r>
            <a:r>
              <a:rPr lang="en-US" dirty="0"/>
              <a:t>*2+1;</a:t>
            </a:r>
          </a:p>
          <a:p>
            <a:pPr marL="0" indent="0">
              <a:buNone/>
            </a:pPr>
            <a:r>
              <a:rPr lang="en-US" dirty="0"/>
              <a:t>        }</a:t>
            </a:r>
          </a:p>
          <a:p>
            <a:pPr marL="0" indent="0">
              <a:buNone/>
            </a:pPr>
            <a:r>
              <a:rPr lang="en-US" dirty="0"/>
              <a:t>        else{ return;} </a:t>
            </a:r>
            <a:r>
              <a:rPr lang="en-US" dirty="0">
                <a:solidFill>
                  <a:srgbClr val="00B0F0"/>
                </a:solidFill>
              </a:rPr>
              <a:t>\\ if we don’t swap, then heap property holds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018330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B6229-ED81-992D-D556-83FFFB644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A08C9-D1CE-6668-4633-5375FE66C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Increase Key</a:t>
            </a:r>
          </a:p>
          <a:p>
            <a:pPr lvl="1"/>
            <a:r>
              <a:rPr lang="en-US" dirty="0"/>
              <a:t>Given the index of an item in the PQ, make its priority value larger</a:t>
            </a:r>
          </a:p>
          <a:p>
            <a:pPr lvl="2"/>
            <a:r>
              <a:rPr lang="en-US" dirty="0"/>
              <a:t>Min Heap: Then percolate down</a:t>
            </a:r>
          </a:p>
          <a:p>
            <a:pPr lvl="2"/>
            <a:r>
              <a:rPr lang="en-US" dirty="0"/>
              <a:t>Max Heap: Then percolate up</a:t>
            </a:r>
          </a:p>
          <a:p>
            <a:r>
              <a:rPr lang="en-US" dirty="0"/>
              <a:t>Decrease Key</a:t>
            </a:r>
          </a:p>
          <a:p>
            <a:pPr lvl="1"/>
            <a:r>
              <a:rPr lang="en-US" dirty="0"/>
              <a:t>Given the index of an item in the PQ, make its priority value smaller</a:t>
            </a:r>
          </a:p>
          <a:p>
            <a:pPr lvl="2"/>
            <a:r>
              <a:rPr lang="en-US" dirty="0"/>
              <a:t>Min Heap: Then percolate up</a:t>
            </a:r>
          </a:p>
          <a:p>
            <a:pPr lvl="2"/>
            <a:r>
              <a:rPr lang="en-US" dirty="0"/>
              <a:t>Max Heap: Then percolate down</a:t>
            </a:r>
          </a:p>
          <a:p>
            <a:r>
              <a:rPr lang="en-US" dirty="0"/>
              <a:t>Remove</a:t>
            </a:r>
          </a:p>
          <a:p>
            <a:pPr lvl="1"/>
            <a:r>
              <a:rPr lang="en-US" dirty="0"/>
              <a:t>Given the item at the given index from the PQ</a:t>
            </a:r>
          </a:p>
        </p:txBody>
      </p:sp>
    </p:spTree>
    <p:extLst>
      <p:ext uri="{BB962C8B-B14F-4D97-AF65-F5344CB8AC3E}">
        <p14:creationId xmlns:p14="http://schemas.microsoft.com/office/powerpoint/2010/main" val="30210731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2A4A-E8D3-7F93-AD14-D6B2FD99D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 Heap From “Scratch”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had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 and wanted to “</a:t>
                </a:r>
                <a:r>
                  <a:rPr lang="en-US" dirty="0" err="1"/>
                  <a:t>heapify</a:t>
                </a:r>
                <a:r>
                  <a:rPr lang="en-US" dirty="0"/>
                  <a:t>” them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2C070FD-E606-FE96-DBE1-D6B50F960BB6}"/>
              </a:ext>
            </a:extLst>
          </p:cNvPr>
          <p:cNvGrpSpPr/>
          <p:nvPr/>
        </p:nvGrpSpPr>
        <p:grpSpPr>
          <a:xfrm>
            <a:off x="5917894" y="2956422"/>
            <a:ext cx="5875588" cy="945155"/>
            <a:chOff x="5470854" y="754688"/>
            <a:chExt cx="5875588" cy="94515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82E85FD-4B9F-2A0B-306D-32BA73343EB3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3CD6EB-1593-D211-04E7-2CDD96133A79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A20C82-14BA-14B7-33D2-B02F05244D8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6678D84-16F3-310C-AADC-7A181CCDF23C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BBF6A4D-F237-D175-3581-18514FECFB50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A7CA55-613D-E569-F87A-36A82B8A4197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4DBAC75-85FF-A5C5-3308-0652E69855B9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AC49C1D-E65A-E283-D242-407C87FCEAD3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643AEB-4040-07BB-03F1-A04A08EE1D6F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FEEA45-B71F-DF2F-C447-4203F387203B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6253EB-D23C-949B-D5E8-FECD830DEDBA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8F8A93E-79B2-8F25-0DCC-1F3278F661BB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E633D5-64EB-6BAD-3A62-C08FF0C32E94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4AC8395-5F6E-19CD-15DE-29D1887AD4A5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19110CD-D76E-CFDF-A6D5-AB20E69C641D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C3B8112-0CF7-5516-F41D-84C801CEBEE1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D6E652-F5FC-4920-F20E-32A2AA0FEAE2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9347C4-D38D-06D5-33DF-2A348A5382FE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0923D4-A058-7D06-904A-8CC0ECE807D7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CFED6D-86F5-D958-E923-2CC18DA518C3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C2E6EC-062F-A161-9D0A-D10BDBA2450A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5E124AE-511C-1167-F084-AF9166C40BF1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63756C4-FFEE-45CE-C290-81DC657DB3F1}"/>
              </a:ext>
            </a:extLst>
          </p:cNvPr>
          <p:cNvGrpSpPr/>
          <p:nvPr/>
        </p:nvGrpSpPr>
        <p:grpSpPr>
          <a:xfrm>
            <a:off x="201742" y="2956422"/>
            <a:ext cx="6934200" cy="3661882"/>
            <a:chOff x="201742" y="2956422"/>
            <a:chExt cx="6934200" cy="36618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7E5112-EE0A-A568-FB0C-800B49EAA828}"/>
                </a:ext>
              </a:extLst>
            </p:cNvPr>
            <p:cNvGrpSpPr/>
            <p:nvPr/>
          </p:nvGrpSpPr>
          <p:grpSpPr>
            <a:xfrm>
              <a:off x="201742" y="2956422"/>
              <a:ext cx="6934200" cy="3661882"/>
              <a:chOff x="2590801" y="2672070"/>
              <a:chExt cx="6934200" cy="3661882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A30E535-E151-7B10-2482-D4C18A271CB8}"/>
                  </a:ext>
                </a:extLst>
              </p:cNvPr>
              <p:cNvSpPr/>
              <p:nvPr/>
            </p:nvSpPr>
            <p:spPr>
              <a:xfrm>
                <a:off x="5996855" y="2672070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5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16155D8-6880-CAC9-337D-0F3B5F0C2BBB}"/>
                  </a:ext>
                </a:extLst>
              </p:cNvPr>
              <p:cNvSpPr/>
              <p:nvPr/>
            </p:nvSpPr>
            <p:spPr>
              <a:xfrm>
                <a:off x="4191001" y="3682289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6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3701FD1-D85F-35B3-CE7C-6CFF8DCBAC09}"/>
                  </a:ext>
                </a:extLst>
              </p:cNvPr>
              <p:cNvSpPr/>
              <p:nvPr/>
            </p:nvSpPr>
            <p:spPr>
              <a:xfrm>
                <a:off x="7858499" y="3653913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10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3A6BB66-2DDC-8C2E-6AB0-DA31FC02453E}"/>
                  </a:ext>
                </a:extLst>
              </p:cNvPr>
              <p:cNvSpPr/>
              <p:nvPr/>
            </p:nvSpPr>
            <p:spPr>
              <a:xfrm>
                <a:off x="3200401" y="4383504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19BA91-50E2-9B4F-817E-664706C652CC}"/>
                  </a:ext>
                </a:extLst>
              </p:cNvPr>
              <p:cNvSpPr/>
              <p:nvPr/>
            </p:nvSpPr>
            <p:spPr>
              <a:xfrm>
                <a:off x="5211206" y="4425368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15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3B38612-C965-1385-57E2-DB495D63D40C}"/>
                  </a:ext>
                </a:extLst>
              </p:cNvPr>
              <p:cNvSpPr/>
              <p:nvPr/>
            </p:nvSpPr>
            <p:spPr>
              <a:xfrm>
                <a:off x="6934201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32BE3EF-F957-D7BD-78A2-BE2188A515E4}"/>
                  </a:ext>
                </a:extLst>
              </p:cNvPr>
              <p:cNvSpPr/>
              <p:nvPr/>
            </p:nvSpPr>
            <p:spPr>
              <a:xfrm>
                <a:off x="8836924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7A0923A-D958-A1BA-1015-3E54B06E39E1}"/>
                  </a:ext>
                </a:extLst>
              </p:cNvPr>
              <p:cNvSpPr/>
              <p:nvPr/>
            </p:nvSpPr>
            <p:spPr>
              <a:xfrm>
                <a:off x="2590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B9709BB-64D4-3FBE-7884-D1B0484114A6}"/>
                  </a:ext>
                </a:extLst>
              </p:cNvPr>
              <p:cNvSpPr/>
              <p:nvPr/>
            </p:nvSpPr>
            <p:spPr>
              <a:xfrm>
                <a:off x="3733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A089308-EAB4-3DF6-2168-FA9078D82274}"/>
                  </a:ext>
                </a:extLst>
              </p:cNvPr>
              <p:cNvCxnSpPr>
                <a:cxnSpLocks/>
                <a:stCxn id="28" idx="3"/>
                <a:endCxn id="29" idx="7"/>
              </p:cNvCxnSpPr>
              <p:nvPr/>
            </p:nvCxnSpPr>
            <p:spPr>
              <a:xfrm flipH="1">
                <a:off x="4778311" y="3259380"/>
                <a:ext cx="1319311" cy="52367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83BDF66-84DB-ABCB-4020-11642646E088}"/>
                  </a:ext>
                </a:extLst>
              </p:cNvPr>
              <p:cNvCxnSpPr>
                <a:cxnSpLocks/>
                <a:stCxn id="28" idx="5"/>
                <a:endCxn id="30" idx="1"/>
              </p:cNvCxnSpPr>
              <p:nvPr/>
            </p:nvCxnSpPr>
            <p:spPr>
              <a:xfrm>
                <a:off x="6584165" y="3259380"/>
                <a:ext cx="1375101" cy="4953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220F70A-FDDC-7762-B33A-06720ADD3AF7}"/>
                  </a:ext>
                </a:extLst>
              </p:cNvPr>
              <p:cNvCxnSpPr>
                <a:stCxn id="32" idx="1"/>
                <a:endCxn id="29" idx="5"/>
              </p:cNvCxnSpPr>
              <p:nvPr/>
            </p:nvCxnSpPr>
            <p:spPr>
              <a:xfrm flipH="1" flipV="1">
                <a:off x="4778310" y="4269598"/>
                <a:ext cx="533662" cy="256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6022E8-594C-5224-728B-F2FC6AA874BE}"/>
                  </a:ext>
                </a:extLst>
              </p:cNvPr>
              <p:cNvCxnSpPr>
                <a:stCxn id="31" idx="7"/>
                <a:endCxn id="29" idx="3"/>
              </p:cNvCxnSpPr>
              <p:nvPr/>
            </p:nvCxnSpPr>
            <p:spPr>
              <a:xfrm flipV="1">
                <a:off x="3787711" y="4269598"/>
                <a:ext cx="504057" cy="214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D94FFD-BC02-5F5A-FF9E-9C49B907172F}"/>
                  </a:ext>
                </a:extLst>
              </p:cNvPr>
              <p:cNvCxnSpPr>
                <a:stCxn id="36" idx="0"/>
                <a:endCxn id="31" idx="5"/>
              </p:cNvCxnSpPr>
              <p:nvPr/>
            </p:nvCxnSpPr>
            <p:spPr>
              <a:xfrm flipH="1" flipV="1">
                <a:off x="3787711" y="4970813"/>
                <a:ext cx="290129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5735856-C128-C713-C639-DB1757598AE1}"/>
                  </a:ext>
                </a:extLst>
              </p:cNvPr>
              <p:cNvCxnSpPr>
                <a:stCxn id="35" idx="0"/>
                <a:endCxn id="31" idx="3"/>
              </p:cNvCxnSpPr>
              <p:nvPr/>
            </p:nvCxnSpPr>
            <p:spPr>
              <a:xfrm flipV="1">
                <a:off x="2934839" y="4970813"/>
                <a:ext cx="366328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8E5DDDC-1F60-E1BD-ED97-8C6BDFE31483}"/>
                  </a:ext>
                </a:extLst>
              </p:cNvPr>
              <p:cNvCxnSpPr>
                <a:stCxn id="33" idx="7"/>
                <a:endCxn id="30" idx="3"/>
              </p:cNvCxnSpPr>
              <p:nvPr/>
            </p:nvCxnSpPr>
            <p:spPr>
              <a:xfrm flipV="1">
                <a:off x="7521511" y="4241222"/>
                <a:ext cx="437755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02118E8-FE37-1B94-60E7-FF8DC87A02DF}"/>
                  </a:ext>
                </a:extLst>
              </p:cNvPr>
              <p:cNvCxnSpPr>
                <a:stCxn id="34" idx="1"/>
                <a:endCxn id="30" idx="5"/>
              </p:cNvCxnSpPr>
              <p:nvPr/>
            </p:nvCxnSpPr>
            <p:spPr>
              <a:xfrm flipH="1" flipV="1">
                <a:off x="8445808" y="4241222"/>
                <a:ext cx="491882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3F51C00-7BE4-C71B-CEC9-78F3E393B278}"/>
                  </a:ext>
                </a:extLst>
              </p:cNvPr>
              <p:cNvSpPr txBox="1"/>
              <p:nvPr/>
            </p:nvSpPr>
            <p:spPr>
              <a:xfrm>
                <a:off x="6190049" y="33712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E00191F-101E-453F-E05F-F79326EF7FFB}"/>
                  </a:ext>
                </a:extLst>
              </p:cNvPr>
              <p:cNvSpPr txBox="1"/>
              <p:nvPr/>
            </p:nvSpPr>
            <p:spPr>
              <a:xfrm>
                <a:off x="4384195" y="4377091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B19AC53-E3AB-F92F-CA0A-7EC078433879}"/>
                  </a:ext>
                </a:extLst>
              </p:cNvPr>
              <p:cNvSpPr txBox="1"/>
              <p:nvPr/>
            </p:nvSpPr>
            <p:spPr>
              <a:xfrm>
                <a:off x="8051693" y="431669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A690ADD-9D72-5CFC-ABA4-CFD3482C08B4}"/>
                  </a:ext>
                </a:extLst>
              </p:cNvPr>
              <p:cNvSpPr txBox="1"/>
              <p:nvPr/>
            </p:nvSpPr>
            <p:spPr>
              <a:xfrm>
                <a:off x="3352081" y="507158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25CA634-CACD-54BE-4661-54DEF3A780C5}"/>
                  </a:ext>
                </a:extLst>
              </p:cNvPr>
              <p:cNvSpPr txBox="1"/>
              <p:nvPr/>
            </p:nvSpPr>
            <p:spPr>
              <a:xfrm>
                <a:off x="7122005" y="50126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F6D568-E05C-26F2-EBD8-57839FC7687F}"/>
                  </a:ext>
                </a:extLst>
              </p:cNvPr>
              <p:cNvSpPr txBox="1"/>
              <p:nvPr/>
            </p:nvSpPr>
            <p:spPr>
              <a:xfrm>
                <a:off x="5404400" y="510890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E1DFACA-646B-2F3B-1F0D-554B10C6DCB7}"/>
                  </a:ext>
                </a:extLst>
              </p:cNvPr>
              <p:cNvSpPr txBox="1"/>
              <p:nvPr/>
            </p:nvSpPr>
            <p:spPr>
              <a:xfrm>
                <a:off x="9030118" y="503006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6EE955-07B4-4EE0-219A-7BF193FD11F3}"/>
                  </a:ext>
                </a:extLst>
              </p:cNvPr>
              <p:cNvSpPr txBox="1"/>
              <p:nvPr/>
            </p:nvSpPr>
            <p:spPr>
              <a:xfrm>
                <a:off x="2783996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E0ABF5-B591-93A9-75F6-25B4A6AB23BE}"/>
                  </a:ext>
                </a:extLst>
              </p:cNvPr>
              <p:cNvSpPr txBox="1"/>
              <p:nvPr/>
            </p:nvSpPr>
            <p:spPr>
              <a:xfrm>
                <a:off x="3920467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6035EC9-3610-8FDE-B3D0-38593B0EF572}"/>
                </a:ext>
              </a:extLst>
            </p:cNvPr>
            <p:cNvSpPr/>
            <p:nvPr/>
          </p:nvSpPr>
          <p:spPr>
            <a:xfrm>
              <a:off x="2330369" y="5636036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001DADF-BD70-7B05-56C0-31B3799F72C0}"/>
                </a:ext>
              </a:extLst>
            </p:cNvPr>
            <p:cNvCxnSpPr>
              <a:cxnSpLocks/>
              <a:stCxn id="54" idx="0"/>
              <a:endCxn id="32" idx="3"/>
            </p:cNvCxnSpPr>
            <p:nvPr/>
          </p:nvCxnSpPr>
          <p:spPr>
            <a:xfrm flipV="1">
              <a:off x="2674408" y="5297030"/>
              <a:ext cx="248506" cy="3390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4CC9DA3-E3B4-4532-1F70-7E2BF83F9167}"/>
                </a:ext>
              </a:extLst>
            </p:cNvPr>
            <p:cNvSpPr txBox="1"/>
            <p:nvPr/>
          </p:nvSpPr>
          <p:spPr>
            <a:xfrm>
              <a:off x="2446730" y="6243373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B43941B0-86D8-D533-366D-B46802C30744}"/>
              </a:ext>
            </a:extLst>
          </p:cNvPr>
          <p:cNvSpPr txBox="1"/>
          <p:nvPr/>
        </p:nvSpPr>
        <p:spPr>
          <a:xfrm>
            <a:off x="737595" y="3266383"/>
            <a:ext cx="2376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Violate Heap Property!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9DE40CB-E466-39F7-D8B8-04BB5635AAE6}"/>
              </a:ext>
            </a:extLst>
          </p:cNvPr>
          <p:cNvSpPr txBox="1"/>
          <p:nvPr/>
        </p:nvSpPr>
        <p:spPr>
          <a:xfrm>
            <a:off x="7936205" y="5053758"/>
            <a:ext cx="312168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Two ways for “fix” the heap:</a:t>
            </a:r>
          </a:p>
          <a:p>
            <a:pPr marL="342900" indent="-342900">
              <a:buAutoNum type="arabicParenR"/>
            </a:pPr>
            <a:r>
              <a:rPr lang="en-US" sz="2000" dirty="0"/>
              <a:t>Percolate Up</a:t>
            </a:r>
          </a:p>
          <a:p>
            <a:pPr marL="342900" indent="-342900">
              <a:buAutoNum type="arabicParenR"/>
            </a:pPr>
            <a:r>
              <a:rPr lang="en-US" sz="2000" dirty="0"/>
              <a:t>Percolate Down</a:t>
            </a:r>
          </a:p>
        </p:txBody>
      </p:sp>
    </p:spTree>
    <p:extLst>
      <p:ext uri="{BB962C8B-B14F-4D97-AF65-F5344CB8AC3E}">
        <p14:creationId xmlns:p14="http://schemas.microsoft.com/office/powerpoint/2010/main" val="3018086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1EFF-DC2E-DD10-0292-33AAADA21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D70E1-83BF-D071-92AA-72F7671FE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towards the root, one row at a time, percolate down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D2E5B4-7285-3ACB-0CCF-7D5C84D8A06C}"/>
              </a:ext>
            </a:extLst>
          </p:cNvPr>
          <p:cNvSpPr txBox="1"/>
          <p:nvPr/>
        </p:nvSpPr>
        <p:spPr>
          <a:xfrm>
            <a:off x="1188720" y="3262630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7598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2A4A-E8D3-7F93-AD14-D6B2FD99D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had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 and wanted to “</a:t>
                </a:r>
                <a:r>
                  <a:rPr lang="en-US" dirty="0" err="1"/>
                  <a:t>heapify</a:t>
                </a:r>
                <a:r>
                  <a:rPr lang="en-US" dirty="0"/>
                  <a:t>” them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2C070FD-E606-FE96-DBE1-D6B50F960BB6}"/>
              </a:ext>
            </a:extLst>
          </p:cNvPr>
          <p:cNvGrpSpPr/>
          <p:nvPr/>
        </p:nvGrpSpPr>
        <p:grpSpPr>
          <a:xfrm>
            <a:off x="5917894" y="2956422"/>
            <a:ext cx="5875588" cy="945155"/>
            <a:chOff x="5470854" y="754688"/>
            <a:chExt cx="5875588" cy="94515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82E85FD-4B9F-2A0B-306D-32BA73343EB3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3CD6EB-1593-D211-04E7-2CDD96133A79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A20C82-14BA-14B7-33D2-B02F05244D8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6678D84-16F3-310C-AADC-7A181CCDF23C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BBF6A4D-F237-D175-3581-18514FECFB50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A7CA55-613D-E569-F87A-36A82B8A4197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4DBAC75-85FF-A5C5-3308-0652E69855B9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AC49C1D-E65A-E283-D242-407C87FCEAD3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643AEB-4040-07BB-03F1-A04A08EE1D6F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FEEA45-B71F-DF2F-C447-4203F387203B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6253EB-D23C-949B-D5E8-FECD830DEDBA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8F8A93E-79B2-8F25-0DCC-1F3278F661BB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E633D5-64EB-6BAD-3A62-C08FF0C32E94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4AC8395-5F6E-19CD-15DE-29D1887AD4A5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19110CD-D76E-CFDF-A6D5-AB20E69C641D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C3B8112-0CF7-5516-F41D-84C801CEBEE1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D6E652-F5FC-4920-F20E-32A2AA0FEAE2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9347C4-D38D-06D5-33DF-2A348A5382FE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0923D4-A058-7D06-904A-8CC0ECE807D7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CFED6D-86F5-D958-E923-2CC18DA518C3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C2E6EC-062F-A161-9D0A-D10BDBA2450A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5E124AE-511C-1167-F084-AF9166C40BF1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63756C4-FFEE-45CE-C290-81DC657DB3F1}"/>
              </a:ext>
            </a:extLst>
          </p:cNvPr>
          <p:cNvGrpSpPr/>
          <p:nvPr/>
        </p:nvGrpSpPr>
        <p:grpSpPr>
          <a:xfrm>
            <a:off x="201742" y="2956422"/>
            <a:ext cx="6934200" cy="3661882"/>
            <a:chOff x="201742" y="2956422"/>
            <a:chExt cx="6934200" cy="36618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7E5112-EE0A-A568-FB0C-800B49EAA828}"/>
                </a:ext>
              </a:extLst>
            </p:cNvPr>
            <p:cNvGrpSpPr/>
            <p:nvPr/>
          </p:nvGrpSpPr>
          <p:grpSpPr>
            <a:xfrm>
              <a:off x="201742" y="2956422"/>
              <a:ext cx="6934200" cy="3661882"/>
              <a:chOff x="2590801" y="2672070"/>
              <a:chExt cx="6934200" cy="3661882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A30E535-E151-7B10-2482-D4C18A271CB8}"/>
                  </a:ext>
                </a:extLst>
              </p:cNvPr>
              <p:cNvSpPr/>
              <p:nvPr/>
            </p:nvSpPr>
            <p:spPr>
              <a:xfrm>
                <a:off x="5996855" y="267207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16155D8-6880-CAC9-337D-0F3B5F0C2BBB}"/>
                  </a:ext>
                </a:extLst>
              </p:cNvPr>
              <p:cNvSpPr/>
              <p:nvPr/>
            </p:nvSpPr>
            <p:spPr>
              <a:xfrm>
                <a:off x="4191001" y="3682289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6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3701FD1-D85F-35B3-CE7C-6CFF8DCBAC09}"/>
                  </a:ext>
                </a:extLst>
              </p:cNvPr>
              <p:cNvSpPr/>
              <p:nvPr/>
            </p:nvSpPr>
            <p:spPr>
              <a:xfrm>
                <a:off x="7858499" y="3653913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10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3A6BB66-2DDC-8C2E-6AB0-DA31FC02453E}"/>
                  </a:ext>
                </a:extLst>
              </p:cNvPr>
              <p:cNvSpPr/>
              <p:nvPr/>
            </p:nvSpPr>
            <p:spPr>
              <a:xfrm>
                <a:off x="3200401" y="4383504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19BA91-50E2-9B4F-817E-664706C652CC}"/>
                  </a:ext>
                </a:extLst>
              </p:cNvPr>
              <p:cNvSpPr/>
              <p:nvPr/>
            </p:nvSpPr>
            <p:spPr>
              <a:xfrm>
                <a:off x="5211206" y="4425368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15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3B38612-C965-1385-57E2-DB495D63D40C}"/>
                  </a:ext>
                </a:extLst>
              </p:cNvPr>
              <p:cNvSpPr/>
              <p:nvPr/>
            </p:nvSpPr>
            <p:spPr>
              <a:xfrm>
                <a:off x="6934201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32BE3EF-F957-D7BD-78A2-BE2188A515E4}"/>
                  </a:ext>
                </a:extLst>
              </p:cNvPr>
              <p:cNvSpPr/>
              <p:nvPr/>
            </p:nvSpPr>
            <p:spPr>
              <a:xfrm>
                <a:off x="8836924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7A0923A-D958-A1BA-1015-3E54B06E39E1}"/>
                  </a:ext>
                </a:extLst>
              </p:cNvPr>
              <p:cNvSpPr/>
              <p:nvPr/>
            </p:nvSpPr>
            <p:spPr>
              <a:xfrm>
                <a:off x="2590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B9709BB-64D4-3FBE-7884-D1B0484114A6}"/>
                  </a:ext>
                </a:extLst>
              </p:cNvPr>
              <p:cNvSpPr/>
              <p:nvPr/>
            </p:nvSpPr>
            <p:spPr>
              <a:xfrm>
                <a:off x="3733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A089308-EAB4-3DF6-2168-FA9078D82274}"/>
                  </a:ext>
                </a:extLst>
              </p:cNvPr>
              <p:cNvCxnSpPr>
                <a:cxnSpLocks/>
                <a:stCxn id="28" idx="3"/>
                <a:endCxn id="29" idx="7"/>
              </p:cNvCxnSpPr>
              <p:nvPr/>
            </p:nvCxnSpPr>
            <p:spPr>
              <a:xfrm flipH="1">
                <a:off x="4778311" y="3259380"/>
                <a:ext cx="1319311" cy="52367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83BDF66-84DB-ABCB-4020-11642646E088}"/>
                  </a:ext>
                </a:extLst>
              </p:cNvPr>
              <p:cNvCxnSpPr>
                <a:cxnSpLocks/>
                <a:stCxn id="28" idx="5"/>
                <a:endCxn id="30" idx="1"/>
              </p:cNvCxnSpPr>
              <p:nvPr/>
            </p:nvCxnSpPr>
            <p:spPr>
              <a:xfrm>
                <a:off x="6584165" y="3259380"/>
                <a:ext cx="1375101" cy="4953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220F70A-FDDC-7762-B33A-06720ADD3AF7}"/>
                  </a:ext>
                </a:extLst>
              </p:cNvPr>
              <p:cNvCxnSpPr>
                <a:stCxn id="32" idx="1"/>
                <a:endCxn id="29" idx="5"/>
              </p:cNvCxnSpPr>
              <p:nvPr/>
            </p:nvCxnSpPr>
            <p:spPr>
              <a:xfrm flipH="1" flipV="1">
                <a:off x="4778310" y="4269598"/>
                <a:ext cx="533662" cy="256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6022E8-594C-5224-728B-F2FC6AA874BE}"/>
                  </a:ext>
                </a:extLst>
              </p:cNvPr>
              <p:cNvCxnSpPr>
                <a:stCxn id="31" idx="7"/>
                <a:endCxn id="29" idx="3"/>
              </p:cNvCxnSpPr>
              <p:nvPr/>
            </p:nvCxnSpPr>
            <p:spPr>
              <a:xfrm flipV="1">
                <a:off x="3787711" y="4269598"/>
                <a:ext cx="504057" cy="214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D94FFD-BC02-5F5A-FF9E-9C49B907172F}"/>
                  </a:ext>
                </a:extLst>
              </p:cNvPr>
              <p:cNvCxnSpPr>
                <a:stCxn id="36" idx="0"/>
                <a:endCxn id="31" idx="5"/>
              </p:cNvCxnSpPr>
              <p:nvPr/>
            </p:nvCxnSpPr>
            <p:spPr>
              <a:xfrm flipH="1" flipV="1">
                <a:off x="3787711" y="4970813"/>
                <a:ext cx="290129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5735856-C128-C713-C639-DB1757598AE1}"/>
                  </a:ext>
                </a:extLst>
              </p:cNvPr>
              <p:cNvCxnSpPr>
                <a:stCxn id="35" idx="0"/>
                <a:endCxn id="31" idx="3"/>
              </p:cNvCxnSpPr>
              <p:nvPr/>
            </p:nvCxnSpPr>
            <p:spPr>
              <a:xfrm flipV="1">
                <a:off x="2934839" y="4970813"/>
                <a:ext cx="366328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8E5DDDC-1F60-E1BD-ED97-8C6BDFE31483}"/>
                  </a:ext>
                </a:extLst>
              </p:cNvPr>
              <p:cNvCxnSpPr>
                <a:stCxn id="33" idx="7"/>
                <a:endCxn id="30" idx="3"/>
              </p:cNvCxnSpPr>
              <p:nvPr/>
            </p:nvCxnSpPr>
            <p:spPr>
              <a:xfrm flipV="1">
                <a:off x="7521511" y="4241222"/>
                <a:ext cx="437755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02118E8-FE37-1B94-60E7-FF8DC87A02DF}"/>
                  </a:ext>
                </a:extLst>
              </p:cNvPr>
              <p:cNvCxnSpPr>
                <a:stCxn id="34" idx="1"/>
                <a:endCxn id="30" idx="5"/>
              </p:cNvCxnSpPr>
              <p:nvPr/>
            </p:nvCxnSpPr>
            <p:spPr>
              <a:xfrm flipH="1" flipV="1">
                <a:off x="8445808" y="4241222"/>
                <a:ext cx="491882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3F51C00-7BE4-C71B-CEC9-78F3E393B278}"/>
                  </a:ext>
                </a:extLst>
              </p:cNvPr>
              <p:cNvSpPr txBox="1"/>
              <p:nvPr/>
            </p:nvSpPr>
            <p:spPr>
              <a:xfrm>
                <a:off x="6190049" y="33712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E00191F-101E-453F-E05F-F79326EF7FFB}"/>
                  </a:ext>
                </a:extLst>
              </p:cNvPr>
              <p:cNvSpPr txBox="1"/>
              <p:nvPr/>
            </p:nvSpPr>
            <p:spPr>
              <a:xfrm>
                <a:off x="4384195" y="4377091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B19AC53-E3AB-F92F-CA0A-7EC078433879}"/>
                  </a:ext>
                </a:extLst>
              </p:cNvPr>
              <p:cNvSpPr txBox="1"/>
              <p:nvPr/>
            </p:nvSpPr>
            <p:spPr>
              <a:xfrm>
                <a:off x="8051693" y="431669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A690ADD-9D72-5CFC-ABA4-CFD3482C08B4}"/>
                  </a:ext>
                </a:extLst>
              </p:cNvPr>
              <p:cNvSpPr txBox="1"/>
              <p:nvPr/>
            </p:nvSpPr>
            <p:spPr>
              <a:xfrm>
                <a:off x="3352081" y="507158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25CA634-CACD-54BE-4661-54DEF3A780C5}"/>
                  </a:ext>
                </a:extLst>
              </p:cNvPr>
              <p:cNvSpPr txBox="1"/>
              <p:nvPr/>
            </p:nvSpPr>
            <p:spPr>
              <a:xfrm>
                <a:off x="7122005" y="50126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F6D568-E05C-26F2-EBD8-57839FC7687F}"/>
                  </a:ext>
                </a:extLst>
              </p:cNvPr>
              <p:cNvSpPr txBox="1"/>
              <p:nvPr/>
            </p:nvSpPr>
            <p:spPr>
              <a:xfrm>
                <a:off x="5404400" y="510890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E1DFACA-646B-2F3B-1F0D-554B10C6DCB7}"/>
                  </a:ext>
                </a:extLst>
              </p:cNvPr>
              <p:cNvSpPr txBox="1"/>
              <p:nvPr/>
            </p:nvSpPr>
            <p:spPr>
              <a:xfrm>
                <a:off x="9030118" y="503006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6EE955-07B4-4EE0-219A-7BF193FD11F3}"/>
                  </a:ext>
                </a:extLst>
              </p:cNvPr>
              <p:cNvSpPr txBox="1"/>
              <p:nvPr/>
            </p:nvSpPr>
            <p:spPr>
              <a:xfrm>
                <a:off x="2783996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E0ABF5-B591-93A9-75F6-25B4A6AB23BE}"/>
                  </a:ext>
                </a:extLst>
              </p:cNvPr>
              <p:cNvSpPr txBox="1"/>
              <p:nvPr/>
            </p:nvSpPr>
            <p:spPr>
              <a:xfrm>
                <a:off x="3920467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6035EC9-3610-8FDE-B3D0-38593B0EF572}"/>
                </a:ext>
              </a:extLst>
            </p:cNvPr>
            <p:cNvSpPr/>
            <p:nvPr/>
          </p:nvSpPr>
          <p:spPr>
            <a:xfrm>
              <a:off x="2330369" y="5636036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001DADF-BD70-7B05-56C0-31B3799F72C0}"/>
                </a:ext>
              </a:extLst>
            </p:cNvPr>
            <p:cNvCxnSpPr>
              <a:cxnSpLocks/>
              <a:stCxn id="54" idx="0"/>
              <a:endCxn id="32" idx="3"/>
            </p:cNvCxnSpPr>
            <p:nvPr/>
          </p:nvCxnSpPr>
          <p:spPr>
            <a:xfrm flipV="1">
              <a:off x="2674408" y="5297030"/>
              <a:ext cx="248506" cy="3390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4CC9DA3-E3B4-4532-1F70-7E2BF83F9167}"/>
                </a:ext>
              </a:extLst>
            </p:cNvPr>
            <p:cNvSpPr txBox="1"/>
            <p:nvPr/>
          </p:nvSpPr>
          <p:spPr>
            <a:xfrm>
              <a:off x="2446730" y="6243373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B43941B0-86D8-D533-366D-B46802C30744}"/>
              </a:ext>
            </a:extLst>
          </p:cNvPr>
          <p:cNvSpPr txBox="1"/>
          <p:nvPr/>
        </p:nvSpPr>
        <p:spPr>
          <a:xfrm>
            <a:off x="301792" y="2977294"/>
            <a:ext cx="25717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Violate Heap Property!</a:t>
            </a:r>
          </a:p>
          <a:p>
            <a:r>
              <a:rPr lang="en-US" dirty="0">
                <a:solidFill>
                  <a:srgbClr val="FF0000"/>
                </a:solidFill>
              </a:rPr>
              <a:t>Nodes bigger than a child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4902B8-F5AB-50D9-18C4-FF07B8E03412}"/>
              </a:ext>
            </a:extLst>
          </p:cNvPr>
          <p:cNvSpPr txBox="1"/>
          <p:nvPr/>
        </p:nvSpPr>
        <p:spPr>
          <a:xfrm>
            <a:off x="8434060" y="4571102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160994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2A4A-E8D3-7F93-AD14-D6B2FD99D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had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 and wanted to “</a:t>
                </a:r>
                <a:r>
                  <a:rPr lang="en-US" dirty="0" err="1"/>
                  <a:t>heapify</a:t>
                </a:r>
                <a:r>
                  <a:rPr lang="en-US" dirty="0"/>
                  <a:t>” them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2C070FD-E606-FE96-DBE1-D6B50F960BB6}"/>
              </a:ext>
            </a:extLst>
          </p:cNvPr>
          <p:cNvGrpSpPr/>
          <p:nvPr/>
        </p:nvGrpSpPr>
        <p:grpSpPr>
          <a:xfrm>
            <a:off x="5917894" y="2956422"/>
            <a:ext cx="5875588" cy="945155"/>
            <a:chOff x="5470854" y="754688"/>
            <a:chExt cx="5875588" cy="94515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82E85FD-4B9F-2A0B-306D-32BA73343EB3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3CD6EB-1593-D211-04E7-2CDD96133A79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A20C82-14BA-14B7-33D2-B02F05244D8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6678D84-16F3-310C-AADC-7A181CCDF23C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BBF6A4D-F237-D175-3581-18514FECFB50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A7CA55-613D-E569-F87A-36A82B8A4197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4DBAC75-85FF-A5C5-3308-0652E69855B9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AC49C1D-E65A-E283-D242-407C87FCEAD3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643AEB-4040-07BB-03F1-A04A08EE1D6F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FEEA45-B71F-DF2F-C447-4203F387203B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6253EB-D23C-949B-D5E8-FECD830DEDBA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8F8A93E-79B2-8F25-0DCC-1F3278F661BB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E633D5-64EB-6BAD-3A62-C08FF0C32E94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4AC8395-5F6E-19CD-15DE-29D1887AD4A5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19110CD-D76E-CFDF-A6D5-AB20E69C641D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C3B8112-0CF7-5516-F41D-84C801CEBEE1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D6E652-F5FC-4920-F20E-32A2AA0FEAE2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9347C4-D38D-06D5-33DF-2A348A5382FE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0923D4-A058-7D06-904A-8CC0ECE807D7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CFED6D-86F5-D958-E923-2CC18DA518C3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C2E6EC-062F-A161-9D0A-D10BDBA2450A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5E124AE-511C-1167-F084-AF9166C40BF1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63756C4-FFEE-45CE-C290-81DC657DB3F1}"/>
              </a:ext>
            </a:extLst>
          </p:cNvPr>
          <p:cNvGrpSpPr/>
          <p:nvPr/>
        </p:nvGrpSpPr>
        <p:grpSpPr>
          <a:xfrm>
            <a:off x="201742" y="2956422"/>
            <a:ext cx="6934200" cy="3661882"/>
            <a:chOff x="201742" y="2956422"/>
            <a:chExt cx="6934200" cy="36618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7E5112-EE0A-A568-FB0C-800B49EAA828}"/>
                </a:ext>
              </a:extLst>
            </p:cNvPr>
            <p:cNvGrpSpPr/>
            <p:nvPr/>
          </p:nvGrpSpPr>
          <p:grpSpPr>
            <a:xfrm>
              <a:off x="201742" y="2956422"/>
              <a:ext cx="6934200" cy="3661882"/>
              <a:chOff x="2590801" y="2672070"/>
              <a:chExt cx="6934200" cy="3661882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A30E535-E151-7B10-2482-D4C18A271CB8}"/>
                  </a:ext>
                </a:extLst>
              </p:cNvPr>
              <p:cNvSpPr/>
              <p:nvPr/>
            </p:nvSpPr>
            <p:spPr>
              <a:xfrm>
                <a:off x="5996855" y="267207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16155D8-6880-CAC9-337D-0F3B5F0C2BBB}"/>
                  </a:ext>
                </a:extLst>
              </p:cNvPr>
              <p:cNvSpPr/>
              <p:nvPr/>
            </p:nvSpPr>
            <p:spPr>
              <a:xfrm>
                <a:off x="4191001" y="3682289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6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3701FD1-D85F-35B3-CE7C-6CFF8DCBAC09}"/>
                  </a:ext>
                </a:extLst>
              </p:cNvPr>
              <p:cNvSpPr/>
              <p:nvPr/>
            </p:nvSpPr>
            <p:spPr>
              <a:xfrm>
                <a:off x="7858499" y="3653913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10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3A6BB66-2DDC-8C2E-6AB0-DA31FC02453E}"/>
                  </a:ext>
                </a:extLst>
              </p:cNvPr>
              <p:cNvSpPr/>
              <p:nvPr/>
            </p:nvSpPr>
            <p:spPr>
              <a:xfrm>
                <a:off x="3200401" y="4383504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19BA91-50E2-9B4F-817E-664706C652CC}"/>
                  </a:ext>
                </a:extLst>
              </p:cNvPr>
              <p:cNvSpPr/>
              <p:nvPr/>
            </p:nvSpPr>
            <p:spPr>
              <a:xfrm>
                <a:off x="5211206" y="4425368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3B38612-C965-1385-57E2-DB495D63D40C}"/>
                  </a:ext>
                </a:extLst>
              </p:cNvPr>
              <p:cNvSpPr/>
              <p:nvPr/>
            </p:nvSpPr>
            <p:spPr>
              <a:xfrm>
                <a:off x="6934201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32BE3EF-F957-D7BD-78A2-BE2188A515E4}"/>
                  </a:ext>
                </a:extLst>
              </p:cNvPr>
              <p:cNvSpPr/>
              <p:nvPr/>
            </p:nvSpPr>
            <p:spPr>
              <a:xfrm>
                <a:off x="8836924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7A0923A-D958-A1BA-1015-3E54B06E39E1}"/>
                  </a:ext>
                </a:extLst>
              </p:cNvPr>
              <p:cNvSpPr/>
              <p:nvPr/>
            </p:nvSpPr>
            <p:spPr>
              <a:xfrm>
                <a:off x="2590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B9709BB-64D4-3FBE-7884-D1B0484114A6}"/>
                  </a:ext>
                </a:extLst>
              </p:cNvPr>
              <p:cNvSpPr/>
              <p:nvPr/>
            </p:nvSpPr>
            <p:spPr>
              <a:xfrm>
                <a:off x="3733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A089308-EAB4-3DF6-2168-FA9078D82274}"/>
                  </a:ext>
                </a:extLst>
              </p:cNvPr>
              <p:cNvCxnSpPr>
                <a:cxnSpLocks/>
                <a:stCxn id="28" idx="3"/>
                <a:endCxn id="29" idx="7"/>
              </p:cNvCxnSpPr>
              <p:nvPr/>
            </p:nvCxnSpPr>
            <p:spPr>
              <a:xfrm flipH="1">
                <a:off x="4778311" y="3259380"/>
                <a:ext cx="1319311" cy="52367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83BDF66-84DB-ABCB-4020-11642646E088}"/>
                  </a:ext>
                </a:extLst>
              </p:cNvPr>
              <p:cNvCxnSpPr>
                <a:cxnSpLocks/>
                <a:stCxn id="28" idx="5"/>
                <a:endCxn id="30" idx="1"/>
              </p:cNvCxnSpPr>
              <p:nvPr/>
            </p:nvCxnSpPr>
            <p:spPr>
              <a:xfrm>
                <a:off x="6584165" y="3259380"/>
                <a:ext cx="1375101" cy="4953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220F70A-FDDC-7762-B33A-06720ADD3AF7}"/>
                  </a:ext>
                </a:extLst>
              </p:cNvPr>
              <p:cNvCxnSpPr>
                <a:stCxn id="32" idx="1"/>
                <a:endCxn id="29" idx="5"/>
              </p:cNvCxnSpPr>
              <p:nvPr/>
            </p:nvCxnSpPr>
            <p:spPr>
              <a:xfrm flipH="1" flipV="1">
                <a:off x="4778310" y="4269598"/>
                <a:ext cx="533662" cy="256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6022E8-594C-5224-728B-F2FC6AA874BE}"/>
                  </a:ext>
                </a:extLst>
              </p:cNvPr>
              <p:cNvCxnSpPr>
                <a:stCxn id="31" idx="7"/>
                <a:endCxn id="29" idx="3"/>
              </p:cNvCxnSpPr>
              <p:nvPr/>
            </p:nvCxnSpPr>
            <p:spPr>
              <a:xfrm flipV="1">
                <a:off x="3787711" y="4269598"/>
                <a:ext cx="504057" cy="214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D94FFD-BC02-5F5A-FF9E-9C49B907172F}"/>
                  </a:ext>
                </a:extLst>
              </p:cNvPr>
              <p:cNvCxnSpPr>
                <a:stCxn id="36" idx="0"/>
                <a:endCxn id="31" idx="5"/>
              </p:cNvCxnSpPr>
              <p:nvPr/>
            </p:nvCxnSpPr>
            <p:spPr>
              <a:xfrm flipH="1" flipV="1">
                <a:off x="3787711" y="4970813"/>
                <a:ext cx="290129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5735856-C128-C713-C639-DB1757598AE1}"/>
                  </a:ext>
                </a:extLst>
              </p:cNvPr>
              <p:cNvCxnSpPr>
                <a:stCxn id="35" idx="0"/>
                <a:endCxn id="31" idx="3"/>
              </p:cNvCxnSpPr>
              <p:nvPr/>
            </p:nvCxnSpPr>
            <p:spPr>
              <a:xfrm flipV="1">
                <a:off x="2934839" y="4970813"/>
                <a:ext cx="366328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8E5DDDC-1F60-E1BD-ED97-8C6BDFE31483}"/>
                  </a:ext>
                </a:extLst>
              </p:cNvPr>
              <p:cNvCxnSpPr>
                <a:stCxn id="33" idx="7"/>
                <a:endCxn id="30" idx="3"/>
              </p:cNvCxnSpPr>
              <p:nvPr/>
            </p:nvCxnSpPr>
            <p:spPr>
              <a:xfrm flipV="1">
                <a:off x="7521511" y="4241222"/>
                <a:ext cx="437755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02118E8-FE37-1B94-60E7-FF8DC87A02DF}"/>
                  </a:ext>
                </a:extLst>
              </p:cNvPr>
              <p:cNvCxnSpPr>
                <a:stCxn id="34" idx="1"/>
                <a:endCxn id="30" idx="5"/>
              </p:cNvCxnSpPr>
              <p:nvPr/>
            </p:nvCxnSpPr>
            <p:spPr>
              <a:xfrm flipH="1" flipV="1">
                <a:off x="8445808" y="4241222"/>
                <a:ext cx="491882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3F51C00-7BE4-C71B-CEC9-78F3E393B278}"/>
                  </a:ext>
                </a:extLst>
              </p:cNvPr>
              <p:cNvSpPr txBox="1"/>
              <p:nvPr/>
            </p:nvSpPr>
            <p:spPr>
              <a:xfrm>
                <a:off x="6190049" y="33712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E00191F-101E-453F-E05F-F79326EF7FFB}"/>
                  </a:ext>
                </a:extLst>
              </p:cNvPr>
              <p:cNvSpPr txBox="1"/>
              <p:nvPr/>
            </p:nvSpPr>
            <p:spPr>
              <a:xfrm>
                <a:off x="4384195" y="4377091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B19AC53-E3AB-F92F-CA0A-7EC078433879}"/>
                  </a:ext>
                </a:extLst>
              </p:cNvPr>
              <p:cNvSpPr txBox="1"/>
              <p:nvPr/>
            </p:nvSpPr>
            <p:spPr>
              <a:xfrm>
                <a:off x="8051693" y="431669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A690ADD-9D72-5CFC-ABA4-CFD3482C08B4}"/>
                  </a:ext>
                </a:extLst>
              </p:cNvPr>
              <p:cNvSpPr txBox="1"/>
              <p:nvPr/>
            </p:nvSpPr>
            <p:spPr>
              <a:xfrm>
                <a:off x="3352081" y="507158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25CA634-CACD-54BE-4661-54DEF3A780C5}"/>
                  </a:ext>
                </a:extLst>
              </p:cNvPr>
              <p:cNvSpPr txBox="1"/>
              <p:nvPr/>
            </p:nvSpPr>
            <p:spPr>
              <a:xfrm>
                <a:off x="7122005" y="50126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F6D568-E05C-26F2-EBD8-57839FC7687F}"/>
                  </a:ext>
                </a:extLst>
              </p:cNvPr>
              <p:cNvSpPr txBox="1"/>
              <p:nvPr/>
            </p:nvSpPr>
            <p:spPr>
              <a:xfrm>
                <a:off x="5404400" y="510890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E1DFACA-646B-2F3B-1F0D-554B10C6DCB7}"/>
                  </a:ext>
                </a:extLst>
              </p:cNvPr>
              <p:cNvSpPr txBox="1"/>
              <p:nvPr/>
            </p:nvSpPr>
            <p:spPr>
              <a:xfrm>
                <a:off x="9030118" y="503006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6EE955-07B4-4EE0-219A-7BF193FD11F3}"/>
                  </a:ext>
                </a:extLst>
              </p:cNvPr>
              <p:cNvSpPr txBox="1"/>
              <p:nvPr/>
            </p:nvSpPr>
            <p:spPr>
              <a:xfrm>
                <a:off x="2783996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E0ABF5-B591-93A9-75F6-25B4A6AB23BE}"/>
                  </a:ext>
                </a:extLst>
              </p:cNvPr>
              <p:cNvSpPr txBox="1"/>
              <p:nvPr/>
            </p:nvSpPr>
            <p:spPr>
              <a:xfrm>
                <a:off x="3920467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6035EC9-3610-8FDE-B3D0-38593B0EF572}"/>
                </a:ext>
              </a:extLst>
            </p:cNvPr>
            <p:cNvSpPr/>
            <p:nvPr/>
          </p:nvSpPr>
          <p:spPr>
            <a:xfrm>
              <a:off x="2330369" y="5636036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001DADF-BD70-7B05-56C0-31B3799F72C0}"/>
                </a:ext>
              </a:extLst>
            </p:cNvPr>
            <p:cNvCxnSpPr>
              <a:cxnSpLocks/>
              <a:stCxn id="54" idx="0"/>
              <a:endCxn id="32" idx="3"/>
            </p:cNvCxnSpPr>
            <p:nvPr/>
          </p:nvCxnSpPr>
          <p:spPr>
            <a:xfrm flipV="1">
              <a:off x="2674408" y="5297030"/>
              <a:ext cx="248506" cy="3390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4CC9DA3-E3B4-4532-1F70-7E2BF83F9167}"/>
                </a:ext>
              </a:extLst>
            </p:cNvPr>
            <p:cNvSpPr txBox="1"/>
            <p:nvPr/>
          </p:nvSpPr>
          <p:spPr>
            <a:xfrm>
              <a:off x="2446730" y="6243373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ED4902B8-F5AB-50D9-18C4-FF07B8E03412}"/>
              </a:ext>
            </a:extLst>
          </p:cNvPr>
          <p:cNvSpPr txBox="1"/>
          <p:nvPr/>
        </p:nvSpPr>
        <p:spPr>
          <a:xfrm>
            <a:off x="8434060" y="4571102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E8440DB-C25F-EEF0-74F8-E305D893D7FF}"/>
              </a:ext>
            </a:extLst>
          </p:cNvPr>
          <p:cNvSpPr txBox="1"/>
          <p:nvPr/>
        </p:nvSpPr>
        <p:spPr>
          <a:xfrm>
            <a:off x="301792" y="2977294"/>
            <a:ext cx="25717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Violate Heap Property!</a:t>
            </a:r>
          </a:p>
          <a:p>
            <a:r>
              <a:rPr lang="en-US" dirty="0">
                <a:solidFill>
                  <a:srgbClr val="FF0000"/>
                </a:solidFill>
              </a:rPr>
              <a:t>Nodes bigger than a child</a:t>
            </a:r>
          </a:p>
        </p:txBody>
      </p:sp>
    </p:spTree>
    <p:extLst>
      <p:ext uri="{BB962C8B-B14F-4D97-AF65-F5344CB8AC3E}">
        <p14:creationId xmlns:p14="http://schemas.microsoft.com/office/powerpoint/2010/main" val="20082967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2A4A-E8D3-7F93-AD14-D6B2FD99D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had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 and wanted to “</a:t>
                </a:r>
                <a:r>
                  <a:rPr lang="en-US" dirty="0" err="1"/>
                  <a:t>heapify</a:t>
                </a:r>
                <a:r>
                  <a:rPr lang="en-US" dirty="0"/>
                  <a:t>” them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2C070FD-E606-FE96-DBE1-D6B50F960BB6}"/>
              </a:ext>
            </a:extLst>
          </p:cNvPr>
          <p:cNvGrpSpPr/>
          <p:nvPr/>
        </p:nvGrpSpPr>
        <p:grpSpPr>
          <a:xfrm>
            <a:off x="5917894" y="2956422"/>
            <a:ext cx="5875588" cy="945155"/>
            <a:chOff x="5470854" y="754688"/>
            <a:chExt cx="5875588" cy="94515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82E85FD-4B9F-2A0B-306D-32BA73343EB3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3CD6EB-1593-D211-04E7-2CDD96133A79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A20C82-14BA-14B7-33D2-B02F05244D8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6678D84-16F3-310C-AADC-7A181CCDF23C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BBF6A4D-F237-D175-3581-18514FECFB50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A7CA55-613D-E569-F87A-36A82B8A4197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4DBAC75-85FF-A5C5-3308-0652E69855B9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AC49C1D-E65A-E283-D242-407C87FCEAD3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643AEB-4040-07BB-03F1-A04A08EE1D6F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FEEA45-B71F-DF2F-C447-4203F387203B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6253EB-D23C-949B-D5E8-FECD830DEDBA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8F8A93E-79B2-8F25-0DCC-1F3278F661BB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E633D5-64EB-6BAD-3A62-C08FF0C32E94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4AC8395-5F6E-19CD-15DE-29D1887AD4A5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19110CD-D76E-CFDF-A6D5-AB20E69C641D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C3B8112-0CF7-5516-F41D-84C801CEBEE1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D6E652-F5FC-4920-F20E-32A2AA0FEAE2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9347C4-D38D-06D5-33DF-2A348A5382FE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0923D4-A058-7D06-904A-8CC0ECE807D7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CFED6D-86F5-D958-E923-2CC18DA518C3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C2E6EC-062F-A161-9D0A-D10BDBA2450A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5E124AE-511C-1167-F084-AF9166C40BF1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63756C4-FFEE-45CE-C290-81DC657DB3F1}"/>
              </a:ext>
            </a:extLst>
          </p:cNvPr>
          <p:cNvGrpSpPr/>
          <p:nvPr/>
        </p:nvGrpSpPr>
        <p:grpSpPr>
          <a:xfrm>
            <a:off x="201742" y="2956422"/>
            <a:ext cx="6934200" cy="3661882"/>
            <a:chOff x="201742" y="2956422"/>
            <a:chExt cx="6934200" cy="36618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7E5112-EE0A-A568-FB0C-800B49EAA828}"/>
                </a:ext>
              </a:extLst>
            </p:cNvPr>
            <p:cNvGrpSpPr/>
            <p:nvPr/>
          </p:nvGrpSpPr>
          <p:grpSpPr>
            <a:xfrm>
              <a:off x="201742" y="2956422"/>
              <a:ext cx="6934200" cy="3661882"/>
              <a:chOff x="2590801" y="2672070"/>
              <a:chExt cx="6934200" cy="3661882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A30E535-E151-7B10-2482-D4C18A271CB8}"/>
                  </a:ext>
                </a:extLst>
              </p:cNvPr>
              <p:cNvSpPr/>
              <p:nvPr/>
            </p:nvSpPr>
            <p:spPr>
              <a:xfrm>
                <a:off x="5996855" y="267207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16155D8-6880-CAC9-337D-0F3B5F0C2BBB}"/>
                  </a:ext>
                </a:extLst>
              </p:cNvPr>
              <p:cNvSpPr/>
              <p:nvPr/>
            </p:nvSpPr>
            <p:spPr>
              <a:xfrm>
                <a:off x="4191001" y="3682289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6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3701FD1-D85F-35B3-CE7C-6CFF8DCBAC09}"/>
                  </a:ext>
                </a:extLst>
              </p:cNvPr>
              <p:cNvSpPr/>
              <p:nvPr/>
            </p:nvSpPr>
            <p:spPr>
              <a:xfrm>
                <a:off x="7858499" y="3653913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10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3A6BB66-2DDC-8C2E-6AB0-DA31FC02453E}"/>
                  </a:ext>
                </a:extLst>
              </p:cNvPr>
              <p:cNvSpPr/>
              <p:nvPr/>
            </p:nvSpPr>
            <p:spPr>
              <a:xfrm>
                <a:off x="3200401" y="438350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19BA91-50E2-9B4F-817E-664706C652CC}"/>
                  </a:ext>
                </a:extLst>
              </p:cNvPr>
              <p:cNvSpPr/>
              <p:nvPr/>
            </p:nvSpPr>
            <p:spPr>
              <a:xfrm>
                <a:off x="5211206" y="4425368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3B38612-C965-1385-57E2-DB495D63D40C}"/>
                  </a:ext>
                </a:extLst>
              </p:cNvPr>
              <p:cNvSpPr/>
              <p:nvPr/>
            </p:nvSpPr>
            <p:spPr>
              <a:xfrm>
                <a:off x="6934201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32BE3EF-F957-D7BD-78A2-BE2188A515E4}"/>
                  </a:ext>
                </a:extLst>
              </p:cNvPr>
              <p:cNvSpPr/>
              <p:nvPr/>
            </p:nvSpPr>
            <p:spPr>
              <a:xfrm>
                <a:off x="8836924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7A0923A-D958-A1BA-1015-3E54B06E39E1}"/>
                  </a:ext>
                </a:extLst>
              </p:cNvPr>
              <p:cNvSpPr/>
              <p:nvPr/>
            </p:nvSpPr>
            <p:spPr>
              <a:xfrm>
                <a:off x="2590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B9709BB-64D4-3FBE-7884-D1B0484114A6}"/>
                  </a:ext>
                </a:extLst>
              </p:cNvPr>
              <p:cNvSpPr/>
              <p:nvPr/>
            </p:nvSpPr>
            <p:spPr>
              <a:xfrm>
                <a:off x="3733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A089308-EAB4-3DF6-2168-FA9078D82274}"/>
                  </a:ext>
                </a:extLst>
              </p:cNvPr>
              <p:cNvCxnSpPr>
                <a:cxnSpLocks/>
                <a:stCxn id="28" idx="3"/>
                <a:endCxn id="29" idx="7"/>
              </p:cNvCxnSpPr>
              <p:nvPr/>
            </p:nvCxnSpPr>
            <p:spPr>
              <a:xfrm flipH="1">
                <a:off x="4778311" y="3259380"/>
                <a:ext cx="1319311" cy="52367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83BDF66-84DB-ABCB-4020-11642646E088}"/>
                  </a:ext>
                </a:extLst>
              </p:cNvPr>
              <p:cNvCxnSpPr>
                <a:cxnSpLocks/>
                <a:stCxn id="28" idx="5"/>
                <a:endCxn id="30" idx="1"/>
              </p:cNvCxnSpPr>
              <p:nvPr/>
            </p:nvCxnSpPr>
            <p:spPr>
              <a:xfrm>
                <a:off x="6584165" y="3259380"/>
                <a:ext cx="1375101" cy="4953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220F70A-FDDC-7762-B33A-06720ADD3AF7}"/>
                  </a:ext>
                </a:extLst>
              </p:cNvPr>
              <p:cNvCxnSpPr>
                <a:stCxn id="32" idx="1"/>
                <a:endCxn id="29" idx="5"/>
              </p:cNvCxnSpPr>
              <p:nvPr/>
            </p:nvCxnSpPr>
            <p:spPr>
              <a:xfrm flipH="1" flipV="1">
                <a:off x="4778310" y="4269598"/>
                <a:ext cx="533662" cy="256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6022E8-594C-5224-728B-F2FC6AA874BE}"/>
                  </a:ext>
                </a:extLst>
              </p:cNvPr>
              <p:cNvCxnSpPr>
                <a:stCxn id="31" idx="7"/>
                <a:endCxn id="29" idx="3"/>
              </p:cNvCxnSpPr>
              <p:nvPr/>
            </p:nvCxnSpPr>
            <p:spPr>
              <a:xfrm flipV="1">
                <a:off x="3787711" y="4269598"/>
                <a:ext cx="504057" cy="214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D94FFD-BC02-5F5A-FF9E-9C49B907172F}"/>
                  </a:ext>
                </a:extLst>
              </p:cNvPr>
              <p:cNvCxnSpPr>
                <a:stCxn id="36" idx="0"/>
                <a:endCxn id="31" idx="5"/>
              </p:cNvCxnSpPr>
              <p:nvPr/>
            </p:nvCxnSpPr>
            <p:spPr>
              <a:xfrm flipH="1" flipV="1">
                <a:off x="3787711" y="4970813"/>
                <a:ext cx="290129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5735856-C128-C713-C639-DB1757598AE1}"/>
                  </a:ext>
                </a:extLst>
              </p:cNvPr>
              <p:cNvCxnSpPr>
                <a:stCxn id="35" idx="0"/>
                <a:endCxn id="31" idx="3"/>
              </p:cNvCxnSpPr>
              <p:nvPr/>
            </p:nvCxnSpPr>
            <p:spPr>
              <a:xfrm flipV="1">
                <a:off x="2934839" y="4970813"/>
                <a:ext cx="366328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8E5DDDC-1F60-E1BD-ED97-8C6BDFE31483}"/>
                  </a:ext>
                </a:extLst>
              </p:cNvPr>
              <p:cNvCxnSpPr>
                <a:stCxn id="33" idx="7"/>
                <a:endCxn id="30" idx="3"/>
              </p:cNvCxnSpPr>
              <p:nvPr/>
            </p:nvCxnSpPr>
            <p:spPr>
              <a:xfrm flipV="1">
                <a:off x="7521511" y="4241222"/>
                <a:ext cx="437755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02118E8-FE37-1B94-60E7-FF8DC87A02DF}"/>
                  </a:ext>
                </a:extLst>
              </p:cNvPr>
              <p:cNvCxnSpPr>
                <a:stCxn id="34" idx="1"/>
                <a:endCxn id="30" idx="5"/>
              </p:cNvCxnSpPr>
              <p:nvPr/>
            </p:nvCxnSpPr>
            <p:spPr>
              <a:xfrm flipH="1" flipV="1">
                <a:off x="8445808" y="4241222"/>
                <a:ext cx="491882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3F51C00-7BE4-C71B-CEC9-78F3E393B278}"/>
                  </a:ext>
                </a:extLst>
              </p:cNvPr>
              <p:cNvSpPr txBox="1"/>
              <p:nvPr/>
            </p:nvSpPr>
            <p:spPr>
              <a:xfrm>
                <a:off x="6190049" y="33712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E00191F-101E-453F-E05F-F79326EF7FFB}"/>
                  </a:ext>
                </a:extLst>
              </p:cNvPr>
              <p:cNvSpPr txBox="1"/>
              <p:nvPr/>
            </p:nvSpPr>
            <p:spPr>
              <a:xfrm>
                <a:off x="4384195" y="4377091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B19AC53-E3AB-F92F-CA0A-7EC078433879}"/>
                  </a:ext>
                </a:extLst>
              </p:cNvPr>
              <p:cNvSpPr txBox="1"/>
              <p:nvPr/>
            </p:nvSpPr>
            <p:spPr>
              <a:xfrm>
                <a:off x="8051693" y="431669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A690ADD-9D72-5CFC-ABA4-CFD3482C08B4}"/>
                  </a:ext>
                </a:extLst>
              </p:cNvPr>
              <p:cNvSpPr txBox="1"/>
              <p:nvPr/>
            </p:nvSpPr>
            <p:spPr>
              <a:xfrm>
                <a:off x="3352081" y="507158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25CA634-CACD-54BE-4661-54DEF3A780C5}"/>
                  </a:ext>
                </a:extLst>
              </p:cNvPr>
              <p:cNvSpPr txBox="1"/>
              <p:nvPr/>
            </p:nvSpPr>
            <p:spPr>
              <a:xfrm>
                <a:off x="7122005" y="50126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F6D568-E05C-26F2-EBD8-57839FC7687F}"/>
                  </a:ext>
                </a:extLst>
              </p:cNvPr>
              <p:cNvSpPr txBox="1"/>
              <p:nvPr/>
            </p:nvSpPr>
            <p:spPr>
              <a:xfrm>
                <a:off x="5404400" y="510890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E1DFACA-646B-2F3B-1F0D-554B10C6DCB7}"/>
                  </a:ext>
                </a:extLst>
              </p:cNvPr>
              <p:cNvSpPr txBox="1"/>
              <p:nvPr/>
            </p:nvSpPr>
            <p:spPr>
              <a:xfrm>
                <a:off x="9030118" y="503006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6EE955-07B4-4EE0-219A-7BF193FD11F3}"/>
                  </a:ext>
                </a:extLst>
              </p:cNvPr>
              <p:cNvSpPr txBox="1"/>
              <p:nvPr/>
            </p:nvSpPr>
            <p:spPr>
              <a:xfrm>
                <a:off x="2783996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E0ABF5-B591-93A9-75F6-25B4A6AB23BE}"/>
                  </a:ext>
                </a:extLst>
              </p:cNvPr>
              <p:cNvSpPr txBox="1"/>
              <p:nvPr/>
            </p:nvSpPr>
            <p:spPr>
              <a:xfrm>
                <a:off x="3920467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6035EC9-3610-8FDE-B3D0-38593B0EF572}"/>
                </a:ext>
              </a:extLst>
            </p:cNvPr>
            <p:cNvSpPr/>
            <p:nvPr/>
          </p:nvSpPr>
          <p:spPr>
            <a:xfrm>
              <a:off x="2330369" y="5636036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001DADF-BD70-7B05-56C0-31B3799F72C0}"/>
                </a:ext>
              </a:extLst>
            </p:cNvPr>
            <p:cNvCxnSpPr>
              <a:cxnSpLocks/>
              <a:stCxn id="54" idx="0"/>
              <a:endCxn id="32" idx="3"/>
            </p:cNvCxnSpPr>
            <p:nvPr/>
          </p:nvCxnSpPr>
          <p:spPr>
            <a:xfrm flipV="1">
              <a:off x="2674408" y="5297030"/>
              <a:ext cx="248506" cy="3390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4CC9DA3-E3B4-4532-1F70-7E2BF83F9167}"/>
                </a:ext>
              </a:extLst>
            </p:cNvPr>
            <p:cNvSpPr txBox="1"/>
            <p:nvPr/>
          </p:nvSpPr>
          <p:spPr>
            <a:xfrm>
              <a:off x="2446730" y="6243373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B43941B0-86D8-D533-366D-B46802C30744}"/>
              </a:ext>
            </a:extLst>
          </p:cNvPr>
          <p:cNvSpPr txBox="1"/>
          <p:nvPr/>
        </p:nvSpPr>
        <p:spPr>
          <a:xfrm>
            <a:off x="737595" y="3266383"/>
            <a:ext cx="2376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Violate Heap Property!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4902B8-F5AB-50D9-18C4-FF07B8E03412}"/>
              </a:ext>
            </a:extLst>
          </p:cNvPr>
          <p:cNvSpPr txBox="1"/>
          <p:nvPr/>
        </p:nvSpPr>
        <p:spPr>
          <a:xfrm>
            <a:off x="8434060" y="4571102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844001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2A4A-E8D3-7F93-AD14-D6B2FD99D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had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 and wanted to “</a:t>
                </a:r>
                <a:r>
                  <a:rPr lang="en-US" dirty="0" err="1"/>
                  <a:t>heapify</a:t>
                </a:r>
                <a:r>
                  <a:rPr lang="en-US" dirty="0"/>
                  <a:t>” them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2C070FD-E606-FE96-DBE1-D6B50F960BB6}"/>
              </a:ext>
            </a:extLst>
          </p:cNvPr>
          <p:cNvGrpSpPr/>
          <p:nvPr/>
        </p:nvGrpSpPr>
        <p:grpSpPr>
          <a:xfrm>
            <a:off x="5917894" y="2956422"/>
            <a:ext cx="5875588" cy="945155"/>
            <a:chOff x="5470854" y="754688"/>
            <a:chExt cx="5875588" cy="94515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82E85FD-4B9F-2A0B-306D-32BA73343EB3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3CD6EB-1593-D211-04E7-2CDD96133A79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A20C82-14BA-14B7-33D2-B02F05244D8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6678D84-16F3-310C-AADC-7A181CCDF23C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BBF6A4D-F237-D175-3581-18514FECFB50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A7CA55-613D-E569-F87A-36A82B8A4197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4DBAC75-85FF-A5C5-3308-0652E69855B9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AC49C1D-E65A-E283-D242-407C87FCEAD3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643AEB-4040-07BB-03F1-A04A08EE1D6F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FEEA45-B71F-DF2F-C447-4203F387203B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6253EB-D23C-949B-D5E8-FECD830DEDBA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8F8A93E-79B2-8F25-0DCC-1F3278F661BB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E633D5-64EB-6BAD-3A62-C08FF0C32E94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4AC8395-5F6E-19CD-15DE-29D1887AD4A5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19110CD-D76E-CFDF-A6D5-AB20E69C641D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C3B8112-0CF7-5516-F41D-84C801CEBEE1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D6E652-F5FC-4920-F20E-32A2AA0FEAE2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9347C4-D38D-06D5-33DF-2A348A5382FE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0923D4-A058-7D06-904A-8CC0ECE807D7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CFED6D-86F5-D958-E923-2CC18DA518C3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C2E6EC-062F-A161-9D0A-D10BDBA2450A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5E124AE-511C-1167-F084-AF9166C40BF1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63756C4-FFEE-45CE-C290-81DC657DB3F1}"/>
              </a:ext>
            </a:extLst>
          </p:cNvPr>
          <p:cNvGrpSpPr/>
          <p:nvPr/>
        </p:nvGrpSpPr>
        <p:grpSpPr>
          <a:xfrm>
            <a:off x="201742" y="2956422"/>
            <a:ext cx="6934200" cy="3661882"/>
            <a:chOff x="201742" y="2956422"/>
            <a:chExt cx="6934200" cy="36618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7E5112-EE0A-A568-FB0C-800B49EAA828}"/>
                </a:ext>
              </a:extLst>
            </p:cNvPr>
            <p:cNvGrpSpPr/>
            <p:nvPr/>
          </p:nvGrpSpPr>
          <p:grpSpPr>
            <a:xfrm>
              <a:off x="201742" y="2956422"/>
              <a:ext cx="6934200" cy="3661882"/>
              <a:chOff x="2590801" y="2672070"/>
              <a:chExt cx="6934200" cy="3661882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A30E535-E151-7B10-2482-D4C18A271CB8}"/>
                  </a:ext>
                </a:extLst>
              </p:cNvPr>
              <p:cNvSpPr/>
              <p:nvPr/>
            </p:nvSpPr>
            <p:spPr>
              <a:xfrm>
                <a:off x="5996855" y="267207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16155D8-6880-CAC9-337D-0F3B5F0C2BBB}"/>
                  </a:ext>
                </a:extLst>
              </p:cNvPr>
              <p:cNvSpPr/>
              <p:nvPr/>
            </p:nvSpPr>
            <p:spPr>
              <a:xfrm>
                <a:off x="4191001" y="3682289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6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3701FD1-D85F-35B3-CE7C-6CFF8DCBAC09}"/>
                  </a:ext>
                </a:extLst>
              </p:cNvPr>
              <p:cNvSpPr/>
              <p:nvPr/>
            </p:nvSpPr>
            <p:spPr>
              <a:xfrm>
                <a:off x="7858499" y="3653913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3A6BB66-2DDC-8C2E-6AB0-DA31FC02453E}"/>
                  </a:ext>
                </a:extLst>
              </p:cNvPr>
              <p:cNvSpPr/>
              <p:nvPr/>
            </p:nvSpPr>
            <p:spPr>
              <a:xfrm>
                <a:off x="3200401" y="438350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19BA91-50E2-9B4F-817E-664706C652CC}"/>
                  </a:ext>
                </a:extLst>
              </p:cNvPr>
              <p:cNvSpPr/>
              <p:nvPr/>
            </p:nvSpPr>
            <p:spPr>
              <a:xfrm>
                <a:off x="5211206" y="4425368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3B38612-C965-1385-57E2-DB495D63D40C}"/>
                  </a:ext>
                </a:extLst>
              </p:cNvPr>
              <p:cNvSpPr/>
              <p:nvPr/>
            </p:nvSpPr>
            <p:spPr>
              <a:xfrm>
                <a:off x="6934201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32BE3EF-F957-D7BD-78A2-BE2188A515E4}"/>
                  </a:ext>
                </a:extLst>
              </p:cNvPr>
              <p:cNvSpPr/>
              <p:nvPr/>
            </p:nvSpPr>
            <p:spPr>
              <a:xfrm>
                <a:off x="8836924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7A0923A-D958-A1BA-1015-3E54B06E39E1}"/>
                  </a:ext>
                </a:extLst>
              </p:cNvPr>
              <p:cNvSpPr/>
              <p:nvPr/>
            </p:nvSpPr>
            <p:spPr>
              <a:xfrm>
                <a:off x="2590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B9709BB-64D4-3FBE-7884-D1B0484114A6}"/>
                  </a:ext>
                </a:extLst>
              </p:cNvPr>
              <p:cNvSpPr/>
              <p:nvPr/>
            </p:nvSpPr>
            <p:spPr>
              <a:xfrm>
                <a:off x="3733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A089308-EAB4-3DF6-2168-FA9078D82274}"/>
                  </a:ext>
                </a:extLst>
              </p:cNvPr>
              <p:cNvCxnSpPr>
                <a:cxnSpLocks/>
                <a:stCxn id="28" idx="3"/>
                <a:endCxn id="29" idx="7"/>
              </p:cNvCxnSpPr>
              <p:nvPr/>
            </p:nvCxnSpPr>
            <p:spPr>
              <a:xfrm flipH="1">
                <a:off x="4778311" y="3259380"/>
                <a:ext cx="1319311" cy="52367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83BDF66-84DB-ABCB-4020-11642646E088}"/>
                  </a:ext>
                </a:extLst>
              </p:cNvPr>
              <p:cNvCxnSpPr>
                <a:cxnSpLocks/>
                <a:stCxn id="28" idx="5"/>
                <a:endCxn id="30" idx="1"/>
              </p:cNvCxnSpPr>
              <p:nvPr/>
            </p:nvCxnSpPr>
            <p:spPr>
              <a:xfrm>
                <a:off x="6584165" y="3259380"/>
                <a:ext cx="1375101" cy="4953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220F70A-FDDC-7762-B33A-06720ADD3AF7}"/>
                  </a:ext>
                </a:extLst>
              </p:cNvPr>
              <p:cNvCxnSpPr>
                <a:stCxn id="32" idx="1"/>
                <a:endCxn id="29" idx="5"/>
              </p:cNvCxnSpPr>
              <p:nvPr/>
            </p:nvCxnSpPr>
            <p:spPr>
              <a:xfrm flipH="1" flipV="1">
                <a:off x="4778310" y="4269598"/>
                <a:ext cx="533662" cy="256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6022E8-594C-5224-728B-F2FC6AA874BE}"/>
                  </a:ext>
                </a:extLst>
              </p:cNvPr>
              <p:cNvCxnSpPr>
                <a:stCxn id="31" idx="7"/>
                <a:endCxn id="29" idx="3"/>
              </p:cNvCxnSpPr>
              <p:nvPr/>
            </p:nvCxnSpPr>
            <p:spPr>
              <a:xfrm flipV="1">
                <a:off x="3787711" y="4269598"/>
                <a:ext cx="504057" cy="214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D94FFD-BC02-5F5A-FF9E-9C49B907172F}"/>
                  </a:ext>
                </a:extLst>
              </p:cNvPr>
              <p:cNvCxnSpPr>
                <a:stCxn id="36" idx="0"/>
                <a:endCxn id="31" idx="5"/>
              </p:cNvCxnSpPr>
              <p:nvPr/>
            </p:nvCxnSpPr>
            <p:spPr>
              <a:xfrm flipH="1" flipV="1">
                <a:off x="3787711" y="4970813"/>
                <a:ext cx="290129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5735856-C128-C713-C639-DB1757598AE1}"/>
                  </a:ext>
                </a:extLst>
              </p:cNvPr>
              <p:cNvCxnSpPr>
                <a:stCxn id="35" idx="0"/>
                <a:endCxn id="31" idx="3"/>
              </p:cNvCxnSpPr>
              <p:nvPr/>
            </p:nvCxnSpPr>
            <p:spPr>
              <a:xfrm flipV="1">
                <a:off x="2934839" y="4970813"/>
                <a:ext cx="366328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8E5DDDC-1F60-E1BD-ED97-8C6BDFE31483}"/>
                  </a:ext>
                </a:extLst>
              </p:cNvPr>
              <p:cNvCxnSpPr>
                <a:stCxn id="33" idx="7"/>
                <a:endCxn id="30" idx="3"/>
              </p:cNvCxnSpPr>
              <p:nvPr/>
            </p:nvCxnSpPr>
            <p:spPr>
              <a:xfrm flipV="1">
                <a:off x="7521511" y="4241222"/>
                <a:ext cx="437755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02118E8-FE37-1B94-60E7-FF8DC87A02DF}"/>
                  </a:ext>
                </a:extLst>
              </p:cNvPr>
              <p:cNvCxnSpPr>
                <a:stCxn id="34" idx="1"/>
                <a:endCxn id="30" idx="5"/>
              </p:cNvCxnSpPr>
              <p:nvPr/>
            </p:nvCxnSpPr>
            <p:spPr>
              <a:xfrm flipH="1" flipV="1">
                <a:off x="8445808" y="4241222"/>
                <a:ext cx="491882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3F51C00-7BE4-C71B-CEC9-78F3E393B278}"/>
                  </a:ext>
                </a:extLst>
              </p:cNvPr>
              <p:cNvSpPr txBox="1"/>
              <p:nvPr/>
            </p:nvSpPr>
            <p:spPr>
              <a:xfrm>
                <a:off x="6190049" y="33712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E00191F-101E-453F-E05F-F79326EF7FFB}"/>
                  </a:ext>
                </a:extLst>
              </p:cNvPr>
              <p:cNvSpPr txBox="1"/>
              <p:nvPr/>
            </p:nvSpPr>
            <p:spPr>
              <a:xfrm>
                <a:off x="4384195" y="4377091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B19AC53-E3AB-F92F-CA0A-7EC078433879}"/>
                  </a:ext>
                </a:extLst>
              </p:cNvPr>
              <p:cNvSpPr txBox="1"/>
              <p:nvPr/>
            </p:nvSpPr>
            <p:spPr>
              <a:xfrm>
                <a:off x="8051693" y="431669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A690ADD-9D72-5CFC-ABA4-CFD3482C08B4}"/>
                  </a:ext>
                </a:extLst>
              </p:cNvPr>
              <p:cNvSpPr txBox="1"/>
              <p:nvPr/>
            </p:nvSpPr>
            <p:spPr>
              <a:xfrm>
                <a:off x="3352081" y="507158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25CA634-CACD-54BE-4661-54DEF3A780C5}"/>
                  </a:ext>
                </a:extLst>
              </p:cNvPr>
              <p:cNvSpPr txBox="1"/>
              <p:nvPr/>
            </p:nvSpPr>
            <p:spPr>
              <a:xfrm>
                <a:off x="7122005" y="50126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F6D568-E05C-26F2-EBD8-57839FC7687F}"/>
                  </a:ext>
                </a:extLst>
              </p:cNvPr>
              <p:cNvSpPr txBox="1"/>
              <p:nvPr/>
            </p:nvSpPr>
            <p:spPr>
              <a:xfrm>
                <a:off x="5404400" y="510890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E1DFACA-646B-2F3B-1F0D-554B10C6DCB7}"/>
                  </a:ext>
                </a:extLst>
              </p:cNvPr>
              <p:cNvSpPr txBox="1"/>
              <p:nvPr/>
            </p:nvSpPr>
            <p:spPr>
              <a:xfrm>
                <a:off x="9030118" y="503006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6EE955-07B4-4EE0-219A-7BF193FD11F3}"/>
                  </a:ext>
                </a:extLst>
              </p:cNvPr>
              <p:cNvSpPr txBox="1"/>
              <p:nvPr/>
            </p:nvSpPr>
            <p:spPr>
              <a:xfrm>
                <a:off x="2783996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E0ABF5-B591-93A9-75F6-25B4A6AB23BE}"/>
                  </a:ext>
                </a:extLst>
              </p:cNvPr>
              <p:cNvSpPr txBox="1"/>
              <p:nvPr/>
            </p:nvSpPr>
            <p:spPr>
              <a:xfrm>
                <a:off x="3920467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6035EC9-3610-8FDE-B3D0-38593B0EF572}"/>
                </a:ext>
              </a:extLst>
            </p:cNvPr>
            <p:cNvSpPr/>
            <p:nvPr/>
          </p:nvSpPr>
          <p:spPr>
            <a:xfrm>
              <a:off x="2330369" y="5636036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001DADF-BD70-7B05-56C0-31B3799F72C0}"/>
                </a:ext>
              </a:extLst>
            </p:cNvPr>
            <p:cNvCxnSpPr>
              <a:cxnSpLocks/>
              <a:stCxn id="54" idx="0"/>
              <a:endCxn id="32" idx="3"/>
            </p:cNvCxnSpPr>
            <p:nvPr/>
          </p:nvCxnSpPr>
          <p:spPr>
            <a:xfrm flipV="1">
              <a:off x="2674408" y="5297030"/>
              <a:ext cx="248506" cy="3390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4CC9DA3-E3B4-4532-1F70-7E2BF83F9167}"/>
                </a:ext>
              </a:extLst>
            </p:cNvPr>
            <p:cNvSpPr txBox="1"/>
            <p:nvPr/>
          </p:nvSpPr>
          <p:spPr>
            <a:xfrm>
              <a:off x="2446730" y="6243373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B43941B0-86D8-D533-366D-B46802C30744}"/>
              </a:ext>
            </a:extLst>
          </p:cNvPr>
          <p:cNvSpPr txBox="1"/>
          <p:nvPr/>
        </p:nvSpPr>
        <p:spPr>
          <a:xfrm>
            <a:off x="737595" y="3266383"/>
            <a:ext cx="2376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Violate Heap Property!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4902B8-F5AB-50D9-18C4-FF07B8E03412}"/>
              </a:ext>
            </a:extLst>
          </p:cNvPr>
          <p:cNvSpPr txBox="1"/>
          <p:nvPr/>
        </p:nvSpPr>
        <p:spPr>
          <a:xfrm>
            <a:off x="8434060" y="4571102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149931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2A4A-E8D3-7F93-AD14-D6B2FD99D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had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 and wanted to “</a:t>
                </a:r>
                <a:r>
                  <a:rPr lang="en-US" dirty="0" err="1"/>
                  <a:t>heapify</a:t>
                </a:r>
                <a:r>
                  <a:rPr lang="en-US" dirty="0"/>
                  <a:t>” them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2C070FD-E606-FE96-DBE1-D6B50F960BB6}"/>
              </a:ext>
            </a:extLst>
          </p:cNvPr>
          <p:cNvGrpSpPr/>
          <p:nvPr/>
        </p:nvGrpSpPr>
        <p:grpSpPr>
          <a:xfrm>
            <a:off x="5917894" y="2956422"/>
            <a:ext cx="5875588" cy="945155"/>
            <a:chOff x="5470854" y="754688"/>
            <a:chExt cx="5875588" cy="94515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82E85FD-4B9F-2A0B-306D-32BA73343EB3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3CD6EB-1593-D211-04E7-2CDD96133A79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A20C82-14BA-14B7-33D2-B02F05244D8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6678D84-16F3-310C-AADC-7A181CCDF23C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BBF6A4D-F237-D175-3581-18514FECFB50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A7CA55-613D-E569-F87A-36A82B8A4197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4DBAC75-85FF-A5C5-3308-0652E69855B9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AC49C1D-E65A-E283-D242-407C87FCEAD3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643AEB-4040-07BB-03F1-A04A08EE1D6F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FEEA45-B71F-DF2F-C447-4203F387203B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6253EB-D23C-949B-D5E8-FECD830DEDBA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8F8A93E-79B2-8F25-0DCC-1F3278F661BB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E633D5-64EB-6BAD-3A62-C08FF0C32E94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4AC8395-5F6E-19CD-15DE-29D1887AD4A5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19110CD-D76E-CFDF-A6D5-AB20E69C641D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C3B8112-0CF7-5516-F41D-84C801CEBEE1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D6E652-F5FC-4920-F20E-32A2AA0FEAE2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9347C4-D38D-06D5-33DF-2A348A5382FE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0923D4-A058-7D06-904A-8CC0ECE807D7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CFED6D-86F5-D958-E923-2CC18DA518C3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C2E6EC-062F-A161-9D0A-D10BDBA2450A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5E124AE-511C-1167-F084-AF9166C40BF1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63756C4-FFEE-45CE-C290-81DC657DB3F1}"/>
              </a:ext>
            </a:extLst>
          </p:cNvPr>
          <p:cNvGrpSpPr/>
          <p:nvPr/>
        </p:nvGrpSpPr>
        <p:grpSpPr>
          <a:xfrm>
            <a:off x="201742" y="2956422"/>
            <a:ext cx="6934200" cy="3661882"/>
            <a:chOff x="201742" y="2956422"/>
            <a:chExt cx="6934200" cy="36618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7E5112-EE0A-A568-FB0C-800B49EAA828}"/>
                </a:ext>
              </a:extLst>
            </p:cNvPr>
            <p:cNvGrpSpPr/>
            <p:nvPr/>
          </p:nvGrpSpPr>
          <p:grpSpPr>
            <a:xfrm>
              <a:off x="201742" y="2956422"/>
              <a:ext cx="6934200" cy="3661882"/>
              <a:chOff x="2590801" y="2672070"/>
              <a:chExt cx="6934200" cy="3661882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A30E535-E151-7B10-2482-D4C18A271CB8}"/>
                  </a:ext>
                </a:extLst>
              </p:cNvPr>
              <p:cNvSpPr/>
              <p:nvPr/>
            </p:nvSpPr>
            <p:spPr>
              <a:xfrm>
                <a:off x="5996855" y="2672070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5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16155D8-6880-CAC9-337D-0F3B5F0C2BBB}"/>
                  </a:ext>
                </a:extLst>
              </p:cNvPr>
              <p:cNvSpPr/>
              <p:nvPr/>
            </p:nvSpPr>
            <p:spPr>
              <a:xfrm>
                <a:off x="4191001" y="3682289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3701FD1-D85F-35B3-CE7C-6CFF8DCBAC09}"/>
                  </a:ext>
                </a:extLst>
              </p:cNvPr>
              <p:cNvSpPr/>
              <p:nvPr/>
            </p:nvSpPr>
            <p:spPr>
              <a:xfrm>
                <a:off x="7858499" y="3653913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3A6BB66-2DDC-8C2E-6AB0-DA31FC02453E}"/>
                  </a:ext>
                </a:extLst>
              </p:cNvPr>
              <p:cNvSpPr/>
              <p:nvPr/>
            </p:nvSpPr>
            <p:spPr>
              <a:xfrm>
                <a:off x="3200401" y="438350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19BA91-50E2-9B4F-817E-664706C652CC}"/>
                  </a:ext>
                </a:extLst>
              </p:cNvPr>
              <p:cNvSpPr/>
              <p:nvPr/>
            </p:nvSpPr>
            <p:spPr>
              <a:xfrm>
                <a:off x="5211206" y="4425368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3B38612-C965-1385-57E2-DB495D63D40C}"/>
                  </a:ext>
                </a:extLst>
              </p:cNvPr>
              <p:cNvSpPr/>
              <p:nvPr/>
            </p:nvSpPr>
            <p:spPr>
              <a:xfrm>
                <a:off x="6934201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32BE3EF-F957-D7BD-78A2-BE2188A515E4}"/>
                  </a:ext>
                </a:extLst>
              </p:cNvPr>
              <p:cNvSpPr/>
              <p:nvPr/>
            </p:nvSpPr>
            <p:spPr>
              <a:xfrm>
                <a:off x="8836924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7A0923A-D958-A1BA-1015-3E54B06E39E1}"/>
                  </a:ext>
                </a:extLst>
              </p:cNvPr>
              <p:cNvSpPr/>
              <p:nvPr/>
            </p:nvSpPr>
            <p:spPr>
              <a:xfrm>
                <a:off x="2590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B9709BB-64D4-3FBE-7884-D1B0484114A6}"/>
                  </a:ext>
                </a:extLst>
              </p:cNvPr>
              <p:cNvSpPr/>
              <p:nvPr/>
            </p:nvSpPr>
            <p:spPr>
              <a:xfrm>
                <a:off x="3733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A089308-EAB4-3DF6-2168-FA9078D82274}"/>
                  </a:ext>
                </a:extLst>
              </p:cNvPr>
              <p:cNvCxnSpPr>
                <a:cxnSpLocks/>
                <a:stCxn id="28" idx="3"/>
                <a:endCxn id="29" idx="7"/>
              </p:cNvCxnSpPr>
              <p:nvPr/>
            </p:nvCxnSpPr>
            <p:spPr>
              <a:xfrm flipH="1">
                <a:off x="4778311" y="3259380"/>
                <a:ext cx="1319311" cy="52367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83BDF66-84DB-ABCB-4020-11642646E088}"/>
                  </a:ext>
                </a:extLst>
              </p:cNvPr>
              <p:cNvCxnSpPr>
                <a:cxnSpLocks/>
                <a:stCxn id="28" idx="5"/>
                <a:endCxn id="30" idx="1"/>
              </p:cNvCxnSpPr>
              <p:nvPr/>
            </p:nvCxnSpPr>
            <p:spPr>
              <a:xfrm>
                <a:off x="6584165" y="3259380"/>
                <a:ext cx="1375101" cy="4953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220F70A-FDDC-7762-B33A-06720ADD3AF7}"/>
                  </a:ext>
                </a:extLst>
              </p:cNvPr>
              <p:cNvCxnSpPr>
                <a:stCxn id="32" idx="1"/>
                <a:endCxn id="29" idx="5"/>
              </p:cNvCxnSpPr>
              <p:nvPr/>
            </p:nvCxnSpPr>
            <p:spPr>
              <a:xfrm flipH="1" flipV="1">
                <a:off x="4778310" y="4269598"/>
                <a:ext cx="533662" cy="256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6022E8-594C-5224-728B-F2FC6AA874BE}"/>
                  </a:ext>
                </a:extLst>
              </p:cNvPr>
              <p:cNvCxnSpPr>
                <a:stCxn id="31" idx="7"/>
                <a:endCxn id="29" idx="3"/>
              </p:cNvCxnSpPr>
              <p:nvPr/>
            </p:nvCxnSpPr>
            <p:spPr>
              <a:xfrm flipV="1">
                <a:off x="3787711" y="4269598"/>
                <a:ext cx="504057" cy="214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D94FFD-BC02-5F5A-FF9E-9C49B907172F}"/>
                  </a:ext>
                </a:extLst>
              </p:cNvPr>
              <p:cNvCxnSpPr>
                <a:stCxn id="36" idx="0"/>
                <a:endCxn id="31" idx="5"/>
              </p:cNvCxnSpPr>
              <p:nvPr/>
            </p:nvCxnSpPr>
            <p:spPr>
              <a:xfrm flipH="1" flipV="1">
                <a:off x="3787711" y="4970813"/>
                <a:ext cx="290129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5735856-C128-C713-C639-DB1757598AE1}"/>
                  </a:ext>
                </a:extLst>
              </p:cNvPr>
              <p:cNvCxnSpPr>
                <a:stCxn id="35" idx="0"/>
                <a:endCxn id="31" idx="3"/>
              </p:cNvCxnSpPr>
              <p:nvPr/>
            </p:nvCxnSpPr>
            <p:spPr>
              <a:xfrm flipV="1">
                <a:off x="2934839" y="4970813"/>
                <a:ext cx="366328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8E5DDDC-1F60-E1BD-ED97-8C6BDFE31483}"/>
                  </a:ext>
                </a:extLst>
              </p:cNvPr>
              <p:cNvCxnSpPr>
                <a:stCxn id="33" idx="7"/>
                <a:endCxn id="30" idx="3"/>
              </p:cNvCxnSpPr>
              <p:nvPr/>
            </p:nvCxnSpPr>
            <p:spPr>
              <a:xfrm flipV="1">
                <a:off x="7521511" y="4241222"/>
                <a:ext cx="437755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02118E8-FE37-1B94-60E7-FF8DC87A02DF}"/>
                  </a:ext>
                </a:extLst>
              </p:cNvPr>
              <p:cNvCxnSpPr>
                <a:stCxn id="34" idx="1"/>
                <a:endCxn id="30" idx="5"/>
              </p:cNvCxnSpPr>
              <p:nvPr/>
            </p:nvCxnSpPr>
            <p:spPr>
              <a:xfrm flipH="1" flipV="1">
                <a:off x="8445808" y="4241222"/>
                <a:ext cx="491882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3F51C00-7BE4-C71B-CEC9-78F3E393B278}"/>
                  </a:ext>
                </a:extLst>
              </p:cNvPr>
              <p:cNvSpPr txBox="1"/>
              <p:nvPr/>
            </p:nvSpPr>
            <p:spPr>
              <a:xfrm>
                <a:off x="6190049" y="33712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E00191F-101E-453F-E05F-F79326EF7FFB}"/>
                  </a:ext>
                </a:extLst>
              </p:cNvPr>
              <p:cNvSpPr txBox="1"/>
              <p:nvPr/>
            </p:nvSpPr>
            <p:spPr>
              <a:xfrm>
                <a:off x="4384195" y="4377091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B19AC53-E3AB-F92F-CA0A-7EC078433879}"/>
                  </a:ext>
                </a:extLst>
              </p:cNvPr>
              <p:cNvSpPr txBox="1"/>
              <p:nvPr/>
            </p:nvSpPr>
            <p:spPr>
              <a:xfrm>
                <a:off x="8051693" y="431669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A690ADD-9D72-5CFC-ABA4-CFD3482C08B4}"/>
                  </a:ext>
                </a:extLst>
              </p:cNvPr>
              <p:cNvSpPr txBox="1"/>
              <p:nvPr/>
            </p:nvSpPr>
            <p:spPr>
              <a:xfrm>
                <a:off x="3352081" y="507158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25CA634-CACD-54BE-4661-54DEF3A780C5}"/>
                  </a:ext>
                </a:extLst>
              </p:cNvPr>
              <p:cNvSpPr txBox="1"/>
              <p:nvPr/>
            </p:nvSpPr>
            <p:spPr>
              <a:xfrm>
                <a:off x="7122005" y="50126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F6D568-E05C-26F2-EBD8-57839FC7687F}"/>
                  </a:ext>
                </a:extLst>
              </p:cNvPr>
              <p:cNvSpPr txBox="1"/>
              <p:nvPr/>
            </p:nvSpPr>
            <p:spPr>
              <a:xfrm>
                <a:off x="5404400" y="510890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E1DFACA-646B-2F3B-1F0D-554B10C6DCB7}"/>
                  </a:ext>
                </a:extLst>
              </p:cNvPr>
              <p:cNvSpPr txBox="1"/>
              <p:nvPr/>
            </p:nvSpPr>
            <p:spPr>
              <a:xfrm>
                <a:off x="9030118" y="503006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6EE955-07B4-4EE0-219A-7BF193FD11F3}"/>
                  </a:ext>
                </a:extLst>
              </p:cNvPr>
              <p:cNvSpPr txBox="1"/>
              <p:nvPr/>
            </p:nvSpPr>
            <p:spPr>
              <a:xfrm>
                <a:off x="2783996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E0ABF5-B591-93A9-75F6-25B4A6AB23BE}"/>
                  </a:ext>
                </a:extLst>
              </p:cNvPr>
              <p:cNvSpPr txBox="1"/>
              <p:nvPr/>
            </p:nvSpPr>
            <p:spPr>
              <a:xfrm>
                <a:off x="3920467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6035EC9-3610-8FDE-B3D0-38593B0EF572}"/>
                </a:ext>
              </a:extLst>
            </p:cNvPr>
            <p:cNvSpPr/>
            <p:nvPr/>
          </p:nvSpPr>
          <p:spPr>
            <a:xfrm>
              <a:off x="2330369" y="5636036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001DADF-BD70-7B05-56C0-31B3799F72C0}"/>
                </a:ext>
              </a:extLst>
            </p:cNvPr>
            <p:cNvCxnSpPr>
              <a:cxnSpLocks/>
              <a:stCxn id="54" idx="0"/>
              <a:endCxn id="32" idx="3"/>
            </p:cNvCxnSpPr>
            <p:nvPr/>
          </p:nvCxnSpPr>
          <p:spPr>
            <a:xfrm flipV="1">
              <a:off x="2674408" y="5297030"/>
              <a:ext cx="248506" cy="3390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4CC9DA3-E3B4-4532-1F70-7E2BF83F9167}"/>
                </a:ext>
              </a:extLst>
            </p:cNvPr>
            <p:cNvSpPr txBox="1"/>
            <p:nvPr/>
          </p:nvSpPr>
          <p:spPr>
            <a:xfrm>
              <a:off x="2446730" y="6243373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B43941B0-86D8-D533-366D-B46802C30744}"/>
              </a:ext>
            </a:extLst>
          </p:cNvPr>
          <p:cNvSpPr txBox="1"/>
          <p:nvPr/>
        </p:nvSpPr>
        <p:spPr>
          <a:xfrm>
            <a:off x="737595" y="3266383"/>
            <a:ext cx="2376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Violate Heap Property!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4902B8-F5AB-50D9-18C4-FF07B8E03412}"/>
              </a:ext>
            </a:extLst>
          </p:cNvPr>
          <p:cNvSpPr txBox="1"/>
          <p:nvPr/>
        </p:nvSpPr>
        <p:spPr>
          <a:xfrm>
            <a:off x="8434060" y="4571102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961531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2A4A-E8D3-7F93-AD14-D6B2FD99D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had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 and wanted to “</a:t>
                </a:r>
                <a:r>
                  <a:rPr lang="en-US" dirty="0" err="1"/>
                  <a:t>heapify</a:t>
                </a:r>
                <a:r>
                  <a:rPr lang="en-US" dirty="0"/>
                  <a:t>” them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2C070FD-E606-FE96-DBE1-D6B50F960BB6}"/>
              </a:ext>
            </a:extLst>
          </p:cNvPr>
          <p:cNvGrpSpPr/>
          <p:nvPr/>
        </p:nvGrpSpPr>
        <p:grpSpPr>
          <a:xfrm>
            <a:off x="5917894" y="2956422"/>
            <a:ext cx="5875588" cy="945155"/>
            <a:chOff x="5470854" y="754688"/>
            <a:chExt cx="5875588" cy="94515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82E85FD-4B9F-2A0B-306D-32BA73343EB3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3CD6EB-1593-D211-04E7-2CDD96133A79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A20C82-14BA-14B7-33D2-B02F05244D8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6678D84-16F3-310C-AADC-7A181CCDF23C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BBF6A4D-F237-D175-3581-18514FECFB50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A7CA55-613D-E569-F87A-36A82B8A4197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4DBAC75-85FF-A5C5-3308-0652E69855B9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AC49C1D-E65A-E283-D242-407C87FCEAD3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643AEB-4040-07BB-03F1-A04A08EE1D6F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FEEA45-B71F-DF2F-C447-4203F387203B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6253EB-D23C-949B-D5E8-FECD830DEDBA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8F8A93E-79B2-8F25-0DCC-1F3278F661BB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E633D5-64EB-6BAD-3A62-C08FF0C32E94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4AC8395-5F6E-19CD-15DE-29D1887AD4A5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19110CD-D76E-CFDF-A6D5-AB20E69C641D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C3B8112-0CF7-5516-F41D-84C801CEBEE1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D6E652-F5FC-4920-F20E-32A2AA0FEAE2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9347C4-D38D-06D5-33DF-2A348A5382FE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0923D4-A058-7D06-904A-8CC0ECE807D7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CFED6D-86F5-D958-E923-2CC18DA518C3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C2E6EC-062F-A161-9D0A-D10BDBA2450A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5E124AE-511C-1167-F084-AF9166C40BF1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63756C4-FFEE-45CE-C290-81DC657DB3F1}"/>
              </a:ext>
            </a:extLst>
          </p:cNvPr>
          <p:cNvGrpSpPr/>
          <p:nvPr/>
        </p:nvGrpSpPr>
        <p:grpSpPr>
          <a:xfrm>
            <a:off x="201742" y="2956422"/>
            <a:ext cx="6934200" cy="3661882"/>
            <a:chOff x="201742" y="2956422"/>
            <a:chExt cx="6934200" cy="36618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7E5112-EE0A-A568-FB0C-800B49EAA828}"/>
                </a:ext>
              </a:extLst>
            </p:cNvPr>
            <p:cNvGrpSpPr/>
            <p:nvPr/>
          </p:nvGrpSpPr>
          <p:grpSpPr>
            <a:xfrm>
              <a:off x="201742" y="2956422"/>
              <a:ext cx="6934200" cy="3661882"/>
              <a:chOff x="2590801" y="2672070"/>
              <a:chExt cx="6934200" cy="3661882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A30E535-E151-7B10-2482-D4C18A271CB8}"/>
                  </a:ext>
                </a:extLst>
              </p:cNvPr>
              <p:cNvSpPr/>
              <p:nvPr/>
            </p:nvSpPr>
            <p:spPr>
              <a:xfrm>
                <a:off x="5996855" y="267207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16155D8-6880-CAC9-337D-0F3B5F0C2BBB}"/>
                  </a:ext>
                </a:extLst>
              </p:cNvPr>
              <p:cNvSpPr/>
              <p:nvPr/>
            </p:nvSpPr>
            <p:spPr>
              <a:xfrm>
                <a:off x="4191001" y="3682289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3701FD1-D85F-35B3-CE7C-6CFF8DCBAC09}"/>
                  </a:ext>
                </a:extLst>
              </p:cNvPr>
              <p:cNvSpPr/>
              <p:nvPr/>
            </p:nvSpPr>
            <p:spPr>
              <a:xfrm>
                <a:off x="7858499" y="3653913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3A6BB66-2DDC-8C2E-6AB0-DA31FC02453E}"/>
                  </a:ext>
                </a:extLst>
              </p:cNvPr>
              <p:cNvSpPr/>
              <p:nvPr/>
            </p:nvSpPr>
            <p:spPr>
              <a:xfrm>
                <a:off x="3200401" y="438350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19BA91-50E2-9B4F-817E-664706C652CC}"/>
                  </a:ext>
                </a:extLst>
              </p:cNvPr>
              <p:cNvSpPr/>
              <p:nvPr/>
            </p:nvSpPr>
            <p:spPr>
              <a:xfrm>
                <a:off x="5211206" y="4425368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3B38612-C965-1385-57E2-DB495D63D40C}"/>
                  </a:ext>
                </a:extLst>
              </p:cNvPr>
              <p:cNvSpPr/>
              <p:nvPr/>
            </p:nvSpPr>
            <p:spPr>
              <a:xfrm>
                <a:off x="6934201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32BE3EF-F957-D7BD-78A2-BE2188A515E4}"/>
                  </a:ext>
                </a:extLst>
              </p:cNvPr>
              <p:cNvSpPr/>
              <p:nvPr/>
            </p:nvSpPr>
            <p:spPr>
              <a:xfrm>
                <a:off x="8836924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7A0923A-D958-A1BA-1015-3E54B06E39E1}"/>
                  </a:ext>
                </a:extLst>
              </p:cNvPr>
              <p:cNvSpPr/>
              <p:nvPr/>
            </p:nvSpPr>
            <p:spPr>
              <a:xfrm>
                <a:off x="2590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B9709BB-64D4-3FBE-7884-D1B0484114A6}"/>
                  </a:ext>
                </a:extLst>
              </p:cNvPr>
              <p:cNvSpPr/>
              <p:nvPr/>
            </p:nvSpPr>
            <p:spPr>
              <a:xfrm>
                <a:off x="3733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A089308-EAB4-3DF6-2168-FA9078D82274}"/>
                  </a:ext>
                </a:extLst>
              </p:cNvPr>
              <p:cNvCxnSpPr>
                <a:cxnSpLocks/>
                <a:stCxn id="28" idx="3"/>
                <a:endCxn id="29" idx="7"/>
              </p:cNvCxnSpPr>
              <p:nvPr/>
            </p:nvCxnSpPr>
            <p:spPr>
              <a:xfrm flipH="1">
                <a:off x="4778311" y="3259380"/>
                <a:ext cx="1319311" cy="52367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83BDF66-84DB-ABCB-4020-11642646E088}"/>
                  </a:ext>
                </a:extLst>
              </p:cNvPr>
              <p:cNvCxnSpPr>
                <a:cxnSpLocks/>
                <a:stCxn id="28" idx="5"/>
                <a:endCxn id="30" idx="1"/>
              </p:cNvCxnSpPr>
              <p:nvPr/>
            </p:nvCxnSpPr>
            <p:spPr>
              <a:xfrm>
                <a:off x="6584165" y="3259380"/>
                <a:ext cx="1375101" cy="4953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220F70A-FDDC-7762-B33A-06720ADD3AF7}"/>
                  </a:ext>
                </a:extLst>
              </p:cNvPr>
              <p:cNvCxnSpPr>
                <a:stCxn id="32" idx="1"/>
                <a:endCxn id="29" idx="5"/>
              </p:cNvCxnSpPr>
              <p:nvPr/>
            </p:nvCxnSpPr>
            <p:spPr>
              <a:xfrm flipH="1" flipV="1">
                <a:off x="4778310" y="4269598"/>
                <a:ext cx="533662" cy="256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6022E8-594C-5224-728B-F2FC6AA874BE}"/>
                  </a:ext>
                </a:extLst>
              </p:cNvPr>
              <p:cNvCxnSpPr>
                <a:stCxn id="31" idx="7"/>
                <a:endCxn id="29" idx="3"/>
              </p:cNvCxnSpPr>
              <p:nvPr/>
            </p:nvCxnSpPr>
            <p:spPr>
              <a:xfrm flipV="1">
                <a:off x="3787711" y="4269598"/>
                <a:ext cx="504057" cy="214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D94FFD-BC02-5F5A-FF9E-9C49B907172F}"/>
                  </a:ext>
                </a:extLst>
              </p:cNvPr>
              <p:cNvCxnSpPr>
                <a:stCxn id="36" idx="0"/>
                <a:endCxn id="31" idx="5"/>
              </p:cNvCxnSpPr>
              <p:nvPr/>
            </p:nvCxnSpPr>
            <p:spPr>
              <a:xfrm flipH="1" flipV="1">
                <a:off x="3787711" y="4970813"/>
                <a:ext cx="290129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5735856-C128-C713-C639-DB1757598AE1}"/>
                  </a:ext>
                </a:extLst>
              </p:cNvPr>
              <p:cNvCxnSpPr>
                <a:stCxn id="35" idx="0"/>
                <a:endCxn id="31" idx="3"/>
              </p:cNvCxnSpPr>
              <p:nvPr/>
            </p:nvCxnSpPr>
            <p:spPr>
              <a:xfrm flipV="1">
                <a:off x="2934839" y="4970813"/>
                <a:ext cx="366328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8E5DDDC-1F60-E1BD-ED97-8C6BDFE31483}"/>
                  </a:ext>
                </a:extLst>
              </p:cNvPr>
              <p:cNvCxnSpPr>
                <a:stCxn id="33" idx="7"/>
                <a:endCxn id="30" idx="3"/>
              </p:cNvCxnSpPr>
              <p:nvPr/>
            </p:nvCxnSpPr>
            <p:spPr>
              <a:xfrm flipV="1">
                <a:off x="7521511" y="4241222"/>
                <a:ext cx="437755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02118E8-FE37-1B94-60E7-FF8DC87A02DF}"/>
                  </a:ext>
                </a:extLst>
              </p:cNvPr>
              <p:cNvCxnSpPr>
                <a:stCxn id="34" idx="1"/>
                <a:endCxn id="30" idx="5"/>
              </p:cNvCxnSpPr>
              <p:nvPr/>
            </p:nvCxnSpPr>
            <p:spPr>
              <a:xfrm flipH="1" flipV="1">
                <a:off x="8445808" y="4241222"/>
                <a:ext cx="491882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3F51C00-7BE4-C71B-CEC9-78F3E393B278}"/>
                  </a:ext>
                </a:extLst>
              </p:cNvPr>
              <p:cNvSpPr txBox="1"/>
              <p:nvPr/>
            </p:nvSpPr>
            <p:spPr>
              <a:xfrm>
                <a:off x="6190049" y="33712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E00191F-101E-453F-E05F-F79326EF7FFB}"/>
                  </a:ext>
                </a:extLst>
              </p:cNvPr>
              <p:cNvSpPr txBox="1"/>
              <p:nvPr/>
            </p:nvSpPr>
            <p:spPr>
              <a:xfrm>
                <a:off x="4384195" y="4377091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B19AC53-E3AB-F92F-CA0A-7EC078433879}"/>
                  </a:ext>
                </a:extLst>
              </p:cNvPr>
              <p:cNvSpPr txBox="1"/>
              <p:nvPr/>
            </p:nvSpPr>
            <p:spPr>
              <a:xfrm>
                <a:off x="8051693" y="431669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A690ADD-9D72-5CFC-ABA4-CFD3482C08B4}"/>
                  </a:ext>
                </a:extLst>
              </p:cNvPr>
              <p:cNvSpPr txBox="1"/>
              <p:nvPr/>
            </p:nvSpPr>
            <p:spPr>
              <a:xfrm>
                <a:off x="3352081" y="507158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25CA634-CACD-54BE-4661-54DEF3A780C5}"/>
                  </a:ext>
                </a:extLst>
              </p:cNvPr>
              <p:cNvSpPr txBox="1"/>
              <p:nvPr/>
            </p:nvSpPr>
            <p:spPr>
              <a:xfrm>
                <a:off x="7122005" y="50126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F6D568-E05C-26F2-EBD8-57839FC7687F}"/>
                  </a:ext>
                </a:extLst>
              </p:cNvPr>
              <p:cNvSpPr txBox="1"/>
              <p:nvPr/>
            </p:nvSpPr>
            <p:spPr>
              <a:xfrm>
                <a:off x="5404400" y="510890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E1DFACA-646B-2F3B-1F0D-554B10C6DCB7}"/>
                  </a:ext>
                </a:extLst>
              </p:cNvPr>
              <p:cNvSpPr txBox="1"/>
              <p:nvPr/>
            </p:nvSpPr>
            <p:spPr>
              <a:xfrm>
                <a:off x="9030118" y="503006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6EE955-07B4-4EE0-219A-7BF193FD11F3}"/>
                  </a:ext>
                </a:extLst>
              </p:cNvPr>
              <p:cNvSpPr txBox="1"/>
              <p:nvPr/>
            </p:nvSpPr>
            <p:spPr>
              <a:xfrm>
                <a:off x="2783996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E0ABF5-B591-93A9-75F6-25B4A6AB23BE}"/>
                  </a:ext>
                </a:extLst>
              </p:cNvPr>
              <p:cNvSpPr txBox="1"/>
              <p:nvPr/>
            </p:nvSpPr>
            <p:spPr>
              <a:xfrm>
                <a:off x="3920467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6035EC9-3610-8FDE-B3D0-38593B0EF572}"/>
                </a:ext>
              </a:extLst>
            </p:cNvPr>
            <p:cNvSpPr/>
            <p:nvPr/>
          </p:nvSpPr>
          <p:spPr>
            <a:xfrm>
              <a:off x="2330369" y="5636036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001DADF-BD70-7B05-56C0-31B3799F72C0}"/>
                </a:ext>
              </a:extLst>
            </p:cNvPr>
            <p:cNvCxnSpPr>
              <a:cxnSpLocks/>
              <a:stCxn id="54" idx="0"/>
              <a:endCxn id="32" idx="3"/>
            </p:cNvCxnSpPr>
            <p:nvPr/>
          </p:nvCxnSpPr>
          <p:spPr>
            <a:xfrm flipV="1">
              <a:off x="2674408" y="5297030"/>
              <a:ext cx="248506" cy="3390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4CC9DA3-E3B4-4532-1F70-7E2BF83F9167}"/>
                </a:ext>
              </a:extLst>
            </p:cNvPr>
            <p:cNvSpPr txBox="1"/>
            <p:nvPr/>
          </p:nvSpPr>
          <p:spPr>
            <a:xfrm>
              <a:off x="2446730" y="6243373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B43941B0-86D8-D533-366D-B46802C30744}"/>
              </a:ext>
            </a:extLst>
          </p:cNvPr>
          <p:cNvSpPr txBox="1"/>
          <p:nvPr/>
        </p:nvSpPr>
        <p:spPr>
          <a:xfrm>
            <a:off x="737595" y="3266383"/>
            <a:ext cx="2376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Violate Heap Property!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4902B8-F5AB-50D9-18C4-FF07B8E03412}"/>
              </a:ext>
            </a:extLst>
          </p:cNvPr>
          <p:cNvSpPr txBox="1"/>
          <p:nvPr/>
        </p:nvSpPr>
        <p:spPr>
          <a:xfrm>
            <a:off x="8434060" y="4571102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90394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905CF-DEFE-FCCE-A8B5-E5D05FB41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long did this take?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365F4-D608-38F3-EE98-2E277D48B8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Worst case running time of </a:t>
            </a:r>
            <a:r>
              <a:rPr lang="en-US" dirty="0" err="1"/>
              <a:t>buildHeap</a:t>
            </a:r>
            <a:r>
              <a:rPr lang="en-US" dirty="0"/>
              <a:t>:</a:t>
            </a:r>
          </a:p>
          <a:p>
            <a:r>
              <a:rPr lang="en-US" dirty="0"/>
              <a:t>No node can percolate down more than the height of its subtree</a:t>
            </a:r>
          </a:p>
          <a:p>
            <a:pPr lvl="1"/>
            <a:r>
              <a:rPr lang="en-US" dirty="0"/>
              <a:t>When </a:t>
            </a:r>
            <a:r>
              <a:rPr lang="en-US" dirty="0" err="1"/>
              <a:t>i</a:t>
            </a:r>
            <a:r>
              <a:rPr lang="en-US" dirty="0"/>
              <a:t> is a leaf:</a:t>
            </a:r>
          </a:p>
          <a:p>
            <a:pPr lvl="1"/>
            <a:r>
              <a:rPr lang="en-US" dirty="0"/>
              <a:t>When </a:t>
            </a:r>
            <a:r>
              <a:rPr lang="en-US" dirty="0" err="1"/>
              <a:t>i</a:t>
            </a:r>
            <a:r>
              <a:rPr lang="en-US" dirty="0"/>
              <a:t> is second-from-last level:</a:t>
            </a:r>
          </a:p>
          <a:p>
            <a:pPr lvl="1"/>
            <a:r>
              <a:rPr lang="en-US" dirty="0"/>
              <a:t>When i is third-from-last level:</a:t>
            </a:r>
          </a:p>
          <a:p>
            <a:r>
              <a:rPr lang="en-US" dirty="0"/>
              <a:t>Overall Running time: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9625AA-3486-326F-E75E-91F40D9AD6A6}"/>
              </a:ext>
            </a:extLst>
          </p:cNvPr>
          <p:cNvSpPr txBox="1"/>
          <p:nvPr/>
        </p:nvSpPr>
        <p:spPr>
          <a:xfrm>
            <a:off x="8586460" y="283582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63486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11352</TotalTime>
  <Words>2581</Words>
  <Application>Microsoft Office PowerPoint</Application>
  <PresentationFormat>Widescreen</PresentationFormat>
  <Paragraphs>834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Calibri Light</vt:lpstr>
      <vt:lpstr>Cambria Math</vt:lpstr>
      <vt:lpstr>Calibri</vt:lpstr>
      <vt:lpstr>Arial</vt:lpstr>
      <vt:lpstr>Office Theme</vt:lpstr>
      <vt:lpstr>CSE 332 Winter 2026 Lecture 5: Priority Queues</vt:lpstr>
      <vt:lpstr>ADT: Priority Queue</vt:lpstr>
      <vt:lpstr>Applications?</vt:lpstr>
      <vt:lpstr>Thinking through implementations</vt:lpstr>
      <vt:lpstr>Thinking through implementations</vt:lpstr>
      <vt:lpstr>Thinking through implementations</vt:lpstr>
      <vt:lpstr>Trees for Heaps</vt:lpstr>
      <vt:lpstr>Priority Queue Data Structure – Heap Idea</vt:lpstr>
      <vt:lpstr>Achieving log⁡n Running Time</vt:lpstr>
      <vt:lpstr>(Min) Heap Data Structure</vt:lpstr>
      <vt:lpstr>Heap Insert</vt:lpstr>
      <vt:lpstr>Heap Insert</vt:lpstr>
      <vt:lpstr>Heap Insert</vt:lpstr>
      <vt:lpstr>Heap Insert</vt:lpstr>
      <vt:lpstr>Heap Insert</vt:lpstr>
      <vt:lpstr>Heap extract</vt:lpstr>
      <vt:lpstr>Heap extract</vt:lpstr>
      <vt:lpstr>Heap extract</vt:lpstr>
      <vt:lpstr>Heap extract</vt:lpstr>
      <vt:lpstr>Heap extract</vt:lpstr>
      <vt:lpstr>Percolate Up and Down (for a Min Heap)</vt:lpstr>
      <vt:lpstr>Representing a Heap</vt:lpstr>
      <vt:lpstr>Insert Pseudocode</vt:lpstr>
      <vt:lpstr>Percolate Up</vt:lpstr>
      <vt:lpstr>extract Pseudocode</vt:lpstr>
      <vt:lpstr>Percolate Down</vt:lpstr>
      <vt:lpstr>Other Operations</vt:lpstr>
      <vt:lpstr>Building a Heap From “Scratch”</vt:lpstr>
      <vt:lpstr>Floyd’s buildHeap method</vt:lpstr>
      <vt:lpstr>Floyd’s buildHeap method</vt:lpstr>
      <vt:lpstr>Floyd’s buildHeap method</vt:lpstr>
      <vt:lpstr>Floyd’s buildHeap method</vt:lpstr>
      <vt:lpstr>Floyd’s buildHeap method</vt:lpstr>
      <vt:lpstr>Floyd’s buildHeap method</vt:lpstr>
      <vt:lpstr>Floyd’s buildHeap method</vt:lpstr>
      <vt:lpstr>How long did this take?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1: Intro to ADTs, Stacks, Queues</dc:title>
  <dc:creator>Nathan Brunelle</dc:creator>
  <cp:lastModifiedBy>Nathan Brunelle</cp:lastModifiedBy>
  <cp:revision>79</cp:revision>
  <dcterms:created xsi:type="dcterms:W3CDTF">2023-09-26T20:08:20Z</dcterms:created>
  <dcterms:modified xsi:type="dcterms:W3CDTF">2026-01-14T21:21:00Z</dcterms:modified>
</cp:coreProperties>
</file>