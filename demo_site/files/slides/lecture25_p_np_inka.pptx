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6"/>
  </p:notesMasterIdLst>
  <p:sldIdLst>
    <p:sldId id="257" r:id="rId2"/>
    <p:sldId id="269" r:id="rId3"/>
    <p:sldId id="259" r:id="rId4"/>
    <p:sldId id="263" r:id="rId5"/>
    <p:sldId id="270" r:id="rId6"/>
    <p:sldId id="271" r:id="rId7"/>
    <p:sldId id="272" r:id="rId8"/>
    <p:sldId id="273" r:id="rId9"/>
    <p:sldId id="275" r:id="rId10"/>
    <p:sldId id="274" r:id="rId11"/>
    <p:sldId id="276" r:id="rId12"/>
    <p:sldId id="277" r:id="rId13"/>
    <p:sldId id="921" r:id="rId14"/>
    <p:sldId id="912" r:id="rId15"/>
    <p:sldId id="913" r:id="rId16"/>
    <p:sldId id="914" r:id="rId17"/>
    <p:sldId id="919" r:id="rId18"/>
    <p:sldId id="915" r:id="rId19"/>
    <p:sldId id="916" r:id="rId20"/>
    <p:sldId id="917" r:id="rId21"/>
    <p:sldId id="918" r:id="rId22"/>
    <p:sldId id="920" r:id="rId23"/>
    <p:sldId id="927" r:id="rId24"/>
    <p:sldId id="923" r:id="rId25"/>
    <p:sldId id="924" r:id="rId26"/>
    <p:sldId id="925" r:id="rId27"/>
    <p:sldId id="969" r:id="rId28"/>
    <p:sldId id="932" r:id="rId29"/>
    <p:sldId id="890" r:id="rId30"/>
    <p:sldId id="905" r:id="rId31"/>
    <p:sldId id="933" r:id="rId32"/>
    <p:sldId id="934" r:id="rId33"/>
    <p:sldId id="938" r:id="rId34"/>
    <p:sldId id="964" r:id="rId35"/>
    <p:sldId id="965" r:id="rId36"/>
    <p:sldId id="940" r:id="rId37"/>
    <p:sldId id="941" r:id="rId38"/>
    <p:sldId id="942" r:id="rId39"/>
    <p:sldId id="966" r:id="rId40"/>
    <p:sldId id="967" r:id="rId41"/>
    <p:sldId id="968" r:id="rId42"/>
    <p:sldId id="797" r:id="rId43"/>
    <p:sldId id="798" r:id="rId44"/>
    <p:sldId id="799" r:id="rId45"/>
  </p:sldIdLst>
  <p:sldSz cx="12192000" cy="6858000"/>
  <p:notesSz cx="6858000" cy="9144000"/>
  <p:embeddedFontLst>
    <p:embeddedFont>
      <p:font typeface="Cambria Math" panose="02040503050406030204" pitchFamily="18" charset="0"/>
      <p:regular r:id="rId47"/>
    </p:embeddedFont>
    <p:embeddedFont>
      <p:font typeface="Ravie" panose="04040805050809020602" pitchFamily="82" charset="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31:33.2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17454 8930 0,'0'0'0,"0"0"0,0 0 0,0 0 0,0 0 16,17 0-16,9 8 15,-1 9-15,1 0 16,-1 0 0,1 0-1,-9 0-15,-8 0 16,-1 9-1,1 16-15,-9 35 16,-9 16-16,-16-8 16,8-8-1,-1-18 1,18-16-16,0 0 16,9-9-1,17 0-15,16 8 16,9-16-1,26-9-15,34-17 16,9-9 0,-18 1-16,-8-9 15,43 8 1,8 9-16,-51 9 16,-9 8-16,-25 0 15,-18 0 1,-16 0-16,0-9 15,-18 1 1,1-1 0,-1 1-16,-8-9 15,0 0-15,0-9 16,9-8 0,8-34-1,0-34-15,0-25 16,0-44-1,9-24-15,25-120 16</inkml:trace>
  <inkml:trace contextRef="#ctx0" brushRef="#br0" timeOffset="16479.21">3073 10843 0,'0'0'0,"0"0"0,-9 0 0,-17 9 15,-25 25-15,0 25 16,-9 43-16,1 9 31,-1-26-31,9 8 0,-1 35 16,10 8 0,16 0-16,9 34 15,0 17-15,17-51 16,26-42-1,16 17-15,18-26 32,-9-34-32,43-26 15,60-33 1,-9-35-16,-26 1 16,9-26-16,26-52 15,-26-24 1,-34 16-1,-26-25-15,-17-34 16,-25 9 0,-26-10-1,-26 1-15,-25 51 16,-34 43 0,-26 8-16,-26 42 15,-16 43-15,-27 26 16,-135 33-1</inkml:trace>
  <inkml:trace contextRef="#ctx0" brushRef="#br0" timeOffset="17074.88">4865 10333 0,'-9'0'0,"-8"25"0,-25 35 15,-10 42-15,1 9 0,9 8 16,-1 42-16,9 9 31,8 9-15,9 51-16,9 8 15,16 34 1,26-17-16,9-25 16,17-9-16,16-68 0,10-34 31,-35-60-15</inkml:trace>
  <inkml:trace contextRef="#ctx0" brushRef="#br0" timeOffset="17863.31">5488 11498 0,'0'0'0,"0"0"0,0 17 16,0 26-16,0 25 16,-9 17-16,1 8 15,-1 1 1,1-9-16,-9-9 16,8-16-1,9-9 1,0-17-16,0-9 15,0-8-15,0-8 16,0-1 0,0 1-1,0-9-15,0-9 16,9-25 0,8-17-16,17-34 15,17-25 1,0-18-16,18 1 15,-1-1 1,0 18-16,1 16 16,24 9-16,1 8 15,-17 35 1,-9 8 0,-8 25-16,-9 18 15,-8 16-15,8 35 16,-8 33-1,-18 44 1,-7 16-16,-18-9 0,0-33 31,0-18-31,0-25 16,0-8-16,0-18 16,0 1-1,17-9 1,0-9-16</inkml:trace>
  <inkml:trace contextRef="#ctx0" brushRef="#br0" timeOffset="18739.86">7135 10631 0,'0'0'0,"0"0"0,-8 17 0,-18 34 15,0 25 1,9 1-16,0-1 16,0-16-1,0-1 1,0-16 0,0-9-16,0-9 0,8-8 15,9-8 1,0-1-1,0 1-15,0-9 16,0-9 0,18-16-16,-1-18 15,8-25-15,26-34 16,9 9 0,0 16-16,0-8 15,-1 17 1,1 9-1,-17 8-15,-1 17 16,-7 8 0,-1 9-16,0 0 15,0 17-15,9 0 16,-9 17 0,0 0-1,-8 17-15,-1 0 16,-16-8-1,-1-1-15,-16 1 16,-18-1-16,1 1 16,-10-1-1,10-8-15,-1-8 16,-8-1 0,-9-8-16,-16-8 15,-18-1 1,-9-8-1,61 9-15</inkml:trace>
  <inkml:trace contextRef="#ctx0" brushRef="#br0" timeOffset="19326.36">8467 10265 0,'0'0'0,"8"17"0,18 42 0,25 52 16,43 76 0,25 51-16,-33 9 15,-44 42 1,-59 43-16,-145 118 16,-162 44-16,42-180 15</inkml:trace>
  <inkml:trace contextRef="#ctx0" brushRef="#br0" timeOffset="24095.93">23121 8947 0,'0'0'0,"0"0"0,0 0 15,0 8-15,0 9 16,-8 0 0,-1 17-1,1 9-15,-1 25 16,0 8-16,1 9 16,-9 0-1,0 9-15,8-17 16,1-9-1,-1-26-15,9-16 16,0-18 0,0 1-1,0-9-15,26 8 16,25-16-16,60-9 16,34-17-1,17-17-15,9-17 16,0-1-1,-1 27-15,-16 8 16,8 17 0,9 17-1,17 17-15,-1 8 16,-7 9-16,-10-8 16,-16 8-16,-26-8 15,-26-1 1,-33-16-1,-18-1-15,-26 1 16,1-1 0,-9-8-1,0-8-15,9-18 0,8-25 32,0-43-32,17-25 15,-17 51 1</inkml:trace>
  <inkml:trace contextRef="#ctx0" brushRef="#br0" timeOffset="33267.26">19630 9363 0,'0'0'0,"0"0"0,0 17 16,0 26-1,0 16-15,-8 18 16,-1 0-1,9-1 1,0 9-16,0 0 16,17 9-16,35 8 15,24 0 1,27 8-16,16 1 16,9 0-1,26-9-15,17-34 16,51-9-1,25-16-15,-16-26 16,-1-17 0,-17-17-16,1-9 15,16-16 1,-51-1-16,-34 1 16,-8-1-1,-26 1 1,-17-1-16,-43 9 15,-8 0-15,-1-9 16,-16 9-16,-17 0 16,-1 0-1,-16 0 1,-9 9-16,-18-9 16,-16 8-1,-43 1 1,-8 8-16,17 8 0,16 9 15,27 9 1,16-1 0,17 1-16,9-9 15,17 17-15,35 0 16,25 8 0,25-16-16,17-18 31,9-16-31,9-1 15,-26 1 1,-17-1-16,-34 9 16,-18 17-16,-16 9 15,-9 33 1,-43 69 0,-33 42-16,-35 9 15,8-26 1,27-43-16,16-33 0,26-26 31,17-26-31,0-8 16</inkml:trace>
  <inkml:trace contextRef="#ctx0" brushRef="#br0" timeOffset="34117.74">19076 9755 0,'0'0'0,"0"0"0,0 0 16,0 0-16,0 0 0,0 0 16,0 0-1,0 0 1,0 0 0,0 0-16,0 0 15,0 0 1,0 0-16,0 0 15,0 0 1,0 0 0,0-9-16,0-8 0,0-34 31,0-25-31,0-10 16,0 1-1,17 9-15,0 16 16,8 18-1,-8 8-15,0 17 16,1 0-16,16 17 16,17 8-1,34 18-15,18 25 16,25 8-16,25 18 31,1-26-31,-35-17 0,-67-17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33:14.7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3056 6336 0,'0'0'0,"0"0"0,8-9 15,43-8 1,69-8-16,59-9 15,26 0 1,42 17-16,18 17 16,51 8-1,51 1-15,-9-18 16,86-8 0,0-34-16,-69-17 15</inkml:trace>
  <inkml:trace contextRef="#ctx0" brushRef="#br0" timeOffset="3699.99">4566 6940 0,'0'0'0,"0"0"0,0 0 0,0 0 16,0 0-1,0 0-15,9 0 16,-9 0 0,0 0-16,0 0 15,0 0 1,0 0-16,8 17 15,-8 8 1,0 9-16,0 9 16,0-1-1,0-16-15,0-1 16,0-8 0,0-8-16,0-1 15,0 1 1,0-1-16,0-8 15,0 9 1,9-1-16,8 1 16,26-1-1,25 1-15,34-9 16,26-9 0,9 1-16,8-1 15,34 9 1,35-8-16,33-1 15,18 9 1,16 9-16,9-1 16,26 1-1,9-1-15,25 9 16,34 0 0,-26 0-16,1 17 15,8 0 1,0 9-16,-9-9 15,60 0 1,35-34-16,-18-9 16,9-8-1,-26-17-15,9 17 16,-18 17 0,-59 9-1,-43-1-15,-16 9 0,-35 0 16,-43 9-1,-25-9-15,-17 0 16,-52-9 0,-17-8-16,-33 9 15,-9-9 1,-9-9 0,0 1-16,-8-1 15,8 1 1,-9-18-16,-7-8 15,-1-25-15,-9-18 16,-16-16 0,-9 42-16</inkml:trace>
  <inkml:trace contextRef="#ctx0" brushRef="#br0" timeOffset="19729.25">16020 5706 0,'0'0'0,"0"0"0,0 0 16,0 0 0,0-8-16,9-26 15,-1 0-15,-8 8 16,0 9-1,0 0 1,0 9-16,9 8 16,-1 0-1,9 0-15,0 0 16,9 0 0,-17 0-1,-1 0-15,1 0 16,-1 0-1,-8 0-15,0 0 16,0 25-16,-8 26 16,-1 9-16,1-9 15,8-8 1,0-9 0,0-9-16,0-8 0,0-8 31,17-18-31,59-42 15,121-85-15,93-85 16,102-102 0,52-26-1,-128 102-15</inkml:trace>
  <inkml:trace contextRef="#ctx0" brushRef="#br0" timeOffset="21993.39">16874 7611 0,'0'0'0,"0"0"0,0 0 0,-9 0 0,1 0 15,-1 18 1,0 16-16,-8 25 31,9 18-31,-1 8 16,9-9 0,0-16-16,17-9 15,0-17-15,18-9 16,50-16-16,94-60 15,94-85 1,43-68 0,51-52-1,9-7-15,-44 8 16,-33 8 0</inkml:trace>
  <inkml:trace contextRef="#ctx0" brushRef="#br0" timeOffset="60308.56">3918 14075 0,'0'0'0,"0"0"0,0 0 0,0 0 0,0 0 0,-18 0 0,-16 8 0,-17 9 31,-9 17-31,-34 26 16,1 8 0,16 34-16,17 9 15,-17 25-15,-17 59 16,9-50 0,17-26-1,-18 25-15,27-7 0,24-35 31,1-17-31,17 0 16,9 42 0,8 26-16,17-42 15,0-52 1,26 26-16,33 18 16,18-10-1,-8-16-15,-35-43 16,0 0-1,43 8-15,17-16 16,17-1 0,-43 1-1,-34-9-15,-25-9 16,0 1-16,-1-1 16,1 1-1,-18-1 1,1 1-16,-9-9 15,0 0-15,0 0 16,-9 0 0,-8 8-16,-25 1 15,-18-1 1,-34-8 0,9-8-16,25-1 15,0-8-15,-34-17 16,-8 0-1,-1-17-15,-7-34 16,33 9 0,34 16-16,17-16 15,-8-86 1,9 0 0,16 1-16,9-43 15,17 34-15,34 68 16,1-1-1,33-41-15,9-1 16,-17 43 0,-18 34-16,18 9 15,26-1 1,16 1 0,1-1-16,-44 18 15,-16 16-15,26 18 16,-1 8-1,-8 0-15,-18 17 16,-7 0 0,-10-9-16,-16 1 15,-9-1 1,-8 1 0,-1-1-16,-8-8 15,-8 0 1,-10 9-16,-16 8 15,-42 0-15,-1 8 16,8-16-16,-24-1 16,-1 1-1,-9-1-15,-8 9 16,9 26 0,-35 84-1,-50 137 1,-10 144-16,78 170 15,85-152 1</inkml:trace>
  <inkml:trace contextRef="#ctx0" brushRef="#br0" timeOffset="21191.56">7707 13003 0,'0'0'0,"0"-17"0,0-8 0,0-1 16,-8 9-16,-1 0 15,0 0-15,1 9 16,8 8-1,0 0 1,0 0-16,0 0 16,0 8-1,0 9-15,0-8 16,0-1 0,0 1-16,0-1 15,0-8 1,0 0-16,0 0 15,0 0 1,0 0-16,0 0 16</inkml:trace>
  <inkml:trace contextRef="#ctx0" brushRef="#br0" timeOffset="23272.58">7707 12833 0,'0'0'0,"0"0"0,0 0 0,0 0 16,0 0-16,0 0 16,0 0-1,-8 0-15,-1 17 16,0 9 0,1 25-16,-1 59 15,-8 69-15,0-51 16,17-77-1,0-17 1,0-17-16,9-9 16,8-16-1,34-43-15,34-35 16,-8-7 0,0 33-16,0 18 15,-17 16-15,-9 9 16,26 9-1,17-1 1,8 9-16,17 17 16,-16 0-1,25 9-15,51 8 16,-25-9-16,-9 18 16,60 16-1,-35-16-15,10 8 16,59 0-1,-26-17-15,0-8 16,26-9 0,9-17-1,-1 0-15,9 0 16,9 0 0,0 8-16,8 9 15,-9-8-15,1 8 16,42-9-1,-25 9-15,16-8 16,-7-1 0,16-16-1,-8-1 1,-18 9-16,-8 17 16,-8 0-16,-9 0 15,0-17-15,0-8 16,-8-9-1,8 0 1,-26-9-16,26-8 16,-34 17-16,43-8 15,-52-1 1,9 1-16,0-1 16,-17 9-1,51 0 1,-60 9-16,0 16 15,9 9 1,-34 9-16,34 25 16,-35-9-1,-24-16-15,16 8 16,8-9 0,-50-8-16,-43-8 0,0-1 15,-1 1-15,-16-9 31,-17-9-15,-1 1 0,10-18-16,7-33 15,10-43-15,-1-35 16,-8-33-16,-26-17 16,-9 34-1,1 17 1,-9 17-1,-8 26-15,-9 16 0,-9 17 16,1 18 0,-1 8-1,0 8 1,1 9-16,-1 0 16,1 0-16,-18 0 15,-8 0 1,-9 9-16,-33 8 15,-18 8-15,-17 18 32,-9 8-32,-25 0 15,9-9-15,-1-16 16,-34-1-16,-8-8 16,-9-8-1,-8-1-15,-17 1 16,-9-1-1,-26 1 1,26 8 0,0-9-16,9-16 15,-9-9-15,-25-9 16,16 1 0,-16-9-16,-9 0 15,8 8 1,-8 9-16,-8 17 15,-1 9-15,9 8 32,-17 0-32,17 8 15,-9 9-15,-16-17 16,-1 9-16,-8 8 31,17 0-31,-18 8 16,18 1-1,9-9-15,8 8 16,-9 9 0,0-8-16,18 8 0,-9 0 31,0 0-31,0 0 16,8 0-1,1 0-15,-1 0 16,18-17-1,8-9-15,17 1 16,0-18 0,-8 1-16,-1-1 15,18 1 1,0 8-16,25-9 16,0 9-1,18-8-15,16 8 16,18-9-1,16-8-15,18 0 16,8 0 0,9 0-1,8 0-15,9 0 16,17 9-16,0 8 16,8 0-1,9 0-15,0 0 16,8 0-16,1 0 15,-1 0 1,1 17-16,-1 25 16,1 35-1,8 85-15,0 67 16,25 86 0,9 59-1</inkml:trace>
  <inkml:trace contextRef="#ctx0" brushRef="#br0" timeOffset="26662.6">22882 11966 0,'0'0'0</inkml:trace>
  <inkml:trace contextRef="#ctx0" brushRef="#br0" timeOffset="28332.9">22959 11149 0,'0'0'16,"0"0"-16,0 0 0,0 0 16,9 0-16,-9 0 15,0 0 1,0 0-16,0 9 16,0 8-1,-9 8-15,0 26 16,1 17-1,-1 26-15,1 8 16,-1 17 0,-8 17-16,0-17 15,0 0 1,0-8 0,0-26-16,8-34 15,1-9-15,-1-16 16,1-1-1,8-16 1,0-1-16,0 9 16,0 1-1,8-10-15,9 9 16,18-8 0,24-1-16,27 1 15,16-9 1,9-9-16,17-8 15,26 0 1,8 9-16,17-1 16,9 9-16,0 0 15,34 9 1,25 16 0,1 1-16,8-1 15,8 1-15,18-9 16,17-17-16,-9-9 15,17 1 1,0-1 0,9 9-1,17 9-15,-9-1 0,18 1 16,-9 16 0,34 18-1,-9-1 1,-85 1-16,34-1 15,-34 9-15,-51-17 32,9 0-17,-78-17-15,-67-8 0,-9-1 16,-18 1-16,-16-1 16,-17-8-16,-18 0 15,1 0 1,-9 0-1,-9-8-15,1-26 16,-18-17-16,-17-26 16,-8-33-1,0-9-15,17 8 16,0 17 0,17 9-1,0-8 1,-1 8-16,10 17 15,8 17-15,0 0 16,0 17 0,-9-9-16,1 1 15,-9-9 1,0 0 0,-9 0-16,1 0 15,-1 8 1,0 1-16,-25-1 15,-17-8 1,-26 0-16,-43 0 16,-33 0-16,-27 0 0,-16 17 31,0 8-15,-1 18-16,-25-9 15,-17 8 1,-34 9-16,-34-8 15,16-9-15,-33-9 16,0-16 0,-26-1-1,-34-8-15,8 0 16,-17 17-16,-51 9 16,-25 16-1,-35 35 1,-51 59-16,1 17 15,-18 0 1,179-34-16</inkml:trace>
  <inkml:trace contextRef="#ctx0" brushRef="#br0" timeOffset="42245.65">16344 14075 0,'0'0'0,"0"0"0,-17 0 0,-17 0 16,-26 0-16,-8 17 16,-17 8-1,17 1 1,25-18-16,26-8 15,0-8 1,0-1-16,25-25 16,35-76-16,34-52 15,0 43 1,-9 60 0,-26 25-16,-16 17 15,-9 0 1,-8 8-1,-1 1-15,-25-1 16,-34-8 0,-51 17-16,-1 0 0,9 17 31,-25 9-31,8 16 16,8-8-1,27-17-15,24-8 16,18-18-1,26-8-15,16-8 16,18-43 0,34-60-16,16 0 15,-7 43 1,-27 34-16,-8 17 16,9 9-1,8 8-15,9 8 16,8 18-16,9 16 15,9 26 1,-10 26-16,-16 8 16,-26-17-1,9 9 1,-9-26-16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34:58.9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2193 3155 0,'0'0'0,"0"0"0,0 9 0,-8 16 16,-1 9-16,1 9 15,8 42 1,0 34-16,0 8 15,0-33 1,8-35-16,9 10 16,9-10-1,-9 1 1,34 16-16,60 18 16,43-9-1,-17-34-15,93-9 16,17-25-16,78-42 15,16 8 1,-85-34-16,188-17 16,-51 34-1,-103 17 1,162-9-16,77 9 16,-93 17-1,-35 0-15,-68 17 16,68 17-16,-51 17 15,-60 9-15,-8-1 16,-95 1 0,-7-1-1,-87-25 1,-50-8-16,-17-18 16,-9 1-16,0-26 15,0-34 1,9-111-16,-1-161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35:56.6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3149 5826 0,'0'0'0,"0"0"0,0 0 0,0 0 0,0 0 16,0 8 0,0 1-16,-8 8 15,8 17-15,0 8 16,0 9-1,0 17 1,8 0 0,1 0-16,-1 0 0,1-8 15,-9-18 1,9-16 0,-1-1-16,1-8 15,8-8 1,34-1-1,9 1-15,-1-9 16,18 0-16,9 0 16,16 0-1,26 0-15,-9 8 16,-16 9 0,-1 0-16,35-8 15,8-1 1,-34 1-1,8 8-15,52 8 16,8-8 0,-25 0-16,25-8 15,35-1 1,-10-16-16,27-9 16,-18-9-16,9 1 15,17-1 1,9 1-1,8 8-15,-9 8 16,9 9 0,-8 17-16,8-8 15,-17 8 1,17 0-16,-9 0 16,1 0-1,8 0-15,0-17 16,-9-9-1,-8 18-15,-25-9 16,-52 0 0,-25 8-16,-18 1 15,-25-1 1,-43 1-16,-8-1 16,-18 1-1,-8-1-15,-8-8 16,0 0-16,8-17 15,17-51-15,17-93 32,43-154-32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36:23.6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3824 5672 0,'0'0'0,"0"0"15,0 0-15,0 0 16,0 0-1,0 0-15,0 0 16,0 9 0,0 8-16,17 26 15,0 8-15,-9-9 16,1 1 0,-1-9-1,1 0-15,8 0 31,0 0-31,0 0 0,17 0 16,9 0 0,8-9-16,35 1 15,-1-9-15,26-9 16,51-8 0,17-17-1,-8 0 1,34-8-16,-17 8 15,16-9-15,61 1 16,-18 16 0,10 9-16,7-8 15,35-1-15,34 1 16,0-1-16,34 1 31,-26 8-31,-59 0 16,68 8-1,17 1-15,-35 8 16,18 8 0,34 9-16,-25 0 15,16 17-15,9 26 16,-25-18 0,34-8-16,-26 0 15,-43-34 1,34-8-16,1 8 15,-18-9-15,26 9 32,17 9-32,-25-1 15,50 18 1,1-18-16,-43-8 16,-17 0-16,-43-17 15,-25-8 1,-52-9-16,-42 0 15,-51 0 1,-35 0 0,-34 8-16,-16-8 15,-18 9 1,-9-1-16,1-8 16,0 0-16,-18-8 31,1-9-31,-26-26 15,-18-42-15,10 43 16</inkml:trace>
  <inkml:trace contextRef="#ctx0" brushRef="#br0" timeOffset="16629.86">19767 11889 0,'0'0'0,"0"0"0,0 0 16,0 17 0,0 17-16,0 0 15,0 17 1,-9 0-1,1-8-15,8-1 16,0-8 0,0 0-16,17-8 15,9-1-15,25 1 16,26-9 0,25-9-1,35-8-15,25-17 16,17 0-1,34 0-15,26-8 16,0 8 0,26 17-1,-9 17-15,8-9 16,10 18 0,7-1-16,-8 9 15,-34 0-15,17-8 16,-42 8-1,-26-8-15,-9 8 16,-43-9 0,-42-8-16,-25-8 15,-18-1 1,8-16-16,18-26 16,17-26-1,17-25-15,9-43 16,-1-8-1,-59 68 1</inkml:trace>
  <inkml:trace contextRef="#ctx0" brushRef="#br0" timeOffset="25371.73">30470 9363 0,'0'0'0,"0"0"0,0 0 0,8 0 15,1 0 1,-1 0-16,-8 0 15,0 0-15,0 0 32,0 0-32,0 0 0,0 0 31,-8 0-31,-18 17 16,-8 9-16,-17 16 15,-17 18 1,-1 17-16,-8-1 15,1 9 1,16-8 0,26-18-16,8 1 0,-8-18 15,-9-8 1,1-17-16,-1-17 16,-8-42-1,0-9 1,16-9-1,1-16-15,9-18 16,8 18-16,0 25 0,8 17 31,9 17-15,0 17-16,-8 0 16,-1 17-1,0 17-15,-8 8 16,-8 1-1,-9 25-15,17 8 16,-1 9 0,18-8-16,18-1 15,16-16-15,8-9 16,35-9 0,17-8-16,34-34 0,26-42 31,-1-52-16,-25-25-15,-68 68 16</inkml:trace>
  <inkml:trace contextRef="#ctx0" brushRef="#br0" timeOffset="30838.73">19084 15095 0,'0'0'0,"0"0"0,0 0 0,0 0 16</inkml:trace>
  <inkml:trace contextRef="#ctx0" brushRef="#br0" timeOffset="32153.39">18248 14441 0,'0'0'0,"0"0"0,0 0 16,-9 8-16,-16 18 15,-10 16 1,-7 9-1,-1 9-15,26-1 16,0 1 0,17-9-16,0 0 15,17-9-15,0 1 16,9-1 0,-1-16-1,9-1-15,9 1 16,25-1-16,-8 1 15,25-18-15,26 1 32,26-9-32,0 8 15,25-16-15,25 8 16,-16 8 0,8-8-16,18 9 15,-35 8-15,-26 0 31,-8 0-31,-17 8 16,-34 1 0,-17-9-16,-17 0 15,-18-8 1,-8-1-16,-8 1 16,-1-9-16,9-9 15,1 1 1,-1-18-1,17-8-15,0-34 16,-8-17 0,-1-26-16,-8 43 15</inkml:trace>
  <inkml:trace contextRef="#ctx0" brushRef="#br0" timeOffset="33116.74">28933 14789 0,'0'0'0,"0"0"0,26-8 16,17-1-1,8-16-15,9-1 16,17-25 0,-9-17-1,17-17-15,18-25 16,-10 16-16,-16 9 16,-26 17-1,-16 25-15,-18 18 16,-17 8-1,-26 0-15,-42 25 16,-35 9 0,1 0-16,-9 17 15,9 0 1,25-8 0,34-9-16,17-9 15,9 1 1,9-1-16,8-8 15,8 0 1,44-8-16,16-1 16,-8 1-1,25 8-15,26-9 0,8 9 32,1 0-32,-35 17 15,9 17-15,17 18 16,-17-10-1,-26 9-15,-34-17 16</inkml:trace>
  <inkml:trace contextRef="#ctx0" brushRef="#br0" timeOffset="45748.84">28515 15682 0,'0'0'0,"0"0"0,0 0 0,26 0 16,8 0-16,9 0 15,-18 0 1,1 0-16,-18 0 16,1 0-1,-1 0-15,-8 0 16,0 0-1,0 9-15,-8 16 16,-1 18 0,1 33-1,-1 9-15,9-8 16,0-26 0,0-26-16,0 1 15,0-9 1,17 8-16,18 1 15,16-1 1,26 10-16,25-10 16,17-8-16,61-8 15,25-9 1,25-9 0,9 1-16,-9 8 15,-8 25 1,-42 9-16,-27 0 15,-25 9-15,-17-1 16,-43-8 0,-33-17-16,-10-8 15,-16-1-15,-1 1 16,1-1 0,-9-16-1,-9-18-15,-25-50 16,-26-43-1,9-60-15,-17-136 16</inkml:trace>
  <inkml:trace contextRef="#ctx0" brushRef="#br0" timeOffset="75049.81">16379 1735 0,'0'0'16,"0"0"-16,0 0 0,0 0 15,0 0-15,-9 17 16,-34 0 0,-33 25-16,-44 26 15,9 1 1,51 7-16,9 9 16,8 34-1,9 26-15,9 8 16,25-43-1,8-33-15,18-9 16,42 9-16,77-26 16,-25-26-1,-18-42 1,43-25-16,34-10 16,-33-41-16,-70-43 15,-16-17 1,-17-9-1,-35-8-15,-16 17 16,-60 25-16,-103 9 16,-25 60-1,-43 67-15,-128 18 16</inkml:trace>
  <inkml:trace contextRef="#ctx0" brushRef="#br0" timeOffset="75443.88">17471 1820 0,'0'0'0,"-17"51"0,-17 77 15,0 16 1,17-25-16,0 0 15,17 0 1,8-17 0,9-17-16,0-17 15,-8-25-15,-1-26 32</inkml:trace>
  <inkml:trace contextRef="#ctx0" brushRef="#br0" timeOffset="75952.53">18145 1999 0,'0'0'0,"-8"17"0,-18 59 16,-8 9 0,17-8-16,0-1 15,0 1 1,8-9 0,9-17-16,0-17 15,0-17-15,0-9 16,9-16-1,33-18-15,35-42 16,26-17 0,-9-8-16,-18-1 15,-33 9 1,0 26 0,-1 16-16,-16 26 15,8 17-15,-8 9 16,8 25-1,-8 51-15,-9 51 16,-26 25 0,1-33-1,-18-43-15,9-34 16,8-26 0,9-16-16,0-1 0</inkml:trace>
  <inkml:trace contextRef="#ctx0" brushRef="#br0" timeOffset="76230.92">19622 1497 0,'0'0'0,"17"51"0,26 59 15,8 43-15,-26 43 16,-50 34 0,-61 67-16,-93 103 15,-51-17 1,-137-9-16,42-102 15</inkml:trace>
  <inkml:trace contextRef="#ctx0" brushRef="#br0" timeOffset="78552.14">21884 1463 0,'0'0'0,"0"0"16,-9-9-16,1 1 15,-1 8-15,9 0 16,-9 0-1,-33 0-15,-26 17 16,-43 8 0,-17 18-1,25 8-15,-16 42 16,-1 18-16,18-1 16,25 1-1,17 0-15,35 8 16,50-9-1,69 1-15,51-18 16,69-33 0,42-35-16,68-25 15,60-8 1</inkml:trace>
  <inkml:trace contextRef="#ctx0" brushRef="#br0" timeOffset="80336.25">23420 1735 0,'0'0'0,"0"0"15,0 0-15,0 8 16,-9 9-16,-8 26 16,-42 25-1,-27 26-15,-25 8 16,9 0 0,42-9-16,17 9 15,9 17 1,17-8-1,9-18-15,8-25 16,59 0-16,69 1 0,-8-44 31,8-33-15,43-26-16,25-26 16,-60-34-16,1-25 15,-9-17 1,-43-8-16,-33-9 15,-35 8 1,-43 17-16,-42 9 16,-18 26-1,-33 50 1,-69 26-16,43 34 16,120 0-1</inkml:trace>
  <inkml:trace contextRef="#ctx0" brushRef="#br0" timeOffset="80954.21">25007 1157 0,'0'0'0,"-8"17"0,-26 0 15,-17 59-15,-18 35 16,-8 33-1,-8 9-15,8-8 16,35 0 0,-1 8-16,9-17 15,-9-9 1,-8-25-16,17-25 16,17-26-1,0-26-15,17-16 16,25-18-16,43-50 15,61-60 1,67-34-16,-34-9 16,-17 18-1,17 16 1,-51 43-16,-25 34 16,-44 25-1,-16 18-15,-9 16 16,0 35-1,-17 50-15,-43 78 16,-34 24 0,-25-16-16,0-18 15,50-42 1,18-51-16,17-17 16,17-34-1,0-8-15</inkml:trace>
  <inkml:trace contextRef="#ctx0" brushRef="#br0" timeOffset="82034.61">24888 706 0,'0'0'0,"8"-9"0,10-16 0,7-1 16,-16 9-1,-1 0 1,1 0-16,-1 17 15,-25 0 1,-25 34-16,-61 51 16,-33 60-16,-10 59 15,-7 26 1,8 25-16,17 0 16,42 26-1,35 25 1,34-34-16,26-34 0,16-42 31,52-35-31,68-16 16,120 42-16</inkml:trace>
  <inkml:trace contextRef="#ctx0" brushRef="#br0" timeOffset="82763.97">26185 723 0,'0'0'0,"0"17"0,17 17 16,17 8-1,-8 26 1,0-25-16,-1 8 15,-8 17 1,-8 0-16,-9 0 16,-17 0-1,-26 0-15,-8-8 16,8-18-16,-17-8 16,9-17-1,0-8-15,17-9 16,0-9-1,17 1-15,8-1 16,9 1 0,17-1-1,9-8-15,8 9 16,34 8 0,26 0-16,0 8 15,8 9 1,-16-8-16,-35-9 15,-8-9 1,8-16-16,-26 8 16</inkml:trace>
  <inkml:trace contextRef="#ctx0" brushRef="#br0" timeOffset="83113.5">27423 833 0,'8'9'0,"18"33"0,17 52 16,8 34-1,-17-9 1,-17 34-16,-17 34 16,-34 17-1,-17 26-15,-43 16 16,-9 1-16,-16-1 16,-18-16-1,-25-34-15,-68 50 16</inkml:trace>
  <inkml:trace contextRef="#ctx0" brushRef="#br0" timeOffset="83589.94">28840 1225 0,'0'0'0,"0"0"0,0 0 15,-9 17 1,-17 25-16,-25 18 16,-26 16-1,-34 43-15,-8 17 16,8-8-1,9-26-15,33 0 16,35 9 0,34-18-16,43-8 15,42 0-15,77-25 16,1-35 0,-1-25-1,8-34-15,104-76 16</inkml:trace>
  <inkml:trace contextRef="#ctx0" brushRef="#br0" timeOffset="84666.44">29813 1939 0,'0'0'0,"-9"0"0,-8 17 0,-9 17 15,-16 17 1,-10 26 0,-33 16-16,8 1 15,18-1-15,7 9 16,1 0 0,26-8-1,25-18-15,17-16 16,25 0-1,61-9-15,33-34 16,-8-17 0,17-43-16,18-25 15,-44-26 1,-25 1-16,-43-9 16,-25-9-1,-35-8 1,-42 9-16,-51 16 15,-26 26-15,-18 34 16,-50 9 0,-128-26-16</inkml:trace>
  <inkml:trace contextRef="#ctx0" brushRef="#br0" timeOffset="85035.43">31050 1539 0,'0'0'0,"0"0"0,-8 0 15,-9 17-15,-43 26 16,-34 16-1,-43 26 1,9-8-16,9 8 16,-35 43-16,-8 42 15,43 0 1,50 17-16,27 17 16,25-25-1,17-1-15,8-8 16,43-17-16,26-25 31,25-26-31,1-34 16,-60-43-16</inkml:trace>
  <inkml:trace contextRef="#ctx0" brushRef="#br0" timeOffset="85608.45">31622 2339 0,'0'0'0,"0"0"0,17 17 16,0 34-16,9 17 15,-9 25 1,-17 18 0,-17 8-16,-26 0 15,-8 0 1,-35 17-16,-50-25 15,-9-18 1,25-42-16,9-25 16,18-9-1,16-17-15,34-9 16,26 1 0,17-9-1,34-9-15,26-16 16,42 8-16,35 25 15,-1 18 1,-33 16-16,-35 9 16,-8 17-1,17 26-15,-18-18 16,-16-8 0,-17-8-16,-1-18 31,9-25-31,35-42 0,-18-1 15</inkml:trace>
  <inkml:trace contextRef="#ctx0" brushRef="#br0" timeOffset="86096.28">32365 1667 0,'0'0'0,"0"0"0,-9 17 16,0 17-16,-8 17 15,-8 8-15,-9 18 16,8-17-1,0 8 1,1-17-16,8-17 16,8-9-1,9-16-15,0-1 16,9-16 0,50-35-16,27-25 15,8 9 1,-9 8-16,-25 8 15,-9 17 1,-8 26-16,-18 17 16,1 18-1,-26 33-15,-17 34 16,0 0 0,0-17-16,17-17 15,0-26-15,0-16 16</inkml:trace>
  <inkml:trace contextRef="#ctx0" brushRef="#br0" timeOffset="86428.65">33192 1743 0,'0'9'0,"0"42"0,26 60 15,0 76 1,-1 25-16,1 26 15,-9 9-15,-17 8 16,-34 9 0,-60 76-1,-154 43-15,-50-120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38:11.4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9329 7637 0,'0'0'0,"0"0"0,0 0 0,0 0 0,-9 9 15,1 8 1,-1 0-1,1 25-15,-10 9 16,1 0 0,9 0-16,8 0 15,0-8 1,0-9-16,0 8 16,8-8-1,1 17-15,8-8 16,-8-9-1,8 0-15,25-9 16,18 1 0,25-18-16,18 1 15,16-18 1,9 1-16,9-9 16,-26 17-1,-26 0-15,-25 17 16,0 8-1,16 9 1,-7 0-16,-27-8 16,-16-9-16,0-9 15,-18 1 1,1-1-16,-9-8 16,0 0-1,0-8-15,-9-26 16,-8-34-1,-8-43-15,7 52 16</inkml:trace>
  <inkml:trace contextRef="#ctx0" brushRef="#br0" timeOffset="10482.59">7707 9244 0,'0'0'0,"0"0"0,0 0 15,0 0 1,0 0-16,0 0 15,9 0-15,16 9 16,26 16 0,43 9-1,17-8-15,60-9 16,34-17-16,-35-26 16,1 1-1,136-35-15</inkml:trace>
  <inkml:trace contextRef="#ctx0" brushRef="#br0" timeOffset="14735.26">7989 9942 0,'0'0'0,"0"0"0,34 0 0,17 0 16,17 0-1,52-9-15,59 9 16,-8 0-16,59 9 16,18 8-1,68 0 1,-18-9-16,9-8 15</inkml:trace>
  <inkml:trace contextRef="#ctx0" brushRef="#br0" timeOffset="15478.35">15841 10307 0,'0'0'0,"0"0"0,34 0 16,77 17-16,85 0 15,120 0 1,77-8-1,-9-18-15</inkml:trace>
  <inkml:trace contextRef="#ctx0" brushRef="#br0" timeOffset="19187.21">25946 9780 0,'0'0'0,"0"0"0,-8 9 16,-18 16-1,0 9-15,-16 17 16,-1 9 0,-8-9-1,17-9-15,17 1 16,0-18-1,0 9-15,17-8 16,8-1 0,18 9-16,16 0 15,18-8 1,25-1-16,18-16 16,25-9-1,60-9-15,-9-8 16,-8 0-1,33 17-15,-41 9 16,-18 8 0,17 8-16,-26 1 15,-33-1 1,8-8-16,0 9 16,-43-18-1,-17 1-15,-8-9 16,-17 0-1,-18 0-15,1 0 16,-1 0 0,-8-9-16,-8-16 15,-1-18 1,-8-25-16,8 34 16</inkml:trace>
  <inkml:trace contextRef="#ctx0" brushRef="#br0" timeOffset="26969.51">9738 12119 0,'0'0'0,"0"0"0,0 0 15,-8 17 1,-1 17-16,1 8 16,-1 9-1,1 0-15,-1 0 16,1 1 0,-1 7-16,1-8 15,-1 0 1,0 0-16,1-8 15,-1-1 1,9-16-16,0-1 16,0-16-1,0-1-15,0 1 16,9-1-16,8 1 16,9-1-1,16-8 1,18 9-16,17-9 15,25-9-15,9 1 16,9 8 0,-9 8-1,8 9-15,9 9 16,17-9 0,9 0-16,0-9 15,-1-16-15,-16-9 16,-35 0-1,-34 17 1,-16-9-16,-18 9 16,-9 0-1,-16 0-15,-1 0 16,1 0 0,-9 0-16,9-34 15,8-68-15,0 34 16</inkml:trace>
  <inkml:trace contextRef="#ctx0" brushRef="#br0" timeOffset="33542.72">25904 14611 0,'0'8'0,"-9"18"0,0 16 15,1 9 1,8 9-16,0-1 15,8 1 1,10-9-16,-1-17 16,0-9-1,-9 1-15,9-9 16,-8 0 0,8 0-16,0 0 15,0 0-15,0-9 16,-8 1-1,16 8-15,18 0 16,25 8 0,9-8-16,17 1 15,0-1 1,17 0-16,42 17 16,27 0-1,-1 8 1,0 1-16,17-9 15,9 8-15,17 1 16,-51-18 0,-18 1-1,1-1-15,-17-8 16,-43-8 0,-35-1-16,-25-8 15,-8 9 1,-17-1-16,-1-8 15,1 0-15,-9 0 16,-9-8 0,1-18-16,8-118 15,0-188 1</inkml:trace>
  <inkml:trace contextRef="#ctx0" brushRef="#br0" timeOffset="43940.11">25110 2934 0,'0'0'0,"0"0"0,0 17 0,0 17 16,0 9-16,0 42 15,-9 17 1,-8 34-16,9 8 15,-1-16 1,1-9-16,-9-25 16,8-9-1,0 0-15,1-34 16,-1-17 0,9-9-16,0-16 15,0-1 1,0-8-16,0-8 15,0-26-15,26-43 16,8-33 0,26-35-1,17 0-15,-9 9 16,17 0 0,-8 17-16,0 17 15,0 17-15,-9 26 16,-8 16-1,-18 9 1,1 17-16,0 17 16,8 17-1,-8 17-15,-1 0 16,-16 17 0,-17 26-16,-18-1 15,-25 1-15,-17-1 16,-26-16-1,0-18-15,-8-8 32,-9-25-32,-9-26 15,9-34 1,-16-60 0,-112-110-16</inkml:trace>
  <inkml:trace contextRef="#ctx0" brushRef="#br0" timeOffset="44691.45">27704 2764 0,'0'0'0,"-17"0"0,-17 8 15,-8 9 1,7 0-16,-7 9 15,-1 8 1,-17 9 0,9 16-16,-9 9 15,-25 34 1,8 17-16,9-8 16,0 8-16,25-9 15,17 1 1,35-18-16,42-16 15,77 0-15,77-18 16,25-33 0,18-26-16,-35-17 31,-42-26-31,119-59 16</inkml:trace>
  <inkml:trace contextRef="#ctx0" brushRef="#br0" timeOffset="45546.8">30052 2645 0,'0'0'0,"0"0"0,-9 0 0,-8 8 16,-9 9-1,-8 0-15,-26 0 16,-25-8 0,-9-9-16,-8-17 15,16-9 1,10 1-16,-10-9 16,18 0-1,25 17-15,9 8 16,17 9-1,9 0-15,-1 26 16,-8 42-16,0 51 16,-9 60-1,-8 16 1,-17 26-16,-9-17 16,9-42-1,8-17-15,18-18 16,8-16-16,17-26 15,17-26 1,0-16-16,8-9 16,27-9-1,7 1-15,18-1 16,0-16 0,8-18-16,18 9 15,-1 0 1,1-8-1,-1-1-15,-34-8 16,-25-8 0,-17-1-1,-9 9-15</inkml:trace>
  <inkml:trace contextRef="#ctx0" brushRef="#br0" timeOffset="45779.93">28985 3512 0,'0'0'0,"25"0"0,52 9 15,8 8 1,-16 0-1,33 17 1,9 0-16,17 8 0,-8 1 31,-78-26-31</inkml:trace>
  <inkml:trace contextRef="#ctx0" brushRef="#br0" timeOffset="46136.77">30393 3130 0,'0'0'0,"0"8"0,17 9 16,0 34-16,9 17 15,25 34 1,26 26-16,0 8 16,8-9-1,9-16-15,-34-17 16,-18-18-1,1-16-15,-9-18 16,-17-25 0</inkml:trace>
  <inkml:trace contextRef="#ctx0" brushRef="#br0" timeOffset="46409.36">31579 3062 0,'0'0'0,"-42"17"0,-52 42 16,-60 43-16,-17 26 15,9 8 1,9 0-16,25-9 15,34-16 1,25-17-16,27-9 0,16-26 16,26-25-1</inkml:trace>
  <inkml:trace contextRef="#ctx0" brushRef="#br0" timeOffset="46982.25">32407 3036 0,'0'0'0,"0"0"0,-8 26 0,-1 16 16,-16 26-1,-18 43-15,-25 8 16,-9 17 0,0-26-16,9-33 15,16-26 1,18-17-16,17-8 15,0-18-15,17 1 16,0-26 0,34-43-16,18-59 15,41-26 1,18-8 0,9 17-1,-26 34-15,-17 34 16,-18 9-1,1 16-15,-17 26 16,-1 9-16,1 8 16,-17 17-1,-1 8-15,-16 26 16,-26 26 0,-34 33-16,-26-16 15,-34-26 1,-43-26-16,-145-16 15</inkml:trace>
  <inkml:trace contextRef="#ctx0" brushRef="#br0" timeOffset="54181.94">15551 15453 0,'0'0'0,"0"0"0,0 0 0,0 0 16,0 0 0,0 0-16,0 0 15,0 0 1,0 0-16,0 0 15,0 0 1,0 0-16,0 0 16,-9 0-1,1 0-15,-9 0 16,-9 0 0,0 0-16,1 0 15,-1 8 1,1 9-16,-10 9 15,1 8 1,-8 0-16,7-9 16,1-8-1,0 0-15,0 17 16,0 0 0,-9 17-16,9 17 15,-9 17 1,9-8-16,0-18 15,8-8 1,1 9-16,8 0 16,0-1-1,8 1-15,9-1 16,0-8-16,17 0 16,0-8-1,0-1 1,0-8-16,18-8 15,7-1-15,10 1 16,7-9 0,-8-9-16,9 1 15,8-1 1,1-8-16,-9 9 16,-1-1-1,10 1 1,-1-1-16,-8 1 15,-1-1-15,1-8 16,25 9 0,1-1-16,-1 1 15,9-1 1,-9-8-16,9 0 16,17 0-1,0-8-15,-8-1 16,-10 1-1,-7-1 1,16 1-16,1-1 16,-18 9-1,9-8-15,-17-1 16,-1 1-16,10-9 16,8-9-1,0 1 1,-9-1-16,-8-8 15,-17 9 1,-18-1-16,-8 9 16,0 0-1,-8 0 1,-9 0-16,0 9 16,-8-9-1,-1-9-15,1 1 16,-1-18-1,1 1-15,-1-18 16,1 1 0,-1-1-16,1 0 15,-9-8-15,-9 0 16,9 17 0,-8-8-16,-1 8 15,1 0 1,-9 8-16,-9 1 15,-16-1 1,-18 9-16,0 0 16,-17 0-1,-25 9 1,-1 8-16,1 0 16,-9-9-1,-8 9-15,-27 0 0,10 0 16,-9 9-16,-43-1 31,9 9-31,8 0 16,-51 0-1,-8 9 1,-18 8-16,-102 17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39:31.1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10728 11923 0,'0'0'0,"0"0"0,0 0 0,0 0 15,-8 0-15,-1 17 16,1 26 0,-9 16-16,0 18 15,0 8 1,17-34-16,0-9 15,0-8 1,0-8-16,0-1 16,0 1-1,17 0-15,25-1 16,18-8 0,8-8-16,35-18 15,42-8 1,-9-8-16,-25-1 15,0 9 1,9 8-16,8 9 16,-9 18-1,-33-1-15,8 0 16,8 17 0,-34-9-16,-8-8 15,-17-8 1,-18-1-16,-8-8 15,-8 0 1,-1-8-16,1-26 16,-9-34-1,0-69-15,-9-7 16,1 76 0</inkml:trace>
  <inkml:trace contextRef="#ctx0" brushRef="#br0" timeOffset="3908.56">6836 14483 0,'0'0'0,"0"0"0,0 0 15,0 0-15,0 9 16,0-9 0,0 0-16,0 0 15,0 0 1,0 0-16,0 0 15,0 0-15,0 0 16,0 17 0,-8 8-1,8 18-15,-9 8 16,9 0 0,0-9-16,0 1 0,0-1 15,9-8 16,-9-8-31,8-1 0,1-8 16,8-8 0,0-1-1,0 1-15,9-1 16,8-8 0,0 0-16,0 0 15,9 0 1,8 0-16,0 9 15,18-9 1,-1 0-16,9 8 16,34-8-1,0 9 1,-9-1-16,0 1 16,9-1-1,26 1-15,0 8 16,-1-9-1,26-16-15,9 8 16,-9 0-16,17 0 16,1 8-1,-10 1-15,18-18 16,0 1 0,0-9-16,25-9 15,-17 1 1,-25 8-16,17 8 15,0 9 1,-9 0-16,17 0 16,0-8-1,-8-18 1,17 1-16,0-1 16,-17 1-1,8 8-15,0 17 16,-8 0-16,17 0 15,17 0-15,0 0 16,0 0 0,-9 0-1,0 0-15,-16 0 16,-18 0 0,-8 0-1,-1 0-15,-25 0 0,0 0 16,-8 8-1,-35 9 1,-16 0-16,-18-8 16,-8-1-1,-9 1-15,-8-1 16,-1 1-16,-16-1 31,-9 1-31,-8-9 16,-1 0-1,1 0-15,-9 0 16,0 0 0,0 0-16,0 0 15,0-9 1,0-8-16,0-17 16,17-51-16,8-42 15,-8 59-15</inkml:trace>
  <inkml:trace contextRef="#ctx0" brushRef="#br0" timeOffset="14034.72">12982 5485 0,'0'0'0,"-9"-8"0,9 8 0,0 0 16,0 0-1,0 0-15,0 0 16,17 17-1,9 0-15,42 8 16,86 1 0,8-9-16,9 0 15,59 8 1,-59-16-16,34-1 16,153 18-16</inkml:trace>
  <inkml:trace contextRef="#ctx0" brushRef="#br0" timeOffset="15212.24">9346 7382 0,'0'0'0,"0"8"0,-17 35 0,-17 33 15,-9 9 1,-8 35-16,-26 24 16,-8 9-1,-1 9-15,18-9 16,25-17-1,9-26 1,17-16-16,17-26 16,0-25-16,43-1 15,59-8 1,35-34-16,33-17 16,44-17-1,-27 9-15,18-1 16,34-16-1,26 16-15,8 1 16,43 16-16,8 1 31,18-1-31,-1 18 16,-59-9-16,102 17 16,0 0-16,-43-17 15,86 25 1,-26 1-1,-34-26 1,17 8-16,0 18 0,-17-1 16,-51 1-1,34-1 1,-43 1-16,9 8 16,-9 0-1,-42 8-15,-26 1 16,-43-9-1,17 8-15,-76-8 16,-60-8 0,-35-18-1,-16 1-15,-17-9 16,-1 0-16,1-9 16,-1-25-16,1-25 15,8-86 1,8-42-1,18 8 1,0-42-16,8-110 16</inkml:trace>
  <inkml:trace contextRef="#ctx0" brushRef="#br0" timeOffset="24849.89">10822 14704 0,'0'0'0,"-8"0"0,-1 0 0,-16 0 15,-1 0-15,-17 9 16,-16-9 0,-1 0-16,9 8 15,-1-8 1,-33 9-1,0-1-15,-1 9 16,-7 0 0,7 0-16,35 0 15,-17 17 1,-26 17-16,0 0 16,-9 9-1,-7-1-15,7 9 16,1 17-1,-1 26-15,26 0 16,26-26 0,0-9-16,17 18 15,17-9 1,0-26-16,17-8 16,17-17-1,0-8-15,26 8 16,16-9-16,1 1 15,17 8 1,17-9 0,17 9-16,17-8 15,-26-18 1,18 1-16,8-1 16,25 1-16,-8-18 15,0 9 1,35 17-16,-27-8 15,1 0 1,34 16 0,-18 1-16,-16-1 15,34 1-15,-9-9 16,-17 0 0,17-9-1,9 1-15,-43-1 16,18-16-16,24-9 15,-25-9 1,9-16 0,17 8-16,-43 8 15,-17-8 1,0-9-16,0-8 16,-17 17-16,-26 0 15,-33 0 1,-18 9-1,0-1-15,-9-8 16,-7 0 0,-10 0-16,1 0 15,-9-8 1,-9-1-16,-17-8 16,-25-8-1,-26-9-15,-25 8 16,-17 1-1,-1-1-15,-17 1 16,-42-1-16,0-8 31,8 17-31,-25-9 16,-9 9-16,-17 0 16,-8 9-1,16 8 1,-25 0-16,-8 8 0,-9 9 15,0 0 1,-26 0 0,-25 17-16,-52 0 15</inkml:trace>
  <inkml:trace contextRef="#ctx0" brushRef="#br0" timeOffset="29364.6">22413 10563 0,'0'0'0,"-9"-9"0,1 1 15,-18-1-15,-25 1 0,-34-1 32,-43 1-32,-9 8 15,0 0-15,-16 17 16,-1 25-16,-17 18 31,1 16-31,-1 18 16,17 8-1,9 17-15,9 0 16,8-9-16,0-8 16,25 9-16,1 8 31,17-8-31,16 16 15,27 1 1,33 8-16,18-9 16,33-16-16,18-17 15,42 25 1,26 0 0,35-9-16,16-16 15,9-18 1,16-8-16,52-17 15,18-8 1,7-9-16,27-9 16,-10-25-1,1-8-15,-9-18 16,0-16 0,-25-18-16,-35-8 15,-33-8 1,-10-18-16,-50 18 15,-35-9 1,-8 0-16,-34 0 16,-9-26-1,-25-34-15,-43-25 16,-26 0 0,-42-17-1,-35 9-15,-33-1 16,-27 17-1,-16 9-15,-43 17 16,-51 34 0,-26 34-16,-17 34 0,-34 17 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41:37.0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7408 9032 0,'0'0'0,"0"0"0,0 0 15,0 0 1,0 0-16,0 0 16,0 0-1,0 0-15,9 17 16,16 8-1,18 18-15,8-1 16,1-8 0,24 43-16,18 25 15,-25 0 1,-27-25-16,1-9 16,0-26-1,16 1-15,10-9 16,33-9-1,52 1-15,8-18 16,60 1 0,34-1-16,0-16 15,0 8 1,-9 0-16,18 0 16,-26 8-1,-9-8-15,1 9 16,-18-9-1,-8 8-15,-60 1 16,-51-1 0,-9-16-16,-42 8 15</inkml:trace>
  <inkml:trace contextRef="#ctx0" brushRef="#br0" timeOffset="1077.95">6401 10920 0,'0'0'0,"0"0"0,0 17 15,17 0 1,0 8-16,0 1 16,0-1-1,9 1-15,0-9 16,-9 0 0,17 0-16,17 0 15,0-9-15,1 1 16,24-18-1,27-8-15,-1-8 16,43-9 0,35 0-16,-1 0 15,9 0 1,25 17 0,0 8-16,9-8 15,9 0 1,-1 0-16,9 9 15,-17-9 1,0 0 0,-9 8-16,-25 1 15,0 16 1,-9-8-16,-8 9 16,-18-1-16,1-8 15,-17-8 1,-18-9-16,-25 0 15,-17 0 1,0 0 0,-18 0-16,-16 0 15,-17-9 1,-1 1-16,-8-1 16,0-16-16,0-9 15,18-34 1,-18 33-16</inkml:trace>
  <inkml:trace contextRef="#ctx0" brushRef="#br0" timeOffset="4285.7">6563 11626 0,'0'0'0,"0"0"0,0 0 16,0 0 0,0 0-16,0 0 0,-8 8 31,-1 18-31,1 50 0,-9 18 31,8-9-31,1-9 16,8-8-1,8-17-15,9-8 16,0-18 0,17 1-16,1-1 15,16 1 1,17-9-16,34 0 15,27 8 1,7 1-16,18-1 16,25-8-1,26-25-15,42-18 16,9-8 0,0-8-16,26-9 15,8 0 1,9-9-16,17 1 15,25 8 1,-17 8-16,-25 9 16,-34 9-1,-9 8-15,-17 0 16,-26 17 0,-17 0-16,-42 8 15,-43 1 1,-34-1-16,-26 1 15,-25-1-15,-9-8 16,-9-8 0,-8-18-16,-42-118 15,-35-180 1</inkml:trace>
  <inkml:trace contextRef="#ctx0" brushRef="#br0" timeOffset="19605.91">14441 7637 0,'0'0'0,"0"0"15,-8 9-15,-9 42 16,-9 34 0,0 17-16,26-17 15,9-9 1,8 1-16,0 16 15,9 18 1,-1 8 0,1 34-16,-18 68 15,-8 9-15,-8 8 16,8-17 0,0 0-16,0 9 15,-9-18 1,1 26-16,-9 1 15,0 7 1,0-8-16,8 9 16,9 0-1,-9-26 1,9 17-16,18-68 16,-1-25-16,0 16 15,-9-8 1,1-8-16,-1 25 15,1 25 1,-9-41 0,-9 16-16,1 8 15,-9-59-15,17-51 16,0-25 0,0-9-16,8-9 15,1-16 1,-9-1-1,0-8-15,17 9 16,8-1-16,10-8 16,7-8-1,-8-1-15,1-8 16,7 0 0,9 0-1,18 9-15,16-1 16,26 1-16,-17-1 15,0 9 1,25 9 0,9-1-16,9 1 0,-26 8 31,8 0-31,18 8 16,8 1-1,-9-1-15,18 9 16,17 0-16,-26-8 15,17 8 1,34-9-16,-42-8 16,0 9-16,16 0 31,-16-1-31,0-8 16,16 9-1,35-18-15,-9 1 16,9-9-16,-8-9 15,-10 9 1,44 0 0,-52 0-16,0-8 15,26-1 1,-43 1-16,0-1 0,26 1 31,-43-1-31,9 9 16,17-8-16,-9-9 15,-9 0 1,10 8-16,7-8 16,-42 8-1,-25 1-15,16-1 16,-16 1 0,-27-1-1,-7 1-15,-10 8 16,-16 0-16,-9 0 15,-8 0 1,-18 0 0,1 0-16,-1 0 15,1 0 1,-9 0-16,0 0 16,0 0-1,9-9-15,-1 1 0,9-35 16,17-33-1,0-26 1,18-26-16,16 1 16,-8-18-1,-1-8 1,-16-9-16,8-33 16,0-35-1,-8-16-15,-9-18 16,0-25-1,-8 0-15,-17 0 16,16-26 0,-16 17-16,-1 1 0,9-1 15,9 0 17,8 1-32,0-10 0,0 1 15,9 17 1,-17 17-1,-1 25-15,9 52 16,-8 16 0,-17 35-16,-1 41 15,-8 35 1,0 26-16,0 8 16,0 17-1,0 0-15,-8 8 16,-1 1-1,0-1-15,1 1 16,-9 8 0,-9 0-16,1 8 0,-10 1 31,-16-1-31,-8 1 16,7-1-1,1 1-15,0-1 16,-17 1-1,-9-9-15,-68 0 16,-26 0 0,26 17-16,-94-9 15,-43 9 1,-33 0-16,-52 9 16,51-9-1,-9 17-15,-42 17 16,17-8-1,1-9-15,-10-9 16,9-16 0,-25-1-16,-27 1 15,35-9 1,-34 8-16,-51-8 16,8 9-1,17 8 1,26 17-16,-43 8 15,1 18-15,16 16 16,43-16 0</inkml:trace>
  <inkml:trace contextRef="#ctx0" brushRef="#br0" timeOffset="24138.71">23522 8190 0,'0'0'0,"0"0"0,0 0 0,0 0 15,17 0 1,0 8 0,26-8-16,17-8 15,17-1 1,8-16-16,0 8 15,1 0 1,-9 8-16,-18 9 16,-16 9-1,0 8-15,-18 0 16,1 17 0,-18 17-16,1 17 15,-9 0 1,-9-9-16,1 9 15,-1 0 1,-8-8-16,0 0 16,-8 8-1,-1 8-15,0 9 16,9 0 0,0 0-16,0-8 15,17-1 1,9-8-16,8-8 15,0-9 1,-9-17-16,9 0 16,-8-17-1</inkml:trace>
  <inkml:trace contextRef="#ctx0" brushRef="#br0" timeOffset="24386.57">24453 10095 0,'0'0'0,"0"0"0,-9 8 16,-17 26-16,1-8 16,8-1-1,8-16-15</inkml:trace>
  <inkml:trace contextRef="#ctx0" brushRef="#br0" timeOffset="46764.61">12085 14347 0,'0'0'0,"0"0"0,0 0 15,18 9-15,-1 8 16,0 8 0,0 1-16,0-1 15,-9 1 1,1-1-16,-1 9 16,1 0-16,0 26 15,-9 25 1,0 17-16,-9 0 15,0-34 1,1-26 0,-1 1-16,1-18 15,8 1 1,0-1-16,0-16 16,0 8-1,0 0-15,17 17 16,17-8-1,9-1-15,25-8 16,43-8 0,26-18-16,16-16 15,9-1 1,26 9-16,0 0 16,0 17-1,25 0-15,17 8 16,26 9-1,1 9-15,-1-9 16,-9 9 0,-16-9-16,-1 8 15,-8 1 1,25-9-16,27-17 16,16-9-1,17-8-15,0 0 16,0 0-1,-16 0-15,7 0 16,-7 17 0,16 0-16,0 17 15,-17 0 1,9 0-16,-9 0 16,0 0-1,-8 9-15,-9 8 16,0-9-16,-8 1 15,-1-18 1,-8-8 0,-17 9-16,-8-9 15,16 8-15,-8 1 16,-8-1 0,-35 1-1,0-9-15,-8 8 16,-43-8-1,-17 0-15,-8-8 16,-18-1 0,-16 1-16,-27 8 15,-16-9 1,-9 1-16,0-1 16,0 1-1,1-1-15,-1-8 16,0 0-1,-9 0 1,10-8-16,7-9 16,18-43-16,8-17 15,-8 1 1,-17-1-16,-1 18 16,1-1-1,-17 1-15,-1 8 16,-16 17-1,-1 17 1,1 0-16,-18 8 0,1 1 31,-1 8-31,1 0 16,-9 0 0,-9 0-16,-17-9 15,-16 1 1,-10 8-16,1 8 15,-26-8 1,-34 9-16,-25-9 16,25 0-1,8 8-15,-59-8 16,8 9-16,35 8 16,-61-9-1,1 9 1,25-8-16,-51-10 15,9 1 1,42 9-16,-42-1 16,0 1-1,-9-1-15,17 9 16,60 9 0,-60-18-16,9 9 15,42-8-15,-68-9 16,9 0-1,59-9 1,-68 1-16,-8 8 0,-26 8 31,8 18-31,26-1 16,-8 1 0,33-1-16,-33 9 15,17-8-15,-26-9 0,17 8 31,51 1-15,-42-9-16,25 0 16,51 0-1,-76-9-15,17 9 16,51-8 0,-69-1-16,-8 9 15,26 0 1,-26 0-16,26 0 15,-43 9 1,-9 8-16,-8 8 16,-8 9-1,-1 0-15,0 9 16,-8 0 0,-8-1-16,33-16 15,9-9 1,43-9-16,-17-8 15,25-8 1,51-18-16,-8 1 16,-154-26-1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43:16.6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8731 2806 0,'0'0'0,"-8"0"0,-9-8 0,-9 8 16,-17 0-1,-16 0 1,-35 34-16,8 26 16,35 25-1,17 8-15,17-16 16,8-1-16,9 52 16,18 16-1,-1-25-15,0-25 16,0-9-1,17-8-15,0-9 16,34-9 0,18-16-16,59-9 15,94-26 1,0-25 0,25-17-16,26-17 15,1-8 1,24 16-16,35-16 15,43 7-15,-43 18 16,-34 43 0,51 16-1,-43 18-15,-51 0 16,0 8-16,-25 0 16,-52-9-1,-17-8-15,26 0 16,-60-17-1,-68-25-15,-9-1 16,18-25 0,8-42-16,-18-35 15,1-42-15,-9-17 32,1-9-32,-18 43 15,-17 34 1,-8 26-16,-9 42 15</inkml:trace>
  <inkml:trace contextRef="#ctx0" brushRef="#br0" timeOffset="920.16">18461 3198 0,'0'0'0,"-8"0"0,-1 25 16,-17 18-16,1 25 15,-9 25 1,0 9-16,8 0 15,9-8 1,8-9-16,9-25 16,0-9-1,0-17-15,26-9 16,25-8 0,69-17-16,76-25 15,17-26 1,1-17-16,16 8 15,9 0-15,26 26 16,-9 9 0,17-1-1,-9 18-15,10 8 16,7 8 0,-8 9-16,18 9 15,-1 8-15,17 34 16,17 17-1,-34-17-15,-8 0 16,-26-8 0,-17-9-16,-25-17 15,7-9 1,-41-16 0,-27-9-16,-25-9 15,-17-16 1,-25-1-16,-35 1 15,-8-1-15,-9-16 16,0-43 0,-9-34-16,-16 50 15</inkml:trace>
  <inkml:trace contextRef="#ctx0" brushRef="#br0" timeOffset="7205.15">3354 5485 0,'0'0'0,"0"0"0,0 0 16,-8 9-16,-1 16 15,9 9 1,-8 26-16,-1 42 15,-17-8 1,1-26-16,8-9 16,0-8-16,0-8 15,8-9 1,1-9 0,8 1-16,0-1 15,0-8 1,0-8-16,0-1 0,0 9 31,17-8-31,0-1 0,8 1 16,35-18-1,51-8 1,34-17-16,-25 9 16,16-9-1,35 8 1,-17 1-16,8-1 0,17-8 31,9 9-31,8-1 16,17 18-1,-16-1-15,8 9 16,42 0-16,-17 9 16,9 8-1,-17-9 1,-8 1-16,8 8 15,0-9 1,25 18-16,-17-1 16,1-8-1,-18 9-15,26-1 16,-8 1-16,8-1 16,25 1-1,-50-1-15,-1 1 16,-25-18-1,8 18 1,43-1-16,-60 1 16,-8-18-1,42 9-15,-50 0 16,-35-17-16,8 0 16,-16-8-1,-18-1 1,-34 1-16,-25-1 15,-17 1 1,-1-1-16,-8-16 0,17-1 31,1-16-31,7-18 16,-16-16-16,-18-1 31,-25-16-31,9 42 16</inkml:trace>
  <inkml:trace contextRef="#ctx0" brushRef="#br0" timeOffset="13825.82">12504 3793 0,'0'0'15,"0"0"-15,0 0 0,0 0 16,-9 8-16,1 18 15,-9 42 1,-1 68-16,10 26 16,25 8-1,26-26-15,34-8 32,42-8-32,26-34 15,68-26 1,52-17-16,8-34 15,0-26-15,77-16 16,17-18-16,-25-33 31,67-35-31,-33 9 0,-77 25 16,16-8 0,-24-8-1,-27 16-15,-16 35 16,-86 16-1,-26 26-15,-33 0 16,-52 0 0,-25 0-1,-9 0-15,-17 0 16,-34 26 0,-77 8-16,-43 8 15,17 1 1,18-9-16,42-9 15,34-16 1,26-1-16,0-8 16,17 0-1,0 0-15,34-17 16,60-8 0,43-1-16,-1-8 15,-25 17 1,-17 17-16,-34 0 15,-26 0 1,-8 0-16,-18 0 16,1 17-1,-9 26 1,-17 33-16,-9 43 16,9 0-16,17-50 15</inkml:trace>
  <inkml:trace contextRef="#ctx0" brushRef="#br0" timeOffset="24078.28">8236 7577 0,'0'0'15,"0"0"-15,0 0 0,0 0 0,0 0 32,0 0-32,0 0 15,-8 17-15,-1 26 31,1 34-31,-18 16 16,9-8 0,0-25-16,8-18 15,9-8-15,0-8 0,0-9 32,0-9-32,0 1 15,0-1 1,17 9-16,0 0 15,18 0 1,16 0-16,9 0 16,16 0-1,18 0-15,9-8 16,25 8 0,17-9-16,8 9 15,10-8 1,24-9-16,1 0 15,26-9 1,33-8 0,-8-8-16,17 8 15,9 0-15,8 0 16,-9 8 0,-16-8-16,-26 17 15,0 0 1,0 17-16,-26-8 15,-17 8 1,-8 8 0,-35 18-16,1-9 15,-1 8-15,-25-8 16,-25-8 0,-26-9-16,-9-9 15,-17 1 1,-9-1-1,-16-8-15,0 0 16,-1 0-16,1 0 16,-9-8-1,8-9-15,-8-17 16,0-43 0,17-25-16,0 43 15</inkml:trace>
  <inkml:trace contextRef="#ctx0" brushRef="#br0" timeOffset="34336.55">12043 9780 0,'0'0'0,"0"0"0,0 0 16,0 0-16,0 0 31,-9 0-31,1 17 0,8 9 31,0 33-31,0 35 16,0-1-16,0-25 15,0-34 1,0-8 0,0-1-16,0-8 15,0 0 1,0 0-16,0 0 16,0-8-1,0-1-15,17 1 16,8-1-1,18 1-15,25-18 16,26 1-16,9-9 16,-1-17-16,9 8 15,-9-8 1,-25 17 0,0 17-1,-17 9-15,-17-1 16,-18 1-1,1-1-15,-18 1 0,1-1 32,-1 1-32,1-1 15,-9-8 1,0-8-16,0-60 16,0-77-1,0-93-15,17-119 16</inkml:trace>
  <inkml:trace contextRef="#ctx0" brushRef="#br0" timeOffset="41671.49">8125 10852 0,'0'0'0,"0"0"15,0 0-15,-8-9 16,-1 1-1,-8-18-15,0 9 16,0 0 0,0 0-16,8 9 15,1-1 1,8 9-16,0 0 16,0 0-1,0 0-15,0 0 16,0 0-1,0 9-15,0 8 16,0 0 0,8 17-16,9 8 15,1 9 1,7 0-16,9 0 16,0 0-1,-8-8-15,0-1 16,8-8-1,0 0-15,0-8 16,0-1 0,-8 1-16,-1-9 15,1-9 1,0 9-16,-1 0 16,9 0-16,9-8 15,8-1 1,0 1-1,9-9-15,17 0 16,8 0-16,9 0 16,26 0-1,8 0-15,8 0 16,9 0 0,0-9-16,26 1 15,17-1 1,8-8-1,1-8-15,24-1 16,10 9 0,8 0-16,0 0 15,8 9 1,1-9-16,16 8 16,-7 9-16,-1-8 15,8-1 1,26 1-16,1 8 15,-1 0 1,8 8 0,-16 9-16,0 0 15,-1 0 1,1 0-16,8-8 16,-8-1-1,8-8-15,9-8 16,-26-1-16,-17 9 15,-17-8 1,-26 8-16,-25-9 16,-17 1-1,-26-1 1,-34 9-16,-17 9 16,-26-9-1,-25 0 1,-18 0-16,-8 0 15,-8 0-15,-1-9 16,1-8 0,8-34-16,0-42 15,0-52 1,9-152-16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45:06.6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13673 3351 0,'0'0'0,"0"0"0</inkml:trace>
  <inkml:trace contextRef="#ctx0" brushRef="#br0" timeOffset="811.84">13869 2806 0,'0'0'0,"0"0"0,0 0 16,0 0-16,0 0 15,0 0-15,0 0 16,-8 17 0,-1 18-1,-8 16-15,0 17 16,0 0 0,8-9-16,1 1 15,8-1-15,0 18 16,17 25-1,17 0 1,0-9-16,9-25 16,-17-25-1,-9-18-15,-9 1 16,1-18 0,-1 1-16,1-1 15,-9 1-15,17-1 16,17 1-1,51-9-15,18-9 16,8 1 0,17-18-1,8-8-15,1 0 16,34 0 0,-18 17-16,9 17 15,18 9 1,-18 8-16,-17 17 15,0 17 1,9 0-16,-18-8 16,18 8-1,-1 8-15,-25-8 16,-17-8 0,-34-1-16,-26-8 0,-16-8 15,-10-18 1,-16 1-1,-1-1-15,1 1 16,-1-26 0,18-34-1,17-43-15,-1-16 16,1-18 0,0 9-16,-1-9 15,-25 60-15</inkml:trace>
  <inkml:trace contextRef="#ctx0" brushRef="#br0" timeOffset="43798.72">3184 8309 0,'-9'0'16,"0"17"-16,1 8 0,-1 9 0,9 0 15,0 17-15,0 0 16,0 9-1,-8 34 1,-1 16-16,1-16 16,-1-9-16,9-17 15,0-9 1,0-16-16,0-9 16,9-9-1,-1 1-15,9-18 16,9 1-1,34-9-15,17-9 16,-1-8 0,1-8-16,9-1 15,16 1-15,0 8 16,9 0 0,9 8-1,-1-8 1,9 9-16,9-1 0,-18 1 15,1-1 1,16 1 0,10-9-16,-1-9 15,8 1 1,9-9-16,9 8 16,0 1-1,8 8-15,9 0 16,-17 8-16,-1 1 15,27 8 1,-1 0 0,9-17-16,17 0 15,-1 0-15,18-9 16,-8 9 0,-1-8-1,1 8-15,-1 0 16,-8 0-1,-8 0-15,7 0 16,-7 8-16,-1 1 16,-17 8-1,-8 0-15,-17 0 16,-35 8 0,-25 9-1,-25 0 1,-35 9-16,-17-18 0,-8 1 15,-9-1 1,-9 1 0,1-1-16,16-25 15,18-34 1,17-43-16,17-42 16,59-136-1</inkml:trace>
  <inkml:trace contextRef="#ctx0" brushRef="#br0" timeOffset="58370.73">9021 13556 0,'0'0'0,"0"0"0,0 0 0,-8 0 16,-1 9-16,1 8 15,-9 0 1,-9 17-16,-8 8 16,8 9-1,-8 0-15,0 0 16,0-8-1,17-1-15,0-16 16,8-9 0,1-9-1,8 1-15,0-1 16,0 1 0,8-1-16,18-8 15,8 0 1,17 0-16,18 0 15,-1 17 1,0 0-16,17 0 16,1 0-1,8 0-15,0 9 16,8-9-16,-8 0 16,-9-9-1,1 9-15,7-8 31,-7-1-31,-9 1 16,-9-18-16,-17 1 16,-8-1-1,-18 1-15,1-1 16,-9 1 0,0-9-16,-8 0 15,-1-9 1,1 1-16,8-26 0,-9 25 31</inkml:trace>
  <inkml:trace contextRef="#ctx0" brushRef="#br0" timeOffset="194473.3">19084 14704 0,'0'0'0,"0"0"0,0 0 0,-8 0 15,-1 9-15,-8-1 16,8 1 0,-8-1-16,0 1 15,0 16 1,-8 60-1,-1 43 1,0 59-16,1 43 16,-1 50-16,-8-33 15,0-43 1,-17-8-16,8-69 0,9-50 31,0-35-31,0-8 16,8-25-1,0-43-15,-8-68 0,17-102 32,43-60-32,42-17 15,35 9 1,25 8-16,8 18 16,-16 84-1,-1 43-15,9 9 16,-17 25-1,-26 34-15,-16 25 16,-18 26 0,-8 17-16,-9 9 15,-9 42 1,-33 59-16,-52 35 16,-34-1-1,0-33-15,-17-26 16,0-25-1,9-35-15,59-25 16</inkml:trace>
  <inkml:trace contextRef="#ctx0" brushRef="#br0" timeOffset="195817.6">20706 15146 0,'0'0'0,"0"0"0,0 0 16,0 0-16,17 0 15,26 9 1,16 8-16,18 0 16,8 17-1,1-8-15,8 8 16,0 0 0,-18-9-16,-16 1 15,-9 8 1,-25-17-16</inkml:trace>
  <inkml:trace contextRef="#ctx0" brushRef="#br0" timeOffset="196102.39">20791 15835 0,'0'0'0,"0"0"0,26 0 16,25 9 0,51-9-16,18 0 15,16 0 1,18-9-16,-9 1 15,-42-18-15,-61 9 16</inkml:trace>
  <inkml:trace contextRef="#ctx0" brushRef="#br0" timeOffset="197092.97">23002 16218 0,'0'0'0,"0"0"0,8 0 0,35-34 0,51-68 16,25-51-1,-8-17 1,34-77-16,-8 35 15,-18 24 1,-25 10-16,-17 67 16,-17 43-16,-26 43 15,-8 16 1,-18 26 0,-16 102-16,-35 85 15,9 9 1,0-60-16,17-59 15,-1-35-15,18-8 16,0-25 0,0-1-1,9-16-15,17-1 16,33-25 0,44-51-16,42-93 15,-9-26-15,-8 16 16,-25-24-16,33-94 31</inkml:trace>
  <inkml:trace contextRef="#ctx0" brushRef="#br0" timeOffset="197692.07">25468 15163 0,'0'0'0,"-8"9"15,-26 33-15,-18 44 16,1 16 0,-9-17-16,-16 42 15,-18 43 1,17-25-16,17-52 16,26-42-16,17-25 15,0-1 1,17-16-1,8-43-15,18-68 16,42-43 0,35-33-16,16-18 15,1 35 1,-9 7-16,8 10 16,-8 25-1,-26 34-15,-8 25 16,-8 26-1,-18 17-15,-17 26 16,0 33 0,-8 60-16,-26-8 15,-34-9 1,-35 0-16,-25-9 16,-17-24-1,9-10-15,51-25 16</inkml:trace>
  <inkml:trace contextRef="#ctx0" brushRef="#br0" timeOffset="198337.83">26834 14483 0,'0'0'0,"0"0"0,0 0 16,0 0 0,8 0-1,27 0-15,16 0 16,34 0-1,18 0-15,7 17 16,-7 0-16,-9 17 16,-17 0-1,-26 0 1,-9 0-16,-16 0 16,-9 26-1,-42 33-15,-27 18 16,-33 8-1,0 0-15,-1 9 16,1-9-16,25-34 16,26-17-1,8 0 1,9 0-16,17-9 16,9-8-1,-1-17-15,1-8 16,0-18-1,-1 1-15</inkml:trace>
  <inkml:trace contextRef="#ctx0" brushRef="#br0" timeOffset="198538.81">27414 16422 0,'-8'0'0,"-9"17"0,-9 17 16,-8 0-16,17-8 16</inkml:trace>
  <inkml:trace contextRef="#ctx0" brushRef="#br0" timeOffset="201042.2">22592 15529 0,'0'0'0,"0"0"0,0 0 0,0 0 16,0 0-16,0 0 31,17 34-31,0 60 16,-8 67-1,-9 26-15,0-8 16,0-17-16,0-35 16,0-42-1,0-17 1,8-25-16,-8-18 16,0 1-1,0-1-15,9-16 16,-1-1-1,1 1-15,25-18 0,34 1 16,18-18 0,16 1-1,26-18-15,34 9 16,26 0 0,17-8-1,25 8-15,-25 8 16,17 9-1,8 9-15,-8 8 16,0 8-16,-25 9 16,-18 9-1,9-1 1,-35 1-16,-42-9 16,-26 0-1,-25-9-15,-26-8 0,-8 9 16,-17-9-1,-1 0-15,1-17 16,16-94 0,18-152-1,-9-112-15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48:56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6145 3232 0,'0'0'0,"0"17"0,0 17 0,-8 25 15,8 18 1,0 8 0,-9-9-16,-8 1 15,-9-1-15,9-16 16,0-26-1,9-8 1,8-18-16,0 1 16,0-1-16,25 1 15,27-9 1,50-17-16,69-34 16,16-18-1,-16 1 1,-9 0-16,35 17 15,-1 17 1,-42 26 0,8 25-16,-9 25 0,-42 1 15,-25 8 1,-35-9 0,-26-16-1,-16-18-15,0 1 16,-1-1-16,9-8 15,26-68 1,25-76-16,43-137 16</inkml:trace>
  <inkml:trace contextRef="#ctx0" brushRef="#br0" timeOffset="57236.38">3918 7365 0,'0'0'0,"0"0"0,0 0 0,0 0 15,0 0 1,17 17-16,17-9 15,17 1 1,51-1-16,18-8 16,51-17-1,68-8-15,17 8 16,17 8 0,77-16-16,68-9 15,9 0 1,33-34-16,-58 0 15</inkml:trace>
  <inkml:trace contextRef="#ctx0" brushRef="#br0" timeOffset="59433.16">15346 7016 0,'0'0'0,"0"9"0,0 25 15,0 8 1,8 26 0,1-8-16,-1-1 0,1-16 31,0-1-31,-9 1 15,0-1 1,8-16-16,9-1 16,26 1-16,51-18 15,42-25 1,43-17 0,-8-25-16,17-9 15,17 0 1,8 0-16,18-9 15,25 1 1,8 8-16,18 17 16,-9 17-1,9 17-15,8 17 16,-9 25 0,-7 1-16,-18 16 15,0 18 1,-34 8-16,8-9 15,0 9 1,-16 0-16,-9-8 16,-43-18-1,9-8-15,-9 9 16,-43-18 0,-16 1-16,-18 8 15,-8-9 1,-9-7-16,-25-10 15,-18 1 1,1-9-16,-9 0 16,0-9-1,9-17-15,8-8 16,0-8 0,0-35-16,-17 35 15</inkml:trace>
  <inkml:trace contextRef="#ctx0" brushRef="#br0" timeOffset="61421.74">4455 8411 0,'0'0'16,"0"0"-16,0 0 0,0 0 15,0 0-15,9 0 16,16 0 0,10-9-16,-1 1 15,25-1 1,18 9-16,0 0 16,-26 0-1,9 0-15,42 9 16,18-9-1,16 0-15,18 0 16,34-9 0,8-8-16,35 0 15,25 9 1,8 8-16,18 0 16,25 17-16,9 0 15,68 8 1,26-8-16,-18-8 15,1-18 1,25-16-16,-8-9 16,-120-26-1,34-33-15</inkml:trace>
  <inkml:trace contextRef="#ctx0" brushRef="#br0" timeOffset="78401.3">3371 5970 0,'0'0'0,"0"0"0,0 0 0,0 0 16,0 0-1,0 0-15,0 0 16,-8 0 0,-1 0-1,1 0-15,-1 17 16,-8 0-16,-9 26 16,-8 33-1,-8 26-15,-1 9 16,9-26-1,17-26-15,0-25 16,17-8 0,0-9-16,0-9 15,17 1 1,17 8-16,26-9 16,16 9-1,18 0-15,-8 9 16,8-17-1,8-1-15,9-16 16,17-1 0,0 0-16,-17 9 15,-17 0 1,-26 0 0,-17 0-1,-8 0-15,-17 0 16,-1-8-16,-8-1 15,9-16-15,0-26 16,8-34 0,-9-26-16,-8-16 15,-8 59 1</inkml:trace>
  <inkml:trace contextRef="#ctx0" brushRef="#br0" timeOffset="89085.6">8330 9049 0,'0'0'0,"0"0"0,0 0 0,0 0 16,0 0-1,0 0-15,0 8 16,0 9-16,9 0 31,-1 17-31,-8 0 16,0 17-16,0 17 15,0 9-15,0-18 16,9-16 0,-9-1-16,0-16 15,0-9 1,0-8-1,0-1 1,0 1-16,17-18 16,25-8-1,27-9-15,16-16 16,18-1 0,7 9-16,1 9 15,-8-1 1,16 9-16,26 0 15,-17 0 1,-17 17-16,9 17 16,25 0-1,-8 9 1,-9 8-16,0 0 16,0 8-1,0 1-15,8-9 16,9 0-16,9 0 15,17-8 1,33-26-16,-7 0 16,8-9-1,-1-8 1,-7 9-16,25-18 16,-26 18-16,-17 8 15,26 0-15,-17 17 16,-18 8-16,10-8 15,-10 0 1,-16 9 0,0-9-16,-26 8 15,-9-8 1,-8 0 0,-17 0-16,-26 9 15,-8-9-15,-9-9 16,-8 1-1,-17-1 1,-1-8-16,-8-8 16,0-9-1,9-26-15,17-33 16,8-26 0,0-18-16,0 10 15,-25 67 1</inkml:trace>
  <inkml:trace contextRef="#ctx0" brushRef="#br0" timeOffset="89807.75">15525 9338 0,'0'0'0,"9"0"0,50 0 0,86-9 16,52-16 0,42-18-16,17-8 15,0 9 1,60 16-16,-9 35 16,26 25-16</inkml:trace>
  <inkml:trace contextRef="#ctx0" brushRef="#br0" timeOffset="-209327.5">7997 8641 0,'0'0'0,"0"0"0,0 0 0,0 0 0,0 0 0,0 0 16,0 17-16,-8 34 31,-1 51-16,-8 25-15,0-33 16,0-35 0,8 1-16,9-1 0,0-16 15,9-18 1,0 1 0,-1-9-16,1-9 15,-1 1 1,9-1-1,-8 1-15,-1-1 16,1-8 0,-9 0-16,0 0 15,0 0 1</inkml:trace>
  <inkml:trace contextRef="#ctx0" brushRef="#br0" timeOffset="-208232.95">6154 2875 0,'0'0'0,"-9"8"0,1 26 15,-9 26-15,-9 16 16,0 1-1,1-9 1,8-17-16,0-17 16,0-9-16,8 1 15,9-1 1,0 1-16,9-1 16,8 9-1,34 17-15,43 0 16,25-25-1,1-18-15,-1-8 16,35 0 0,16-25-16,18-1 15,17-8 1,-17 9-16,17 8 16,25 8-1,-68 9-15,-8 17 16,0 17-16,-35 9 15,-25-1 1,-43-8-16,-17-8 16,-17-18-1,-8 1 1,-1-1-16,1 1 16,-9-9-1,-9-9-15,1-25 16,-18-85-1,9-76-15,43-18 16,68-85 0</inkml:trace>
  <inkml:trace contextRef="#ctx0" brushRef="#br0" timeOffset="-162989.92">2757 13650 0,'-9'0'0,"1"0"0,-1 8 0,1 1 0,-1-1 16,1 1-16,-1 8 15,1 0 1,-10 8-16,10 9 16,-9 9-1,0 8-15,0 0 16,8 8 0,1 1-16,-1 8 15,1-9 1,8-8-1,0-8-15,0-17 16,0-1-16,0-16 16,0-1-1,0 1 1,0-1-16,17 1 16,8-1-16,18 1 15,0-9 1,16-9-16,18 1 15,0-9 1,17 8 0,0 1-16,-9 8 15,9 0 1,17 8-16,17 1 16,8-18-16,1 1 15,17-9 1,-1-9-16,-8 0 15,18 9-15,16-8 32,-17 8-32,9 8 15,16 9 1,-24 0-16,7 0 16,10 0-1,-27 0-15,-16 9 0,-1-1 16,-8 1-1,-34-1 1,-17 1 0,-26-1-16,-17 1 15,-8-9 1,-9 0-16,-8 0 16,-1-9-1,9-16-15,9-69 16,-1-50-1,1-18-15,8-25 16,43-119 0</inkml:trace>
  <inkml:trace contextRef="#ctx0" brushRef="#br0" timeOffset="-157640.34">11787 13539 0,'0'0'0,"0"0"0,0 0 0,0 0 15,0 0 1,0 0-16,-9 17 15,1 26-15,-1 50 16,1 26 0,-1 0-1,-17 34-15,9 43 16,-8-51 0,-18-18-16,9 1 15,17-18 1,-9-16-16,9-26 15,0-26 1,0-16-16,9-9 16,8-9-1,0-16-15,0-35 16,0-50 0,17-26-16,8-26 15,18-42 1,0 17-16,8 8 15,17-33 1,-8 42-16,17 17 16,-1 8-1,1 1-15,17 16 16,-17 34 0,-9 26-1,9 17-15,-17 17 16,0 26-1,-1 16-15,1 43 16,-17 26-16,-35 8 16,-25 0-1,-25 34-15,-27 0 16,-25-34-16,-34-25 16,-17-18-1,26-42 1,-1-8-1,69-9-15</inkml:trace>
  <inkml:trace contextRef="#ctx0" brushRef="#br0" timeOffset="-156609.45">13741 13420 0,'0'0'0,"0"0"15,0 0-15,0 0 16,0-8-16,0 8 15,0-9 1,0 9 0,-8-8-16,-1 8 15,-8 0 1,-17 17-16,-26 17 16,-8 8-16,-9 18 15,-17 16 1,9 1-16,17-9 15,-1 8 1,18-16-16,0-18 16,17 1-1,8-9 1,9 0-16,17 0 16,17 8-1,17 1-15,60 8 16,60-9-1,-1-24-15,10-10 16,33-25 0,-42-9-1,-86 18-15</inkml:trace>
  <inkml:trace contextRef="#ctx0" brushRef="#br0" timeOffset="-155351.14">14586 14611 0,'0'0'15,"0"0"-15,0 0 0,0 0 16,0-9 0,26-33-16,8-43 15,9-43-15,16 9 16,18-17-1,17-26-15,-9 26 16,-8 51 0,-17 26-1,-17 25-15,-9 17 16,8 0 0,1 17-16,-9 42 15,9 60-15,-17 26 16,-26 25-1,0 42-15,0-41 16,0-52 0,17-17-16,0-17 15,0-26 1,17-25-16,17-17 16,26-25-1,34-69 1,34-84-16,-8-1 15,-18 34-15,-17 1 16,-50 42 0,-10 34-1,-8 25-15,-25 26 16</inkml:trace>
  <inkml:trace contextRef="#ctx0" brushRef="#br0" timeOffset="-154565.74">17403 13590 0,'0'0'0,"0"0"0,-9 0 16,1 9-16,-1 8 16,-16 8-1,-27 35-15,-7 33 16,-18 43 0,-17 51-16,9 9 15,25-43 1,9-25-16,-1-1 15,18-33 1,9-43-16,8-17 16,8-9-1,9-16-15,0-18 16,9-33 0,33-43-16,18-68 15,34-43 1,25 26-16,1 42 15,-9 1 1,8 25-16,9 25 16,-8 26-1,-18 26-15,-33 25 16,-1 25 0,9 18-16,-18-1 15,-16 1 1,-17 8-16,-18 0 15,-25 8 1,-43 26-16,-25 0 16,-34-25-1,-1-34-15,-8-43 16,8-60 0,61 26-16</inkml:trace>
  <inkml:trace contextRef="#ctx0" brushRef="#br0" timeOffset="-132278.36">2791 11421 0,'0'0'0,"0"0"0,0 0 0,0 18 15,8 7 1,10 18-16,16 33 16,0 9-1,8 9-15,-7 8 16,-1 34 0,-9 0-16,-8-34 15,-8-43 1,-18-33-16,1-9 15</inkml:trace>
  <inkml:trace contextRef="#ctx0" brushRef="#br0" timeOffset="-131932.59">2535 12212 0,'0'0'0,"0"17"0,0 26 16,17 8-16,0 8 15,17 10 1,9-10-16,-9-16 16,-8-1-1,-1-16-15,1-9 16,16-9-1,18-25 1,8-17-16,1-8 16,-1-1-1,0-16-15,9-44 16,-34 35 0</inkml:trace>
  <inkml:trace contextRef="#ctx0" brushRef="#br0" timeOffset="-126871.34">3670 10852 0,'9'0'0,"25"0"0,51 8 0,26 43 16,17 34-1,-17 17-15,8 0 0,1 9 16,-18 17-1,1 33 1,-18-16 0,-17-18-16,18 18 15,-9-26 1,-9-26-16,-25-33 0,-18-26 31,-16-9-31,-1-16 16,-8-1-1,0 1-15</inkml:trace>
  <inkml:trace contextRef="#ctx0" brushRef="#br0" timeOffset="-126595.29">4592 12502 0,'0'0'0,"0"0"0,0 0 0,0 0 31,8 0-31,9 17 16,9-9-16,0 9 15,-1 0 1,-8 0-16,-8-8 0,-1-1 31,1 1-31,-1-1 16,1 1-1,-9-9 1,8-9-16,18-25 0,51-127 31,-9-44-31,0-84 16</inkml:trace>
  <inkml:trace contextRef="#ctx0" brushRef="#br0" timeOffset="-96509.33">13775 1667 0,'0'0'0,"0"0"0,9 0 0,-1-9 16,1 1-16,0-1 15,-1 9 1,-8 0-1,-17 0 1,-9 0-16,-50 26 16,-44 8-16,-34 8 15,26 9 1,69-8-16,-1 8 16,0 9-1,0-1 1,18-16-16,25-1 15,17-8 1,17 0-16,8-8 16,-8-1-1,26 9-15,17 0 16,-17 0-16,-9 0 16,-9 0-1,-16 17-15,-9 9 16,-34 8-1,0-9-15,8 1 16,-8-9 0,-17-9-1,8-16-15,17-9 16,9-9 0,17 1-16,0-9 15,17 8-15,-8 1 16,16 17-1,35 25 1,0 25-16,-9 26 16,-42 51-16,-26 43 15,-9-26 1,9-17-16,34-17 16,51-25-1,52-26-15,16-34 16,44-60-1,33-42-15,86-51 16</inkml:trace>
  <inkml:trace contextRef="#ctx0" brushRef="#br0" timeOffset="-96092.29">15064 1999 0,'0'8'0,"-8"60"0,-18 102 15,0 26 1,-16-1-16,-18 9 16,0 1-1,26-61-15,26-93 16</inkml:trace>
  <inkml:trace contextRef="#ctx0" brushRef="#br0" timeOffset="-95842.73">15798 3810 0,'-8'9'0,"-35"50"0,-17 43 16,-17-8 0,1-35-16,16-25 15,17-34-15,35 0 16</inkml:trace>
  <inkml:trace contextRef="#ctx0" brushRef="#br0" timeOffset="-95310.11">16643 2271 0,'9'0'0,"33"17"0,18 17 16,0 8-1,17 18-15,8 25 16,-34 0 0,-17 25-16,-51 35 15,-34 42 1,-17-25-16,-35-26 15,-25-9 1,26-50-16,34-35 16,34-16-1,-1-18-15,18-16 16,9-9 0,25-17-16,43-26 15,59 1 1,1 33-16,8 18 15,34 33 1,-17 18-16,-51 8 16,-43-26-1,-25-16 1,-18-1-16,1-8 16</inkml:trace>
  <inkml:trace contextRef="#ctx0" brushRef="#br0" timeOffset="-94546.04">17599 1760 0,'0'0'0,"0"17"0,26 26 16,33 25-1,35 17 1,17-8-16,17-9 16,9 8-1,-18 1-15,-25-26 16,-43-9-1,-16 1-15,-1 16 16,-9 18 0,-16 33-16,-1 1 15,-8-9 1,0 0-16,0-17 16,0-17-1,0-8-15,9-18 16,8-16-16,9-9 15,16-9 1,1 1 0,-9-9-16,-8-9 15,-18 9 1,1 0-16,-9 0 16,-9 0-1,-8 17-15,-17 34 16,0 26-1,0 16-15,8 26 16,9 0 0,17-8-16,17 17 15,0-9 1,-17-17-16,-17-9 0,-17-8 31,-77 17-31,-136 85 16</inkml:trace>
  <inkml:trace contextRef="#ctx0" brushRef="#br0" timeOffset="-89425.82">20672 2373 0,'0'0'0,"0"0"0</inkml:trace>
  <inkml:trace contextRef="#ctx0" brushRef="#br0" timeOffset="-86445.83">20868 2245 0,'-17'0'16,"-9"9"-16,9 8 16,0 8-16,0-8 15,9 0 1,-10 0-16,-33 9 16,-43 8-1,-42-9 1,25 1-16,0 16 15,-34 35 1,-9 8-16,35 8 16,50-8-1,18 1-15,9 16 16,-1 25 0,17-8-16,26-17 15,9-8 1,25-1-16,51 18 15,69-1 1,17-33-16,8-34 16,9-18-1,-43-8-15,8-34 16,155-34 0</inkml:trace>
  <inkml:trace contextRef="#ctx0" brushRef="#br0" timeOffset="-85355.54">23224 2160 0,'0'0'0,"0"0"16,-9 0-16,1 0 16,-18-8-16,-34-18 15,-8 1-15,17 8 16,-26-9-1,-43 18-15,-42 8 16,26 8 0,16 18-1,-16 16-15,8-8 16,17 0 0,42 9-16,35-9 15,9 0-15,8 0 16,34 25-1,34 1 1,26-1-16,8 9 16,-8-17-1,-35-17-15,-16-8 16,-9-1 0,-8 1-16,-1-1 15,-8 1-15,-17 8 31,-17 0-31,-9 0 16,9-8-16,17-9 16,0-9-16,9 1 15,8-1 1,0 1 0,0-9-1,17 17-15,17 8 16,8 26-1,-7-8-15,-10-1 16,-16 18 0,-18 33-16,-51 43 15,-68 43-15,17-35 16,43-16 0,34-17-16,17-9 15,25-26 1,78 1-1,50-18-15,18-33 16,85-52 0,128-16-16</inkml:trace>
  <inkml:trace contextRef="#ctx0" brushRef="#br0" timeOffset="-84849.1">24299 2662 0,'0'0'0,"0"8"0,-9 35 16,1 42-16,-18 26 15,-16-1 1,-35 26-16,0-17 15,43-34 1,17-8 0,0-18-16,8 1 15,9-26-15</inkml:trace>
  <inkml:trace contextRef="#ctx0" brushRef="#br0" timeOffset="-84627.66">24803 4006 0,'-26'25'0,"-59"94"0,-1 9 16,44-69-16,-1-16 15,0-9-15,1-17 16,24-17 0</inkml:trace>
  <inkml:trace contextRef="#ctx0" brushRef="#br0" timeOffset="-84075.11">25690 3155 0,'0'0'0,"0"0"0,17 17 16,26 26 0,0 16-16,-18-8 15,-16 17 1,-9 9-16,-43-1 16,-8-16-1,0-1-15,-18-8 16,-7-8-1,-1-18-15,17-16 16,-17-9 0,17-9-16,18 1 15,8-1 1,17 9-16,17 0 16,0 0-1,25-8 1,35-1-16,34 9 15,-17 9-15,-1 8 16,44 17 0,16-8-16,-8-1 15,-59-16 1,-18-18 0,-25 9-16</inkml:trace>
  <inkml:trace contextRef="#ctx0" brushRef="#br0" timeOffset="-83853.16">26527 4227 0,'-17'8'0,"-35"52"0,-50 42 15,25-26 1,34-33-16,26-18 15,0-16 1,9-9 0,8 0-1</inkml:trace>
  <inkml:trace contextRef="#ctx0" brushRef="#br0" timeOffset="-83350.93">27218 3121 0,'0'0'0,"0"0"0,17 17 16,26 17-16,25-8 15,9 8-15,0-9 16,-26 1-16,-17-9 31,-8 0-31,-18 0 0,-16 8 32,-35 26-32,-17 26 15,0-18 1,18-16-16,16-18 15,18 1 1,16 8-16,35 0 0,34 8 31,-1 1-31,-33-17 16,0 8-16,8 8 16,-8 9-1,-26 0-15,-17 9 16,-9 16-16,-25 9 31,-26-17-31,1-25 16,24-26-1</inkml:trace>
  <inkml:trace contextRef="#ctx0" brushRef="#br0" timeOffset="-82554.81">28140 2441 0,'0'0'0,"8"0"15,9 0-15,9 0 16,0 0-16,33 8 15,44 1 1,8-9-16,-9 0 16,-34 8-1,-34-8-15,1 17 16,7 9 0,1 25-16,-9 8 15,-34 35-15,0 25 16,-8 26-1,-9-1 1,-18-16-16,10-9 16,16 8-1,18-16-15,8-18 16,0-25 0,17-8-16,34-9 15,18-8 1,-10-18-16,-24-16 15,-10-1-15,-16 1 16,-17-9 0,-1 0-1,-8 0 1,0 0-16,-8 0 16,-1 17-1,-8 8-15,-9 43 16,9 26-1,17 8-15,17 34 16,17 17 0,-16-9-16,-10-33 0,-25 17 15,-43 25 1,-34-34 0,-119 0-1,-128 25-15</inkml:trace>
  <inkml:trace contextRef="#ctx0" brushRef="#br0" timeOffset="-72957.74">20245 4771 0,'43'0'0,"85"0"0,94 9 0,42 33 0,9 35 16,0-9-1,77-17-15</inkml:trace>
  <inkml:trace contextRef="#ctx0" brushRef="#br0" timeOffset="-70941.18">17795 3572 0,'0'0'0,"0"0"16,9 17-16,-1 0 0,1 25 15,-18 9 1,-16 43 0,-43 59-1,-26 9-15,25-52 16,27-16-16,-10-9 16,27-43-1</inkml:trace>
  <inkml:trace contextRef="#ctx0" brushRef="#br0" timeOffset="-70062.6">17488 2662 0,'0'0'0,"0"0"0,0 0 16,17 8-1,26 9 1,17 9-16,33-9 15,1-9 1,-34-8-16,34 0 16,8 9-16,-33-1 15,-10 9 1,-16 0 0,-9 0-16,-8 26 15,-26 17-15,-17 16 16,-34 9-16,-9-8 31,17-9-31,9-17 16,0-9-16,17-16 15,0-1 1,0 1-16,17-1 16,0 1-1,8-9 1,26 17-16,18 8 15,7 1 1,1-9-16,0 8 0,-18 9 31,-24 0-31,-36 9 16,-67 34-16,0-18 16,59-50-1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55:14.5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11275 10316 0,'0'0'0,"0"0"0,0 0 15,0 0-15,0 0 16,0 0-16,-9 0 15,-8-9 1,-43 1-16,1 8 16,-18-9-1,-26 9 1,1-8-16,17-1 16,16 1-1,1 8-15,8 17 16,18 25-16,-10 52 15,-42 51 1,-25 25 0,-26 8-16,25 1 15,69-43-15,26 0 16,25 9 0,42-1-16,61-25 15,25-34 1,17-8-16,68-35 15,-34-25 1,18-42-16,59-43 31,-68-26-31,-26-42 16,0-51-16,-60 8 16,-50-25-1,-61-17-15,-59-8 16,-77-1-1,-180-8-15,-187 17 16,128 76 0</inkml:trace>
  <inkml:trace contextRef="#ctx0" brushRef="#br0" timeOffset="7601.44">18384 2279 0,'-8'0'0,"-18"0"0,-17 0 0,-16 0 16,-1 0-1,17 0-15,9 0 16,9 0 0,-35 0-16,-26 0 15,-16 9 1,-17-1 0,-9 1-16,-9-1 15,-8 1 1,25-9-16,9 0 15,9 0-15,17 0 16,-1 17 0,18 0-1,0 8-15,8 9 16,9 17 0,0 9-16,16 25 15,10 25-15,33 27 16,44 16-1,33 0-15,34 0 16,44-17 0,41-17-1,-7-43-15,-18-33 16,43-26-16,0-17 16,17-34-1,-43-26 1,-8-25-16,34-42 15,-69-9-15,-16-9 16,-9-16-16,-51 7 16,-52 18-1,-33-8 1,-52-9 0,-42 17-16,-129 8 0,-161 60 31,-197 128-31,-103 212 15,334-51-15</inkml:trace>
  <inkml:trace contextRef="#ctx0" brushRef="#br0" timeOffset="19459.09">23488 7977 0,'0'0'0,"0"0"0,0 0 15,0 0 1,0 0-1,0 0-15,0 0 16,-8-8 0,-1-1-16,-8 1 15,-26-9 1,-25 0-16,-9 17 16,-25 8-1,16 1 1,35 8-16,9 8 0,-10 1 15,-16 8 1,-9 8-16,-8 18 16,-26 8-1,9-9 1,42 18-16,-8 16 16,16 9-1,10 9-15,16-9 16,26 9-16,17-1 15,0 1 1,9-9 0,-1 0-16,44 0 15,42 0 1,17-25-16,-26-26 16,26-9-16,51 1 15,-34-26 1,18-9-16,59-16 15,-60-9 1,-34 0 0,34-17-16,-8-9 15,-35-8 1,-51 0-16,-8-43 16,8-16-1,-25-1-15,-26-16 16,-17-35-1,-26-8-15,-8 17 16,-51-17 0,-60-17-16,-17 42 15,-86 18 1,-68 25-16,-34 76 16,-110 77-1,-78 77-15,94-18 16,77-42-1</inkml:trace>
  <inkml:trace contextRef="#ctx0" brushRef="#br0" timeOffset="22614.02">5539 3308 0,'0'0'0,"0"0"0,26 0 16,51 0-16,34 0 16,0-8-1,-26-9-15,60-9 16,60-8-1,-60 0-15,-26-8 16,180-18-16</inkml:trace>
  <inkml:trace contextRef="#ctx0" brushRef="#br0" timeOffset="23254.77">930 3342 0,'0'0'0,"0"0"0,0 0 0,9 9 16,59 42-1,35 25-15,127-33 0,77-43 31,-8-51-31,170-26 16,-50 26 0</inkml:trace>
  <inkml:trace contextRef="#ctx0" brushRef="#br0" timeOffset="26235.39">25349 4882 0,'0'0'0,"-43"0"0,-25 8 15,17 1-15,-9 8 16,-60 17-1,-67 59-15,33 26 16,86-8 0,25-9-16,26 34 15,0 0 1,25-34-16,61-17 16,76-17-16,-9-42 15,9-43 1,86-34-1,102-51-15</inkml:trace>
  <inkml:trace contextRef="#ctx0" brushRef="#br0" timeOffset="26771.53">26313 4814 0,'0'0'0,"0"0"0,-8 8 16,-18 26-16,-25 51 15,-9 51 1,-34 26-16,-8-35 16,-18-8-16,18-8 15,59-43 1,18-8-16,16-26 16,26 0-16,34-9 31,52-25-31,-9-25 15,-43-1-15,26-8 16,25-9 0,-34 18-1,-25 16-15,0 18 16,-1 16 0,-16 44-16,-9 7 0,-8-16 15,8-1 1,0-16-1,0-9 1,17-26-16,-8-16 16,-9 8-1</inkml:trace>
  <inkml:trace contextRef="#ctx0" brushRef="#br0" timeOffset="27157.81">27218 5715 0,'0'0'0,"0"0"15,8 9-15,35 25 16,34 8 0,34 1-16,-17-9 15,-43-26 1,-25 1-16,-1-18 15,-8 1-15,-8-18 16,-1 1 0,-33-18-16,-78 1 15,-16 33 1,-1 43-16,-33 34 16,-1 26-1,18-1 1,59 1-16,34-1 15,9-8 1,17-17-16,34-17 16,77 0-1,42-8-15,-67-26 16</inkml:trace>
  <inkml:trace contextRef="#ctx0" brushRef="#br0" timeOffset="27548.9">28336 5996 0,'0'0'0,"-26"8"0,-59 43 15,-43 9-15,9-1 16,42-16-1,26-9 1,-1-9-16,18 1 16,17 8-1,9 8-15,8 9 16,25 0-16,26 9 16,26 16-1,-17-16 1,-17 0-16,-18-18 15,-16 1 1,-26-9-16,-35 17 16,-16-9-1,0 1-15,-26-18 16,9 1-16,42-18 16</inkml:trace>
  <inkml:trace contextRef="#ctx0" brushRef="#br0" timeOffset="27943.67">29386 6599 0,'-9'0'0,"-50"34"0,-78 26 0,9 0 16,51-9-1,0-9-15,9 1 16,17-1 0,17-8-16,25 9 15,18-1 1,25 9-16,51 26 15,69 16 1,-26-8-16,-43-34 16,-51-17-1,-8-8-15,-43 16 16,-120 26 0,-178 60-1</inkml:trace>
  <inkml:trace contextRef="#ctx0" brushRef="#br0" timeOffset="32883.12">7997 2262 0,'0'0'0,"0"0"0,0 0 0,0 0 16,0 0-16,0 0 15,0 0 1,-8 0-16,-1 9 16,1-1-16,-1 9 15,1 0 1,-1 0-1,1 26-15,-18 8 16,9 8 0,0-16-16,8-18 31,1 1-31,8-9 16,0 0-16,0 0 15,0 0 1,8 0-16,9 0 15,0 0 1,9 0-16,17 8 16,8-8-16,9-8 15,33-1 1,27 1-16,8-1 16,9 1-1,-1-1 1,18-8-16,-18 9 15,-25 8-15,-17-9 16,-9 10 0,-16-10-16,-27 1 15,-16-1 1,0 1-16,-18-1 16,1 1-1,-1-9-15,-8 0 16,0-9-1,9-8 1,-1-34-16,-8-43 16,9-67-1,16-145-15</inkml:trace>
  <inkml:trace contextRef="#ctx0" brushRef="#br0" timeOffset="43871.56">18418 13020 0,'0'0'0,"-17"0"0,-8 0 15,-18 0 1,-8 0-16,-17 0 0,8 0 15,26 0 1,-9 9 0,-25 16-16,-18 26 15,-16 51 1,-26 26-16,26 8 16,42 9-1,17-9 1,26-26-16,8-25 15,9-8 1,9 16-16,25 18 16,43-9-1,25 0-15,9-25 16,9-1 0,51 18-16,8 8 15,-34-9 1,9 9-16,16-8 15,-33-26 1,8 8-16,77 18 16,-52-26-16,1 0 15,51 9 1,-60-18-16,9-8 16,51 17-1,-77-17 1,9 26-16,33 8 15,-33-9 1,-26-16-16,9-9 16,16 8-16,-25-16 15,-42-9 1,25 9 0,17-1-16,0-8 15,-17-8 1,-26-1-16,34 9 0,26 0 15,-8-8 1,-18-1-16,1-8 31,17-8-31,-1-9 16,-8-9 0,-8 1-16,8-18 15,-26-8 1,-8 0-16,-17 0 15,-18-8 1,1-9-16,9-17 16,7 8-1,-16-8-15,-17 8 16,-18 1 0,1-1-16,-17-25 15,-9 0 1,-18 0-16,-24-8 15,-9-1 1,-18 1-16,-25-26 16,-17-9-1,-17 17-15,-17 1 16,-8 16 0,-52-33-16,-26 8 15,-16 25-15,-26 9 16,-17 17-1,-9 9 1,-8-1-16,-18-8 16,18-9-1,-43 9-15,-8 9 16,-18 16 0,-25-8-16,-9 17 15,26 0 1,9-25-16,-35 8 15,-8-9 1,17 1-16,25 8 16</inkml:trace>
  <inkml:trace contextRef="#ctx0" brushRef="#br0" timeOffset="79545.57">2287 4677 0,'0'-17'0,"0"-25"0,0-26 0,-42-417 0,8 383 0,-9-51 0,43 153 0,-68-136 0,42 85 16</inkml:trace>
  <inkml:trace contextRef="#ctx0" brushRef="#br0" timeOffset="79828.08">1750 3801 0,'0'0'0,"0"0"0,-9 18 0,1-1 0,8 8 16,-9-8-1,9-8 1,0-1-16,0-8 16,0 0-1,0-17-15,9-51 16,-1-60-1,-8 18 1,0 33-16,0 35 16,0 16-16,26 9 0,-1 0 31,44 17-15,67 60-16,-8 42 0,0 17 31,120 85-31</inkml:trace>
  <inkml:trace contextRef="#ctx0" brushRef="#br0" timeOffset="104154.1">26228 1862 0,'0'0'0,"17"17"0,9 0 0,16 18 15,35 16-15,8 8 16,-25-8-1,8 0-15,9-8 16,-17-1-16,-9 18 16,-17 42-1,-17 8 1,-34-25-16,-25-17 16,-1-25-16,-34-9 15,-8-17 1,8-17-16,0-34 15,17-26 1,18-16 0,16 16-16,9 18 15,17 25 1,0 0-16,9 17 16,25 8-16,51 52 15,9 25 1,-26-17-16,9-26 15,26-8 1,7-8 0,-7-9-16,-35-9 15,-25 1 1,-26-9-16</inkml:trace>
  <inkml:trace contextRef="#ctx0" brushRef="#br0" timeOffset="104788.68">27346 1080 0,'0'0'16,"0"0"-16,0 0 0,0 0 0,0 0 31,0 0-31,0 0 16,17 9-16,0 8 15,9 0-15,-1-9 16,1 1 0,-9 8-1,-8 8 1,-9 26-16,-9 0 16,-17-8-1,-16-9-15,-1-17 16,9-26-1,8 1-15,-8-18 16,0-8-16,17 17 16,0 0-1,8 9 1,9 8-16,0 0 16,0 0-1,17 8-15,43 35 16,43 8-1,16 0-15,-25-26 16,-26-16 0,26-9-1,17-26-15,-51 9 16</inkml:trace>
  <inkml:trace contextRef="#ctx0" brushRef="#br0" timeOffset="105211.89">28285 553 0,'0'0'0,"-9"0"0,1 8 16,-1 18-16,1-9 15,-1 8-15,1-16 16,-1-1 0,1 9-1,8-8-15,0 16 16,0-25-1,8 9-15,9-1 16,34 1-16,18-9 31,-1-9-31,-8 1 16,-9 8 0,-8 0-16,-18 34 15,-16 42-15,-43 60 16,-77 137-1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19:58:19.1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6632 6548 0,'0'0'0,"0"0"0,0 0 0,-9 17 0,-16 26 16,-10 17-1,-7 16-15,-1 1 16,9-1-16,0-16 15,17-9 1,0-9 0,8-8-16,9 0 15,0-8 1,0-1-16,0-16 16,0-1-1,0 1-15,9-1 16,8-16-16,17-1 15,0 1 1,0-9 0,34-9-16,26-8 31,34 9-31,0-1 0,17 1 16,26 8-16,0 0 15,17 17 1,16 8-1,1 1-15,17-9 16,26 8-16,-9 9 16,0-17-1,0-8 1,-26-1-16,-17-16 16,-8 8-1,0 0-15,-35 0 16,-33 0-16,-52 17 15,-17 0 1,-25 0 0,-9 0-16,-8-9 15,-1 1 1,-16-26-16,-18-17 16,0-51-16,18-60 15,33-51 1,44-110-1</inkml:trace>
  <inkml:trace contextRef="#ctx0" brushRef="#br0" timeOffset="3612.45">7306 7637 0,'0'0'0,"0"0"0,0 0 15,0 0-15,0 0 16,0 9-16,0 16 16,0 18-1,0 33-15,0 1 16,0-9 0,0 0-16,0-9 15,0-8 1,0-8-1,8-18-15,1 1 16,8-9 0,0-9-16,17-8 15,26-17-15,51-25 32,8-9-32,-16 17 15,8 0-15,17 0 16,25 0-1,-7 8-15,24 1 16,10 8 0,-1 8-16,26 1 15,8 8 1,-17 8-16,35 18 16,16 16-16,9 9 15,0 9 1,-17-9-1,34 0-15,18-17 16,-18-9 0,25-16-16,-7-9 15,-10 0-15,9 0 16,18 8 0,25 1-1,-18-1-15,44 1 16,-60-18-1,33 9-15,10 0 0,-43-17 32,25 0-32,-51 0 15,17-8-15,-17-1 16,-34 9 0,0 0-16,-8-8 15,-1-18 1,-34 1-16,18-1 15,-9 9 1,-69 0 0,-8 0-1,-8 17-15,-26 0 16,-43 17-16,-17 0 16,-8 0-16,-18 0 15,1 0 1,-26-17-1,8 0-15</inkml:trace>
  <inkml:trace contextRef="#ctx0" brushRef="#br0" timeOffset="12226.14">10088 9763 0,'0'0'0,"0"0"0,0 0 15,0 0 1,0 0-16,0 0 16,0 0-16,0 0 15,0 0 1,0 0 0,0 0-16,0 0 15,-8 9 1,-18 42-16,-8 17 15,8 8-15,9-25 16,9-8 0,8-9-1,0-9-15,0 1 16,17-1 0,0 1-16,17-1 15,17 1-15,9-1 16,25-8-1,18-8 1,-26-18-16,-9 1 16,9-1-16,-9 1 15,-8-1 1,-1 1-16,1-1 16,-9 9-1,-16 0 1,-10 0-1,-8 0-15,-8 0 16,-1 0 0,1 0-16,-9-8 0,0-18 15,-9-42 1,18-68 0,-1-51-16,9-128 15</inkml:trace>
  <inkml:trace contextRef="#ctx0" brushRef="#br0" timeOffset="23912.41">12009 11285 0,'0'0'16,"0"0"-16,0 0 0,0 0 0,0 0 31,0 0-31,8 0 16,9 0 0,17 9-16,26-1 15,51-16 1,43-9-16,34-17 0,42 0 31,77 0-31,60 25 16,26 1-1,76-1-15,-59 1 16</inkml:trace>
  <inkml:trace contextRef="#ctx0" brushRef="#br0" timeOffset="29086.52">6495 11719 0,'0'0'0,"0"0"0,0 0 0,0 0 16,0 0-16,0 0 15,0 0-15,0 0 32,-8 9-32,-1 8 15,0 17-15,1 0 16,-1 25-16,1 26 16,-1 17-1,1-17 1,8-25-1,0-18-15,0-16 16,0-1-16,0-16 16,0 8-16,0-9 15,17 9 1,0 0 0,9 0-16,8 1 15,17-10 1,0 1-16,9-1 15,8 1 1,0-1 0,26-8-16,9 0 15,-1 0 1,9 0-16,-8 0 16,33 0-16,9 0 0,-8 0 31,-9 0-16,34 9-15,0-9 16,-8 0 0,-1 0-16,10 8 15,-27-8 1,-8 17-16,-8 0 16,8 0-16,-17 17 15,-9 0 1,-25 9-16,0-1 15,-9-16-15,9-1 16,-26-8-16,-8-8 31,-1-1-15,1-8-16,-17 0 16,-1 0-1,-8-8-15,0-1 16,0-16-1,9-9-15,0-17 16,-1 0 0,-8-9-16,9-16 15,8-10 1,-8 1-16,-1 26 16,-8 33-1</inkml:trace>
  <inkml:trace contextRef="#ctx0" brushRef="#br0" timeOffset="30948.67">12290 11694 0,'0'0'0,"0"0"16,-8 8-16,-1 26 0,1 0 15,-1 0-15,-8-8 16,-8 8 0,7 0-1,1 0-15,0-9 16,9 1 0,8-1-16,0 1 15,0-1-15,17-8 16,0 0-1,17 0-15,9 9 16,16-1 0,1 1-16,26-9 15,25-9-15,25 1 32,18-9-32,8 0 15,17 8-15,0 1 16,1 8-1,16 0 1,9 8-16,8 1 16,18-1-1,-1 1-15,9 0 16,8-18-16,1 1 16,-1-18-16,-8 9 15,-8 0 1,-1-17-1,1 8-15,-9 1 16,-17 8 0,-1-9-16,-7 9 15,-1 0 1,-8 9 0,8-1-16,9 10 15,-9-10-15,-17 1 16,-8 8-16,-17 0 31,-1 0-31,-16 0 16,-18 8-1,-16 1-15,-26-9 16,-18 0 0,1-9-16,-17 1 15,-18-1-15,1 1 16,-17-9-1,-1 0-15,1-9 16,-1 1 0,-8-26-1,-8-34-15,-9-35 16,0-24 0,-1-9-16,-16-136 15</inkml:trace>
  <inkml:trace contextRef="#ctx0" brushRef="#br0" timeOffset="41431.26">11889 13131 0,'0'0'0,"0"0"0,17 0 0,17 0 16,43 0-16,51 8 31,26 9-31,8 0 16,77 17-1,43-8-15,25-9 0,60-26 16,8-8 0,-16 9-1,42-9 1,17-9-16,-42-16 16</inkml:trace>
  <inkml:trace contextRef="#ctx0" brushRef="#br0" timeOffset="42414.42">20117 13309 0,'0'0'0,"17"0"0,60 17 0,59 1 15,69 16-15,43 8 31,76 9-31,77 17 16,51 0 0,103 0-16,102-25 15,-230-43 1</inkml:trace>
  <inkml:trace contextRef="#ctx0" brushRef="#br0" timeOffset="52183.39">16933 15197 0,'0'0'0,"17"-8"0,18-1 15,7 1-15,-8 8 16,18 0 0,7 0-1,10 0-15,24 8 16,35 1-16,52 8 16,8 8-1,33 10-15,35-10 16,60 1-1,34-9-15,0-17 16,60-9 0,59 1-16,18-9 15,-1 0 1,1-9-16,-78 0 16</inkml:trace>
  <inkml:trace contextRef="#ctx0" brushRef="#br0" timeOffset="62119.87">12657 15725 0,'0'0'0,"9"0"0,8 0 15,-9 0-15,1 0 16,0 0-16,-1 0 15,-8 0 1,9 0 0,8 8-16,0 1 15,34-1 1,26 9-16,34-8 16,42-1-1,35-8-15,60 0 16,33 0-1,86 0-15,26 9 16</inkml:trace>
  <inkml:trace contextRef="#ctx0" brushRef="#br0" timeOffset="78221.35">9866 16354 0,'0'0'0,"0"0"0,0 0 0,0 9 16,0 25 0,0 59-1,0 26-15,0 43 16,0 16-16,-8-50 16,8-77-1,0-8 1,0-18-16,0-8 15,0-8-15,0-1 16,0-8-16,17 9 16,9-1-1,16 1 1,9-26-16,35-17 16,16 0-1,-16-1-15,7 1 16,35 0-16,26 9 15,-17 16 1,-9 18-16,42 25 16,-16 8-1,-17 1 1,-18 0-16,1-18 16,-1 1-1,-8-18-15,-17 1 16,0-1-1,-26-8-15,-17 0 16,-8-8 0,-17-1-16,-1 1 15,-8-1 1,0-8-16,0-59 16,0-52-1,-17 60-15</inkml:trace>
  <inkml:trace contextRef="#ctx0" brushRef="#br0" timeOffset="92373.34">25767 11387 0,'0'0'0,"0"0"0,0 0 0,9 0 16,-1 0-1,9 0-15,26 0 16,34 9-16,51-1 15,34 1 1,9 8 0,25-8-1,-8-1-15,-18 9 16,10 9 0,7 16-16,-16 18 15,-34 16-15,-35 9 16,-17 0-1,-25 43 1,-26 42-16,-51 42 16,-51 52-1,-9-17-15,17-1 0,9-25 32,34 9-32,17 8 15,34-17 1,17 26-16,18-17 15,7 16 1,10-16-16,-18 8 16,-8 9-1,0 16-15,-9-16 16,-9-35 0,1 18-16,-17-77 15,-9-51 1,0-8-16,-9-18 15,1-25 1,-1-17-16,-8-8 16,0-18-1,-8 1-15,-9-1 16,-43 1 0,-76-18-1,-86 9-15,-60 17 16,-59 26-16,-86 16 15,-43 18-15,78 0 16</inkml:trace>
  <inkml:trace contextRef="#ctx0" brushRef="#br0" timeOffset="99043.02">24948 6004 0,'0'0'0,"0"0"0,0 0 0,0 0 16,0 0-16,0 0 16,17 0-1,51 9 1,43-1-16,60 1 15,16-9 1,-24-9-16,-1 9 16,-26 0-16,-16 0 15,-35 17 1,-17 0-16,-16 0 16,-18 0-1,-9 17 1,1 9-16,-17 16 15,-9 52 1,-18 33-16,-16 44 16,-8 7-1,-1 1-15,17-1 16,1-16-16,8 42 16,0 26-1,8-18 1,18 1-16,-18-9 15,18 9-15,-1-35 16,1-50 0,-9-9-16,17-43 15,-9-25-15,1-25 16,-1-18 0,-8 1-1,0-9-15,0-8 16,-8-1-16,-18 9 31,-25-8-31,-34-18 16,-69-8-1,-59-17-15,-120-17 16</inkml:trace>
  <inkml:trace contextRef="#ctx0" brushRef="#br0" timeOffset="107507.36">28669 14517 0,'0'0'0,"0"0"0,0 0 0,0 0 16,0 0-16,0-17 16,17-34-1,9-42 1,-1-1-16,9-8 16,26-102-16,25 17 15,-8 85 1,9-26-16,16-25 15,-25 25 1,-35 52 0,-16 33-16,-9 18 15,-8 8 1,-1 17-16,-8 76 16,-8 60-1,-26 69-15,-1 41 16,10-84-16,16-9 15,26 17 1,9-68-16,0-42 16,16-18-1,18-33 1,68-60-16,26-68 16,-1-43-1,18-68-15,-26 1 16,-25 8-1,-18 25-15,-34 102 16,-51 69 0</inkml:trace>
  <inkml:trace contextRef="#ctx0" brushRef="#br0" timeOffset="108443.37">31101 13624 0,'-8'0'0,"-1"43"0,-25 76 16,-17 0-16,-9 0 15,-51 93 1,0-16-16,0-26 16,0 0-1,26-51-15,25-42 16,18-43-1,25-9 1,17-16-16,0-35 16,25-59-1,26-34-15,26-25 16,26-69-16,8 26 16,17 17-1,17-34-15,-17 51 16,-9 51-1,18 0-15,16 0 16,-25 25-16,-8 17 31,-26 35-31,-9 16 16,0 35 0,-8 16-16,-17 10 15,-9 24-15,-17 43 16,-34 26-1,-25-9 1,-26-17-16,-35-17 16,-25-17-1,-42-43-15,-78-67 16,-110-52-16</inkml:trace>
  <inkml:trace contextRef="#ctx0" brushRef="#br0" timeOffset="113579.59">27525 6863 0,'0'0'0,"0"0"0,0 0 16,17-8 0,17-1-16,1-16 15,41-26 1,35-9-16,34 0 16,-8 9-1,-9 17-15,-9 17 16,-16 0-1,-9 9-15,-26 8 16,-17 0 0,-25 0-16,-9 0 15,-9 17 1,-8 42-16,-17 35 16,-17 17-1,0-1-15,0 1 16,17 8-1,0-9-15,17-16 16,0-18 0,8-25-16,9-17 15,9 26 1,8 8-16,0-8 16,0-9-1,-8-26-15</inkml:trace>
  <inkml:trace contextRef="#ctx0" brushRef="#br0" timeOffset="113779.16">28891 8734 0,'0'0'0,"-9"17"0,1 26 0,-1-1 16,9-33-16</inkml:trace>
  <inkml:trace contextRef="#ctx0" brushRef="#br0" timeOffset="114655.68">30419 6897 0,'0'0'0,"-18"34"0,-7 85 0,-18 77 15,1-35-15,-10-16 16,-25 51-1,1-26-15,24-77 16,18-33 0,9-18-16,8-16 15,0-1 1,8-16-16,9-1 16,0-8-1,9-8-15,33-26 16,27-68-1,16-43-15,-8 26 16,8-25 0,0-27-1,-25 35-15,0 34 0,8-17 32,0-8-32,1 25 15,-10 17 1,1 17-16,26 8 15,-1 9 1,-8 25-16,0 18 16,-1 16-1,-7 18-15,16 59 0,-8 34 32,-35-8-32,-24-18 15,-10-8 1,-16-8-16,-27-9 15,-41 0-15,-44-17 16,-42-34-16,-86-60 16,-93-59-1</inkml:trace>
  <inkml:trace contextRef="#ctx0" brushRef="#br0" timeOffset="116445.11">9815 8709 0,'0'0'0,"-8"0"0,-1 0 0,-8 8 16,-17 18-16,-17 42 15,-9 51-15,-8-9 32,-9-8-32,17 34 15,17 17 1,18-33-1,8-27-15,0 18 16,0 8-16,8-17 16,1-34-1,8-17-15,0-26 16,8 1 0,9-9-16,9 0 15,16 0-15,10 0 31,33-9-31,9 1 16,-9-18-16,1 1 16,33-9-16,35-9 15,-9-8-15,-9 9 16,52-9 15,-26 0-31,-25 8 16,16 1-1,10 8-15,-35 17 16,-69 0-16,-16 0 0,8 8 31,-8 1-15,-17-1-16,-1 1 16,-8-9-1,-8 0-15,8-9 16,0-25-16,9-34 15,-1-68 1,-8-59 0,-8 24-16,-1 44 15,-8-9-15,0 17 16,0 34 0,0 34-1,0 17-15,0 17 16,-8 0-1,-1 8-15,-25 1 16,-26-1 0,-34 9-16,-51 0 15,-51 0 1,-43 17-16,-43-8 16,-76-1-1,-26-8-15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0:01:57.1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20885 10392 0,'-9'0'0,"-16"0"0,8 0 0,0-8 0,102-9 0,94-26 0,137-16 15,43 25 1,25 42-16,42 35 16,27 59-1,-52 0 1</inkml:trace>
  <inkml:trace contextRef="#ctx0" brushRef="#br0" timeOffset="769.5">25349 13675 0,'34'0'0,"248"-8"0,204 8 16,-85 17-16</inkml:trace>
  <inkml:trace contextRef="#ctx0" brushRef="#br0" timeOffset="1698.06">19084 15614 0,'0'0'0,"0"0"0,34 0 0,103 9 16,119-9 0,77-43-16,136-8 15,-59 9 1</inkml:trace>
  <inkml:trace contextRef="#ctx0" brushRef="#br0" timeOffset="26879.58">23787 6438 0,'0'0'16,"-9"0"-16,-59-9 0,-26-8 0,52 17 15,-10-8-15,-50 8 31,-60 0-31,17 0 16,76 8 0,-25 9-1,-51 0-15,-25 34 16,8 9-16,-26 25 16,-17 9-1,60-26 1,8 0-16,-16 0 15,8 8 1,34 1-16,25 8 16,-25 17-1,0 17-15,-8 17 16,16 0-16,44-17 16,25 9-1,16-1-15,1 1 16,0 16-1,9 1-15,-1 0 16,9-1 0,0 9-16,9-8 15,-9-9 1,0 0-16,0 0 16,8-8-1,35-1 1,59 18-16,26-1 15,-25-25-15,-9-8 16,68 42 0,34 0-16,-76-34 15,16 9 1,95 33 0,-78-33-16,-33-18 15,85 18-15,-35-18 16,-59-7-1,60 33-15,25 0 16,-93-51 0,42 42-1,77 35-15,-60-43 16,-43-8 0,103 50-16,-42-25 15,-78-34 1,86 9-16,8-1 15,-25 1 1,85 8-16,-51-25 16,-26-35-16,43 1 15,-86-26 1,1-9 0,68 9-16,-43-17 15,-17-17 1,77-34-16,-60 0 15,-68-17-15,60-51 16,42-26 0,-60 1-16,-50-18 15,25-50 1,8-1-16,1 0 16,-26-25-1,-35 17 1,-33 9-16,-43-26 15,-34-9 1,-26-8-16,-43-9 16,18 9-16,0-9 15,-61-25-15,-7 17 32,-10-8-32,-59-35 15,52 43 1,-1 0-16,-43-26 15,-8 17-15,-34-8 16,-51-8 0,-69-27-1,-25 27-15,-34 16 16,-60 0-16,-60 1 16,-94 42-16,257 119 15</inkml:trace>
  <inkml:trace contextRef="#ctx0" brushRef="#br0" timeOffset="32359.68">5539 13105 0,'0'0'16,"-8"0"-16,-9 17 0,-26 26 0,-34 42 16,-25 26-1,-26 33 1,-17 52-16,25-18 16,26 9-1,0 43-15,17-17 16,1 42-1,24-17-15,27 9 16,8-35 0,17-50-16,25 25 15,27-34 1,7-51-16,27-9 16,25 27-1,8-1-15,43 0 16,18-26-1,16-33-15,34-18 16,-8-25 0,0-8-1,-9-1-15,18-8 0,25 9 16,-9-26-16,35-60 31,42-76-15,-25-8-16,51-44 15,-17-24 1,-34-9-16,-1-26 16,-42-8-16,9-26 15,8-50 1,-17 24-16,-42 18 16,7-51-16,-41 51 15,-10-26 1,-24 9-16,-53 59 15,-33-16 1,-60 33 0,-34 9-16,-26 8 15,-25 26 1,-60 17-16,-34 34 16,-77 34-1,-60 43-15,-51 59 16,-69 42-1,-33 60-15,-43 51 16,17 60 0,-26 67-16,9 61 15,-26 58 1,-93 112-16,59 41 16,68 52-1,52 51-15,239-264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0:02:59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2501 3223 0,'0'0'0,"0"-8"0,-9-1 0,9 1 31,0-1-31,0 1 16,0-1-16,0 9 16,0 0-1,0 0-15,0 26 16,-8 33-1,8 60 1,0 51-16,0-8 16,-9-17-16,9-26 15,0-43 1,9-33-16,8-18 16,42-16-1,18-9 1,51-43-16,77-16 15,0-1 1,17 18-16,25-1 16,35 18-1,42 8-15,43 8 16,17 18 0,35 8-16,50-9 15,-17 1-15,9 8 16,51 8-16,35-8 31,16-8-31,-8-1 16,-18 9-1,-16 17-15,0 17 16,-9-8-16,-60 8 16,-76 0-1,-43-26 1,-26-8-16,-51-8 15,-51-1 1,-52-8-16,-42-17 16,-42 0-16,-10-8 15,-7-26 1,-10-26 0,1-25-16,-18-25 15,1-10 1,0-152-16</inkml:trace>
  <inkml:trace contextRef="#ctx0" brushRef="#br0" timeOffset="21093.13">4361 7101 0,'0'-8'0,"-8"-1"0,-1 1 16,1 8-1,8 0 1,-9 0 0,1 8-16,-1 18 15,-8 25-15,0 8 16,0 1 0,8-18-16,9-8 15,0 0 1,0 0-1,0 0-15,9 0 16,-1 0 0,10-8-16,7-1 15,26-8 1,26-8-16,9-9 16,24-9-16,27-16 15,17 8 1,8 0-1,26 0-15,-9 8 16,-17 18-16,0-1 16,0 9-1,-25 0-15,-18-8 16,-16-1 0,-35 1-1,-17-9-15,-25 0 16,-9 0-16,-9-9 15,1 1 1,0-9-16,-1-43 16,-16-25-1,8-42-15,34-60 16,34-136 0</inkml:trace>
  <inkml:trace contextRef="#ctx0" brushRef="#br0" timeOffset="23248.92">16336 7637 0,'-9'0'0,"-16"0"0,-35-8 0,-8-10 16,-1-7 0,10-9-16,7 0 15,18 8 1,17 9-16,0 0 15,17 17 1,34-25-16,86-26 16,85 0-1,59 8-15,35 26 16,-26 0 0,111 34-16,-17 26 15,-77-1 1,18 26-16,7 34 15</inkml:trace>
  <inkml:trace contextRef="#ctx0" brushRef="#br0" timeOffset="23988.85">20347 7637 0,'-8'0'0,"-9"0"0,-17 0 16,16-8-16,1-1 15,9 0 1,-1 9-16,1-8 16,8 8-1,0 0-15,8-9 16,26 9 0,77 0-16,26 0 15,42 17 1,171 9-16</inkml:trace>
  <inkml:trace contextRef="#ctx0" brushRef="#br0" timeOffset="25996.63">23795 7748 0,'0'0'0,"17"0"0,103-9 16,119-8-1,179-17 1,9 0 0,-34 17-16,50 9 15,-59 16 1</inkml:trace>
  <inkml:trace contextRef="#ctx0" brushRef="#br0" timeOffset="31787.34">9252 9244 0,'0'0'0,"0"0"0,-9 0 16,1 17-16,-1 0 16,1 17-1,-1 9-15,1 16 16,-1 9-1,1-8-15,8 0 16,0-26-16,0-9 16,17-8-1,8 9 1,18-1-16,25 1 16,1-18-16,16 1 15,17-1 1,-8-8-16,0 0 15,8 0 1,-8 0 0,9 0-16,25 9 15,8 8-15,9 0 16,1 17 0,7-9-16,26-8 15,26-8 1,-26-9-1,9-9-15,0 9 16,-26 0 0,17 0-16,18 17 15,-44 9 1,-16 8-16,25-9 16,-25 1-16,-43-9 15,-9 0 1,9-9-1,-17 1-15,-18-1 16,10 1 0,-1-1-16,0-8 15,-17 0 1,-25-8-16,0-1 16,-18 1-16,1-1 15,-1-16 1,-16-18-1,-1-8-15,-8-8 16,17 33 0</inkml:trace>
  <inkml:trace contextRef="#ctx0" brushRef="#br0" timeOffset="37048.64">15534 9780 0,'0'0'0,"0"0"0,0 0 0,0 17 15,0 17-15,8 26 16,-8 33-1,-8 9-15,-1-42 16,1-18 0,-1 1-1,0-9-15,9-9 16,0 1 0,0-1-16,0-8 15,18-8 1,7-1-16,18 1 15,25-18 1,35-16-16,16-1 16,26-8-1,26-17-15,17 9 16,25-1 0,17 18-16,26 25 15,0 25-15,9 9 16,8 9-1,-17-9-15,-17 0 16,-25-9 0,-1 9-1,-25 9-15,-26-9 16,-26-17 0,-42-9-16,-34-8 15,-17-8 1,-18-1-16,1-8 15,-9-17 1,-8-17-16,-1-51 16,-8 43-16</inkml:trace>
  <inkml:trace contextRef="#ctx0" brushRef="#br0" timeOffset="43635.65">4174 10852 0,'0'0'0,"0"0"0,25 0 16,18 0 0,17-9-16,33 1 15,36-9 1,24 8-16,35-8 15,17 9 1,25-1-16,43-8 16,43 9-1,26-1-15,-10 9 16,27 17 0,33 0-16,27 34 15,7-8 1,44 25-16,33 42 15,-110 1 1</inkml:trace>
  <inkml:trace contextRef="#ctx0" brushRef="#br0" timeOffset="46246.04">11829 11149 0,'0'0'0,"-8"0"0,-1 26 0,-8 16 16,9 1 0,-9 16-1,-9 26-15,9-8 16,8-17-16,9-9 16,0-9-1,0-16-15,18-9 16,16-9-1,34-8 1,0-8-16,43-18 16,26 1-1,8 8-15,-26 0 16,9 0 0,43 17-16,-26 17 15,-42 0 1,16 17-16,1 8 15,8-8 1,-17-8-16,-43-9 16,-26-9-16,1 1 31,-17-18-31,-9-8 16,17-34-16,0-34 15,9 0-15,-1 9 16,-16 33-16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0:04:32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6623 7161 0,'0'0'0,"0"0"0,0 0 16,0 0-16,0 0 15,0 0-15,0 0 32,0 25-32,0 26 15,9 26-15,8-1 16,0-8-1,0-8-15,17-9 0,0-9 32,0-7-32,9-10 15,34-16 1,0-9-16,42-17 0,43 0 16,0-9-1,9 0 1,25 1-1,-16-1-15,-18 18 0,17 8 32,0-9-32,26-8 15,51 9 1,-60-1 0,-33 9-16,24 0 15,-42 0 1,-34 9-16,9 8 15,-26-9 1,-26 1-16,-25-1 16,-1 1-1,-16-9-15,0-9 16,-9-8 0,0-17-16,8-25 15,-16-9-15,8-17 16,9-9-1,-9 52-15</inkml:trace>
  <inkml:trace contextRef="#ctx0" brushRef="#br0" timeOffset="828.5">12666 6506 0,'0'0'0,"-9"0"0,1 34 0,-9 25 16,0 18-1,0 17-15,-9 8 16,9-9 0,0-16-16,8-18 15,9 1 1,0-18-16,9 1 15,8-9-15,26-9 16,42-8 0,51-34-1,27-8-15,16-18 16,-17 9 0,0 9-16,0-1 15,-17 18-15,1 8 0,-10 17 16,1 17 15,-9 17-31,0 0 16,-9 8-1,-8 9-15,-8-17 16,-1 0 0,-17-8-16,-16-9 15,-10-8 1,-16-18-16,-9 1 15,-8-9 1,-9-9-16,8-25 16,1-34-1,-17-60-15,-1-59 16,-8-76 0,-8-86-16</inkml:trace>
  <inkml:trace contextRef="#ctx0" brushRef="#br0" timeOffset="2549.69">12700 8470 0,'0'0'0,"0"0"0,0 0 16,0 9-16,9 8 16,-18 0-16,0 8 15,-8 1 1,0-18-1,17 1 1,0 0-16,0-9 16,0 0-16</inkml:trace>
  <inkml:trace contextRef="#ctx0" brushRef="#br0" timeOffset="3299.69">13118 8122 0,'0'0'0,"0"0"16,0 0-16,-8 17 16,-1 8-16,-16 26 31,-10 17-31,1-8 15,0-9 1,17 8-16,0 1 16,17-18-1,17 1-15,17 0 16,-8-9 0,34-9-16,50-8 15,27-17 1,-9-8-16,-8-18 15,50 1 1,9-9-16,9 17 16,60 0-16,-35 8 15,18 0 1,8 1-16,0 8 16,8-9-1,-8 9-15,26-8 16,-1 8-1,18 8-15,-18-8 16,10 0 0,-1 0-16,-9 9 15,18-1 1,-9 1-16,-17 8 16,17 0-1,-8-8-15,8-1 16,17 1-1,0-18 1,9 9-16,-17 9 16,-26-1-16,-17 18 15,-9-9 1,-8 0 0,-51 0-16,-18-9 15,-25-8 1,-42-8-16,-18-18 15,-8 1 1,0-18-16,-18 1 16,1-18-1,-18-8-15,1-43 16,17-178 0</inkml:trace>
  <inkml:trace contextRef="#ctx0" brushRef="#br0" timeOffset="8058.97">6563 10673 0,'0'0'0,"0"0"0,0 0 0,-8 9 16,-1 25 0,-8 17-1,0-9-15,0 1 16,9-9-16,8 0 15,0-9-15,8 1 32,18-1-32,33 1 15,35-18-15,26-25 16,51-17 0,16-25-16,-7-1 15,7 1-15,1 8 16,-9 8-1,1 26 1,-18 17 0,0 9-16,-9 25 15,10 8-15,-1 9 16,-17 9-16,-17-1 16,-17-8-1,-9-8 1,-16-1-1,-27-16-15,1-1 0,0-16 16,-9-1 0,0-8-16,1-17 15,-1-42 1,-26 16 0</inkml:trace>
  <inkml:trace contextRef="#ctx0" brushRef="#br0" timeOffset="8982.84">13562 10682 0,'0'0'0,"0"0"0,0 0 15,0 0-15,0 0 16,0 0 0,0 0-16,0 0 15,9 0 1,8 17-16,0 17 16,0 0-1,0 17-15,0 25 16,-9 18-1,1-18-15,0-25 16,-1-8 0,9-9-16,0-9 15,17 1 1,18-9-16,33-9 16,9-16-1,8-18 1,26-8-16,9-8 15,-9-1 1,-9 1-16,26-9 16,-17 17-16,-17 8 15,-17 18 1,-25 8-16,-27 0 16,1 0-1,-18 8-15,-16-8 16,-9 0-1</inkml:trace>
  <inkml:trace contextRef="#ctx0" brushRef="#br0" timeOffset="9941.42">18299 10469 0,'0'0'0,"0"0"0,0 9 0,0 33 15,0 18 1,8 16 0,1 1-16,0 16 15,-1 9-15,-8 0 16,0-8-1,9-26 1,8-17-16,0-9 16,17 1-1,9-18-15,33 9 16,27-8 0,8-18-16,0 1 15,0 0 1,34 8-16,25 0 15,1-9 1,25 9-16,18-8 16,-18 8-1,0-9-15,-33 1 16,-35-9 0,-17 0-16,-9 8 15,-34-8 1,-25 0-16,-17 0 15,-18 0 1,1 0-16,-1 0 16,1-8-1,-1-9-15,1-34 16,-9-60 0,-9-85-16,-8-127 15</inkml:trace>
  <inkml:trace contextRef="#ctx0" brushRef="#br0" timeOffset="12232.9">9491 11949 0,'0'0'0,"0"17"0,8 34 16,9 34-1,1-9-15,-10-8 16,1-17-16,-18-8 16,1 17-1,-1-9 1,9-9-16,0-16 16,0-1-1,17-16-15,34-9 16,18-17-16,33-9 15,35 1 1,16 8-16,-33 8 16,-52-8-1,-17 9 1,9 8-16,-9 0 16,0 0-16,-8 0 15,-17 0 1,8-9-16,0-34 15,-9 18 1</inkml:trace>
  <inkml:trace contextRef="#ctx0" brushRef="#br0" timeOffset="19932.82">23002 5528 0,'17'0'0,"51"0"0,34-9 0,44 1 0,7-9 16,-33 17-1,-18-9 1,-34 9-16,-16 0 0,-27 0 31,1 9-31,-9 8 0,0 25 32,-9 52-32,-25 34 15,-8-9 1,-9 17-16,-1 17 15,10-26 1,16-42-16,9-34 16,0-8-1,17-1-15,-8-25 16</inkml:trace>
  <inkml:trace contextRef="#ctx0" brushRef="#br0" timeOffset="20054.33">23915 7254 0,'0'0'0,"0"9"16,8 8-16</inkml:trace>
  <inkml:trace contextRef="#ctx0" brushRef="#br0" timeOffset="24140.09">23300 10988 0,'0'0'0,"0"0"0,0 0 16,-8 34-1,-1 25-15,-16 18 16,-18 25 0,-8 17-16,0 9 15,25-35 1,9-42-16,8-17 15,9-8 1,0-18-16,17 1 16,52-35-1,84-59-15,69-51 16,86-43 0,24-42-1,44-17-15,42-59 16,17 24-16,35 27 15,51-18-15,8 17 16,-51 18 0,-111 50-1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0:07:31.1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6990 6378 0,'0'0'0,"-8"-8"0,-1-1 15,1 1-15,-1-1 16,0 1 0,-16-1-16,-1 9 15,-25-8 1,0 8-16,17 0 16,8 8-1,0 9 1,1 9-16,-26-1 15,-18 18-15,1-9 16,-34 0 0,-1 0-16,44 0 15,-1 17 1,-17 9-16,-8 8 16,8 8-1,9-8 1,8-17-16,-9 0 15,10 0-15,8 34 16,8 34 0,0 17-16,1-25 15,7 17 1,1 33-16,17-8 16,17-8-1,17 42-15,0-17 16,0-51-1,9 0-15,8 17 16,26 0 0,25-34-16,9-25 15,9-18 1,-27-8-16,52 17 16,69 0-1,-52-51 1,0-42-16,102-26 15,-59 8 1,-26-33-16,69-60 16,-69 0-16,-34 8 15,34-50 1,-8-18 0,-43 34-16,-35-42 15,-33-17 1,-34 0-16,-26 0 15,-69 0 1,-76-17-16,17 59 16,-17 60-16,-60 8 15,-102 35 1,-18 33 0,35 35-16,-34 33 15,42 35 1,-51 16-16</inkml:trace>
  <inkml:trace contextRef="#ctx0" brushRef="#br0" timeOffset="3821.22">7442 7773 0,'0'0'16,"0"0"-16,0 0 0,0 0 15,9-8-15,42-9 16,35-17-1,67-17 1,52-9-16,94-25 16,51 0-16,17 0 15,34-17 1,-17 0-16,-26-9 16,69-8-1,-34 9-15,-137 16 16,0 0-16,-9 9 31,-93 34-31,-94 17 16,-35 17-16,1 0 15,-18 17-15,-50 9 16,-129 33 0,-170 52-1,-26 8 1,0 9-16,-69-1 15,-33 35 1,59-1-16,35-16 16,-1-18-16,69 1 15,25 8 1,52-34 0,76-34-16,77-25 15,35-18 1,16 1-16,35-18 15,85-25 1,179-51-16,85-17 0,52 25 31,59 1-31,-25-1 0,25 9 16,61 17 0,-44 0-1,-93 9-15,-95 25 16,-41 17-1,-61 8 1,-111 9-16,-51-8 16,-17-1-1,-25 9-15,-146 26 16,-204 16 0,-86-16-16,-34-9 15,-26 0 1,26-9-16,26-16 15,34 8 1,102 0-16,60 8 16,34 9-1,86-8-15,67-9 16,35-9 0,26 1-16,33-9 15,137-34 1,188-51-16,94-43 15,60-25 1,42-17 0,-42 17-16,-44 34 15,-41-17-15,-69 8 16,-69 52 0,-93 33-16,-94 26 15,-60 17 1,-25 0-16,-189 85 15,-357 136 1,-69 1-16,-17-1 16,-35 0-1,52-17-15,214-42 16</inkml:trace>
  <inkml:trace contextRef="#ctx0" brushRef="#br0" timeOffset="5847.15">6896 9653 0,'0'0'0,"9"8"0,33 9 16,10 9-16,-18-1 16,0 1-16,0 8 15,34 17-15,18 17 32,-1 0-17,17 42-15,1 18 16,8-1-1,25-16-15,44 25 16,50 43 0,9-1-16,17-16 15,26 50 1,-9-7-16,-34-1 16,-9 8-1,-25-25-15,-9-17 16,-50-25-1,-70-60-15,-24-42 16,-27-18 0,-16-16-16,-1-1 15,-16-16 1,-26-43-16,-69-68 16,-85-60-16,-34-68 15,9 9 1,-51-42-16,-1-10 15,-8 10 1,17-18 0,0 26-16,-17-17 15,-1 17-15,18 25 16,17 17 0,35 43-16,76 77 15,25 8 1,43 42-16,26 26 15,17 17 1,17 17 0,9 17-16,76 94 15,69 118 1,33 43-16,35 26 16,17 25-1,0-34-15,0 18 16,-25-18-16,-35 8 15,-17-33 1,-34-68 0,-17-18-16,-34-67 15,-34-52 1,-18-25-16,-8-8 16,-8-18-16,-1 1 15,-8-18 1,-17-59-1,-34-85-15,-51-93 16,-35-27-16,-8-67 16,8 0-1,-8 34-15,-25-26 16,25 43 0,-26 8-1,0 18-15,17 50 16,26 18-16,18 50 15,16 51 1,34 52 0,26 8-16,17 17 15,0 17 1,0 8-16,8 112 16,77 177-1,103 103-15,59 68 16,69 42-1,51-8 1,-26-1-16,-25-16 16,-17-68-16,-43-102 15,-51-26-15,-69-77 16,-59-101 0,-35-69-1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0:07:57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2185 2866 0,'0'0'0,"0"0"0,0 0 0,0 0 15,-9 9-15,1 59 16,-35 76-1,-8 77 1,0 26-16,25-43 16,18 9-16,16-35 15,26-84 1,18-26 0,-1-9-16,34-16 15,52-26 1,25-17-16,43-17 15,34-26 1,8 1-16,52-18 16,17-8-1,-26 9-15,102-1 16,18 26 0,-43 34-16,51 9 15,69 16-15,-1 43 16,-59-8-1,34 16-15,25-8 16,-59-8 0,34 16-1,26 9-15,-146-8 16,-51-18-16,-8-16 16,-26-35-1,-9-42 1,-33-51-16,-9-34 15,-35-34 1,-8-51 0,-25-25-16,-26-18 15,8-76-15</inkml:trace>
  <inkml:trace contextRef="#ctx0" brushRef="#br0" timeOffset="3705.38">4455 6795 0,'0'0'0,"0"0"0,0 0 16,0 17 0,17 17-16,-8 34 15,-18 34 1,-16 9-16,-1 8 15,-8 8 1,8-25-16,9-25 16,0-18-16,17-7 15,0-10 1,0-8 0,9 0-16,8-8 15,25-9 1,18-9-16,17-16 15,25-18 1,-8 1-16,0-1 16,0 1-16,9 8 15,-10 8 1,1 9-16,0 9 31,26 8-31,-18 0 16,-8 8-16,-9 1 15,-8 8 1,9 0-16,7 8 16,-24 1-1,-27-18-15,-16-8 16,-9-8-16,-8-1 16,-1-16-1,9-35 1,0-59-16,-8-42 15,-9-69 1,-17-136-16</inkml:trace>
  <inkml:trace contextRef="#ctx0" brushRef="#br0" timeOffset="5672.8">16848 7637 0,'0'0'0,"0"0"0,9-8 0,8-1 16,25-8-1,69 0-15,43 17 0,93 0 32,78 8-32,67 9 15,9 9 1</inkml:trace>
  <inkml:trace contextRef="#ctx0" brushRef="#br0" timeOffset="8007.92">27209 7475 0,'0'0'0,"0"0"0,43-8 16,119-1 0,103-16-16,8-1 15,120-8 1,-9 17-16,-52 17 16</inkml:trace>
  <inkml:trace contextRef="#ctx0" brushRef="#br0" timeOffset="14280.16">2927 8683 0,'0'0'0,"0"0"0,0 0 15,9-8-15,8-1 0,0 1 31,17-1-31,26-8 16,25 0 0,-16 9-1,25 16-15,68 9 16,0 0-16,34 0 16,60 9-1,17-1-15,18-16 16,50-1-1,60-16-15,-42-1 16,84 35 0,69 16-16,9-16 15,42-1 1,9 9-16,-17 0 16,-9-34-1,-136-17-15</inkml:trace>
  <inkml:trace contextRef="#ctx0" brushRef="#br0" timeOffset="15650.84">7681 9865 0,'0'0'0,"0"0"0,9 0 16,59 0-16,86 0 15,-26 0-15,60 26 16,59 8 0,103 8-1,51 1-15,-51-26 16,34 17-16</inkml:trace>
  <inkml:trace contextRef="#ctx0" brushRef="#br0" timeOffset="16754.58">17420 10988 0,'0'-9'0,"94"-8"0,93-25 0,129-1 15,0 1-15,34 16 16,51 9 0</inkml:trace>
  <inkml:trace contextRef="#ctx0" brushRef="#br0" timeOffset="19603.83">4669 10401 0,'0'0'0,"0"0"0,0 25 31,-9 27-31,1 16 16,-1-9-1,0 1-15,-8-9 16,9 0 0,8 0-16,0 0 0,17-9 31,17-8-31,43-8 15,8-9 1,43-26-16,69-16 16,-1-9-16,17 0 0,18 8 31,16 1-15,18-9-16,16 0 15,10 0 1,33 25-16,-8 26 15,0 0 1,8 9-16,-42-1 16,16-8-1,-33 0-15,8 9 16,-17-9 0,-34 0-16,-26-9 15,-34-8 1,-51-8-16,-51-1 15,-17-25 1,-9-25-16,-17-35 16,-9-33-1,-8 59-15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0:08:37.1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8757 6174 0,'0'0'0,"-9"0"0,-8 0 0,-8 0 16,-9 0-16,-18 0 15,-42 9 1,1 8-16,33 8 16,-43 9-1,-25 26 1,-17 8-16,9 0 15,8 17 1,-52 60-16,10-1 16,67-25-16,9 17 15,1 9 1,24-18-16,27-25 16,25-17-1,25 18 1,35 33-16,8-9 15,9-25 1,59 0-16,52 0 16,59-25-1,35-35-15,8-25 16,0-34-16,111-17 16,0-25-1,-94-26-15,86-26 16,-35-8-1,-8-34 1,-17-9-16,-60 9 16,-43 0-1,-50-17 1,16-25-16,-51-1 0,-43 0 16,-59 18-1,-52-26-15,-42 8 16,-60 35-1,-111-18 1,-111 26-16,-51 93 16,-69 43-1,-50 51-15,-18 68 16,26 26-16,128 0 16</inkml:trace>
  <inkml:trace contextRef="#ctx0" brushRef="#br0" timeOffset="1008.95">15269 4227 0,'0'0'0,"-9"0"0,-25 0 0,-17 0 16,-34 17-16,-35 8 15,-25 43 1,-77 43-1,35-9-15,24 17 16,-67 26 0,51 8-16,-18 51 15,-50 25-15,85-8 16,85-8 0,17 0-16,35-1 15,16-50-15,26-9 16,17 0-1,43-8 1,85-35-16,26-42 16,77-42-1,33-18-15,-8-59 16,18-51 0,-35-34-1,-9-17-15,10-60 16,-53-16-1,-58-9-15,-10-18 16,-42 1 0,-60 0-16,-76 0 15,-61-9-15,-50 35 16,-120 16 0,-77 26-16,26 94 15,-43 16 1</inkml:trace>
  <inkml:trace contextRef="#ctx0" brushRef="#br0" timeOffset="2642.73">17932 8683 0,'-9'-8'0,"-33"-1"0,-69 18 0,-34 16 15,-26 18-15,-42-1 16,-18 1 0,-16 16-1,25 9-15,25 26 16,-42 59-16,9 25 16,51-16-1,8 0 1,35 25-16,25-9 15,17-33 1,34-35-16,17-8 16,26-8-16,26-9 15,33 0 1,35 0 0,68 0-16,52-8 15,50-35-15,18-25 16,42-25-1,-17-18 1,26-16-16,34-26 16,-34-26-1,17-16-15,-26-18 16,68-25-16,-8 8 16,-76 9-1,58-59 1,-24 16-16,-27 35 15,10-18 1,-61 0-16,-42 26 16,-26 26-16,-8-9 15,-43 8 1,-51 26-16,-26 17 16,-34 0-1,-17 8-15,-43-8 16,-50-25-1,-78-9-15,-119 34 16,-111 59 0,-77 69-16,-34 16 15,-94 26 1,-43 17 0,9 60-16,-120 76 15,350-127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0:09:36.1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6623 7169 0,'0'0'0,"0"0"0,0 0 16,0 0-1,0 0-15,0 0 16,0 0-16,0 0 16,0 0-1,0 0 1,0 0-16,0 0 0,0 0 31,0 0-31,0 9 16,9 16-1,8 18-15,0 8 16,-9 0 0,1 17-16,-1-9 15,1-8 1,-1-8-16,10-1 15,7 1 1,18 0-16,25-9 16,17 0-16,52-9 15,34-8 1,-9-8 0,34-18-16,35 1 15,-27-1 1,-7-8-16,8 17 15,-1 0-15,-7-8 16,-9 8 0,-1 8-1,-7 9-15,-18 0 16,-51 0 0,-35-8-16,-24-1 0,-18 1 15,-9-1 1,-8-16-1,9-18 1,25-50-16,0-61 16,9-41-1,0-18-15,-17 18 16,8 42 0,0 17-16,-17 59 15</inkml:trace>
  <inkml:trace contextRef="#ctx0" brushRef="#br0" timeOffset="423.37">14501 7305 0,'0'0'0,"0"0"0,0 0 16,43 0 0,42-8-16,128-9 15,103-9 1,17-16-16,136-9 15,-50 17-15</inkml:trace>
  <inkml:trace contextRef="#ctx0" brushRef="#br0" timeOffset="1513.4">12367 8317 0,'0'0'0,"0"0"0,0 0 16,0 0-1,0 0-15,0 0 16,17 0 0,69 9-16,161-26 15,120-9 1,77 1-16,85 8 0,51 0 31,86-17-31,-239 17 16</inkml:trace>
  <inkml:trace contextRef="#ctx0" brushRef="#br0" timeOffset="2987.08">19477 8607 0,'8'-9'0,"95"-17"0,136-59 0,111-25 16,-77 16 0,-205 69-16</inkml:trace>
  <inkml:trace contextRef="#ctx0" brushRef="#br0" timeOffset="6620.09">21747 5298 0,'0'0'0,"0"0"0,0-8 0,43-9 15,51-17 1,34-9-16,0 1 15,8 8 1,9 0-16,-34 17 16,-17 17-1,-26 8-15,-25 18 16,0 33 0,-26 43-16,-34 43 15,-17 33 1,-1-16-16,10-51 15,8-26 1,8 8 0,9 1-16,17-18 15,26 1 1,0-18-16,-26-33 16</inkml:trace>
  <inkml:trace contextRef="#ctx0" brushRef="#br0" timeOffset="6736.31">22908 7509 0,'0'0'0,"0"9"16,0-1-16</inkml:trace>
  <inkml:trace contextRef="#ctx0" brushRef="#br0" timeOffset="12996.73">6623 10188 0,'0'0'0,"0"0"0,0 0 0,0 0 0,0 0 15,0 0 1,0 0-16,0 9 15,9 16 1,-18 26 0,9 26-1,0 25-15,0 9 16,0-9-16,9-26 16,-1 18-1,26 25 1,9-17-16,8-17 15,0-26 1,18-8-16,-1-17 16,-8-8-1,25-9-15,43 0 0,17-9 32,0 1-32,17-1 15,52-8 1,-43-8-16,-18 8 15,61-9 1,-18-16-16,17-1 0,1-8 31,-27-8-31,27-18 16,-52 9 0,-68 9-16,8-1 15,-8 9 1,-34 9-16,-26 8 15,-26 0 1,-8-9-16,-25-25 16,-18-17-1,1 0-15,-10-25 16,27 42 0</inkml:trace>
  <inkml:trace contextRef="#ctx0" brushRef="#br0" timeOffset="13738.77">13041 11336 0,'0'0'0,"0"0"0,0 0 0,9 0 0,59 0 31,120-17-31,8 0 16,94-34-16,26 0 15,-43 17 1,35-34-16,25-34 16</inkml:trace>
  <inkml:trace contextRef="#ctx0" brushRef="#br0" timeOffset="14355.33">17582 10886 0,'0'0'0,"0"0"0,9 0 15,50 17 1,121 0-16,152-9 16,78-8-1,17 0 1,-9 0-16,-25 17 16</inkml:trace>
  <inkml:trace contextRef="#ctx0" brushRef="#br0" timeOffset="18480.29">9371 12000 0,'0'0'0,"0"0"0,0 0 15,0 0 1,0 0-16,9 8 16,-9 1-1,8-1-15,-8 9 16,0 0-1,0 0-15,0 9 16,0-18 0,0 9-16,0 0 15,9-8 1,-9-1-16</inkml:trace>
  <inkml:trace contextRef="#ctx0" brushRef="#br0" timeOffset="19200.45">20714 10137 0,'0'0'0</inkml:trace>
  <inkml:trace contextRef="#ctx0" brushRef="#br0" timeOffset="21214.19">20168 9814 0,'0'0'0,"0"0"16,0 0-16,0 0 15,9 9 1,-1 8-16,1 0 15,-1 0 1,1 0-16,-1 0 16,-8 8-1,9 9-15,8 17 16,0 0 0,0 9-16,0 8 15,0 0 1,-8 0-16,8 0 15,0 9 1,0-9-16,0-9 16,0 1-1,0-9-15,0 8 16,0-16 0,0-1-16,-8-8 0,-1-8 31,1-1-31,-9-8 15,8 0 1,1 0-16,0-8 16,-1-1-1,1 1-15,-1-1 16,9-8 0,0-8-16,0-1 15,0-16 1,1-9-16,16-17 15,17-17 1,17-26-16,9-8 16,-17 17-1,-9 0-15,0-9 16,0 1 0,-8 8-16,-17 8 15,-1 9 1,1 0-16,-1 0 15,-8 17 1,-8 9-16,0 16 16,-1 9-1,1 0-15,-9 9 16,8 8 0,-8 0-16,0 0 15,0 0 1,0 0-16,0 0 15,-8 25 1,-9 9-16,-9 17 16,-17 26-1,1 16-15,-1-8 16,0 9 0,1-9-16,-1 0 15,0 0 1,1-8-1,-1-9-15,9 8 16,0-8-16,8-17 16,9-8-1,0-9-15,0-9 16,8 1-16,1-9 16,-1-9-1,9 1 1,0-1-16,0 1 15,0-9 1,-8-9-16,-1 1 16,-16-18-1,-1-25 1,-8-17-16,-9-17 16,0-8-16,-8 8 15,0 8 1,8 0-16,-8-8 15,8-8 1,1 8 0,-1 0-16,9 8 15,0 9 1,8 0-16,9 17 16,0 17-1,9 0-15,8 17 16,0 0-1,0 9-15,0 8 16,0 0 0,0 0-16,0 0 15,0 17-15,0 34 16,17 34 0,0 34-1,8 17-15,1-9 0,8-8 31,0 0-31,9-16 16,-1-18 0,1-9-16,0 1 15,0-18 1,-1 1 0,-8-1-16,0-16 0,-8-1 15,0-16 1,-9-1-1,-9-8-15,1-8 16,-1-1 0,1 1-1,-1-1-15,-8-16 16,18-9-16,-1-26 16,0-33-1,17-18-15,8-25 16,18-17-1,17-8-15,-9 7 16,18-7-16,-10 16 0,-7 9 31,8 9-15,-18 25-16,-16 17 16,-9 17-16,-8 17 0,-18 17 31,1 0-16,-1 0-15,1 8 16,-9 9 0,0 0-16,0 0 15,0 0 1,0 0-16</inkml:trace>
  <inkml:trace contextRef="#ctx0" brushRef="#br0" timeOffset="27124.79">8543 11923 0,'0'0'0,"0"0"16,9 0-16,34 17 15,34 9 1,68 33-16,59 26 16,-7-8-16,76 50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0:10:36.7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16285 3096 0,'0'0'0,"8"8"0,9 18 0,299 110 0,-154-119 0,120-26 16,-9 1 0,0 8-16,111 0 15</inkml:trace>
  <inkml:trace contextRef="#ctx0" brushRef="#br0" timeOffset="1449.33">21926 9627 0,'0'0'0,"0"0"0,0 0 0,0 0 15,17-8 1,0 8-16,0-9 16,18 1-1,24 8-15,18 0 16,119 8-1,137 26-15,43-17 16,127-25 0,44-1-16,-146 9 15</inkml:trace>
  <inkml:trace contextRef="#ctx0" brushRef="#br0" timeOffset="3134.17">9576 11830 0,'0'0'0,"43"8"0,128 35 16,127 16 0,138 1-1,67-1-15,-102-16 16</inkml:trace>
  <inkml:trace contextRef="#ctx0" brushRef="#br0" timeOffset="14480.51">12674 11192 0,'0'0'0,"0"0"0,0 0 15,0 0-15,0 17 16,-8 17 0,-1 8-16,-8 35 15,0 8 1,0 9-16,17-18 16,0-8-16,17-8 15,0-18 1,9-16-16,-1-1 15,10-8-15,7 9 16,9-9 0,9-9-1,0 1-15,-17-1 16,16-8 0,52 0-16,26 0 15,-1-17 1,-8-17-16,18-17 15,24 0 1,-33 9 0,-43 25-16,25 17 15,26 0 1,-8 17-16,-43 8 16,8 1-1,35-1-15,8-8 0,-34-8 31,-51-9-31,8 8 16,17-8 0,9-8-16,8-1 0,-8 1 31,-25-18-31,-27 1 16,-8-1-1,18-25-15,-1-17 16,-8-8-1,-18-1-15,1-17 16,-18-33 0,1-1-16,-18 18 15,1 8 1,-9 0-16,-9 0 16,9 17-1,8 34-15,1 0 16,-1-1-1,1 1-15,-1 9 16,1-9 0,-1 8-16,-8 9 15,-8 0 1,-1 0 0,0 0-16,-16 0 15,-18 0 1,-8-8-16,-18 8 15,18 8-15,-9-8 16,-8-17 0,-9-8-16,0-1 15,-8 1 1,-9 8-16,0 8 16,-17 1-1,-9-1-15,-8 9 16,9 8-1,-1 9-15,-8 0 16,8 17 0,9 0-16,9 9 15,-1-1 1,9 1-16,17 8 16,9 0-1,0 0-15,-1 17 16,-25 43-1,-34 76-15,0 42 16,17 1 0,34 16-16,35-24 15,50-44 1,43 103-16,60 118 16</inkml:trace>
  <inkml:trace contextRef="#ctx0" brushRef="#br0" timeOffset="17282.03">26108 3708 0,'0'0'0,"-8"0"0,-1 0 15,-16-9-15,-1 1 16,-25-1-1,-26 1 1,-34 8 0,-25 0-16,-10 25 0,-7 9 15,-1 26 1,-16 34-16,16 33 16,9 18-1,17 8 1,8 17-16,18 0 15,17-17-15,8 34 16,26-17 0,33-17-16,18 43 31,35 8-31,33-25 16,26-1-1,0 9-15,8-42 16,43-26-16,0-9 15,26-16 1,68-26 0,-9-59-16,9-43 15,0-34 1,-8-26-16,8-42 16,-9-43-1,-8 1-15,-68 8 0,-26-17 31,-26-9-31,-34 9 16,-42-34 0,-52-9-16,-59-8 0,-43-9 31,-43 43-31,-76-17 16,-77 26-1,-78 84-15,-127 85 16,-111 120-1,239 17-15</inkml:trace>
  <inkml:trace contextRef="#ctx0" brushRef="#br0" timeOffset="24075.06">15295 6463 0,'0'0'0,"0"0"0,0 0 0,0 0 16,0 0 0,0 0-1,0 0-15,0 0 16,0 0-1,0 0-15,0 0 16,0 0-16,0 0 16,8 9-1,35 8 1,34 17-16,51-9 16,34-8-1,60-25-15,-17-9 16,34-17-1,34 0-15,68 17 16,-25 17 0,-9 42-16,77 26 15</inkml:trace>
  <inkml:trace contextRef="#ctx0" brushRef="#br0" timeOffset="28117.02">15295 7144 0,'0'0'0,"0"0"0,0 0 16,0 0-1,0 0 1,0 0-16,0 0 16,0 0-16,0 0 15,0 0-15,0 0 16,0 0 15,0 0-31,0 0 16,0 0-16,0 0 15,0 0 1,0 0-16,0 0 16,0 0-1,0 0 1,17 8-16,0 9 15,0 0-15,8-8 16,-16-1 0,0 1-16,-1-1 15,-8-8 1,9 9 0,-9-9-16,0 0 15,0 0-15,17 8 16,25 1-1,27-18-15,16 1 32,0-1-32,26 1 15,43-1-15,-18 9 16,1 0-16,42 0 16,18 0-16,24 0 15,35 0 1,-17 9-1,26 8 1,8 0-16,26 17 16,25 8-1,1 9-15,84-17 16,-8-8 0</inkml:trace>
  <inkml:trace contextRef="#ctx0" brushRef="#br0" timeOffset="30271.23">15047 8181 0,'0'0'0,"0"0"15,0 0-15,0 0 16,0 0-1,0 0-15,0 0 0,0 0 32,0 0-32,0 0 15,0 0 1,0 0-16,0 0 16,9 0-1,16 9-15,9-9 16,1 0-1,-1-9-15,17 1 16,26-1 0,8 9-16,26 0 15,8 0 1,1 0-16,25 0 16,17 9-1,-17-1-15,0-8 16,35 9-1,-10 8-15,27-9 16,50 1 0,18-9-16,-1-9 15,1-16 1,8 8-16,-17 0 16,9 25-1,8 26 1,8 0-16,69 17 15</inkml:trace>
  <inkml:trace contextRef="#ctx0" brushRef="#br0" timeOffset="34737.43">10421 10350 0,'0'0'0,"0"0"0,-8 8 15,-27 18-15,-16 33 16,-8 18-16,-10 25 16,-16 34-1,-18 68 1,35 0-16,34 9 16,17 17-1,8-26-15,1 34 16,8-60-16,0-101 15,43 8 17,50 17-32,27-34 0,-26-34 15,-9-34 1,43-42 0,43-1-16,-35 9 15,-16-34-15,76-94 16,-16 9-16,-70 17 15,-16-59 1,-8 16-16,-9 9 16,-18-51-1,-33 42 1,-26 18 0,-17-26-16,-26 42 15,-17 43 1,-25 0-16,-60 17 0,-34 34 15,-52 59-15,-102 77 32,-59 102-17,25 69-15,34 92 16,85-25 0</inkml:trace>
  <inkml:trace contextRef="#ctx0" brushRef="#br0" timeOffset="47137.55">14825 8088 0,'0'0'0,"0"0"0,0 0 16,17 0-16,0 0 15,-8 8 1,8 9-16,0 0 16,0 9-1,-8 25-15,-1 17 16,-16 17 0,-1 0-1,1-17-15,-18 0 16,0 0-16,9 0 15,0-8-15,17-1 32,0-16-32,0-1 15,9-8-15,8 0 16,0 0-16,8 0 16,10 0-16,-1 0 31,26 0-16,8-8-15,17-1 16,26-8-16,9 0 16,8 0-1,-17 0 1,17 0-16,8 9 16,9-9-16,9 0 15,17-9 1,25-8-1,0-8-15,-8-1 16,0 9 0,-9 0-16,9 0 15,-18 17-15,1 9 16,0 8 0,8 0-1,-34-9-15,9 1 16,16 8-1,-16-8-15,-17-9 16,8 0 0,-9-9-16,-25 1 0,-8-9 31,-18 8-31,0 1 16,-16-1-1,-18-8-15,-17 0 16,-8 0-1,-1 0-15,-16 0 16,-1 0 0,1 0-16,-9 0 15,0-8 1,17-35-16,0-42 16,9-26-1,-9-8-15,0 0 16,0 0-16,0 17 15,-9 26 1,1 16 0,-1 9-16,1 9 15,0 8-15,-9 0 16,0 8 0,0 9-16,0 0 15,0 8 1,0 1-1,0 8-15,0-9 16,-9 1 0,0-1-16,1 1 15,-9-1-15,-9 1 16,1-9 0,-18 0-1,-25-9-15,-9 1 16,0 8-16,-17 0 15,-17 0 1,-34 0 0,9 8-16,-1 9 15,-8 0 1,0 0-16,17-8 16,17-1-16,8 1 15,-8-18 1,1 9-16,-1 0 15,8 0 1,-8-8 0,0-9-16,-25 17 15,8-9 1,0 9-16,-17-8 16,-18 8-1,-16 17-15,-9 0 16,-16 0-16,-10 25 15,-16 18 1,-18-1 0,1-8-16,-18 17 15,9-8 1,9-9-16,-10-9 16,19 1-1,-19-26-15,-101 0 16</inkml:trace>
  <inkml:trace contextRef="#ctx0" brushRef="#br0" timeOffset="68564.39">17992 12774 0,'0'0'0,"0"0"0,0 0 16,0 0-16,0 0 15,0 0 1,-9-9-16,-8 1 16,-17-9-1,-17 0-15,-18 8 16,-33 9-16,8 9 16,-8 25-1,-35 25 1,-16 26-16,16 9 15,35-1 1,16-8-16,18-25 16,8 8-1,9 17-15,0 9 16,17 8-16,8 17 16,17 17-1,27-9 1,24 9-16,35 0 15,17 1-15,25-1 16,35-9 0,-26-33-1,34 16-15,26 9 16,-26-8 0,34-9-16,43 0 15,-42-25-15,-1-1 16,26-25-1,17 0-15,26-8 16,25-9 0,-9 0-16,18 8 15,-9 1 1,-17-9 0,1 17-16,16 8 15,8 18-15,-16-18 16,-17 18-1,16 8 1,-16 0-16,-9-25 16,-26-1-1,-8-16-15,-17-9 16,-34-9-16,-9-16 16,-17-1-1,-8-8 1,-18-8-16,-16-1 15,-10 1 1,-41-1-16,-10 1 16,-16-18-16,-9-33 31,-26-52-31,-50-17 16,-61-33-1,-50-43-15,-44 17 0,-59-9 31,-17-17-31,0 35 16,-18 33 0,-84-42-16,50 17 15,-25 43 1,-34-10-16,0-7 16,9-1-16,-69-8 15,-103-42 1,-93-9-16,-111 25 15,-103 9-15,411 85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0:12:38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3371 5485 0,'0'0'0,"0"0"0,0 0 16,0 0-16,0 0 0,0 0 31,0 0-15,0 0-16,0 0 15,0 0 1,0 0-16,0 17 16,0 0-1,0 17-15,0 17 16,0 17 0,9 1-16,-1-1 15,1-26 1,-1-8-16,1-8 15,0-1 1,-1-16-16,9-1 16,9 9-1,8-8-15,34 8 16,35-9 0,-27-16-16,18-1 15,51 1-15,18-18 16,-44 9-1,0 0 1,27 9-16,-1 16 16,-34 1-1,-60 8-15,9 8 16,8 9 0,0 9-16,-17-18 15,-16 1 1,-10-18-16,-16 1 15,-1-1 1,9-16-16,0-18 16,17-67-1,60-171-15</inkml:trace>
  <inkml:trace contextRef="#ctx0" brushRef="#br0" timeOffset="3316.69">17462 5843 0,'0'0'0,"0"0"0,0 0 0,0 0 0,0 0 15,0 0 1,0 0-16,9 0 31,59 34-31,86 8 0,119 9 16,137-25 0,34-26-1,-52-17-15</inkml:trace>
  <inkml:trace contextRef="#ctx0" brushRef="#br0" timeOffset="9577.78">1408 6548 0,'0'0'0,"0"0"0,0 0 0,0 0 0,0 0 16,0 0-1,0 0 1,0 0-16,9 17 16,59 34-16,17 26 15,18 42 1,50 34-16,35 34 16,-51-25-1,-18 8-15,35 0 16,-26-34-1,-17-25-15,-60-35 16,-17 1 0,-8-26-1,-9-17-15,-9-9 16,1-8 0,-9-8-16,0-9 15,0 0-15</inkml:trace>
  <inkml:trace contextRef="#ctx0" brushRef="#br0" timeOffset="9876.36">3371 7526 0,'0'0'0,"0"0"0,0 0 15,0 0 1,0 9-16,0 16 15,9 26 1,25 18-16,34 24 16,9 9-1,-17 0-15,-9-8 16,-17-26 0,-17-26-16,-8-8 15,-18-8 1,-16 8-16,-61 8 15,-84 1 1,-86-18-16,51-25 16,-26-34-1,-136-34-15</inkml:trace>
  <inkml:trace contextRef="#ctx0" brushRef="#br0" timeOffset="13470.21">27713 8351 0,'0'0'0,"0"0"0,-9 0 15,1 17-15,-1 0 16,-8 17-16,-8 9 15,-9 42 1,-9 17-16,-8-8 16,8-1-1,-17 35-15,-59 50 16,-35 26-16,35-51 16,25-59-1,17-26-15,0-25 16,34-26-1,9-17-15,17-9 16,0-8 0,9-17-16,8-8 15,0 8 1,0 0-16,0 17 16,0-1-1,0 10 1,0 8-16,0 0 15,0 0-15,-17 0 16,-35 43 0,-33 50-16,-26 60 15,26 9 1,42-43-16,17-34 16,35-43-1,51-8 1,42-25-16,60-43 0,60-85 31,68-77-31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0:14:39.4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10925 5485 0,'0'0'0,"0"0"0,0 0 0,0 0 0,0 0 16,0 0-16,0 0 15,0 9 1,0 33-16,-9 26 16,-8 17-1,-8 9 1,-1-17-16,0-9 16,1 0-16,8 0 15,0 0 1,-1-9-16,10-16 15,-1-1 1,9-16-16,0-1 16,0 1-1,17-9-15,18 0 16,50-9 0,86-16-16,25-35 15,26-16 1,25 8-16,1 25 15,17 18 1,-9 16 0,25 18-16,-8 33 15,9 9 1,-9 9-16,0-1 16,9 1-16,-18 8 15,-50 0 1,-61-8-1,18-9-15,-51-17 16,-52-26-16,-25 1 16,-9-9-1,-9-9-15,-8 1 16,-8-1 0,-1-16-16,1-26 15,0-51-15,-1-51 16,1-43-1,8-42-15,25-102 16</inkml:trace>
  <inkml:trace contextRef="#ctx0" brushRef="#br0" timeOffset="1544.71">6469 7407 0,'0'0'0,"0"0"16,0 0-16,0 0 0,0 0 15,0 0 1,0 0 0,0 0-16,0 0 15,0 0 1,0 0-16,26 9 16,59-1-1,69-8-15,34-17 16,25-17-1,35-8-15,-1-9 16,9 17 0,-8 0-16,16 8 15,-50 1-15,84-35 32</inkml:trace>
  <inkml:trace contextRef="#ctx0" brushRef="#br0" timeOffset="2135.31">14117 7492 0,'0'0'0,"0"0"0,0 0 16,0 0 0,17 0-16,43 17 15,59-8 1,43-1-16,77-16 15,69-1-15,101-25 16,-8 0 0</inkml:trace>
  <inkml:trace contextRef="#ctx0" brushRef="#br0" timeOffset="6183.87">7332 7935 0,'0'0'0,"0"0"0,0 0 16,0-9-16,8 9 16,-8 0-1,0 0-15,0 0 0,0 0 16,0 0 0,9 17-1,-1 0 1,1 17-16,-1 9 15,-16 25-15,-1-9 16,1 1-16,8-9 16,0-9-1,0-16 1,0-1-16,0 1 16,8-9-1,1-9 1,-1 1-16,1-1 15,8 1-15,0-1 16,17-8 0,9 0-1,-1-8-15,1 8 0,17 0 16,17 0 0,16 0-1,1 8 1,17 9-16,-17 0 15,17 9 1,26-9-16,8-17 16,17-9-1,17-8-15,0-25 0,18-9 32,-9 17-32,-26 0 15,25 0 1,-7 8-16,-10 1 15,18-1 1,-17 1-16,17-1 16,8-8-1,0 9-15,9-1 16,-9 1 0,18 8-16,-1 8 15,0 1 1,1 8-16,8 0 15,17 8 1,0-8-16,-17 9 16,0-1-1,-18-8-15,27 9 16,-18-9 0,-8 17-16,-9 0 15,1 8 1,-1 18-16,-8-1 15,8 9 1,9 9-16,-26-18 16,9 1-1,17-1-15,-26-16 16,-8-18 0,16 1-16,-7-1 15,-10 9 1,18-17-16,-9 17 15,-17 0 1,9 0-16,0-8 16,0 0-1,16 8-15,1-9 16,-17-8 0,25 0-16,0 9 15,-16-9 1,-10 8-16,-25 1 15,-25-9 1,-18 0-16,-16 0 16,-9 0-1,-26 8-15,-9-8 16,-7 0 0,-10 0-16,1 0 15,-9-8 1,-9-1-16,1 1 15,-1-26 1,1-35-16,-9-33 16,0-34-1,17-17-15,17-8 16,52-120 0</inkml:trace>
  <inkml:trace contextRef="#ctx0" brushRef="#br0" timeOffset="13210.07">11181 9032 0,'0'0'0,"0"0"0,0 0 15,0 0 1,0 0-16,0 0 15,0 0 1,0 0-16,0 0 16,0 0-1,0 0-15,0 0 16,0 0 0,0 0-16,0 0 15,0 0 1,0 17-16,-9 0 15,9 8 1,0 1-16,0-1 16,0 1-1,0-1-15,-8 1 16,-1-1 0,1 1-16,-1-1 15,1 1 1,-1-1-16,0-8 15,1 0-15,8-8 16,0-1 0,0 1-1,0-9-15,0 0 16,0 8 0,0 1-16,0-1 15,0 1 1,17-1-1,0 9-15,17 0 0,17 0 16,9 0 0,17 1-1,0 7-15,-9-16 16,17-1 0,9 1-16,17-9 15,17 8 1,-17 1-16,-8-9 15,-1 8-15,9 9 16,9 0 0,-18-8-1,0-1-15,18 1 16,25-18 0,0 1-16,-8-1 15,-1-8-15,9 9 16,-17-1-1,-17 9 1,0 0 0,0 0-16,0 0 15,-17 0 1,-9 9-16,1 8 16,-1 0-1,35 0-15,8-9 16,-26 1-1,17-1-15,10 1 0,7-9 16,-25 0 0,-17 0-16,-9 0 15,-8 0 1,-17 0 0,-18-9-1,-16 9-15,0 0 16,-18 0-16,1-8 15,8-1 1,0-8 0,0-17-16,0-8 15,17-18 1,9-25-16,34 8 16,-35 52-1</inkml:trace>
  <inkml:trace contextRef="#ctx0" brushRef="#br0" timeOffset="15419.64">19596 9151 0,'0'0'0,"-8"-9"16,-1 1-16,9 8 15,0 0-15,0 0 16,0 0-1,0 0 1,-8 0-16,-1 17 16,1 17-1,-1 8-15,0 26 0,1-8 32,-1 8-32,9-9 15,0-16 1,0 0-16,0-1 15,9-16 1,8-1-16,0-8 0,26 0 31,17 0-31,16-8 0,27-18 32,25 1-32,25-9 15,1-9 1,25 9-16,18 0 15,-27 9-15,27 8 16,-1 8 0,-34 9-1,17 9-15,-17 8 16,-51-9 0,-25 1-16,-35-9 15,-17-9 1,-8 1-16,-9-18 15,17-16-15,0-26 16,9-34 0,-1-43-1,1-25-15,17-145 16</inkml:trace>
  <inkml:trace contextRef="#ctx0" brushRef="#br0" timeOffset="22203.21">10959 10775 0,'0'0'0,"0"0"0,0 0 0,8 0 15,27 0 1,7 0-16,18 0 16,42 9-1,-8-1-15,0 9 16,51 0-16,43 0 31,25 9-31,52-9 16,0 0-16,25-17 15,43-9 1,-1 9-16,53 9 16,58-1-16,-59-16 15,-59-1 1,110 9-16,-17 0 16</inkml:trace>
  <inkml:trace contextRef="#ctx0" brushRef="#br0" timeOffset="23662.14">6341 11456 0,'0'0'0,"0"0"0,0 0 16,0 0-16,0 0 15,0 0 1,0 17-16,0 8 16,0 26-1,0 26 1,9-1-16,0-16 16,-9 8-1,0 0-15,8-9 16,-8-8-1,0-8-15,9-18 0,-1 1 16,9-1 0,0-8-1,9 0-15,-1-8 16,1-1 0,-9-8-16,-8 0 15,-1 0 1,9 0-1,26 0-15,25-8 16,18-1 0,16 1-16,0-1 15,-42 9-15,34 0 16,34 9 0,9-1-16,-18 1 15,1-1 1,42 1-1,17-9-15,-34 0 16,9 0 0,51 0-16,-52 8 0,1-8 15,59 17 1,-42 0 0,-17 0-16,59 17 15,-59-8-15,-35-9 31,26 17-31,9-9 16,-35-16 0,-42 0-16,0-1 15,-9-8 1,-17 0-16,-16 0 16,-10 0-1,-16 0-15,-1-8 16,1-1-1,-1-17-15,-8-25 16,-8-34-16,-9-8 16,17 16-1,0 43 1</inkml:trace>
  <inkml:trace contextRef="#ctx0" brushRef="#br0" timeOffset="24978.28">15184 11864 0,'0'0'0,"0"0"0,8 0 0,18 0 16,42 0-16,52 0 16,33-9-1,-8-8 1,35-8-16,144-9 15</inkml:trace>
  <inkml:trace contextRef="#ctx0" brushRef="#br0" timeOffset="30788.51">13101 13003 0,'0'0'0,"0"0"0,0 0 0,0 0 16,0 0 0,0 0-16,0 0 15,0 0 1,0 0-16,0 0 15,0 0 1,0 0 0,0 0-16,0 0 15,0 0-15,0 0 16,0 0 0,0 0-1,0 0-15,17 0 16,26 0-1,17 9 1,8-9-16,17 8 16,1 1-1,-35-9-15,0 0 16,43 0-16,8 0 16,9 0-1,0 0-15,-34 0 16,34 0-1,26 0-15,-1 8 16,-33 1 0,-18-9-16,43 0 15,8 0 1,-7 0-16,-36 0 16,1 0-1,26 0-15,-9 0 16,8 0-1,-33 0-15,-10 0 16,27-9 0,8 1-16,17 8 15,-26-9 1,-25 1-16,25 8 16,18 0-1,-18 0-15,9 0 16,-34-9-1,-9 1-15,35-9 16,16 8-16,9 1 31,-25-9-31,-9 0 16,34 8-16,8 1 16,-8-1-1,-25 1-15,33-1 16,43 9-1,-25 9-15,-17-9 16,50 8 0,-16-8-16,8-8 15,43-9 1,-51 0-16,-9-9 16,60-8-1,-60-8-15,-8 8 16,51 0-16,-52 8 15,18 1 1,25 8-16,-42 8 31,0-16-31,153-35 16</inkml:trace>
  <inkml:trace contextRef="#ctx0" brushRef="#br0" timeOffset="35397.37">11505 14075 0,'0'0'0,"0"0"0,0 0 16,0 0-16,0 0 15,0 0 1,0-9-16,26 1 16,16-1-1,44-16 1,33 8-16,-25 0 16,43 17-1,93 0-15,-17 0 16,52 8-1,-26 9-15,0-8 16,-17-1-16,-17 1 16,145 8-1</inkml:trace>
  <inkml:trace contextRef="#ctx0" brushRef="#br0" timeOffset="36096.89">18017 14134 0,'0'0'0,"9"0"0,-1 9 15,18-9 1,25 8-16,60 1 16,51-1-1,94-25-15,0-8 16,69-1 0,76 1-1</inkml:trace>
  <inkml:trace contextRef="#ctx0" brushRef="#br0" timeOffset="55748.8">24504 6829 0,'0'0'16,"0"0"-16,34 9 0,51-1 15,43-16 1,-17-18-16,-25-16 16,25-1-16,-18 1 15,-24 7 1,-18 18-1,-17 9-15,-8 8 16,-18 43 0,-25 84-16,-68 103 15,-9 33-15,43-76 16,17-16 0,-1-1-1,1-60-15,0-33 16,9-35-1,8-25-15</inkml:trace>
  <inkml:trace contextRef="#ctx0" brushRef="#br0" timeOffset="55900.71">24128 8088 0,'0'0'0,"17"8"0,120 43 16,230 17 0,162 0-16,-119-34 0</inkml:trace>
  <inkml:trace contextRef="#ctx0" brushRef="#br0" timeOffset="58713.38">26424 7110 0,'0'0'0,"0"0"0,0 0 16,0 0-16,0 25 15,-17 77 1,0 34-1,-9 0-15,1 52 16,-1-10 0,9-84-16,9-35 15,-1-8 1,9 0-16,0-17 16,0-17-1</inkml:trace>
  <inkml:trace contextRef="#ctx0" brushRef="#br0" timeOffset="58942.56">26057 7569 0,'0'0'0,"0"0"15,0 0-15,0 0 16,26 0 0,42 8-16,94 1 15,86-9-15,42-9 16,120-8 0,-1 0-16</inkml:trace>
  <inkml:trace contextRef="#ctx0" brushRef="#br0" timeOffset="61521.45">29036 6565 0,'0'0'0,"0"0"0,0 9 16,-9 42-1,1 43-15,-26 33 16,-18 52 0,1 42-16,17-51 15,17-94-15,0-16 16,8-18-1,1-16-15,8-17 32,0-9-32,0 0 15</inkml:trace>
  <inkml:trace contextRef="#ctx0" brushRef="#br0" timeOffset="61774.19">28370 6336 0,'0'0'0,"0"0"0,9 0 16,50-9 0,61 1-16,8-9 15,9-17 1,33-9-16,-33 9 15,-43 9 1,17-1 0,8-8-16,-68 17 15</inkml:trace>
  <inkml:trace contextRef="#ctx0" brushRef="#br0" timeOffset="62215.42">29386 7688 0,'0'0'0,"0"0"0,0 0 16,0 0-1,0 9-15,0 8 16,0 17-1,0 0-15,0 8 16,0 1 0,-9-1-16,9 1 15,-8-9 1,-1-9-16,1 1 16,8-9-16</inkml:trace>
  <inkml:trace contextRef="#ctx0" brushRef="#br0" timeOffset="62591.51">29010 7918 0,'0'0'0,"0"0"0,0 0 15,9-9-15,-1 9 16</inkml:trace>
  <inkml:trace contextRef="#ctx0" brushRef="#br0" timeOffset="63012.8">29300 7739 0,'0'0'0,"0"0"0,0 0 0,0 0 16,0 0-1,0 0 1,0 0-16,-8 0 15,8 0-15,0 0 16,0 0 0,0 0-16,0 0 15,17 0 1,17 0 0,34 0-16,1 0 15,-1 0 1,9 0-16,-17 0 15,-18 0 1,-25 0-16</inkml:trace>
  <inkml:trace contextRef="#ctx0" brushRef="#br0" timeOffset="63320.61">28857 8292 0,'0'0'0,"0"0"0,0 0 16,0 0-1,0 0-15,17 8 16,8 1-1,18-18-15,34 1 16,25-18-16,-16 9 31,-18 0-31,9 0 16,-43 9-16</inkml:trace>
  <inkml:trace contextRef="#ctx0" brushRef="#br0" timeOffset="63888.91">30803 7603 0,'0'0'0,"-9"0"0,-8 0 15,-17 8-15,-34 10 16,-9 16 0,0 8-16,-17 18 15,9-1 1,25 1-16,17-18 15,18 1 1,8-9-16,17 0 16,25 0-1,26 17-15,1 0 16,-10-17 0,1 8-16,-9 1 15,-17-18-15,-8 9 16,-60 17-1,8-17 1</inkml:trace>
  <inkml:trace contextRef="#ctx0" brushRef="#br0" timeOffset="72515.32">23966 11651 0,'0'0'15,"0"0"-15,0 0 0,0 0 16,17 0-16,17-8 16,9-9-1,8-9 1,0-16-16,-8 8 16,0 0-1,-18 17-15,1 0 16,-17 8-1,-1 9-15,1 0 16,-9 9 0,8 42-16,-16 42 15,-1 18-15,-17 16 16,-8 26 0,0 9-1,9-52-15,8-25 16,-1 18-1,1-10-15,9-16 16,-1-18 0,1-25-16</inkml:trace>
  <inkml:trace contextRef="#ctx0" brushRef="#br0" timeOffset="72781.56">23736 12536 0,'0'0'0,"0"0"0,0 0 16,0 0-16,17 17 15,42 25 1,44 18-1,33-1 1,44-16-16,7-9 16,1-26-16,137-16 0</inkml:trace>
  <inkml:trace contextRef="#ctx0" brushRef="#br0" timeOffset="73479.88">25852 12017 0,'0'0'0,"0"0"0,0 17 15,0 17 1,9 0-16,-1-9 15,1 9 1,-1 0-16,-8 9 16,-8 25-16,-1 0 15,-16 0 1,-1-8 0,1-9-16,-1-17 15,9-17 1</inkml:trace>
  <inkml:trace contextRef="#ctx0" brushRef="#br0" timeOffset="73723.11">25306 12255 0,'0'0'0,"0"0"15,0 0 1,9 8-16,16 9 16,35 9-1,17-9-15,17 8 16,8-8 0,1-8-16,7-1 15,-58-8 1</inkml:trace>
  <inkml:trace contextRef="#ctx0" brushRef="#br0" timeOffset="74214.72">27218 11617 0,'0'0'0,"0"0"0,0 0 0,0 0 16,-9 17 0,-8 26-16,-25 42 15,-1 42-15,-17 26 16,9-8-1,8-9 1,-8 9-16,8-1 16,18-33-1,8-26-15,17-34 16,0-9 0,0-25-16,0-8 15</inkml:trace>
  <inkml:trace contextRef="#ctx0" brushRef="#br0" timeOffset="74646.33">26612 11404 0,'0'0'0,"0"0"0,0 0 16,0 0-16,0 9 15,26 8 1,25-8-16,34-1 16,43 1-1,34-18-15,26-8 16,-17 0-1,-9 17-15,0-9 16,128-8 0</inkml:trace>
  <inkml:trace contextRef="#ctx0" brushRef="#br0" timeOffset="76764.19">27534 12876 0,'0'0'0,"0"0"0,0 0 15,0 0-15,0 0 16,0 0 0,0 0-1,0 0 1,0 0-16,0 0 0,0 0 15,-9 8 17,9 9-32,0 26 15,0 25-15,0 25 0,17 9 16,0-34 0,-8-17-1,-1-25-15,1-17 16,-1-1-16,10-16 15,-1-35 1,17-34 0,0-16-1,0-26-15,0-17 16,9 8 0,0 26-16,-1 34 15,1 9-15,17-9 16,8 8-1,9-8-15,-43 34 16</inkml:trace>
  <inkml:trace contextRef="#ctx0" brushRef="#br0" timeOffset="77359.77">28746 12595 0,'0'0'0,"-9"0"15,1 17-15,-18 0 16,-8 17-16,-9 0 15,1 17-15,-18 0 16,0 9 0,17-1-1,9-8-15,26 17 16,42 0-16,43 9 16,34-18-1,51-25 1,77-34-16,111-51 15</inkml:trace>
  <inkml:trace contextRef="#ctx0" brushRef="#br0" timeOffset="87801.03">2501 6582 0,'0'0'0,"0"0"0,0 0 16,0 0-16,0 0 0,0 0 31</inkml:trace>
  <inkml:trace contextRef="#ctx0" brushRef="#br0" timeOffset="91497.23">4336 15682 0,'0'0'0,"0"0"0,0 0 16,0 0-16,0 0 15,0 0 1,-9 0-16,1 0 16,-9 17-1,-26 77-15,-8 50 16,0-8-1,-26 52-15,-9 24 16,35-93 0,0-25-16,-17-9 15,25-43 1,9-33-16,8-18 16,1-42-1,8-93-15,34-18 16,42-16-1,27-52-15,-1 51 16,17 9 0,9-34-16,-17 60 15,-34 67 1,0 17-16,0 18 16,-9 16-1,-9 18-15,1 8 16,-9 25-1,-8 95-15,-18 33 16,-50-9-16,-18 52 16,0-18-1,0-84-15,9-43 16,0-17 0,8-9-1,-8-16-15,9-1 16,7-16-1,18-1-15,0 1 16,17 8 0,0 0-16,0 0 15,17 60-15,17 84 16,18 18 0,7-77-16,1-26 15,8-8 1,43-8-16,26-35 15,-69-8 1</inkml:trace>
  <inkml:trace contextRef="#ctx0" brushRef="#br0" timeOffset="92199.4">5471 16082 0,'0'0'0,"0"0"0,0 0 0,0 0 16,17 0 0,17 0-16,17 0 15,1-9 1,-1 1-16,26-18 16,-1 1-1,-24-9 1,-10-9-16,-16 9 15,-18 0 1,-8 0-16,-17 0 16,-8 9-1,-18 8-15,-17 0 16,-8 17-16,-9 25 16,-25 60-1,-1 43-15,27-9 16,24-8-1,10 25-15,25-9 16,25-42 0,26-25-16,35-9 15,42-9 1,59-16 0,-8-18-16,-8-25 15,136-17-15</inkml:trace>
  <inkml:trace contextRef="#ctx0" brushRef="#br0" timeOffset="92790.47">6905 15138 0,'0'0'0,"0"0"0,0 0 0,-9 0 16,1 42-16,-18 78 16,0 24-1,1 9-15,-1 51 16,18-42-16,8-60 15,8 0 1,9 9 0,0-35-16,-8-25 15,-1-25-15,1-18 16,0-25-16,-1-17 31,1-8-15,-18-26-16,-8 0 15,-9 8 1,-16 9-16,8 17 0,8 17 31,0 0-31,1 17 16,-9 0-16,8 17 16,9 0-1,0 0 1,17 0-16,0 0 15,17 0 1,17 0-16,26 8 0,34-16 31,17-1-31,-52 1 16</inkml:trace>
  <inkml:trace contextRef="#ctx0" brushRef="#br0" timeOffset="93854.94">6871 14628 0,'0'0'0,"-9"0"0,1 17 16,-1 8-1,-17 26 1,1 43-16,8 8 16,0 0-1,0 8-15,17 44 16,17-18 0,-9-17-16,9 17 15,-8 34 1,-1-34-16,1-34 15,-1 8 1,-8-7-16,0-35 16,0-17-1,0-26-15,0 1 16,0-18 0,0 1-16,0-9 15,-8-9 1,-1-8-16,-16-17 15,-1-17 1,1 9-16,-10-1 16,-7-8-1,-1 17 1,0 17-16,1 0 16,-1 17-1,9 0-15,0 0 16,17 8-16,0-8 15,8 0 1,9 0 0,0 17-16,9 26 15,33 51-15,9 25 16,1-17 0,-10-43-1,10-25-15,-27-17 16</inkml:trace>
  <inkml:trace contextRef="#ctx0" brushRef="#br0" timeOffset="94571.36">7519 16107 0,'0'0'0,"0"0"0,-8 0 16,-1 17-1,1 0-15,-18 17 16,0 26 0,-8 25-16,9-8 15,8-9 1,17-9-16,0-16 16,17-9-16,8-9 15,18-8 1,8-17-16,9-25 15,0-26 1,17-26 0,-9 9-1,-17 9-15,-8 25 16,-18 17-16,1 0 16,-18 0-1,1 8-15,0 9 16,-9 9-1,0 33-15,-9 43 16,9 9 0,0-26-1,17-26-15,9-16 16,33-26-16,-24 0 16</inkml:trace>
  <inkml:trace contextRef="#ctx0" brushRef="#br0" timeOffset="94839.84">8706 16065 0,'0'0'0,"0"0"15,-9 0 1,-16 17-16,-10 0 16,-7 17-1,-18 8-15,-17 35 16,9 25-1,25 0-15,18-17 16,16-34 0,26-8-1,26-18-15,34 1 16,42-18-16,9-42 16,17-59-1,111-103-15</inkml:trace>
  <inkml:trace contextRef="#ctx0" brushRef="#br0" timeOffset="95081.12">9243 15784 0,'0'0'0,"0"43"0,-8 67 16,-9 26-16,0 26 15,-9 34 1,9-69-16,17-59 16,0-25-1,0-18-15</inkml:trace>
  <inkml:trace contextRef="#ctx0" brushRef="#br0" timeOffset="95319.6">8987 16286 0,'0'0'0,"0"0"0,0 0 0,9 0 0,34 0 32,16 9-32,1-1 0,8-8 31,18-8-15,8-18-16,-52 18 15</inkml:trace>
  <inkml:trace contextRef="#ctx0" brushRef="#br0" timeOffset="95548.55">9892 16320 0,'0'0'0,"0"0"0,-9 34 15,1 34-15,-1 26 16,-8-35 0,9-16-16,8-18 15,0-16 1,0-1-16</inkml:trace>
  <inkml:trace contextRef="#ctx0" brushRef="#br0" timeOffset="95742.26">10250 15725 0,'0'0'0,"0"0"0,-8 8 0,-1 18 16,1 25-1,-1 25-15,9 9 16,9-17-1,-1-42-15</inkml:trace>
  <inkml:trace contextRef="#ctx0" brushRef="#br0" timeOffset="96081.76">10489 16626 0,'0'0'0,"0"0"0,0 17 15,9 0-15,0-8 16,-1-1 0,9 1-16,0-1 15,0 1 1,0-26 0,17-26-16,9-42 15,-17-17 1,-9 34-16,-9 17 15,-8-25-15,-8-10 16,-1 10 0,-16 16-1,-9 9-15,-18 9 16,18 33 0,-26 18-16,26 8 15</inkml:trace>
  <inkml:trace contextRef="#ctx0" brushRef="#br0" timeOffset="96623.84">11471 16116 0,'0'0'0,"0"0"0,0 8 16,0 9-16,-9 9 15,9 8 1,0 9-16,0-9 16,0-9-1,0 1-15,0-9 16,0-9-1,0 1-15,9-1 16,17-8 0,42-17-1,26-25-15,17 8 32,-17 8-17,-9 9-15,0 9 0,-8 8 0,-9 42 16,-8 69-1,-17 16 1,-26-67-16</inkml:trace>
  <inkml:trace contextRef="#ctx0" brushRef="#br0" timeOffset="125731.16">21679 16805 0,'0'0'0,"0"0"0,0 0 0,0 0 16,0 0-16,0 0 15,0 0 1,-9 0 0,1 8-16,-1 1 15,-8 8-15,9 0 16,-10 17-1,1 17 1,0 17-16,0 8 16,9-7-1,8 7-15,0 1 16,17-18-16,17 1 16,9-26-1,-18-9-15,18-8 16,34-8-1,34-26-15,25-17 16,-16 0 0,8-9-16,17 18 15,-9 8 1,-16 8 0,-18 9-16,9 17 15,-8 0 1,-35 0-16,-25-8 15,-1-1 1,1 1-16,0-1 16,-18-8-1,1-8-15,-9-1 16,0 1 0,0-26-16,-17-60 15,-8 26 1</inkml:trace>
  <inkml:trace contextRef="#ctx0" brushRef="#br0" timeOffset="-208628.6">1212 7101 0,'0'0'0</inkml:trace>
  <inkml:trace contextRef="#ctx0" brushRef="#br0" timeOffset="-206986.59">19536 6217 0,'0'0'0,"0"0"0,0 0 16,0 0-16</inkml:trace>
  <inkml:trace contextRef="#ctx0" brushRef="#br0" timeOffset="-206112.05">1886 7773 0,'0'0'0,"9"9"0,25-1 0,-17 1 15,-8-1-15,-1 1 16,1-1 0,-1 1-16,-8-9 15,0 0 1,0 0-16,0 0 16,17 0-1,9 8-15,25 1 16,9-1-1,34-16 1,42-1-16,9-16 16,-8 8-16,-1 0 15,1 0 1,-18 0 0,-33 17-16,-18 0 15,-17 0-15,-8 0 16,-17 0-1,-9 0 1,-9 0-16,-8 0 16</inkml:trace>
  <inkml:trace contextRef="#ctx0" brushRef="#br0" timeOffset="-205766.51">2774 7475 0,'0'0'0,"0"0"0,8 0 0,52 17 16,51 17 0,9 0-1,-18 0-15,-17-8 16,9 0-16,-17-1 15,-17-8-15,-18-8 16,-16-1 0,0 1-1,-18-1-15,1 1 16,-43 16 0,-120 86-1,-85 59-15,60-34 16,128-85-16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0:17:47.1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2475 3266 0,'0'0'0,"0"0"0,-8 0 0,-1 8 16,1 1-16,-1 8 15,-8 8 1,0 26-16,0 17 16,0-8-1,17-1-15,0-16 16,0-1 0,8 1-16,9-1 15,0 1 1,9 0-16,25-1 15,35-8 1,76-8-16,51-18 16,18-8-1,8-8-15,17-1 16,25-8-16,35 9 16,8 8-1,9-9-15,9 1 16,42 16-1,-26 9 1,-34-8 0,52 8-16,8 0 15,-77-9-15,18 9 16,-18-8 0,-60-1-1,-42 1-15,0 8 16,0 0-16,-60 0 15,-43-9-15,-16 1 16,-26-1 0,-18-8-1,-16 9-15,-18-9 16,1 0 0,-1-9-16,1-8 15,8-25 1,9-18-16,8-25 15,8 0 1,1 0-16,-17 17 16,-1 17-1,-16 25-15,-1 9 16,1 9 0,-9 8-16</inkml:trace>
  <inkml:trace contextRef="#ctx0" brushRef="#br0" timeOffset="11149.82">3013 7501 0,'0'0'0,"0"0"0,0 0 0,8 8 0,1 1 16,-1-1-1,1-8 1,-9 0-16,0 0 15,0 0-15,0 0 16,9 9 0,-1-1-1,-8 1-15,0 8 16,9 8 0,-1 1-16,-8 0 15,0-1 1,9-8-16,-1 0 15,9 0-15,9 0 16,8 0 0,9-8-16,-18-1 15,1 1 1,17-1 0,16 1-16,10-1 15,-1 1 1,26-1-16,0 1 0,-26-1 31,26 9-31,42-8 16,9 8-1,-25-9-15,-9-8 16,51-8-16,0-1 31,-25-8-31,8 0 0,60 0 16,-43 9-1,0-1 1,60 9 0,-43 0-16,-8-8 15,42 8 1,-51 8-16,9 1 16,42 8-1,-42 8-15,-17 1 16,59-9-1,-25-9-15,0-8 16,17-8-16,-9-1 16,43 1-1,-68-1-15,8 1 16,60 8-16,-60 0 31,-8 0-31,42 0 16,-25-9-1,0 1-15,-1-1 16,-16 9 0,-9 0-16,26 9 15,-43 8 1,-17 0-16,51 8 16,-25-8-1,-43 0-15,0 0 16,17 0-1,17-8-15,-17-1 16,-8-8 0,25-8-16,8-1 15,-42 1 1,0 8-16,34-9 16,0 1-1,-17-1-15,-8 9 16,25 0-1,9 0-15,-26 0 16,-9 0 0,26 9-16,17-9 15,-34-9 1,-8 9-16,34 0 16,-1 0-1,-33 0-15,-9 9 16,17-1-1,17 1-15,0-1 16,-9-8-16,44 0 16,-18-8-1,-9-1-15,10 1 16,7-1 0,-25 9-1,-8 0-15,8 9 16,-8-9-1,-27 8-15,-24 1 16,25-1-16,0 1 16,-17-9-1,0 0-15,-26 0 16,-17 0 0,17 0-1,1 8-15,-10 1 16,-7-9-1,-27 8-15</inkml:trace>
  <inkml:trace contextRef="#ctx0" brushRef="#br0" timeOffset="12295.91">17420 8105 0,'0'0'0,"0"0"0,8 0 0,35 17 16,42 8-1,26-8-15,0-8 16,-17-18 0,17-8-16,17 9 15,9-9-15,-9 8 32,8 9-32,69-8 0,-9-1 15,1-8 1,25-8-1,8 8-15,35-9 16,-1 9-16,9 0 16,26 0-1,-17-8 1,85-1-16,17-8 16,-94 9-1,128-9 1,-8 8-16,-94 9 0,93 9 15,-25-1 1,-76 18 0,59 16-16,-43 9 15,-59 0-15,-18 0 16,-33 0 0,-18-8-16,-17 8 31,0-9-31,-25 9 15,-35-8 1,-42-9-16,-17 0 16,-17-9-16,-18 1 15,-8-9 1,-8 0 0,-1 0-16,-8-9 15,-8-25 1,-9-17-16,0-34 15,8-68 1,9-43-16,9-118 16</inkml:trace>
  <inkml:trace contextRef="#ctx0" brushRef="#br0" timeOffset="19133.37">3252 9244 0,'0'0'0,"8"-8"0,9-1 15,18 1-15,24-1 16,10 1-1,-1-1 1,9 9-16,8 0 16,-17 0-1,43 0-15,34-8 16,9-1 0,-9 9-16,9 0 15,42 0 1,-25 9-1,-9-1-15,60-8 16,-26 0-16,9 9 0,8 8 16,35-17-1,-1 8 1,9 1-16,9 8 16,17-9-1,-9 1-15,8-9 16,10 0-16,33 8 15,0 1 1,-8 8-16,8 0 31,-42-9-31,68 1 16,0-9 0,-17-9-16,34 1 15,-26-1 1,18 9-16,16 9 15,-68 16 1,77 26-16,9-8 0,-86-18 31,86-8-31,-9-17 16,-94-17 0,60-17-16,17 9 15,-60-1-15,35-8 16,-1 9-1,9 8 1,17 0-16,-51 8 0,8 18 31,-25-1-31,-34 1 16,-35-1 0,-8 9-16,8-8 15,-8-9-15,-25 0 16,-44 0-1,-8-9 1,-8 1-16,-26-9 16,-26-9-1,-17 1-15,-8-1 16,-17 1 0,-18-1-16,1-8 15,-9 17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09T20:18:50.5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1263 4652 0,'0'0'0,"0"0"0,0 0 0,0 0 15,0 0 1,0 0-16,0 0 16,0 0-1,0-9-15,26 1 16,-18-9-1,26-9-15,18-8 16,33 9 0,-8 8-16,-26 17 15,43 0 1,60 8-16,8 26 16,-51 0-16,8 0 15,95 0 1,-52-8-1,-103-18-15,1 1 16,43 8 0,-18-9-16,-34-8 15,-17 0-15,-8 0 16,-18 0 0,1 0-16,-9 0 15</inkml:trace>
  <inkml:trace contextRef="#ctx0" brushRef="#br0" timeOffset="325.94">2953 4303 0,'9'0'0,"33"0"0,52 9 0,-8 8 0,-35 0 32,17 25-32,26 9 15,0 17 1,-17 9-16,-9-1 16,-25 1-16,-26-17 15,-26-9 1,-25 34-1,-43 17-15,-8-9 16,-35 26 0,-102 17-16,-93 9 15</inkml:trace>
  <inkml:trace contextRef="#ctx0" brushRef="#br0" timeOffset="12256.13">4464 4499 0,'0'0'0,"0"34"0,25 34 0,10 8 16,-10-16-16,1 8 16,-1 0-1,1 0-15,-9 9 16,0-18 0,0-8-1,0-8-15,17-1 16,0-16-16,18-9 15,16-9-15,34-16 16,18-18 0,8 1-1,-9-9-15,27 0 16,7-9-16,9 9 16,18 17-1,-1 0 1,0 17-16,34 0 15,18 0 1,-1 0-16,1-8 16,-1-1-16,26-8 15,-8 9 1,8-1 0,8 9-16,1-8 15,-9-1-15,-9 1 16,10-1-1,-36 9 1,-16 0-16,-17-8 16,-17-1-1,-9 1 1,-17-9-16,-26 0 16,-25 0-1,0 0-15,-25 0 0,-18 0 31,-17 8-31,-9 9 16,-16 0-16,0-8 16,-1-1-1,-16 1-15,-10-10 16,-33-50 0,26 17-16</inkml:trace>
  <inkml:trace contextRef="#ctx0" brushRef="#br0" timeOffset="14306.84">21551 4235 0,'0'0'0,"0"0"0,-9 9 16,1 42-16,-1 17 15,1 0 1,-9 17 0,-1 8-16,1-16 15,17-18 1,0 10-16,0-10 15,17-16 1,1-1-16,16 1 16,0-1-16,0-16 15,26-1 1,25-8 0,9-8-16,8-18 15,-8 1 1,26-9-16,16 0 15,-8 8-15,-8-8 16,25 9 0,17-9-16,-17-9 15,51-8 1,1-17-16,-44 17 16,52 0-1,0 9 1,-34 8-16,17 8 15,16 9 1,-41 0-16,24 9 16,10-1-1,-27-8-15,10 9 16,-1-1-16,-34-8 16,0 0-1,0 9 1,-34-1-16,-9-8 15,-16 9 1,-26-1-16,-1-8 16,-16 0-16,-17 0 15,-1-8 1,1-1-16,-9 1 16,8-9-1,-8-9-15,9-25 16,-9-17-1,-8-43 1,-9-59-16,-9-136 16</inkml:trace>
  <inkml:trace contextRef="#ctx0" brushRef="#br0" timeOffset="26348.78">5001 7705 0,'0'0'0,"0"0"0,0 0 0,0 0 16,0 9-1,0 8 1,-8 25-16,-1 43 16,-8 26-1,9-1-15,-1 26 16,9 26-1,-8-52-15,8-33 16,0-9 0,8 0-16,1-8 15,-1-9 1,9-9-16,35 1 16,24-18-1,44-16-15,-18-18 16,35-16-1,76-18-15,-42 9 16,34-8-16,34 16 16,0 9-1,42 0-15,-7 9 16,-10-9 0,35 17-1,0 0-15,42 17 16,-8 17-1,-26-9-15,0 9 16,-34 0 0,-8 9-16,-9-18 15,-51 9 1,-43-8-16,9-1 16,-35-8-1,-67-8-15,-27-9 16,-16-9-16,0 1 15,8-35 1,17-59 0,-8-51-16,-1-51 15,-16 17 1,-18-9-16,9-118 16</inkml:trace>
  <inkml:trace contextRef="#ctx0" brushRef="#br0" timeOffset="27917.93">2253 7441 0,'0'0'0,"0"9"0,0 8 16,0 17-16,0 17 15,9 17 1,-1 26-16,-8 25 0,-8-17 31,-1-34-31,9-17 16,0-9-16,9-16 16,-1-9-1,18-9 1,17 1-16,25-18 0,34-8 31,18-25-31,-1-1 16,35 1-1,17 8-15,16 8 16,35 26 0,-34 0-16,-9 26 15,18 16 1,-52 1-16,-51-1 15,-9-16-15,-8-1 16,-26 1 0,-17-18-16,-8 1 15,-9-18 1,0-16-16,17-77 16,0-77-1,17-110 1,35-77-16</inkml:trace>
  <inkml:trace contextRef="#ctx0" brushRef="#br0" timeOffset="30700.23">16037 7501 0,'0'0'0,"0"0"0,0 0 15,0 0-15,0 0 16,0 0-1,0 0 1,0 0-16,0 0 16,0 0-16,0 0 15,0 0 1,9 0-16,33-9 16,52-8-1,68-8 1,43-9-16,-26 17 15,9 8 1,26 1-16,-27 25 16,18 8-1,128 43-15</inkml:trace>
  <inkml:trace contextRef="#ctx0" brushRef="#br0" timeOffset="31684.78">16379 8190 0,'0'0'0,"0"0"0,0 0 0,0 0 15,-9 8 1,9 1-16,0-1 16,0 1-1,9 8-15,16 0 16,26 0 0,35 8-1,50-16-15,35-1 16,17-16-1,51-26-15,25 0 16,9-9 0,77-33-16</inkml:trace>
  <inkml:trace contextRef="#ctx0" brushRef="#br0" timeOffset="37328.23">27005 8709 0,'0'0'0,"0"0"0,0 0 16,-17-9-16,-35 1 16,-16-9-1,17-9-15,17 1 16,17-1-1,0 0 1,-1 9-16,1 0 0,0 0 31,-8 0-31,-1-8 0,-25-1 16,-9-8 0,-25-8-1,-9-9-15,17 17 16,-25 0-1,-9 8-15,-34 18 16,-9 25-16,9 17 31,-17 34-31,0 17 16,-1 17 0,-7 26-16,-18 16 15,-17 35-15,9 16 16,8 18-1,26 8 1,0 26-16,17-18 16,17-33-16,25 8 15,43-25 1,9 8-16,17-9 16,26-33-1,16-18-15,9 1 16,26 8-1,34-17-15,8-34 16,17-17-16,1-17 31,25 9-31,43-1 16,-18-16 0,26-1-16,35 1 15,-18-9-15,26-17 16,26 0-1,-1 0 1,18-17-16,-26 0 16,17 8-1,-26-8-15,43-8 0,0-9 16,18-17 0,16-9-1,-34-8-15,43-8 16,-35 8-1,10-9 1,-10-16-16,-16-9 16,-9-9-1,-9-8-15,1 0 16,-60 0 0,-1-9-16,-7-8 15,-52 17 1,-34 0-16,-18 9 15,1-9 1,-9 0-16,-25-17 16,-9-18-1,-17-7-15,-17-26 16,-34 0-16,-17 8 16,0 26-1,-26-17 1,-17 0-16,-25 25 15,-27 18 1,-16 8-16,-25-9 16,-18 18-16,-9 16 15,-25 9 1,-34 8 0,-43 26-16,-59 17 15,-69 34-15,-59 26 16,-103 8-1,-43 43 1,-42 16-16,-103 18 16,43 59-1,350-60-15</inkml:trace>
  <inkml:trace contextRef="#ctx0" brushRef="#br0" timeOffset="44372">22857 15325 0,'0'0'0,"34"-8"0,60-18 15,42 9 1,43 0-1,9 9-15,-17 8 16,-9 0-16,9 0 16,-26 0-1,-34-9-15,-26 0 16,-25-8 0,-26 0-16,-25 9 15</inkml:trace>
  <inkml:trace contextRef="#ctx0" brushRef="#br0" timeOffset="44667.79">23608 14585 0,'0'0'0,"0"0"0,0 0 15,34 17-15,43 9 16,51 25-1,17 17 1,0 0-16,-17 8 16,-26 1-1,-25-18-15,-9 1 16,-25-9-16,-17 0 16,-26 9-1,-77 42 1,-68 25-1,-34-16-15,-103 33 16</inkml:trace>
  <inkml:trace contextRef="#ctx0" brushRef="#br0" timeOffset="47943.34">21832 15470 0,'0'0'0,"0"0"0,0 0 0,0 0 16,0 0-1,0 0 1,0 0-16,-8 8 15,-1 9 1,1 0-16,-9 17 16,-17-8-16,-18-1 15,-16 9 1,-43 9-16,-25 16 16,-35 43-1,-34 9-15,9-9 16,-35-17-1,-8-34-15,-76 17 16,-1 26 0,26-1-1,-69 9-15,1-34 16,-18-34 0,-25-25-16,8-43 15,18-43-15,-52-25 16,17-8-1,26 42 1,-8 17-16,-9-9 16,16-25-1,18-9-15,9-8 16,17 9-16,25 33 16,0 9-1,17-17-15,18 9 16,42 8-1,42 8 1,18 9-16,43 17 16,42 9-1,34 8-15,17 0 16,18 0-16,8 8 31,8 18-31,9 16 16,17 9-16,26 9 15,8 25 1,17 8-16,-8-8 16,-17-34-1,-18-17-15,-16-8 16,-9-9 0,-17 0-16,-26 0 15,-51-17 1,-42-26-1,-1-33-15,1-18 16,7-8-16,36-8 16,33-9-1,34 17-15,18 8 16,16 9 0,43 17-16,52-9 15,59-25 1,60-8-1,25-1-15,27 1 16,76-18-16</inkml:trace>
  <inkml:trace contextRef="#ctx0" brushRef="#br0" timeOffset="61509.3">10677 3070 0,'0'0'0,"0"0"0,0 0 0,0 0 15,0 0-15,0 0 16,9 0 0,16 0-1,18 0-15,8 0 16,18 9-1,24 25-15,10 17 16,16 0-16,-8 17 16,9 8-1,8 18-15,0-9 16,0 0 0,-17-17-1,-9 0-15,-8 9 16,-9-18-1,-16-16-15,-18-9 16,-8-9 0,-18-8-16,-8-8 15,-8-1-15,-1-8 16,-8-8 0,0-18-1,9-25-15,-1 17 16</inkml:trace>
  <inkml:trace contextRef="#ctx0" brushRef="#br0" timeOffset="61814.14">12350 3351 0,'0'0'0,"0"0"0,0 0 16,9 8 0,16 18-16,18 16 15,17 18-15,34 16 31,8 1-31,9-1 16,-9 18 0,-25-26-16,-34-25 15,-18-1 1,1 1-16,-17-18 16,-9-8-16,-43 17 15,-94 9 1,-127-18-1,-78-25 1,-59-8-16,17-9 16</inkml:trace>
  <inkml:trace contextRef="#ctx0" brushRef="#br0" timeOffset="66585.91">12487 6047 0,'0'0'0,"0"0"0,-9 0 16,-8 17-16,-17 0 15,-17 17 1,-26 8-1,0 9-15,-8 9 16,-18 16-16,1 1 16,17 8-1,-9 8 1,0 18-16,17 8 16,9 9-1,16-9-15,1 17 16,17-9-16,8 1 15,26-9 1,9 17 0,17 9-16,8-18 15,8-8 1,35 9-16,17 8 16,17-17-1,-8-17-15,16-8 16,35 8-1,25 0-15,-8-9 16,8 9 0,9-8-16,33-9 15,27 0 1,-43-17-16,25 8 16,1-16-1,-1 0-15,18-1 16,8-8-1,8 0 1,26-8-16,-16-1 16,16 1-16,17 8 15,34-17 1,-8 0-16,-51-9 16,25-16-1,-34-1 1,26-8-16,-17-8 15,-1-1-15,-8 1 16,-8-18 0,-17-8-16,-1-17 0,9-17 15,-51-8 1,0-26-16,-9-17 31,0-9-15,1-25-16,-35 0 15,-17 17 1,0-26-16,-8 1 16,-35 24-1,0-24-15,-25-18 16,-17 18 0,-17-18-16,-18 1 15,-16 16-15,-9-17 16,-17-16-1,-17 42 1,-9-17-16,-8-18 16,-18 18-1,-16-17-15,-26-17 16,0 43 0,-25-1-16,-9 0 15,-35 1 1,-16 42-16,-34 17 15,-26 8 1,-26 9-16,-17 9 16,-17 8-1,-34 17-15,-25 25 16,-1 18 0,-33-1-16,42 18 15,-17-1 1,-43 9-16,-8 26 15,25 16 1,-8 9-16,-35 9 16,10-1-1,-1-8-15,17 0 16,26 26 0,25 16-16,-8 1 15,43-9 1,68-8-16,17 8 15,51-17 1,51-17-16,35-17 16,50-9-1,35-16-15,26-9 16</inkml:trace>
  <inkml:trace contextRef="#ctx0" brushRef="#br0" timeOffset="71197.21">13144 11387 0,'0'0'0,"0"0"0,0 0 15,-9 0 1,1 9-16,-9-1 15,-26 9-15,-25 9 16,-43 25 0,8 0-1,35-8-15,-9 16 0,-34 18 32,17-9-32,-17 0 15,1 25 1,24 35-16,18 8 15,-17-17 1,-18 51-16,1 17 16,16-51-1,10-8-15,33 59 16,17-34 0,9-51-16,0 51 15,17 34 1,0-51-16,0-17 15,9 43 1,16 8 0,18-42-16,17 16 15,34 43 1,-1-34-16,-24-42 16,33 25-16,69 43 15,-18-43 1,-50-60-16,33 26 15,69 51 1,-43-25-16,-59-35 16,42-16-1,43 0-15,-18 8 16,52 25 0,-8-25-16,-27 0 15,61 0 1,-26-34-16,17-17 15,0-8 1,8-1-16,-8-8 16,0 0-1,17-8-15,-8-26 16,25 0 0,9 8-16,-9-8 15,-9 0 1,1 0-16,-9-8 15,9-1 1,-26-8 0,34-8-16,-43-9 15,26-9-15,-8-16 16,-1-9 0,1 8-16,-43 9 15,34-17 1,-52 0-1,1-9-15,8-16 16,-51 16 0,9-33-16,25-26 15,-42 17-15,-26-1 16,25-50 0,1 9-16,-35 42 15,-8-9 1,-25 26-1,-35 17-15,-9-17 16,-8-17-16,-8-9 16,-18 18-1,-16-9-15,-35-17 16,0 17 0,-34-9-1,-17 17-15,-17 1 16,-42-1-16,-10 18 15,-7 16 1,-35-16-16,0 16 16,9 9-16,-35-9 31,9 9-31,-17 9 16,-9-9-1,1-9-15,-1 26 16,-25 9-16,8-9 15,-8 8 1,9-8-16,-10 0 16,-16-8-1,-26-1 1,-59 17-16,50 26 0,-59 34 16,-51 17-1,25 9 1,-51 33-16,34 1 15,-34 25 1,-25 26-16,-61 25 16,155-26-1</inkml:trace>
  <inkml:trace contextRef="#ctx0" brushRef="#br0" timeOffset="-204861.49">33824 5060 0,'0'0'0,"0"0"0,0 0 0,0 26 0,0 50 0,0-76 0,0 85 0,0-42 0,0-43 0,-9 34 0,9-9 15,0-25-15,-8 26 0,8-1 0,0 9 0,0-34 0,0 26 0,0-9 0,0 0 0,0 0 0,0-9 0,0-8 0,0 0 0,0 9 0,0-1 0,0 9 0,8 9 0,-8 16 0,0 18 0,0-9 0,0 0 16,0-8 0,0-1-16,0 35 15,0-18 1,0-33-1,0-9-15,0-9 16,0 1 0,0 33-16,0-8 15,-8 17 1,-1 9-16,1-26 16,-1-9-1,9 1-15,0-9 16,0 17-1,0 0-15,-8 8 16,-1-8 0,1-8-16,8 8 15,0 17 1,0 26-16,17 16 16,-9-33-1,1-26-15,8 42 16,0 94-1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7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211.png"/><Relationship Id="rId4" Type="http://schemas.openxmlformats.org/officeDocument/2006/relationships/image" Target="../media/image2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8.xml"/><Relationship Id="rId4" Type="http://schemas.openxmlformats.org/officeDocument/2006/relationships/image" Target="../media/image2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13" Type="http://schemas.openxmlformats.org/officeDocument/2006/relationships/image" Target="../media/image25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12" Type="http://schemas.openxmlformats.org/officeDocument/2006/relationships/image" Target="../media/image24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11" Type="http://schemas.openxmlformats.org/officeDocument/2006/relationships/image" Target="../media/image23.jpeg"/><Relationship Id="rId5" Type="http://schemas.openxmlformats.org/officeDocument/2006/relationships/image" Target="../media/image17.jpeg"/><Relationship Id="rId15" Type="http://schemas.openxmlformats.org/officeDocument/2006/relationships/image" Target="../media/image35.pn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Relationship Id="rId14" Type="http://schemas.openxmlformats.org/officeDocument/2006/relationships/customXml" Target="../ink/ink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13" Type="http://schemas.openxmlformats.org/officeDocument/2006/relationships/image" Target="../media/image25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12" Type="http://schemas.openxmlformats.org/officeDocument/2006/relationships/image" Target="../media/image24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11" Type="http://schemas.openxmlformats.org/officeDocument/2006/relationships/image" Target="../media/image23.jpe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12.png"/><Relationship Id="rId7" Type="http://schemas.openxmlformats.org/officeDocument/2006/relationships/customXml" Target="../ink/ink21.xml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191.png"/><Relationship Id="rId4" Type="http://schemas.openxmlformats.org/officeDocument/2006/relationships/image" Target="../media/image2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13" Type="http://schemas.openxmlformats.org/officeDocument/2006/relationships/image" Target="../media/image24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12" Type="http://schemas.openxmlformats.org/officeDocument/2006/relationships/image" Target="../media/image23.jpeg"/><Relationship Id="rId2" Type="http://schemas.openxmlformats.org/officeDocument/2006/relationships/image" Target="../media/image411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11" Type="http://schemas.openxmlformats.org/officeDocument/2006/relationships/image" Target="../media/image22.jpeg"/><Relationship Id="rId5" Type="http://schemas.openxmlformats.org/officeDocument/2006/relationships/image" Target="../media/image16.jpeg"/><Relationship Id="rId15" Type="http://schemas.openxmlformats.org/officeDocument/2006/relationships/customXml" Target="../ink/ink22.xml"/><Relationship Id="rId10" Type="http://schemas.openxmlformats.org/officeDocument/2006/relationships/image" Target="../media/image21.jpeg"/><Relationship Id="rId4" Type="http://schemas.openxmlformats.org/officeDocument/2006/relationships/image" Target="../media/image15.jpeg"/><Relationship Id="rId9" Type="http://schemas.openxmlformats.org/officeDocument/2006/relationships/image" Target="../media/image20.jpeg"/><Relationship Id="rId14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customXml" Target="../ink/ink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3.jpeg"/><Relationship Id="rId18" Type="http://schemas.openxmlformats.org/officeDocument/2006/relationships/image" Target="../media/image47.png"/><Relationship Id="rId3" Type="http://schemas.openxmlformats.org/officeDocument/2006/relationships/image" Target="../media/image14.png"/><Relationship Id="rId7" Type="http://schemas.openxmlformats.org/officeDocument/2006/relationships/image" Target="../media/image17.jpeg"/><Relationship Id="rId12" Type="http://schemas.openxmlformats.org/officeDocument/2006/relationships/image" Target="../media/image22.jpeg"/><Relationship Id="rId17" Type="http://schemas.openxmlformats.org/officeDocument/2006/relationships/customXml" Target="../ink/ink25.xml"/><Relationship Id="rId2" Type="http://schemas.openxmlformats.org/officeDocument/2006/relationships/image" Target="../media/image13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11" Type="http://schemas.openxmlformats.org/officeDocument/2006/relationships/image" Target="../media/image21.jpeg"/><Relationship Id="rId5" Type="http://schemas.openxmlformats.org/officeDocument/2006/relationships/image" Target="../media/image15.jpeg"/><Relationship Id="rId15" Type="http://schemas.openxmlformats.org/officeDocument/2006/relationships/image" Target="../media/image25.jpeg"/><Relationship Id="rId10" Type="http://schemas.openxmlformats.org/officeDocument/2006/relationships/image" Target="../media/image20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Relationship Id="rId14" Type="http://schemas.openxmlformats.org/officeDocument/2006/relationships/image" Target="../media/image2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51.png"/><Relationship Id="rId7" Type="http://schemas.openxmlformats.org/officeDocument/2006/relationships/image" Target="../media/image470.png"/><Relationship Id="rId12" Type="http://schemas.openxmlformats.org/officeDocument/2006/relationships/image" Target="../media/image52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6.png"/><Relationship Id="rId5" Type="http://schemas.openxmlformats.org/officeDocument/2006/relationships/image" Target="../media/image53.jpeg"/><Relationship Id="rId10" Type="http://schemas.openxmlformats.org/officeDocument/2006/relationships/image" Target="../media/image55.jpeg"/><Relationship Id="rId4" Type="http://schemas.openxmlformats.org/officeDocument/2006/relationships/image" Target="../media/image52.jpeg"/><Relationship Id="rId9" Type="http://schemas.openxmlformats.org/officeDocument/2006/relationships/image" Target="../media/image49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700.png"/><Relationship Id="rId7" Type="http://schemas.openxmlformats.org/officeDocument/2006/relationships/image" Target="../media/image51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Relationship Id="rId4" Type="http://schemas.openxmlformats.org/officeDocument/2006/relationships/image" Target="../media/image480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Relationship Id="rId9" Type="http://schemas.openxmlformats.org/officeDocument/2006/relationships/image" Target="../media/image111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490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md.edu/users/gasarch/BLOGPAPERS/pollpaper3.pdf" TargetMode="Externa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25: P and NP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DFC1EC7-CEE8-3CF9-4395-9C3621E4C91C}"/>
                  </a:ext>
                </a:extLst>
              </p14:cNvPr>
              <p14:cNvContentPartPr/>
              <p14:nvPr/>
            </p14:nvContentPartPr>
            <p14:xfrm>
              <a:off x="918720" y="3205440"/>
              <a:ext cx="8440560" cy="1488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DFC1EC7-CEE8-3CF9-4395-9C3621E4C9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9360" y="3196080"/>
                <a:ext cx="8459280" cy="150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E9DB-CD35-09FC-6BCD-A02078F6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Tractable: </a:t>
                </a:r>
              </a:p>
              <a:p>
                <a:pPr lvl="1"/>
                <a:r>
                  <a:rPr lang="en-US" dirty="0"/>
                  <a:t>Feasible to solve in the “real world” </a:t>
                </a:r>
              </a:p>
              <a:p>
                <a:r>
                  <a:rPr lang="en-US" dirty="0"/>
                  <a:t>Intractable: </a:t>
                </a:r>
              </a:p>
              <a:p>
                <a:pPr lvl="1"/>
                <a:r>
                  <a:rPr lang="en-US" dirty="0"/>
                  <a:t>Infeasible to solve in the “real world” </a:t>
                </a:r>
              </a:p>
              <a:p>
                <a:r>
                  <a:rPr lang="en-US" dirty="0"/>
                  <a:t>Whether a problem is considered “tractable” or “intractable” depends on the use case</a:t>
                </a:r>
              </a:p>
              <a:p>
                <a:pPr lvl="1"/>
                <a:r>
                  <a:rPr lang="en-US" dirty="0"/>
                  <a:t>For machine learning, big data, etc. tractable might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even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most applications it’s more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strange pattern: </a:t>
                </a:r>
              </a:p>
              <a:p>
                <a:pPr lvl="1"/>
                <a:r>
                  <a:rPr lang="en-US" dirty="0"/>
                  <a:t>Most “natural” problems are either done in small-degree polynomial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) or else exponential time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It’s rare to have problems which require a running time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, for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629D044-A8EA-40DC-6AD1-210D50EDF00C}"/>
                  </a:ext>
                </a:extLst>
              </p14:cNvPr>
              <p14:cNvContentPartPr/>
              <p14:nvPr/>
            </p14:nvContentPartPr>
            <p14:xfrm>
              <a:off x="1020240" y="1634760"/>
              <a:ext cx="10167480" cy="438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629D044-A8EA-40DC-6AD1-210D50EDF0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0880" y="1625400"/>
                <a:ext cx="10186200" cy="440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5916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345B-EBAA-56CC-975E-F162FB4E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Path:</a:t>
                </a:r>
              </a:p>
              <a:p>
                <a:pPr lvl="1"/>
                <a:r>
                  <a:rPr lang="en-US" dirty="0"/>
                  <a:t>A sequence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/>
                  <a:t> such that for every consecutive pair are connected by an edge (i.e.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 edge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the path)</a:t>
                </a:r>
              </a:p>
              <a:p>
                <a:r>
                  <a:rPr lang="en-US" dirty="0"/>
                  <a:t>Euler Path:</a:t>
                </a:r>
              </a:p>
              <a:p>
                <a:pPr lvl="1"/>
                <a:r>
                  <a:rPr lang="en-US" dirty="0"/>
                  <a:t>A path such that every edge in the graph appears exactly once</a:t>
                </a:r>
              </a:p>
              <a:p>
                <a:pPr lvl="2"/>
                <a:r>
                  <a:rPr lang="en-US" dirty="0"/>
                  <a:t>If the graph is not simple then some pairs need to appear multiple times!</a:t>
                </a:r>
              </a:p>
              <a:p>
                <a:r>
                  <a:rPr lang="en-US" dirty="0"/>
                  <a:t>Euler path problem:</a:t>
                </a:r>
              </a:p>
              <a:p>
                <a:pPr lvl="1"/>
                <a:r>
                  <a:rPr lang="en-US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there exist an Euler path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9F5035F-AB17-5AB2-FECA-8639CB4D7D35}"/>
              </a:ext>
            </a:extLst>
          </p:cNvPr>
          <p:cNvGrpSpPr/>
          <p:nvPr/>
        </p:nvGrpSpPr>
        <p:grpSpPr>
          <a:xfrm>
            <a:off x="9076635" y="215114"/>
            <a:ext cx="1902535" cy="1888006"/>
            <a:chOff x="2300659" y="2657586"/>
            <a:chExt cx="2211432" cy="2194544"/>
          </a:xfrm>
        </p:grpSpPr>
        <p:cxnSp>
          <p:nvCxnSpPr>
            <p:cNvPr id="5" name="Straight Connector 31">
              <a:extLst>
                <a:ext uri="{FF2B5EF4-FFF2-40B4-BE49-F238E27FC236}">
                  <a16:creationId xmlns:a16="http://schemas.microsoft.com/office/drawing/2014/main" id="{C402C537-C190-308F-8C8D-02FABFFC7DB3}"/>
                </a:ext>
              </a:extLst>
            </p:cNvPr>
            <p:cNvCxnSpPr>
              <a:stCxn id="6" idx="1"/>
              <a:endCxn id="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49F57C-DF0A-E08E-20AC-3C13F52ACC91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922BC69-1AB9-6000-F047-3CDF8FC3BDA4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34D002-4C6C-2B69-B8F0-8D4FD03FDFBC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C3C9D1-0601-89A2-BBAB-EAF8973FD46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918BB811-B16F-C80A-B656-3AAC408AC78E}"/>
                </a:ext>
              </a:extLst>
            </p:cNvPr>
            <p:cNvCxnSpPr>
              <a:stCxn id="6" idx="7"/>
              <a:endCxn id="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661F6920-06A9-D4A3-F2DA-3977BDFF6452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31">
              <a:extLst>
                <a:ext uri="{FF2B5EF4-FFF2-40B4-BE49-F238E27FC236}">
                  <a16:creationId xmlns:a16="http://schemas.microsoft.com/office/drawing/2014/main" id="{3873DE0A-0ED5-8B3C-3575-0D02566948D8}"/>
                </a:ext>
              </a:extLst>
            </p:cNvPr>
            <p:cNvCxnSpPr>
              <a:stCxn id="6" idx="4"/>
              <a:endCxn id="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31">
              <a:extLst>
                <a:ext uri="{FF2B5EF4-FFF2-40B4-BE49-F238E27FC236}">
                  <a16:creationId xmlns:a16="http://schemas.microsoft.com/office/drawing/2014/main" id="{5AC37565-91BF-2439-5D80-530D7B3C47A7}"/>
                </a:ext>
              </a:extLst>
            </p:cNvPr>
            <p:cNvCxnSpPr>
              <a:stCxn id="9" idx="4"/>
              <a:endCxn id="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5734518B-3B5B-7632-761B-5646C0235BBD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89C7BE86-B073-3921-2135-095DBFDD798C}"/>
                </a:ext>
              </a:extLst>
            </p:cNvPr>
            <p:cNvCxnSpPr>
              <a:stCxn id="7" idx="6"/>
              <a:endCxn id="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5536BD-5E37-FE49-7D9E-224B97D09012}"/>
              </a:ext>
            </a:extLst>
          </p:cNvPr>
          <p:cNvGrpSpPr/>
          <p:nvPr/>
        </p:nvGrpSpPr>
        <p:grpSpPr>
          <a:xfrm>
            <a:off x="6078656" y="255511"/>
            <a:ext cx="1902535" cy="1888006"/>
            <a:chOff x="2300659" y="2657586"/>
            <a:chExt cx="2211432" cy="2194544"/>
          </a:xfrm>
        </p:grpSpPr>
        <p:cxnSp>
          <p:nvCxnSpPr>
            <p:cNvPr id="29" name="Straight Connector 31">
              <a:extLst>
                <a:ext uri="{FF2B5EF4-FFF2-40B4-BE49-F238E27FC236}">
                  <a16:creationId xmlns:a16="http://schemas.microsoft.com/office/drawing/2014/main" id="{61169B8B-F7E1-1453-5D88-7749A6B103DF}"/>
                </a:ext>
              </a:extLst>
            </p:cNvPr>
            <p:cNvCxnSpPr>
              <a:stCxn id="30" idx="1"/>
              <a:endCxn id="31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9356F9B-A896-8A33-E12E-614774A64F5C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CEBEC72-E416-0633-E16A-87334EC82D2F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0AABD59-4ED1-4AC8-8291-FF0532702115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061C49F-FB80-CFE9-874F-A2753A9E2E0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35" name="Straight Connector 31">
              <a:extLst>
                <a:ext uri="{FF2B5EF4-FFF2-40B4-BE49-F238E27FC236}">
                  <a16:creationId xmlns:a16="http://schemas.microsoft.com/office/drawing/2014/main" id="{5F3086AD-DB54-5D46-AC90-12922E194F4C}"/>
                </a:ext>
              </a:extLst>
            </p:cNvPr>
            <p:cNvCxnSpPr>
              <a:stCxn id="30" idx="2"/>
              <a:endCxn id="32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3FA0350-BA32-B7D7-A4A4-6694DFB342CB}"/>
                </a:ext>
              </a:extLst>
            </p:cNvPr>
            <p:cNvCxnSpPr>
              <a:stCxn id="33" idx="4"/>
              <a:endCxn id="32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1">
              <a:extLst>
                <a:ext uri="{FF2B5EF4-FFF2-40B4-BE49-F238E27FC236}">
                  <a16:creationId xmlns:a16="http://schemas.microsoft.com/office/drawing/2014/main" id="{0EC78CED-9457-6474-C123-61B695D035F3}"/>
                </a:ext>
              </a:extLst>
            </p:cNvPr>
            <p:cNvCxnSpPr>
              <a:stCxn id="30" idx="6"/>
              <a:endCxn id="33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1">
              <a:extLst>
                <a:ext uri="{FF2B5EF4-FFF2-40B4-BE49-F238E27FC236}">
                  <a16:creationId xmlns:a16="http://schemas.microsoft.com/office/drawing/2014/main" id="{2F68682C-E3DA-721C-8555-704F5E928A24}"/>
                </a:ext>
              </a:extLst>
            </p:cNvPr>
            <p:cNvCxnSpPr>
              <a:stCxn id="31" idx="6"/>
              <a:endCxn id="33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5935203-DDF5-8AFD-7215-EC2F3959BB21}"/>
                  </a:ext>
                </a:extLst>
              </p14:cNvPr>
              <p14:cNvContentPartPr/>
              <p14:nvPr/>
            </p14:nvContentPartPr>
            <p14:xfrm>
              <a:off x="780480" y="1135800"/>
              <a:ext cx="2575080" cy="471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5935203-DDF5-8AFD-7215-EC2F3959BB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1120" y="1126440"/>
                <a:ext cx="2593800" cy="49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666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6D58-44B6-D538-10FD-C3FCC54B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Seemingly Similar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Hamiltonian Path:</a:t>
                </a:r>
              </a:p>
              <a:p>
                <a:pPr lvl="1"/>
                <a:r>
                  <a:rPr lang="en-US" dirty="0"/>
                  <a:t>A path that includes every node in the graph exactly once</a:t>
                </a:r>
              </a:p>
              <a:p>
                <a:r>
                  <a:rPr lang="en-US" dirty="0"/>
                  <a:t>Hamiltonian Path Problem: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that graph have a Hamiltonian Path?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5D8A630-43CD-7610-70E4-8BD854FC356F}"/>
              </a:ext>
            </a:extLst>
          </p:cNvPr>
          <p:cNvGrpSpPr/>
          <p:nvPr/>
        </p:nvGrpSpPr>
        <p:grpSpPr>
          <a:xfrm>
            <a:off x="2653211" y="3775899"/>
            <a:ext cx="6583250" cy="2918001"/>
            <a:chOff x="1931018" y="3462667"/>
            <a:chExt cx="6583250" cy="291800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10BBED7-1BDE-181F-1891-23716F499E92}"/>
                </a:ext>
              </a:extLst>
            </p:cNvPr>
            <p:cNvCxnSpPr>
              <a:stCxn id="6" idx="7"/>
              <a:endCxn id="13" idx="2"/>
            </p:cNvCxnSpPr>
            <p:nvPr/>
          </p:nvCxnSpPr>
          <p:spPr>
            <a:xfrm flipV="1">
              <a:off x="2369120" y="3719301"/>
              <a:ext cx="1593280" cy="9030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ACF018F-DFA0-8834-DDD5-2289E8D4638F}"/>
                </a:ext>
              </a:extLst>
            </p:cNvPr>
            <p:cNvSpPr/>
            <p:nvPr/>
          </p:nvSpPr>
          <p:spPr>
            <a:xfrm>
              <a:off x="1931018" y="4547141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28C5049-82EF-1BCE-74DA-F1315FF4FC9B}"/>
                </a:ext>
              </a:extLst>
            </p:cNvPr>
            <p:cNvSpPr/>
            <p:nvPr/>
          </p:nvSpPr>
          <p:spPr>
            <a:xfrm>
              <a:off x="2241704" y="586740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1717E-AE97-E58E-B460-A5F37284BE8C}"/>
                </a:ext>
              </a:extLst>
            </p:cNvPr>
            <p:cNvSpPr/>
            <p:nvPr/>
          </p:nvSpPr>
          <p:spPr>
            <a:xfrm>
              <a:off x="6105339" y="551341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F41E82D-B4CE-C0E0-01D6-341113AA66FD}"/>
                </a:ext>
              </a:extLst>
            </p:cNvPr>
            <p:cNvSpPr/>
            <p:nvPr/>
          </p:nvSpPr>
          <p:spPr>
            <a:xfrm>
              <a:off x="8001000" y="526097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3799E7-388A-DB69-AF41-C20993004D91}"/>
                </a:ext>
              </a:extLst>
            </p:cNvPr>
            <p:cNvSpPr/>
            <p:nvPr/>
          </p:nvSpPr>
          <p:spPr>
            <a:xfrm>
              <a:off x="7315200" y="355115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AB8753-9AE9-F155-6D7F-668B6F0A42DE}"/>
                </a:ext>
              </a:extLst>
            </p:cNvPr>
            <p:cNvSpPr/>
            <p:nvPr/>
          </p:nvSpPr>
          <p:spPr>
            <a:xfrm>
              <a:off x="5867400" y="449107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633ACC-60D3-1C8B-45C3-AC6EBAD23B25}"/>
                </a:ext>
              </a:extLst>
            </p:cNvPr>
            <p:cNvSpPr/>
            <p:nvPr/>
          </p:nvSpPr>
          <p:spPr>
            <a:xfrm>
              <a:off x="3862036" y="444290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B218345-3EC7-E1CF-C962-D16A36304650}"/>
                </a:ext>
              </a:extLst>
            </p:cNvPr>
            <p:cNvSpPr/>
            <p:nvPr/>
          </p:nvSpPr>
          <p:spPr>
            <a:xfrm>
              <a:off x="3962400" y="346266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0C9939F-4E45-819B-E503-E17C1F226296}"/>
                </a:ext>
              </a:extLst>
            </p:cNvPr>
            <p:cNvCxnSpPr>
              <a:stCxn id="12" idx="0"/>
              <a:endCxn id="13" idx="4"/>
            </p:cNvCxnSpPr>
            <p:nvPr/>
          </p:nvCxnSpPr>
          <p:spPr>
            <a:xfrm flipV="1">
              <a:off x="4118670" y="3975935"/>
              <a:ext cx="100364" cy="46697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354A0F3-06C2-7D8B-7643-8E15DA7CFD63}"/>
                </a:ext>
              </a:extLst>
            </p:cNvPr>
            <p:cNvCxnSpPr>
              <a:stCxn id="12" idx="6"/>
              <a:endCxn id="11" idx="2"/>
            </p:cNvCxnSpPr>
            <p:nvPr/>
          </p:nvCxnSpPr>
          <p:spPr>
            <a:xfrm>
              <a:off x="4375304" y="4699541"/>
              <a:ext cx="1492096" cy="48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0DEA97-1361-9C15-2FDA-CF0718DD481B}"/>
                </a:ext>
              </a:extLst>
            </p:cNvPr>
            <p:cNvCxnSpPr>
              <a:stCxn id="10" idx="3"/>
              <a:endCxn id="11" idx="7"/>
            </p:cNvCxnSpPr>
            <p:nvPr/>
          </p:nvCxnSpPr>
          <p:spPr>
            <a:xfrm flipH="1">
              <a:off x="6305502" y="3989259"/>
              <a:ext cx="1084864" cy="57698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4522E44-17A8-AA87-5A1A-585783746079}"/>
                </a:ext>
              </a:extLst>
            </p:cNvPr>
            <p:cNvCxnSpPr>
              <a:stCxn id="10" idx="5"/>
              <a:endCxn id="9" idx="0"/>
            </p:cNvCxnSpPr>
            <p:nvPr/>
          </p:nvCxnSpPr>
          <p:spPr>
            <a:xfrm>
              <a:off x="7753302" y="3989259"/>
              <a:ext cx="504332" cy="127171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5688FE9-1B5B-3D83-8ED4-F0B54F2207AD}"/>
                </a:ext>
              </a:extLst>
            </p:cNvPr>
            <p:cNvCxnSpPr>
              <a:stCxn id="9" idx="2"/>
              <a:endCxn id="8" idx="6"/>
            </p:cNvCxnSpPr>
            <p:nvPr/>
          </p:nvCxnSpPr>
          <p:spPr>
            <a:xfrm flipH="1">
              <a:off x="6618607" y="5517609"/>
              <a:ext cx="1382393" cy="25243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FCC224D-25C9-AD5F-1F89-94B0DC40BBE0}"/>
                </a:ext>
              </a:extLst>
            </p:cNvPr>
            <p:cNvCxnSpPr>
              <a:stCxn id="8" idx="2"/>
              <a:endCxn id="7" idx="6"/>
            </p:cNvCxnSpPr>
            <p:nvPr/>
          </p:nvCxnSpPr>
          <p:spPr>
            <a:xfrm flipH="1">
              <a:off x="2754972" y="5770044"/>
              <a:ext cx="3350367" cy="3539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50BD48E-631A-9E9D-CA20-27B64F24DF6A}"/>
                </a:ext>
              </a:extLst>
            </p:cNvPr>
            <p:cNvCxnSpPr>
              <a:stCxn id="7" idx="0"/>
              <a:endCxn id="6" idx="4"/>
            </p:cNvCxnSpPr>
            <p:nvPr/>
          </p:nvCxnSpPr>
          <p:spPr>
            <a:xfrm flipH="1" flipV="1">
              <a:off x="2187652" y="5060409"/>
              <a:ext cx="310686" cy="80699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D80C8D-3431-51AF-4019-D8385D0E924C}"/>
                </a:ext>
              </a:extLst>
            </p:cNvPr>
            <p:cNvCxnSpPr>
              <a:stCxn id="12" idx="2"/>
              <a:endCxn id="6" idx="6"/>
            </p:cNvCxnSpPr>
            <p:nvPr/>
          </p:nvCxnSpPr>
          <p:spPr>
            <a:xfrm flipH="1">
              <a:off x="2444286" y="4699541"/>
              <a:ext cx="1417750" cy="10423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D58390F-2323-1BC3-4E5E-5239061AF6B9}"/>
                </a:ext>
              </a:extLst>
            </p:cNvPr>
            <p:cNvCxnSpPr>
              <a:stCxn id="12" idx="3"/>
              <a:endCxn id="7" idx="7"/>
            </p:cNvCxnSpPr>
            <p:nvPr/>
          </p:nvCxnSpPr>
          <p:spPr>
            <a:xfrm flipH="1">
              <a:off x="2679806" y="4881009"/>
              <a:ext cx="1257396" cy="10615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03B5A7-E497-66B7-9DCF-D69BF1F0970A}"/>
                </a:ext>
              </a:extLst>
            </p:cNvPr>
            <p:cNvCxnSpPr>
              <a:stCxn id="12" idx="7"/>
              <a:endCxn id="10" idx="2"/>
            </p:cNvCxnSpPr>
            <p:nvPr/>
          </p:nvCxnSpPr>
          <p:spPr>
            <a:xfrm flipV="1">
              <a:off x="4300138" y="3807791"/>
              <a:ext cx="3015062" cy="71028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5C7ACF-065F-F2E9-A3EF-8EA3E9A1E2D5}"/>
                </a:ext>
              </a:extLst>
            </p:cNvPr>
            <p:cNvCxnSpPr>
              <a:stCxn id="13" idx="6"/>
              <a:endCxn id="11" idx="1"/>
            </p:cNvCxnSpPr>
            <p:nvPr/>
          </p:nvCxnSpPr>
          <p:spPr>
            <a:xfrm>
              <a:off x="4475668" y="3719301"/>
              <a:ext cx="1466898" cy="84693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25E937A-5865-1A25-7FFF-43C0B86486BA}"/>
                </a:ext>
              </a:extLst>
            </p:cNvPr>
            <p:cNvCxnSpPr>
              <a:stCxn id="8" idx="0"/>
              <a:endCxn id="11" idx="4"/>
            </p:cNvCxnSpPr>
            <p:nvPr/>
          </p:nvCxnSpPr>
          <p:spPr>
            <a:xfrm flipH="1" flipV="1">
              <a:off x="6124034" y="5004341"/>
              <a:ext cx="237939" cy="50906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3CFA01-49BD-73EA-7746-C9CA06A772F9}"/>
                  </a:ext>
                </a:extLst>
              </p:cNvPr>
              <p:cNvSpPr txBox="1"/>
              <p:nvPr/>
            </p:nvSpPr>
            <p:spPr>
              <a:xfrm>
                <a:off x="275063" y="5660783"/>
                <a:ext cx="20996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True!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3CFA01-49BD-73EA-7746-C9CA06A77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63" y="5660783"/>
                <a:ext cx="2099614" cy="646331"/>
              </a:xfrm>
              <a:prstGeom prst="rect">
                <a:avLst/>
              </a:prstGeom>
              <a:blipFill>
                <a:blip r:embed="rId3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0A4EA84-8572-F905-2840-63F22E8EEBBF}"/>
                  </a:ext>
                </a:extLst>
              </p14:cNvPr>
              <p14:cNvContentPartPr/>
              <p14:nvPr/>
            </p14:nvContentPartPr>
            <p14:xfrm>
              <a:off x="1130760" y="2097360"/>
              <a:ext cx="2900880" cy="2908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0A4EA84-8572-F905-2840-63F22E8EEB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1400" y="2088000"/>
                <a:ext cx="2919600" cy="30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999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95-8803-F548-902A-C791AB8A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A Complexity Class is a set of problems (e.g. sorting, Euler path, Hamiltonian path)</a:t>
                </a:r>
              </a:p>
              <a:p>
                <a:pPr lvl="1"/>
                <a:r>
                  <a:rPr lang="en-US" dirty="0"/>
                  <a:t>The problems included in a complexity class are those whose most efficient algorithm has a specific upper bound on its running time (or memory use, or…)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Finding the minimum of a list, finding the maximum of a list, </a:t>
                </a:r>
                <a:r>
                  <a:rPr lang="en-US" dirty="0" err="1"/>
                  <a:t>buildheap</a:t>
                </a:r>
                <a:r>
                  <a:rPr lang="en-US" dirty="0"/>
                  <a:t>, summing a list, etc.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everything above as well as sorting, Euler path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Contains: everything we’ve seen in this class so far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4D91A5-94FC-D5E8-6201-88572DE545A4}"/>
                  </a:ext>
                </a:extLst>
              </p14:cNvPr>
              <p14:cNvContentPartPr/>
              <p14:nvPr/>
            </p14:nvContentPartPr>
            <p14:xfrm>
              <a:off x="1376640" y="214200"/>
              <a:ext cx="10616040" cy="5734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4D91A5-94FC-D5E8-6201-88572DE545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7280" y="204840"/>
                <a:ext cx="10634760" cy="575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605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3049-9A36-4872-6DE7-2BA54924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explore what problems are and are not tractable, we give some complexity classes special names:</a:t>
                </a:r>
              </a:p>
              <a:p>
                <a:r>
                  <a:rPr lang="en-US" b="0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“Polynomial”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“Tractable”</a:t>
                </a:r>
              </a:p>
              <a:p>
                <a:r>
                  <a:rPr lang="en-US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“Exponential”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“Intractable”</a:t>
                </a:r>
              </a:p>
              <a:p>
                <a:pPr lvl="2"/>
                <a:r>
                  <a:rPr lang="en-US" dirty="0"/>
                  <a:t>Disclaimer: Really it’s all problems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and there are problems which do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, but we’re not going to worry about those in this class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928" t="-242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2AA07D-E63F-5AD5-0673-EA64F29E8416}"/>
                  </a:ext>
                </a:extLst>
              </p14:cNvPr>
              <p14:cNvContentPartPr/>
              <p14:nvPr/>
            </p14:nvContentPartPr>
            <p14:xfrm>
              <a:off x="2774520" y="918360"/>
              <a:ext cx="9033840" cy="5134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2AA07D-E63F-5AD5-0673-EA64F29E84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5160" y="909000"/>
                <a:ext cx="9052560" cy="515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270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60960" y="1564640"/>
            <a:ext cx="9306560" cy="50961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635760" y="3469640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60" y="3469640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1981200" y="167088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088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2550DD-9FF2-C570-E745-65E19BAC93D5}"/>
              </a:ext>
            </a:extLst>
          </p:cNvPr>
          <p:cNvSpPr txBox="1"/>
          <p:nvPr/>
        </p:nvSpPr>
        <p:spPr>
          <a:xfrm>
            <a:off x="3471477" y="5383014"/>
            <a:ext cx="1327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Tractable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4646-F281-6298-2601-18567B627005}"/>
              </a:ext>
            </a:extLst>
          </p:cNvPr>
          <p:cNvSpPr txBox="1"/>
          <p:nvPr/>
        </p:nvSpPr>
        <p:spPr>
          <a:xfrm>
            <a:off x="7337357" y="4032547"/>
            <a:ext cx="1534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A50021"/>
                </a:solidFill>
              </a:rPr>
              <a:t>Intractable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𝐸𝑋𝑃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Every problem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is also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The intractable ones are the problems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but NOT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blipFill>
                <a:blip r:embed="rId5"/>
                <a:stretch>
                  <a:fillRect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A23BF6-F110-2CE3-670C-DF833E4C1090}"/>
                  </a:ext>
                </a:extLst>
              </p14:cNvPr>
              <p14:cNvContentPartPr/>
              <p14:nvPr/>
            </p14:nvContentPartPr>
            <p14:xfrm>
              <a:off x="2454840" y="1971720"/>
              <a:ext cx="6413040" cy="3922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A23BF6-F110-2CE3-670C-DF833E4C10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45480" y="1962360"/>
                <a:ext cx="6431760" cy="394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7056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60960" y="1564640"/>
            <a:ext cx="9306560" cy="50961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E63B7-26A8-E554-2435-7EE8062A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2CD1BFD-574C-E5F5-667A-A8E28277AD99}"/>
              </a:ext>
            </a:extLst>
          </p:cNvPr>
          <p:cNvSpPr/>
          <p:nvPr/>
        </p:nvSpPr>
        <p:spPr>
          <a:xfrm>
            <a:off x="261106" y="2732548"/>
            <a:ext cx="4998720" cy="25552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1981200" y="167088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0880"/>
                <a:ext cx="60960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2550DD-9FF2-C570-E745-65E19BAC93D5}"/>
              </a:ext>
            </a:extLst>
          </p:cNvPr>
          <p:cNvSpPr txBox="1"/>
          <p:nvPr/>
        </p:nvSpPr>
        <p:spPr>
          <a:xfrm>
            <a:off x="2096823" y="4645922"/>
            <a:ext cx="1327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Tractable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4646-F281-6298-2601-18567B627005}"/>
              </a:ext>
            </a:extLst>
          </p:cNvPr>
          <p:cNvSpPr txBox="1"/>
          <p:nvPr/>
        </p:nvSpPr>
        <p:spPr>
          <a:xfrm>
            <a:off x="3809894" y="6098815"/>
            <a:ext cx="1534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Intractable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Some of the problems we’ve listed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could also be members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 Since membership is determined by a problem’s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most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efficient algorithm, knowing if a problem belongs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requires knowing the best algorithm possible!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blipFill>
                <a:blip r:embed="rId3"/>
                <a:stretch>
                  <a:fillRect t="-2247" r="-264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464BCC-0AB2-C9A2-C0EE-1EFC632FB5C4}"/>
                  </a:ext>
                </a:extLst>
              </p:cNvPr>
              <p:cNvSpPr txBox="1"/>
              <p:nvPr/>
            </p:nvSpPr>
            <p:spPr>
              <a:xfrm>
                <a:off x="1105304" y="2971616"/>
                <a:ext cx="991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464BCC-0AB2-C9A2-C0EE-1EFC632FB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304" y="2971616"/>
                <a:ext cx="99151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629A71-AB01-83C3-B166-62581ECB1099}"/>
              </a:ext>
            </a:extLst>
          </p:cNvPr>
          <p:cNvSpPr txBox="1"/>
          <p:nvPr/>
        </p:nvSpPr>
        <p:spPr>
          <a:xfrm>
            <a:off x="1102278" y="2952357"/>
            <a:ext cx="43211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Sorting</a:t>
            </a:r>
          </a:p>
          <a:p>
            <a:pPr algn="ctr"/>
            <a:r>
              <a:rPr lang="en-US" sz="2800" dirty="0"/>
              <a:t>Shortest Path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Euler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97214B-E7A6-DCFB-5A0B-3874A9D2C550}"/>
              </a:ext>
            </a:extLst>
          </p:cNvPr>
          <p:cNvSpPr txBox="1"/>
          <p:nvPr/>
        </p:nvSpPr>
        <p:spPr>
          <a:xfrm>
            <a:off x="4440933" y="2895021"/>
            <a:ext cx="43211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Hamiltonian Path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Longest Path</a:t>
            </a:r>
          </a:p>
          <a:p>
            <a:pPr algn="ctr"/>
            <a:r>
              <a:rPr lang="en-US" sz="2800" dirty="0"/>
              <a:t>Vertex Cover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Independent Set</a:t>
            </a:r>
          </a:p>
          <a:p>
            <a:pPr algn="ctr"/>
            <a:r>
              <a:rPr lang="en-US" sz="2800" dirty="0"/>
              <a:t>Satisfiability</a:t>
            </a:r>
          </a:p>
          <a:p>
            <a:pPr algn="ctr"/>
            <a:r>
              <a:rPr lang="en-US" sz="2800" dirty="0"/>
              <a:t>Most Board Game Strategies</a:t>
            </a:r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7F717A2-CA9C-8860-F989-93B175496178}"/>
                  </a:ext>
                </a:extLst>
              </p14:cNvPr>
              <p14:cNvContentPartPr/>
              <p14:nvPr/>
            </p14:nvContentPartPr>
            <p14:xfrm>
              <a:off x="2304360" y="2663640"/>
              <a:ext cx="6609600" cy="2933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7F717A2-CA9C-8860-F989-93B1754961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95000" y="2654280"/>
                <a:ext cx="6628320" cy="29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6385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07D8-AFB7-106C-286D-8A15C2C6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Studying Complexity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Organizing problems into complexity classes helps us to reason more carefully and flexibly about tractability</a:t>
                </a:r>
              </a:p>
              <a:p>
                <a:r>
                  <a:rPr lang="en-US" dirty="0"/>
                  <a:t>The goal for each problem is to either</a:t>
                </a:r>
              </a:p>
              <a:p>
                <a:pPr lvl="1"/>
                <a:r>
                  <a:rPr lang="en-US" dirty="0"/>
                  <a:t>Find an efficient algorithm if it exists</a:t>
                </a:r>
              </a:p>
              <a:p>
                <a:pPr lvl="2"/>
                <a:r>
                  <a:rPr lang="en-US" dirty="0"/>
                  <a:t>i.e. show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Prove that no efficient algorithm exists</a:t>
                </a:r>
              </a:p>
              <a:p>
                <a:pPr lvl="2"/>
                <a:r>
                  <a:rPr lang="en-US" dirty="0"/>
                  <a:t>i.e. show it does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Complexity classes allow us to reason about sets of problems at a time, rather than each problem individually</a:t>
                </a:r>
              </a:p>
              <a:p>
                <a:pPr lvl="1"/>
                <a:r>
                  <a:rPr lang="en-US" dirty="0"/>
                  <a:t>If we can find more precise classes to organize problems into, we might be able to draw conclusions about the entire class</a:t>
                </a:r>
              </a:p>
              <a:p>
                <a:pPr lvl="1"/>
                <a:r>
                  <a:rPr lang="en-US" dirty="0"/>
                  <a:t>It may be easier to show a problem belongs to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than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so it may help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F78078A-2D46-1103-CA81-B90893898DCD}"/>
                  </a:ext>
                </a:extLst>
              </p14:cNvPr>
              <p14:cNvContentPartPr/>
              <p14:nvPr/>
            </p14:nvContentPartPr>
            <p14:xfrm>
              <a:off x="1152360" y="1007280"/>
              <a:ext cx="7853760" cy="3095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F78078A-2D46-1103-CA81-B90893898D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3000" y="997920"/>
                <a:ext cx="7872480" cy="311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130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Some problems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seem “easier”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4F8A-7B34-FBF2-A05D-44DB2299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problems that we do not have polynomial time algorithms to solve, but provided answers are easy to check</a:t>
            </a:r>
          </a:p>
          <a:p>
            <a:r>
              <a:rPr lang="en-US" dirty="0"/>
              <a:t>Hamiltonian Path:</a:t>
            </a:r>
          </a:p>
          <a:p>
            <a:pPr lvl="1"/>
            <a:r>
              <a:rPr lang="en-US" dirty="0"/>
              <a:t>It’s “hard” to look at a graph and determine whether it has a Hamiltonian Path</a:t>
            </a:r>
          </a:p>
          <a:p>
            <a:pPr lvl="1"/>
            <a:r>
              <a:rPr lang="en-US" dirty="0"/>
              <a:t>It’s “easy” to look at a graph and a candidate path together and determine whether THAT path is a Hamiltonian Path </a:t>
            </a:r>
          </a:p>
          <a:p>
            <a:pPr lvl="2"/>
            <a:r>
              <a:rPr lang="en-US" dirty="0"/>
              <a:t>It’s easy to </a:t>
            </a:r>
            <a:r>
              <a:rPr lang="en-US" b="1" dirty="0"/>
              <a:t>verify</a:t>
            </a:r>
            <a:r>
              <a:rPr lang="en-US" dirty="0"/>
              <a:t> whether a given path is a Hamiltonian path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4D0F18B-3917-ABE7-30D0-65FAC00968CE}"/>
                  </a:ext>
                </a:extLst>
              </p14:cNvPr>
              <p14:cNvContentPartPr/>
              <p14:nvPr/>
            </p14:nvContentPartPr>
            <p14:xfrm>
              <a:off x="1121400" y="1010160"/>
              <a:ext cx="8827920" cy="5027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4D0F18B-3917-ABE7-30D0-65FAC00968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2040" y="1000800"/>
                <a:ext cx="8846640" cy="504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1663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set of problems for which a candidate solution can be verified in polynomial time</a:t>
                </a:r>
              </a:p>
              <a:p>
                <a:pPr lvl="1"/>
                <a:r>
                  <a:rPr lang="en-US" dirty="0"/>
                  <a:t>Stands for “Non-deterministic Polynomial”</a:t>
                </a:r>
              </a:p>
              <a:p>
                <a:pPr lvl="2"/>
                <a:r>
                  <a:rPr lang="en-US" dirty="0"/>
                  <a:t>Corresponds to algorithms that can guess a solution (if it exists), that solution is then verified to be correct in polynomial time</a:t>
                </a:r>
              </a:p>
              <a:p>
                <a:pPr lvl="2"/>
                <a:r>
                  <a:rPr lang="en-US" dirty="0"/>
                  <a:t>Can also think of as allowing a special operation that allows the algorithm to magically guess the right choice at each step of an exhaustive search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09EF74-7CB0-DA22-0132-D1CAD99566A2}"/>
                  </a:ext>
                </a:extLst>
              </p14:cNvPr>
              <p14:cNvContentPartPr/>
              <p14:nvPr/>
            </p14:nvContentPartPr>
            <p14:xfrm>
              <a:off x="912600" y="590760"/>
              <a:ext cx="9599040" cy="4825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09EF74-7CB0-DA22-0132-D1CAD99566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3240" y="581400"/>
                <a:ext cx="9617760" cy="484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6534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5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57B6629-F808-F051-E310-058245153530}"/>
                  </a:ext>
                </a:extLst>
              </p14:cNvPr>
              <p14:cNvContentPartPr/>
              <p14:nvPr/>
            </p14:nvContentPartPr>
            <p14:xfrm>
              <a:off x="334800" y="199080"/>
              <a:ext cx="10244520" cy="5759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57B6629-F808-F051-E310-0582451535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5440" y="189720"/>
                <a:ext cx="10263240" cy="577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207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Hamiltonian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 an algorithm to solve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Hamiltonian Path</a:t>
                </a:r>
              </a:p>
              <a:p>
                <a:pPr lvl="1"/>
                <a:r>
                  <a:rPr lang="en-US" dirty="0"/>
                  <a:t>Algorithm: Check whether each permutation of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a path.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, so does not show whether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verify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sequence of nodes</a:t>
                </a:r>
              </a:p>
              <a:p>
                <a:pPr lvl="1"/>
                <a:r>
                  <a:rPr lang="en-US" dirty="0"/>
                  <a:t>Output: True if that sequence of nodes is a Hamiltonian Path</a:t>
                </a:r>
              </a:p>
              <a:p>
                <a:pPr lvl="1"/>
                <a:r>
                  <a:rPr lang="en-US" dirty="0"/>
                  <a:t>Algorithm:</a:t>
                </a:r>
              </a:p>
              <a:p>
                <a:pPr lvl="2"/>
                <a:r>
                  <a:rPr lang="en-US" dirty="0"/>
                  <a:t>Check that each node appears in the sequence exactly once</a:t>
                </a:r>
              </a:p>
              <a:p>
                <a:pPr lvl="2"/>
                <a:r>
                  <a:rPr lang="en-US" dirty="0"/>
                  <a:t>Check that the sequence is a path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so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A1106DF-97F1-846D-D14C-0FAB7E07D819}"/>
                  </a:ext>
                </a:extLst>
              </p14:cNvPr>
              <p14:cNvContentPartPr/>
              <p14:nvPr/>
            </p14:nvContentPartPr>
            <p14:xfrm>
              <a:off x="2292120" y="2161440"/>
              <a:ext cx="9300960" cy="4060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A1106DF-97F1-846D-D14C-0FAB7E07D8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2760" y="2152080"/>
                <a:ext cx="9319680" cy="407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1908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Party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926051" y="1413405"/>
            <a:ext cx="6562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Edges between people who don’t get along</a:t>
            </a:r>
          </a:p>
          <a:p>
            <a:r>
              <a:rPr lang="en-US" dirty="0"/>
              <a:t>How many people can I invite to a party if everyone must get along?</a:t>
            </a:r>
          </a:p>
        </p:txBody>
      </p:sp>
      <p:sp>
        <p:nvSpPr>
          <p:cNvPr id="3" name="AutoShape 2" descr="Boris Johnson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BDB391-F091-1846-3790-16198B287E18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1026" name="Picture 2" descr="Image result for Prince Harry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meghan markl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mage result for Prince Charle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Image result for justin trudeau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Image result for Elton John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8" name="Picture 34" descr="Image result for angela merkel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0" name="Picture 36" descr="Image result for paul mccartney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Connector 25"/>
            <p:cNvCxnSpPr>
              <a:stCxn id="1028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026" idx="3"/>
              <a:endCxn id="1060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030" idx="1"/>
              <a:endCxn id="1060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030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030" idx="1"/>
              <a:endCxn id="1044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1030" idx="1"/>
              <a:endCxn id="1042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042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044" idx="1"/>
              <a:endCxn id="1058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2" descr="Joe Biden - CNBC">
              <a:extLst>
                <a:ext uri="{FF2B5EF4-FFF2-40B4-BE49-F238E27FC236}">
                  <a16:creationId xmlns:a16="http://schemas.microsoft.com/office/drawing/2014/main" id="{962C31A1-6E3C-712B-C18A-F732F7F6D4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Emmanuel Macron - Wikipedia">
              <a:extLst>
                <a:ext uri="{FF2B5EF4-FFF2-40B4-BE49-F238E27FC236}">
                  <a16:creationId xmlns:a16="http://schemas.microsoft.com/office/drawing/2014/main" id="{0482CE18-CEF8-B794-ABC5-C2879D11D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E28D031F-BF6C-DD58-B24E-22BFDE50F7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FD067A-CC6D-6D54-0646-E140E9F8138F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8" descr="Ed Sheeran">
              <a:extLst>
                <a:ext uri="{FF2B5EF4-FFF2-40B4-BE49-F238E27FC236}">
                  <a16:creationId xmlns:a16="http://schemas.microsoft.com/office/drawing/2014/main" id="{34901888-5999-132B-BE71-0D5E65E1A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16115C01-A579-BE4C-699B-5394A062C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26C8D6B-5695-A2AC-A6A3-04B43EE5FB75}"/>
                  </a:ext>
                </a:extLst>
              </p14:cNvPr>
              <p14:cNvContentPartPr/>
              <p14:nvPr/>
            </p14:nvContentPartPr>
            <p14:xfrm>
              <a:off x="1474920" y="2134080"/>
              <a:ext cx="8674200" cy="3897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26C8D6B-5695-A2AC-A6A3-04B43EE5FB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65560" y="2124720"/>
                <a:ext cx="8692920" cy="391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0477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Independent set: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⊆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an independent set if no two nodes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share an edge</a:t>
                </a:r>
              </a:p>
              <a:p>
                <a:r>
                  <a:rPr lang="en-US" dirty="0"/>
                  <a:t>Independent Set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, determine whether there is an independent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FAE686B-242A-D559-5420-F3C11D191AF6}"/>
                  </a:ext>
                </a:extLst>
              </p14:cNvPr>
              <p14:cNvContentPartPr/>
              <p14:nvPr/>
            </p14:nvContentPartPr>
            <p14:xfrm>
              <a:off x="891000" y="1141920"/>
              <a:ext cx="8554320" cy="3098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FAE686B-242A-D559-5420-F3C11D191A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1640" y="1132560"/>
                <a:ext cx="8573040" cy="311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3119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16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39034" y="1476112"/>
            <a:ext cx="3316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Independent set of size 6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9078E9B-D60C-2C70-39F8-53C50A04FF80}"/>
              </a:ext>
            </a:extLst>
          </p:cNvPr>
          <p:cNvGrpSpPr/>
          <p:nvPr/>
        </p:nvGrpSpPr>
        <p:grpSpPr>
          <a:xfrm>
            <a:off x="1650264" y="1218142"/>
            <a:ext cx="8281702" cy="4725458"/>
            <a:chOff x="1650264" y="1218142"/>
            <a:chExt cx="8281702" cy="4725458"/>
          </a:xfrm>
        </p:grpSpPr>
        <p:sp>
          <p:nvSpPr>
            <p:cNvPr id="3" name="Oval 2"/>
            <p:cNvSpPr/>
            <p:nvPr/>
          </p:nvSpPr>
          <p:spPr>
            <a:xfrm>
              <a:off x="1650264" y="1218142"/>
              <a:ext cx="1193396" cy="108513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1930334" y="2389557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3658898" y="3089427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4495800" y="4605706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8660959" y="3575103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2593975" y="3638669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8F83D5C-B06D-5B61-F1B7-071B58B75FA4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54" name="Picture 2" descr="Image result for Prince Harry">
              <a:extLst>
                <a:ext uri="{FF2B5EF4-FFF2-40B4-BE49-F238E27FC236}">
                  <a16:creationId xmlns:a16="http://schemas.microsoft.com/office/drawing/2014/main" id="{FC7BF773-543A-36BB-85A2-E852E796E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4" descr="Image result for meghan markle">
              <a:extLst>
                <a:ext uri="{FF2B5EF4-FFF2-40B4-BE49-F238E27FC236}">
                  <a16:creationId xmlns:a16="http://schemas.microsoft.com/office/drawing/2014/main" id="{18976E11-3245-3052-1367-F83E3B8CA8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6" descr="Image result for Prince Charles">
              <a:extLst>
                <a:ext uri="{FF2B5EF4-FFF2-40B4-BE49-F238E27FC236}">
                  <a16:creationId xmlns:a16="http://schemas.microsoft.com/office/drawing/2014/main" id="{E0E20691-7F62-4E1C-E08A-BBC1D9ED6E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18" descr="Image result for justin trudeau">
              <a:extLst>
                <a:ext uri="{FF2B5EF4-FFF2-40B4-BE49-F238E27FC236}">
                  <a16:creationId xmlns:a16="http://schemas.microsoft.com/office/drawing/2014/main" id="{7091F052-D78A-5EC1-422D-C05634FFD2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20" descr="Image result for Elton John">
              <a:extLst>
                <a:ext uri="{FF2B5EF4-FFF2-40B4-BE49-F238E27FC236}">
                  <a16:creationId xmlns:a16="http://schemas.microsoft.com/office/drawing/2014/main" id="{C869DCB8-FC13-CA2C-E8D8-222848EF7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34" descr="Image result for angela merkel">
              <a:extLst>
                <a:ext uri="{FF2B5EF4-FFF2-40B4-BE49-F238E27FC236}">
                  <a16:creationId xmlns:a16="http://schemas.microsoft.com/office/drawing/2014/main" id="{EC5C45C6-D6C2-4402-049A-BAAD9E8A8B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36" descr="Image result for paul mccartney">
              <a:extLst>
                <a:ext uri="{FF2B5EF4-FFF2-40B4-BE49-F238E27FC236}">
                  <a16:creationId xmlns:a16="http://schemas.microsoft.com/office/drawing/2014/main" id="{61760EA7-C5B0-FE7B-CD24-EEC6A134E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9AC9EFE-C8B4-2B76-9F59-E83ABDEB7A4C}"/>
                </a:ext>
              </a:extLst>
            </p:cNvPr>
            <p:cNvCxnSpPr>
              <a:stCxn id="55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4D112E7-7183-183E-7C90-FA150E696656}"/>
                </a:ext>
              </a:extLst>
            </p:cNvPr>
            <p:cNvCxnSpPr>
              <a:stCxn id="54" idx="3"/>
              <a:endCxn id="61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0D871E6D-2982-E6D2-F692-6FD8D572CDBD}"/>
                </a:ext>
              </a:extLst>
            </p:cNvPr>
            <p:cNvCxnSpPr>
              <a:stCxn id="56" idx="1"/>
              <a:endCxn id="61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30157654-DC71-4772-AAA4-D605A2A32DAA}"/>
                </a:ext>
              </a:extLst>
            </p:cNvPr>
            <p:cNvCxnSpPr>
              <a:stCxn id="56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33A0686C-6192-785E-3908-93BE44CA529F}"/>
                </a:ext>
              </a:extLst>
            </p:cNvPr>
            <p:cNvCxnSpPr>
              <a:stCxn id="56" idx="1"/>
              <a:endCxn id="59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C0E3B107-C700-D459-FF70-4E7F8E49DE14}"/>
                </a:ext>
              </a:extLst>
            </p:cNvPr>
            <p:cNvCxnSpPr>
              <a:stCxn id="56" idx="1"/>
              <a:endCxn id="58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DF9EF4EE-F63C-1D9C-F677-3A71A2D459F0}"/>
                </a:ext>
              </a:extLst>
            </p:cNvPr>
            <p:cNvCxnSpPr>
              <a:stCxn id="58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1DDBFF65-E730-587C-9097-0D975EAD565B}"/>
                </a:ext>
              </a:extLst>
            </p:cNvPr>
            <p:cNvCxnSpPr>
              <a:stCxn id="59" idx="1"/>
              <a:endCxn id="60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61DA65C4-9194-5335-DCCA-B8618CFAF63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5" name="Picture 2" descr="Joe Biden - CNBC">
              <a:extLst>
                <a:ext uri="{FF2B5EF4-FFF2-40B4-BE49-F238E27FC236}">
                  <a16:creationId xmlns:a16="http://schemas.microsoft.com/office/drawing/2014/main" id="{A411C35C-A4E2-3254-9169-5A9C40884E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7" name="Picture 4" descr="Emmanuel Macron - Wikipedia">
              <a:extLst>
                <a:ext uri="{FF2B5EF4-FFF2-40B4-BE49-F238E27FC236}">
                  <a16:creationId xmlns:a16="http://schemas.microsoft.com/office/drawing/2014/main" id="{4D391E1C-1EDA-14A3-9DCA-919040D43A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79788093-DC07-81F4-2186-40AE05B238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0399E19D-B23D-BB29-F3A7-827B923531CE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0" name="Picture 8" descr="Ed Sheeran">
              <a:extLst>
                <a:ext uri="{FF2B5EF4-FFF2-40B4-BE49-F238E27FC236}">
                  <a16:creationId xmlns:a16="http://schemas.microsoft.com/office/drawing/2014/main" id="{1678B1E8-7F87-809D-84DD-C51634FDB4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1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873C8361-77B5-F5CC-E499-9D9F79B0B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7448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31DE21-E271-CDB0-8845-AB615D7D26FA}"/>
                  </a:ext>
                </a:extLst>
              </p14:cNvPr>
              <p14:cNvContentPartPr/>
              <p14:nvPr/>
            </p14:nvContentPartPr>
            <p14:xfrm>
              <a:off x="2335320" y="1974600"/>
              <a:ext cx="7657200" cy="2544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231DE21-E271-CDB0-8845-AB615D7D26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5960" y="1965240"/>
                <a:ext cx="7675920" cy="256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9803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rot="10800000">
            <a:off x="5179497" y="4800601"/>
            <a:ext cx="1060704" cy="914400"/>
            <a:chOff x="2133600" y="4191000"/>
            <a:chExt cx="1060704" cy="914400"/>
          </a:xfrm>
        </p:grpSpPr>
        <p:sp>
          <p:nvSpPr>
            <p:cNvPr id="7" name="Isosceles Triangle 6"/>
            <p:cNvSpPr/>
            <p:nvPr/>
          </p:nvSpPr>
          <p:spPr>
            <a:xfrm>
              <a:off x="2133600" y="4191000"/>
              <a:ext cx="1060704" cy="4572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3600" y="4648200"/>
              <a:ext cx="1060704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3429000" y="3048000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010400" y="3048000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252648" y="1345324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8" idx="1"/>
            <a:endCxn id="11" idx="2"/>
          </p:cNvCxnSpPr>
          <p:nvPr/>
        </p:nvCxnSpPr>
        <p:spPr>
          <a:xfrm flipV="1">
            <a:off x="6240202" y="3962401"/>
            <a:ext cx="1227399" cy="106680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2"/>
            <a:endCxn id="8" idx="3"/>
          </p:cNvCxnSpPr>
          <p:nvPr/>
        </p:nvCxnSpPr>
        <p:spPr>
          <a:xfrm>
            <a:off x="3886201" y="3962401"/>
            <a:ext cx="1293297" cy="106680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2" idx="1"/>
            <a:endCxn id="10" idx="0"/>
          </p:cNvCxnSpPr>
          <p:nvPr/>
        </p:nvCxnSpPr>
        <p:spPr>
          <a:xfrm flipH="1">
            <a:off x="3886200" y="1802524"/>
            <a:ext cx="1366448" cy="12454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0"/>
            <a:endCxn id="12" idx="3"/>
          </p:cNvCxnSpPr>
          <p:nvPr/>
        </p:nvCxnSpPr>
        <p:spPr>
          <a:xfrm flipH="1" flipV="1">
            <a:off x="6167048" y="1802524"/>
            <a:ext cx="1300552" cy="12454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453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2181226" y="1481300"/>
            <a:ext cx="5514975" cy="4914248"/>
            <a:chOff x="657225" y="1481300"/>
            <a:chExt cx="5514975" cy="4914248"/>
          </a:xfrm>
        </p:grpSpPr>
        <p:cxnSp>
          <p:nvCxnSpPr>
            <p:cNvPr id="14" name="Straight Connector 13"/>
            <p:cNvCxnSpPr>
              <a:stCxn id="8" idx="1"/>
              <a:endCxn id="2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23" idx="1"/>
              <a:endCxn id="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8" idx="2"/>
              <a:endCxn id="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8" idx="3"/>
              <a:endCxn id="29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9" idx="3"/>
              <a:endCxn id="26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2"/>
              <a:endCxn id="27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7" idx="3"/>
              <a:endCxn id="30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6" idx="2"/>
              <a:endCxn id="30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9" idx="3"/>
              <a:endCxn id="63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0"/>
              <a:endCxn id="63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23" idx="0"/>
              <a:endCxn id="30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23" idx="0"/>
              <a:endCxn id="26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7239000" y="129217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to place defenders on bases such that every edge is defended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30814" y="2075957"/>
            <a:ext cx="392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defenders would suffice?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6F19BCA-ED70-B6AC-8C0D-9D4012B0647E}"/>
                  </a:ext>
                </a:extLst>
              </p14:cNvPr>
              <p14:cNvContentPartPr/>
              <p14:nvPr/>
            </p14:nvContentPartPr>
            <p14:xfrm>
              <a:off x="1947960" y="2274840"/>
              <a:ext cx="2495520" cy="2461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6F19BCA-ED70-B6AC-8C0D-9D4012B064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8600" y="2265480"/>
                <a:ext cx="2514240" cy="248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0153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Vertex Cover: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  <m:r>
                      <a:rPr lang="en-US" b="0" i="1" smtClean="0">
                        <a:latin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 vertex cover if every edge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has one of its endpoints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Vertex Cover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𝐺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determine if there is a vertex cover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952B01-E457-287D-0444-3C6DF0412314}"/>
                  </a:ext>
                </a:extLst>
              </p14:cNvPr>
              <p14:cNvContentPartPr/>
              <p14:nvPr/>
            </p14:nvContentPartPr>
            <p14:xfrm>
              <a:off x="716040" y="1031760"/>
              <a:ext cx="9746280" cy="2924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952B01-E457-287D-0444-3C6DF04123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6680" y="1022400"/>
                <a:ext cx="9765000" cy="29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6859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cxnSp>
        <p:nvCxnSpPr>
          <p:cNvPr id="14" name="Straight Connector 13"/>
          <p:cNvCxnSpPr>
            <a:stCxn id="8" idx="1"/>
            <a:endCxn id="23" idx="2"/>
          </p:cNvCxnSpPr>
          <p:nvPr/>
        </p:nvCxnSpPr>
        <p:spPr>
          <a:xfrm flipV="1">
            <a:off x="4711377" y="5562601"/>
            <a:ext cx="1570890" cy="49004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2"/>
            <a:endCxn id="8" idx="3"/>
          </p:cNvCxnSpPr>
          <p:nvPr/>
        </p:nvCxnSpPr>
        <p:spPr>
          <a:xfrm>
            <a:off x="3578088" y="5181601"/>
            <a:ext cx="602937" cy="87104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23" idx="1"/>
            <a:endCxn id="10" idx="3"/>
          </p:cNvCxnSpPr>
          <p:nvPr/>
        </p:nvCxnSpPr>
        <p:spPr>
          <a:xfrm flipH="1" flipV="1">
            <a:off x="3806687" y="4953000"/>
            <a:ext cx="2246980" cy="381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28" idx="2"/>
            <a:endCxn id="10" idx="0"/>
          </p:cNvCxnSpPr>
          <p:nvPr/>
        </p:nvCxnSpPr>
        <p:spPr>
          <a:xfrm>
            <a:off x="2409825" y="3032236"/>
            <a:ext cx="1168262" cy="169216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8" idx="3"/>
            <a:endCxn id="29" idx="1"/>
          </p:cNvCxnSpPr>
          <p:nvPr/>
        </p:nvCxnSpPr>
        <p:spPr>
          <a:xfrm flipV="1">
            <a:off x="2638425" y="2447105"/>
            <a:ext cx="1734926" cy="3565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9" idx="3"/>
            <a:endCxn id="26" idx="1"/>
          </p:cNvCxnSpPr>
          <p:nvPr/>
        </p:nvCxnSpPr>
        <p:spPr>
          <a:xfrm>
            <a:off x="4830552" y="2447105"/>
            <a:ext cx="2408449" cy="5867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29" idx="2"/>
            <a:endCxn id="27" idx="0"/>
          </p:cNvCxnSpPr>
          <p:nvPr/>
        </p:nvCxnSpPr>
        <p:spPr>
          <a:xfrm flipH="1">
            <a:off x="4137081" y="2675705"/>
            <a:ext cx="464871" cy="78679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7" idx="3"/>
            <a:endCxn id="30" idx="1"/>
          </p:cNvCxnSpPr>
          <p:nvPr/>
        </p:nvCxnSpPr>
        <p:spPr>
          <a:xfrm>
            <a:off x="4365681" y="3691099"/>
            <a:ext cx="959855" cy="4197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6" idx="2"/>
            <a:endCxn id="30" idx="0"/>
          </p:cNvCxnSpPr>
          <p:nvPr/>
        </p:nvCxnSpPr>
        <p:spPr>
          <a:xfrm flipH="1">
            <a:off x="5554136" y="3262477"/>
            <a:ext cx="1913465" cy="61978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29" idx="3"/>
            <a:endCxn id="63" idx="1"/>
          </p:cNvCxnSpPr>
          <p:nvPr/>
        </p:nvCxnSpPr>
        <p:spPr>
          <a:xfrm flipV="1">
            <a:off x="4830552" y="1709900"/>
            <a:ext cx="909851" cy="73720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26" idx="0"/>
            <a:endCxn id="63" idx="3"/>
          </p:cNvCxnSpPr>
          <p:nvPr/>
        </p:nvCxnSpPr>
        <p:spPr>
          <a:xfrm flipH="1" flipV="1">
            <a:off x="6197602" y="1709901"/>
            <a:ext cx="1269998" cy="109537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23" idx="0"/>
            <a:endCxn id="30" idx="2"/>
          </p:cNvCxnSpPr>
          <p:nvPr/>
        </p:nvCxnSpPr>
        <p:spPr>
          <a:xfrm flipH="1" flipV="1">
            <a:off x="5554135" y="4339458"/>
            <a:ext cx="728132" cy="76594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23" idx="0"/>
            <a:endCxn id="26" idx="2"/>
          </p:cNvCxnSpPr>
          <p:nvPr/>
        </p:nvCxnSpPr>
        <p:spPr>
          <a:xfrm flipV="1">
            <a:off x="6282268" y="3262478"/>
            <a:ext cx="1185333" cy="184292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 rot="10800000">
            <a:off x="4181025" y="5938348"/>
            <a:ext cx="530353" cy="457201"/>
            <a:chOff x="2133600" y="4191000"/>
            <a:chExt cx="1060704" cy="914400"/>
          </a:xfrm>
        </p:grpSpPr>
        <p:sp>
          <p:nvSpPr>
            <p:cNvPr id="7" name="Isosceles Triangle 6"/>
            <p:cNvSpPr/>
            <p:nvPr/>
          </p:nvSpPr>
          <p:spPr>
            <a:xfrm>
              <a:off x="2133600" y="4191000"/>
              <a:ext cx="1060704" cy="4572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3600" y="4648200"/>
              <a:ext cx="1060704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3349487" y="47244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053667" y="51054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239000" y="2805277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908480" y="3462499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181225" y="2575035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373351" y="2218504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325535" y="3882257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740402" y="14813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7239000" y="129217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Vertex cover of size 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814D6E-B9F4-2E3B-1D98-54036E46589B}"/>
                  </a:ext>
                </a:extLst>
              </p14:cNvPr>
              <p14:cNvContentPartPr/>
              <p14:nvPr/>
            </p14:nvContentPartPr>
            <p14:xfrm>
              <a:off x="2507400" y="1396080"/>
              <a:ext cx="5288040" cy="2562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814D6E-B9F4-2E3B-1D98-54036E4658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98040" y="1386720"/>
                <a:ext cx="5306760" cy="258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56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F060CC3-DC52-88D4-B11B-B4D20F589EFE}"/>
                  </a:ext>
                </a:extLst>
              </p14:cNvPr>
              <p14:cNvContentPartPr/>
              <p14:nvPr/>
            </p14:nvContentPartPr>
            <p14:xfrm>
              <a:off x="2384280" y="1824840"/>
              <a:ext cx="5862960" cy="2608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F060CC3-DC52-88D4-B11B-B4D20F589E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4920" y="1815480"/>
                <a:ext cx="5881680" cy="262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2034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DB62C-26FA-47C4-9CF8-BA550BE15574}"/>
              </a:ext>
            </a:extLst>
          </p:cNvPr>
          <p:cNvSpPr txBox="1"/>
          <p:nvPr/>
        </p:nvSpPr>
        <p:spPr>
          <a:xfrm>
            <a:off x="4599377" y="3391408"/>
            <a:ext cx="130394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Sorting</a:t>
            </a:r>
          </a:p>
          <a:p>
            <a:r>
              <a:rPr lang="en-US" sz="1600" dirty="0">
                <a:solidFill>
                  <a:srgbClr val="7030A0"/>
                </a:solidFill>
              </a:rPr>
              <a:t>Shortest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Euler Path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90524-0054-417F-44E8-4B21DAC3A3E9}"/>
              </a:ext>
            </a:extLst>
          </p:cNvPr>
          <p:cNvSpPr txBox="1"/>
          <p:nvPr/>
        </p:nvSpPr>
        <p:spPr>
          <a:xfrm>
            <a:off x="5396885" y="2134632"/>
            <a:ext cx="1765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Vertex Cover</a:t>
            </a:r>
          </a:p>
          <a:p>
            <a:r>
              <a:rPr lang="en-US" sz="1600" dirty="0">
                <a:solidFill>
                  <a:srgbClr val="7030A0"/>
                </a:solidFill>
              </a:rPr>
              <a:t>Independent Set</a:t>
            </a:r>
          </a:p>
          <a:p>
            <a:r>
              <a:rPr lang="en-US" sz="1600" dirty="0">
                <a:solidFill>
                  <a:srgbClr val="7030A0"/>
                </a:solidFill>
              </a:rPr>
              <a:t>Hamiltonian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Cryptography</a:t>
            </a:r>
          </a:p>
          <a:p>
            <a:r>
              <a:rPr lang="en-US" sz="1600" dirty="0">
                <a:solidFill>
                  <a:srgbClr val="7030A0"/>
                </a:solidFill>
              </a:rPr>
              <a:t>Prime factorization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1F7F-722C-2555-934B-D67F0220B70F}"/>
              </a:ext>
            </a:extLst>
          </p:cNvPr>
          <p:cNvSpPr txBox="1"/>
          <p:nvPr/>
        </p:nvSpPr>
        <p:spPr>
          <a:xfrm>
            <a:off x="8834747" y="1534250"/>
            <a:ext cx="927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Checkers</a:t>
            </a:r>
          </a:p>
          <a:p>
            <a:r>
              <a:rPr lang="en-US" sz="1600" dirty="0">
                <a:solidFill>
                  <a:srgbClr val="7030A0"/>
                </a:solidFill>
              </a:rPr>
              <a:t>Go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Chess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blipFill>
                <a:blip r:embed="rId6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8ECB6E-6FC7-3356-B1AA-375674A71BEA}"/>
                  </a:ext>
                </a:extLst>
              </p14:cNvPr>
              <p14:cNvContentPartPr/>
              <p14:nvPr/>
            </p14:nvContentPartPr>
            <p14:xfrm>
              <a:off x="3333600" y="1114560"/>
              <a:ext cx="6517440" cy="4822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8ECB6E-6FC7-3356-B1AA-375674A71B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24240" y="1105200"/>
                <a:ext cx="6536160" cy="484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230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an IS into a VC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2130771" y="2769693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83471" y="2922093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2B52AD-68C2-E41F-0CE5-8299DA5ED942}"/>
              </a:ext>
            </a:extLst>
          </p:cNvPr>
          <p:cNvGrpSpPr/>
          <p:nvPr/>
        </p:nvGrpSpPr>
        <p:grpSpPr>
          <a:xfrm>
            <a:off x="1099871" y="2906046"/>
            <a:ext cx="4342564" cy="3153060"/>
            <a:chOff x="1650264" y="617538"/>
            <a:chExt cx="8281702" cy="6013200"/>
          </a:xfrm>
        </p:grpSpPr>
        <p:sp>
          <p:nvSpPr>
            <p:cNvPr id="7" name="AutoShape 30" descr="Image result for Aaron Bloomfield">
              <a:extLst>
                <a:ext uri="{FF2B5EF4-FFF2-40B4-BE49-F238E27FC236}">
                  <a16:creationId xmlns:a16="http://schemas.microsoft.com/office/drawing/2014/main" id="{C5543DD9-6B9E-E2E5-D870-E800E7EDB5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C0C1BE0-6752-B7FA-045B-C6D026D83C27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AD892A0-1E87-9FDA-BB48-F676C03BDAA0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451BE010-FDE8-0CB4-812A-815C2FD4E7CE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A9DA938-2FFE-7805-9612-93F370F8068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8A8DE12D-D05E-C221-4AF5-EA83FC29375B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9A205B8-E7AB-154E-52A7-06CBDDF60B9D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2176A2C-77C3-CEF5-932A-BEBCBBDBD5D4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47816A-4C81-5F58-1690-898778670A70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5" name="Picture 2" descr="Image result for Prince Harry">
                <a:extLst>
                  <a:ext uri="{FF2B5EF4-FFF2-40B4-BE49-F238E27FC236}">
                    <a16:creationId xmlns:a16="http://schemas.microsoft.com/office/drawing/2014/main" id="{881C7F31-F39B-F825-3571-BC133A3F4C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4" descr="Image result for meghan markle">
                <a:extLst>
                  <a:ext uri="{FF2B5EF4-FFF2-40B4-BE49-F238E27FC236}">
                    <a16:creationId xmlns:a16="http://schemas.microsoft.com/office/drawing/2014/main" id="{40CA53AC-3357-BF95-B956-02311961D9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6" descr="Image result for Prince Charles">
                <a:extLst>
                  <a:ext uri="{FF2B5EF4-FFF2-40B4-BE49-F238E27FC236}">
                    <a16:creationId xmlns:a16="http://schemas.microsoft.com/office/drawing/2014/main" id="{14EEB96F-8510-611F-58A4-9FE6F8CF6A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18" descr="Image result for justin trudeau">
                <a:extLst>
                  <a:ext uri="{FF2B5EF4-FFF2-40B4-BE49-F238E27FC236}">
                    <a16:creationId xmlns:a16="http://schemas.microsoft.com/office/drawing/2014/main" id="{411354CB-79B6-8CB4-5EBB-378ED1CE82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20" descr="Image result for Elton John">
                <a:extLst>
                  <a:ext uri="{FF2B5EF4-FFF2-40B4-BE49-F238E27FC236}">
                    <a16:creationId xmlns:a16="http://schemas.microsoft.com/office/drawing/2014/main" id="{206BECB5-B6A3-F3BA-5D3C-CC2B5C40FE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34" descr="Image result for angela merkel">
                <a:extLst>
                  <a:ext uri="{FF2B5EF4-FFF2-40B4-BE49-F238E27FC236}">
                    <a16:creationId xmlns:a16="http://schemas.microsoft.com/office/drawing/2014/main" id="{E5061DD0-0474-AFD7-F2FB-940EA107C8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36" descr="Image result for paul mccartney">
                <a:extLst>
                  <a:ext uri="{FF2B5EF4-FFF2-40B4-BE49-F238E27FC236}">
                    <a16:creationId xmlns:a16="http://schemas.microsoft.com/office/drawing/2014/main" id="{C7558E52-426A-E74F-5EE8-EE40E948D7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CE4639A0-99DC-9503-4FD3-4AC1D8BDB346}"/>
                  </a:ext>
                </a:extLst>
              </p:cNvPr>
              <p:cNvCxnSpPr>
                <a:stCxn id="4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FD8247D-DA81-6335-4106-24FED5C9D968}"/>
                  </a:ext>
                </a:extLst>
              </p:cNvPr>
              <p:cNvCxnSpPr>
                <a:stCxn id="15" idx="3"/>
                <a:endCxn id="77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4FFC2B7-E5A7-CB0B-6E96-EE34EDB824BC}"/>
                  </a:ext>
                </a:extLst>
              </p:cNvPr>
              <p:cNvCxnSpPr>
                <a:stCxn id="73" idx="1"/>
                <a:endCxn id="77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2E0F8CF-1675-633A-2ABC-1014DE46EBBD}"/>
                  </a:ext>
                </a:extLst>
              </p:cNvPr>
              <p:cNvCxnSpPr>
                <a:stCxn id="73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DCF8906-21F0-6C3A-BB41-4CDA0AAE7216}"/>
                  </a:ext>
                </a:extLst>
              </p:cNvPr>
              <p:cNvCxnSpPr>
                <a:stCxn id="73" idx="1"/>
                <a:endCxn id="75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81AB2E3-5341-70D1-1AB6-35746D0D6181}"/>
                  </a:ext>
                </a:extLst>
              </p:cNvPr>
              <p:cNvCxnSpPr>
                <a:stCxn id="73" idx="1"/>
                <a:endCxn id="74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54DF98B-0CD1-E81C-2789-ACB6BC13DBD8}"/>
                  </a:ext>
                </a:extLst>
              </p:cNvPr>
              <p:cNvCxnSpPr>
                <a:stCxn id="74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CD43BD84-F65D-53BE-E645-671438C90F5A}"/>
                  </a:ext>
                </a:extLst>
              </p:cNvPr>
              <p:cNvCxnSpPr>
                <a:stCxn id="75" idx="1"/>
                <a:endCxn id="76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8EBFB0-7B69-1B9D-FF7E-D2F53282EEA3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7" name="Picture 2" descr="Joe Biden - CNBC">
                <a:extLst>
                  <a:ext uri="{FF2B5EF4-FFF2-40B4-BE49-F238E27FC236}">
                    <a16:creationId xmlns:a16="http://schemas.microsoft.com/office/drawing/2014/main" id="{A7AB5D2B-E376-B2EA-671D-4C0CA17A22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8" name="Picture 4" descr="Emmanuel Macron - Wikipedia">
                <a:extLst>
                  <a:ext uri="{FF2B5EF4-FFF2-40B4-BE49-F238E27FC236}">
                    <a16:creationId xmlns:a16="http://schemas.microsoft.com/office/drawing/2014/main" id="{61469563-8473-2F5A-5E45-22DD27A9E3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9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5841C183-EF5D-0D27-339B-65B5951BD4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E663900-92CD-1A52-020B-BF0525AF3FB8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1" name="Picture 8" descr="Ed Sheeran">
                <a:extLst>
                  <a:ext uri="{FF2B5EF4-FFF2-40B4-BE49-F238E27FC236}">
                    <a16:creationId xmlns:a16="http://schemas.microsoft.com/office/drawing/2014/main" id="{6487516E-48D6-8883-33CE-2094B7E3B5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2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C0A8FE5-06B6-4700-A2C2-AB3F060D91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2D98A0-3D23-6F5D-22BA-4B115BE23B1F}"/>
              </a:ext>
            </a:extLst>
          </p:cNvPr>
          <p:cNvGrpSpPr/>
          <p:nvPr/>
        </p:nvGrpSpPr>
        <p:grpSpPr>
          <a:xfrm>
            <a:off x="6286983" y="3123704"/>
            <a:ext cx="4216112" cy="3153060"/>
            <a:chOff x="1578468" y="617538"/>
            <a:chExt cx="8040547" cy="6013200"/>
          </a:xfrm>
        </p:grpSpPr>
        <p:sp>
          <p:nvSpPr>
            <p:cNvPr id="100" name="AutoShape 30" descr="Image result for Aaron Bloomfield">
              <a:extLst>
                <a:ext uri="{FF2B5EF4-FFF2-40B4-BE49-F238E27FC236}">
                  <a16:creationId xmlns:a16="http://schemas.microsoft.com/office/drawing/2014/main" id="{F09A3823-DFF2-62AD-30B1-486CC90F21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3F6A45F4-1CD4-6AFE-F8E4-79159D2A5078}"/>
                </a:ext>
              </a:extLst>
            </p:cNvPr>
            <p:cNvGrpSpPr/>
            <p:nvPr/>
          </p:nvGrpSpPr>
          <p:grpSpPr>
            <a:xfrm>
              <a:off x="1578468" y="1353774"/>
              <a:ext cx="7153677" cy="5007580"/>
              <a:chOff x="1578468" y="1353774"/>
              <a:chExt cx="7153677" cy="5007580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015710C6-CD58-728D-EF2D-157091A2DE7D}"/>
                  </a:ext>
                </a:extLst>
              </p:cNvPr>
              <p:cNvSpPr/>
              <p:nvPr/>
            </p:nvSpPr>
            <p:spPr>
              <a:xfrm>
                <a:off x="2909710" y="1353774"/>
                <a:ext cx="1193396" cy="108513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7C959032-6BDC-4B2C-9EEE-262B6883E76E}"/>
                  </a:ext>
                </a:extLst>
              </p:cNvPr>
              <p:cNvSpPr/>
              <p:nvPr/>
            </p:nvSpPr>
            <p:spPr>
              <a:xfrm>
                <a:off x="1578468" y="5023461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2AC7C72E-8AF3-7F28-A398-C485B2305412}"/>
                  </a:ext>
                </a:extLst>
              </p:cNvPr>
              <p:cNvSpPr/>
              <p:nvPr/>
            </p:nvSpPr>
            <p:spPr>
              <a:xfrm>
                <a:off x="5615301" y="3533718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C741BC5-1C3A-1828-49DC-4508F69A98C0}"/>
                  </a:ext>
                </a:extLst>
              </p:cNvPr>
              <p:cNvSpPr/>
              <p:nvPr/>
            </p:nvSpPr>
            <p:spPr>
              <a:xfrm>
                <a:off x="7461137" y="2378613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62560867-C322-594C-4365-5042EC8BBD04}"/>
                  </a:ext>
                </a:extLst>
              </p:cNvPr>
              <p:cNvSpPr/>
              <p:nvPr/>
            </p:nvSpPr>
            <p:spPr>
              <a:xfrm>
                <a:off x="6755398" y="4411534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575472B-4B43-4333-6238-FCEBA04DD50E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03" name="Picture 2" descr="Image result for Prince Harry">
                <a:extLst>
                  <a:ext uri="{FF2B5EF4-FFF2-40B4-BE49-F238E27FC236}">
                    <a16:creationId xmlns:a16="http://schemas.microsoft.com/office/drawing/2014/main" id="{087E9D34-AEA9-D00D-4025-F5C4E639F7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3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4" descr="Image result for meghan markle">
                <a:extLst>
                  <a:ext uri="{FF2B5EF4-FFF2-40B4-BE49-F238E27FC236}">
                    <a16:creationId xmlns:a16="http://schemas.microsoft.com/office/drawing/2014/main" id="{AE829FE8-3E6D-E98B-6C29-4E1D096349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" name="Picture 6" descr="Image result for Prince Charles">
                <a:extLst>
                  <a:ext uri="{FF2B5EF4-FFF2-40B4-BE49-F238E27FC236}">
                    <a16:creationId xmlns:a16="http://schemas.microsoft.com/office/drawing/2014/main" id="{BD16CC4C-84B9-B31D-9D21-BCD0BF95B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18" descr="Image result for justin trudeau">
                <a:extLst>
                  <a:ext uri="{FF2B5EF4-FFF2-40B4-BE49-F238E27FC236}">
                    <a16:creationId xmlns:a16="http://schemas.microsoft.com/office/drawing/2014/main" id="{042618E1-BC28-4D07-C094-BEB7AD12A9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20" descr="Image result for Elton John">
                <a:extLst>
                  <a:ext uri="{FF2B5EF4-FFF2-40B4-BE49-F238E27FC236}">
                    <a16:creationId xmlns:a16="http://schemas.microsoft.com/office/drawing/2014/main" id="{B2E217D2-04F9-A76D-7B71-5741FA1554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" name="Picture 34" descr="Image result for angela merkel">
                <a:extLst>
                  <a:ext uri="{FF2B5EF4-FFF2-40B4-BE49-F238E27FC236}">
                    <a16:creationId xmlns:a16="http://schemas.microsoft.com/office/drawing/2014/main" id="{D4139B12-D505-DA27-0281-6C5DEFAF9E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36" descr="Image result for paul mccartney">
                <a:extLst>
                  <a:ext uri="{FF2B5EF4-FFF2-40B4-BE49-F238E27FC236}">
                    <a16:creationId xmlns:a16="http://schemas.microsoft.com/office/drawing/2014/main" id="{BFB52D9D-F25C-CEDE-4477-E2FEB87BE4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E85A3CA1-1481-6C2A-2457-0803C69AF57F}"/>
                  </a:ext>
                </a:extLst>
              </p:cNvPr>
              <p:cNvCxnSpPr>
                <a:stCxn id="10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F84ED2D-4D03-04CE-DA21-330988BB980F}"/>
                  </a:ext>
                </a:extLst>
              </p:cNvPr>
              <p:cNvCxnSpPr>
                <a:stCxn id="103" idx="3"/>
                <a:endCxn id="109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1E35291-882C-79C0-026F-9B58CA6A2E3E}"/>
                  </a:ext>
                </a:extLst>
              </p:cNvPr>
              <p:cNvCxnSpPr>
                <a:stCxn id="105" idx="1"/>
                <a:endCxn id="109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A03C0C4-5D34-A9B0-095F-64DA99D3A4F6}"/>
                  </a:ext>
                </a:extLst>
              </p:cNvPr>
              <p:cNvCxnSpPr>
                <a:stCxn id="105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B5FE8A7B-3307-E734-D86B-FC873F04B11B}"/>
                  </a:ext>
                </a:extLst>
              </p:cNvPr>
              <p:cNvCxnSpPr>
                <a:stCxn id="105" idx="1"/>
                <a:endCxn id="107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A7E4D3C-34B3-F229-D356-6C1C807875CD}"/>
                  </a:ext>
                </a:extLst>
              </p:cNvPr>
              <p:cNvCxnSpPr>
                <a:stCxn id="105" idx="1"/>
                <a:endCxn id="106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10A0A2B9-51AB-18D9-DD92-A1418A64A149}"/>
                  </a:ext>
                </a:extLst>
              </p:cNvPr>
              <p:cNvCxnSpPr>
                <a:cxnSpLocks/>
                <a:stCxn id="106" idx="1"/>
              </p:cNvCxnSpPr>
              <p:nvPr/>
            </p:nvCxnSpPr>
            <p:spPr>
              <a:xfrm flipH="1" flipV="1">
                <a:off x="2565839" y="5714724"/>
                <a:ext cx="5437605" cy="49128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21450FD-6352-36BD-FC59-87897AD3AA33}"/>
                  </a:ext>
                </a:extLst>
              </p:cNvPr>
              <p:cNvCxnSpPr>
                <a:stCxn id="107" idx="1"/>
                <a:endCxn id="108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2B56EF5-C2F7-778C-3B3C-60AE78B5950D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2" descr="Joe Biden - CNBC">
                <a:extLst>
                  <a:ext uri="{FF2B5EF4-FFF2-40B4-BE49-F238E27FC236}">
                    <a16:creationId xmlns:a16="http://schemas.microsoft.com/office/drawing/2014/main" id="{47D3832A-9480-B176-1EC3-391B957454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4" descr="Emmanuel Macron - Wikipedia">
                <a:extLst>
                  <a:ext uri="{FF2B5EF4-FFF2-40B4-BE49-F238E27FC236}">
                    <a16:creationId xmlns:a16="http://schemas.microsoft.com/office/drawing/2014/main" id="{A9B4AD52-A8F0-801F-0FFA-D248079444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04B8BCF3-A237-E31B-546C-7E6C927093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3704EFA-0E19-8871-5806-10CC41B1956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3" name="Picture 8" descr="Ed Sheeran">
                <a:extLst>
                  <a:ext uri="{FF2B5EF4-FFF2-40B4-BE49-F238E27FC236}">
                    <a16:creationId xmlns:a16="http://schemas.microsoft.com/office/drawing/2014/main" id="{F1F00C0E-C346-23A9-05D0-C7816979EE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D1CEF02-FE9C-0B57-5515-44C15A2850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32" name="Oval 131">
            <a:extLst>
              <a:ext uri="{FF2B5EF4-FFF2-40B4-BE49-F238E27FC236}">
                <a16:creationId xmlns:a16="http://schemas.microsoft.com/office/drawing/2014/main" id="{F19EA206-8683-9260-2696-DC9073D7AE8B}"/>
              </a:ext>
            </a:extLst>
          </p:cNvPr>
          <p:cNvSpPr/>
          <p:nvPr/>
        </p:nvSpPr>
        <p:spPr>
          <a:xfrm>
            <a:off x="9461582" y="5703025"/>
            <a:ext cx="666461" cy="7015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7A5F6CE-3828-AF29-2683-F5592B125040}"/>
                  </a:ext>
                </a:extLst>
              </p14:cNvPr>
              <p14:cNvContentPartPr/>
              <p14:nvPr/>
            </p14:nvContentPartPr>
            <p14:xfrm>
              <a:off x="506880" y="1974600"/>
              <a:ext cx="9470160" cy="1715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7A5F6CE-3828-AF29-2683-F5592B12504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97520" y="1965240"/>
                <a:ext cx="9488880" cy="173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084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 VC into an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315200" y="2585027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62200" y="2585027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08698" y="3109661"/>
            <a:ext cx="3733078" cy="3326447"/>
            <a:chOff x="657225" y="1481300"/>
            <a:chExt cx="5514975" cy="4914248"/>
          </a:xfrm>
        </p:grpSpPr>
        <p:cxnSp>
          <p:nvCxnSpPr>
            <p:cNvPr id="71" name="Straight Connector 70"/>
            <p:cNvCxnSpPr>
              <a:stCxn id="86" idx="1"/>
              <a:endCxn id="8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87" idx="2"/>
              <a:endCxn id="8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88" idx="1"/>
              <a:endCxn id="8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91" idx="2"/>
              <a:endCxn id="8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91" idx="3"/>
              <a:endCxn id="9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92" idx="3"/>
              <a:endCxn id="8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92" idx="2"/>
              <a:endCxn id="9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90" idx="3"/>
              <a:endCxn id="9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89" idx="2"/>
              <a:endCxn id="9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2" idx="3"/>
              <a:endCxn id="94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89" idx="0"/>
              <a:endCxn id="94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88" idx="0"/>
              <a:endCxn id="9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88" idx="0"/>
              <a:endCxn id="8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85" name="Isosceles Triangle 8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87" name="Rectangle 8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629400" y="3184692"/>
            <a:ext cx="3733078" cy="3326447"/>
            <a:chOff x="657225" y="1481300"/>
            <a:chExt cx="5514975" cy="4914248"/>
          </a:xfrm>
        </p:grpSpPr>
        <p:cxnSp>
          <p:nvCxnSpPr>
            <p:cNvPr id="96" name="Straight Connector 95"/>
            <p:cNvCxnSpPr>
              <a:stCxn id="119" idx="1"/>
              <a:endCxn id="111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stCxn id="110" idx="2"/>
              <a:endCxn id="119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111" idx="1"/>
              <a:endCxn id="1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114" idx="2"/>
              <a:endCxn id="1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stCxn id="114" idx="3"/>
              <a:endCxn id="115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stCxn id="115" idx="3"/>
              <a:endCxn id="112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stCxn id="115" idx="2"/>
              <a:endCxn id="113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stCxn id="113" idx="3"/>
              <a:endCxn id="116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112" idx="2"/>
              <a:endCxn id="116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115" idx="3"/>
              <a:endCxn id="117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>
              <a:stCxn id="112" idx="0"/>
              <a:endCxn id="117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111" idx="0"/>
              <a:endCxn id="116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11" idx="0"/>
              <a:endCxn id="112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18" name="Isosceles Triangle 117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10" name="Rectangle 10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6983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Vertex Cover and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 to solve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an Independent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Algorithm to solve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 Vertex Cover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/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Either both problems belong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or else neither does!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blipFill>
                <a:blip r:embed="rId3"/>
                <a:stretch>
                  <a:fillRect l="-2366" t="-5882" r="-63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10B16A5-A75A-30C9-3FF7-1340708D51DD}"/>
                  </a:ext>
                </a:extLst>
              </p14:cNvPr>
              <p14:cNvContentPartPr/>
              <p14:nvPr/>
            </p14:nvContentPartPr>
            <p14:xfrm>
              <a:off x="436320" y="1974600"/>
              <a:ext cx="10653120" cy="4329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10B16A5-A75A-30C9-3FF7-1340708D51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6960" y="1965240"/>
                <a:ext cx="10671840" cy="434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589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5F43-910E-209D-70E7-1977B541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5349E-7800-6569-9B3D-219ECA3E1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strategy for creating algorithms</a:t>
            </a:r>
          </a:p>
          <a:p>
            <a:r>
              <a:rPr lang="en-US" dirty="0"/>
              <a:t>Solve one problem by converting it into a different problem, then using an algorithm for that other problem.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B96FED-BA6F-F893-4B40-E91730337319}"/>
                  </a:ext>
                </a:extLst>
              </p14:cNvPr>
              <p14:cNvContentPartPr/>
              <p14:nvPr/>
            </p14:nvContentPartPr>
            <p14:xfrm>
              <a:off x="854280" y="1175760"/>
              <a:ext cx="8763120" cy="2238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B96FED-BA6F-F893-4B40-E917303373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4920" y="1166400"/>
                <a:ext cx="8781840" cy="225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4161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377238" y="1773199"/>
            <a:ext cx="3326990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Set Reduces To Vertex Cover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AutoShape 5"/>
              <p:cNvSpPr>
                <a:spLocks noChangeArrowheads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noFill/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Use same graph</a:t>
                </a:r>
              </a:p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en-US" sz="16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blipFill>
                <a:blip r:embed="rId2"/>
                <a:stretch>
                  <a:fillRect/>
                </a:stretch>
              </a:blipFill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7238" y="1752601"/>
            <a:ext cx="347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input to Vertex Cover output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383607" y="3288855"/>
            <a:ext cx="2213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Algorithm for Vertex Cover</a:t>
            </a:r>
            <a:endParaRPr lang="en-US" b="1" dirty="0"/>
          </a:p>
        </p:txBody>
      </p:sp>
      <p:sp>
        <p:nvSpPr>
          <p:cNvPr id="278" name="TextBox 277"/>
          <p:cNvSpPr txBox="1"/>
          <p:nvPr/>
        </p:nvSpPr>
        <p:spPr>
          <a:xfrm>
            <a:off x="4480837" y="4247821"/>
            <a:ext cx="3333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output to Vertex Cover output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8937741" y="1558940"/>
            <a:ext cx="1447858" cy="1290148"/>
            <a:chOff x="657225" y="1481300"/>
            <a:chExt cx="5514975" cy="4914248"/>
          </a:xfrm>
        </p:grpSpPr>
        <p:cxnSp>
          <p:nvCxnSpPr>
            <p:cNvPr id="53" name="Straight Connector 52"/>
            <p:cNvCxnSpPr>
              <a:stCxn id="76" idx="1"/>
              <a:endCxn id="6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67" idx="2"/>
              <a:endCxn id="7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68" idx="1"/>
              <a:endCxn id="6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71" idx="2"/>
              <a:endCxn id="6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71" idx="3"/>
              <a:endCxn id="7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72" idx="3"/>
              <a:endCxn id="6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72" idx="2"/>
              <a:endCxn id="7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70" idx="3"/>
              <a:endCxn id="7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69" idx="2"/>
              <a:endCxn id="7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72" idx="3"/>
              <a:endCxn id="74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69" idx="0"/>
              <a:endCxn id="74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68" idx="0"/>
              <a:endCxn id="7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68" idx="0"/>
              <a:endCxn id="6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5" name="Isosceles Triangle 7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67" name="Rectangle 6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915400" y="4953000"/>
            <a:ext cx="1447858" cy="1290148"/>
            <a:chOff x="657225" y="1481300"/>
            <a:chExt cx="5514975" cy="4914248"/>
          </a:xfrm>
        </p:grpSpPr>
        <p:cxnSp>
          <p:nvCxnSpPr>
            <p:cNvPr id="78" name="Straight Connector 77"/>
            <p:cNvCxnSpPr>
              <a:stCxn id="101" idx="1"/>
              <a:endCxn id="9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92" idx="2"/>
              <a:endCxn id="101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3" idx="1"/>
              <a:endCxn id="92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96" idx="2"/>
              <a:endCxn id="92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96" idx="3"/>
              <a:endCxn id="97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97" idx="3"/>
              <a:endCxn id="94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97" idx="2"/>
              <a:endCxn id="95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95" idx="3"/>
              <a:endCxn id="98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94" idx="2"/>
              <a:endCxn id="98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97" idx="3"/>
              <a:endCxn id="99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94" idx="0"/>
              <a:endCxn id="99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93" idx="0"/>
              <a:endCxn id="98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93" idx="0"/>
              <a:endCxn id="94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00" name="Isosceles Triangle 99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92" name="Rectangle 91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5114986" y="1371601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33CC"/>
                </a:solidFill>
              </a:rPr>
              <a:t>O(V) Time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15700" y="1403866"/>
            <a:ext cx="229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Input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01040" y="1403866"/>
            <a:ext cx="193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Input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495800"/>
            <a:ext cx="202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</a:t>
            </a:r>
            <a:r>
              <a:rPr lang="en-US" dirty="0" err="1"/>
              <a:t>Ouput</a:t>
            </a:r>
            <a:endParaRPr 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1652487" y="4509843"/>
            <a:ext cx="246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/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6CB1476-FF3F-5ACA-7101-9E5454556ACA}"/>
              </a:ext>
            </a:extLst>
          </p:cNvPr>
          <p:cNvGrpSpPr/>
          <p:nvPr/>
        </p:nvGrpSpPr>
        <p:grpSpPr>
          <a:xfrm>
            <a:off x="1908209" y="1934920"/>
            <a:ext cx="1766003" cy="1189956"/>
            <a:chOff x="1822926" y="1377631"/>
            <a:chExt cx="7796089" cy="5253107"/>
          </a:xfrm>
        </p:grpSpPr>
        <p:pic>
          <p:nvPicPr>
            <p:cNvPr id="11" name="Picture 2" descr="Image result for Prince Harry">
              <a:extLst>
                <a:ext uri="{FF2B5EF4-FFF2-40B4-BE49-F238E27FC236}">
                  <a16:creationId xmlns:a16="http://schemas.microsoft.com/office/drawing/2014/main" id="{5BB8E96A-60AD-CB4D-5A26-AEF7ADF642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Image result for meghan markle">
              <a:extLst>
                <a:ext uri="{FF2B5EF4-FFF2-40B4-BE49-F238E27FC236}">
                  <a16:creationId xmlns:a16="http://schemas.microsoft.com/office/drawing/2014/main" id="{5AFCDA04-4AF5-1139-51E8-7B0992EE7D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Image result for Prince Charles">
              <a:extLst>
                <a:ext uri="{FF2B5EF4-FFF2-40B4-BE49-F238E27FC236}">
                  <a16:creationId xmlns:a16="http://schemas.microsoft.com/office/drawing/2014/main" id="{46786F4D-68A0-2CE0-155B-A9AD7D634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Image result for justin trudeau">
              <a:extLst>
                <a:ext uri="{FF2B5EF4-FFF2-40B4-BE49-F238E27FC236}">
                  <a16:creationId xmlns:a16="http://schemas.microsoft.com/office/drawing/2014/main" id="{9A698084-591C-F3F5-6F94-8987E332B4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0" descr="Image result for Elton John">
              <a:extLst>
                <a:ext uri="{FF2B5EF4-FFF2-40B4-BE49-F238E27FC236}">
                  <a16:creationId xmlns:a16="http://schemas.microsoft.com/office/drawing/2014/main" id="{EF8077BC-688D-7845-DAAF-F83C8E770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34" descr="Image result for angela merkel">
              <a:extLst>
                <a:ext uri="{FF2B5EF4-FFF2-40B4-BE49-F238E27FC236}">
                  <a16:creationId xmlns:a16="http://schemas.microsoft.com/office/drawing/2014/main" id="{DC060794-47B9-8495-F30C-66DA62E8E8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36" descr="Image result for paul mccartney">
              <a:extLst>
                <a:ext uri="{FF2B5EF4-FFF2-40B4-BE49-F238E27FC236}">
                  <a16:creationId xmlns:a16="http://schemas.microsoft.com/office/drawing/2014/main" id="{2612C3D0-9DBE-8191-AA9E-1F25025F2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926ABF-B856-91AD-6F08-427E4EE7ACA4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2031E14-EE0C-A5EA-6CD2-441C78873E83}"/>
                </a:ext>
              </a:extLst>
            </p:cNvPr>
            <p:cNvCxnSpPr>
              <a:stCxn id="11" idx="3"/>
              <a:endCxn id="17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10D1A11-B16D-8B08-98E9-8ABF5ED5D3D7}"/>
                </a:ext>
              </a:extLst>
            </p:cNvPr>
            <p:cNvCxnSpPr>
              <a:stCxn id="13" idx="1"/>
              <a:endCxn id="17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75B9BE-9A80-77FA-3031-C5258E27797F}"/>
                </a:ext>
              </a:extLst>
            </p:cNvPr>
            <p:cNvCxnSpPr>
              <a:stCxn id="13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E58D6DD-B358-6BF1-51C8-0F0FBD1C644D}"/>
                </a:ext>
              </a:extLst>
            </p:cNvPr>
            <p:cNvCxnSpPr>
              <a:stCxn id="13" idx="1"/>
              <a:endCxn id="15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59CF1C-81C1-4AEF-1508-6528C4A74AA7}"/>
                </a:ext>
              </a:extLst>
            </p:cNvPr>
            <p:cNvCxnSpPr>
              <a:stCxn id="13" idx="1"/>
              <a:endCxn id="14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B7E783-E414-26BA-1E72-90F9F1D7B6F9}"/>
                </a:ext>
              </a:extLst>
            </p:cNvPr>
            <p:cNvCxnSpPr>
              <a:stCxn id="14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6A8D6D9-C5DB-81CA-D67D-0A0B37A72E5E}"/>
                </a:ext>
              </a:extLst>
            </p:cNvPr>
            <p:cNvCxnSpPr>
              <a:stCxn id="15" idx="1"/>
              <a:endCxn id="16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A6AAD6-DFB8-6813-87C6-765AA05BAA9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" descr="Joe Biden - CNBC">
              <a:extLst>
                <a:ext uri="{FF2B5EF4-FFF2-40B4-BE49-F238E27FC236}">
                  <a16:creationId xmlns:a16="http://schemas.microsoft.com/office/drawing/2014/main" id="{44BAB41E-E75D-EF01-5465-E8C04ADCE1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4" descr="Emmanuel Macron - Wikipedia">
              <a:extLst>
                <a:ext uri="{FF2B5EF4-FFF2-40B4-BE49-F238E27FC236}">
                  <a16:creationId xmlns:a16="http://schemas.microsoft.com/office/drawing/2014/main" id="{DC272DCB-486D-5267-F24F-05E920E679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3A912DEF-D9CB-319A-AF20-25A92F3F1F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623E717-ACDF-0F34-6CA9-EF5AD7F73D1D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8" descr="Ed Sheeran">
              <a:extLst>
                <a:ext uri="{FF2B5EF4-FFF2-40B4-BE49-F238E27FC236}">
                  <a16:creationId xmlns:a16="http://schemas.microsoft.com/office/drawing/2014/main" id="{30DA5302-7DA4-49DF-6CCD-480432628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B491C4C0-4993-7BEF-E8DF-25B1FD73A3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9A87E9-1F6B-18AA-95CD-110C748633FF}"/>
              </a:ext>
            </a:extLst>
          </p:cNvPr>
          <p:cNvGrpSpPr/>
          <p:nvPr/>
        </p:nvGrpSpPr>
        <p:grpSpPr>
          <a:xfrm>
            <a:off x="1888757" y="5038058"/>
            <a:ext cx="1876006" cy="1226084"/>
            <a:chOff x="1650264" y="1218142"/>
            <a:chExt cx="8281702" cy="5412596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9A4F974-663B-6C2C-9AA5-1F2DE17BB5C0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16D9E123-632F-933D-8DF8-4955A59E8E45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6663420E-2AEB-CC08-AF83-B002CED52F98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DEC8800-9EE3-95D0-82E6-8098B0FEC53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8124017A-49D4-C005-E7DB-C5CCD89CBE22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DAC7CC1B-781D-0287-FFE2-0E81E6CCC5E3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D7ACB489-D15A-C52F-C2F9-FAC08377A901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7439770-DDCD-AF0B-9138-AFC8C47C10F5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49" name="Picture 2" descr="Image result for Prince Harry">
                <a:extLst>
                  <a:ext uri="{FF2B5EF4-FFF2-40B4-BE49-F238E27FC236}">
                    <a16:creationId xmlns:a16="http://schemas.microsoft.com/office/drawing/2014/main" id="{CEE9C4FF-1DCA-4381-A2AD-30744335A0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4" descr="Image result for meghan markle">
                <a:extLst>
                  <a:ext uri="{FF2B5EF4-FFF2-40B4-BE49-F238E27FC236}">
                    <a16:creationId xmlns:a16="http://schemas.microsoft.com/office/drawing/2014/main" id="{37F8B372-6617-0FD9-499D-33017E554D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6" descr="Image result for Prince Charles">
                <a:extLst>
                  <a:ext uri="{FF2B5EF4-FFF2-40B4-BE49-F238E27FC236}">
                    <a16:creationId xmlns:a16="http://schemas.microsoft.com/office/drawing/2014/main" id="{8E034901-689B-E2D9-B567-E4CB2213D3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18" descr="Image result for justin trudeau">
                <a:extLst>
                  <a:ext uri="{FF2B5EF4-FFF2-40B4-BE49-F238E27FC236}">
                    <a16:creationId xmlns:a16="http://schemas.microsoft.com/office/drawing/2014/main" id="{04FA622E-B8A9-8798-9141-FA4D29DB41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1" name="Picture 20" descr="Image result for Elton John">
                <a:extLst>
                  <a:ext uri="{FF2B5EF4-FFF2-40B4-BE49-F238E27FC236}">
                    <a16:creationId xmlns:a16="http://schemas.microsoft.com/office/drawing/2014/main" id="{360124E0-E4A6-1384-E7C7-7BD668405B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2" name="Picture 34" descr="Image result for angela merkel">
                <a:extLst>
                  <a:ext uri="{FF2B5EF4-FFF2-40B4-BE49-F238E27FC236}">
                    <a16:creationId xmlns:a16="http://schemas.microsoft.com/office/drawing/2014/main" id="{1B21663A-6BEE-093E-1083-4AC97DCF72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3" name="Picture 36" descr="Image result for paul mccartney">
                <a:extLst>
                  <a:ext uri="{FF2B5EF4-FFF2-40B4-BE49-F238E27FC236}">
                    <a16:creationId xmlns:a16="http://schemas.microsoft.com/office/drawing/2014/main" id="{CEB7CE71-0E12-887A-5062-AFA91BF0E7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1452ABE7-FF69-0C4C-C9CF-72B683FB36AC}"/>
                  </a:ext>
                </a:extLst>
              </p:cNvPr>
              <p:cNvCxnSpPr>
                <a:stCxn id="50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00C5D898-8CDC-7E68-E423-33E3B92443E9}"/>
                  </a:ext>
                </a:extLst>
              </p:cNvPr>
              <p:cNvCxnSpPr>
                <a:stCxn id="49" idx="3"/>
                <a:endCxn id="163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D22061D3-46F0-A228-54D7-BB55F0645D6C}"/>
                  </a:ext>
                </a:extLst>
              </p:cNvPr>
              <p:cNvCxnSpPr>
                <a:stCxn id="51" idx="1"/>
                <a:endCxn id="163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9E87279C-FF1B-9DB3-A17B-CEF0043E67AC}"/>
                  </a:ext>
                </a:extLst>
              </p:cNvPr>
              <p:cNvCxnSpPr>
                <a:stCxn id="51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7BC410CD-B196-68B7-549E-D16754BCFCE4}"/>
                  </a:ext>
                </a:extLst>
              </p:cNvPr>
              <p:cNvCxnSpPr>
                <a:stCxn id="51" idx="1"/>
                <a:endCxn id="161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E4152194-3C0D-445F-4764-9554A1CD25A6}"/>
                  </a:ext>
                </a:extLst>
              </p:cNvPr>
              <p:cNvCxnSpPr>
                <a:stCxn id="51" idx="1"/>
                <a:endCxn id="107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6E38B35-9756-5FFD-6761-8EA6EE44E069}"/>
                  </a:ext>
                </a:extLst>
              </p:cNvPr>
              <p:cNvCxnSpPr>
                <a:stCxn id="107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041C7577-57BD-DB2D-43B9-4AD383D8D87D}"/>
                  </a:ext>
                </a:extLst>
              </p:cNvPr>
              <p:cNvCxnSpPr>
                <a:stCxn id="161" idx="1"/>
                <a:endCxn id="162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3C740785-0714-00FF-F8A4-3788C9A83620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3" name="Picture 2" descr="Joe Biden - CNBC">
                <a:extLst>
                  <a:ext uri="{FF2B5EF4-FFF2-40B4-BE49-F238E27FC236}">
                    <a16:creationId xmlns:a16="http://schemas.microsoft.com/office/drawing/2014/main" id="{5ACFECFC-6F66-27BC-C502-D3006972BE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4" name="Picture 4" descr="Emmanuel Macron - Wikipedia">
                <a:extLst>
                  <a:ext uri="{FF2B5EF4-FFF2-40B4-BE49-F238E27FC236}">
                    <a16:creationId xmlns:a16="http://schemas.microsoft.com/office/drawing/2014/main" id="{079D8B1C-5A1F-ADFE-E4EA-860C1823E2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5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EAAE20C6-490B-63B1-E7CB-F16ECE3A20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F0D7C3E0-7523-46AC-53F7-705ED17A9E4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7" name="Picture 8" descr="Ed Sheeran">
                <a:extLst>
                  <a:ext uri="{FF2B5EF4-FFF2-40B4-BE49-F238E27FC236}">
                    <a16:creationId xmlns:a16="http://schemas.microsoft.com/office/drawing/2014/main" id="{4EB42BD1-3ED5-FD8C-DF85-27DEBBDA2B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8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C478FD9F-704F-4C8B-DAE9-DBB195B7F3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/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TextBox 186">
            <a:extLst>
              <a:ext uri="{FF2B5EF4-FFF2-40B4-BE49-F238E27FC236}">
                <a16:creationId xmlns:a16="http://schemas.microsoft.com/office/drawing/2014/main" id="{7F72647E-905F-6524-BE7F-93BDA79853DE}"/>
              </a:ext>
            </a:extLst>
          </p:cNvPr>
          <p:cNvSpPr txBox="1"/>
          <p:nvPr/>
        </p:nvSpPr>
        <p:spPr>
          <a:xfrm>
            <a:off x="5442120" y="5164090"/>
            <a:ext cx="2025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Give same output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EA863D7-C135-777F-6B51-6FA2561E4F50}"/>
                  </a:ext>
                </a:extLst>
              </p14:cNvPr>
              <p14:cNvContentPartPr/>
              <p14:nvPr/>
            </p14:nvContentPartPr>
            <p14:xfrm>
              <a:off x="454680" y="1105200"/>
              <a:ext cx="11722320" cy="4957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EA863D7-C135-777F-6B51-6FA2561E4F5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45320" y="1095840"/>
                <a:ext cx="11741040" cy="497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057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12458" y="1143000"/>
            <a:ext cx="10969943" cy="903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sz="2800" dirty="0"/>
              <a:t> Shows how two different problems relate to each other</a:t>
            </a:r>
          </a:p>
          <a:p>
            <a:endParaRPr lang="en-US" altLang="en-US" sz="2800" dirty="0"/>
          </a:p>
          <a:p>
            <a:pPr marL="0" indent="0">
              <a:buNone/>
            </a:pPr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pPr>
              <a:buFontTx/>
              <a:buNone/>
            </a:pPr>
            <a:endParaRPr lang="en-US" altLang="en-US" sz="2800" dirty="0"/>
          </a:p>
        </p:txBody>
      </p:sp>
      <p:pic>
        <p:nvPicPr>
          <p:cNvPr id="6" name="Picture 2" descr="Image result for popcor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846" y="3533681"/>
            <a:ext cx="269109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072" y="2325272"/>
            <a:ext cx="4456528" cy="445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 rot="20597852">
            <a:off x="1559784" y="2207720"/>
            <a:ext cx="58196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Ravie" panose="04040805050809020602" pitchFamily="82" charset="0"/>
              </a:rPr>
              <a:t>MOVIE TIME!</a:t>
            </a:r>
          </a:p>
        </p:txBody>
      </p:sp>
    </p:spTree>
    <p:extLst>
      <p:ext uri="{BB962C8B-B14F-4D97-AF65-F5344CB8AC3E}">
        <p14:creationId xmlns:p14="http://schemas.microsoft.com/office/powerpoint/2010/main" val="23919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2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MacGyver’s </a:t>
            </a:r>
            <a:r>
              <a:rPr lang="en-US" dirty="0">
                <a:solidFill>
                  <a:srgbClr val="FF00FF"/>
                </a:solidFill>
              </a:rPr>
              <a:t>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7001" y="1901865"/>
            <a:ext cx="16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Opening a door</a:t>
            </a:r>
          </a:p>
        </p:txBody>
      </p:sp>
      <p:pic>
        <p:nvPicPr>
          <p:cNvPr id="8" name="Picture 2" descr="Image result for door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1" r="21968"/>
          <a:stretch/>
        </p:blipFill>
        <p:spPr bwMode="auto">
          <a:xfrm>
            <a:off x="3086682" y="2307490"/>
            <a:ext cx="592555" cy="121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15700" y="1403866"/>
            <a:ext cx="367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don’t know how to 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7696" y="1981200"/>
            <a:ext cx="153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Lighting a fire</a:t>
            </a:r>
          </a:p>
        </p:txBody>
      </p:sp>
      <p:pic>
        <p:nvPicPr>
          <p:cNvPr id="15" name="Picture 4" descr="Image result for fi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80"/>
          <a:stretch/>
        </p:blipFill>
        <p:spPr bwMode="auto">
          <a:xfrm>
            <a:off x="8363286" y="2161900"/>
            <a:ext cx="2333596" cy="10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239001" y="1371600"/>
            <a:ext cx="341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 know how to 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1372" y="4696208"/>
            <a:ext cx="218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Alcohol, wood, matches</a:t>
            </a:r>
          </a:p>
        </p:txBody>
      </p:sp>
      <p:pic>
        <p:nvPicPr>
          <p:cNvPr id="18" name="Picture 6" descr="Image result for whiskey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2" r="31074"/>
          <a:stretch/>
        </p:blipFill>
        <p:spPr bwMode="auto">
          <a:xfrm rot="1117477">
            <a:off x="8684810" y="5289197"/>
            <a:ext cx="393856" cy="129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Image result for wood plank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0" r="39638"/>
          <a:stretch/>
        </p:blipFill>
        <p:spPr bwMode="auto">
          <a:xfrm rot="19068828">
            <a:off x="9447749" y="5463148"/>
            <a:ext cx="164673" cy="111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2" descr="Image result for matche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715" y="6032170"/>
            <a:ext cx="629362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blipFill>
                <a:blip r:embed="rId7"/>
                <a:stretch>
                  <a:fillRect l="-2521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blipFill>
                <a:blip r:embed="rId8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blipFill>
                <a:blip r:embed="rId9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2895601" y="5134054"/>
            <a:ext cx="1174595" cy="1721076"/>
            <a:chOff x="10154328" y="3614629"/>
            <a:chExt cx="1565720" cy="1721076"/>
          </a:xfrm>
        </p:grpSpPr>
        <p:pic>
          <p:nvPicPr>
            <p:cNvPr id="25" name="Picture 24" descr="Image result for ke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100970">
              <a:off x="10528567" y="3614629"/>
              <a:ext cx="1191481" cy="1191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6" descr="Image result for flam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274643">
              <a:off x="10154328" y="4424859"/>
              <a:ext cx="660210" cy="910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TextBox 26"/>
          <p:cNvSpPr txBox="1"/>
          <p:nvPr/>
        </p:nvSpPr>
        <p:spPr>
          <a:xfrm>
            <a:off x="2959163" y="4493096"/>
            <a:ext cx="199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Keg cannon battering 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blipFill>
                <a:blip r:embed="rId12"/>
                <a:stretch>
                  <a:fillRect l="-3390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1845186"/>
            <a:ext cx="2840038" cy="1344573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sz="2000" dirty="0"/>
              <a:t>Aim duct at door, insert keg</a:t>
            </a:r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dirty="0"/>
              <a:t>How?</a:t>
            </a:r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5105400" y="5139426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000" dirty="0"/>
              <a:t>Put fire under the Keg</a:t>
            </a:r>
            <a:endParaRPr 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40195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6" grpId="0"/>
      <p:bldP spid="12" grpId="0"/>
      <p:bldP spid="14" grpId="0"/>
      <p:bldP spid="16" grpId="0"/>
      <p:bldP spid="17" grpId="0"/>
      <p:bldP spid="21" grpId="0"/>
      <p:bldP spid="22" grpId="0" animBg="1"/>
      <p:bldP spid="23" grpId="0" animBg="1"/>
      <p:bldP spid="27" grpId="0"/>
      <p:bldP spid="28" grpId="0"/>
      <p:bldP spid="30" grpId="0" animBg="1"/>
      <p:bldP spid="31" grpId="0" animBg="1"/>
      <p:bldP spid="32" grpId="0" animBg="1"/>
      <p:bldP spid="33" grpId="0"/>
      <p:bldP spid="3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76BE-F09E-54F2-B299-E6BC5F38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set of “together they stand, together they fall” problems</a:t>
                </a:r>
              </a:p>
              <a:p>
                <a:r>
                  <a:rPr lang="en-US" dirty="0"/>
                  <a:t>The problems in this set either all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or none of them do</a:t>
                </a:r>
              </a:p>
              <a:p>
                <a:r>
                  <a:rPr lang="en-US" dirty="0"/>
                  <a:t>Intuitively, the “hardest” problems in NP</a:t>
                </a:r>
              </a:p>
              <a:p>
                <a:r>
                  <a:rPr lang="en-US" dirty="0"/>
                  <a:t>Collection of problems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that can all be “transformed” into each other in polynomial time</a:t>
                </a:r>
              </a:p>
              <a:p>
                <a:pPr lvl="1"/>
                <a:r>
                  <a:rPr lang="en-US" dirty="0"/>
                  <a:t>Like we could transform independent set to vertex cover, and vice-versa</a:t>
                </a:r>
              </a:p>
              <a:p>
                <a:pPr lvl="1"/>
                <a:r>
                  <a:rPr lang="en-US" dirty="0"/>
                  <a:t>We can also transform vertex cover into Hamiltonian path, and Hamiltonian path into independent set, and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811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iff</a:t>
                </a:r>
                <a:r>
                  <a:rPr lang="en-US" sz="2800" dirty="0">
                    <a:solidFill>
                      <a:srgbClr val="FF0000"/>
                    </a:solidFill>
                  </a:rPr>
                  <a:t> some problem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belongs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BF2553B-A8E9-2DA3-9BE3-EAEA6EE0D998}"/>
              </a:ext>
            </a:extLst>
          </p:cNvPr>
          <p:cNvGrpSpPr/>
          <p:nvPr/>
        </p:nvGrpSpPr>
        <p:grpSpPr>
          <a:xfrm>
            <a:off x="1879600" y="1411817"/>
            <a:ext cx="11023600" cy="5430287"/>
            <a:chOff x="1879600" y="1411817"/>
            <a:chExt cx="11023600" cy="543028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F96FFB7-6607-6F79-B3BA-77C3C283E189}"/>
                </a:ext>
              </a:extLst>
            </p:cNvPr>
            <p:cNvGrpSpPr/>
            <p:nvPr/>
          </p:nvGrpSpPr>
          <p:grpSpPr>
            <a:xfrm>
              <a:off x="1879600" y="1411817"/>
              <a:ext cx="11023600" cy="5430287"/>
              <a:chOff x="396240" y="715328"/>
              <a:chExt cx="12469756" cy="614267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41635B6-F402-1095-4877-EFE866AA1617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B632667-D7CC-99D1-7608-1CAA4E04D1B4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BAF8506-45D6-1464-2EA9-BAD5C9E44E96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871E19D-2C78-C958-C3C5-E54426343C33}"/>
                  </a:ext>
                </a:extLst>
              </p:cNvPr>
              <p:cNvGrpSpPr/>
              <p:nvPr/>
            </p:nvGrpSpPr>
            <p:grpSpPr>
              <a:xfrm>
                <a:off x="5659484" y="5496161"/>
                <a:ext cx="2475158" cy="750577"/>
                <a:chOff x="6200745" y="5135200"/>
                <a:chExt cx="2475158" cy="750577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C71D22A-C4FD-A562-E8FB-9618A48A76F8}"/>
                    </a:ext>
                  </a:extLst>
                </p:cNvPr>
                <p:cNvGrpSpPr/>
                <p:nvPr/>
              </p:nvGrpSpPr>
              <p:grpSpPr>
                <a:xfrm rot="1389724">
                  <a:off x="6200745" y="5135200"/>
                  <a:ext cx="2475158" cy="523220"/>
                  <a:chOff x="6197600" y="5013683"/>
                  <a:chExt cx="2475158" cy="523220"/>
                </a:xfrm>
              </p:grpSpPr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281509-7CCC-72FA-5A63-28BAA927617A}"/>
                      </a:ext>
                    </a:extLst>
                  </p:cNvPr>
                  <p:cNvSpPr txBox="1"/>
                  <p:nvPr/>
                </p:nvSpPr>
                <p:spPr>
                  <a:xfrm>
                    <a:off x="7053897" y="5013683"/>
                    <a:ext cx="95560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Gap?</a:t>
                    </a:r>
                  </a:p>
                </p:txBody>
              </p: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B82661DB-8387-2CF0-35D0-C14C37B0B8E7}"/>
                      </a:ext>
                    </a:extLst>
                  </p:cNvPr>
                  <p:cNvCxnSpPr>
                    <a:stCxn id="12" idx="1"/>
                  </p:cNvCxnSpPr>
                  <p:nvPr/>
                </p:nvCxnSpPr>
                <p:spPr>
                  <a:xfrm flipH="1">
                    <a:off x="6197600" y="5275293"/>
                    <a:ext cx="856297" cy="1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215AF750-7ABB-9963-C32B-09B336727927}"/>
                      </a:ext>
                    </a:extLst>
                  </p:cNvPr>
                  <p:cNvCxnSpPr>
                    <a:cxnSpLocks/>
                    <a:stCxn id="12" idx="3"/>
                  </p:cNvCxnSpPr>
                  <p:nvPr/>
                </p:nvCxnSpPr>
                <p:spPr>
                  <a:xfrm>
                    <a:off x="8009501" y="5275293"/>
                    <a:ext cx="663257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565268-1DFA-2BDF-B753-888B618F5053}"/>
                    </a:ext>
                  </a:extLst>
                </p:cNvPr>
                <p:cNvSpPr txBox="1"/>
                <p:nvPr/>
              </p:nvSpPr>
              <p:spPr>
                <a:xfrm rot="1389724">
                  <a:off x="6228679" y="5362557"/>
                  <a:ext cx="181064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Unknown!</a:t>
                  </a:r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8DB62C-26FA-47C4-9CF8-BA550BE15574}"/>
                  </a:ext>
                </a:extLst>
              </p:cNvPr>
              <p:cNvSpPr txBox="1"/>
              <p:nvPr/>
            </p:nvSpPr>
            <p:spPr>
              <a:xfrm>
                <a:off x="4355537" y="4040747"/>
                <a:ext cx="13039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Sorting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Shortest Path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Euler Path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E90524-0054-417F-44E8-4B21DAC3A3E9}"/>
                  </a:ext>
                </a:extLst>
              </p:cNvPr>
              <p:cNvSpPr txBox="1"/>
              <p:nvPr/>
            </p:nvSpPr>
            <p:spPr>
              <a:xfrm>
                <a:off x="6506152" y="3146462"/>
                <a:ext cx="17650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Cryptography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Prime factorization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FB1F7F-722C-2555-934B-D67F0220B70F}"/>
                  </a:ext>
                </a:extLst>
              </p:cNvPr>
              <p:cNvSpPr txBox="1"/>
              <p:nvPr/>
            </p:nvSpPr>
            <p:spPr>
              <a:xfrm>
                <a:off x="7834400" y="886339"/>
                <a:ext cx="92794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Checkers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Go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Chess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/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𝐶𝑜𝑚𝑝𝑙𝑒𝑡𝑒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F67D4C-CBE9-7144-95D5-AA867D702FFA}"/>
                  </a:ext>
                </a:extLst>
              </p:cNvPr>
              <p:cNvSpPr txBox="1"/>
              <p:nvPr/>
            </p:nvSpPr>
            <p:spPr>
              <a:xfrm>
                <a:off x="5471488" y="1570018"/>
                <a:ext cx="230859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Vertex Cover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Independent Set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Hamiltonian Path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/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07899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NP-Hard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can we try to figure out if P=NP?</a:t>
                </a:r>
              </a:p>
              <a:p>
                <a:r>
                  <a:rPr lang="en-US" dirty="0"/>
                  <a:t>Identify problems at least as “hard” as NP</a:t>
                </a:r>
              </a:p>
              <a:p>
                <a:pPr lvl="1"/>
                <a:r>
                  <a:rPr lang="en-US" dirty="0"/>
                  <a:t>If any of these “hard” problems can be solved in polynomial time, then all NP problems can be solved in polynomial time.</a:t>
                </a:r>
              </a:p>
              <a:p>
                <a:r>
                  <a:rPr lang="en-US" dirty="0"/>
                  <a:t>Definition: NP-Hard: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is NP-Hard provided EVERY problem within NP reduces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 polynomial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  <a:blipFill>
                <a:blip r:embed="rId2"/>
                <a:stretch>
                  <a:fillRect l="-1401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33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53445-FAF3-55FA-3158-72BDE63F810D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4DA0434-297F-EDAC-265F-E170CC0E9D56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CCFA8EE-2EC1-829A-DC41-28DDBA62D32D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8F03A6E-7CF2-FBE9-409B-B681CCB04C75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D70E952-52DF-72BC-9B33-4E87FA4183A5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E996C53-6C44-655D-9BC1-7794BDB41CFF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6A1AEB1-2219-1DCD-8807-2194947DF6D1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14733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001" y="-225840"/>
            <a:ext cx="10515600" cy="1325563"/>
          </a:xfrm>
        </p:spPr>
        <p:txBody>
          <a:bodyPr/>
          <a:lstStyle/>
          <a:p>
            <a:r>
              <a:rPr lang="en-US" dirty="0"/>
              <a:t>NP-Hard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Any NP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696200" y="1371600"/>
            <a:ext cx="2128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NP-Hard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358401" y="105841"/>
            <a:ext cx="2514600" cy="884759"/>
          </a:xfrm>
          <a:prstGeom prst="wedgeRoundRectCallout">
            <a:avLst>
              <a:gd name="adj1" fmla="val 26844"/>
              <a:gd name="adj2" fmla="val 9834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For every NP problem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121225" y="3312877"/>
            <a:ext cx="2514600" cy="1415056"/>
          </a:xfrm>
          <a:prstGeom prst="wedgeRoundRectCallout">
            <a:avLst>
              <a:gd name="adj1" fmla="val 85152"/>
              <a:gd name="adj2" fmla="val 857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There exists a polynomial-time reduction to each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ular Callout 28">
                <a:extLst>
                  <a:ext uri="{FF2B5EF4-FFF2-40B4-BE49-F238E27FC236}">
                    <a16:creationId xmlns:a16="http://schemas.microsoft.com/office/drawing/2014/main" id="{EBD3D364-96E8-A14B-8D5D-6D824FA6B43A}"/>
                  </a:ext>
                </a:extLst>
              </p:cNvPr>
              <p:cNvSpPr/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/>
                  <a:t>So if this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can solve any NP problem in polynomial time</a:t>
                </a:r>
              </a:p>
            </p:txBody>
          </p:sp>
        </mc:Choice>
        <mc:Fallback xmlns="">
          <p:sp>
            <p:nvSpPr>
              <p:cNvPr id="29" name="Rounded Rectangular Callout 28">
                <a:extLst>
                  <a:ext uri="{FF2B5EF4-FFF2-40B4-BE49-F238E27FC236}">
                    <a16:creationId xmlns="" xmlns:a16="http://schemas.microsoft.com/office/drawing/2014/main" id="{EBD3D364-96E8-A14B-8D5D-6D824FA6B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1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6766692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Showing NP-Hardness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35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05400" y="1411069"/>
            <a:ext cx="16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A </a:t>
            </a:r>
            <a:r>
              <a:rPr lang="en-US" b="1"/>
              <a:t>First</a:t>
            </a:r>
            <a:r>
              <a:rPr lang="en-US"/>
              <a:t> NP-Hard</a:t>
            </a:r>
          </a:p>
          <a:p>
            <a:pPr algn="ctr"/>
            <a:r>
              <a:rPr lang="en-US"/>
              <a:t>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654870" y="1371600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new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65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689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6905534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1039961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7057934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7757545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blipFill rotWithShape="1">
                <a:blip r:embed="rId8"/>
                <a:stretch>
                  <a:fillRect r="-171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-13253" y="1330081"/>
            <a:ext cx="5042453" cy="5249682"/>
            <a:chOff x="-13253" y="1330081"/>
            <a:chExt cx="5042453" cy="5249682"/>
          </a:xfrm>
        </p:grpSpPr>
        <p:sp>
          <p:nvSpPr>
            <p:cNvPr id="24" name="Rectangle 23"/>
            <p:cNvSpPr/>
            <p:nvPr/>
          </p:nvSpPr>
          <p:spPr>
            <a:xfrm>
              <a:off x="1813692" y="1736144"/>
              <a:ext cx="3215508" cy="4843619"/>
            </a:xfrm>
            <a:prstGeom prst="rect">
              <a:avLst/>
            </a:prstGeom>
            <a:solidFill>
              <a:srgbClr val="FFA7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AutoShape 5"/>
            <p:cNvSpPr>
              <a:spLocks noChangeArrowheads="1"/>
            </p:cNvSpPr>
            <p:nvPr/>
          </p:nvSpPr>
          <p:spPr bwMode="auto">
            <a:xfrm>
              <a:off x="1952534" y="2100428"/>
              <a:ext cx="2840038" cy="759976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000" dirty="0"/>
            </a:p>
          </p:txBody>
        </p:sp>
        <p:sp>
          <p:nvSpPr>
            <p:cNvPr id="33" name="AutoShape 5"/>
            <p:cNvSpPr>
              <a:spLocks noChangeArrowheads="1"/>
            </p:cNvSpPr>
            <p:nvPr/>
          </p:nvSpPr>
          <p:spPr bwMode="auto">
            <a:xfrm rot="10800000">
              <a:off x="2104934" y="4802910"/>
              <a:ext cx="2840038" cy="993815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8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04545" y="6177986"/>
              <a:ext cx="1136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𝑂</m:t>
                        </m:r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rgbClr val="FF33CC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r="-1724"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Isosceles Triangle 2"/>
                <p:cNvSpPr/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Isosceles Tri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Isosceles Triangle 37"/>
                <p:cNvSpPr/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𝑍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Isosceles Tri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/>
            <p:cNvSpPr txBox="1"/>
            <p:nvPr/>
          </p:nvSpPr>
          <p:spPr>
            <a:xfrm>
              <a:off x="-13253" y="1459468"/>
              <a:ext cx="1704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Any NP Problem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/>
                    <a:t>Solution for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𝑪</m:t>
                      </m:r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869" t="-833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397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“Together they stand, together they fall”</a:t>
                </a:r>
              </a:p>
              <a:p>
                <a:r>
                  <a:rPr lang="en-US" dirty="0"/>
                  <a:t>Problems solvable in polynomial time </a:t>
                </a:r>
                <a:r>
                  <a:rPr lang="en-US" dirty="0" err="1"/>
                  <a:t>iff</a:t>
                </a:r>
                <a:r>
                  <a:rPr lang="en-US" dirty="0"/>
                  <a:t> ALL NP problems are</a:t>
                </a:r>
              </a:p>
              <a:p>
                <a:r>
                  <a:rPr lang="en-US" dirty="0"/>
                  <a:t>NP-Complete = NP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∩</m:t>
                    </m:r>
                  </m:oMath>
                </a14:m>
                <a:r>
                  <a:rPr lang="en-US" dirty="0"/>
                  <a:t> NP-Hard</a:t>
                </a:r>
              </a:p>
              <a:p>
                <a:r>
                  <a:rPr lang="en-US" b="1" dirty="0"/>
                  <a:t>How to show a problem is NP-Complete?</a:t>
                </a:r>
              </a:p>
              <a:p>
                <a:pPr lvl="1"/>
                <a:r>
                  <a:rPr lang="en-US" dirty="0"/>
                  <a:t>Show it belongs to NP</a:t>
                </a:r>
              </a:p>
              <a:p>
                <a:pPr lvl="2"/>
                <a:r>
                  <a:rPr lang="en-US" dirty="0"/>
                  <a:t>Give a polynomial time verifier</a:t>
                </a:r>
              </a:p>
              <a:p>
                <a:pPr lvl="1"/>
                <a:r>
                  <a:rPr lang="en-US" dirty="0"/>
                  <a:t>Show it is NP-Hard</a:t>
                </a:r>
              </a:p>
              <a:p>
                <a:pPr lvl="2"/>
                <a:r>
                  <a:rPr lang="en-US" dirty="0"/>
                  <a:t>Give a reduction from another NP-H problem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  <a:blipFill>
                <a:blip r:embed="rId2"/>
                <a:stretch>
                  <a:fillRect l="-1284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CDBFF3-E85D-EA6A-D3FB-B51CEA446A46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B0C6A3-2672-4B14-7D3B-BEE0949E0F2F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16D442D-50BF-E4D1-B1C9-D65776F6C362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2BF586D-67E4-9D63-F9B4-38F29C057C58}"/>
                  </a:ext>
                </a:extLst>
              </p:cNvPr>
              <p:cNvSpPr/>
              <p:nvPr/>
            </p:nvSpPr>
            <p:spPr>
              <a:xfrm>
                <a:off x="605529" y="1601803"/>
                <a:ext cx="10590790" cy="4967783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208F89D-EDDE-F874-7592-85060B08251D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59956194-81F0-C6BF-684A-E7078D316ABB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/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/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𝐶𝑜𝑚𝑝𝑙𝑒𝑡𝑒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6197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37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273935"/>
            <a:ext cx="2288204" cy="707528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could be done in polynomial time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could be done in polynomial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40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38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124200"/>
            <a:ext cx="2288204" cy="857263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cannot be done in polynomial time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cannot be done in polynomial time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45EF8E-C9BA-6096-6AD2-BB564BA2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</p:spTree>
    <p:extLst>
      <p:ext uri="{BB962C8B-B14F-4D97-AF65-F5344CB8AC3E}">
        <p14:creationId xmlns:p14="http://schemas.microsoft.com/office/powerpoint/2010/main" val="108670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CFCE-257D-55FB-890F-6FBF726B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Problems not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considered intractable</a:t>
                </a:r>
              </a:p>
              <a:p>
                <a:r>
                  <a:rPr lang="en-US" dirty="0"/>
                  <a:t>The problems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have some properties that make them seem like they might be tractable, but we’ve been unsuccessful with finding polynomial time algorithms for many</a:t>
                </a:r>
              </a:p>
              <a:p>
                <a:r>
                  <a:rPr lang="en-US" dirty="0"/>
                  <a:t>The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contains problems with the properties:</a:t>
                </a:r>
              </a:p>
              <a:p>
                <a:pPr lvl="1"/>
                <a:r>
                  <a:rPr lang="en-US" dirty="0"/>
                  <a:t>All members are also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can be transformed into every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Because they are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𝐻𝑎𝑟𝑑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is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235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If you can find a polynomial time algorithm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problem then:</a:t>
                </a:r>
              </a:p>
              <a:p>
                <a:pPr lvl="1"/>
                <a:r>
                  <a:rPr lang="en-US" dirty="0"/>
                  <a:t>You will win $1million</a:t>
                </a:r>
              </a:p>
              <a:p>
                <a:pPr lvl="1"/>
                <a:r>
                  <a:rPr lang="en-US" dirty="0"/>
                  <a:t>You will win a Turing Award</a:t>
                </a:r>
              </a:p>
              <a:p>
                <a:pPr lvl="1"/>
                <a:r>
                  <a:rPr lang="en-US" dirty="0"/>
                  <a:t>You will be world famous</a:t>
                </a:r>
              </a:p>
              <a:p>
                <a:pPr lvl="1"/>
                <a:r>
                  <a:rPr lang="en-US" dirty="0"/>
                  <a:t>You will have done something that no one else on Earth has been able to do in spite of the above!</a:t>
                </a:r>
              </a:p>
              <a:p>
                <a:r>
                  <a:rPr lang="en-US" dirty="0"/>
                  <a:t>If you are told to write an algorithm a problem that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can tell that person everything above to set expectations</a:t>
                </a:r>
              </a:p>
              <a:p>
                <a:pPr lvl="1"/>
                <a:r>
                  <a:rPr lang="en-US" dirty="0"/>
                  <a:t>Change the requirements!</a:t>
                </a:r>
              </a:p>
              <a:p>
                <a:pPr lvl="1"/>
                <a:r>
                  <a:rPr lang="en-US" b="1" dirty="0"/>
                  <a:t>Approximate the solution</a:t>
                </a:r>
                <a:r>
                  <a:rPr lang="en-US" dirty="0"/>
                  <a:t>: Instead of finding a path that visits every node, find a path that visits at least 75% of the nodes</a:t>
                </a:r>
              </a:p>
              <a:p>
                <a:pPr lvl="1"/>
                <a:r>
                  <a:rPr lang="en-US" b="1" dirty="0"/>
                  <a:t>Add Assumptions</a:t>
                </a:r>
                <a:r>
                  <a:rPr lang="en-US" dirty="0"/>
                  <a:t>: problem might be tractable if we can assume the graph is acyclic, a tree</a:t>
                </a:r>
              </a:p>
              <a:p>
                <a:pPr lvl="1"/>
                <a:r>
                  <a:rPr lang="en-US" b="1" dirty="0"/>
                  <a:t>Use Heuristics</a:t>
                </a:r>
                <a:r>
                  <a:rPr lang="en-US" dirty="0"/>
                  <a:t>: Write an algorithm that’s “good enough” for small inputs, ignore edge cases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772" t="-1854" r="-206" b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155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entire field of cryptography relies on it (nearly at least)</a:t>
                </a:r>
              </a:p>
              <a:p>
                <a:pPr lvl="1"/>
                <a:r>
                  <a:rPr lang="en-US" dirty="0"/>
                  <a:t>Requires decrypting with a key is easier than decrypting without a key</a:t>
                </a:r>
              </a:p>
              <a:p>
                <a:pPr lvl="2"/>
                <a:r>
                  <a:rPr lang="en-US" dirty="0"/>
                  <a:t>This is strongly related to requiring a difference in difficulty between verifying a candidate solution and finding a solution in the first place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Some problems remain intractable </a:t>
                </a:r>
              </a:p>
              <a:p>
                <a:pPr lvl="1"/>
                <a:r>
                  <a:rPr lang="en-US" dirty="0"/>
                  <a:t>Cryptography persists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may get efficient solutions for important problems</a:t>
                </a:r>
              </a:p>
              <a:p>
                <a:pPr lvl="1"/>
                <a:r>
                  <a:rPr lang="en-US" dirty="0"/>
                  <a:t>Cryptography is potentially doomed.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927" t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091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P=NP?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3E86B-4DC5-11FD-1DFA-4DEFE787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414588"/>
            <a:ext cx="8230749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86B13-74DA-663E-312E-A3FD172FC316}"/>
              </a:ext>
            </a:extLst>
          </p:cNvPr>
          <p:cNvSpPr txBox="1"/>
          <p:nvPr/>
        </p:nvSpPr>
        <p:spPr>
          <a:xfrm>
            <a:off x="205740" y="6169709"/>
            <a:ext cx="688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https://www.cs.umd.edu/users/gasarch/BLOGPAPERS/pollpaper3.pdf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58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Will P=NP be resolved?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7949D-2D9B-4CE1-A26F-B235714E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1466576"/>
            <a:ext cx="895475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45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Statements on P vs 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44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6825"/>
            <a:ext cx="8534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286000"/>
            <a:ext cx="85534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1981200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rephrased question: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629" y="3200401"/>
            <a:ext cx="85439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80" y="3981450"/>
            <a:ext cx="71342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667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54870</TotalTime>
  <Words>2672</Words>
  <Application>Microsoft Office PowerPoint</Application>
  <PresentationFormat>Widescreen</PresentationFormat>
  <Paragraphs>426</Paragraphs>
  <Slides>44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Calibri Light</vt:lpstr>
      <vt:lpstr>Arial</vt:lpstr>
      <vt:lpstr>Calibri</vt:lpstr>
      <vt:lpstr>Cambria Math</vt:lpstr>
      <vt:lpstr>Ravie</vt:lpstr>
      <vt:lpstr>Office Theme</vt:lpstr>
      <vt:lpstr>CSE 332 Winter 2026 Lecture 25: P and NP</vt:lpstr>
      <vt:lpstr>Tractability</vt:lpstr>
      <vt:lpstr>Euler Path Problem</vt:lpstr>
      <vt:lpstr>A Seemingly Similar Problem</vt:lpstr>
      <vt:lpstr>Complexity Classes</vt:lpstr>
      <vt:lpstr>Complexity Classes and Tractability</vt:lpstr>
      <vt:lpstr>EXP and P</vt:lpstr>
      <vt:lpstr>Members</vt:lpstr>
      <vt:lpstr>Studying Complexity and Tractability</vt:lpstr>
      <vt:lpstr>Some problems in EXP seem “easier”</vt:lpstr>
      <vt:lpstr>Class NP</vt:lpstr>
      <vt:lpstr>EXP⊃NP⊇P </vt:lpstr>
      <vt:lpstr>Solving and Verifying Hamiltonian Path</vt:lpstr>
      <vt:lpstr>Party Problem</vt:lpstr>
      <vt:lpstr>Independent Set</vt:lpstr>
      <vt:lpstr>Example</vt:lpstr>
      <vt:lpstr>Solving and Verifying Independent Set</vt:lpstr>
      <vt:lpstr>Generalized Baseball</vt:lpstr>
      <vt:lpstr>Generalized Baseball</vt:lpstr>
      <vt:lpstr>Vertex Cover</vt:lpstr>
      <vt:lpstr>Example</vt:lpstr>
      <vt:lpstr>Solving and Verifying Vertex Cover</vt:lpstr>
      <vt:lpstr>EXP⊃NP⊇P </vt:lpstr>
      <vt:lpstr>Transforming an IS into a VC</vt:lpstr>
      <vt:lpstr>Transforming a VC into an IS</vt:lpstr>
      <vt:lpstr>Solving Vertex Cover and Independent Set</vt:lpstr>
      <vt:lpstr>Reduction</vt:lpstr>
      <vt:lpstr>Independent Set Reduces To Vertex Cover</vt:lpstr>
      <vt:lpstr>Reductions</vt:lpstr>
      <vt:lpstr>MacGyver’s Reduction</vt:lpstr>
      <vt:lpstr>NP-Complete</vt:lpstr>
      <vt:lpstr>EXP⊃NP-Complete⊇NP⊇P </vt:lpstr>
      <vt:lpstr>NP-Hard</vt:lpstr>
      <vt:lpstr>NP-Hard Idea</vt:lpstr>
      <vt:lpstr>Showing NP-Hardness</vt:lpstr>
      <vt:lpstr>NP-Complete</vt:lpstr>
      <vt:lpstr>NP-Completeness</vt:lpstr>
      <vt:lpstr>NP-Completeness</vt:lpstr>
      <vt:lpstr>Overview</vt:lpstr>
      <vt:lpstr>Why should YOU care?</vt:lpstr>
      <vt:lpstr>Why should YOU care?</vt:lpstr>
      <vt:lpstr>Does P=NP?</vt:lpstr>
      <vt:lpstr>When Will P=NP be resolved?</vt:lpstr>
      <vt:lpstr>Notable Statements on P vs NP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381</cp:revision>
  <dcterms:created xsi:type="dcterms:W3CDTF">2023-10-13T16:06:42Z</dcterms:created>
  <dcterms:modified xsi:type="dcterms:W3CDTF">2026-03-09T21:04:39Z</dcterms:modified>
</cp:coreProperties>
</file>