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256" r:id="rId2"/>
    <p:sldId id="373" r:id="rId3"/>
    <p:sldId id="375" r:id="rId4"/>
    <p:sldId id="374" r:id="rId5"/>
    <p:sldId id="366" r:id="rId6"/>
    <p:sldId id="544" r:id="rId7"/>
    <p:sldId id="369" r:id="rId8"/>
    <p:sldId id="376" r:id="rId9"/>
    <p:sldId id="377" r:id="rId10"/>
    <p:sldId id="379" r:id="rId11"/>
    <p:sldId id="380" r:id="rId12"/>
    <p:sldId id="381" r:id="rId13"/>
    <p:sldId id="500" r:id="rId14"/>
    <p:sldId id="503" r:id="rId15"/>
    <p:sldId id="543" r:id="rId16"/>
    <p:sldId id="504" r:id="rId17"/>
    <p:sldId id="506" r:id="rId18"/>
    <p:sldId id="507" r:id="rId19"/>
    <p:sldId id="518" r:id="rId20"/>
    <p:sldId id="519" r:id="rId21"/>
    <p:sldId id="520" r:id="rId22"/>
    <p:sldId id="521" r:id="rId23"/>
    <p:sldId id="522" r:id="rId24"/>
    <p:sldId id="523" r:id="rId25"/>
    <p:sldId id="524" r:id="rId26"/>
    <p:sldId id="525" r:id="rId27"/>
    <p:sldId id="527" r:id="rId28"/>
    <p:sldId id="528" r:id="rId29"/>
    <p:sldId id="529" r:id="rId30"/>
    <p:sldId id="530" r:id="rId31"/>
    <p:sldId id="526" r:id="rId32"/>
    <p:sldId id="444" r:id="rId33"/>
    <p:sldId id="535" r:id="rId34"/>
    <p:sldId id="368" r:id="rId35"/>
    <p:sldId id="360" r:id="rId36"/>
    <p:sldId id="536" r:id="rId37"/>
    <p:sldId id="537" r:id="rId38"/>
    <p:sldId id="538" r:id="rId39"/>
    <p:sldId id="386" r:id="rId40"/>
    <p:sldId id="539" r:id="rId41"/>
    <p:sldId id="384" r:id="rId42"/>
    <p:sldId id="385" r:id="rId43"/>
    <p:sldId id="540" r:id="rId44"/>
    <p:sldId id="421" r:id="rId45"/>
    <p:sldId id="422" r:id="rId46"/>
    <p:sldId id="423" r:id="rId47"/>
    <p:sldId id="424" r:id="rId48"/>
    <p:sldId id="425" r:id="rId49"/>
    <p:sldId id="426" r:id="rId50"/>
    <p:sldId id="427" r:id="rId51"/>
    <p:sldId id="428" r:id="rId52"/>
    <p:sldId id="429" r:id="rId53"/>
    <p:sldId id="430" r:id="rId54"/>
    <p:sldId id="431" r:id="rId55"/>
    <p:sldId id="432" r:id="rId56"/>
    <p:sldId id="433" r:id="rId57"/>
    <p:sldId id="446" r:id="rId58"/>
    <p:sldId id="541" r:id="rId59"/>
    <p:sldId id="542" r:id="rId60"/>
  </p:sldIdLst>
  <p:sldSz cx="12192000" cy="6858000"/>
  <p:notesSz cx="6858000" cy="9144000"/>
  <p:embeddedFontLst>
    <p:embeddedFont>
      <p:font typeface="Cambria Math" panose="02040503050406030204" pitchFamily="18" charset="0"/>
      <p:regular r:id="rId63"/>
    </p:embeddedFont>
    <p:embeddedFont>
      <p:font typeface="Consolas" panose="020B0609020204030204" pitchFamily="49" charset="0"/>
      <p:regular r:id="rId64"/>
      <p:bold r:id="rId65"/>
      <p:italic r:id="rId66"/>
      <p:boldItalic r:id="rId6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01" autoAdjust="0"/>
  </p:normalViewPr>
  <p:slideViewPr>
    <p:cSldViewPr snapToGrid="0">
      <p:cViewPr>
        <p:scale>
          <a:sx n="60" d="100"/>
          <a:sy n="60" d="100"/>
        </p:scale>
        <p:origin x="80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0:35:37.7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3149 8130 0,'0'0'0,"0"0"0,0 0 0,0 0 16,0 0 0,0 0-16,0 0 15,-8 17 1,-1 17-16,1 26 15,-1 8 1,1 8 0,-1 1-16,9-26 15,0-9-15,0 1 16,0-17 0,9-1-16,-1-8 15,1 0 1,8 0-16,17 0 15,0 0 1,0-8-16,9-1 16,17 9-1,17-8 1,8-9-16,9 0 16,0 0-1,-9-9-15,17-8 16,1 9-1,-1 8-15,9 0 16,-8-9-16,25 9 16,8 0-1,-8 0 1,-8 9-16,8-9 16,8 0-16,-8 8 15,0 1 1,9 8-16,17-9 15,-9-8 1,0 9-16,0 8 16,8-9-16,-16 9 15,0 0 1,25-8 0,0 8-1,0-9-15,0 1 16,26-1-1,-26-8-15,0 9 16,35-1-16,-27-8 16,10 0-1,7 0 1,-25-8-16,18-1 16,16 1-1,-34-9-15,0 8 0,18 1 16,-18-9-1,26 0 1,-1 8-16,-7-16 16,7-1-1,-16 9-15,-9 9 16,0-1-16,0-8 31,1 17-31,7-17 16,-16 0-1,17 9-15,8-1 16,-25-8 0,-1 9-16,1 8 15,-9 0-15,-17 0 16,-9 17 0,9-9-1,0 1-15,0-18 0,0 1 31,18-1-31,16-8 16,-26 0-16,9 0 16,9 0-1,-9 8-15,0 1 16,17-1-16,1-8 16,-10 9-1,9-1 1,1 1-1,-1 8-15,0 0 16,-9 8 0,-7-8-16,-1 17 15,8-8-15,9-1 16,1 9-16,-10 1 16,9 7-1,1-8-15,-10 0 16,9 0-1,-8-8 1,8-1 0,9 1-16,-9-1 15,9 1-15,-9-9 16,0 8 0,0-8-16,-8 0 15,-18 0 1,-8 0-1,-17 9-15,0 8 16,0 0 0,-8 0-16,-9 0 15,-9 8 1,-17-8-16,-8 0 16,-9-8-1,-17-1-15,-8 1 16,-9-9-1,-8 0-15,8 0 16,0-9 0,8-25-16,1-17 15,-1-25 1,-16-9-16,-9-1 16,-17-24-1,-26-18-15,26 69 16</inkml:trace>
  <inkml:trace contextRef="#ctx0" brushRef="#br0" timeOffset="5222.3">16353 13352 0,'0'0'0,"-9"0"0,1 0 31,-1 9-15,1 8-16,-9 0 15,0 0 1,0 8-16,0 9 15,-9 17 1,0 34-16,1 43 16,8-9-1,8-9-15,-8 60 16,0 9 0,0-51-16,0-18 15,8-33 1,1-26-16,8-26 15,0-8 1,0-8-16,0-9 16,-9-9-1,1 1-15,-1-18 16,1 1 0,-9-9-16,-1 0 15,1 17 1,0 0-1,0 0-15,9 8 16,8 9 0,0 0-16,0 0 15,-9 0-15,9 17 16,0 0 0,9 26-1,8 8-15,8 8 16,10 1-16,-10-18 15,1 1-15,-1-18 16,-8-16 0,9-9-1,25-34-15,60-77 16,68-178 0,-8-68-16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0:36:42.0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19562 6565 0,'0'0'0,"0"0"0,0 0 0,-8 0 16,-1 0-1,0 9 1,-16 25-16,-18 43 16,9 50-1,0 1-15,0 16 16,0 35-16,17-35 16,-9-25-1,0 18-15,9-18 0,9-34 31,-1-26-15,1-16-16,-9-18 16,0 1-1,8-18-15</inkml:trace>
  <inkml:trace contextRef="#ctx0" brushRef="#br0" timeOffset="1460.75">19494 6378 0,'0'0'0,"0"0"16,-9 0-16,9 0 15,0 0 1,-8 0-16,8 9 16,0 8-16,25 0 15,35 17 1,51 0 0,51 8-16,60-16 15,9-18-15,16-16 16,1-9-1,25 8 1,17-8-16,9 0 16,42 0-1,0 0-15,26 9 16,35-1 0,-1 18-16,-9-1 15,9 1 1,18-9-16,-27 25 15,26 1 1,18-35-16,16-16 16,9 25-1,-43 8-15,0-8 16,18 0-16,-1 17 16,-42 26-1,-18-1 1,9-25-16,-51 9 15,0 0 1,-26-18-16,-17 1 16,1-1-1,-52 1-15,-52-1 16,-25-8-16,-16 9 31,-53-1-31,-24 1 16,-27-1-1,-16 1-15,0-1 16,-9 1-16,0-1 16,-9 9-16,9 0 15,0 17 1,1 34-16,-10 43 31,1 8-31,-9 0 0,0 51 31,8 8-31,-8-41 16,0 41-16,9 9 16,-9-51-1,-9-25-15,9 16 16,0 1-16,0-51 31,0-26-31,0-9 16,0-16-1,0-9-15,0-9 16,0 1-16,-8-9 16,-1 0-1,-25-9 1,-34-16-16,-43-18 16,-9-16-1,-8 16-15,-43 9 16,-33 9-1,24 25-15,-33-9 16,-17 9 0,-18 17-16,-8-8 15,-17-18 1,-9 9-16,-25-8 16,-60 8-1,17 8-15,-34-16 16,-51 8-1,-1 17-15,27 0 16,-44-26-16,-8-8 16,18 0-16,-18-9 31,60 9-31,0 0 16,-35-8-1,1 8-15,17 0 16,25 8-1,-25 1-15,0-1 16,68 1-16,8-18 16,-25 9-1,69 0-15,16 9 16,26-1 0,43 1-16,42-9 15,43 0-15,77 8 31</inkml:trace>
  <inkml:trace contextRef="#ctx0" brushRef="#br0" timeOffset="2205.42">24316 6268 0,'0'0'0,"0"0"0,0 0 0,0 0 16,-8 8 0,-1 18-1,-17 42-15,1 34 16,-1 25-1,-8 27-15,8 16 16,1 42 0,-1-8-16,1-8 15,-1 0 1,-8 8-16,0-26 16,17-59-1,8-25 1,9-9-16,0-26 0,0-33 15</inkml:trace>
  <inkml:trace contextRef="#ctx0" brushRef="#br0" timeOffset="2527.21">25187 6463 0,'0'0'0,"0"9"15,-9 50-15,1 60 16,-1 52-1,-17 33-15,9 0 16,-17 17 0,9 9-16,-1 8 15,0-34 1,26-51 0,9 127-16</inkml:trace>
  <inkml:trace contextRef="#ctx0" brushRef="#br0" timeOffset="5593.41">24453 7203 0,'0'0'0,"0"0"0,0 9 15,17 16-15,0 18 16,8 16 0,-8 18-1,-8 25-15,8 0 16,0-8-16,0-18 16,0-16-1,9-9 1,-9-26-16,0-8 15,0-17-15,0 0 16</inkml:trace>
  <inkml:trace contextRef="#ctx0" brushRef="#br0" timeOffset="5842.53">24640 7373 0,'0'0'0,"-17"43"0,-25 59 16,-1 9-1,0-26 1,1-9-16,-1-16 0,-17 8 31,35-34-31</inkml:trace>
  <inkml:trace contextRef="#ctx0" brushRef="#br0" timeOffset="6807.95">24683 8487 0,'0'0'0,"0"0"0,0 0 16,0 0-1,0 0 1,0 0-16,0 0 15,0 0 1,0 0-16,0 0 16,0 0-1,0 0-15,0 0 16,0 0 0,0 0-16,0 0 15,0 0 1,0 0-16,0 0 15,0 9 1,0-1-16,0 1 16,0-1-1,0-8 1,0 0-16,0 0 0,0 0 16</inkml:trace>
  <inkml:trace contextRef="#ctx0" brushRef="#br0" timeOffset="8650.86">24657 8343 0,'0'0'0,"0"0"0,0 25 15,0 26 1,9 34-16,-9 26 31,-9 0-31,9-1 0,0-8 16,18-17-1,-1 0-15,8-8 16,18-18 0,25-8-1,-8-17 1,17-8-16,34-26 0,17-17 16,0-43-1,-17-8 1,-9 0-16,-8 0 15,-26 17 1,-17 0-16,-25 17 16,-17 9-16,-1-1 31,1 9-31,-9 0 16,0 0-1,-9 0-15,-16 0 16,-10 17-1,1 0-15,9 17 16,-1 9 0,9-9-16,0-9 15,8 1 1,1-1-16,-1 1 16,9-1-1,0-8-15,0 0 16,0 0-1,0 0-15,0-8 16,0-9 0,0-9-16,0-8 15,9 9 1,8-9-16,0 8 16,9 9-1,8 0-15,25 0 16,27 26-1,-1 16-15,-17 9 16,18 9 0,16 8-16,9 8 15,-51-25 1</inkml:trace>
  <inkml:trace contextRef="#ctx0" brushRef="#br0" timeOffset="13677.28">26382 6531 0,'0'0'0,"0"0"16,0 0 0,0 26-1,-9 33-15,0 52 16,-16 34 0,-1 16-16,9 9 15,0 9-15,9 16 16,-1-7-16,0-10 31,-16 9-31,8-25 16,8-35-1,-8-33-15,0-35 0,9-33 32,8-17-17</inkml:trace>
  <inkml:trace contextRef="#ctx0" brushRef="#br0" timeOffset="14148.2">25229 7620 0,'0'0'0,"0"0"0,0 0 16,17 9-1,18 8-15,-1 8 16,8 9-16,18 26 31,17 16-31,-9 1 16,-25-1-16,0 1 15,-9-9-15,-9-17 16,1-26 0,-9-8-1,0-17 1,0 0-16</inkml:trace>
  <inkml:trace contextRef="#ctx0" brushRef="#br0" timeOffset="14407">26279 7101 0,'0'0'0,"-8"17"15,-35 43-15,-34 33 16,-17 35-1,-8 25-15,-9 0 16,-51 9 0,-1 8-16,44-26 15,76-93 1</inkml:trace>
  <inkml:trace contextRef="#ctx0" brushRef="#br0" timeOffset="18662.98">27167 6702 0,'-9'17'0,"-8"68"0,-17 34 15,8 42 1,9 26-16,0-8 16,9-18-16,-9-16 15,8-17 1,1-9-1,8-17-15,0-17 16,0-9-16,0-16 16,0-9-16,8 8 31,1-16-31</inkml:trace>
  <inkml:trace contextRef="#ctx0" brushRef="#br0" timeOffset="19059.14">26450 7543 0,'0'0'0,"0"0"15,0 0-15,0 0 16,0 0 0,0 9-16,8 16 15,9 18 1,0 17-16,26 16 15,8 1 1,-8-9-16,0-9 16,-18-16-1,1-9-15,0-9 16,-9 1-16,0-18 16,0 1-1,8-18 1,-8 9-16</inkml:trace>
  <inkml:trace contextRef="#ctx0" brushRef="#br0" timeOffset="19298.18">27039 7424 0,'0'0'0,"-9"9"0,-16 33 16,-35 43-16,-17 18 0,-42-1 31,-1 8-31,1 18 0,-1 8 16,1-17 0,50 25-1,1 137-15</inkml:trace>
  <inkml:trace contextRef="#ctx0" brushRef="#br0" timeOffset="23973.79">24162 6302 0,'0'0'0,"0"0"0,0 0 15,0-9-15,18-8 16,-1-17 0,0-8-16,0-1 15,8 9 1,18-8-16,17-35 15,-9-42 1,-25-8-16,8 33 16,17 17-1,17 1-15,9-18 16,8 9 0,-8 17-16,-17 26 15,-26 16 1,0 18-16,9 25 15,0 25 1,-1 18-16,-16-1 16,8 43-1,9 17-15,-18-25 16,1-26 0,8-25-16,9-1 15,8-16-15,0-9 31,0-17-31,18-9 16,7-16 0,10-26-16,8-9 15,-18 0-15,-24 18 16,-18 16-16,-9 9 16,-16 0-1,-1 9 1,1 8-16,-9 0 15,0 0-15,-9 17 16,1 8 0,-9 18-16,0 8 15,8-8 1,9-1 0,0-16-16,17-1 15,17-16-15,26-26 16,43-43-1,33-34-15,18 9 32,-9 17-32,0-8 0,9-1 31,-26 26-31,-34 43 16,8 25-16,-17 25 0,-8 60 31,0 111-16,-43-9-15,-51 9 16,-9-9 0,9-136-16</inkml:trace>
  <inkml:trace contextRef="#ctx0" brushRef="#br0" timeOffset="25381.65">28259 6531 0,'0'0'0,"0"0"15,0 0-15,0 0 16,0 0-1,-8 17-15,8 9 16,8 42 0,18 34-16,16 34 15,1 34 1,-9 26 0,0 16-16,-8-16 15,-9-9-15,9-17 16,-9-8-1,-9-35 1,1-16-16,-1-9 16,1-25-1,-1-35-15,1-25 16</inkml:trace>
  <inkml:trace contextRef="#ctx0" brushRef="#br0" timeOffset="25800.61">27611 7169 0,'0'0'0,"0"0"0,0 0 32,0 0-32,0 17 15,25 17-15,26 34 16,18 9-1,-10 25-15,1 0 16,-9-8-16,-8-18 16,-17-16-1,-1-9-15,-16-9 16,-1-16 0,9-18-1,-8-8-15</inkml:trace>
  <inkml:trace contextRef="#ctx0" brushRef="#br0" timeOffset="26004.7">28080 6957 0,'0'0'0,"-17"17"15,-51 42 1,-52 43-16,-8 17 31,9 26-31,-26 16 16,-69 86-1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0:38:28.8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24154 14560 0,'0'-9'0,"26"-25"0,16-34 0,137-187 0,-102 187 0,51-51 16,26-9-16,-35 26 16,18 17-1,59 17-15,-34 26 16,26 25 0,43 0-16,-27 17 15,-7 8 1,-1 18-16,-76 25 15,-1 59 1,1 18-16,-44-60 16,-33-34-1,-26-17 1</inkml:trace>
  <inkml:trace contextRef="#ctx0" brushRef="#br0" timeOffset="455.69">26663 14236 0,'0'0'0,"0"17"15,17 35-15,-8 16 16,-1-26-1,1-8-15,-1-8 16,1-1 0,-9-16-16,0-1 15,0 1 1,8-1-16,10 1 16,-1-1-1,17-16-15,43-52 16,34-67-1,-18-1-15,10-93 16,42-136 0</inkml:trace>
  <inkml:trace contextRef="#ctx0" brushRef="#br0" timeOffset="23686.8">9346 6991 0,'0'0'0,"0"0"15,8 0-15,1 0 0,-1 0 32,1 0-32,-9 0 15,0 0-15,0 0 31,0 0-31,0 0 16,0 0 0,8 8-16,10 18 0,-1 33 15,-9 52 1,-8-9 0,-8-9-16,-1-25 15,9-17 1,0-25-1,0-1-15,0-8 16,17-8 0,0-1-16,17 1 15,0-1 1,1 1-16,-1-9 0,8 0 16,10-9-1,7 1-15,1-9 31,25 8-31,26 1 0,17 8 32,-17 0-32,-25 0 15,16 17-15,1 0 16,-1 0-16,0 9 31,9-9-31,0-9 16,0 1-1,-17-1-15,-8 1 16,-10-1 0,-24 1-16,-10-9 15,-16 0 1,-9 0-16,-9 0 16,1 0-1,-9 0-15,9-26 16,8-25-1,0-51-15,0-43 16,17-144 0</inkml:trace>
  <inkml:trace contextRef="#ctx0" brushRef="#br0" timeOffset="38150.4">15841 7926 0,'0'0'15,"0"0"-15,0 0 0,0 0 16,0 0 0,0 17-16,0 0 15,0 0 1</inkml:trace>
  <inkml:trace contextRef="#ctx0" brushRef="#br0" timeOffset="39213.08">15841 8105 0,'0'0'0,"0"0"0,0 0 0,0 0 16,0 0-1,0 0-15,0 0 16,0 0-1,0 0 1,0 0-16,0 0 16,0 0-16,0 0 15,0 0 1,0 0-16,0 0 16,0 0-1,0 0 1,0 8-16,0 1 15,0 8 1,0 0-16,0 0 16,0 0-1,0-9-15,0 1 16,0-1 0,0 1-16,0-1 15,0 1 1,0-1-16,0 1 15,8-1 1,-8 1-16,0-9 16,0 0-1,0 8 1,0-8-16,0 0 16,0 0-16,0 0 15,0 0 1,0 0-16,0 0 15,0 9 1,0-9-16,17 8 16,1 1-1,7-1-15,9 1 16,0-1 0,1 1-1,-1 8-15,0-9 16,0 9-16,0 0 15,9-8 1,-1-1 0,1 9-16,17 0 15,8 9 1,9-1-16,17-8 16,8-8-1,-25-1-15,8-8 0,26 9 16,17 8-1,0-9 1,18 1-16,7 0 16,9 8-1,-8-9-15,-9 1 16,0 8-16,-17 17 31,-25-9-31,-35-8 16,9 0-1,8 9-15,-25-9 16,-9-9 0,-8 1-16,-9-1 15,-9 1-15,1-9 16,-17 0 0,-1 0-16,1-9 15,-1-8 1,-8-17-1,-8-25-15,-9-1 0,8-8 16,9-51 0,9-153-1</inkml:trace>
  <inkml:trace contextRef="#ctx0" brushRef="#br0" timeOffset="59644.79">12051 8955 0,'0'0'0,"0"0"0,0 0 16,0 0-1,9 17 1,-1 9-16,-16 42 16,-18 25-16,-8 1 15,0-1 1,8-25-1,9-17-15,0-17 16,17-8 0,0-9-16,0-8 15,0-1-15,17 1 16,17 8-16,18 0 16,-1 0-1,17-9 1,18 1-16,33-1 15,9-8-15,0-8 16,9-1 0,16-8-1,1 9 1,-18-9-16,-16 8 16,-9-8-16,-17 17 15,-26 0 1,-25 9-1,-18-9-15,1 0 16,-18 0 0,1 0-16,0 0 15,-1 0 1,1 0-16,-9 0 16,8-17-1,18-52-15,-9 18 16</inkml:trace>
  <inkml:trace contextRef="#ctx0" brushRef="#br0" timeOffset="65700.35">12043 9848 0,'0'0'0,"0"0"0,0 0 16,0 0-1,0 17-15,0 17 16,-9 26-1,-8 25-15,-17 17 16,0-9 0,0 1-16,17-9 15,0-34-15,17-8 16,0-18 0,0 1-16,17-18 15,0 1 1,17-1-1,17 1-15,43-18 16,26-16 0,-1-1-16,26 1 15,26-1-15,-1-8 16,27 8-16,-9 9 31,-18 9-31,9 8 16,-8 17-1,-26 8-15,-25 10 16,-26 7 0,-18 1-16,-16-9 15,-26-9 1,-8-16-16,-9-1 16,-8 1-1,-1-1-15,-8-25 0,-8-42 31,-18-52-31,-8-51 16,-17-127-16</inkml:trace>
  <inkml:trace contextRef="#ctx0" brushRef="#br0" timeOffset="79896.06">22336 8709 0,'0'0'0,"0"0"0,8 0 16,10-9-1,-1 1 1,-9-1-16,1 1 16,-1 8-16,-8 0 15,0 0 1,0 0-16,0 0 16,-8 8-1,-1 9 1,-8 17-16,0 9 15,8-9-15,1 0 16,-1 0 0,9-9-16,0 1 15,0-1 1,0 1-16,9-9 16,17 0-1,25 0-15,26-9 16,25-16-16,-8-9 15,0-9 1,25 1-16,-8 8 31,0 0-31,-25 8 16,-35 1 0,-9 8-16,-7-9 15,-18 1-15,-9 8 16</inkml:trace>
  <inkml:trace contextRef="#ctx0" brushRef="#br0" timeOffset="80147.67">23061 8743 0,'0'0'0,"0"0"15,0 0-15,0 0 16,0 0-16,0 0 31,-8 25-31,-18 26 16,-16 43 0,-10 25-16,10-9 15,25-16-15,17-52 16</inkml:trace>
  <inkml:trace contextRef="#ctx0" brushRef="#br0" timeOffset="81163.58">23002 9687 0,'0'0'0,"0"0"0,0 0 15,0 0 1,0 0-16,0 0 16,0 0-16,0 0 15,0 0 1,0 0 0,0-9-16,0 1 15,-9-1-15,-25 1 16,-9-9-1,-16 17 1,-10 8-16,-16 9 16,0 34-1,-1 17-15,35-8 16,25-1-16,18-8 16,16 0-1,18-8 1,17-18-16,25-8 15,17-17 1,9-17-16,-8-17 16,-1-8-16,-17-9 15,-8-17 1,-17 0 0,-1 17-16,-16 8 15,0 9 1,-18 17-16,1 0 15,-1 17 1,-8 0-16,-8 9 16,-9 42-16,-26 68 15,-8 17 1,-1 17 0,1 0-16,26 0 15,33-34-15,1-59 16</inkml:trace>
  <inkml:trace contextRef="#ctx0" brushRef="#br0" timeOffset="86085.96">22199 10665 0,'0'0'0,"0"0"0,0 0 15,0 0-15,0 0 16,0 0 0,-8 25-16,-1 9 15,1 26-15,-1 33 16,1 43 0,-1 0-1,-8-17-15,0-8 16,0-17-1,0-26-15,8-9 16,9-25 0</inkml:trace>
  <inkml:trace contextRef="#ctx0" brushRef="#br0" timeOffset="86561.8">23411 10605 0,'0'0'0,"0"0"31,-8 0-31,-9 17 15,-17 9-15,-26 50 16,-34 43 0,-8 9-16,-1 16 15,26 9 1,18-8-16,16-9 16,34-25-16,18-18 15,8-16 1,43-9-1,25-17-15,26-26 16,-9-16 0,1-26-16,-9-9 15,-26-8 1,-25 17 0,-18 0-16,-16-8 15,-26-9 1,-43-17-16,-59 8 15,-52 1-15,-17 42 16,-119 51 0</inkml:trace>
  <inkml:trace contextRef="#ctx0" brushRef="#br0" timeOffset="88894.17">21773 12476 0,'0'0'0,"0"0"0,25-8 16,18 8 0,17 0-16,-1 8 15,10 18-15,8 8 16,-18 8 0,-8 9-16,-8-8 15,-17-1 1,-18 1-16,-16 16 15,-43 9 1,-43-8 0,-17-18-16,0-25 15,25-8 1,18-18-16,17-16 16,17-1-1,17 9-15,8 0 16,9 0-1,17 0-15,17 17 16,26 9-16,25 16 16,9 18-1,17 16-15,-17 18 16,-17-1 0,-9-8-1,-8-8-15,-26-35 16</inkml:trace>
  <inkml:trace contextRef="#ctx0" brushRef="#br0" timeOffset="89301.63">23428 12442 0,'0'0'0,"-8"0"16,-26 17 0,-17 26-16,-9 8 0,-17 8 15,17-8 1,18-17 0,24-8-16,1-9 15,17 17 1,9 0-1,17 25-15,33 9 0,10 9 32,-10-18-32,-16 9 0,-9-8 31,-8-18-31,-18 1 16,-16-1-1,-26 1-15,-9-17 16,-17-18-1,-51-59 1,-128-128-16</inkml:trace>
  <inkml:trace contextRef="#ctx0" brushRef="#br0" timeOffset="89499.31">23702 12204 0,'8'0'0,"35"25"0,85 52 16,60 34-1,33 8-15,129-51 16,43-43 0</inkml:trace>
  <inkml:trace contextRef="#ctx0" brushRef="#br1" timeOffset="-207868.06">8253 6259 0,'0'0'0,"0"0"0,0 0 16,0 0-16,0 0 15,-8 0 1,-9 17-16,-26 9 16,-25 42-1,-35 34-15,1 8 16,34 1-16,8 34 15,17-1 1,18-16-16,16-18 16,18-33-1,33-18 1,86-16-16,9-43 16,16-60-1,35-25-15,-17-17 16,-52 0-1,-25-17-15,-8 0 16,-35 26 0,-34 7-16,-43-16 15,-16 0 1,-44 9-16,-93-1 16,-145 1-16</inkml:trace>
  <inkml:trace contextRef="#ctx0" brushRef="#br1" timeOffset="-205666.31">26672 7526 0,'0'0'0,"0"-8"15,0-9 1,0-9-16,0 1 15,0 8-15,0 0 16,0 0-16,0 8 31,34 9-31,34-8 16,52 16-16,-1 1 16,-25 16-1,43 9-15,25 9 16,-34-1-16,-69-8 31,-16 0-31,-17 1 16,-1 7-1,-8 35-15,-8 33 16,-43 18 0,-52 16-16,-16 1 15,8-9-15,26-26 16,25 1-1,26-9 1,0 0-16,9 9 16,25-18-1,51-16-15,34 8 16,9-17-16,-51-34 31,8-17-31,18 8 16,-35-16-16,-26-1 15,1-8-15,-17 0 16,-18 0 0,1 0-1,-10 0-15,-50 9 16,-34 16 0,-1 18-16,9 8 15,18 0 1,24 26-16,18 42 15,51 42 1,60 9-16,43-17 0,-18-8 31,-25-9-31,17 0 16,-17 9 0,-35 8-16,-42-9 0,-42-16 15,-69 33 1,-111 10-1,-196-27 1,-26-84-16,-26-77 0,61-34 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0:41:03.58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3918 6565 0,'0'0'0,"0"0"0,0 0 15,0 0 1,8 17-16,9 9 16,0 8-1,-8 9-15,-1-1 16,1 9-1,-18 9-15,-8 8 16,-8 0 0,8-9-16,-1 1 15,1-18 1,9-16-16,8-1 16,0-16-1,0-1-15,17 1 16,9-1-1,8 1-15,17-18 16,17 1 0,0-9-16,9 8 15,17 1 1,-9 8-16,-8 0 16,-17 17-16,0 0 15,0 0 1,-1 0-1,18 17-15,8 0 16,1 0 0,-18-9-16,-8-8 15,-9 0-15,-17-8 16,-8-1 0,-9 1-16,0-9 15,0-9 1,0-16-1,9-26-15,-1-9 16,-8 26-16</inkml:trace>
  <inkml:trace contextRef="#ctx0" brushRef="#br0" timeOffset="31278.39">19084 15682 0,'0'0'0,"0"0"0,0 0 16,0 0-1,0 0-15,0 0 16,0 0 0,0 0-16,9 0 15,-9-8 1,17 8-16,0 0 15,17 0 1,0 8-16,17 1 16,18-1-1,7 1 1,-7-1-16,-1-16 16,17-1-16,-16 9 15,-27 0 1,-16 0-16,-9 0 15,-9 0 1,1 0-16,-9 0 16,0 0-1,-9 17-15,-8 9 16,-8 8 0,-9 8-16,-9 9 15,0 17 1,1 9-16,-1-1 15,9-16 1,0-9-16,17-8 16,0-18-1,8 1 1,9-9-16,0-9 16</inkml:trace>
  <inkml:trace contextRef="#ctx0" brushRef="#br0" timeOffset="32050.2">20279 15597 0,'0'0'0,"0"0"0,0 0 16,0 0 0,0 0-1,0 0-15,0 0 0,0 0 31,-9 9-31,-16 25 16,-18 17 0,-17 17-16,1 8 15,-1 9 1,0 9-16,9 8 16,0-8-16,8-1 0,18-16 31,7-18-16,18-16-15,0-1 16,18-8 0,7-8-16,26-9 15,35-17-15,8-9 16,-9-25 0,0 0-16,-25-8 15,-9-1 1,-25 9-16,-18 0 15,-8 0-15,-17 0 32,-42 9-32,-52 25 15,-34 25-15,-18 35 16,35 8-16,26 25 31,59-42-31</inkml:trace>
  <inkml:trace contextRef="#ctx0" brushRef="#br0" timeOffset="36130.31">4455 7909 0,'0'0'15,"0"0"-15,0 0 16,0 0-16,0 0 16,0 0-16,0 0 15,0 0 1,0 0-16,0 0 15,-8 0 1,-1 17 0,1 0-16,-1 9 15,-17 33 1,9 18-16,0-9 16,9-9-1,8 1-15,0-18 16,17-8-1,0-8-15,0-1 16,9-16-16,-1-1 16,9 1-1,9-18-15,17 1 16,0 8 0,-18 0-1,26 0-15,35 0 16,-1 8-1,-16 9 1,-9 0-16,-9-8 16,-17 8-16,0 0 15,0-9 1,-16 1 0,-10-1-16,-16-8 15,-1 0 1,1 0-16,-9-8 15,8-1-15,-8-25 16,0-42 0,9 25-16</inkml:trace>
  <inkml:trace contextRef="#ctx0" brushRef="#br0" timeOffset="51504.87">16933 15538 0,'0'0'0,"0"-9"15,9 1-15,-1-1 16,1 1 0,-1-1-16,1 1 0,0 8 31,-9 0-31,0 0 16,0 0-1,8 8-15,1 9 16,-1 9-1,-8 25-15,0 8 16,-8 9 0,8-8-16,0-1 15,0-16 1,8-1-16,1-8 16,-1 0-16,1-8 15,8-1 1,8 1-16,10-1 15,24 1 1,10-18-16,-1 1 16,0-9-1,9 8 1,-9 1-16,1-18 16,7 9-16,1 0 15,-17-8 1,-9-1-16,-8 9 15,-18 0 1,1 0 0,-17 0-16,-9 0 15</inkml:trace>
  <inkml:trace contextRef="#ctx0" brushRef="#br0" timeOffset="51800.37">17812 15555 0,'0'0'0,"-8"0"0,-9 8 16,-26 35-16,-42 67 15,-18 60 1,1 0-16,-18 18 15,18-1 1,42-51 0,35-26-16,16-16 15,26-26 1,26-26-16,17-25 16,-9-34-1,-26 9-15</inkml:trace>
  <inkml:trace contextRef="#ctx0" brushRef="#br0" timeOffset="52327.98">18546 15759 0,'0'0'0,"0"0"0,0 0 16,-8 17-16,-9 8 15,-17 18 1,-9 8-1,-17 8-15,-8 18 16,-9 8 0,0 0-16,18 0 15,24-8 1,18-1-16,17-16 16,9-9-1,25-9-15,26-8 16,25-8-1,9-35-15,-9-33 16,1-18 0,-9-16-16,-18-18 15,-25-8 1,-16-9-16,-36 9 16,-24 9-1,-44-9-15,-25 17 16,43 51-1</inkml:trace>
  <inkml:trace contextRef="#ctx0" brushRef="#br0" timeOffset="75087.06">8253 15682 0,'0'0'0,"0"0"31,0 0-31,9 9 16,-1-1 0,1 1-16,-1-1 15,-8 1 1,0-1-16,0 35 16,-8 8-1,-1 8-15,-16 35 16,-9-9-1,17-17-15,-1-9 16,1-24 0,9-10-16,8-8 15,0-8-15,0-1 16,8 1 0,18-9-1,8 0-15,17 0 16,1-9-1,-1 1-15,-9-1 16,1 9 0,0 0-16,-9 0 0,0 0 31,-8 0-31,-1 0 16,1 0-1,0-8-15,-1-1 16,-16 9-1</inkml:trace>
  <inkml:trace contextRef="#ctx0" brushRef="#br0" timeOffset="75355.35">8654 15963 0,'0'0'0,"0"0"0,-8 25 15,-1 18 1,-8 16 0,-8 18-16,8 17 15,0-1 1,-1 1-16,18-18 15,0-16 1,9-18-16,0-25 16</inkml:trace>
  <inkml:trace contextRef="#ctx0" brushRef="#br0" timeOffset="76537.73">9457 15861 0,'0'0'0,"0"0"0,0 0 0,0 0 15,0 0 1,0 0 0,-9 0-16,-8 17 15,-17 0 1,-9 0-16,9 8 15,-9 9 1,1 0-16,8 0 16,0 17-1,8-8-15,9-1 16,17-7 0,0-1-16,17 0 15,17 8 1,9 9-16,-1-8 0,-16-1 31,0 1-31,-1 8 0,-25 17 16,-8 8-1,-18 1 1,-8 8-16,-17-17 16,0-17-1,-1-26 1,18-25-16,0-34 15,8-17 1,18-34-16,16-34 16,10-8-16,7 16 15,1 43-15,-1 17 32,9 9-32,1-9 15,-1 8 1,-9-8-16,1 17 15,-18 17 1,1 0-16,0 8 0,-1 1 16,1-9-1,-1 8 1</inkml:trace>
  <inkml:trace contextRef="#ctx0" brushRef="#br0" timeOffset="78063.23">3918 9193 0,'0'0'0,"0"0"0,0-8 16,0-1-1,25 1-15,35-18 16,51 1 0,34-1-16,60-16 15,42-9 1,26-17-16,-8 8 16,-52-8-1,9 17-15,103 9 16</inkml:trace>
  <inkml:trace contextRef="#ctx0" brushRef="#br0" timeOffset="78603.16">3909 7918 0,'0'0'0,"0"0"16,26 8-16,33 9 15,61 9-15,42 8 16,17 8 0,43 9-16,0-8 31,-9-1-31,-16-33 15,101-35 1</inkml:trace>
  <inkml:trace contextRef="#ctx0" brushRef="#br0" timeOffset="79037.35">3747 7144 0,'8'0'0,"78"0"15,161-17-15,146 0 16,-1 8-16</inkml:trace>
  <inkml:trace contextRef="#ctx0" brushRef="#br0" timeOffset="110310.76">5514 10112 0,'0'0'0,"0"0"15,0 0-15,0 0 16,0 0 0,0 0-1,0 0-15,0 0 16,0 0-1,8 0-15,18 0 16,25-9 0,17 1-16,26-1 15,0-8 1,-26 17-16,-17 0 16,9 0-16,-9-8 15,-25 8 1</inkml:trace>
  <inkml:trace contextRef="#ctx0" brushRef="#br0" timeOffset="110977.41">6452 9874 0,'0'0'0,"0"0"16,0 0-16,0 0 16,0 0-1,0 0-15,9 0 16,8 0-1,0 0-15,9 0 16,-1 0 0,9 8-16,-8 1 15,0-1 1,-1 1 0,-8-9-16,-8 0 15,-1 0 1,1 0-16,-1 0 15,-8 0 1,0 0-16,-8 17 16,-1 0-1,1 0-15,-1 0 16,-8 8-16,0 1 16,0-1-1,0 1 1,9-18-16,8 1 15,0-1 1</inkml:trace>
  <inkml:trace contextRef="#ctx0" brushRef="#br0" timeOffset="111898.61">7579 9551 0,'0'0'0,"0"0"16,0 0-16,0 0 16,0 0-1,-9 0-15,1 17 16,-9 8-16,-9 18 16,1 16-1,8 1-15,0-18 16,-1 1-1,1-18-15,0 1 0,9-1 16,8-16 15,0-1-31,0 1 0,17-1 32,8-16-32,10-1 15,7 9 1,1 0-16,-9 0 15,0 0 1,0 0-16,1 17 16,-10 0-1,1 0-15,-9 9 16,-9-1 0,1 1-16,-9 8 15,-9 0 1,1 0-16,-9 0 15,0-9 1,-9 1-16,0-9 16,9-9-1,0-8 1,9 0-16</inkml:trace>
  <inkml:trace contextRef="#ctx0" brushRef="#br0" timeOffset="112183.69">7707 9712 0,'0'0'0,"0"0"0,0 0 16,0 0-16,0 0 16,9 0-16,8 0 15,25 0 1,35 0 0,43-8-16,42-9 15,137-17 1</inkml:trace>
  <inkml:trace contextRef="#ctx0" brushRef="#br0" timeOffset="116437.28">9021 9780 0,'0'0'0,"0"0"16,0 0-1,0 0-15,0 0 16,0 0-1,0 9-15,0-1 16,0-8 0,0 0-16,0 9 15,0-1-15,0 1 16,9-1 0,8 9-1,17-8-15,9 8 16,0-9-16,-18 1 15,1-9 1,-9 0 0,17 0-16,0 0 15,9 0-15,-9 0 16,0-9 0,-8 1-16,-9-1 15</inkml:trace>
  <inkml:trace contextRef="#ctx0" brushRef="#br0" timeOffset="116904.67">9499 9474 0,'0'0'0,"0"0"16,0 0-1,0 0-15,9 0 16,8 0-16,0 17 15,26 0 1,25 9 0,-17-1-16,-17-16 15,-8-1 1,0 9 0,-1-8-16,1 8 15,-1 0-15,-16 0 16,-1 17-16,-8 17 15,-8 0 1,-1 0 0,1-9-16,-1-8 15,9-8 1,0-9-16,0-9 16</inkml:trace>
  <inkml:trace contextRef="#ctx0" brushRef="#br0" timeOffset="117951.19">10959 9516 0,'0'0'0,"0"0"16,0 0-16,-9 0 0,1 9 15,-18 8 1,1 0-16,-1 0 31,-8 0-31,17-8 16,0-1-1,0 1 1,8-1-16,1 1 16,8-1-1,0-8-15,17 9 16,0-1 0,8 9-16,1 0 15,0 0 1,-9 17-16,-9 0 15,1 0 1,-1 0-16,1 9 16,-1-1-1,-8 1-15,-8-18 16,-1 1 0,-16-1-16,-1-8 15,0-8 1,1-1-16,16 1 15</inkml:trace>
  <inkml:trace contextRef="#ctx0" brushRef="#br0" timeOffset="118284.53">10925 9516 0,'0'0'0,"0"0"16,0 0-1,0 0 1,0 0-16,17 0 15,34-8-15,43-1 16,17 1 0,-17-9-1,-43 0-15,-25 8 16</inkml:trace>
  <inkml:trace contextRef="#ctx0" brushRef="#br0" timeOffset="118779.07">12043 9525 0,'0'0'0,"0"0"0,0 17 16,0 0-16,-9 17 15,1 9 1,-9 8-16,-9 0 15,0 8 1,-8 1-16,0-18 16,17-8-1,0-8-15,17-9 16,0-9 0</inkml:trace>
  <inkml:trace contextRef="#ctx0" brushRef="#br0" timeOffset="119081.19">11693 9738 0,'0'0'0,"0"0"0,0 0 16,0 8-16,17 9 16,9 0-16,25 0 15,9-8 1,-1-1 0,1-8-16,8 0 15,-8 0 1,-26 0-16,-17 0 15</inkml:trace>
  <inkml:trace contextRef="#ctx0" brushRef="#br0" timeOffset="119451.13">12930 9619 0,'0'0'0,"0"0"16,-8 0-1,-1 25 1,1 35 0,-18 25-16,-16 0 15,-10 8 1,1-25-16,17-8 16,0-9-1,17-17-15,17-17 16</inkml:trace>
  <inkml:trace contextRef="#ctx0" brushRef="#br0" timeOffset="120151.38">13127 9210 0,'0'0'0,"0"0"15,0 0-15,17-8 16,0-1-16,17 1 16,0-1-1,0 9-15,0 0 16,9 0 0,-9 0-1,0 0-15,1 17 16,-10 0-16,1 0 15,-18 17-15,-8 0 32,-8 9-32,-18 8 15,1-9 1,-10 1-16,10-18 16,8 1-1,0-9-15,17 0 0,0 0 31,8 0-31,18 0 16,34 9 0,-1-9-16,1-9 15,0 9 1,-26-8-16</inkml:trace>
  <inkml:trace contextRef="#ctx0" brushRef="#br0" timeOffset="121702.13">14211 9925 0,'0'0'0,"0"0"0,0 0 16,0 0-16,0 0 15,0 0 1,0 0 0,0 0-16,17 0 15,17 8-15,17 1 16,9-1-1,34 1-15,-9-1 16,-25-8 0,8-8-16,26-1 15,0 1 1,-17-9 0,-18 17-16,1 0 15,-9 0 1,-25 0-16</inkml:trace>
  <inkml:trace contextRef="#ctx0" brushRef="#br0" timeOffset="122311.26">15295 9721 0,'0'0'0,"0"0"0,0 0 16,0 0-16,0-9 16,0 9-1,0-8-15,0 8 16,0 0 0,0 0-1,0 0-15,0 0 16,0-9-16,17 1 15,0 8 1,17 0-16,0 0 16,0 0-1,-8 0 1,-1 8-16,1 9 16,0 0-16,-9 0 15,-9 0 1,1 0-16,-1 9 15,-16 8 1,-1 0 0,-16 17-16,-18 8 15,-8-8-15,0 17 16,16-8 0,18-18-1,17-33-15</inkml:trace>
  <inkml:trace contextRef="#ctx0" brushRef="#br0" timeOffset="124693.11">16515 9644 0,'0'0'16,"0"0"-16,0 0 15,0 0-15,0 0 16,0 0 0,0 0-16,0 0 15,0 0 1,0 0-16,0 0 15,-8 0 1,-1 17-16,-17 17 16,9-8-1,9-1-15,-9 1 16,8-9 0,9 0-16,0 0 15,17 0 1,9 8-16,8-8 15,9-8 1,8-1-16,0 1 16,0-1-1,-8 1-15,-9 8 16,-8 0 0,-1 0-16,-8 0 15,-8 17 1,0 17-16,-18 8 15,-17 1 1,-8-9-16,0-9 16,-9-8-1,9-8-15,0-18 16,0 1-16,0-18 16,17 1-1,-9-18 1,18 18-16</inkml:trace>
  <inkml:trace contextRef="#ctx0" brushRef="#br0" timeOffset="125006.53">16626 9619 0,'0'0'0,"0"0"16,0 0 0,0 0-16,9 0 15,25 8 1,17 1-16,26 8 15,34-9 1,8 1-16,18-1 16,-26-16-1,-77 8-15</inkml:trace>
  <inkml:trace contextRef="#ctx0" brushRef="#br0" timeOffset="125494.45">18231 9610 0,'0'0'0,"0"0"0,0 0 16,-9 9-1,1 25-15,-18 34 16,-17 17-16,-8 0 31,8 0-31,9-9 16,-8 9-16,16-25 15,9-26-15,17-9 32,0-16-32,0-9 15</inkml:trace>
  <inkml:trace contextRef="#ctx0" brushRef="#br0" timeOffset="125810.47">17710 10044 0,'0'0'0,"0"0"0,0 0 16,0 0-16,0 0 15,0 0 1,0 0 0,26 0-16,16-9 15,27 9 1,16 9-16,9-18 16,-9 1-1,9-9-15,-34 8 16</inkml:trace>
  <inkml:trace contextRef="#ctx0" brushRef="#br0" timeOffset="126625.37">19084 9721 0,'0'0'0,"0"0"15,0 0-15,0 0 16,0 0-16,0 0 15,0 0-15,9 0 32,8 17-32,0 0 15,-9 25-15,1 9 0,-18 9 32,1-1-17,-9-8 1,-9 26-16,-8-9 15,0-26-15,0 1 16,0-18 0,8-8-16,9-8 15,0-1 1,0-16-16,0-1 16,0 1-1,8-1-15,9 1 16,0-9-1,0 0-15,17 0 16,0 0 0,17 0-16,1 17 15,-1 0 1,8 0-16,1 17 16,0 0-1,-9 0-15,8 8 16,1 1-1,-9-9 1,18-9-16,16-8 16,0-17-16,-34 17 15</inkml:trace>
  <inkml:trace contextRef="#ctx0" brushRef="#br0" timeOffset="127686.27">19613 9202 0,'0'0'16,"0"0"-16,0 0 15,0 0 1,0 0 0,0 0-16,9 0 15,-1 0 1,9 0-16,1 0 0,-1 0 15,0 8 1,0 1 0,0 8-1,0 0-15,-9 8 16,1 9-16,-18 17 16,-8-17-16,0-8 31,0-1-31,0-8 15,-8 0 1,-1 0-16,-8-8 16,8-1-1,9 1-15,0 0 16,8-9 0,9 0-16,0 0 15,0 0 1,0 0-16,0 0 15,0 0 1,18 0-16,16 17 16,25 8-1,10 1-15,-1-1 16,0 1 0,1-9-16,-35-9 15</inkml:trace>
  <inkml:trace contextRef="#ctx0" brushRef="#br1" timeOffset="184810.96">12137 7646 0,'0'0'0,"0"0"0,0 0 15,-9 8-15,1 1 16,-1-1-16,1 1 31,-1-1-15,0 9-16,1 0 16,-9 17-1,-26 17-15,-17 17 16,-8-8-1,8 8 1,1 25-16,7 1 16,18-18-16,0 1 15,17-18 1,17 1-16,17-1 16,17 18-1,18-9-15,24-8 16,-7-18-1,-1-25-15,34-8 16,1-9 0,-9-9-16,-9-8 15,-25 0 1,-26 0-16,-9 0 16,-7 0-1,-10-8-15,-25-1 16,-9-16-1,-16 7-15,-44-16 16,1 9 0,34 16-16,-35 1 15,-7 8 1,16 17-16,9 0 16,-1 8-1,-8 1-15,52-1 16</inkml:trace>
  <inkml:trace contextRef="#ctx0" brushRef="#br1" timeOffset="189651.95">17932 7739 0,'0'0'16,"0"0"-16,0 0 0,26 0 16,25 0-1,8 9 1,1-9-16,9 0 15,-1 17 1,0 0-16,-17 8 16,-8 1-1,-17-1-15,-9 9 16,-9 9-16,-25 25 16,-17 8-1,-17 1 1,-9-18-16,0 1 15,1-18 1,7-16-16,10-1 16,7-16-16,18-1 15,0 1 1,9-9 0,8 0-16,0 0 15,0 0 1,0 0-16,8 17 15,18 0-15,25 8 16,35 9 0,16 0-16,9-8 15,-9-9 1,-42-9-16</inkml:trace>
  <inkml:trace contextRef="#ctx0" brushRef="#br1" timeOffset="-210224.97">12367 15971 0,'0'0'0,"0"0"16,0 0-16,0 0 16,0 0-1,0 0-15,0 0 16,0 0-16,0 0 16,-8 0-1,-1 9-15,1 8 16,-10 8-1,1 1 1,0-1-16,9 1 16,-1-1-1,9-16-15,0-1 16,0 1 0,0-1-16,0-8 15,17 9-15,0-1 16,9 1-1,8 8-15,17 0 16,1 9 0,-10 8-1,1 8-15,-9 9 16,-8-8-16,-18-1 16,-8 1-1,-17 16-15,-26 9 16,-8-8-16,-9-9 31,1-17-31,-18-17 16,0-17-16,52 0 15</inkml:trace>
  <inkml:trace contextRef="#ctx0" brushRef="#br1" timeOffset="-209903.76">12282 16031 0,'0'0'0,"0"0"0,0 0 16,0 0-1,34 0-15,68-17 16,86-43-1,43-25-15,93-51 16</inkml:trace>
  <inkml:trace contextRef="#ctx0" brushRef="#br1" timeOffset="-206228.37">6077 11311 0,'0'0'0,"0"0"0,0 0 16,-9-9-16,-16 1 15,-9-1 1,-9 1-1,9 8-15,0 0 16,17-9-16,0 1 16,-1 8-1,10 0 1,-1 0-16,1 0 16,8 0-1,0 0-15,0 0 16,0 0-16,0 0 15,0-9 1,17 1-16,9-1 16,8-8-1,8 0-15,10 9 16,16-1 0,0 1-16,-8-1 15,-17 1 1,-18-1-1,1 9-15,-1 0 16,-16-8-16,8-9 16,-9 8-1</inkml:trace>
  <inkml:trace contextRef="#ctx0" brushRef="#br1" timeOffset="-205937.74">6026 10937 0,'0'0'0,"0"0"15,0 0-15,8 0 16,26 8 0,18 9-16,16 0 15,-8 0 1,-1 0-16,1-8 15,-9-1-15,-17 1 32,-8-1-32,-9 1 15,-8 8-15,-9 8 16,-26 52 0,-34 33-1,-25 1-15,25-51 16</inkml:trace>
  <inkml:trace contextRef="#ctx0" brushRef="#br1" timeOffset="-195242.13">7605 10588 0,'0'0'0,"0"0"15,-9 0-15,1 0 16,8 0-1,-9 0-15,0 0 16,-16 17-16,-9 9 16,-17 25-1,-26 8 1,0 18 0,26-9-16,17 0 0,-1 0 15,1-9 1,17 9-1,0-8-15,9-1 16,8 1-16,8-1 16,18-7-1,25 7-15,17-25 32,1-8-32,16-18 15,-17-16-15,-17-1 16,-25 1-1,0-9 1,-1 0-16,-16 8 16,-1 1-16,-16-9 15,-9-9 1,-9 0-16,-17 1 16,1 8-1,-1 0-15,9 8 16,0 9-1,17 0-15,8 0 16,9 0-16</inkml:trace>
  <inkml:trace contextRef="#ctx0" brushRef="#br1" timeOffset="-193544.24">8526 10894 0,'0'0'0,"0"0"0,0 0 15,0 0-15,0 0 16,0 0 0,0 0-16,0 0 15,0 0 1,0 0-16,9 0 15,34 9 1,8-1-16,26-16 16,42-1-1,1 9 1,-1 0-16,-34-8 16,-42-1-16,0-8 15,-9 0-15,-17 9 16</inkml:trace>
  <inkml:trace contextRef="#ctx0" brushRef="#br1" timeOffset="-193171.3">9141 10512 0,'0'0'0,"0"0"16,0 0 0,0 0-16,0 0 15,17 17-15,17 0 16,-8 8-16,-1 1 31,18 16-31,17 1 0,0-1 16,-18-8-1,1-8-15,-18-1 16,1-8 0,-17 0-1,-1 9-15,-25 16 16,-17 9-16,-17-8 31,17 8-31,-1-9 16,1 9-1,26-25-15</inkml:trace>
  <inkml:trace contextRef="#ctx0" brushRef="#br1" timeOffset="-192584.13">10378 10690 0,'0'0'0,"-8"0"0,-9 0 15,-26 17-15,-25 26 16,-9 25 0,-8 8-16,16 1 15,18 8 1,17 17-16,0-9 16,17-16-1,17-1-15,0-16 16,34-9-1,26-17-15,42-34 16,9-17-16,-34-17 16,-17-8-1,-9-1 1,-17 9-16,-17 8 16,-8 1-1,-9 8-15,-9 0 16,-8 8-16,-17 1 15,-34-1 1,-9 9 0,-17 17-16,17 9 15,34-1-15,18-16 16,16-1 0</inkml:trace>
  <inkml:trace contextRef="#ctx0" brushRef="#br1" timeOffset="-192258.31">11198 10877 0,'0'0'0,"0"0"0,0 0 16,0 0 0,0 0-16,-9 26 15,-25 25 1,-9 8-16,-8 9 16,0 9-1,-9 8-15,9-17 16,0-26-1,34-25-15</inkml:trace>
  <inkml:trace contextRef="#ctx0" brushRef="#br1" timeOffset="-192057.15">10677 11141 0,'0'0'0,"0"0"0,17 8 16,34 18-1,35 8-15,16 8 0,18-8 32,16-17-32,-25-34 0,-42-25 15,-35 16 1</inkml:trace>
  <inkml:trace contextRef="#ctx0" brushRef="#br1" timeOffset="-191809.79">12000 10843 0,'0'0'0,"0"9"0,-8 25 16,-1 42-16,-8 43 16,-17 43-1,-26 16 1,9-24 0,8-52-16,26-51 15,17-26 1</inkml:trace>
  <inkml:trace contextRef="#ctx0" brushRef="#br1" timeOffset="-191222.61">12273 10537 0,'0'0'0,"0"0"16,17-8-16,17 8 15,9 0 1,0 0-16,-18 0 15,1 8-15,-17 9 16,-1 0 0,-16 17-16,-27 9 15,-7 16 1,-1 1 0,0-18-16,9-8 15,17-8 1,0-18-16,17 1 15,0-1 1,43 1-16,59-9 16,60-34-1,60 0-15,111-9 16</inkml:trace>
  <inkml:trace contextRef="#ctx0" brushRef="#br1" timeOffset="-185548.02">13946 11473 0,'0'0'0,"0"0"0,0 0 16,0 0-1,17 0-15,17 8 16,9-8 0,8-8-16,43-1 15,34-8 1,9-9-16,-26 9 16,-43-8-16,9 8 15,-18 0 1,-33 17-1</inkml:trace>
  <inkml:trace contextRef="#ctx0" brushRef="#br1" timeOffset="-185169.38">14757 11030 0,'0'0'0,"0"0"0,8 0 15,18 17 1,8 9-16,17-1 15,1 9-15,16 0 16,-8 9 0,-9-1-16,-17-8 15,-8 0 1,-18 0-16,-8 9 16,-34 25-16,-26 17 15,-17 0 1,43-42-1</inkml:trace>
  <inkml:trace contextRef="#ctx0" brushRef="#br1" timeOffset="-184285.94">16336 11064 0,'0'0'0,"0"0"0,0 0 16,0 0 0,0 0-1,0 0 1,0 0-16,0 0 15,-9 0 1,-8 0-16,-8 9 16,-18 8-1,0 8-15,-16 9 16,-10 9 0,1 16-1,8 1-15,18-1 16,7 1-16,18-9 15,9 0-15,8 0 16,8 0 0,35 0-1,8-8-15,9-18 16,17 1-16,0-18 16,-18-16-16,-16-18 15,-17 1 1,-1-9-1,-8 0-15,-8 8 16,-1 9 0,-16 0-1,-18 0 1,-16 9-16,-18 8 0,-8 8 16,-1 1-1,18-1 1,17-8-16,17 0 15</inkml:trace>
  <inkml:trace contextRef="#ctx0" brushRef="#br1" timeOffset="-183877.01">17189 11209 0,'0'0'0,"0"0"0,0 0 16,0 0-1,-8 8-15,-9 18 16,-17 25 0,-18 8-16,10-8 15,8-8 1,8 0-16,9-18 15,0 1 1,0-1-16,17-16 16,0-1-1</inkml:trace>
  <inkml:trace contextRef="#ctx0" brushRef="#br1" timeOffset="-183632.36">16660 11430 0,'0'0'0,"0"0"0,0 0 16,9 9-16,42-1 15,68-8 1,52-17-16,-17-26 15,-9-8 1,-51 26 0,-60 25-16</inkml:trace>
  <inkml:trace contextRef="#ctx0" brushRef="#br1" timeOffset="-182585.67">17770 11234 0,'0'0'0,"0"0"0,0 0 15,0 0-15,8 0 16,18 9 0,8-1-1,0 1-15,17-1 0,-8 9 16,0 0-1,-18 0 1,1 0 0,-26 26-16,-9 25 15,-16 17 1,-18-8-16,0-9 0,9-26 16,0-16-1,0-1-15,17-16 31,0-1-31,0 1 16,8-9-16,1 0 16,8 0-16,0 0 15,0 0 1,0 0 0,0 0-1,17 0-15,17 17 0,9 0 16,16 17-1,35 0 1,-8-9 0,-1-8-16,17-17 15,-42 0-15</inkml:trace>
  <inkml:trace contextRef="#ctx0" brushRef="#br1" timeOffset="-182051.52">18495 10945 0,'0'0'0,"0"0"16,0 0-1,0 0-15,0 0 16,0 0 0,9 0-16,-1 0 15,9 0-15,-8 9 16,-1-9 0,1 8-1,-18 1-15,-16 16 16,-18 18-1,-17-9-15,9 8 16,17-16 0,17-9-1,0-9 1,25 9-16,35 0 16,68 9-16,85-9 15,146-17 1</inkml:trace>
  <inkml:trace contextRef="#ctx0" brushRef="#br1" timeOffset="-174858.98">13869 15767 0,'0'0'0,"0"0"0,0 0 16,0 0-16,0 9 15,0-1 1,0 1-16,-8 8 15,-1 17 1,-8 0-16,0 8 16,0-16-1,0-1-15,8-8 16,1-8-16,8-1 16,0 1-1,8-1-15,9 1 16,1-1-1,16 1-15,0-1 16,0 1 0,0-1-1,9 9-15,-1 0 16,-16 9-16,0 8 16,-18 0-1,-8 9 1,-17 8-16,-26 8 15,-16-8 1,-1-17-16,0-8 16,9-18-1,0-16-15,34-1 16</inkml:trace>
  <inkml:trace contextRef="#ctx0" brushRef="#br1" timeOffset="-174554.42">13920 15767 0,'0'0'0,"0"0"16,0 0-16,0 0 16,0 0-1,9 17-15,8 0 16,26 9 0,17-1-16,59-8 15,35-42 1,136-43-16</inkml:trace>
  <inkml:trace contextRef="#ctx0" brushRef="#br1" timeOffset="-173880.54">14928 16090 0,'0'0'0,"0"0"0,0 0 0,0 0 16,0 0-1,-9 0-15,1 17 16,-27 26-1,1-1 1,0 1-16,9-9 16,7-8-1,1-1-15,9-16 16,8-1 0,0 1-16,0-1 15,17 1-15,17 8 16,9-9-1,-18 1 1,1-1-16,0 1 16,-18-1-1,1 9 1,-18 0-16,-8 17 16,-9 0-16,-16 9 15,8-1 1,-1-25-16,18-8 15,17-9 1,0 0 0</inkml:trace>
  <inkml:trace contextRef="#ctx0" brushRef="#br1" timeOffset="-173697.48">15004 16056 0,'0'0'0,"0"0"0,0 0 15,9 17 1,17 34-16,25 17 16,17-25-1,-25-26-15</inkml:trace>
  <inkml:trace contextRef="#ctx0" brushRef="#br1" timeOffset="-169647.19">6017 12459 0,'0'0'0,"0"0"0,0 0 16,0 0-16,0 0 16,0 0-1,-8 0-15,8 0 16,-9 0 0,9 0-16,0 0 15,0 0 1,0 0-16,0 0 15,17-8 1,26-1 0,8-8-16,17 0 15,1 0 1,-10 0 0,-25 17-16,-8 0 15,-17 0-15,-1 0 16,1 0-1,-1 0-15,-8 0 16</inkml:trace>
  <inkml:trace contextRef="#ctx0" brushRef="#br1" timeOffset="-169340.68">6367 12093 0,'0'0'0,"0"0"15,0 0-15,0 0 16,0 0 0,26 0-16,16 0 15,35 17 17,0 0-32,0 0 15,-26 0 1,-8 0-16,-18-8 0,-8 8 15,-8 8-15,-26 43 32,-26 26-32,-8 0 15,8-26 1,26-26-16,17-25 16</inkml:trace>
  <inkml:trace contextRef="#ctx0" brushRef="#br1" timeOffset="-166024.53">7562 12331 0,'0'0'0,"0"0"0,0 0 16,0 0-16,-9 0 15,1 17 1,-1 0-1,1-8-15,-1-1 16,1 1-16,8 0 16,0-1-1,0-8 1,0 0-16,0 9 16,17-1-16,8 1 15,27-1 1,-1 1-1,-8 8-15,-1 0 16,-16 0 0,-9 0-1,0 17-15,-9 25 16,-16-8 0,-1-8-16,-8-18 0,-8 1 15,-1-18 1,1-8-16,-10-34 15,18 0 1</inkml:trace>
  <inkml:trace contextRef="#ctx0" brushRef="#br1" timeOffset="-165836.27">7545 12008 0,'0'0'0,"0"0"16,0 0-16,25 9 16,78 25-16,59 8 31,43-16-31,119 8 16</inkml:trace>
  <inkml:trace contextRef="#ctx0" brushRef="#br1" timeOffset="-160593.81">8723 12229 0,'0'0'0,"0"0"16,0 0-16,0 0 15,0 0 1,0 0-16,0 0 16,0 0-1,0 0-15,17 9 16,43 8-16,42 8 15,43-16 1,-43-1 0,-25-8-16,17-8 15,0-9 1,-9-9-16,-42 9 16</inkml:trace>
  <inkml:trace contextRef="#ctx0" brushRef="#br1" timeOffset="-160227.27">9337 11966 0,'0'0'0,"0"0"0,9 0 16,33 17-1,27 8-15,25 9 16,8-8 0,-34-1-16,1-8 15,7-8 1,-16-1-16,-17 1 16,-18-1-1,1 1-15,-17 8 16,-1 0-1,-8 0-15,-17 17 16,-26 8 0,-8 1-16,-17-1 15,0-16 1,33-9-16</inkml:trace>
  <inkml:trace contextRef="#ctx0" brushRef="#br1" timeOffset="-159744.6">10694 12008 0,'0'0'0,"0"0"0,-8 0 15,-18 17-15,-8 9 16,-17 8 0,17 8-16,0 1 15,16-18 1,1 1-1,9-1-15,8-8 16,8 0 0,18 9-16,0-1 15,8-8 1,-9 9-16,1-9 16,0 9-16,-18 8 31,1 8-31,-18 9 15,-17-8-15,-8-9 16,9-17-16,-1-26 16,18 1-1</inkml:trace>
  <inkml:trace contextRef="#ctx0" brushRef="#br1" timeOffset="-159514.48">10472 12136 0,'0'0'0,"0"0"0,9 0 31,17 17-31,8 0 16,25 0-1,35 0-15,-8-17 16,-1-9-1,-34 1-15</inkml:trace>
  <inkml:trace contextRef="#ctx0" brushRef="#br1" timeOffset="-159245.81">11855 12187 0,'0'0'0,"0"0"16,-8 25-16,-10 18 15,-7 33-15,-18 10 16,-8 7-1,-9-8-15,18-17 16,7-8 0,18-18-16,9-25 15</inkml:trace>
  <inkml:trace contextRef="#ctx0" brushRef="#br1" timeOffset="-158992.73">11309 12476 0,'0'0'0,"0"0"16,0 0-16,25 17 15,10 9 1,24 8-16,44 0 15,8-34 1,17-17-16,-34-9 16,-60 9-1</inkml:trace>
  <inkml:trace contextRef="#ctx0" brushRef="#br1" timeOffset="-158566.66">12214 11898 0,'0'0'0,"0"0"0,0 0 15,8 0 1,1 0-16,-1 0 16,1 0-16,-1 0 15,-8 0 1,0 0 0,0 0-16,0 0 15</inkml:trace>
  <inkml:trace contextRef="#ctx0" brushRef="#br1" timeOffset="-158125.1">12649 12204 0,'0'0'0,"0"0"0,0 0 0,0 0 16,0 0-16,0 0 16,0 8-1,-9 9-15,1 26 16,-1 25 0,-8 26-16,0 8 15,0 8 1,-9-16-16,1-9 15,-1-26 1,9-33-16,17-9 16,9-9-1</inkml:trace>
  <inkml:trace contextRef="#ctx0" brushRef="#br1" timeOffset="-157655.41">12999 11889 0,'0'0'0,"0"0"0,17-8 16,0-1-1,0 9-15,17 0 16,0 0 0,9 0-16,-18 17 15,1 9-15,-9 8 16,-17 17-1,-25 17 1,-1 8 0,9-8-16,0-8 0,0-18 31,8-16-31,9-1 16,0-16-16,17-9 15,60-17-15,77-43 31,-26-8-31,-86 34 16</inkml:trace>
  <inkml:trace contextRef="#ctx0" brushRef="#br1" timeOffset="-154459.61">14313 12408 0,'0'0'0,"0"0"0,0 0 15,0 0 1,0 0-16,0 0 16,0 0-16,0 0 15,26 0 1,25 9-1,34-1-15,9-8 16,0-8 0,8-1-16,-8 1 15,-8-18 1,8 0-16,-18-8 16,-50 26-16</inkml:trace>
  <inkml:trace contextRef="#ctx0" brushRef="#br1" timeOffset="-154134.28">14774 12153 0,'0'0'0,"0"0"15,0 0-15,17 17 16,9 0-16,8 0 15,0 0 1,9 0-16,-1 0 16,1 0-1,0 8 1,-18 9-16,-8 0 16,-8 9-1,-26 25-15,-9 17 16,-8-17-16,8-17 15,9-17 1,9-8 0,-1-18-16</inkml:trace>
  <inkml:trace contextRef="#ctx0" brushRef="#br1" timeOffset="-153681.36">15909 12382 0,'0'0'0,"0"0"0,-8 9 16,-9 17-16,-9 8 15,-17 8 1,1 1 0,7-1-16,1-8 15,17 0-15,17 0 16,9 9 0,8 8-1,8-9-15,1 1 16,-9-1-1,-8-16-15,-1 8 16,1 0 0,-1 17-16,-8-9 15,0 1-15,0-18 16,0-8 0,0-8-16</inkml:trace>
  <inkml:trace contextRef="#ctx0" brushRef="#br1" timeOffset="-153475.02">15721 12561 0,'0'0'0,"0"0"0,0 0 0,0 0 16,0 0-1,17 9 1,52 8 0,42 0-16,42-9 15,-16-8 1,-18-8-16,-50-1 0</inkml:trace>
  <inkml:trace contextRef="#ctx0" brushRef="#br1" timeOffset="-153092.36">16959 12663 0,'0'0'0,"-9"17"15,-8 43-15,-17 33 16,-8 1-1,-1-1 1,9-16-16,0-26 16,16-17-16,18-17 15</inkml:trace>
  <inkml:trace contextRef="#ctx0" brushRef="#br1" timeOffset="-152903.6">16541 12731 0,'0'0'0,"0"0"16,8 9-16,61 8 16,41 8-1,27 1-15,17-26 16,-1-17-1,137-17 1</inkml:trace>
  <inkml:trace contextRef="#ctx0" brushRef="#br1" timeOffset="-152022.95">17958 12680 0,'0'0'0,"0"0"0,8 0 16,18 17 0,8 17-16,8 0 15,1 0 1,-9 26-16,-8 16 15,-26 9 1,-26 9-16,-16-9 16,-10 8-16,-16-7 15,8-18 1,9-34 0,17-17-1,0-9-15,17-16 16,0-1-16,0 1 15,8-9 1,1 0-16,8 0 16,0 8-1,0 1-15,17-1 16,25 9 0,10 17-16,16 9 15,43 8 1,17 0-16,0-17 15,-68-17 1</inkml:trace>
  <inkml:trace contextRef="#ctx0" brushRef="#br1" timeOffset="-151249.18">18632 12340 0,'0'0'0,"17"0"16,17-9-16,9 9 16,16 0-1,1 0-15,-9 9 16,-8-1 0,-17 1-16,-9 8 15,0 0 1,-9 17-16,1 0 15,-18-8 1,-8 8-16,-25-9 16,-1 1-1,-8-9-15,-1-9 16,10-8 0,16 0-16,9 0 15,17 0 1,17 0-1,60 0-15,85-8 16,60-1-16,-17-33 16,68-60-1</inkml:trace>
  <inkml:trace contextRef="#ctx0" brushRef="#br1" timeOffset="-144940.2">19929 13003 0,'0'0'0,"0"0"0,0 0 16,0 0 0,0 0-16,0 0 15,9 0-15,25 17 16,8-8-16,10-1 31,42-8-31,8 0 16,17 0-1,-8-17-15,-42-8 16,-10-1-16,-24 9 16</inkml:trace>
  <inkml:trace contextRef="#ctx0" brushRef="#br1" timeOffset="-144575.46">20655 12655 0,'0'0'0,"0"0"16,8 0-16,35 25 16,34 1-1,16-1-15,1-8 16,-17-8 0,-26-1-1,-25 1-15,0-1 16,-18 1-1,1 8-15,-1 8 16,-16 26 0,-26 26-16,-26 8 15,9-9-15,8-25 16,9-17 0,25-17-16</inkml:trace>
  <inkml:trace contextRef="#ctx0" brushRef="#br1" timeOffset="-144020.08">22643 12289 0,'0'0'0,"0"0"15,-8 0-15,-9 8 16,-18 9-1,-16 0 1,0 9 0,0-1-16,17 1 0,8-9 31,9-8-31,8-1 0,9 1 31,0 8-31,26 8 16,25 9-16,1 0 15,-10 0 1,1-8-16,-9 8 16,-8 0-1,-1 8-15,-16 9 16,-9 0 0,-9 9-16,1-18 15,-1 1 1,-8-9-1,-9-9-15,1-25 16,8 0-16</inkml:trace>
  <inkml:trace contextRef="#ctx0" brushRef="#br1" timeOffset="-143786.49">22524 12195 0,'0'0'0,"0"0"0,8 9 16,61 16 0,33 1-1,43-18-15,60-16 16,-43-18-16,-102 9 15</inkml:trace>
  <inkml:trace contextRef="#ctx0" brushRef="#br1" timeOffset="-143055.23">23684 12612 0,'0'0'0,"0"0"0,0 0 16,0 0-16,0 17 15,0 17 1,-8 17 0,-18 17-1,1 9-15,-9-9 16,-1-26-16,10 1 16,8-18-1,0 1-15,17-18 16</inkml:trace>
  <inkml:trace contextRef="#ctx0" brushRef="#br1" timeOffset="-142827.31">23087 12893 0,'0'0'0,"0"0"16,9 0-16,50 25 16,35 1-1,34-9-15,34-9 16,-8-16-16,-35-26 16,-67 17-1</inkml:trace>
  <inkml:trace contextRef="#ctx0" brushRef="#br1" timeOffset="-140803.45">24504 12451 0,'0'0'16,"0"0"-16,0 0 0,0 0 15,0-9 1,25 1 0,10-1-16,16 1 15,17 8-15,-8 0 16,-18 0 0,-16 8-16,-9-8 15,-8 17 1,-18 0-1,-8 26-15,-17 8 16,-17-9 0,17-8-16,17-8 15,-1-1-15,1-8 0,17 0 32,17 9-17,26-1-15,34 9 16,0 0-1,-26-8-15,-25-9 16,-1 0 0,-8 17-16,0 0 15,-8 17 1,-1-9-16,-8 1 16,0-18-1,0-16-15,0-9 0</inkml:trace>
  <inkml:trace contextRef="#ctx0" brushRef="#br1" timeOffset="-140289.61">25477 11558 0,'0'0'0,"0"0"16,0 0-1,8 0-15,9 0 16,0 8 0,1 9-16,7 0 15,-8 0 1,-8 0-16,-1 0 16,-8 17-1,-8 17-15,-9 17 16,-9-17-1,9-25-15,0-1 16,8-16 0,1-1-16,8 1 15,0-9 1,8 8-16,18 9 16,42 9-1,35-1-15,25-8 16,-26-8-16,-68-9 15</inkml:trace>
  <inkml:trace contextRef="#ctx0" brushRef="#br1" timeOffset="-131858.34">26134 12799 0,'0'0'0,"0"0"0,0 0 15,0 0-15,0 0 16,17 0 0,60 9-16,51-9 15,-17 0 1,-26 8-16,43 1 15,34-9 1,-42-17-16,-43 0 16,-35 8-1,-25 1-15</inkml:trace>
  <inkml:trace contextRef="#ctx0" brushRef="#br1" timeOffset="-131541.37">27218 12408 0,'0'0'0,"0"0"0,0 0 16,0 0 0,0 9-16,26 16 15,16 9-15,1 9 31,8-9-31,-8 0 0,-1 0 16,-7 0 0,-10 0-16,-16 17 15,-26 8 1,-17 26-16,-26-8 16,0-9-1,26-26 1,17-16-16,17-18 15</inkml:trace>
  <inkml:trace contextRef="#ctx0" brushRef="#br1" timeOffset="-131093.71">28635 12459 0,'0'0'0,"0"0"16,-9 9-16,-25 16 16,-34 9-16,0 9 15,33-9 1,1 0-1,17 0-15,0 8 0,0 1 16,17-1 0,43 18-1,34 8 1,8-9-16,-8 1 16,-26-18-1,-17-8-15,-8 0 16,-26 0-1,-35 26-15,-33 16 16,-26-7 0,18-18-16,33-17 15,34-26 1</inkml:trace>
  <inkml:trace contextRef="#ctx0" brushRef="#br1" timeOffset="-130839.58">28669 12544 0,'0'0'0,"0"0"0,0 0 16,17 17-1,9-8-15,25 8 16,60 8-16,34 1 16,-17-18-1,-51-16 1,-52 8-16</inkml:trace>
  <inkml:trace contextRef="#ctx0" brushRef="#br1" timeOffset="-130586.89">29924 12680 0,'0'0'0,"0"0"15,0 0 1,0 0-1,0 17-15,0 17 16,-9 9 0,0 16-16,1 1 15,-18-1 1,1 1-16,16-35 16</inkml:trace>
  <inkml:trace contextRef="#ctx0" brushRef="#br1" timeOffset="-130340.98">29514 12927 0,'0'0'0,"0"0"15,34 25-15,51 35 16,18-9 0,25-9-1,60-16-15,-43-26 16,-77 0 0</inkml:trace>
  <inkml:trace contextRef="#ctx0" brushRef="#br1" timeOffset="-129910.89">30990 13097 0,'0'0'0,"0"0"16,-17 0-16,-8 8 15,-9 1-15,17-9 16,-1 0 0,1 0-1,17 0-15,9 8 16,8 18-1,9-1-15,-9 9 16,17 0-16,-9 9 16,1 8-1,-26 17 1,0-8-16,-9-1 16,-8-16-16,-25-1 31,-9-16-31,8-9 15,17-9-15</inkml:trace>
  <inkml:trace contextRef="#ctx0" brushRef="#br1" timeOffset="-129636.37">30956 12867 0,'0'0'0,"0"0"16,0 0-1,0 0-15,0 0 0,17 9 32,43 16-32,42 26 15,35 0 1,-35-17-16,-59-25 15,17-18 1,-26 9-16</inkml:trace>
  <inkml:trace contextRef="#ctx0" brushRef="#br1" timeOffset="-129143.75">31861 12502 0,'0'0'0,"0"0"16,26 17-16,8 8 15,0 1 1,-9-9 0,18 8-16,8 1 15,-8-1-15,-17 1 16,-1-1-1,-16-8-15,-18 0 16,-8 17 0,0 17-16,-17 0 15,-9-8 1,9-1-16,9 1 16,16-9-1,18 8 1,25 18-16,77-1 15,76 1 1,121 17-16</inkml:trace>
  <inkml:trace contextRef="#ctx0" brushRef="#br1" timeOffset="-126553.02">31007 12884 0,'0'0'0,"0"0"0,0 0 16,0 0-1,0 0-15,0 0 16,-8 0 0,-1 17-16,1 0 15,-9 0 1,0 9-16,0-1 16,8-8-16,1-8 31,-1-1-31,9 1 15,0-1-15,0 9 16,9 0 0,16 0-16,18 9 15,17-1-15,8 1 32,9-9-32,0 0 0,-9 0 15,-17-9 1,-17 1-1,-8-1-15,-9 1 16,8-1 0,-16 1-16,-1-1 15,1 1 1,0-1 0,-9-8-16,0 0 0,8 0 15</inkml:trace>
  <inkml:trace contextRef="#ctx0" brushRef="#br1" timeOffset="-126243.45">31571 12791 0,'0'0'0,"0"0"0,0 0 15,-9 8 1,-8 43 0,-26 34-16,-33 26 15,-69 42 1,-1 17-16,61-25 15,17-35 1,17-16-16,25-43 16,18-26-1,16-16-15</inkml:trace>
  <inkml:trace contextRef="#ctx0" brushRef="#br1" timeOffset="-125505.62">31016 12680 0,'0'0'0,"0"0"15,0 0-15,0 0 16,0 0 0,-9 0-16,1 17 15,-18 9 1,-16 25-16,-10 17 15,18-17-15,0-9 16,17-16 0,0-1-1,8-16-15,1-1 16,8 1-16,0-1 16,17 1-1,9 8 1,25-9-16,17 9 15,9 0 1,-17 0-16,-18-8 16,-16-1-1,0 1-15,-1 8 16,9 0-16,0 0 16,1 0-1,-1 0 1,8-9-16,1 1 15,-17-1 1,-9-8-16,0-8 16,-9-1-16</inkml:trace>
  <inkml:trace contextRef="#ctx0" brushRef="#br1" timeOffset="-125229.03">31622 12799 0,'0'0'0,"0"0"0,-9 9 15,-33 50 1,-44 52-16,-42 42 15,-25 0 1,16 0 0,18-17-16,25-8 15,26-9-15,42-60 16</inkml:trace>
  <inkml:trace contextRef="#ctx0" brushRef="#br1" timeOffset="-111070.05">4498 12323 0,'0'0'0,"0"0"0,0 0 0,0 0 15,-9 0 1,1 25-1,-18 18-15,1 25 16,-1 26 0,-8 42-16,17-17 0,0-34 15,8-17 1,9-9 0,0-16-16,0-9 15,0-9 1,26 1-1,8-1-15,34-16 16,35-26 0,33-26-16,35-8 15,-9 0-15,-25 17 16,8 0 0,-9 9-16,-33 8 15,-18 0-15,-34 8 16,-8 9-1,-17 0 1,-18 0 0,1 0-16,-1 0 15,-8 0 1,0-34-16,0 9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0:46:51.25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7886 6166 0,'0'0'0,"0"0"0,0 0 16,0 0 0,0 0-1,0 0 1,-8-9-16,8 1 16</inkml:trace>
  <inkml:trace contextRef="#ctx0" brushRef="#br0" timeOffset="1111.64">8091 5485 0,'0'0'0,"0"0"15,0 0-15,0 0 16,0 0 0,0 0-16,0 0 15,-8 17 1,-1 17-16,1 0 16,-1 0-1,0 17-15,1-8 16,-1 8-1,-8 9 1,9-9-16,-1 0 16,1 0-1,-1-9-15,9-8 16,0-8-16,0-1 16,0 1-1,9-1-15,-1 1 16,1-1-1,-1 1-15,9-9 16,0 8 0,18-16-16,7 8 15,27-9-15,24-8 16,27-8 0,8-9-1,-9 0-15,27-9 16,7 1-1,1 8-15,8 0 16,9 8 0,-9 1-16,26 8 15,8 8-15,-17-8 32,17 17-32,9-8 15,0-1 1,8 1-16,1-1 15,-9 1-15,8-1 0,0 1 32,1-1-17,-1 1-15,9-9 0,-9 0 16,1 0 0,-9 17-1,8-9 1,-25 1-16,-26 8 15,-8 0 1,-26-9-16,-43 1 16,-34-1-1,-8 1-15,-18-9 16,-7 0 0,-10 0-16,1 0 15,8-9 1,0 1-16,17-18 15,0-25 1,9-25-16,-1-26 16,-7 17-1,-1-9-15,17-16 16,-26 59 0</inkml:trace>
  <inkml:trace contextRef="#ctx0" brushRef="#br0" timeOffset="13936.33">3918 7339 0,'0'0'0,"0"0"0,-9 26 15,0 16-15,-8 1 16,0-1 0,9 9-1,-1 0-15,1 9 16,-1 17-1,1 8-15,8 0 16,17 0 0,17-9-1,0-16-15,9-9 16,8-9 0,9-16-16,-1-9 15,35-17-15,34-26 16,9-8-1,-1-8-15,44-1 16,16 1 0,-34 16-16,43 1 15,25 8 1,26 0-16,9-9 16,8-8-1,9 0-15,17 9 16,-1 8-1,1 8-15,25 9 16,-16 9 0,7 8-16,-7-9 15,7 9 1,-16 0-16,8 0 16,35 0-1,-44-8-15,10-1 16,-1 1-1,-8-1 1,-9-8-16,17-8 0,-8-1 16,-43-8-1,-9 0-15,18 0 16,-17 9 0,-18 8-1,-8 0-15,-43-9 16,9 9-1,-17 0-15,-43 0 16,-43 9-16,-34-9 31,-25 0-31,-1 0 16,-16 0 0,-1 0-16,1 0 15,-9-9 1,9-8-16,-18-34 15,-8-34 1,0-17-16,8 51 16</inkml:trace>
  <inkml:trace contextRef="#ctx0" brushRef="#br0" timeOffset="23133.23">16379 7356 0,'0'0'15,"0"0"-15,0 0 0,0 0 16,0 0 0,0 0-1,0 0-15,0 0 16,-9 0-1,0 9-15,-8 8 16,-8 8 0,8 1-16,-9 8 15,9 8 1,0-8-16,0-8 16,8-1-1,1-8-15,8-8 16,-9 8-16,9 0 15,0 0 1,0 0-16,0 9 16,9-9-1,8 0-15,0 0 16,0 0 0,17 0-1,9 0-15,8 0 16,9 0-16,8 0 15,17-9 1,9 1 0,9-1-16,16 1 15,9-1-15,17 1 16,9-9 0,0 8-1,16 1-15,1 8 16,-9 0-16,0 17 15,1-9 1,-1 9-16,-17 0 16,0 9-1,-9-1 1,-8-16-16,-17-1 16,-25-16-1,-35-1-15,-25 1 16,-1-1-1,-16-8-15,-1 0 16,1 0 0,-9 0-16,0-17 15,0-17 1,0-17-16,17-25 16,17-43-1,60-145-15</inkml:trace>
  <inkml:trace contextRef="#ctx0" brushRef="#br0" timeOffset="28705.47">28003 8224 0,'0'0'0,"0"0"0,0 0 0,0 0 16,0 0-1,9 0 1,33 8-16,18-8 0,43-17 16,136 9-1,-26 8 1,51 17-16,-25 8 15,-102 9 1,34 0-16,-112-17 16,-59-17-1</inkml:trace>
  <inkml:trace contextRef="#ctx0" brushRef="#br0" timeOffset="29286.94">3056 9168 0,'0'0'0,"0"0"0,17 8 15,34 26 1,26 17-16,170 9 16,112-9-1,-18-51-15,128-9 16,78-33-16,-129 8 15</inkml:trace>
  <inkml:trace contextRef="#ctx0" brushRef="#br0" timeOffset="90139.63">13033 8726 0,'-9'8'0,"1"26"0,-18 43 16,-8 16-16,8 1 15,1-9-15,8-9 16,0-8-1,8-8-15,1-1 16,8-8 0,0-8-1,17-1-15,8 1 16,35-9-16,51-8 31,26-18-31,50-25 16,10-17-16,7-8 15,35-10-15,35 10 16,33-1 0,26 9-1,17 9-15,34 16 16,-17 9 0,17 9-16,17 8 15,-17 8-15,0 1 16,0 8-1,-25-9 1,-35 1 0,-25-9-16,-43-9 15,-17 10-15,-34-10 16,-35-8 0,-42 0-1,-51 0-15,-26 0 16,-25 0-16,-1-8 15,-7-1-15,-1-17 16,8-33 0,9-43-16,18-26 15,7-8 1,1 17-16,-26 60 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0:51:29.35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21943 4907 0,'0'0'0,"0"0"16,0 0-16,0 9 15,0 8-15,-8 25 16,-1 43 0,1 9-1,-26 25-15,-1-9 16,27-8-1,16-8-15,27-18 0,-1-25 16,34-25 0,43-60-1,-51 0-15</inkml:trace>
  <inkml:trace contextRef="#ctx0" brushRef="#br0" timeOffset="217.63">22268 4473 0,'0'0'0,"0"0"0,0 9 16,-9 8-1,9 8 1,0 1-1,9-1-15,-1-16 16,9-18 0,0 1-16</inkml:trace>
  <inkml:trace contextRef="#ctx0" brushRef="#br0" timeOffset="447.23">23428 4737 0,'0'0'0,"-17"68"15,0 51-15,0 0 16,9-8 0,-1-26-1,-8-17-15,0-17 16,-9-9-1,-8-16-15,9-18 16</inkml:trace>
  <inkml:trace contextRef="#ctx0" brushRef="#br0" timeOffset="694.43">22874 5120 0,'0'0'0,"8"0"0,43 0 16,52 8-16,25 1 15,8-1 1,9 1 0,9-18-16,-26 1 15,-34-26-15,-51 8 16</inkml:trace>
  <inkml:trace contextRef="#ctx0" brushRef="#br0" timeOffset="2643.31">25050 4558 0,'0'0'0,"0"0"15,0 0-15,0 0 16,0 0-1,0 0-15,-8 0 16,-10 17 0,-41 9-1,-44 16 1,-25 9 0,-8 35-16,-1 16 15,35-9-15,33 1 16,35-18-1,34 1-15,43-1 16,85 1 0,51-26-16,0-26 15,-8-25-15,8-34 16,-16-25 0,127-60-16</inkml:trace>
  <inkml:trace contextRef="#ctx0" brushRef="#br0" timeOffset="2999.4">26083 5018 0,'0'0'0,"0"0"15,0 25-15,8 1 16,1-1 0,-1-16-16,-8-1 15,0 1 1,0-1-16</inkml:trace>
  <inkml:trace contextRef="#ctx0" brushRef="#br0" timeOffset="3616.09">27235 5035 0,'0'0'0,"-17"8"0,-26 18 16,-25 16-16,0-8 0,-1 9 15,18-18 1,17 1-16,17-9 16,17 0-1,17 8 1,43 1-16,8-9 15,9-26-15,17-8 32,0-17-32,-26-25 15,-17 8 1,-25 0-16,-9 0 16,-9 17-1,-8 0-15,-8 17 16,-1 0-1,1 17-15,-9 8 16,-26 26 0,0 51-16,-8 43 0,17-9 31,8 25-31,-25 26 0,-34-25 16,-35-34-1,9-35 1,26-16-1,-34-18-15,-9-25 16,25-25 0,35-18-16,25-25 15,35 26 1</inkml:trace>
  <inkml:trace contextRef="#ctx0" brushRef="#br0" timeOffset="3929.79">28490 4414 0,'-9'8'0,"-25"26"0,0 34 15,0 0 1,17 0 0,0 9-16,-1-9 15,10-8 1,8-18-16,8-8 16,18 9-16,25-1 15,18-16 1,-27-9-1</inkml:trace>
  <inkml:trace contextRef="#ctx0" brushRef="#br0" timeOffset="4268.62">28976 5196 0,'0'0'0,"0"0"15,0 0-15,9-8 0,33-26 31,10-17-31,7-17 16,1-17-16,-17-9 16,-26 0-1,-9 52 1</inkml:trace>
  <inkml:trace contextRef="#ctx0" brushRef="#br0" timeOffset="4418.72">29155 4788 0,'0'0'0,"17"9"16,18-1-16,16 9 16,34 0-1,26-8 1,9-1 0,-18-16-16,-25-1 15,-43-8 1,-17 17-16</inkml:trace>
  <inkml:trace contextRef="#ctx0" brushRef="#br0" timeOffset="4608.18">29454 4822 0,'-8'0'0,"-27"34"0,-16 26 16,0-1-1,0 18 1,17-1-16,17-25 16,17-8-1,8-26-15</inkml:trace>
  <inkml:trace contextRef="#ctx0" brushRef="#br0" timeOffset="4957.77">30137 4227 0,'0'0'0,"8"0"16,27 8-16,-1 9 15,8 26-15,-7 8 16,-10 25 0,-25 18-1,-25 8-15,-27 8 16,-16 18-16,0-26 16,8-34-1,26-8 1,17-18-1,8-16-15</inkml:trace>
  <inkml:trace contextRef="#ctx0" brushRef="#br0" timeOffset="5173.72">30820 4737 0,'8'0'0,"26"17"0,26 0 16,17 9 0,-9-9-16,-17-9 15,-16-8 1,-18 0-16</inkml:trace>
  <inkml:trace contextRef="#ctx0" brushRef="#br0" timeOffset="5350.65">30820 5052 0,'0'0'0,"8"8"0,26 9 16,-8 0-16,8-8 16,0-1-16</inkml:trace>
  <inkml:trace contextRef="#ctx0" brushRef="#br0" timeOffset="5882.39">31784 4499 0,'0'0'0,"-8"8"0,-1 26 0,-8 26 32,0-1-32,-9 9 15,-16 18 1,8-1-16,-1-17 16,18-26-1,0-16-15,9-1 16,8-16-1,0-1-15,0 1 16,8-1-16,26 1 16,18-9-1,-1-9 1,0 9-16,-8 0 16,-1 0-1,-16 9-15,0 8 16,-9 8-16,0 9 15,0 9 1,-9-1 0,1-16-16,-1-1 15,9 1-15,1-9 16,-10 0 0</inkml:trace>
  <inkml:trace contextRef="#ctx0" brushRef="#br0" timeOffset="6335.61">32458 4745 0,'-8'0'0,"-9"17"0,-34 35 16,-26 24-1,17 1 1,34-1-16,18 1 0,16-1 16,9-8-1,18 0 1,7-17-16,18-8 15,-17-26-15</inkml:trace>
  <inkml:trace contextRef="#ctx0" brushRef="#br0" timeOffset="6664.83">32612 5485 0,'0'0'0,"0"0"15,0 0-15,0-8 16,17-18 0,9-8-16,25-42 15,9-18 1,-9 9-16,-17 17 16,-8 17-1,-18 17-15,-8 26 16</inkml:trace>
  <inkml:trace contextRef="#ctx0" brushRef="#br0" timeOffset="6876.93">32877 5324 0,'0'0'0,"42"25"0,27 9 16,-10-8-16,-7-9 15,-1-9 1,-9-16 0,-16-1-16,-9-16 15,-17-18 1,0 18-16</inkml:trace>
  <inkml:trace contextRef="#ctx0" brushRef="#br0" timeOffset="7031.09">33022 5358 0,'-9'0'0,"-25"42"0,-34 35 0,-1 16 16,27-25 0,25-8-16,17-34 15</inkml:trace>
  <inkml:trace contextRef="#ctx0" brushRef="#br0" timeOffset="7360.14">33568 5026 0,'0'0'0,"-9"9"0,9-9 0,-17 59 0,-8 43 0,-9 26 0,8 8 0,-8-9 0,34-127 0,-51 119 0,-9-16 16,-43-27 0,52-42-1</inkml:trace>
  <inkml:trace contextRef="#ctx0" brushRef="#br0" timeOffset="24799.94">23693 6948 0,'0'0'0,"-9"9"0,-33 42 16,-26 17 0,-1 25-1,-16 26-15,-18 26 16,18-9 0,25-25-16,35-26 15,16-26-15,26-8 16,35-8-1,7-26-15,10-34 16,50-34-16,1-43 16,-1-33-1,-25-10-15,-43 27 32,-17 16-32,-8 26 15,-18 26 1,1 8-16,-1 17 15,-8 0-15,0 8 16,0 9-16,0 0 31,0 0-31,0 9 16,18 25 0,-1 76-16,-9 35 15,-8 25-15,0 43 16,0-35-1,-8-42-15,-18 43 16,-51-26 0,-51-34-1,-8-34-15,-27-25 16,-58-18 0,67-42-16,77-17 15,43 0 1</inkml:trace>
  <inkml:trace contextRef="#ctx0" brushRef="#br0" timeOffset="25191.32">24675 6395 0,'-18'9'0,"-50"67"16,-60 77-16,17 35 15,0 41 1,9 1-16,42-60 16,26-51-16,51-17 15,51-17-15,35-42 16,25-52 0,34-33-16,43-9 15,111-9 1</inkml:trace>
  <inkml:trace contextRef="#ctx0" brushRef="#br0" timeOffset="25505.6">25255 7331 0,'0'0'0,"0"0"0,0 0 15,0 0 1,0-9-16,17-8 15,26-34 1,33-34-16,1-25 16,-34-1-1,0 1-15,-18 33 16,-8 43 0</inkml:trace>
  <inkml:trace contextRef="#ctx0" brushRef="#br0" timeOffset="25698.8">25588 6914 0,'0'0'0,"25"17"16,52 17-16,51 0 16,-17-8-1,-25-18-15,-10 1 16,-7-18-16,-35 9 15,-17 0 1</inkml:trace>
  <inkml:trace contextRef="#ctx0" brushRef="#br0" timeOffset="25936.09">26168 7059 0,'0'0'0,"0"0"15,-8 17 1,-18 25 0,0 18-16,-8 25 15,9 0 1,8-9-16,8-16 16,9-18-1,17-16-15,-8-18 16,-1 1-16</inkml:trace>
  <inkml:trace contextRef="#ctx0" brushRef="#br0" timeOffset="26293.48">26783 6582 0,'0'0'0,"8"9"16,26 25-16,26 26 15,17 16 1,0 18-1,-9-9-15,-25 0 16,-18-17 0,1 8-16,-9 1 15,-17 16 1,-34 26-16,-26-8 16,-25-17-1,-18-9-15,44-43 16</inkml:trace>
  <inkml:trace contextRef="#ctx0" brushRef="#br0" timeOffset="26636.62">28003 7059 0,'0'0'0,"9"0"15,33 8-15,1 1 16,0 8 0,-9-9-16,-9 1 15,1-9-15,-17 0 16,-1 0-16</inkml:trace>
  <inkml:trace contextRef="#ctx0" brushRef="#br0" timeOffset="26825.66">27739 7416 0,'0'0'0,"8"0"0,69 8 15,85-8 1,-8-8-1,-1-18-15,163-42 16</inkml:trace>
  <inkml:trace contextRef="#ctx0" brushRef="#br0" timeOffset="27480.56">29847 6702 0,'-9'0'0,"-16"8"0,-52 26 15,-34 26 1,8 8 0,-16 34-16,-26 34 15,17-17 1,42-26-16,44-25 15,25 17 1,42 0-16,69-8 16,43-9-1,50-42-15,18-35 16,-17-59 0,8-34-16,-51-26 15,-51-25-15,-51-8 16,-86 16-1,-119-42-15,-196-9 16,-129 120 0,78 84-16</inkml:trace>
  <inkml:trace contextRef="#ctx0" brushRef="#br0" timeOffset="35779.31">18282 8709 0,'0'0'0,"-9"0"16,1 8-16,-1 9 15,-8-8 1,-8-1-16,-1 1 16,-8-1-1,0-8-15,-9 0 16,-25 17-1,-9 0-15,0 9 16,0 16 0,9 9-16,0 0 15,17 9 1,16-9-16,1 8 16,17 1-16,0 8 15,17 8 1,26 18-16,16 0 15,35 8 1,51-9-16,34-25 16,35-25-1,-10-26-15,-16-26 16,-9-8 0,-25-8-16,-18-18 15,-16 9 1,-26-8-1,-26-1-15,-17-16 16,-17-18 0,-34-25-16,-34-9 15,-52 9-15,-25 9 16,-85 16 0,-146 86-1,-25 76-15</inkml:trace>
  <inkml:trace contextRef="#ctx0" brushRef="#br0" timeOffset="38878.48">15226 9984 0,'0'0'16,"-8"0"-16,-1 0 0,1 0 15,-1 0-15,-8 0 16,9 0-16,-9-8 15,-1-1 1,-7 1 0,-1-1-1,-16 1 1,-1-9-16,-8 8 0,-1 9 31,1 0-31,-8 9 16,-1 8-16,-8 8 15,8 1 1,-9 8 0,10 0-16,-10 8 15,-7 26 1,-1 17-16,26-8 16,8 8-16,17-8 15,35 16 1,16 1-16,44-9 15,16-9-15,35-16 32,8-9-32,17-9 15,0-8 1,0-8-16,-9-9 16,10 8-16,-1-16 15,-17-9 1,-9-9-1,1-25-15,-1-17 16,-16-34 0,-10-17-16,-16-8 0,-26-1 15,-8-16 1,-34-1 0,-26 26-16,-18 8 15,-41-8 1,-35 0-16,-26 17 15,-16 17 1,-10 34-16,-50 51 16,-35 43-1,-76 50 1</inkml:trace>
  <inkml:trace contextRef="#ctx0" brushRef="#br0" timeOffset="39823.79">15090 11260 0,'0'0'0,"-9"-9"0,1 1 0,-1-1 0,1 1 16,-1-9 15,1 0-31,-1 0 16,-17 0-16,1 0 15,-18 17 1,-25 8 0,-35 26-1,-25 51-15,-8 43 16,16 8-16,18 9 16,25-1-1,26-8-15,25-8 16,18-1-1,8-8-15,17-16 16,17-10 0,43 1-16,59-9 15,61-51 1,84-68-16,18-68 16,-34-9-1,-43 0-15,-26 1 16,-17-9-1,-25 0-15,-52 8 16,-42 35 0,-26-1-16,-34-8 15,-34-25 1,-43-18-16,-34 34 16,-68 1-1,-103 25-15,-59 76 16,-9 77-1,-17 17-15</inkml:trace>
  <inkml:trace contextRef="#ctx0" brushRef="#br0" timeOffset="49972.39">8228 6072 0,'0'0'0,"0"0"0,0 0 16,0 17-16,0 9 15,0 8 1,0 0-16,-9 17 16,1 0-16,-9 17 15,-1-9 1,1-16-1,17-18-15,0 1 16,9-1-16,-1 1 16,18-9-1,25 8 1,18 1-16,16-9 16,17-9-1,-25 1 1,-26-9-16,-25 0 0,0 0 31,8 0-31,-9 9 0,1-1 16,-9 1-1,-8-1 1,-1-8-16,1 0 16,-9 0-16,0 0 15,8-8 1,9-27-1,17-33-15,0-51 16,1-42-16,-10-145 16</inkml:trace>
  <inkml:trace contextRef="#ctx0" brushRef="#br0" timeOffset="69551.6">6623 14058 0,'0'0'0,"0"0"0,0 0 0,0 0 16,0 0-1,0 0-15,0 0 16,0 0 0,0 0-16,0 0 15,0 0 1,0 0-16,0 0 15,0 0 1,0 0 0,0 0-16,0 0 15,0 0 1,0 0-16,0 0 16,0 0-16,0 0 15,0 0-15,0 0 16,0 0-1,0 0 1,-8 0 0,-1-9-16,-17 1 15,1-1-15,-1 1 16,1-1-16,-1 1 16,0-1-1,1 9 1,-1 0-1,-25 0-15,-17 26 16,-18 8 0,10 17-16,-1 25 15,0 27-15,26-18 16,25-26 0,18-8-16,16-8 15,18-1 1,-1-8-1,18-17-15,25-8 16,9-18 0,0-8-16,-9-17 15,0-8 1,-8-9-16,-17 8 16,-18 9-16,-7 17 15,-10 0 1,1 9-16,-1-1 15,1 9 1,-9 0 0,0 0-16,0 9 0,17 42 15,0 25 1,0 26 0,-9 43-1,-16-1 1,-26-25-16,-17 9 0,-26 17 31,-17-18-31,-34-16 16,-17-9-16,-9-34 0,-8-9 31,25-33-31,26-26 16,9-17-1,59 8-15</inkml:trace>
  <inkml:trace contextRef="#ctx0" brushRef="#br0" timeOffset="69983.82">7246 13658 0,'-8'0'0,"-35"26"16,-34 42-16,-8 25 15,-1 26 1,10 26 0,24-1-16,18-16 15,26-9-15,16-17 16,26-17-1,26-8 1,26-35-16,16-33 16,-42-18-1</inkml:trace>
  <inkml:trace contextRef="#ctx0" brushRef="#br0" timeOffset="70309.44">7716 14594 0,'0'0'0,"0"0"0,0 0 16,8-9-1,35-33-15,8-26 16,17-34 0,9-1-16,-9 1 15,-8 9 1,-26 16-16,-17 43 15</inkml:trace>
  <inkml:trace contextRef="#ctx0" brushRef="#br0" timeOffset="70484.03">7989 14177 0,'0'0'0,"0"0"0,25 17 16,27 0-16,24 0 15,27-9 1,-18-8-16,-8-8 16,-9-18-1,-34 9-15</inkml:trace>
  <inkml:trace contextRef="#ctx0" brushRef="#br0" timeOffset="70704.28">8142 14305 0,'0'0'0,"0"8"0,-8 26 16,8 43 0,8 8-16,9 0 15,9-9 1,0-16-16,-1-18 15,-16-16 1</inkml:trace>
  <inkml:trace contextRef="#ctx0" brushRef="#br0" timeOffset="71060.49">8859 13964 0,'0'0'0,"0"17"0,17 34 16,26 43-1,0 16-15,-18 1 16,1 8 0,-35 26-16,-25 8 15,-34 8 1,-34 9-16,-78 94 15</inkml:trace>
  <inkml:trace contextRef="#ctx0" brushRef="#br0" timeOffset="72606.67">10421 13956 0,'0'0'0,"-17"8"0,-51 43 15,-35 26 1,1-1 0,34-8-16,16-8 15,18 17-15,9 8 16,42-17-1,51-9-15,43-16 16,34-26 0,34-26-16,137-25 15</inkml:trace>
  <inkml:trace contextRef="#ctx0" brushRef="#br0" timeOffset="73044.74">11351 14117 0,'0'0'0,"-17"0"0,-17 17 15,-34 26-15,-17 16 16,16 27-1,10-1 1,16-17-16,26-26 16,17-16-16,0-9 15,17-9 1,34-16-16,43-35 16,17-33-1,-17-9 1,-34 17-16,-18 8 15,-8 17 1,-8 18-16,-17 8 16,-1 17-1,-16 17-15,-9 68 16,-18 43 0,-16-1-16,8-33 15,35-26 1,8-34-16</inkml:trace>
  <inkml:trace contextRef="#ctx0" brushRef="#br0" timeOffset="73462.88">12196 14211 0,'0'0'0,"-8"8"16,-18 18-16,1 25 16,-1 0-1,9 9-15,0-18 16,8-16 0,9-18-16,0 1 15,0-9-15,26-9 16,34-16-1,34-35-15,0 9 16,-26 9 0,-34 16-1,-8 9-15,-9 17 0,0 17 32,-9 43-32,-8 42 15,-8 0-15,-9-9 16,8-25-16,9-34 15,9-25 1,-1-9 0</inkml:trace>
  <inkml:trace contextRef="#ctx0" brushRef="#br0" timeOffset="74140.39">12896 13794 0,'0'0'0,"0"0"0,0 0 15,9 17-15,8 9 16,0 16 0,9 18-16,-9-1 15,8-8 1,1-25 0,-18-18-16</inkml:trace>
  <inkml:trace contextRef="#ctx0" brushRef="#br0" timeOffset="74375.31">13972 13896 0,'0'0'0,"-9"9"16,-8 25-1,-17 42 1,-26 18-16,0 25 15,18-17 1,8-25-16,17-18 16,0-25-16,17-25 31</inkml:trace>
  <inkml:trace contextRef="#ctx0" brushRef="#br0" timeOffset="74551.47">13425 14253 0,'0'0'0,"9"0"0,34-8 16,42-1-16,35 1 16,25-1-1,-9-16 1,-76 16-16</inkml:trace>
  <inkml:trace contextRef="#ctx0" brushRef="#br0" timeOffset="75028">15482 13667 0,'0'0'0,"-8"17"16,-18 25-16,-25 35 16,-9 33-1,9-16-15,17-18 16,8-25-1,9-8-15,17-18 16,0 1 0,17-18-16,17 1 15,43-1 1,9-16-16,8 8 16,-26 0-1,-26 0-15,-16 8 16,-17 9-1,-26 35-15,-35 33 16,-42 8-16,1-25 16,16-17-1,8-25 1,1-18-16,17-8 16,0-25-16,34 16 15</inkml:trace>
  <inkml:trace contextRef="#ctx0" brushRef="#br0" timeOffset="75417.38">16157 14296 0,'0'0'0,"8"0"16,26 9-16,9-1 15,17-16 1,17-9-16,-1-9 16,-16-8-1,-17-9-15,-18 1 16,-16-1-1,-26 1-15,-26 16 16,-59 26 0,-77 85-16,-18 86 15,69-1-15,68-43 16,69-25 0,136-8-1,214-137-15,33-84 16</inkml:trace>
  <inkml:trace contextRef="#ctx0" brushRef="#br0" timeOffset="80139.72">18546 13718 0,'0'0'0,"0"0"16,0 8-16,26 9 0,17 9 31,25-9-31,26-9 16,0-8-1,-34-8-15,-9-18 16,0 1 0,-25 8-16</inkml:trace>
  <inkml:trace contextRef="#ctx0" brushRef="#br0" timeOffset="80417.06">18564 14407 0,'0'0'0,"0"0"0,25 17 16,43-9-1,52-16-15,-9-18 16,-17 1 0,-43 8-16</inkml:trace>
  <inkml:trace contextRef="#ctx0" brushRef="#br0" timeOffset="81051.86">21201 14007 0,'-9'0'0,"-42"0"0,-51 17 16,-26 8-16,-9 26 15,-8 17 1,0 17-16,25 1 16,52-10-1,25-16-15,18-18 16,25-16-16,42-1 31,69-8-31,26-25 16,17-43-1,25-34-15,-43-9 16,-50 17 0,-26 1-16,-26 8 15,-17 17-15,-17 17 16,-17 17 0,-26 8-1,9 9-15</inkml:trace>
  <inkml:trace contextRef="#ctx0" brushRef="#br0" timeOffset="81362.85">23420 14083 0,'0'0'0,"0"0"0,-9 0 16,-16 17-16,-26 0 15,-60 17 1,-26 9-1,-25 16-15,-9 10 16,26-10-16,43-25 16,50-8-1,35-9-15</inkml:trace>
  <inkml:trace contextRef="#ctx0" brushRef="#br0" timeOffset="81729.49">22763 13837 0,'0'0'0,"-17"8"16,-26 9-1,-8 9-15,8-9 16,-17 25-1,9 18-15,8-18 16,26 1 0,26-1-16,17 1 15,25-18-15,17-8 16,0-17 0,-17-8-16,-8-1 15,0-8 1,-18-8-16,-16-1 15,0 9-15,-18-8 32,-25 8-32,17 8 15</inkml:trace>
  <inkml:trace contextRef="#ctx0" brushRef="#br0" timeOffset="82149.25">23420 14755 0,'0'0'0,"0"0"0,0 0 31,0 0-16,0 0-15,-9 0 16,1 9 0,-9-1-16,0-8 15,8 0 1,9 0-16,0 0 16,9 0-1,33-8-15,27-1 16,7-8-1,-16-8-15,-17 8 16,-18-9 0,-16 1-16,-26-9 15,-43 8 1,18 18-16</inkml:trace>
  <inkml:trace contextRef="#ctx0" brushRef="#br0" timeOffset="83809.06">25511 13378 0,'0'0'0,"0"0"15,0 0-15,-17 25 16,-17 43 0,-17 43-16,-18 42 15,1-9 1,8-50-16,35-52 15</inkml:trace>
  <inkml:trace contextRef="#ctx0" brushRef="#br0" timeOffset="84185.02">25878 14143 0,'0'0'0,"0"0"0,0 0 0,0 0 16,17 0 0,17-9-16,17 1 15,18-26 1,16-9-16,9-16 16,-26 8-1,-17 0 1,-16 0-16,-27 17 15,-16 8-15,-18 9 16,-42 9 0,-35 33-1,-16 35-15,16-1 16,44 1 0,24-1-16,27-16 15,42-18 1,34-8-1,-25-17-15</inkml:trace>
  <inkml:trace contextRef="#ctx0" brushRef="#br0" timeOffset="84541.25">26928 13956 0,'0'0'0,"-9"0"15,-8 34-15,-34 34 16,-9 25-1,0-8-15,1-16 16,25-27 0,16-16-16,18-1 15,18-16-15,58-18 16,69-33 0,18-9-1,-18-1-15,-17 10 0,-26 16 16,-25 9-1,-26 17 1,-25 0-16,-18 9 16,-8 25-16,-17 25 15,-8 10-15,-1-18 32,9-26-32,26 9 0,8-17 31</inkml:trace>
  <inkml:trace contextRef="#ctx0" brushRef="#br0" timeOffset="85008.44">28293 14339 0,'0'0'0,"-17"17"15,-25 17-15,-1 8 16,0 1-1,18-18-15,8 1 16,8-1 0,9-16-16,17-1 15,26-8 1,17-17-16,8-8 16,-8-1-1,-9 1-15,-26 8 16,-8 8-1,-8 9-15,-9 0 16,-9 0 0,-16 34-16,-43 34 15,-35 68 1,-25 34-16,0-17 16,17-25-1,26 8-15,-26-8 16,8-43-1,18-51-15,8-17 16,9-17 0,0-26-16,8-25 15,17-25 1,35 8-16,16 51 16</inkml:trace>
  <inkml:trace contextRef="#ctx0" brushRef="#br0" timeOffset="85262.63">29224 14253 0,'0'0'0,"-9"9"0,-8 51 16,-34 59-1,-26 8-15,0-8 16,17-8 0,26-26-16,17-34 15,0-26 1,17-16-16,0-9 16</inkml:trace>
  <inkml:trace contextRef="#ctx0" brushRef="#br0" timeOffset="85481.96">28805 14339 0,'0'0'0,"0"0"16,0 0-16,9 17 16,17 17-1,42 17-15,26-9 16,8-16-1,1-9-15,-27-9 16,-33-8 0</inkml:trace>
  <inkml:trace contextRef="#ctx0" brushRef="#br0" timeOffset="85799.3">29958 14296 0,'0'0'0,"0"0"0,0 9 16,-9 25 0,-16 42-16,-18 26 15,0-8 1,0-9-16,9-17 16,9-17-1,8-26-15,17 1 16,8-9-16,18-9 31,16 1-31,18-18 16,9 9-16,-10 0 15,1 17-15,-17 9 16,-9 16 0,-9 18-16,1-26 15,-17-17 1</inkml:trace>
  <inkml:trace contextRef="#ctx0" brushRef="#br0" timeOffset="188204.72">4208 3300 0,'0'0'0,"0"0"16,0 0-16,8 17 15,1 17 1,-1 8-16,1 18 16,-1 16-16,1 9 15,-18 26 1,1 0 0,-18-9-16,-8 17 15,0-26-15,17-33 16,0-18-1,8-16-15,1-1 16,8-16 0,0-1-16,0 1 15,0-9 1,25-9-16,27-25 16,24-17-1,10-8 1,8-1-1,-9 26-15,-25 17 16,-18 9-16,-7 8 16,-1 25-1,-9 35-15,1 33 16,-18 18 0,-8-18-16,9-25 15,-1-17-15,-8-25 16,9-9-1,8-17-15,0 0 16</inkml:trace>
  <inkml:trace contextRef="#ctx0" brushRef="#br0" timeOffset="188601.71">5659 3283 0,'0'0'0,"-9"0"0,-34 34 15,-33 25 1,-1 18-16,-9 25 16,-24 51-1,-1 17-15,34 0 16,34 0 0,35-8-16,16-1 15,35-16 1,8-43-16,26-25 15,8-18 1,-17-25 0,1-34-16,-35 0 15</inkml:trace>
  <inkml:trace contextRef="#ctx0" brushRef="#br0" timeOffset="189514.76">6452 3147 0,'0'0'0,"0"0"0,0 0 15,0 17 1,0 8-16,0 18 16,-8 25-16,-1 17 15,-8 0 1,0 17-1,0 8-15,9-8 16,-9-8 0,-1 0-16,1-9 15,0-34 1,9-9-16,-1-16 16,9-9-1,0-9-15,0 1 16,0-1-1,9-25-15,33-34 16,10-8 0,7-1-16,1 9 15,-9 17 1,9 9-16,-17 25 16,-1 8-1,1 35-15,-9 16 16,-8 26-16,-18-17 15,1-17 1,-1-25-16,1-1 16,25 9-1,-8-17-15</inkml:trace>
  <inkml:trace contextRef="#ctx0" brushRef="#br0" timeOffset="189843.23">7818 3376 0,'0'0'0,"-9"0"15,-25 26-15,-42 42 16,-35 25-16,0 18 16,17-1-1,8 1-15,44 0 16,16-9 0,18-9-1,33-16-15,18-9 16,34-9-1,17-8 1,-26-42-16,-43-9 16</inkml:trace>
  <inkml:trace contextRef="#ctx0" brushRef="#br0" timeOffset="190242.73">8074 4303 0,'0'0'0,"0"0"0,0 0 16,17-8-16,0-18 15,9-8 1,-1-8-1,1-18 1,-9 1-16,0 8 16,-8 8-16,-1 9 15,1 17 1,8 0-16,0 0 16,9 9-1,8-1-15,0 9 16,0 0-1,9 0 1,8 0-16,0-8 16,0-1-16,-8 9 15,-26 0 1</inkml:trace>
  <inkml:trace contextRef="#ctx0" brushRef="#br0" timeOffset="190514.04">8492 4065 0,'0'0'0,"17"26"15,26 33-15,0 9 16,-1-8 0,-16-1-16,0-16 15,-18-9 1,1-17 0</inkml:trace>
  <inkml:trace contextRef="#ctx0" brushRef="#br0" timeOffset="190858.16">9431 3215 0,'0'0'0,"0"8"16,0 35-16,9 33 16,-1 52-1,-8 42 1,-17 26-16,0-9 15,-9-17 1,1 8-16,-9 9 16,-26-42-1,26-86-15</inkml:trace>
  <inkml:trace contextRef="#ctx0" brushRef="#br0" timeOffset="191358.8">10430 3223 0,'0'9'0,"17"33"16,17 60-16,17 34 15,0 60 1,1 25-16,-35 0 15,-60 9 1,-42-9-16,-61 26 16,-92 25-1,-27 17-15</inkml:trace>
  <inkml:trace contextRef="#ctx0" brushRef="#br0" timeOffset="194300.07">6085 4329 0,'0'0'15,"0"0"-15,-8 8 0,-18 26 16,1 0 0,8 0-16,0 9 15,-9 8 1,9 0 0,0 8-16,0-16 15,8-1 1,9-16-16,0 0 15,0-1 1,34-8-16,43 0 16,43-8-16,25-18 15,34 1 1,9 8-16,17 0 16,8 8-1,-8 18-15,42 8 16,9 8-1,-17 18-15,0-18 16,-34-8 0,0 0-16,0 0 15,-9-8 1,-17-9 0,-25-9-16,-43-8 15,-26-8 1,-8-1-16,-17 1 15,-17-1-15,-18 1 16,-16-1-16,-1-8 31,-16-34-31,-9-25 16,-9-1-16,9-33 16,0-163-1</inkml:trace>
  <inkml:trace contextRef="#ctx0" brushRef="#br0" timeOffset="198965.8">3363 4167 0,'0'0'0,"0"0"0,0 0 15,0 0 1,0 0-1,0 9-15,17 25 0,0 59 16,0 52 0,0-1-16,0-33 15,0-9 1,-8-34 0,8-8-1,0-18-15,0 9 16,17-8-1,26-1-15,25 1 16,43-9 0,26-9-16,8 1 15,0-9 1,0 0-16,35 0 16,-1 0-16,17 8 15,26 1 1,43-9-1,17 0-15,25-17 16,-8 0 0,-9 8-16,34 1 15,9-9-15,9 0 16,-26 0 0,8 0-16,18-9 15,-44 1 1,-24 8-16,-18 17 15,-26 0 1,-42 17-16,-34-9 16,-43 1-1,-34-9-15,-35-9 16,-16 1 0,-9-18-16,0-8 15,0-17 1,1-17-1,-1-34-15,0-34 16,9-17 0,-26 68-16</inkml:trace>
  <inkml:trace contextRef="#ctx0" brushRef="#br0" timeOffset="211919.48">9849 4167 0,'0'0'0,"0"0"0,0 0 16,0 0-1,-8 0-15,-1 17 16,1 0-16,-1 0 15,1 0 1,-1 0 0,1-8-16,8-1 15,-9 1 1,9-1-16,0-8 16,0 0-1,0 0-15,0 0 16,0 0-1,0 0-15,0 0 16,0 0 0,0 0-16,-8 0 15,-10 0 1,-7 9-16,-9-1 16,17 1-1,0-1-15,8-8 16</inkml:trace>
  <inkml:trace contextRef="#ctx0" brushRef="#br0" timeOffset="212656.34">9875 4694 0,'0'0'0,"0"0"0,0 0 15,8-8-15,44-26 16,16-26 0,26-16-16,17-9 15,-26 0 1,-42-9-16,-18 18 15,-16 16 1,-1 26-16,1 0 16,0 17-1,-18 17 1,-17 9-16,-8 8 16,9 17-16,16 8 15,26 9 1,9-8-1,25-9-15,17-9 16,18 1 0,-1-18-16,-8-16 0,-9-1 31,-34-8-31,-17-8 0,-8 16 16</inkml:trace>
  <inkml:trace contextRef="#ctx0" brushRef="#br0" timeOffset="212786.43">10489 4380 0,'0'0'0,"-8"17"0,-1 42 15,-8 52 1,17 25-16,0 0 16,34-25-1,26-35-15,-17-50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0:56:06.13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15013 7263 0,'0'0'0,"0"0"0,-9 8 16,1 9-16,-9 17 15,0 0-15,-17 34 31,-35 26-15,1-1-16,34-24 16,8-10-1,9 1-15,26-9 16,16-9-16,44 1 16,50-26-1,60-26 1,26-16-16,0-18 15,17 9 1,-9 0-16,35 17 16,8 0-1,17 0-15,17 0 16,17 9 0,-8-1-16,-9 9 15,-8 9 1,0 8-16,-9 0 15,0 17 1,17 8-16,-8 1 16,16-9-1,-50-9-15,-26-16 16,-26-1 0,-25-8-16,-35-8 15,-16-18-15,-9-8 16,-17-25-1,-26-18 1,-17-16-16,-17-10 16,-8 10-16,-17-26 15,-26 0 1,8 68 0</inkml:trace>
  <inkml:trace contextRef="#ctx0" brushRef="#br0" timeOffset="35670.79">15252 4584 0,'0'0'0,"0"0"0,26-9 0,358-93 0,-222 34 15,60-25 1,-9-1-16,43-33 16,26-18-1,25 0-15,17 1 16,-8 8-16,102-34 15,9 8 1,-51 18-16,8-18 16,42-17-1,-16 26-15,-51-8 16,-1-1 0,-51 43-1,-34 9-15,-16 7 16,-10 10-1,-85 33-15,-51 18 0,-8 16 32,-35 9-32,-17 0 15,-25 9 1,-1 8-16,-16 0 16,-1 0-1,1 0-15,-18 0 0,-25 0 31,-26 17-15,26-9-16</inkml:trace>
  <inkml:trace contextRef="#ctx0" brushRef="#br0" timeOffset="35981.1">21372 1548 0,'0'0'0,"0"0"0,0 0 15,25-9-15,26 1 16,43-1 0,17 9-16,26-8 15,25-9 1,-17 0-16,-26 17 16,9 0-1,-17 0-15,-17 8 16,-17 9-1,-17 34-15,-26 51 16,-43 51 0,-25 52-16,0-35 15,26-60 1,16-25 0,9-42-16</inkml:trace>
  <inkml:trace contextRef="#ctx0" brushRef="#br0" timeOffset="46438.95">2834 8215 0,'0'0'0,"0"0"15,0 0-15,0 0 16,0 0 0,0 0-16,0 0 15,0 0 1,8 0 0,-8 9-16,-8 16 15,-1 43-15,-17 26 16,9-18-1,0 1-15,0-17 16,17-9 0,0-9-16,9 1 15,-1-1 1,9-8-16,18 9 16,-1 8-1,17-9-15,0-16 16,17-9-16,18-9 31,-1-16-31,-8-1 16,25-16-16,18-1 15,16 1-15,35-1 16,34-16 0,-9 8-1,26 0 1,17 17-16,0 0 0,9 8 15,8 9 1,17 0 0,8 17-16,-7 9 15,7 16 1,18 18-16,8-9 16,0 8-1,26-8-15,0-17 16,-26-17-1,-25-8 1,-17-9-16,-9 0 16,-43-17-1,-25-17-15,-17 0 16,-18 0 0,-50 8-16,-35 1 15,-17 8 1,-17-9-16,0-33 15,-17 16-15</inkml:trace>
  <inkml:trace contextRef="#ctx0" brushRef="#br0" timeOffset="67349.36">10438 9295 0,'0'0'0,"0"0"0,0 0 0,0 17 15,17 0 1,0 17-16,0-8 16,1 8-1,-1 17-15,-9 0 16,1 17 0,-18-8-16,1-1 15,-1-8-15,-8 0 16,0-17-1,8-8 1,9-9 0,0-9-16,0 1 15,9-1-15,34 1 16,42-18 0,34-8-16,52-8 15,8-9 1,18 8-1,-10-8-15,10 17 16,8 9-16,-1 8 16,18 8-16,17 9 31,-8 9-31,-1 8 16,18 0-1,-9-9-15,-17 1 16,-9-1-1,0 1-15,18-1 16,-18-16 0,-25-1-16,-9-16 15,-51-9-15,-34 0 16,-17 0 0,-26-9-1,-8-8-15,-9-17 16,-8-17-1,-9-8-15,-9-9 16,1-9 0,-9 9-16,-9 8 15,9 52 1</inkml:trace>
  <inkml:trace contextRef="#ctx0" brushRef="#br0" timeOffset="91487.21">10174 11387 0,'0'0'0,"0"0"16,0 0-1,0 0-15,0 0 16,0 0 0,-9 0-16,1 17 15,-18 26 1,0 17 0,-8 25-16,17 0 15,0-9-15,17-8 16,0 0-1,17-8 1,0-1-16,17-16 16,1-18-1,16 1-15,17-1 16,26-8-16,25-8 16,35-18-1,42-8 1,18 0-16,8-8 0,8 8 15,18 8 1,8 9 0,0 0-1,0 0-15,8-8 16,18-9 0,-17-9-16,-27-8 15,-7-17 1,-35 9-16,-51-1 15,-51 9 1,-25 17-16,-27 0 16,-16 0-1,-1 0-15,-8-25 16,1 8 0</inkml:trace>
  <inkml:trace contextRef="#ctx0" brushRef="#br0" timeOffset="107082.55">4515 12561 0,'0'0'0,"0"0"0,0 0 15,0 0-15,-9 0 16,-16 0-16,-18 26 15,-8 42 1,-17 59 0,25 1-16,9 16 15,25 26-15,18-25 16,8-26 0,26-8-16,33-9 15,1-26 1,17-33-1,34-35-15,43-33 16,34-35 0,42-16-16,26-1 15,35 9-15,16 17 16,26-17 0,34 9-1,0 16-15,-8 26 16,-9 42-1,-18 27-15,-16 7 0,-8 9 32,-1-8-32,-8-1 15,-18 1 1,-33-18-16,-26-16 16,-68-18-16,-43 1 15,-34-18 1,-18-16-1,-7-9-15,-1-51 0,-8-43 32,-9-25-32,-8-34 15,33-128-15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0:59:06.69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2552 5485 0,'0'0'0,"0"0"0,0 0 0,-9 34 0,1 17 0,-1 43 15,9 8-15,0-8 31,0 8-31,0-9 0,17 1 32,9-9-32,8-9 15,9-16-15,8-18 16,9 1 0,8-9-16,0-9 15,9 1-15,0-9 16,8 8-1,1-16 1,16-9 0,9-9-16,17-8 15,0-8 1,-8-9-16,-9 17 16,-18 8-16,-7 9 15,-1 0-15,0 9 16,-16 8-1,-10 0 1,1 8 0,-17 1-16,-17-1 15,-1-16-15,-8-1 16,17-25 0,18-25-1,24-52-15,10-25 16,-1 0-16,-8 0 15,-43 68-15</inkml:trace>
  <inkml:trace contextRef="#ctx0" brushRef="#br0" timeOffset="748">5667 7348 0,'0'0'0,"0"0"0,0 0 15,9 0 1,25 17-16,51 0 16,26 0-16,43-9 15,59-8 1,35-17-1,42-34-15,94-51 16,0-17-16</inkml:trace>
  <inkml:trace contextRef="#ctx0" brushRef="#br0" timeOffset="50219.84">5258 7892 0,'0'0'0,"0"0"0,0 0 16,0 0-16,0 0 16,-9 26-1,0 8-15,1 8 16,-9 18 0,0-1-16,0 1 15,8-9 1,9-9-1,0 1-15,0-1 16,17-16 0,9-1-16,34-8 15,25-17-15,43-17 16,43-17 0,-18 17-16,9 0 15,9 0 1,-17 0-16,42 9 15,17-1-15,-8 1 16,34-1 0,0-8-1,26 0-15,-1 0 16,1 9 0,0 8-16,16 0 15,1 8 1,0 1-16,8 8 15,0 8 1,-8 1 0,-26 8-16,-17-9 15,-17 9-15,16 9 16,-50-18 0,-34 9-16,25-8 15,-34-9 1,-51-9-16,-26 1 15,-8-1 1,0 1-16,-17-9 16,-18 0-1,1 0-15,-1-9 16,-8 1 0,1-18-16,-1-8 15,-9-25 1,-8-35-16,0 43 15</inkml:trace>
  <inkml:trace contextRef="#ctx0" brushRef="#br0" timeOffset="63216.44">20731 9117 0,'0'0'0,"0"0"0,0 0 15,0 0 1,0 0-16,0 0 16,9 0-16,-9 8 15,8 26 1,-16 26 0,-9 16-16,8 1 15,-8-1 1,9-8-16,-1-16 15,9-10-15,0-16 16,9-1 0,8 1-1,8-1-15,27 1 16,24-1 0,18-16-16,34-18 15,17-8-15,18-8 31,7 8-31,-8 0 16,-8 8-16,-26 9 16,-17 0-1,-26 0-15,-16 0 16,-27 9 0,1-1-16,-17 1 15,-1-1-15,-16 1 16,-1-1-1,1-8-15,-1 0 16,-8 0 0,0 0-1,0 0-15,0-8 16,0-9 0,9-26-16,-1-16 15,1-9 1,0 8-16,-9 34 15</inkml:trace>
  <inkml:trace contextRef="#ctx0" brushRef="#br0" timeOffset="65674">23138 9236 0,'0'0'0,"0"0"0,0 0 15,0 0 1,0 0-16,-8 17 16,-1 0-1,-8 25-15,-9 9 16,9 9-16,0-9 16,9-9-16,-1-7 15,1-1 1,8 0-1,0 17 1,25-9-16,9 1 16,35-9-1,42-9-15,42-8 16,18 0 0,17-17-16,8-8 15,-25 8-15,-9 0 16,-17 0-1,-17 17-15,-43-9 16,-25 1 0,-17-1-1,-18 1-15,1-1 0,-17 1 32,-1-1-32,1-8 15,-9 0-15,0 0 16,0 0-1,0-17 1,17-25-16,0-35 16,-9-8-1,1-17-15,-1 51 0</inkml:trace>
  <inkml:trace contextRef="#ctx0" brushRef="#br0" timeOffset="66439.03">25835 9542 0,'0'0'0,"0"0"0,0 0 16,0-8-1,0-1 1,0 0-16,0 1 16,0 8-16,0 0 15,0 0 1,0 0 0,0 0-16,0 0 15,-8 8 1,-1 18-16,-8 34 15,0 25 1,0-9-16,17-16 16,0-18-1,17 1-15,9-9 16,33 8 0,35-8-16,34-8 15,9-9 1,17 0-16,-1-9 15,-16 9-15,-9 0 16,-9 0 0,1 17-16,-9 0 15,0 17 1,0 9-16,-18-9 16,10 0-1,-9-9 1,-17-16-16,-9-9 15,-8-8-15,-9-9 16,0-17 0,0-35-1,9-50 1,-17-8-16,-26-18 16,8-152-16</inkml:trace>
  <inkml:trace contextRef="#ctx0" brushRef="#br0" timeOffset="75890.16">5223 11404 0,'0'0'0,"0"0"0,0 0 16,0 0-16,0 0 15,0 0 1,0 17-1,0 1 1,0-1-16,0 17 16,0 0-1,0 8-15,0 9 16,0-8-16,0-1 16,0-8-16,9-8 15,8-1 1,0 9-1,17-8-15,17-1 16,43 1-16,17-9 16,9-9-1,25 1 1,17-18 0,0 1-16,34-1 15,26 1-15,0 8 16,17 0-16,0 8 31,17 1-31,9 8 16,8-9-1,9 9-15,8-8 16,9-18-16,-9 1 0,0-26 31,-25 0-15,-1 17-16,-16 0 15,-44-9 1,-7 1-16,-18 8 16,-34 8-1,-25 9-15,-27 0 16,-24-8 0,-18 8-16,-25 0 15,-9 0 1,-9 0-16,1 0 15,-1 0 1,-8 0-16,0-9 16,9 9-1</inkml:trace>
  <inkml:trace contextRef="#ctx0" brushRef="#br0" timeOffset="83427.08">14757 11149 0,'0'0'0,"0"0"0,0 0 0,0 0 16,8 9-1,1 8-15,0 0 16,-1 17 0,1 0-16,-9 8 15,0 9-15,0 0 16,8 1-1,1 7-15,-1-16 16,1-1 0,-1-8-16,1-8 15,-1-1 1,-8 1 0,9-1-16,-9-8 15,0 0 1,8 0-16,-8 0 15,9 0 1,-9 0-16,8 9 16,1-9-1,-9-9-15,0 1 16,9-1-16,-1 1 31,1-1-31,-9 1 16,0-1-16,8 1 15,1-1 1,-1 1-16,9-1 16,0 1-1,0-9 1,1 0-16,-1 0 0,34 8 16,26-8-1,16 0 1,1 9-16,0-1 15,26 1 1,16-1-16,-16 9 16,-9 0-1,-17-8 1,0 8-16,16 0 16,-16 0-16,-34-9 15,-17 1 1,-9-1-16,0 1 31,0-1-31,0-8 0,-8 0 16,0-8-1,-1-1 1,1 1-16,-9-1 16,8-8-16,-8 0 15,1-8 1,16-9-16,0-26 15,0 9 1,-8 0-16,-1 9 16,1-9-16,8-9 31,-8 26-31</inkml:trace>
  <inkml:trace contextRef="#ctx0" brushRef="#br0" timeOffset="86457.03">18734 11345 0,'0'0'0,"0"0"0,0 0 16,0 0 0,0 0-16,17 17 15,0 17 1,0 0-1,0 0 1,1 0 0,-10 9-16,1-9 15,-1-9 1,1 1 0,-1-1-16,-8-8 15,0 0-15,0-8 16,0 8-1,9 0-15,-1 0 16,1 0 0,8 17-16,26 8 15,25 1 1,9-1-16,17 1 16,-1-1-1,44-8-15,17 0 16,-18-8-1,26-1-15,26-8 16,0-8-16,8-1 16,1-8-1,-61 0 1,-25 0-16,-51 0 16,-26 0-1,-8 0-15,-9 0 16,-9 0-1,1 0-15,-9 0 16,0 0 0,0 0-16,0-8 15,-9-18 1,-8-50-16,0-26 16,8-9-1,27-33-15,41-146 16</inkml:trace>
  <inkml:trace contextRef="#ctx0" brushRef="#br0" timeOffset="87740.02">21619 11566 0,'0'0'0,"0"0"0,0 9 15,0 16-15,9 9 16,8 17-1,0 9-15,-9 8 16,1-9 0,-9-16-16,0-1 15,0 1-15,0-18 16,0 1 0,0-9-1,0-9-15,0 9 0,34 0 31,17 0-31,17-8 16,26-18 0,0 1-16,26-9 15,16 0 1,-16 17-16,-9 0 16,25 8-1,9 18-15,-8 8 16,-9-9-1,26 18-15,-18-1 16,-42-16 0,-17-1-16,-17 1 15,-26-9-15,-9-9 16,-16 1 0,-1-9-1,1 0 1,-9-9-16,8-16 15,-8-35 1,0-84-16,0-162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03:04.67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7707 7663 0,'0'0'0,"0"0"0,-8 0 15,-1 0 1</inkml:trace>
  <inkml:trace contextRef="#ctx0" brushRef="#br0" timeOffset="680.02">7169 6863 0,'0'0'0,"0"0"15,0 0-15,0 0 16,0 0 0,0 0-16,0 9 15,9 33-15,8 18 16,0 25-1,0 25 1,-8 1 0,-9 8-16,-26 0 15,-8-26-15,8-24 16,9-10-16,0-16 16,9-18-1,8 1 1,0-1-16,0-8 15,0 0 1,8 0-16,9 0 16,26 0-1,42-8-15,43-9 0,43-26 32,17-8-17,17-8-15,16-1 16,10 9-16,-35 9 15,-8 8 1,-9 17-16,-51 0 16,-17 0-1,-8 0 1,-18 0-16,-25 0 16,-18-9-16,-16 9 15,0-8 1,-9-1-1,0-8-15,0-25 16,8-27 0,10-33-16,-10-42 15,26-137 1</inkml:trace>
  <inkml:trace contextRef="#ctx0" brushRef="#br0" timeOffset="2254.56">13588 7577 0,'-9'9'0,"1"16"15,-1 10-15,-8 7 16,8-16 0,1-1-16,8-8 15,0-8 1,0-1-16,0 1 16,0-1-1,0-8 1,25 17-16,18 17 15,17 0 1,34 0-16,59 9 16,18-1-16,-17-8 15,25 17 1,26-8-16,25 16 16,43 1-1,-8-9-15,-18-9 16,-8 1-1,-25-18 1,-26-16-16,-52-1 16,-50 1-1,-35-1-15,-26-8 16,1 0-16,-18-8 16,1-1-1,0-16-15,-1-43 16,1-34-16,-9-9 15,0 52 1</inkml:trace>
  <inkml:trace contextRef="#ctx0" brushRef="#br0" timeOffset="8812.75">7434 8709 0,'0'0'0,"0"0"0,0 0 31,0 0-31,0 0 16,0 0-1,0 0-15,0 8 0,0 35 16,-9 25 0,1 42-1,8 1-15,0-9 32,17-26-32,9-8 15,33-17-15,61-17 16,59-34-1,26-17 1,-9-25-16,18-1 16,-1-8-1,17 9-15,26-1 16,26-8-16,17 0 16,-9 9-1,-8 8 1,-9 17-16,0 8 15,-9 9-15,-33 9 16,-35 16 0,-59-16-1,-26 8-15,-34 0 16,-26-9-16,-26 1 16,1-1-1,-18-8-15,1 0 16,0 0-1,8-8-15,0-9 16,8-17 0,9-34-1,-8-17-15,-9 8 16,-17-8-16,-8 26 16</inkml:trace>
  <inkml:trace contextRef="#ctx0" brushRef="#br0" timeOffset="9715.65">16174 8317 0,'0'0'0,"0"0"0,-9 9 32,1 33-32,-18 18 15,-8 50 1,0 27-16,0-10 0,8-8 15,9-34 1,17-17 0,8-8-16,18-18 0,34-16 31,42-9-31,35-26 0,-9-8 16,0 9 15,17-1-31,-8 9 15,-1 0 1,9 17-16,17 0 16,26 9-1,17 8-15,17 0 16,0 0 0,-26 0-16,-17 8 15,-51-8 1,-25-8-16,-18-9 15,9-9 1,-17-8-16,0-17 16,-9-8-1,-8-18-15,-18-25 16,1-17 0,-17-8-16,-9-60 15,8-153 1</inkml:trace>
  <inkml:trace contextRef="#ctx0" brushRef="#br0" timeOffset="25560.07">12034 10324 0,'0'0'0,"0"0"0,0 0 16,0 0-1,0 0-15,0 0 16,26 34-1,68 26-15,68 8 16,60 9 0,42-9-16,120-9 15,-34-16 1,-34-9-16</inkml:trace>
  <inkml:trace contextRef="#ctx0" brushRef="#br0" timeOffset="29205.41">26134 10469 0,'0'0'0,"0"0"0,0 17 16,0 9-1,0 8-15,0 8 16,0 18 0,-9 16-16,9 1 15,0-18 1,0 1-16,18-1 15,41 1 1,69-1-16,0-16 16,34-26-1,77 8-15,-42-16 16,-1-26 0,9 0-16,51 8 15,17 1-15,9 8 16,-1 0-1,18 17 1,-9 0-16,0 17 16,1-9-1,-27-8-15,-25-8 16,-60-1-16,26 9 16,-60-8-1,-25-9-15,16-9 16,18 1-1,-17-18 1,-52 1-16,-25-1 16,-9-25-1,9-34-15,-35-34 16,-25-25 0,-17-43-16,0-128 15</inkml:trace>
  <inkml:trace contextRef="#ctx0" brushRef="#br0" timeOffset="46716.65">12401 11974 0,'17'9'0,"248"42"0,136 17 16,17 0 0,103 34-1,-111-26-15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07:36.09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4276 18021 0,'0'0'0,"0"0"0,0 0 16,0 0 0,0 0-16,9 17 0,8 0 15</inkml:trace>
  <inkml:trace contextRef="#ctx0" brushRef="#br0" timeOffset="8586.41">25622 11923 0,'0'0'0,"0"0"0,8 0 16,10 0-16,-1 9 15,0 8 1,0 17-16,0 8 15,-9 18 1,1 8-16,-1 17 16,-16 0-1,-1-17-15,1-17 16,-1-8 0,1-18-16,8 1 15,-9-9 1,9-9-16,0 1 15,-8-1 1,-1 1-16,-8-9 16,0-9-1,17-8-15,9-17 16,8-25 0,25-27-16,27-7 15,-1 8 1,17 8-16,18-8 15,-18 17-15,-17 34 16,0 9 0,-8 8-1,-17 17-15,0 17 16,8 25 0,-9 35-16,-7 50 15,-18 9-15,-26-25 16,1-9-1,8-25-15,0-35 16</inkml:trace>
  <inkml:trace contextRef="#ctx0" brushRef="#br0" timeOffset="38803.19">4626 17119 0,'0'0'0,"0"0"0,0 0 15,0 0-15,0 0 16</inkml:trace>
  <inkml:trace contextRef="#ctx0" brushRef="#br0" timeOffset="41160.32">26245 10392 0,'0'0'0,"0"0"0,0 0 15,8 0 1,1 0-16,0 0 16,-1 0-1,9 17-15,0 26 16,-8 17 0,-1 16-16,-16 26 15,-26 26 1,-1 16-16,1-33 15,17-35-15,0-33 16,9-18 0,8 1-16,0-18 15,0 1 1,0-9 0,8-26-16,26-67 15,26-60 1,17-26-16,8 18 15,35-1 1,-1 34-16,-25 52 16,9 16-16,-10 18 15,1 16 1,-25 26 0,-10 17-16,-16 26 15,-9 42 1,-25 42-16,-52 52 15,-8 0 1,0-35-16,8-25 16,26-34-16,8-17 31,18-25-31,16-18 16,-7-8-16</inkml:trace>
  <inkml:trace contextRef="#ctx0" brushRef="#br0" timeOffset="41748.01">27645 9789 0,'0'0'0,"0"0"0,17 0 16,25 8-16,10 9 15,-1 0 1,0 0-16,-8 0 15,-18-8 1,1-1 0,-9 1-16,-8-1 15,-1 9-15,-25 17 16,-60 34 0,-59 26-1,8-1-15,25-16 16,26-35-1,26-8-15,26-8 16,33-9 0,26 8-16,52 1 15,25-18 1,-60-8-16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12:54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11164 4499 0,'0'0'0,"0"0"0,0 0 15,0 0-15,0 0 16,0 0 0,0 0-16,0 0 0,0 0 31,0 0-31,-9 0 15,1 17 1,-1 0-16,1 0 16,-1 0-16,9 17 15,0-9-15,0 1 16,0-1 0,0-16-1,0-1 1,9 1-16,-1 8 15,9 0 1,0 0-16,9 0 16,-1 9-1,1-9-15,8 8 16,9 1 0,17-1-1,8 1-15,-8-9 16,8 0-16,0 0 15,0 0 1,26-9-16,26 1 16,-9-1-1,-9 1-15,-16-9 16,-18 0 0,17 0-16,18 0 15,8 0 1,8-9-16,9 1 15,17-9 1,-8 0-16,-26 8 16,-26 1-1,-25 8-15,-18 0 16,1 0 0,-17 0-1,-1 0-15,1 0 16,8 0-16,0 0 15,-8 0 1,8 8 0,0 1-16,0-1 15,0 1 1,18-1-16,-1 1 16,-9-1-16,10 1 15,16-18 1,0 1-16,-8 8 15,-17 0 1,-1 0 0,-16 0-16,0-9 15,-1 1-15,1-1 16,-1 1-16,1-1 31,-9 1-31,0-9 16,9-9-1,-9 9-15,-9-8 16,1 16 0</inkml:trace>
  <inkml:trace contextRef="#ctx0" brushRef="#br0" timeOffset="6028.1">19767 4950 0,'8'8'0,"27"9"0,-1 0 16,8-8-16,1-9 16,-17-9-1</inkml:trace>
  <inkml:trace contextRef="#ctx0" brushRef="#br0" timeOffset="6397.87">19886 4720 0,'0'0'0,"0"0"0,0 0 16,0 0-16,0-9 15,-8 1 1,-1-1-16,9 9 16,0 0-1,0 0 1,0 0-1,0 0-15,0 0 16,0 0-16,0 0 16,9 0-1,51 0-15,59 9 0,60 8 32,9-9-17,-51 9-15,16-8 16,44-18-16,-10 9 15,-24-8-15,7-1 32,-33 1-32,-52 8 15,-34 0-15,-25 0 16</inkml:trace>
  <inkml:trace contextRef="#ctx0" brushRef="#br0" timeOffset="16987.84">4558 15121 0,'8'-9'0,"60"-8"0,60-17 15,43-17-15,68-17 0,17-8 31,0 8-31,0 0 16,-8 0 0,-18 0-16,-8 17 0,-8 0 31,-52 17-31,-43 17 16,-8 0-1,-43 0-15,-33 8 16,-10 9-1,-16 0-15,-9 0 16</inkml:trace>
  <inkml:trace contextRef="#ctx0" brushRef="#br0" timeOffset="17319.31">6290 14202 0,'0'0'0,"0"0"15,0 0-15,9-8 16,33-1 0,44-8-16,50-25 15,27 8 1,-1 0-16,8 17 16,-25 8-1,-16 18-15,-27 8 16,-34 0-1,-17 0-15,-25 0 16,-17 0 0,-18 42-16,-59 52 15,-86 59 1,-17-8-16,-25-1 16,-103 52-1</inkml:trace>
  <inkml:trace contextRef="#ctx0" brushRef="#br0" timeOffset="19502.16">16583 9687 0,'0'0'0,"0"0"0,0 0 15,9 8-15,17 18 16,8 16 0,25 9-16,44 9 15,16 8 1,9 0-1,60 8-15,25 9 16,-50 9-16,33 16 16,9-7-1,-43-27 1,26 1-16,-18-1 16,-59 1-1,-17-18-15,-43-25 16,1-8-16,-10-1 15,10-8-15,-10-8 16,-8-26 0,-8 0-1</inkml:trace>
  <inkml:trace contextRef="#ctx0" brushRef="#br0" timeOffset="19903.7">19596 9568 0,'0'0'0,"0"0"0,0 0 16,-8 0-1,-1 0-15,-25 17 0,-43 0 16,-68 17-1,-60 17-15,-76 25 32,-35 26-32,-43 9 15,-16-1 1,42 18-16,34-1 16,86-33-1,76-34-15,18-9 16,-9 0-1,-9 0-15,43 0 16,9 8 0,-17-16-16,42-26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13:33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16370 9287 0,'0'0'0,"0"0"0,17 0 15,43 0-15,59 25 16,9 9 0,43 26-16,77 33 15,-27 10 1,1 7-16,0 26 15,-17 34 1,43 17 0,-9-17-16,-9-16 15,-42-44-15,-35-25 16,10-8 0,-35-35-1,-34-25-15,-60-17 16</inkml:trace>
  <inkml:trace contextRef="#ctx0" brushRef="#br0" timeOffset="250.71">19101 9066 0,'-8'0'15,"-61"8"-15,-170 94 16,-8 34 0,68-34-16,-120 94 15,-77 68-15,-33 33 16,25 1 0,76-51-1,10 25-15,16 0 16</inkml:trace>
  <inkml:trace contextRef="#ctx0" brushRef="#br0" timeOffset="3533.35">12000 15988 0,'0'0'0,"9"9"0,59 16 16,51 26-16,27 0 15,7-8-15,43 8 16,1-8-1,59-26 1,60-26 0,16-25-16,1-17 0,-25-60 15,33-42 1,-17 26 0,-16 25-16,-27-43 15,-33-33-15,-1-18 16,-16-51-1,-18-16-15,-25-1 16,-17-42 0,-26 17-1,-34-17 1,-18 33-16,-41 10 16,-27-1-16,-8 60 15,-17 8 1,-25 60-16,-1 34 15,-17 17-15,9 17 32,0 26-32,0 16 15,0 9-15,-17 26 16,-35 25-16,1 51 16,0 42-1,25 9 1,17-25-16,9 0 15,17-35-15,8-25 32,1-25-32,8-1 15,0-16-15,0-1 16,0-8 0,43-25-1,51-35-15,25-59 16,18-51-16,-1 0 15,-16 34 1,-35 42 0,-34 35-16,-25 25 15,-1 17 1,-8 17-16,26 42 16,8 77-1,18 43-15,33-1 16,60-25-1,52-76-15,118-26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14:44.1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26672 10375 0,'0'0'0,"0"0"0,0 0 16,0 0-16,0 0 15,0 17 1,-9 9-1,1 16-15,-9 27 16,8 16 0,-8 8-16,0-8 15,17-17 1,-9-8-16,9-26 0,0-9 31,-8 1-31,8-18 0,0 1 16,0-1-1,0-16 1,17-26-16,26-26 16,33-25-1,10-8-15,-1-1 16,-17 26 0,-8 26-1,-9 8-15,-8 17 16,-9 0-1,0 17-15,17 8 16,-8 18 0,0 25-16,-18 17 15,1 34 1,-17 0-16,-18-17 16,9-17-16,0-26 15,0-16 1,0-9-16,0-9 15,0-8 1</inkml:trace>
  <inkml:trace contextRef="#ctx0" brushRef="#br0" timeOffset="549.34">28370 10154 0,'0'0'0,"0"0"0,0 0 0,0 26 15,-8 42-15,-9 17 16,-9 17-1,-17 17-15,-8-8 16,0-9 0,8-17-1,26-9-15,17-42 32</inkml:trace>
  <inkml:trace contextRef="#ctx0" brushRef="#br0" timeOffset="915.71">28720 10716 0,'0'0'0,"-8"0"15,-27 17-15,-7 17 0,8 0 31,-1 8-31,18 1 16,26-9 0,42 0-1,34 0-15,61-34 16,50-26 0,-60-8-16,-33-8 15,-18-1 1,-51 18-16,-8-1 15,-26 1 1,-17-9-16,-60-9 16,-77 18-1,18 16-15,93 26 16,26-8-16</inkml:trace>
  <inkml:trace contextRef="#ctx0" brushRef="#br0" timeOffset="1450.54">29949 10920 0,'0'0'0,"0"0"0,0 0 16,0 17-1,-8 0 1,-1 8-16,9-16 15,0-1-15,0 1 16,0-1 0,9-8-1,25 0-15,43-8 0,16-18 32,-7 1-32,-18-1 15,-25 1-15,-9 8 16,-9 0-1,-7 8-15,-10 1 16,1-1 0,-1 9-16,-8 0 15,-8 9-15,-9 25 32,-35 34-32,-16 51 15,0 0 1,-18 8-16,1 1 15,34-17-15,-9-18 16,-25-8-16,-18-34 31,-16-17-31,-18-25 16,-33-9 0,-18-17-16,-119-34 15</inkml:trace>
  <inkml:trace contextRef="#ctx0" brushRef="#br0" timeOffset="1980.42">31451 10707 0,'0'0'0,"0"0"15,-8 17 1,-26 51-16,-26 17 16,0 9-1,-8-26-15,25-17 16,9-17 0,17-9-16,0-16 15,17-1 1,43-25-16,68-34 15,34-25 1,0-18-16,-17 26 16,-26 26-1,-25 33-15,-26 26 16,-8 34 0,-35 68-16,-42 77 15,-43 42 1,-51 77-16</inkml:trace>
  <inkml:trace contextRef="#ctx0" brushRef="#br0" timeOffset="10769.52">25810 12000 0,'0'0'0,"0"0"0,0 0 15,0 0-15,0 0 16,0 0 0,0 0-16,0 0 15,-9 25 1,1 35-16,-9 8 16,-1 0-1,-7 0 1,-1-9-16,-8 1 15,0-17-15,17-9 16,0-9 0,8-16-16,1-1 15,8 1 1,0-18-16,8-33 16,26-43-1,26-35-15,8 10 16,18 16-1,-9 26 1,-18 17-16,-7 17 16,-10 17-1,-16 17-15,-1 9 16,1 25 0,0 42-16,-26 35 15,-17 16 1,-9 10-16,0-18 15,18-60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15:36.7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2842 2568 0,'0'0'16,"0"9"-16,-8 8 0,-27 136 0,18-85 0,9 9 16,-1-1-16,1 1 15,8-9 1,0 0-16,0-17 15,0-9 1,0-16-16,8-1 16,1-8-1,8 0-15,9 0 16,16 0 0,9-8-1,26-1-15,0 1 16,17-18-16,8 1 15,18-9 1,25 17 0,34-9-16,52 9 15,-1 9 1,18 8-16,16 8 16,35 9-1,8 9-15,0 8 16,9-9-1,-34 9-15,-9-8 16,-26-1 0,-8 1-16,-25 0 15,-18 8 1,-42-17-16,-9-17 16,-26 0-1,-42-9-15,-26-8 16,-25 0-1,-9-8-15,-8-9 16,-1-34 0,-16-26-16,-1-59 15,1-51-15,16-128 16</inkml:trace>
  <inkml:trace contextRef="#ctx0" brushRef="#br0" timeOffset="41355.75">1750 4618 0,'0'0'0,"0"0"16,17 8-16,42 18 15,70-1 1,-10-8-16,9-17 16,94-17-16,-51-17 15,8 9 1,68-1-16,-84 26 15,-27 9-15,35 16 16,-26 9 0,-51 0-1,-43-8 1,-25-18-16,-1 1 16,-8-1-1,0 1-15,-8-1 16,-1 1-16,1-9 15,-9 0 1,0 0 0,0-9-16,8-8 15,1-34-15,8-34 16,0-25 0,17-18-16,17-16 15,-8 16 1,-9 35-1,0 16-15,1 9 16,7 8 0,1 9-16,0 17 15,-18 9 1,1 8-16,-18 0 16,1 8-1,-1 9-15,-8 0 16,9 0-1,-1 17-15,-16 26 16,-1-18 0</inkml:trace>
  <inkml:trace contextRef="#ctx0" brushRef="#br0" timeOffset="41732.83">3551 3895 0,'0'0'0,"0"0"0,0 0 15,0 0-15,0 0 16,0 0 0,0-8-1,17-1-15,25-16 16,18-18-1,0 9-15,-18 0 16,-7 8-16,16 1 16,17-9-1,9 0 1,-9 0-16,9 17 16,-9 17-16,-17 0 15,-8 25 1,-9 52-16,-17 59 15,-17 26 1,-17 8 0,9-34-16,8-77 15</inkml:trace>
  <inkml:trace contextRef="#ctx0" brushRef="#br0" timeOffset="69622.8">3354 10971 0,'0'0'0,"0"0"0,0 0 31,0 8-31,0 35 16,0 59 0,-8 68-1,-1 77-15,-8-69 0,17-101 16,0-18-1,9-25-15,8-17 16,42-8-16,35-26 16,34-68-1,9-43-15,-35 18 16,-8 25 0,-26 34-1,-8 16 1,-17 10-16,0 16 15,8 18 1,0 42-16,17 60 0,1 16 31,-27-25-31,9 0 16,18-17 0,8-34-16,33-42 15,53-52 1,59-59-16,-9-59 15,-25 16 1,-1 35-16,-16 33 16,-43 26-1,-8 25-15,-9 35 16,-9 25 0,0 25-16,9 61 15,0 16 1,-8-51-16,25-17 15,34-43 1,26-42-16,17-76 16,8-43-1,9 8-15,-26 26 16,-17 0 0,1 8-16,-27 35 15,-8 33 1,-17 9-16,9 17 15,0 17 1,8 0-16,17 0 16,17 0-1,26-8-15,25-1 16,9 9 0,17-8-16,-8-1 15,-9 9 1,0 0-16,-9 9 15,18-1 1,33 1-16,44-1 16,33-33-1,112 25-15,-61 17 16</inkml:trace>
  <inkml:trace contextRef="#ctx0" brushRef="#br0" timeOffset="72476.72">3081 11932 0,'0'0'0,"0"0"16,0 0-16,0 0 16,-8 17-1,-1 25-15,1 52 16,8 50-1,0 1 1,0 0-16,8 8 16,9-34-16,0-43 15,17-16 1,9 8-16,17-9 16,34 1-1,34-18 1,17-16-16,8-18 15,10-8 1,16 0-16,17 0 16,17-8-1,1 8-15,25 0 16,17 8-16,8 9 16,10 0-1,16 0-15,0 0 16,17 0-1,26 0 1,8-17-16,9-8 16,26-1-1,-9-16-15,34-18 16,0 1-16,-68 16 16,43-8-16,8 9 15,-51-9 1,34 17-1,0 0 1,-60 0-16,9 17 16,-35 8-1,-8 18-15,-17-1 16,-51 9-16,-17 9 16,-43-9-1,-34-9-15,-43 1 16,-34-9-1,-8-9-15,0 1 16,-18-1 0,1-8-1,-9-8-15,8-9 16,1-34 0,-1-43-16,-8-25 15,-8 0 1,-18-8-1,1-1-15,-1 26 16,0 17-16,1 25 16,-1 9-1,1 17-15,-27 9 0,-24 8 16,-35 25 0,-26 9-1,-8 17 1,-26 9-16,-25 8 15,0 9-15,-18-18 16,-8-8-16,-17-25 31,-25-9-31,-18-17 16,-8-9 0,-17-8-16,-69 17 15,18 9 1,-18-1-16,-51 9 15,35 0-15,-9 0 16,-35 0 0,-7 9-1,-18 8-15,-26 17 16,1 8 0,33-25-16,-16 0 15,17 0 1,16-17-16,1-8 15,68-1 1,-9 1-16,1 25 16,8 0-1</inkml:trace>
  <inkml:trace contextRef="#ctx0" brushRef="#br0" timeOffset="86551.49">3243 14075 0,'0'0'0,"0"0"0,0 0 15,0 0 1,0 0-16,0 0 16,0 0-1,0 0-15,0 0 16,-8 0 0,-1 17-16,-8 25 15,-8 18 1,7 16-16,1 27 31,9-1-31,8-17 16,0-9-16,8-16 15,9-9-15,1-9 16,-1 1 0,17-9-16,8-9 15,10 1 1,7-1-16,1-8 15,0-8 1,17-1-16,8-8 16,0-8-1,9-1-15,17-16 16,17-9 0,0 0-16,17 0 15,9 0 1,0-17-1,16 0-15,1 0 16,8 8 0,0 9-16,-16 9 15,7 8 1,27 8-16,-10 1 16,27-1-16,16 1 15,9-1 1,9 1-1,-9 16-15,17-8 16,0 17-16,0 0 16,8 9-1,18 8-15,17-17 16,0-17 0,8-9-16,-17 1 15,17-18 1,9 1-16,-9 8 15,9 8 1,-34 18 0,-26 8-16,-26 8 15,-8 1-15,-17 8 16,-43 0 0,-25-9-1,8-8-15,-43-8 16,-25-1-1,-17 1-15,-9-9 0,-25-9 16,8-8 0,0-25-16,9-26 31,16-26-31,27-33 0,25-18 31,17-17-31,85-76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17:47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17958 9278 0,'0'0'0,"0"0"0,-9 0 0,-119-59 0,26 33 0,16 1 16,1 25-16,-60 17 15,-43 51 1,9 25 0,8 26-16,-25 26 15,42 0 1,52 8-16,-18 42 16,1 26-1,-1-8-15,26-26 16,43-8-1,26-26-15,33-9 16,43-8 0,77-16-16,0-44 15,94-50 1,17-35-16,26-50 16,8-35-1,-26-25-15,18-9 16,-35-25-1,18-8-15,-77 8 16,-43-26 0,-17 0-16,-35 35 15,-41-35 1,-70-16-16,-50 33 16,-128-34-1,-120 9-15,-77 68 16,-153 85-1,-103 85-15,248 9 16</inkml:trace>
  <inkml:trace contextRef="#ctx0" brushRef="#br0" timeOffset="7010.33">16822 10018 0,'0'0'0,"26"17"16,59 34-16,120 68 15,34 0-15,-8-17 16,-9-8 0,16-17-1,-7-18-15,-18-25 16,26 0-1,-59-25-15,-44-26 16,146-43-16</inkml:trace>
  <inkml:trace contextRef="#ctx0" brushRef="#br0" timeOffset="7255.18">18913 9627 0,'-25'9'0,"-129"59"15,-127 68 1,-52 17-16,-68 59 16,-43 35-16,51-34 15,103-26-15,59-9 31,95-50-31,85-52 16,34-42-16</inkml:trace>
  <inkml:trace contextRef="#ctx0" brushRef="#br0" timeOffset="8338.12">14381 16788 0,'0'0'0,"0"0"15,9 0-15,42 8 16,26 1 0,42-18-1,44-16-15,33-18 16,34-42-16,43-34 15,-16-25 1,16-9-16,-26-18 16,-16-33-1,-18-34 1,-34-8 0,9-52-16,-17-17 15,-43 18-15,0-27 16,-17 10-1,-26-1-15,-25 26 16,-35 8-16,-25 18 16,-17 59-1,-17 16 1,-9 18 0,1 51-16,-1 43 0,9 16 15,8 18 1,9 25-1,9 0 1,8 17-16,-17 17 16,-9 51-1,-17 51-15,-16 42 16,7 18-16,1-26 0,26-25 31,8-52-31,8-25 16,1-25-1,8-1 1,0-16-16,0-1 16,0 1-1,0-18-15,0-50 16,8-69 0,9-42-16,17 8 15,0 43 1,1 17-16,7 34 15,-8 26 1,0 16-16,9 9 16,25 26-1,69 16-15,76 35 16,61-9 0,58-9-16,18-8 15,0-34 1,26-8-16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18:12.0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7716 8232 0,'0'0'0,"0"17"15,0 34-15,8 34 16,-16 34-16,8 35 31,-9 41-31,9-16 16,0-43 0,0 42-16,26-8 15,8-76 1,26-17-16,25 25 15,17 8 1,-25-42-16,-9-25 16,35-1-1,42-16-15,-9-18 16,-16-8 0,34-17-16,33-17 15,-24-8 1,7-18-16,52-8 15,-8 17-15,33 9 16,-25-18 0,0-25-1,0-8-15,17 7 16,25 1 0,-8 17-16,9 0 15,0 0 1,-1 0-16,-25 9 15,0 8 1,-34 8-16,-26 18 16,26 16-16,-60 18 15,-51 16 1,0 18-16,-26 8 16,-8 8-1,-9 26-15,-34 0 16,-17 9-1,-8-9-15,-9-26 16,-1-7 0,10-27-1,-1 1-15,9-18 16,0 1 0,0-1-16,17-8 15,26-17-15,42-34 16,9-26-1,9-8 1,33-17-16,18 17 16,0 0-1,8 9-15,43 8 16,-18 17 0,10-9-16,25 18 15,8-1-15,35 1 16,-1 8-1,18 17-15,25 25 16,0 9 0,43 17-16,-25 17 15,-27 9 1,1-1-16,-26 1 16,-8 8-1,-1 8 1,-33 1-16,-1 8 15,-25-26-15,0-8 16,34 0 0,-68-25-1,-35-18-15,-8-8 16,-42-8-16,-27-1 16,-16-16-1,-9-18 1,9-42-16,-9-34 15,9-51-15,8-25 16,9-18 0,33-93-16</inkml:trace>
  <inkml:trace contextRef="#ctx0" brushRef="#br0" timeOffset="4274.35">25357 6157 0,'0'0'0,"-8"0"0,-43 26 16,-35 16-16,1 9 15,-52 9 1,-50 33-16,24 9 16,35-25-16,9-26 31,34-17-31,33-17 0,27-8 16,16-9-1,26-26 1,43-59-16,8-17 15,-34 25 1,-17 35 0,-8 16-16,0 9 15,-18 17-15,-25 9 16,-43 25 0,-42 51-16,-18 51 15,-8-8 1,8-9-16,26-17 15,35-9 1,59-33-16,42-9 16,69-9-1,188-8-15,8-42 16,9-60-16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18:26.7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17420 9040 0,'0'0'0,"-9"0"0,-25 17 16,-9 17-16,1 9 16,-35 50-1,-25 43-15,16 26 16,18 17-1,-9 33-15,-17 9 16,9-8 0,34-9-16,42-17 15,52 9 1,34-35-16,25-50 16,111-26-1,26-51-15,60-68 16,-9-51-16,-17-51 15,-8-34 1,-60-17 0,-9-17-16,-76 42 15,-52 0-15,-34-16 16,-25 8 0,-61 8-16,-84-8 15,-60 17 1,-43 42-16,-43 43 15,-17 43 1,-17 42-16,18 51 16,59 34-16,-52 42 31</inkml:trace>
  <inkml:trace contextRef="#ctx0" brushRef="#br0" timeOffset="682.81">11454 15249 0,'-9'0'0,"-42"17"0,-51 51 0,-26 42 15,0 35 1,-17 101-16,34 26 16,51 1-1,43-35-15,68-17 16,26-17-1,25-76-15,95-18 16,24-42 0,36-68-16,7-34 15,-8-51 1,-25-85-16,-44 0 16,27-43-16,-44-25 15,-59 26 1,-34-10-1,-34 44-15,0-94 16</inkml:trace>
  <inkml:trace contextRef="#ctx0" brushRef="#br0" timeOffset="1243.3">17915 11404 0,'0'0'0,"0"9"0,-9 51 15,1 93-15,-1 68 16,-16 85-1,-18 34-15,-8-8 16,-9 33 0,-17-7-1,-17-10-15,-8-16 16,-43-9-16,-34-51 16,-43 0-1,-34-16 1,-18-44-16,-7-16 15,-9-18 1,8-33-16,34-52 16,18-33-1,25-34-15,35-35 16,24-16 0,-135-35-16</inkml:trace>
  <inkml:trace contextRef="#ctx0" brushRef="#br0" timeOffset="1548.14">14159 15725 0,'0'0'0,"0"0"16,0 0-1,-8 34-15,-18 42 16,-16 77-16,-1 43 16,-8 17-1,8-26 1,17-17-16,18-43 15,34-33-15,33-35 16,44-16-16,85-60 16,42-85-1,-8-17-15,17-9 32,-26 1-32,-51 8 15,94-68 1</inkml:trace>
  <inkml:trace contextRef="#ctx0" brushRef="#br0" timeOffset="2072.51">17437 12331 0,'-9'0'0,"-25"9"16,-43 16 0,-16 1-1,7 0-15,35-9 16,17-9-16,17 1 16,0-18-1,25-42 1,69-68-16,51-34 15,26 25-15,16 9 16,10 0 0,-35 43-1,0 8-15,-26 34 16,-25 25-16,-26 9 16,-8 26-1,-9 42 1,-16 127-16,-44 137 15,-25-9-15,34-51 16,25 77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18:33.0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8159 7986 0,'0'0'15,"0"8"-15,-8 18 0,-1 25 16,1 34 0,-9 25-16,17 18 15,0-9 1,8 0-16,18 9 15,25 8 1,0-17-16,-8-34 16,8 0-1,0-9 1,9-25-16,0-17 16,34-17-16,17-8 15,25-18 1,18-16-1,25-9-15,17-9 16,18 1 0,16-9-16,-8-9 15,17-8-15,-8 9 16,-18 16 0,0 9-1,1 26-15,-9 16 16,-9 18-1,0 16-15,-8 26 16,-43 17-16,-17 0 16,-17 17-1,-17 0 1,-9 9-16,-34-9 0,-16-17 16,-10-17-1,1-17 1,-9-8-1,0-18-15,17-16 16,17-18-16,69-50 16,42-35-16,9-25 15,33-34 1,-7 17-16,-1-9 31,35 9-31,8 17 16,8 9-16,9 16 15,34 18-15,0 16 16,-8 34 0,17 18-1,-9 25 1,0 26-16,0 25 0,-8 0 31,-9 0-31,9 0 16,-18 0-16,1 0 15,-43-9 1,-9 1-16,-16-9 16,-1-17-1,9-17-15,-52-34 16,-8-26-16,-17-8 16,-25-17-1,-18-8-15,-8-43 31,51-153-31</inkml:trace>
  <inkml:trace contextRef="#ctx0" brushRef="#br0" timeOffset="4744.34">21679 5494 0,'0'0'0,"0"0"16,0 0-16,-9 0 0,1 8 16,8 1-1,-9-9 1,-8 17-1,-17 8-15,-43 9 16,-25 0 0,16 0-16,-8 0 15,-16 18 1,-10-10-16,18 1 16,8 25-16,8 8 31,-7 18-31,-1 25 15,0 8-15,8 9 16,1 9 0,8 17-1,-8 25-15,8 8 16,17-16 0,18-18-16,16 18 15,17-17-15,18-1 16,17-8-1,8-8-15,17-9 16,26-9 0,42 10-16,52-10 15,8-25 1,9-17-16,17-34 16,8-8-1,35-1 1,-1-25-16,26-17 15,0-25 1,9-26-16,0-17 16,-26-17-16,-9-43 15,-25-16 1,-34-10-16,-26-24 16,-25-9-1,-26-9 1,-52-8-16,-33 8 15,-43-16 1,-60-26-16,-51 8 16,-43-17-16,-50 1 15,-27 8 1,-17 25-16,-16 26 16,-9 25-1,8 43-15,-25 51 16,-60 17-1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2T21:19:29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8526 8062 0,'0'0'0,"0"0"0,-8 9 16,-1 8-16,1 8 0,-1 9 15,1 0 1,-9 26-1,-9 33 1,0 26 0,9 9-16,0 34 15,9 8 1,8-26-16,8-16 16,9-1-1,18-16-15,16-18 16,0-16-1,26 0-15,8-18 16,18-16 0,-1-9-16,9-17 15,43-26 1,16-25-16,9-17 16,35-34-1,8-8-15,25-18 16,18-8-1,8 17 1,43-9-16,-9 1 16,-8 33-1,25 9-15,-25 17 16,-35 34-16,-33 17 16,-18 26-1,-25 8 1,-51 17-16,-35 25 15,-25 9-15,-26 9 16,-34-18 0,-8-8-16,-1-8 15,-8-18 1,0-16-16,0-9 16,0-9-16,9 1 15,33-1 1,69-33-16,68-26 15,43-43 1,26-8 0,-18 26-1,-8 16-15,0 9 16,9 17-16,8 9 16,0 33-1,25 18 1,-8 25-16,-8 17 0,-26 8 15,-18 1 1,-16-1-16,-17-25 16,-17-8-1,-9-26 1,-9-17-16,18-17 16,42-51-1,-8-43 1,-9-25-16,-8-17 0,-18-25 15,-33-9 1,25-94-16</inkml:trace>
  <inkml:trace contextRef="#ctx0" brushRef="#br0" timeOffset="4359.14">9875 5596 0,'0'0'0,"0"0"0,-9 8 16,-8 1 0,-34 8-16,-51 8 15,-18 9 1,1 1-16,-26-1 16,-9 8-1,17-8 1,1 17-16,-9 9 15,0-1-15,8 1 16,26-1 0,-17 9-16,-17 17 15,17-8 1,9 8 0,8 8-16,25 1 15,18 8-15,17-8 16,0 25-1,16 17-15,1 8 16,17-16 0,9 8-16,8 9 15,8-18 1,18 1-16,16-9 16,27 8-1,8-16-15,25 8 16,26-9-1,34-16-15,26-17 16,25-9-16,-16-26 16,16-8-1,17-8 1,1 8 0,16 8-16,-16 1 15,8 8-15,-17-17 31,8-9-31,9 1 16,-8-9-16,33 0 16,-42 0-16,9 0 15,-10-9 1,10-8 0,8 9-16,0-1 15,17 1 1,0 8-16,17-9 15,-17 1 1,9-1-16,-18-8 0,18-17 16,-18 9-1,-8-18 1,-8 9 0,-9-8-16,8 8 15,-17 0 1,18 17-16,-43-9 15,-9-8 1,51 0-16,-42 0 16,-17-8-1,25-9-15,-34 8 0,-17-16 16,26-1 0,-34 9-1,-9-8-15,0-18 16,-9 9-16,-16 9 15,-10-1 1,-24 0-16,-18 1 31,9-18-31,17-25 16,16-25-16,-16 8 16,-17 17-1,-9 0 1,-8 0-16,-18 0 15,-7 0-15,-18 0 16,-9 8 0,-8 0-16,-9 1 15,9-18-15,0-8 32,0 9-32,9 16 15,-1 26-15,0 0 16,-16-8-16,-26-18 31,-26-8-31,-26 0 16,-16 0-1,-26 8-15,-34 18 16,-1 16 0,-24 9-16,-27 9 15,-8 8 1,0 0-16,-8 8 0,16 1 15,9-1 1,-8-8 0,-9 0-16,-9 17 15,-8 0-15,-17 9 16,-17 8 0,-17-9-1,-1 9 1,10 0-16,8-8 15,8-1 1,17-8-16,18-8 16,8-1-1,-34 1-15,0-1 16,-35 9 0,-16-8-16,17-1 15,-1 1 1,35-9-16,9 0 15,-1-9 1,18 1-16,-26-1 16,-1 9-1,-7 17-15,8 0 16,17 9 0,17 8-16,25 0 15,1 8 1,-120-8-16</inkml:trace>
  <inkml:trace contextRef="#ctx0" brushRef="#br0" timeOffset="10134.56">19767 5689 0,'0'0'0,"-9"0"16,1 0-16,-18 9 16,-8 8-16,-9 0 15,-16 9 1,-10-1-16,-7 9 31,-10-8-31,-8 8 16,9 0-16,-9 17 15,0 17 1,9 25-16,8 9 16,0 34-16,0 26 31,18 17-31,8 16 15,8 1-15,26-1 16,8-16 0,18-43-16,16 9 15,27 8 1,24-9 0,10-8-16,8-8 15,0-9-15,16-17 16,18-8-1,9-9 1,8-17-16,17-9 16,0-16-1,1-18-15,33 1 16,34-18 0,18-16-16,8-1 15,17-16-15,0-1 16,0-25-1,-8-8-15,-18-9 16,1-26 0,-1-8-16,-25 0 15,0-17 1,-34-9-16,-17-8 16,-18-8-1,-33-18-15,-35 9 16,-25-9-1,-26-25-15,-34 9 16,-43-9 0,-33-18-16,-27 10 15,-59-26 1,-9 25 0,1 43-16,-69-26 15,-9 18 1,-25 25-16,-34 25 15,-1 26-15,-41 43 16,24 25 0,-25 42-16,-42 1 15,67 25 1,18 17-16,8 17 16,18 25-1,-18 35 1,17 8-16,1-17 15,-44 17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710.png"/><Relationship Id="rId7" Type="http://schemas.openxmlformats.org/officeDocument/2006/relationships/image" Target="../media/image120.png"/><Relationship Id="rId12" Type="http://schemas.openxmlformats.org/officeDocument/2006/relationships/image" Target="../media/image20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90.png"/><Relationship Id="rId5" Type="http://schemas.openxmlformats.org/officeDocument/2006/relationships/image" Target="../media/image90.png"/><Relationship Id="rId10" Type="http://schemas.openxmlformats.org/officeDocument/2006/relationships/image" Target="../media/image180.png"/><Relationship Id="rId4" Type="http://schemas.openxmlformats.org/officeDocument/2006/relationships/image" Target="../media/image86.png"/><Relationship Id="rId9" Type="http://schemas.openxmlformats.org/officeDocument/2006/relationships/image" Target="../media/image1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23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41.png"/><Relationship Id="rId3" Type="http://schemas.openxmlformats.org/officeDocument/2006/relationships/image" Target="../media/image261.png"/><Relationship Id="rId21" Type="http://schemas.openxmlformats.org/officeDocument/2006/relationships/image" Target="../media/image44.png"/><Relationship Id="rId7" Type="http://schemas.openxmlformats.org/officeDocument/2006/relationships/image" Target="../media/image300.png"/><Relationship Id="rId12" Type="http://schemas.openxmlformats.org/officeDocument/2006/relationships/image" Target="../media/image35.png"/><Relationship Id="rId17" Type="http://schemas.openxmlformats.org/officeDocument/2006/relationships/image" Target="../media/image400.png"/><Relationship Id="rId2" Type="http://schemas.openxmlformats.org/officeDocument/2006/relationships/image" Target="../media/image200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5" Type="http://schemas.openxmlformats.org/officeDocument/2006/relationships/image" Target="../media/image280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image" Target="../media/image330.png"/><Relationship Id="rId19" Type="http://schemas.openxmlformats.org/officeDocument/2006/relationships/image" Target="../media/image42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12: Sorting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Option 1 (harder)</a:t>
            </a:r>
            <a:r>
              <a:rPr lang="en-US" dirty="0"/>
              <a:t>: Plug the hole with other items in a way that makes probes behave correctly</a:t>
            </a:r>
          </a:p>
          <a:p>
            <a:r>
              <a:rPr lang="en-US" b="1" dirty="0"/>
              <a:t>Option 2 (easier)</a:t>
            </a:r>
            <a:r>
              <a:rPr lang="en-US" dirty="0"/>
              <a:t>: “Tombstone” deletion. Leave a special object that indicates an something was deleted from there</a:t>
            </a:r>
          </a:p>
          <a:p>
            <a:pPr lvl="1"/>
            <a:r>
              <a:rPr lang="en-US" dirty="0"/>
              <a:t>The tombstone does not act as an open space when finding (so keep looking after its reached)</a:t>
            </a:r>
          </a:p>
          <a:p>
            <a:pPr lvl="1"/>
            <a:r>
              <a:rPr lang="en-US" dirty="0"/>
              <a:t>When inserting you can replace a tombstone with a new item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398797-8895-3723-4DFA-5FD577DC625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94E3EBE-92D3-3CBC-4097-E854D2FB517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9F9CF4CB-A27A-964D-A636-9F4C5BAF32BE}"/>
                      </a:ext>
                    </a:extLst>
                  </p:cNvPr>
                  <p:cNvSpPr/>
                  <p:nvPr/>
                </p:nvSpPr>
                <p:spPr>
                  <a:xfrm>
                    <a:off x="225298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9F9CF4CB-A27A-964D-A636-9F4C5BAF32B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5298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168045C-4DD0-521D-E388-E155A93DAFF1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CBD1F50D-0106-BB33-E7B4-DF9459A8ED27}"/>
                      </a:ext>
                    </a:extLst>
                  </p:cNvPr>
                  <p:cNvSpPr/>
                  <p:nvPr/>
                </p:nvSpPr>
                <p:spPr>
                  <a:xfrm>
                    <a:off x="353314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CBD1F50D-0106-BB33-E7B4-DF9459A8ED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3314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F68DA8B2-9D14-9376-BA10-6072DC3F7AAE}"/>
                      </a:ext>
                    </a:extLst>
                  </p:cNvPr>
                  <p:cNvSpPr/>
                  <p:nvPr/>
                </p:nvSpPr>
                <p:spPr>
                  <a:xfrm>
                    <a:off x="417322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F68DA8B2-9D14-9376-BA10-6072DC3F7A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322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872695B-70F4-3DA6-F9C7-C39AA3021A9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7C73464A-B923-7D8A-08E9-FA6362BB975F}"/>
                      </a:ext>
                    </a:extLst>
                  </p:cNvPr>
                  <p:cNvSpPr/>
                  <p:nvPr/>
                </p:nvSpPr>
                <p:spPr>
                  <a:xfrm>
                    <a:off x="5453380" y="5083048"/>
                    <a:ext cx="640080" cy="64008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7C73464A-B923-7D8A-08E9-FA6362BB975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53380" y="5083048"/>
                    <a:ext cx="640080" cy="6400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2B62BA5-C7A9-1093-C1C5-92B30048EF21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7E8C7D0-301F-810C-81D7-8032D43CCED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EF34426-81D0-A00D-F869-CE2CC1F69DD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7B13CF2-FF93-8502-9E02-8932AAC3B62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CD7BD24-78C4-485A-B642-694347CAF79F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E07A55D-FD55-65C4-B762-EE475FB813D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2B816F0-1D87-DCEE-EE23-73BA3F93C0D0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72B5DE-98C0-ED41-C1C2-5402072D17EC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1DF7F5A-E96D-9469-1E44-2B9982B5F417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4290CC6-A7C4-513F-0046-64C15C576672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AAFCECB-C9D4-B0F1-13A6-E6A0B9F5E5FC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6966F40-4191-1551-B59D-C33E64E92ED2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B32752-91AD-18C5-0ABD-530E78C6EAE1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950CBD8-72AD-EB1F-CF08-19E9158FCF57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2A5AD5E-A38F-FFBF-1612-402BB356C25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p:pic>
        <p:nvPicPr>
          <p:cNvPr id="1026" name="Picture 2" descr="Tombstone Graphic by Lowkey21 · Creative Fabrica">
            <a:extLst>
              <a:ext uri="{FF2B5EF4-FFF2-40B4-BE49-F238E27FC236}">
                <a16:creationId xmlns:a16="http://schemas.microsoft.com/office/drawing/2014/main" id="{4D539D6B-C7E5-D7DC-674F-BD419E482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2" t="13451" r="15903" b="12240"/>
          <a:stretch/>
        </p:blipFill>
        <p:spPr bwMode="auto">
          <a:xfrm>
            <a:off x="5515827" y="5640183"/>
            <a:ext cx="510106" cy="380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2D66B65-80FC-1997-739F-C497C7DAA22E}"/>
                  </a:ext>
                </a:extLst>
              </p14:cNvPr>
              <p14:cNvContentPartPr/>
              <p14:nvPr/>
            </p14:nvContentPartPr>
            <p14:xfrm>
              <a:off x="1115280" y="2926800"/>
              <a:ext cx="6007320" cy="2437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2D66B65-80FC-1997-739F-C497C7DAA2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5920" y="2917440"/>
                <a:ext cx="6026040" cy="245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0782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key </a:t>
            </a:r>
            <a:r>
              <a:rPr lang="en-US" dirty="0">
                <a:latin typeface="Consolas" panose="020B0609020204030204" pitchFamily="49" charset="0"/>
              </a:rPr>
              <a:t>k</a:t>
            </a: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 return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r>
              <a:rPr lang="en-US" dirty="0"/>
              <a:t>If you come across an empty index, the find was unsuccessful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6BC9F7-99BA-B7BC-1AD2-84242D56EDF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2EC1DB-D4A6-6B7B-7C6F-C60875C4B88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0BD263-8B0C-EE09-006A-586758C0344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CB131B-1A39-0FB0-EC28-AB2DC71654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065800-76F9-7D0C-E5B6-87020D3297B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75EEE-4045-A0E9-526E-AC2E4A2B220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B9BA47-C1A1-480B-FBD9-0B5D0C3FEC2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61FD45-4837-E870-55ED-6756EC2B5361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A9484-5BD7-74CD-F516-9CC8D067DE6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F251C79-01BF-5C06-7487-02E695D99A4F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7AFA12-FBBE-9F99-7B1A-AE3BB7D429F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245A2F-6564-4891-A90C-E3E2BF04E12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E4A53B-9B6C-7B8D-8E87-A270ED0D10A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BD0B4C-F158-E738-E58A-1DA6795238D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8BF469-3A2B-FC51-C4A4-253D9013DAF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AC31F3-54B7-B947-0217-17FC0260417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818FCD-6E83-A9BD-EAA4-3AAD7B03036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B224D1-EB59-30C6-540B-8994D7663CD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3F476A-B374-374B-789B-67414FC2A44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3329E1-825C-BBDB-1055-328D27B7B73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9B7E04-AA65-9DC6-22AD-B63B7FA8D35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17D356-8CC5-C0AF-2880-5EE8F66A33E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BF3FBC-BB62-99F8-8361-7ECF47FBB82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6590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tombstone, set </a:t>
            </a:r>
            <a:r>
              <a:rPr lang="en-US" dirty="0">
                <a:latin typeface="Consolas" panose="020B0609020204030204" pitchFamily="49" charset="0"/>
              </a:rPr>
              <a:t>x 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b="0" dirty="0">
              <a:latin typeface="Consolas" panose="020B0609020204030204" pitchFamily="49" charset="0"/>
            </a:endParaRPr>
          </a:p>
          <a:p>
            <a:pPr lvl="3"/>
            <a:r>
              <a:rPr lang="en-US" dirty="0"/>
              <a:t>That is where we will insert if the find is unsuccessful</a:t>
            </a:r>
          </a:p>
          <a:p>
            <a:pPr lvl="1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you come across an empty index, the find was unsuccessful</a:t>
            </a:r>
          </a:p>
          <a:p>
            <a:pPr lvl="2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if we saw a tombstone</a:t>
            </a:r>
          </a:p>
          <a:p>
            <a:pPr lvl="2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otherwise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73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F2-63C9-8594-E37F-13EE9BA0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approaches 1?</a:t>
                </a:r>
              </a:p>
              <a:p>
                <a:pPr lvl="1"/>
                <a:r>
                  <a:rPr lang="en-US" dirty="0"/>
                  <a:t>Get longer and longer contiguous blocks</a:t>
                </a:r>
              </a:p>
              <a:p>
                <a:pPr lvl="1"/>
                <a:r>
                  <a:rPr lang="en-US" dirty="0"/>
                  <a:t>A collision is guaranteed to grow a block</a:t>
                </a:r>
              </a:p>
              <a:p>
                <a:pPr lvl="2"/>
                <a:r>
                  <a:rPr lang="en-US" dirty="0"/>
                  <a:t>Larger blocks experience more collisions</a:t>
                </a:r>
              </a:p>
              <a:p>
                <a:pPr lvl="2"/>
                <a:r>
                  <a:rPr lang="en-US" dirty="0"/>
                  <a:t>Feedback loop!</a:t>
                </a:r>
              </a:p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1?</a:t>
                </a:r>
              </a:p>
              <a:p>
                <a:pPr lvl="1"/>
                <a:r>
                  <a:rPr lang="en-US" dirty="0"/>
                  <a:t>Impossible!</a:t>
                </a:r>
              </a:p>
              <a:p>
                <a:pPr lvl="1"/>
                <a:r>
                  <a:rPr lang="en-US" dirty="0"/>
                  <a:t>You can’t insert more stuff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59CE1F8-0D8A-B24D-F9AA-9CEB44BDBD6B}"/>
                  </a:ext>
                </a:extLst>
              </p14:cNvPr>
              <p14:cNvContentPartPr/>
              <p14:nvPr/>
            </p14:nvContentPartPr>
            <p14:xfrm>
              <a:off x="6904080" y="1867680"/>
              <a:ext cx="4759920" cy="1500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59CE1F8-0D8A-B24D-F9AA-9CEB44BDBD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4720" y="1858320"/>
                <a:ext cx="4778640" cy="151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6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Insert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insert </a:t>
                </a:r>
                <a:r>
                  <a:rPr lang="en-US" dirty="0" err="1">
                    <a:latin typeface="Consolas" panose="020B0609020204030204" pitchFamily="49" charset="0"/>
                  </a:rPr>
                  <a:t>k,v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</a:t>
                </a:r>
                <a:r>
                  <a:rPr lang="en-US" dirty="0">
                    <a:latin typeface="Consolas" panose="020B0609020204030204" pitchFamily="49" charset="0"/>
                  </a:rPr>
                  <a:t>table[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</a:t>
                </a:r>
                <a:r>
                  <a:rPr lang="en-US" dirty="0"/>
                  <a:t> is occupied then try 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175143A-5A42-16C6-15A4-FC1E37242FFD}"/>
                  </a:ext>
                </a:extLst>
              </p14:cNvPr>
              <p14:cNvContentPartPr/>
              <p14:nvPr/>
            </p14:nvContentPartPr>
            <p14:xfrm>
              <a:off x="2774520" y="2213640"/>
              <a:ext cx="7273080" cy="3028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175143A-5A42-16C6-15A4-FC1E37242F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5160" y="2204280"/>
                <a:ext cx="7291800" cy="304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719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Insert:</a:t>
            </a:r>
          </a:p>
          <a:p>
            <a:pPr lvl="1"/>
            <a:r>
              <a:rPr lang="en-US" dirty="0"/>
              <a:t>76</a:t>
            </a:r>
          </a:p>
          <a:p>
            <a:pPr lvl="1"/>
            <a:r>
              <a:rPr lang="en-US" dirty="0"/>
              <a:t>40 </a:t>
            </a:r>
          </a:p>
          <a:p>
            <a:pPr lvl="1"/>
            <a:r>
              <a:rPr lang="en-US" dirty="0"/>
              <a:t>48 </a:t>
            </a:r>
          </a:p>
          <a:p>
            <a:pPr lvl="1"/>
            <a:r>
              <a:rPr lang="en-US" dirty="0"/>
              <a:t>5 </a:t>
            </a:r>
          </a:p>
          <a:p>
            <a:pPr lvl="1"/>
            <a:r>
              <a:rPr lang="en-US" dirty="0"/>
              <a:t>55 </a:t>
            </a:r>
          </a:p>
          <a:p>
            <a:pPr lvl="1"/>
            <a:r>
              <a:rPr lang="en-US" dirty="0"/>
              <a:t>47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4480560" cy="1097280"/>
            <a:chOff x="4953000" y="660717"/>
            <a:chExt cx="448056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4480560" cy="640080"/>
              <a:chOff x="2252980" y="5083048"/>
              <a:chExt cx="448056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4480560" cy="640080"/>
              <a:chOff x="2252980" y="5083048"/>
              <a:chExt cx="448056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D98B626-017A-9B51-0AD5-2ACFAEC0626A}"/>
                  </a:ext>
                </a:extLst>
              </p14:cNvPr>
              <p14:cNvContentPartPr/>
              <p14:nvPr/>
            </p14:nvContentPartPr>
            <p14:xfrm>
              <a:off x="1348920" y="2363400"/>
              <a:ext cx="10401120" cy="3756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D98B626-017A-9B51-0AD5-2ACFAEC062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9560" y="2354040"/>
                <a:ext cx="10419840" cy="377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7420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8820-9792-6FF2-3B76-3657BAD6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you probe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/>
                  <a:t> times, you start repeating indices</a:t>
                </a:r>
              </a:p>
              <a:p>
                <a:r>
                  <a:rPr lang="en-US" dirty="0"/>
                  <a:t>If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is prime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then you’re guaranteed to find an open spot in at most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probes</a:t>
                </a:r>
              </a:p>
              <a:p>
                <a:endParaRPr lang="en-US" dirty="0"/>
              </a:p>
              <a:p>
                <a:r>
                  <a:rPr lang="en-US" dirty="0"/>
                  <a:t>Helps with the clustering problem of linear probing, but does not help if many things hash to the same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C3B006-BDF5-B219-A28B-FE6076567BA3}"/>
                  </a:ext>
                </a:extLst>
              </p14:cNvPr>
              <p14:cNvContentPartPr/>
              <p14:nvPr/>
            </p14:nvContentPartPr>
            <p14:xfrm>
              <a:off x="1100160" y="1974600"/>
              <a:ext cx="9534240" cy="1491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C3B006-BDF5-B219-A28B-FE6076567B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0800" y="1965240"/>
                <a:ext cx="9552960" cy="151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958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</a:t>
            </a:r>
            <a:r>
              <a:rPr lang="en-US" dirty="0">
                <a:latin typeface="Consolas" panose="020B0609020204030204" pitchFamily="49" charset="0"/>
              </a:rPr>
              <a:t>h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g</a:t>
            </a:r>
            <a:r>
              <a:rPr lang="en-US" dirty="0"/>
              <a:t> are both good hash functions</a:t>
            </a:r>
          </a:p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</a:t>
            </a:r>
            <a:r>
              <a:rPr lang="en-US" dirty="0">
                <a:latin typeface="Consolas" panose="020B0609020204030204" pitchFamily="49" charset="0"/>
              </a:rPr>
              <a:t>(i+g(k))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(i+2*g(k))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(i+3*g(k))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b="0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(i+4*g(k))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0018AFA-D67B-E517-A39D-E39427B24126}"/>
                  </a:ext>
                </a:extLst>
              </p14:cNvPr>
              <p14:cNvContentPartPr/>
              <p14:nvPr/>
            </p14:nvContentPartPr>
            <p14:xfrm>
              <a:off x="1210680" y="1132920"/>
              <a:ext cx="10874160" cy="45406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0018AFA-D67B-E517-A39D-E39427B241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1320" y="1123560"/>
                <a:ext cx="10892880" cy="45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575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709C-781C-D297-9372-53DA0D578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8053D-A29E-D195-3C93-CF56E1479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Rearrangement of items into some defined sequence</a:t>
            </a:r>
          </a:p>
          <a:p>
            <a:pPr lvl="1"/>
            <a:r>
              <a:rPr lang="en-US" dirty="0"/>
              <a:t>Usually: reordering a list from smallest to largest according to some metric</a:t>
            </a:r>
          </a:p>
          <a:p>
            <a:r>
              <a:rPr lang="en-US" dirty="0"/>
              <a:t>Why sort things?</a:t>
            </a:r>
          </a:p>
          <a:p>
            <a:pPr lvl="1"/>
            <a:r>
              <a:rPr lang="en-US" dirty="0"/>
              <a:t>Enable things like binary search</a:t>
            </a:r>
          </a:p>
          <a:p>
            <a:pPr lvl="2"/>
            <a:r>
              <a:rPr lang="en-US" dirty="0"/>
              <a:t>It makes some algorithms faster</a:t>
            </a:r>
          </a:p>
          <a:p>
            <a:pPr lvl="1"/>
            <a:r>
              <a:rPr lang="en-US" dirty="0"/>
              <a:t>Nicer for human algorithms too</a:t>
            </a:r>
          </a:p>
          <a:p>
            <a:pPr lvl="1"/>
            <a:r>
              <a:rPr lang="en-US" dirty="0"/>
              <a:t>Data organization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571C6C5-26F8-7656-36EE-61290DAAC8C9}"/>
                  </a:ext>
                </a:extLst>
              </p14:cNvPr>
              <p14:cNvContentPartPr/>
              <p14:nvPr/>
            </p14:nvContentPartPr>
            <p14:xfrm>
              <a:off x="989280" y="532800"/>
              <a:ext cx="7190280" cy="444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571C6C5-26F8-7656-36EE-61290DAAC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9920" y="523440"/>
                <a:ext cx="7209000" cy="446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058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4773-CFEA-E666-64D3-5AF21662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Formal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397537-824A-CCF1-8509-24B111BE4C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</a:t>
                </a:r>
              </a:p>
              <a:p>
                <a:pPr lvl="1"/>
                <a:r>
                  <a:rPr lang="en-US" dirty="0"/>
                  <a:t>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items</a:t>
                </a:r>
              </a:p>
              <a:p>
                <a:pPr lvl="1"/>
                <a:r>
                  <a:rPr lang="en-US" dirty="0"/>
                  <a:t>A comparison function for these items</a:t>
                </a:r>
              </a:p>
              <a:p>
                <a:pPr lvl="2"/>
                <a:r>
                  <a:rPr lang="en-US" dirty="0"/>
                  <a:t>Given two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we can determine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</a:t>
                </a:r>
              </a:p>
              <a:p>
                <a:pPr lvl="1"/>
                <a:r>
                  <a:rPr lang="en-US" dirty="0"/>
                  <a:t>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Permutation: a sequence of the same items but perhaps in a different order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397537-824A-CCF1-8509-24B111BE4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6A3207-263D-D9A1-C8F7-F61AB13693B8}"/>
                  </a:ext>
                </a:extLst>
              </p14:cNvPr>
              <p14:cNvContentPartPr/>
              <p14:nvPr/>
            </p14:nvContentPartPr>
            <p14:xfrm>
              <a:off x="909360" y="1974600"/>
              <a:ext cx="9230400" cy="2480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6A3207-263D-D9A1-C8F7-F61AB13693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0000" y="1965240"/>
                <a:ext cx="9249120" cy="249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9934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0236-5662-84E4-1E2C-8131ADED1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“Landscape”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87EE2-0B7B-E6D3-DAF0-140E12D6F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no singular best algorithm for sorting</a:t>
            </a:r>
          </a:p>
          <a:p>
            <a:r>
              <a:rPr lang="en-US" dirty="0"/>
              <a:t>Some are faster, some are slower</a:t>
            </a:r>
          </a:p>
          <a:p>
            <a:r>
              <a:rPr lang="en-US" dirty="0"/>
              <a:t>Some use more memory, some use less</a:t>
            </a:r>
          </a:p>
          <a:p>
            <a:r>
              <a:rPr lang="en-US" dirty="0"/>
              <a:t>Some are super extra fast if your data matches particular assumptions</a:t>
            </a:r>
          </a:p>
          <a:p>
            <a:r>
              <a:rPr lang="en-US" dirty="0"/>
              <a:t>Some have other special properties that make them valuable</a:t>
            </a:r>
          </a:p>
          <a:p>
            <a:r>
              <a:rPr lang="en-US" dirty="0"/>
              <a:t>No sorting algorithm can have only all the “best” attributes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81E850-CA7C-FA59-BF01-AF989C10A13B}"/>
                  </a:ext>
                </a:extLst>
              </p14:cNvPr>
              <p14:cNvContentPartPr/>
              <p14:nvPr/>
            </p14:nvContentPartPr>
            <p14:xfrm>
              <a:off x="2559600" y="2470680"/>
              <a:ext cx="8809200" cy="1974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81E850-CA7C-FA59-BF01-AF989C10A1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0240" y="2461320"/>
                <a:ext cx="882792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253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668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Maintain a </a:t>
            </a:r>
            <a:r>
              <a:rPr lang="en-US" dirty="0">
                <a:solidFill>
                  <a:srgbClr val="FF0000"/>
                </a:solidFill>
              </a:rPr>
              <a:t>sorted list prefix</a:t>
            </a:r>
            <a:r>
              <a:rPr lang="en-US" dirty="0"/>
              <a:t>, extend that prefix by “inserting” the </a:t>
            </a:r>
            <a:r>
              <a:rPr lang="en-US" dirty="0">
                <a:solidFill>
                  <a:srgbClr val="FF33CC"/>
                </a:solidFill>
              </a:rPr>
              <a:t>next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13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2855224" y="3429000"/>
            <a:ext cx="6403076" cy="533400"/>
            <a:chOff x="1064524" y="3429000"/>
            <a:chExt cx="6403076" cy="533400"/>
          </a:xfrm>
        </p:grpSpPr>
        <p:sp>
          <p:nvSpPr>
            <p:cNvPr id="31" name="Rectangle 30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43" name="Right Brace 42"/>
          <p:cNvSpPr/>
          <p:nvPr/>
        </p:nvSpPr>
        <p:spPr>
          <a:xfrm rot="16200000">
            <a:off x="4494093" y="4076131"/>
            <a:ext cx="457200" cy="373493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3761508" y="2678668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Sorted Prefix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855224" y="4114800"/>
            <a:ext cx="6403076" cy="533400"/>
            <a:chOff x="1064524" y="3429000"/>
            <a:chExt cx="6403076" cy="533400"/>
          </a:xfrm>
        </p:grpSpPr>
        <p:sp>
          <p:nvSpPr>
            <p:cNvPr id="46" name="Rectangle 45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855224" y="4800600"/>
            <a:ext cx="6403076" cy="533400"/>
            <a:chOff x="1064524" y="3429000"/>
            <a:chExt cx="6403076" cy="533400"/>
          </a:xfrm>
        </p:grpSpPr>
        <p:sp>
          <p:nvSpPr>
            <p:cNvPr id="59" name="Rectangle 58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2855224" y="6172200"/>
            <a:ext cx="6403076" cy="533400"/>
            <a:chOff x="1064524" y="3429000"/>
            <a:chExt cx="6403076" cy="533400"/>
          </a:xfrm>
        </p:grpSpPr>
        <p:sp>
          <p:nvSpPr>
            <p:cNvPr id="72" name="Rectangle 71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84" name="Right Brace 83"/>
          <p:cNvSpPr/>
          <p:nvPr/>
        </p:nvSpPr>
        <p:spPr>
          <a:xfrm rot="16200000">
            <a:off x="4227393" y="1599631"/>
            <a:ext cx="457200" cy="320153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4028208" y="5421868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Sorted Prefix</a:t>
            </a:r>
          </a:p>
        </p:txBody>
      </p:sp>
    </p:spTree>
    <p:extLst>
      <p:ext uri="{BB962C8B-B14F-4D97-AF65-F5344CB8AC3E}">
        <p14:creationId xmlns:p14="http://schemas.microsoft.com/office/powerpoint/2010/main" val="404078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12E9-3F02-2CFB-F8A1-0798247A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C29A1-5CF0-19FF-2850-9349F3E580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188"/>
                <a:ext cx="11252200" cy="167869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If the items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are out of order, swap them</a:t>
                </a:r>
              </a:p>
              <a:p>
                <a:r>
                  <a:rPr lang="en-US" dirty="0"/>
                  <a:t>Keep swapping the item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with the thing to its left as long as the left thing is larger</a:t>
                </a:r>
              </a:p>
              <a:p>
                <a:r>
                  <a:rPr lang="en-US" dirty="0"/>
                  <a:t>…</a:t>
                </a:r>
              </a:p>
              <a:p>
                <a:r>
                  <a:rPr lang="en-US" dirty="0"/>
                  <a:t>Keep swapping the item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the thing to its left as long as the left thing is larger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C29A1-5CF0-19FF-2850-9349F3E58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188"/>
                <a:ext cx="11252200" cy="1678693"/>
              </a:xfrm>
              <a:blipFill>
                <a:blip r:embed="rId2"/>
                <a:stretch>
                  <a:fillRect l="-650" t="-7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00B9305-5813-9997-7771-B7BC37A4B988}"/>
              </a:ext>
            </a:extLst>
          </p:cNvPr>
          <p:cNvSpPr txBox="1"/>
          <p:nvPr/>
        </p:nvSpPr>
        <p:spPr>
          <a:xfrm>
            <a:off x="-25400" y="2575351"/>
            <a:ext cx="44348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r>
              <a:rPr lang="en-US" dirty="0"/>
              <a:t>        </a:t>
            </a:r>
            <a:r>
              <a:rPr lang="en-US" dirty="0" err="1"/>
              <a:t>prev</a:t>
            </a:r>
            <a:r>
              <a:rPr lang="en-US" dirty="0"/>
              <a:t> = i-1;</a:t>
            </a:r>
          </a:p>
          <a:p>
            <a:r>
              <a:rPr lang="en-US" dirty="0"/>
              <a:t>        while(a[</a:t>
            </a:r>
            <a:r>
              <a:rPr lang="en-US" dirty="0" err="1"/>
              <a:t>i</a:t>
            </a:r>
            <a:r>
              <a:rPr lang="en-US" dirty="0"/>
              <a:t>] &lt; a[</a:t>
            </a:r>
            <a:r>
              <a:rPr lang="en-US" dirty="0" err="1"/>
              <a:t>prev</a:t>
            </a:r>
            <a:r>
              <a:rPr lang="en-US" dirty="0"/>
              <a:t>] &amp;&amp; </a:t>
            </a:r>
            <a:r>
              <a:rPr lang="en-US" dirty="0" err="1"/>
              <a:t>prev</a:t>
            </a:r>
            <a:r>
              <a:rPr lang="en-US" dirty="0"/>
              <a:t> &gt; -1){</a:t>
            </a:r>
          </a:p>
          <a:p>
            <a:r>
              <a:rPr lang="en-US" dirty="0"/>
              <a:t>                temp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    a[</a:t>
            </a:r>
            <a:r>
              <a:rPr lang="en-US" dirty="0" err="1"/>
              <a:t>i</a:t>
            </a:r>
            <a:r>
              <a:rPr lang="en-US" dirty="0"/>
              <a:t>] = a[</a:t>
            </a:r>
            <a:r>
              <a:rPr lang="en-US" dirty="0" err="1"/>
              <a:t>prev</a:t>
            </a:r>
            <a:r>
              <a:rPr lang="en-US" dirty="0"/>
              <a:t>];</a:t>
            </a:r>
          </a:p>
          <a:p>
            <a:r>
              <a:rPr lang="en-US" dirty="0"/>
              <a:t>                a[</a:t>
            </a:r>
            <a:r>
              <a:rPr lang="en-US" dirty="0" err="1"/>
              <a:t>prev</a:t>
            </a:r>
            <a:r>
              <a:rPr lang="en-US" dirty="0"/>
              <a:t>]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    </a:t>
            </a:r>
            <a:r>
              <a:rPr lang="en-US" dirty="0" err="1"/>
              <a:t>i</a:t>
            </a:r>
            <a:r>
              <a:rPr lang="en-US" dirty="0"/>
              <a:t>--;</a:t>
            </a:r>
          </a:p>
          <a:p>
            <a:r>
              <a:rPr lang="en-US" dirty="0"/>
              <a:t>                </a:t>
            </a:r>
            <a:r>
              <a:rPr lang="en-US" dirty="0" err="1"/>
              <a:t>prev</a:t>
            </a:r>
            <a:r>
              <a:rPr lang="en-US" dirty="0"/>
              <a:t>--;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7FC986-B82D-A515-E69C-72BF9FDFD876}"/>
              </a:ext>
            </a:extLst>
          </p:cNvPr>
          <p:cNvGrpSpPr/>
          <p:nvPr/>
        </p:nvGrpSpPr>
        <p:grpSpPr>
          <a:xfrm>
            <a:off x="386080" y="5753526"/>
            <a:ext cx="11704320" cy="1259840"/>
            <a:chOff x="243840" y="4477752"/>
            <a:chExt cx="11704320" cy="125984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25E0C14-B25F-7E8A-FF79-255E7AE37201}"/>
                </a:ext>
              </a:extLst>
            </p:cNvPr>
            <p:cNvGrpSpPr/>
            <p:nvPr/>
          </p:nvGrpSpPr>
          <p:grpSpPr>
            <a:xfrm>
              <a:off x="243840" y="5006072"/>
              <a:ext cx="11704320" cy="731520"/>
              <a:chOff x="396240" y="2824480"/>
              <a:chExt cx="11704320" cy="731520"/>
            </a:xfrm>
            <a:solidFill>
              <a:schemeClr val="bg1"/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36989E1-B347-004D-95D4-2D64C83D7131}"/>
                  </a:ext>
                </a:extLst>
              </p:cNvPr>
              <p:cNvSpPr/>
              <p:nvPr/>
            </p:nvSpPr>
            <p:spPr>
              <a:xfrm>
                <a:off x="3962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1C1B728-AFDD-FFCE-025D-4532066C68E7}"/>
                  </a:ext>
                </a:extLst>
              </p:cNvPr>
              <p:cNvSpPr/>
              <p:nvPr/>
            </p:nvSpPr>
            <p:spPr>
              <a:xfrm>
                <a:off x="11277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F057654-A27D-F0BA-CC2B-C33F4B647198}"/>
                  </a:ext>
                </a:extLst>
              </p:cNvPr>
              <p:cNvSpPr/>
              <p:nvPr/>
            </p:nvSpPr>
            <p:spPr>
              <a:xfrm>
                <a:off x="18592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2222319-A160-3607-3346-6311C929198B}"/>
                  </a:ext>
                </a:extLst>
              </p:cNvPr>
              <p:cNvSpPr/>
              <p:nvPr/>
            </p:nvSpPr>
            <p:spPr>
              <a:xfrm>
                <a:off x="25908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8A2EF9B-15E8-F11C-4E32-7F646B9C31A2}"/>
                  </a:ext>
                </a:extLst>
              </p:cNvPr>
              <p:cNvSpPr/>
              <p:nvPr/>
            </p:nvSpPr>
            <p:spPr>
              <a:xfrm>
                <a:off x="33223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EF08F0F-692A-1DF1-34F9-5FD55D62AA6A}"/>
                  </a:ext>
                </a:extLst>
              </p:cNvPr>
              <p:cNvSpPr/>
              <p:nvPr/>
            </p:nvSpPr>
            <p:spPr>
              <a:xfrm>
                <a:off x="40538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08EAEDB-EE70-97F9-1850-AAF49B3B844C}"/>
                  </a:ext>
                </a:extLst>
              </p:cNvPr>
              <p:cNvSpPr/>
              <p:nvPr/>
            </p:nvSpPr>
            <p:spPr>
              <a:xfrm>
                <a:off x="47853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31B2DD-604C-2E8E-AC58-6FD316A47291}"/>
                  </a:ext>
                </a:extLst>
              </p:cNvPr>
              <p:cNvSpPr/>
              <p:nvPr/>
            </p:nvSpPr>
            <p:spPr>
              <a:xfrm>
                <a:off x="55168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410D81B-73CD-F602-2A14-7B31CED10ECB}"/>
                  </a:ext>
                </a:extLst>
              </p:cNvPr>
              <p:cNvSpPr/>
              <p:nvPr/>
            </p:nvSpPr>
            <p:spPr>
              <a:xfrm>
                <a:off x="62484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974E7BB-1009-D8D0-7EE9-F653A0108B6A}"/>
                  </a:ext>
                </a:extLst>
              </p:cNvPr>
              <p:cNvSpPr/>
              <p:nvPr/>
            </p:nvSpPr>
            <p:spPr>
              <a:xfrm>
                <a:off x="69799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55B9692-25D4-D6D2-1463-AB278ACFD52C}"/>
                  </a:ext>
                </a:extLst>
              </p:cNvPr>
              <p:cNvSpPr/>
              <p:nvPr/>
            </p:nvSpPr>
            <p:spPr>
              <a:xfrm>
                <a:off x="77114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9ADB94C-F189-4586-82EF-9B48F1F6CE38}"/>
                  </a:ext>
                </a:extLst>
              </p:cNvPr>
              <p:cNvSpPr/>
              <p:nvPr/>
            </p:nvSpPr>
            <p:spPr>
              <a:xfrm>
                <a:off x="84429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F311039-AFFF-272A-B53A-C2165DCE2C9B}"/>
                  </a:ext>
                </a:extLst>
              </p:cNvPr>
              <p:cNvSpPr/>
              <p:nvPr/>
            </p:nvSpPr>
            <p:spPr>
              <a:xfrm>
                <a:off x="91744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883E566-93E9-9044-B643-88AA4E7D1FE7}"/>
                  </a:ext>
                </a:extLst>
              </p:cNvPr>
              <p:cNvSpPr/>
              <p:nvPr/>
            </p:nvSpPr>
            <p:spPr>
              <a:xfrm>
                <a:off x="99060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608703F-8424-56C0-42FC-7AED69F6C166}"/>
                  </a:ext>
                </a:extLst>
              </p:cNvPr>
              <p:cNvSpPr/>
              <p:nvPr/>
            </p:nvSpPr>
            <p:spPr>
              <a:xfrm>
                <a:off x="106375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497EA3E-F912-EAA6-DADA-5F58369DB3E2}"/>
                  </a:ext>
                </a:extLst>
              </p:cNvPr>
              <p:cNvSpPr/>
              <p:nvPr/>
            </p:nvSpPr>
            <p:spPr>
              <a:xfrm>
                <a:off x="113690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F1F98AC-0B68-5E1A-A709-8B9AA0B375B5}"/>
                </a:ext>
              </a:extLst>
            </p:cNvPr>
            <p:cNvGrpSpPr/>
            <p:nvPr/>
          </p:nvGrpSpPr>
          <p:grpSpPr>
            <a:xfrm>
              <a:off x="243840" y="4477752"/>
              <a:ext cx="11704320" cy="731520"/>
              <a:chOff x="396240" y="2092960"/>
              <a:chExt cx="11704320" cy="731520"/>
            </a:xfrm>
            <a:solidFill>
              <a:schemeClr val="bg1"/>
            </a:solidFill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03DFB65-3A07-B421-AA6B-5E4B89E0183E}"/>
                  </a:ext>
                </a:extLst>
              </p:cNvPr>
              <p:cNvSpPr/>
              <p:nvPr/>
            </p:nvSpPr>
            <p:spPr>
              <a:xfrm>
                <a:off x="3962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EE89BE8-EE1C-67DE-ED9C-67E2F159BD0C}"/>
                  </a:ext>
                </a:extLst>
              </p:cNvPr>
              <p:cNvSpPr/>
              <p:nvPr/>
            </p:nvSpPr>
            <p:spPr>
              <a:xfrm>
                <a:off x="11277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77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50534F-5981-8FB2-4697-F108C990CB3F}"/>
                  </a:ext>
                </a:extLst>
              </p:cNvPr>
              <p:cNvSpPr/>
              <p:nvPr/>
            </p:nvSpPr>
            <p:spPr>
              <a:xfrm>
                <a:off x="18592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F3C6F2B-72EB-85F7-049D-EA9CA3BBBC38}"/>
                  </a:ext>
                </a:extLst>
              </p:cNvPr>
              <p:cNvSpPr/>
              <p:nvPr/>
            </p:nvSpPr>
            <p:spPr>
              <a:xfrm>
                <a:off x="25908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073139F-A075-5F45-B637-3641CB03786B}"/>
                  </a:ext>
                </a:extLst>
              </p:cNvPr>
              <p:cNvSpPr/>
              <p:nvPr/>
            </p:nvSpPr>
            <p:spPr>
              <a:xfrm>
                <a:off x="33223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E8271A-BC44-C130-7766-CF3A65ADA6E3}"/>
                  </a:ext>
                </a:extLst>
              </p:cNvPr>
              <p:cNvSpPr/>
              <p:nvPr/>
            </p:nvSpPr>
            <p:spPr>
              <a:xfrm>
                <a:off x="40538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442AB55-96C5-BB09-7B46-F5B1060B7760}"/>
                  </a:ext>
                </a:extLst>
              </p:cNvPr>
              <p:cNvSpPr/>
              <p:nvPr/>
            </p:nvSpPr>
            <p:spPr>
              <a:xfrm>
                <a:off x="47853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64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BBE4FB6-097A-17D5-D547-2DBE1218C922}"/>
                  </a:ext>
                </a:extLst>
              </p:cNvPr>
              <p:cNvSpPr/>
              <p:nvPr/>
            </p:nvSpPr>
            <p:spPr>
              <a:xfrm>
                <a:off x="55168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41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71AC63-FA3D-8B02-FEFE-091FEB8188B7}"/>
                  </a:ext>
                </a:extLst>
              </p:cNvPr>
              <p:cNvSpPr/>
              <p:nvPr/>
            </p:nvSpPr>
            <p:spPr>
              <a:xfrm>
                <a:off x="62484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D434C37-6594-3ABC-B809-B53EF50CBE01}"/>
                  </a:ext>
                </a:extLst>
              </p:cNvPr>
              <p:cNvSpPr/>
              <p:nvPr/>
            </p:nvSpPr>
            <p:spPr>
              <a:xfrm>
                <a:off x="69799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4584979-8516-1DF0-8FE1-CDCF3B37B183}"/>
                  </a:ext>
                </a:extLst>
              </p:cNvPr>
              <p:cNvSpPr/>
              <p:nvPr/>
            </p:nvSpPr>
            <p:spPr>
              <a:xfrm>
                <a:off x="77114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5316B61-3179-5A84-B76C-E83D02308C4F}"/>
                  </a:ext>
                </a:extLst>
              </p:cNvPr>
              <p:cNvSpPr/>
              <p:nvPr/>
            </p:nvSpPr>
            <p:spPr>
              <a:xfrm>
                <a:off x="84429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A288453-2B40-BE9B-014D-93AFF2596ECB}"/>
                  </a:ext>
                </a:extLst>
              </p:cNvPr>
              <p:cNvSpPr/>
              <p:nvPr/>
            </p:nvSpPr>
            <p:spPr>
              <a:xfrm>
                <a:off x="91744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6A6100D-9E9B-C357-9B75-D51E38D25A6F}"/>
                  </a:ext>
                </a:extLst>
              </p:cNvPr>
              <p:cNvSpPr/>
              <p:nvPr/>
            </p:nvSpPr>
            <p:spPr>
              <a:xfrm>
                <a:off x="99060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AF67874-D5C1-15DB-D5E8-1EA75472B454}"/>
                  </a:ext>
                </a:extLst>
              </p:cNvPr>
              <p:cNvSpPr/>
              <p:nvPr/>
            </p:nvSpPr>
            <p:spPr>
              <a:xfrm>
                <a:off x="106375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23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C39029-FB4F-8678-D40F-AEEA8D63F4F2}"/>
                  </a:ext>
                </a:extLst>
              </p:cNvPr>
              <p:cNvSpPr/>
              <p:nvPr/>
            </p:nvSpPr>
            <p:spPr>
              <a:xfrm>
                <a:off x="113690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/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Running Time:</a:t>
                </a:r>
              </a:p>
              <a:p>
                <a:r>
                  <a:rPr lang="en-US" sz="2800" dirty="0"/>
                  <a:t>	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	Best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blipFill>
                <a:blip r:embed="rId3"/>
                <a:stretch>
                  <a:fillRect l="-2747" t="-396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52C57EB-2032-CFD7-99DC-2AC3EAD01EBE}"/>
                  </a:ext>
                </a:extLst>
              </p14:cNvPr>
              <p14:cNvContentPartPr/>
              <p14:nvPr/>
            </p14:nvContentPartPr>
            <p14:xfrm>
              <a:off x="1539360" y="3524040"/>
              <a:ext cx="8535960" cy="29761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52C57EB-2032-CFD7-99DC-2AC3EAD01E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0000" y="3514680"/>
                <a:ext cx="8554680" cy="299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266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0E331-20F3-CCA9-529D-FE34B4D8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F9BF5-3D98-FDB3-0536-F52EC51A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098659-16A5-7134-405A-EC34150F69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188"/>
                <a:ext cx="11252200" cy="167869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If the items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are out of order, swap them</a:t>
                </a:r>
              </a:p>
              <a:p>
                <a:r>
                  <a:rPr lang="en-US" dirty="0"/>
                  <a:t>Keep swapping the item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with the thing to its left as long as the left thing is larger</a:t>
                </a:r>
              </a:p>
              <a:p>
                <a:r>
                  <a:rPr lang="en-US" dirty="0"/>
                  <a:t>…</a:t>
                </a:r>
              </a:p>
              <a:p>
                <a:r>
                  <a:rPr lang="en-US" dirty="0"/>
                  <a:t>Keep swapping the item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with the thing to its left as long as the left thing is larger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C29A1-5CF0-19FF-2850-9349F3E58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188"/>
                <a:ext cx="11252200" cy="1678693"/>
              </a:xfrm>
              <a:blipFill>
                <a:blip r:embed="rId2"/>
                <a:stretch>
                  <a:fillRect l="-650" t="-7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E58BB90-BAEE-B9B7-5449-BE92204DBDC4}"/>
              </a:ext>
            </a:extLst>
          </p:cNvPr>
          <p:cNvSpPr txBox="1"/>
          <p:nvPr/>
        </p:nvSpPr>
        <p:spPr>
          <a:xfrm>
            <a:off x="-25400" y="2575351"/>
            <a:ext cx="44348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a.length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r>
              <a:rPr lang="en-US" dirty="0"/>
              <a:t>        </a:t>
            </a:r>
            <a:r>
              <a:rPr lang="en-US" dirty="0" err="1"/>
              <a:t>prev</a:t>
            </a:r>
            <a:r>
              <a:rPr lang="en-US" dirty="0"/>
              <a:t> = i-1;</a:t>
            </a:r>
          </a:p>
          <a:p>
            <a:r>
              <a:rPr lang="en-US" dirty="0"/>
              <a:t>        while(a[</a:t>
            </a:r>
            <a:r>
              <a:rPr lang="en-US" dirty="0" err="1"/>
              <a:t>i</a:t>
            </a:r>
            <a:r>
              <a:rPr lang="en-US" dirty="0"/>
              <a:t>] &lt; a[</a:t>
            </a:r>
            <a:r>
              <a:rPr lang="en-US" dirty="0" err="1"/>
              <a:t>prev</a:t>
            </a:r>
            <a:r>
              <a:rPr lang="en-US" dirty="0"/>
              <a:t>] &amp;&amp; </a:t>
            </a:r>
            <a:r>
              <a:rPr lang="en-US" dirty="0" err="1"/>
              <a:t>prev</a:t>
            </a:r>
            <a:r>
              <a:rPr lang="en-US" dirty="0"/>
              <a:t> &gt; -1){</a:t>
            </a:r>
          </a:p>
          <a:p>
            <a:r>
              <a:rPr lang="en-US" dirty="0"/>
              <a:t>                temp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    a[</a:t>
            </a:r>
            <a:r>
              <a:rPr lang="en-US" dirty="0" err="1"/>
              <a:t>i</a:t>
            </a:r>
            <a:r>
              <a:rPr lang="en-US" dirty="0"/>
              <a:t>] = a[</a:t>
            </a:r>
            <a:r>
              <a:rPr lang="en-US" dirty="0" err="1"/>
              <a:t>prev</a:t>
            </a:r>
            <a:r>
              <a:rPr lang="en-US" dirty="0"/>
              <a:t>];</a:t>
            </a:r>
          </a:p>
          <a:p>
            <a:r>
              <a:rPr lang="en-US" dirty="0"/>
              <a:t>                a[</a:t>
            </a:r>
            <a:r>
              <a:rPr lang="en-US" dirty="0" err="1"/>
              <a:t>prev</a:t>
            </a:r>
            <a:r>
              <a:rPr lang="en-US" dirty="0"/>
              <a:t>]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    </a:t>
            </a:r>
            <a:r>
              <a:rPr lang="en-US" dirty="0" err="1"/>
              <a:t>i</a:t>
            </a:r>
            <a:r>
              <a:rPr lang="en-US" dirty="0"/>
              <a:t>--;</a:t>
            </a:r>
          </a:p>
          <a:p>
            <a:r>
              <a:rPr lang="en-US" dirty="0"/>
              <a:t>                </a:t>
            </a:r>
            <a:r>
              <a:rPr lang="en-US" dirty="0" err="1"/>
              <a:t>prev</a:t>
            </a:r>
            <a:r>
              <a:rPr lang="en-US" dirty="0"/>
              <a:t>--;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43D3DA-59A4-B54A-4F40-B87EDBA1D353}"/>
              </a:ext>
            </a:extLst>
          </p:cNvPr>
          <p:cNvGrpSpPr/>
          <p:nvPr/>
        </p:nvGrpSpPr>
        <p:grpSpPr>
          <a:xfrm>
            <a:off x="386080" y="5753526"/>
            <a:ext cx="11704320" cy="1259840"/>
            <a:chOff x="243840" y="4477752"/>
            <a:chExt cx="11704320" cy="125984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A5C76A-D35B-BCA5-454F-5FB327976D40}"/>
                </a:ext>
              </a:extLst>
            </p:cNvPr>
            <p:cNvGrpSpPr/>
            <p:nvPr/>
          </p:nvGrpSpPr>
          <p:grpSpPr>
            <a:xfrm>
              <a:off x="243840" y="5006072"/>
              <a:ext cx="11704320" cy="731520"/>
              <a:chOff x="396240" y="2824480"/>
              <a:chExt cx="11704320" cy="731520"/>
            </a:xfrm>
            <a:solidFill>
              <a:schemeClr val="bg1"/>
            </a:solidFill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16B1BE7-0A96-E2B9-79C5-E628D72B312A}"/>
                  </a:ext>
                </a:extLst>
              </p:cNvPr>
              <p:cNvSpPr/>
              <p:nvPr/>
            </p:nvSpPr>
            <p:spPr>
              <a:xfrm>
                <a:off x="3962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E45602C-48BA-D233-5C94-C4F703C5AC36}"/>
                  </a:ext>
                </a:extLst>
              </p:cNvPr>
              <p:cNvSpPr/>
              <p:nvPr/>
            </p:nvSpPr>
            <p:spPr>
              <a:xfrm>
                <a:off x="11277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B09463F-0509-11CC-B101-953228211CD1}"/>
                  </a:ext>
                </a:extLst>
              </p:cNvPr>
              <p:cNvSpPr/>
              <p:nvPr/>
            </p:nvSpPr>
            <p:spPr>
              <a:xfrm>
                <a:off x="18592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DC329C7-DC74-6724-ED3E-50C312F84212}"/>
                  </a:ext>
                </a:extLst>
              </p:cNvPr>
              <p:cNvSpPr/>
              <p:nvPr/>
            </p:nvSpPr>
            <p:spPr>
              <a:xfrm>
                <a:off x="25908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2D97124-608C-2DF9-B3A4-2AAE654AE3CE}"/>
                  </a:ext>
                </a:extLst>
              </p:cNvPr>
              <p:cNvSpPr/>
              <p:nvPr/>
            </p:nvSpPr>
            <p:spPr>
              <a:xfrm>
                <a:off x="33223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D3AB5F-9C51-180B-32F2-F8DF0E7C79FB}"/>
                  </a:ext>
                </a:extLst>
              </p:cNvPr>
              <p:cNvSpPr/>
              <p:nvPr/>
            </p:nvSpPr>
            <p:spPr>
              <a:xfrm>
                <a:off x="40538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076E0A1-7DEC-046A-44F3-F836A89AB564}"/>
                  </a:ext>
                </a:extLst>
              </p:cNvPr>
              <p:cNvSpPr/>
              <p:nvPr/>
            </p:nvSpPr>
            <p:spPr>
              <a:xfrm>
                <a:off x="47853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1FB865B-A48B-C1F0-4055-86E3AF1CD735}"/>
                  </a:ext>
                </a:extLst>
              </p:cNvPr>
              <p:cNvSpPr/>
              <p:nvPr/>
            </p:nvSpPr>
            <p:spPr>
              <a:xfrm>
                <a:off x="55168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D7E841-70D7-EF34-D8DA-492233DEF5B8}"/>
                  </a:ext>
                </a:extLst>
              </p:cNvPr>
              <p:cNvSpPr/>
              <p:nvPr/>
            </p:nvSpPr>
            <p:spPr>
              <a:xfrm>
                <a:off x="62484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DA2AC22-37CE-7CBD-6923-3B1ECA1EFB00}"/>
                  </a:ext>
                </a:extLst>
              </p:cNvPr>
              <p:cNvSpPr/>
              <p:nvPr/>
            </p:nvSpPr>
            <p:spPr>
              <a:xfrm>
                <a:off x="69799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4BDBCD4-1925-CA71-AC2A-CB19ADB2E7EB}"/>
                  </a:ext>
                </a:extLst>
              </p:cNvPr>
              <p:cNvSpPr/>
              <p:nvPr/>
            </p:nvSpPr>
            <p:spPr>
              <a:xfrm>
                <a:off x="77114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03401D9-938F-4988-D114-D52178982E75}"/>
                  </a:ext>
                </a:extLst>
              </p:cNvPr>
              <p:cNvSpPr/>
              <p:nvPr/>
            </p:nvSpPr>
            <p:spPr>
              <a:xfrm>
                <a:off x="844296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BADE5FD-9645-A685-EC6C-4ACB47D801B6}"/>
                  </a:ext>
                </a:extLst>
              </p:cNvPr>
              <p:cNvSpPr/>
              <p:nvPr/>
            </p:nvSpPr>
            <p:spPr>
              <a:xfrm>
                <a:off x="917448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97173FA-5A64-AF3F-F569-72237EBC8DF0}"/>
                  </a:ext>
                </a:extLst>
              </p:cNvPr>
              <p:cNvSpPr/>
              <p:nvPr/>
            </p:nvSpPr>
            <p:spPr>
              <a:xfrm>
                <a:off x="990600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169D52A-B95A-177E-668D-F4F75B24BA66}"/>
                  </a:ext>
                </a:extLst>
              </p:cNvPr>
              <p:cNvSpPr/>
              <p:nvPr/>
            </p:nvSpPr>
            <p:spPr>
              <a:xfrm>
                <a:off x="1063752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C68A7B1-53D1-760F-F735-A7BF68D416E3}"/>
                  </a:ext>
                </a:extLst>
              </p:cNvPr>
              <p:cNvSpPr/>
              <p:nvPr/>
            </p:nvSpPr>
            <p:spPr>
              <a:xfrm>
                <a:off x="11369040" y="2824480"/>
                <a:ext cx="731520" cy="7315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FE49A76-8214-DEAA-DB99-75FFD24EFCF8}"/>
                </a:ext>
              </a:extLst>
            </p:cNvPr>
            <p:cNvGrpSpPr/>
            <p:nvPr/>
          </p:nvGrpSpPr>
          <p:grpSpPr>
            <a:xfrm>
              <a:off x="243840" y="4477752"/>
              <a:ext cx="11704320" cy="731520"/>
              <a:chOff x="396240" y="2092960"/>
              <a:chExt cx="11704320" cy="731520"/>
            </a:xfrm>
            <a:solidFill>
              <a:schemeClr val="bg1"/>
            </a:solidFill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8A71A54-C5A5-DB95-0E59-BDC56B1EB660}"/>
                  </a:ext>
                </a:extLst>
              </p:cNvPr>
              <p:cNvSpPr/>
              <p:nvPr/>
            </p:nvSpPr>
            <p:spPr>
              <a:xfrm>
                <a:off x="3962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867CBBB-57F5-6156-CC7F-0F53AAC3C25A}"/>
                  </a:ext>
                </a:extLst>
              </p:cNvPr>
              <p:cNvSpPr/>
              <p:nvPr/>
            </p:nvSpPr>
            <p:spPr>
              <a:xfrm>
                <a:off x="11277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77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3B7741-CE11-3CFA-12BA-A2A8D2338882}"/>
                  </a:ext>
                </a:extLst>
              </p:cNvPr>
              <p:cNvSpPr/>
              <p:nvPr/>
            </p:nvSpPr>
            <p:spPr>
              <a:xfrm>
                <a:off x="18592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91D3FD3-8BC0-4C87-3351-3940FCA8126A}"/>
                  </a:ext>
                </a:extLst>
              </p:cNvPr>
              <p:cNvSpPr/>
              <p:nvPr/>
            </p:nvSpPr>
            <p:spPr>
              <a:xfrm>
                <a:off x="25908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3F897B1-47CD-3B59-A097-B14CCE75C624}"/>
                  </a:ext>
                </a:extLst>
              </p:cNvPr>
              <p:cNvSpPr/>
              <p:nvPr/>
            </p:nvSpPr>
            <p:spPr>
              <a:xfrm>
                <a:off x="33223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6B1F38F-DD55-CC2E-6C2A-5DB49AAFA237}"/>
                  </a:ext>
                </a:extLst>
              </p:cNvPr>
              <p:cNvSpPr/>
              <p:nvPr/>
            </p:nvSpPr>
            <p:spPr>
              <a:xfrm>
                <a:off x="40538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CFE8E7C-9F24-0F00-552E-109570A6ABF2}"/>
                  </a:ext>
                </a:extLst>
              </p:cNvPr>
              <p:cNvSpPr/>
              <p:nvPr/>
            </p:nvSpPr>
            <p:spPr>
              <a:xfrm>
                <a:off x="47853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64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5837BDE-6B9D-D32A-8539-3647CB118ECE}"/>
                  </a:ext>
                </a:extLst>
              </p:cNvPr>
              <p:cNvSpPr/>
              <p:nvPr/>
            </p:nvSpPr>
            <p:spPr>
              <a:xfrm>
                <a:off x="55168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41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EDAFF3A-75D4-28F9-D4C9-88E3E0571C7C}"/>
                  </a:ext>
                </a:extLst>
              </p:cNvPr>
              <p:cNvSpPr/>
              <p:nvPr/>
            </p:nvSpPr>
            <p:spPr>
              <a:xfrm>
                <a:off x="62484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555E7F8-39F9-A788-E786-FD85131450A7}"/>
                  </a:ext>
                </a:extLst>
              </p:cNvPr>
              <p:cNvSpPr/>
              <p:nvPr/>
            </p:nvSpPr>
            <p:spPr>
              <a:xfrm>
                <a:off x="69799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5BA0443-D92C-A299-5184-52D9C8AE1267}"/>
                  </a:ext>
                </a:extLst>
              </p:cNvPr>
              <p:cNvSpPr/>
              <p:nvPr/>
            </p:nvSpPr>
            <p:spPr>
              <a:xfrm>
                <a:off x="77114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30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558145C-C0BE-2130-BD62-F822325A5897}"/>
                  </a:ext>
                </a:extLst>
              </p:cNvPr>
              <p:cNvSpPr/>
              <p:nvPr/>
            </p:nvSpPr>
            <p:spPr>
              <a:xfrm>
                <a:off x="844296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21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BF56C43-CC2D-39FB-B008-B6C537100F52}"/>
                  </a:ext>
                </a:extLst>
              </p:cNvPr>
              <p:cNvSpPr/>
              <p:nvPr/>
            </p:nvSpPr>
            <p:spPr>
              <a:xfrm>
                <a:off x="917448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9CC1235-FA51-5634-E483-3A005CB6FDC0}"/>
                  </a:ext>
                </a:extLst>
              </p:cNvPr>
              <p:cNvSpPr/>
              <p:nvPr/>
            </p:nvSpPr>
            <p:spPr>
              <a:xfrm>
                <a:off x="990600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24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00EEBB2-99AE-95FF-37D0-A7FBE731F418}"/>
                  </a:ext>
                </a:extLst>
              </p:cNvPr>
              <p:cNvSpPr/>
              <p:nvPr/>
            </p:nvSpPr>
            <p:spPr>
              <a:xfrm>
                <a:off x="1063752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23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2B96DF-C51F-4E3C-A897-851ABA305D30}"/>
                  </a:ext>
                </a:extLst>
              </p:cNvPr>
              <p:cNvSpPr/>
              <p:nvPr/>
            </p:nvSpPr>
            <p:spPr>
              <a:xfrm>
                <a:off x="11369040" y="2092960"/>
                <a:ext cx="731520" cy="73152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33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1AE98B-8F51-8F57-6316-76142E05001A}"/>
                  </a:ext>
                </a:extLst>
              </p:cNvPr>
              <p:cNvSpPr txBox="1"/>
              <p:nvPr/>
            </p:nvSpPr>
            <p:spPr>
              <a:xfrm>
                <a:off x="5872480" y="3244334"/>
                <a:ext cx="4434840" cy="1421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Running Time:</a:t>
                </a:r>
              </a:p>
              <a:p>
                <a:r>
                  <a:rPr lang="en-US" sz="2800" dirty="0"/>
                  <a:t>	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	Best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1AE98B-8F51-8F57-6316-76142E050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3244334"/>
                <a:ext cx="4434840" cy="1421864"/>
              </a:xfrm>
              <a:prstGeom prst="rect">
                <a:avLst/>
              </a:prstGeom>
              <a:blipFill>
                <a:blip r:embed="rId3"/>
                <a:stretch>
                  <a:fillRect l="-2747" t="-3863" b="-9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612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12E9-3F02-2CFB-F8A1-0798247A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Bubble Sort – we won’t cover 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552B0C-C8EA-5FE1-FACD-42E9A140A7A4}"/>
              </a:ext>
            </a:extLst>
          </p:cNvPr>
          <p:cNvSpPr/>
          <p:nvPr/>
        </p:nvSpPr>
        <p:spPr>
          <a:xfrm>
            <a:off x="1691640" y="2680236"/>
            <a:ext cx="49895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"the bubble sort seems to have nothing to recommend it, except a catchy name and the fact that it leads to some interesting theoretical problems” –Donald Knuth, The Art of Computer Programming</a:t>
            </a:r>
          </a:p>
        </p:txBody>
      </p:sp>
      <p:pic>
        <p:nvPicPr>
          <p:cNvPr id="44" name="Picture 2" descr="http://www-cs-faculty.stanford.edu/~knuth/dek-14May10-2.jpeg">
            <a:extLst>
              <a:ext uri="{FF2B5EF4-FFF2-40B4-BE49-F238E27FC236}">
                <a16:creationId xmlns:a16="http://schemas.microsoft.com/office/drawing/2014/main" id="{652CD0CD-4B59-39AA-30BC-4349CC773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516" y="2733677"/>
            <a:ext cx="3382324" cy="2254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15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51280"/>
            <a:ext cx="8229600" cy="1066800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Build a </a:t>
            </a:r>
            <a:r>
              <a:rPr lang="en-US" dirty="0" err="1"/>
              <a:t>maxHeap</a:t>
            </a:r>
            <a:r>
              <a:rPr lang="en-US" dirty="0"/>
              <a:t>, repeatedly extract the max element from the heap to build sorted list Right-to-Left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3470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402194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99357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7231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76502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68165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68165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69240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69240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" name="Oval 106"/>
          <p:cNvSpPr/>
          <p:nvPr/>
        </p:nvSpPr>
        <p:spPr>
          <a:xfrm>
            <a:off x="4648201" y="567452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69104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69104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60925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60925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31047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31047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7" idx="0"/>
            <a:endCxn id="102" idx="3"/>
          </p:cNvCxnSpPr>
          <p:nvPr/>
        </p:nvCxnSpPr>
        <p:spPr>
          <a:xfrm flipV="1">
            <a:off x="4992240" y="5352338"/>
            <a:ext cx="319733" cy="322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58088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58088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37459" y="2430742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29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025232" y="3167225"/>
            <a:ext cx="2209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Max Heap Property</a:t>
            </a:r>
            <a:r>
              <a:rPr lang="en-US" sz="2400" dirty="0"/>
              <a:t>: Each node is larger than its children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5381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40563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7167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6563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411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3523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4485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3697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42600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1777BA-85D7-2315-A3C5-81E060342258}"/>
                  </a:ext>
                </a:extLst>
              </p14:cNvPr>
              <p14:cNvContentPartPr/>
              <p14:nvPr/>
            </p14:nvContentPartPr>
            <p14:xfrm>
              <a:off x="1640880" y="1619640"/>
              <a:ext cx="6182280" cy="3824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1777BA-85D7-2315-A3C5-81E0603422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1520" y="1610280"/>
                <a:ext cx="6201000" cy="38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8088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Remove the Max element (i.e. the root) from the Heap: </a:t>
            </a:r>
            <a:r>
              <a:rPr lang="en-US" dirty="0"/>
              <a:t>replace with last element, call </a:t>
            </a:r>
            <a:r>
              <a:rPr lang="en-US" dirty="0" err="1"/>
              <a:t>percolateDown</a:t>
            </a:r>
            <a:r>
              <a:rPr lang="en-US" dirty="0"/>
              <a:t>(root)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2C48-DC7C-5741-9E37-ED6814CC556B}"/>
              </a:ext>
            </a:extLst>
          </p:cNvPr>
          <p:cNvSpPr txBox="1"/>
          <p:nvPr/>
        </p:nvSpPr>
        <p:spPr>
          <a:xfrm>
            <a:off x="4851087" y="5726340"/>
            <a:ext cx="6660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Percolate Down(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/>
              <a:t>: if 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/>
              <a:t> satisfies heap property, done. Else swap with largest child and repeat on that subtree</a:t>
            </a:r>
          </a:p>
        </p:txBody>
      </p:sp>
    </p:spTree>
    <p:extLst>
      <p:ext uri="{BB962C8B-B14F-4D97-AF65-F5344CB8AC3E}">
        <p14:creationId xmlns:p14="http://schemas.microsoft.com/office/powerpoint/2010/main" val="2982381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Remove the Max element (i.e. the root) from the Heap: </a:t>
            </a:r>
            <a:r>
              <a:rPr lang="en-US" dirty="0"/>
              <a:t>replace with last element, call </a:t>
            </a:r>
            <a:r>
              <a:rPr lang="en-US" dirty="0" err="1"/>
              <a:t>percolateDown</a:t>
            </a:r>
            <a:r>
              <a:rPr lang="en-US" dirty="0"/>
              <a:t>(root)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2C48-DC7C-5741-9E37-ED6814CC556B}"/>
              </a:ext>
            </a:extLst>
          </p:cNvPr>
          <p:cNvSpPr txBox="1"/>
          <p:nvPr/>
        </p:nvSpPr>
        <p:spPr>
          <a:xfrm>
            <a:off x="4851087" y="5726340"/>
            <a:ext cx="6660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Percolate Down(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/>
              <a:t>: if 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/>
              <a:t> satisfies heap property, done. Else swap with largest child and repeat on that subtree</a:t>
            </a:r>
          </a:p>
        </p:txBody>
      </p:sp>
    </p:spTree>
    <p:extLst>
      <p:ext uri="{BB962C8B-B14F-4D97-AF65-F5344CB8AC3E}">
        <p14:creationId xmlns:p14="http://schemas.microsoft.com/office/powerpoint/2010/main" val="1748079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Remove the Max element (i.e. the root) from the Heap: </a:t>
            </a:r>
            <a:r>
              <a:rPr lang="en-US" dirty="0"/>
              <a:t>replace with last element, call </a:t>
            </a:r>
            <a:r>
              <a:rPr lang="en-US" dirty="0" err="1"/>
              <a:t>percolateDown</a:t>
            </a:r>
            <a:r>
              <a:rPr lang="en-US" dirty="0"/>
              <a:t>(root)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2C48-DC7C-5741-9E37-ED6814CC556B}"/>
              </a:ext>
            </a:extLst>
          </p:cNvPr>
          <p:cNvSpPr txBox="1"/>
          <p:nvPr/>
        </p:nvSpPr>
        <p:spPr>
          <a:xfrm>
            <a:off x="4851087" y="5726340"/>
            <a:ext cx="6660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Percolate Down(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/>
              <a:t>: if 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/>
              <a:t> satisfies heap property, done. Else swap with largest child and repeat on that subtree</a:t>
            </a:r>
          </a:p>
        </p:txBody>
      </p:sp>
    </p:spTree>
    <p:extLst>
      <p:ext uri="{BB962C8B-B14F-4D97-AF65-F5344CB8AC3E}">
        <p14:creationId xmlns:p14="http://schemas.microsoft.com/office/powerpoint/2010/main" val="134794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Remove the Max element (i.e. the root) from the Heap: </a:t>
            </a:r>
            <a:r>
              <a:rPr lang="en-US" dirty="0"/>
              <a:t>replace with last element, call </a:t>
            </a:r>
            <a:r>
              <a:rPr lang="en-US" dirty="0" err="1"/>
              <a:t>percolateDown</a:t>
            </a:r>
            <a:r>
              <a:rPr lang="en-US" dirty="0"/>
              <a:t>(root)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2C48-DC7C-5741-9E37-ED6814CC556B}"/>
              </a:ext>
            </a:extLst>
          </p:cNvPr>
          <p:cNvSpPr txBox="1"/>
          <p:nvPr/>
        </p:nvSpPr>
        <p:spPr>
          <a:xfrm>
            <a:off x="4851087" y="5726340"/>
            <a:ext cx="6660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Percolate Down(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r>
              <a:rPr lang="en-US" sz="2400" dirty="0"/>
              <a:t>: if </a:t>
            </a:r>
            <a:r>
              <a:rPr lang="en-US" sz="2400" dirty="0">
                <a:solidFill>
                  <a:srgbClr val="FF0000"/>
                </a:solidFill>
              </a:rPr>
              <a:t>node</a:t>
            </a:r>
            <a:r>
              <a:rPr lang="en-US" sz="2400" dirty="0"/>
              <a:t> satisfies heap property, done. Else swap with largest child and repeat on that subtree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F10318-67EA-0835-4E9C-FA6E219DAA3A}"/>
                  </a:ext>
                </a:extLst>
              </p14:cNvPr>
              <p14:cNvContentPartPr/>
              <p14:nvPr/>
            </p14:nvContentPartPr>
            <p14:xfrm>
              <a:off x="4320000" y="3263760"/>
              <a:ext cx="2685960" cy="25966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F10318-67EA-0835-4E9C-FA6E219DAA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10640" y="3254400"/>
                <a:ext cx="2704680" cy="26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3279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12E9-3F02-2CFB-F8A1-0798247A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C29A1-5CF0-19FF-2850-9349F3E5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188"/>
            <a:ext cx="11252200" cy="1678693"/>
          </a:xfrm>
        </p:spPr>
        <p:txBody>
          <a:bodyPr>
            <a:normAutofit/>
          </a:bodyPr>
          <a:lstStyle/>
          <a:p>
            <a:r>
              <a:rPr lang="en-US" dirty="0"/>
              <a:t>Build a max heap</a:t>
            </a:r>
          </a:p>
          <a:p>
            <a:r>
              <a:rPr lang="en-US" dirty="0"/>
              <a:t>Call extract</a:t>
            </a:r>
          </a:p>
          <a:p>
            <a:r>
              <a:rPr lang="en-US" dirty="0"/>
              <a:t>Put that at the end of the array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B9305-5813-9997-7771-B7BC37A4B988}"/>
              </a:ext>
            </a:extLst>
          </p:cNvPr>
          <p:cNvSpPr txBox="1"/>
          <p:nvPr/>
        </p:nvSpPr>
        <p:spPr>
          <a:xfrm>
            <a:off x="299720" y="3273374"/>
            <a:ext cx="4434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myHeap</a:t>
            </a:r>
            <a:r>
              <a:rPr lang="en-US" dirty="0"/>
              <a:t> = </a:t>
            </a:r>
            <a:r>
              <a:rPr lang="en-US" dirty="0" err="1"/>
              <a:t>buildMaxHeap</a:t>
            </a:r>
            <a:r>
              <a:rPr lang="en-US" dirty="0"/>
              <a:t>(a);</a:t>
            </a:r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a.length-1; </a:t>
            </a:r>
            <a:r>
              <a:rPr lang="en-US" dirty="0" err="1"/>
              <a:t>i</a:t>
            </a:r>
            <a:r>
              <a:rPr lang="en-US" dirty="0"/>
              <a:t>&gt;=0; </a:t>
            </a:r>
            <a:r>
              <a:rPr lang="en-US" dirty="0" err="1"/>
              <a:t>i</a:t>
            </a:r>
            <a:r>
              <a:rPr lang="en-US" dirty="0"/>
              <a:t>--){</a:t>
            </a:r>
          </a:p>
          <a:p>
            <a:r>
              <a:rPr lang="en-US" dirty="0"/>
              <a:t>        item = </a:t>
            </a:r>
            <a:r>
              <a:rPr lang="en-US" dirty="0" err="1"/>
              <a:t>myHeap.extract</a:t>
            </a:r>
            <a:r>
              <a:rPr lang="en-US" dirty="0"/>
              <a:t>();</a:t>
            </a:r>
          </a:p>
          <a:p>
            <a:r>
              <a:rPr lang="en-US" dirty="0"/>
              <a:t>        a[</a:t>
            </a:r>
            <a:r>
              <a:rPr lang="en-US" dirty="0" err="1"/>
              <a:t>i</a:t>
            </a:r>
            <a:r>
              <a:rPr lang="en-US" dirty="0"/>
              <a:t>] = item;</a:t>
            </a:r>
          </a:p>
          <a:p>
            <a:r>
              <a:rPr lang="en-US" dirty="0"/>
              <a:t>}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/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Running Time:</a:t>
                </a:r>
              </a:p>
              <a:p>
                <a:r>
                  <a:rPr lang="en-US" sz="2800" dirty="0"/>
                  <a:t>	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	Best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blipFill>
                <a:blip r:embed="rId2"/>
                <a:stretch>
                  <a:fillRect l="-2747" t="-396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9CFA22-F30D-E8D8-A245-6D972BA1B314}"/>
                  </a:ext>
                </a:extLst>
              </p14:cNvPr>
              <p14:cNvContentPartPr/>
              <p14:nvPr/>
            </p14:nvContentPartPr>
            <p14:xfrm>
              <a:off x="9211680" y="3655440"/>
              <a:ext cx="2295360" cy="873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9CFA22-F30D-E8D8-A245-6D972BA1B3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02320" y="3646080"/>
                <a:ext cx="2314080" cy="89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4801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2811-03DA-EEF2-696E-79B19FD8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 Place” Sorting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60587-5F27-0865-429E-8AA3C8FC4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sorting algorithm which requires no extra data structures</a:t>
                </a:r>
              </a:p>
              <a:p>
                <a:r>
                  <a:rPr lang="en-US" dirty="0"/>
                  <a:t>Idea: It sorts items just by swapping things in the same array given</a:t>
                </a:r>
              </a:p>
              <a:p>
                <a:r>
                  <a:rPr lang="en-US" dirty="0"/>
                  <a:t>Definition: it only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extra space</a:t>
                </a:r>
              </a:p>
              <a:p>
                <a:endParaRPr lang="en-US" dirty="0"/>
              </a:p>
              <a:p>
                <a:r>
                  <a:rPr lang="en-US" dirty="0"/>
                  <a:t>Selection sort: In Place!</a:t>
                </a:r>
              </a:p>
              <a:p>
                <a:r>
                  <a:rPr lang="en-US" dirty="0"/>
                  <a:t>Insertion sort: In Place!</a:t>
                </a:r>
              </a:p>
              <a:p>
                <a:r>
                  <a:rPr lang="en-US" dirty="0"/>
                  <a:t>Heap sort: Not In Place!</a:t>
                </a:r>
              </a:p>
              <a:p>
                <a:pPr lvl="1"/>
                <a:r>
                  <a:rPr lang="en-US" dirty="0"/>
                  <a:t>But we can fix that!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60587-5F27-0865-429E-8AA3C8FC4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783B08-A979-1DD2-73DB-A81AD1CE0618}"/>
                  </a:ext>
                </a:extLst>
              </p14:cNvPr>
              <p14:cNvContentPartPr/>
              <p14:nvPr/>
            </p14:nvContentPartPr>
            <p14:xfrm>
              <a:off x="630000" y="924480"/>
              <a:ext cx="4292640" cy="4467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783B08-A979-1DD2-73DB-A81AD1CE06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0640" y="915120"/>
                <a:ext cx="4311360" cy="448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656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Place 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51280"/>
            <a:ext cx="8229600" cy="1066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3470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402194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99357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7231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76502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68165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68165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69240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69240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" name="Oval 106"/>
          <p:cNvSpPr/>
          <p:nvPr/>
        </p:nvSpPr>
        <p:spPr>
          <a:xfrm>
            <a:off x="4648201" y="5674527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69104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69104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60925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60925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31047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31047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7" idx="0"/>
            <a:endCxn id="102" idx="3"/>
          </p:cNvCxnSpPr>
          <p:nvPr/>
        </p:nvCxnSpPr>
        <p:spPr>
          <a:xfrm flipV="1">
            <a:off x="4992240" y="5352338"/>
            <a:ext cx="319733" cy="3221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58088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58088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418080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995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40563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7167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6563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4112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3523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4485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3697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842600" y="6304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350AD77-635D-779F-CA2C-96BF2844ADD0}"/>
                  </a:ext>
                </a:extLst>
              </p14:cNvPr>
              <p14:cNvContentPartPr/>
              <p14:nvPr/>
            </p14:nvContentPartPr>
            <p14:xfrm>
              <a:off x="5177160" y="3278880"/>
              <a:ext cx="1881000" cy="2771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350AD77-635D-779F-CA2C-96BF2844AD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7800" y="3269520"/>
                <a:ext cx="1899720" cy="27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153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41"/>
            <a:chOff x="1978924" y="2722180"/>
            <a:chExt cx="5336453" cy="537341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00"/>
              <a:chOff x="1978924" y="2971800"/>
              <a:chExt cx="4802307" cy="5334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4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DEA47B-4155-1A50-CAC0-2FC5A23D9EE4}"/>
                  </a:ext>
                </a:extLst>
              </p14:cNvPr>
              <p14:cNvContentPartPr/>
              <p14:nvPr/>
            </p14:nvContentPartPr>
            <p14:xfrm>
              <a:off x="2774520" y="2216520"/>
              <a:ext cx="6354360" cy="1414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DEA47B-4155-1A50-CAC0-2FC5A23D9EE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5160" y="2207160"/>
                <a:ext cx="6373080" cy="143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5676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3733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06" idx="0"/>
            <a:endCxn id="101" idx="5"/>
          </p:cNvCxnSpPr>
          <p:nvPr/>
        </p:nvCxnSpPr>
        <p:spPr>
          <a:xfrm flipH="1" flipV="1">
            <a:off x="3787711" y="5194333"/>
            <a:ext cx="290129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920467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22ACD94-C5D7-B0B2-626F-0E5B0266971B}"/>
                  </a:ext>
                </a:extLst>
              </p14:cNvPr>
              <p14:cNvContentPartPr/>
              <p14:nvPr/>
            </p14:nvContentPartPr>
            <p14:xfrm>
              <a:off x="3853080" y="3254400"/>
              <a:ext cx="3014640" cy="2991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22ACD94-C5D7-B0B2-626F-0E5B026697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43720" y="3245040"/>
                <a:ext cx="3033360" cy="301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712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E3AEB27-5B6E-E9F6-AB95-8D1B9FD70240}"/>
                  </a:ext>
                </a:extLst>
              </p14:cNvPr>
              <p14:cNvContentPartPr/>
              <p14:nvPr/>
            </p14:nvContentPartPr>
            <p14:xfrm>
              <a:off x="2922120" y="1913400"/>
              <a:ext cx="5785920" cy="1653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E3AEB27-5B6E-E9F6-AB95-8D1B9FD702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2760" y="1904040"/>
                <a:ext cx="5804640" cy="167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2951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2590801" y="557626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105" idx="0"/>
            <a:endCxn id="101" idx="3"/>
          </p:cNvCxnSpPr>
          <p:nvPr/>
        </p:nvCxnSpPr>
        <p:spPr>
          <a:xfrm flipV="1">
            <a:off x="2934839" y="5194333"/>
            <a:ext cx="366328" cy="3819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83996" y="61881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7229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95819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4121"/>
            <a:ext cx="8458200" cy="12192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When “removing” an element from the heap, swap it with the last item of the heap then “pretend” the heap is one item shorter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996855" y="323087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9" name="Oval 98"/>
          <p:cNvSpPr/>
          <p:nvPr/>
        </p:nvSpPr>
        <p:spPr>
          <a:xfrm>
            <a:off x="4191001" y="3905809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0" name="Oval 99"/>
          <p:cNvSpPr/>
          <p:nvPr/>
        </p:nvSpPr>
        <p:spPr>
          <a:xfrm>
            <a:off x="7858499" y="3877433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1" name="Oval 100"/>
          <p:cNvSpPr/>
          <p:nvPr/>
        </p:nvSpPr>
        <p:spPr>
          <a:xfrm>
            <a:off x="3200401" y="4607024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2" name="Oval 101"/>
          <p:cNvSpPr/>
          <p:nvPr/>
        </p:nvSpPr>
        <p:spPr>
          <a:xfrm>
            <a:off x="5211206" y="4648888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" name="Oval 102"/>
          <p:cNvSpPr/>
          <p:nvPr/>
        </p:nvSpPr>
        <p:spPr>
          <a:xfrm>
            <a:off x="6934201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4" name="Oval 103"/>
          <p:cNvSpPr/>
          <p:nvPr/>
        </p:nvSpPr>
        <p:spPr>
          <a:xfrm>
            <a:off x="8836924" y="4565510"/>
            <a:ext cx="688077" cy="6880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7" name="Straight Connector 6"/>
          <p:cNvCxnSpPr>
            <a:stCxn id="5" idx="2"/>
            <a:endCxn id="99" idx="7"/>
          </p:cNvCxnSpPr>
          <p:nvPr/>
        </p:nvCxnSpPr>
        <p:spPr>
          <a:xfrm flipH="1">
            <a:off x="4778310" y="3574909"/>
            <a:ext cx="1218544" cy="4316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5" idx="6"/>
            <a:endCxn id="100" idx="1"/>
          </p:cNvCxnSpPr>
          <p:nvPr/>
        </p:nvCxnSpPr>
        <p:spPr>
          <a:xfrm>
            <a:off x="6684931" y="3574909"/>
            <a:ext cx="1274334" cy="4032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102" idx="1"/>
            <a:endCxn id="99" idx="5"/>
          </p:cNvCxnSpPr>
          <p:nvPr/>
        </p:nvCxnSpPr>
        <p:spPr>
          <a:xfrm flipH="1" flipV="1">
            <a:off x="4778310" y="4493118"/>
            <a:ext cx="533662" cy="2565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>
            <a:stCxn id="101" idx="7"/>
            <a:endCxn id="99" idx="3"/>
          </p:cNvCxnSpPr>
          <p:nvPr/>
        </p:nvCxnSpPr>
        <p:spPr>
          <a:xfrm flipV="1">
            <a:off x="3787711" y="4493118"/>
            <a:ext cx="504057" cy="214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3" idx="7"/>
            <a:endCxn id="100" idx="3"/>
          </p:cNvCxnSpPr>
          <p:nvPr/>
        </p:nvCxnSpPr>
        <p:spPr>
          <a:xfrm flipV="1">
            <a:off x="7521511" y="4464742"/>
            <a:ext cx="437755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4" idx="1"/>
            <a:endCxn id="100" idx="5"/>
          </p:cNvCxnSpPr>
          <p:nvPr/>
        </p:nvCxnSpPr>
        <p:spPr>
          <a:xfrm flipH="1" flipV="1">
            <a:off x="8445808" y="4464742"/>
            <a:ext cx="491882" cy="2015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964445" y="2357121"/>
            <a:ext cx="5336453" cy="537354"/>
            <a:chOff x="1978924" y="2722180"/>
            <a:chExt cx="5336453" cy="537354"/>
          </a:xfrm>
        </p:grpSpPr>
        <p:grpSp>
          <p:nvGrpSpPr>
            <p:cNvPr id="86" name="Group 85"/>
            <p:cNvGrpSpPr/>
            <p:nvPr/>
          </p:nvGrpSpPr>
          <p:grpSpPr>
            <a:xfrm>
              <a:off x="1978924" y="2726121"/>
              <a:ext cx="4802307" cy="533413"/>
              <a:chOff x="1978924" y="2971800"/>
              <a:chExt cx="4802307" cy="533413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1978924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25128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3046293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3579693" y="2971800"/>
                <a:ext cx="533400" cy="533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41136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46470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5180462" y="2971800"/>
                <a:ext cx="533400" cy="533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5714520" y="2971813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6247831" y="2971800"/>
                <a:ext cx="533400" cy="5334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sp>
          <p:nvSpPr>
            <p:cNvPr id="116" name="Rectangle 115"/>
            <p:cNvSpPr/>
            <p:nvPr/>
          </p:nvSpPr>
          <p:spPr>
            <a:xfrm>
              <a:off x="6781977" y="2722180"/>
              <a:ext cx="533400" cy="5334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0853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18781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527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86150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1713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9516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9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20319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542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87688" y="28792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90049" y="3940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4195" y="4600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51693" y="45402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52081" y="5295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22005" y="52361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04400" y="53324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0118" y="52535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</a:rPr>
              <a:t>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1152176-68AE-4E96-BC11-D4979732B165}"/>
                  </a:ext>
                </a:extLst>
              </p14:cNvPr>
              <p14:cNvContentPartPr/>
              <p14:nvPr/>
            </p14:nvContentPartPr>
            <p14:xfrm>
              <a:off x="2642400" y="1849320"/>
              <a:ext cx="5979600" cy="1687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1152176-68AE-4E96-BC11-D4979732B1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3040" y="1839960"/>
                <a:ext cx="5998320" cy="170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46822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12E9-3F02-2CFB-F8A1-0798247A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Place Heap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C29A1-5CF0-19FF-2850-9349F3E58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188"/>
            <a:ext cx="11252200" cy="1678693"/>
          </a:xfrm>
        </p:spPr>
        <p:txBody>
          <a:bodyPr>
            <a:normAutofit/>
          </a:bodyPr>
          <a:lstStyle/>
          <a:p>
            <a:r>
              <a:rPr lang="en-US" dirty="0"/>
              <a:t>Build a heap using the same array (Floyd’s build heap algorithm works)</a:t>
            </a:r>
          </a:p>
          <a:p>
            <a:r>
              <a:rPr lang="en-US" dirty="0"/>
              <a:t>Call </a:t>
            </a:r>
            <a:r>
              <a:rPr lang="en-US" dirty="0" err="1"/>
              <a:t>deleteMax</a:t>
            </a:r>
            <a:endParaRPr lang="en-US" dirty="0"/>
          </a:p>
          <a:p>
            <a:r>
              <a:rPr lang="en-US" dirty="0"/>
              <a:t>Put that at the end of the array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B9305-5813-9997-7771-B7BC37A4B988}"/>
              </a:ext>
            </a:extLst>
          </p:cNvPr>
          <p:cNvSpPr txBox="1"/>
          <p:nvPr/>
        </p:nvSpPr>
        <p:spPr>
          <a:xfrm>
            <a:off x="299720" y="3273374"/>
            <a:ext cx="44348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buildHeap</a:t>
            </a:r>
            <a:r>
              <a:rPr lang="en-US" dirty="0"/>
              <a:t>(a);</a:t>
            </a:r>
          </a:p>
          <a:p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a.length-1; </a:t>
            </a:r>
            <a:r>
              <a:rPr lang="en-US" dirty="0" err="1"/>
              <a:t>i</a:t>
            </a:r>
            <a:r>
              <a:rPr lang="en-US" dirty="0"/>
              <a:t>&gt;=0; </a:t>
            </a:r>
            <a:r>
              <a:rPr lang="en-US" dirty="0" err="1"/>
              <a:t>i</a:t>
            </a:r>
            <a:r>
              <a:rPr lang="en-US" dirty="0"/>
              <a:t>--){</a:t>
            </a:r>
          </a:p>
          <a:p>
            <a:r>
              <a:rPr lang="en-US" dirty="0"/>
              <a:t>        temp=a[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        a[</a:t>
            </a:r>
            <a:r>
              <a:rPr lang="en-US" dirty="0" err="1"/>
              <a:t>i</a:t>
            </a:r>
            <a:r>
              <a:rPr lang="en-US" dirty="0"/>
              <a:t>] = a[0];</a:t>
            </a:r>
          </a:p>
          <a:p>
            <a:r>
              <a:rPr lang="en-US" dirty="0"/>
              <a:t>        a[0] = temp;</a:t>
            </a:r>
          </a:p>
          <a:p>
            <a:r>
              <a:rPr lang="en-US" dirty="0"/>
              <a:t>        </a:t>
            </a:r>
            <a:r>
              <a:rPr lang="en-US" dirty="0" err="1"/>
              <a:t>percolateDown</a:t>
            </a:r>
            <a:r>
              <a:rPr lang="en-US" dirty="0"/>
              <a:t>(0);</a:t>
            </a:r>
          </a:p>
          <a:p>
            <a:r>
              <a:rPr lang="en-US" dirty="0"/>
              <a:t>}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/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Running Time:</a:t>
                </a:r>
              </a:p>
              <a:p>
                <a:r>
                  <a:rPr lang="en-US" sz="2800" dirty="0"/>
                  <a:t>	Worst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	Best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DF0B3D-6CCD-BDBB-6693-F8DD5945C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480" y="3244334"/>
                <a:ext cx="4434840" cy="1384995"/>
              </a:xfrm>
              <a:prstGeom prst="rect">
                <a:avLst/>
              </a:prstGeom>
              <a:blipFill>
                <a:blip r:embed="rId2"/>
                <a:stretch>
                  <a:fillRect l="-2747" t="-3965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515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1EFF-DC2E-DD10-0292-33AAADA21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</a:t>
            </a:r>
            <a:r>
              <a:rPr lang="en-US" dirty="0" err="1"/>
              <a:t>buildHeap</a:t>
            </a:r>
            <a:r>
              <a:rPr lang="en-US" dirty="0"/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70E1-83BF-D071-92AA-72F7671F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towards the root, one row at a time, percolate down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2E5B4-7285-3ACB-0CCF-7D5C84D8A06C}"/>
              </a:ext>
            </a:extLst>
          </p:cNvPr>
          <p:cNvSpPr txBox="1"/>
          <p:nvPr/>
        </p:nvSpPr>
        <p:spPr>
          <a:xfrm>
            <a:off x="1188720" y="3262630"/>
            <a:ext cx="32637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buildHeap</a:t>
            </a:r>
            <a:r>
              <a:rPr lang="en-US" sz="2400" dirty="0"/>
              <a:t>(){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 = size; </a:t>
            </a:r>
            <a:r>
              <a:rPr lang="en-US" sz="2400" dirty="0" err="1"/>
              <a:t>i</a:t>
            </a:r>
            <a:r>
              <a:rPr lang="en-US" sz="2400" dirty="0"/>
              <a:t>&gt;0; </a:t>
            </a:r>
            <a:r>
              <a:rPr lang="en-US" sz="2400" dirty="0" err="1"/>
              <a:t>i</a:t>
            </a:r>
            <a:r>
              <a:rPr lang="en-US" sz="2400" dirty="0"/>
              <a:t>--){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percolateDown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59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CBAD-23AB-0CC2-48DA-218DAB0B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AF56-68BF-F3D5-11B8-6D7ECED34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and Conquer:</a:t>
            </a:r>
          </a:p>
          <a:p>
            <a:pPr lvl="1"/>
            <a:r>
              <a:rPr lang="en-US" dirty="0"/>
              <a:t>Recursive algorithm design technique</a:t>
            </a:r>
          </a:p>
          <a:p>
            <a:pPr lvl="1"/>
            <a:r>
              <a:rPr lang="en-US" dirty="0"/>
              <a:t>Solve a large problem by breaking it up into smaller versions of the same problem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0080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38588" y="1410797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problem is “small” then solve directly and return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Break the problem into subproblem(s), each smaller instances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Solve subproblem(s)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Use solutions to subproblems to solve original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BD0AC-AF6B-41D9-8112-2153A916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34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DF71E6-F9FB-D6A8-1E23-54C6D3C4AD9B}"/>
              </a:ext>
            </a:extLst>
          </p:cNvPr>
          <p:cNvGrpSpPr/>
          <p:nvPr/>
        </p:nvGrpSpPr>
        <p:grpSpPr>
          <a:xfrm>
            <a:off x="6837680" y="257670"/>
            <a:ext cx="2535365" cy="1245566"/>
            <a:chOff x="1828800" y="1295400"/>
            <a:chExt cx="9753600" cy="479171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DAC2D07C-463A-A5C5-6448-C3934F49A2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00"/>
            <a:stretch/>
          </p:blipFill>
          <p:spPr bwMode="auto">
            <a:xfrm>
              <a:off x="5410200" y="1562741"/>
              <a:ext cx="6172200" cy="4524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2BDA3FC-F142-9C70-E4D6-4E5EE4158D0A}"/>
                </a:ext>
              </a:extLst>
            </p:cNvPr>
            <p:cNvSpPr/>
            <p:nvPr/>
          </p:nvSpPr>
          <p:spPr>
            <a:xfrm>
              <a:off x="1828800" y="1295400"/>
              <a:ext cx="3852820" cy="4022719"/>
            </a:xfrm>
            <a:custGeom>
              <a:avLst/>
              <a:gdLst>
                <a:gd name="connsiteX0" fmla="*/ 3613123 w 3852820"/>
                <a:gd name="connsiteY0" fmla="*/ 763480 h 4022719"/>
                <a:gd name="connsiteX1" fmla="*/ 3178117 w 3852820"/>
                <a:gd name="connsiteY1" fmla="*/ 772357 h 4022719"/>
                <a:gd name="connsiteX2" fmla="*/ 2849643 w 3852820"/>
                <a:gd name="connsiteY2" fmla="*/ 887767 h 4022719"/>
                <a:gd name="connsiteX3" fmla="*/ 2680968 w 3852820"/>
                <a:gd name="connsiteY3" fmla="*/ 967666 h 4022719"/>
                <a:gd name="connsiteX4" fmla="*/ 2601069 w 3852820"/>
                <a:gd name="connsiteY4" fmla="*/ 1145220 h 4022719"/>
                <a:gd name="connsiteX5" fmla="*/ 2583313 w 3852820"/>
                <a:gd name="connsiteY5" fmla="*/ 1384917 h 4022719"/>
                <a:gd name="connsiteX6" fmla="*/ 2609946 w 3852820"/>
                <a:gd name="connsiteY6" fmla="*/ 2130641 h 4022719"/>
                <a:gd name="connsiteX7" fmla="*/ 2751989 w 3852820"/>
                <a:gd name="connsiteY7" fmla="*/ 2547891 h 4022719"/>
                <a:gd name="connsiteX8" fmla="*/ 2672090 w 3852820"/>
                <a:gd name="connsiteY8" fmla="*/ 2849732 h 4022719"/>
                <a:gd name="connsiteX9" fmla="*/ 2316983 w 3852820"/>
                <a:gd name="connsiteY9" fmla="*/ 3053919 h 4022719"/>
                <a:gd name="connsiteX10" fmla="*/ 1846467 w 3852820"/>
                <a:gd name="connsiteY10" fmla="*/ 2982897 h 4022719"/>
                <a:gd name="connsiteX11" fmla="*/ 1526871 w 3852820"/>
                <a:gd name="connsiteY11" fmla="*/ 2769833 h 4022719"/>
                <a:gd name="connsiteX12" fmla="*/ 923189 w 3852820"/>
                <a:gd name="connsiteY12" fmla="*/ 2512381 h 4022719"/>
                <a:gd name="connsiteX13" fmla="*/ 594715 w 3852820"/>
                <a:gd name="connsiteY13" fmla="*/ 2104008 h 4022719"/>
                <a:gd name="connsiteX14" fmla="*/ 585838 w 3852820"/>
                <a:gd name="connsiteY14" fmla="*/ 2015231 h 4022719"/>
                <a:gd name="connsiteX15" fmla="*/ 1216152 w 3852820"/>
                <a:gd name="connsiteY15" fmla="*/ 1509204 h 4022719"/>
                <a:gd name="connsiteX16" fmla="*/ 1677791 w 3852820"/>
                <a:gd name="connsiteY16" fmla="*/ 1447060 h 4022719"/>
                <a:gd name="connsiteX17" fmla="*/ 2849643 w 3852820"/>
                <a:gd name="connsiteY17" fmla="*/ 1784412 h 4022719"/>
                <a:gd name="connsiteX18" fmla="*/ 2956175 w 3852820"/>
                <a:gd name="connsiteY18" fmla="*/ 1882066 h 4022719"/>
                <a:gd name="connsiteX19" fmla="*/ 3009441 w 3852820"/>
                <a:gd name="connsiteY19" fmla="*/ 2032987 h 4022719"/>
                <a:gd name="connsiteX20" fmla="*/ 2956175 w 3852820"/>
                <a:gd name="connsiteY20" fmla="*/ 2379216 h 4022719"/>
                <a:gd name="connsiteX21" fmla="*/ 2654335 w 3852820"/>
                <a:gd name="connsiteY21" fmla="*/ 2645546 h 4022719"/>
                <a:gd name="connsiteX22" fmla="*/ 2103919 w 3852820"/>
                <a:gd name="connsiteY22" fmla="*/ 3258105 h 4022719"/>
                <a:gd name="connsiteX23" fmla="*/ 1864222 w 3852820"/>
                <a:gd name="connsiteY23" fmla="*/ 3382392 h 4022719"/>
                <a:gd name="connsiteX24" fmla="*/ 1296051 w 3852820"/>
                <a:gd name="connsiteY24" fmla="*/ 3311371 h 4022719"/>
                <a:gd name="connsiteX25" fmla="*/ 1145131 w 3852820"/>
                <a:gd name="connsiteY25" fmla="*/ 3222594 h 4022719"/>
                <a:gd name="connsiteX26" fmla="*/ 1065232 w 3852820"/>
                <a:gd name="connsiteY26" fmla="*/ 3080552 h 4022719"/>
                <a:gd name="connsiteX27" fmla="*/ 994210 w 3852820"/>
                <a:gd name="connsiteY27" fmla="*/ 1890944 h 4022719"/>
                <a:gd name="connsiteX28" fmla="*/ 1038599 w 3852820"/>
                <a:gd name="connsiteY28" fmla="*/ 958788 h 4022719"/>
                <a:gd name="connsiteX29" fmla="*/ 1003088 w 3852820"/>
                <a:gd name="connsiteY29" fmla="*/ 727969 h 4022719"/>
                <a:gd name="connsiteX30" fmla="*/ 976455 w 3852820"/>
                <a:gd name="connsiteY30" fmla="*/ 648070 h 4022719"/>
                <a:gd name="connsiteX31" fmla="*/ 878801 w 3852820"/>
                <a:gd name="connsiteY31" fmla="*/ 612559 h 4022719"/>
                <a:gd name="connsiteX32" fmla="*/ 674614 w 3852820"/>
                <a:gd name="connsiteY32" fmla="*/ 701336 h 4022719"/>
                <a:gd name="connsiteX33" fmla="*/ 328385 w 3852820"/>
                <a:gd name="connsiteY33" fmla="*/ 1189608 h 4022719"/>
                <a:gd name="connsiteX34" fmla="*/ 319507 w 3852820"/>
                <a:gd name="connsiteY34" fmla="*/ 1606858 h 4022719"/>
                <a:gd name="connsiteX35" fmla="*/ 470428 w 3852820"/>
                <a:gd name="connsiteY35" fmla="*/ 1988598 h 4022719"/>
                <a:gd name="connsiteX36" fmla="*/ 807779 w 3852820"/>
                <a:gd name="connsiteY36" fmla="*/ 2379216 h 4022719"/>
                <a:gd name="connsiteX37" fmla="*/ 1402583 w 3852820"/>
                <a:gd name="connsiteY37" fmla="*/ 2494625 h 4022719"/>
                <a:gd name="connsiteX38" fmla="*/ 1633403 w 3852820"/>
                <a:gd name="connsiteY38" fmla="*/ 2467992 h 4022719"/>
                <a:gd name="connsiteX39" fmla="*/ 2059531 w 3852820"/>
                <a:gd name="connsiteY39" fmla="*/ 1731146 h 4022719"/>
                <a:gd name="connsiteX40" fmla="*/ 2015142 w 3852820"/>
                <a:gd name="connsiteY40" fmla="*/ 1056443 h 4022719"/>
                <a:gd name="connsiteX41" fmla="*/ 1846467 w 3852820"/>
                <a:gd name="connsiteY41" fmla="*/ 594804 h 4022719"/>
                <a:gd name="connsiteX42" fmla="*/ 1517993 w 3852820"/>
                <a:gd name="connsiteY42" fmla="*/ 958788 h 4022719"/>
                <a:gd name="connsiteX43" fmla="*/ 1535748 w 3852820"/>
                <a:gd name="connsiteY43" fmla="*/ 1420427 h 4022719"/>
                <a:gd name="connsiteX44" fmla="*/ 1748812 w 3852820"/>
                <a:gd name="connsiteY44" fmla="*/ 2059620 h 4022719"/>
                <a:gd name="connsiteX45" fmla="*/ 2902909 w 3852820"/>
                <a:gd name="connsiteY45" fmla="*/ 3045041 h 4022719"/>
                <a:gd name="connsiteX46" fmla="*/ 3169239 w 3852820"/>
                <a:gd name="connsiteY46" fmla="*/ 3160451 h 4022719"/>
                <a:gd name="connsiteX47" fmla="*/ 3382304 w 3852820"/>
                <a:gd name="connsiteY47" fmla="*/ 3400148 h 4022719"/>
                <a:gd name="connsiteX48" fmla="*/ 3444447 w 3852820"/>
                <a:gd name="connsiteY48" fmla="*/ 3604334 h 4022719"/>
                <a:gd name="connsiteX49" fmla="*/ 2592191 w 3852820"/>
                <a:gd name="connsiteY49" fmla="*/ 3817398 h 4022719"/>
                <a:gd name="connsiteX50" fmla="*/ 1722179 w 3852820"/>
                <a:gd name="connsiteY50" fmla="*/ 3355759 h 4022719"/>
                <a:gd name="connsiteX51" fmla="*/ 1677791 w 3852820"/>
                <a:gd name="connsiteY51" fmla="*/ 3089429 h 4022719"/>
                <a:gd name="connsiteX52" fmla="*/ 1810956 w 3852820"/>
                <a:gd name="connsiteY52" fmla="*/ 2707689 h 4022719"/>
                <a:gd name="connsiteX53" fmla="*/ 2263717 w 3852820"/>
                <a:gd name="connsiteY53" fmla="*/ 2423604 h 4022719"/>
                <a:gd name="connsiteX54" fmla="*/ 2707601 w 3852820"/>
                <a:gd name="connsiteY54" fmla="*/ 2059620 h 4022719"/>
                <a:gd name="connsiteX55" fmla="*/ 2760867 w 3852820"/>
                <a:gd name="connsiteY55" fmla="*/ 1864311 h 4022719"/>
                <a:gd name="connsiteX56" fmla="*/ 2148307 w 3852820"/>
                <a:gd name="connsiteY56" fmla="*/ 1526959 h 4022719"/>
                <a:gd name="connsiteX57" fmla="*/ 1926366 w 3852820"/>
                <a:gd name="connsiteY57" fmla="*/ 1615736 h 4022719"/>
                <a:gd name="connsiteX58" fmla="*/ 2245962 w 3852820"/>
                <a:gd name="connsiteY58" fmla="*/ 2334827 h 4022719"/>
                <a:gd name="connsiteX59" fmla="*/ 3258016 w 3852820"/>
                <a:gd name="connsiteY59" fmla="*/ 2991775 h 4022719"/>
                <a:gd name="connsiteX60" fmla="*/ 3426692 w 3852820"/>
                <a:gd name="connsiteY60" fmla="*/ 3089429 h 4022719"/>
                <a:gd name="connsiteX61" fmla="*/ 3524346 w 3852820"/>
                <a:gd name="connsiteY61" fmla="*/ 3124940 h 4022719"/>
                <a:gd name="connsiteX62" fmla="*/ 3559857 w 3852820"/>
                <a:gd name="connsiteY62" fmla="*/ 3178206 h 4022719"/>
                <a:gd name="connsiteX63" fmla="*/ 2965053 w 3852820"/>
                <a:gd name="connsiteY63" fmla="*/ 3648722 h 4022719"/>
                <a:gd name="connsiteX64" fmla="*/ 2459026 w 3852820"/>
                <a:gd name="connsiteY64" fmla="*/ 3391270 h 4022719"/>
                <a:gd name="connsiteX65" fmla="*/ 2388005 w 3852820"/>
                <a:gd name="connsiteY65" fmla="*/ 3160451 h 4022719"/>
                <a:gd name="connsiteX66" fmla="*/ 2680968 w 3852820"/>
                <a:gd name="connsiteY66" fmla="*/ 2370338 h 4022719"/>
                <a:gd name="connsiteX67" fmla="*/ 2716478 w 3852820"/>
                <a:gd name="connsiteY67" fmla="*/ 2059620 h 4022719"/>
                <a:gd name="connsiteX68" fmla="*/ 1739935 w 3852820"/>
                <a:gd name="connsiteY68" fmla="*/ 1438183 h 4022719"/>
                <a:gd name="connsiteX69" fmla="*/ 1136253 w 3852820"/>
                <a:gd name="connsiteY69" fmla="*/ 2015231 h 4022719"/>
                <a:gd name="connsiteX70" fmla="*/ 2103919 w 3852820"/>
                <a:gd name="connsiteY70" fmla="*/ 3169328 h 4022719"/>
                <a:gd name="connsiteX71" fmla="*/ 2441271 w 3852820"/>
                <a:gd name="connsiteY71" fmla="*/ 3195961 h 4022719"/>
                <a:gd name="connsiteX72" fmla="*/ 2601069 w 3852820"/>
                <a:gd name="connsiteY72" fmla="*/ 2965142 h 4022719"/>
                <a:gd name="connsiteX73" fmla="*/ 1766568 w 3852820"/>
                <a:gd name="connsiteY73" fmla="*/ 1775534 h 4022719"/>
                <a:gd name="connsiteX74" fmla="*/ 1340439 w 3852820"/>
                <a:gd name="connsiteY74" fmla="*/ 1802167 h 4022719"/>
                <a:gd name="connsiteX75" fmla="*/ 1633403 w 3852820"/>
                <a:gd name="connsiteY75" fmla="*/ 3888420 h 4022719"/>
                <a:gd name="connsiteX76" fmla="*/ 2015142 w 3852820"/>
                <a:gd name="connsiteY76" fmla="*/ 3994952 h 4022719"/>
                <a:gd name="connsiteX77" fmla="*/ 2095041 w 3852820"/>
                <a:gd name="connsiteY77" fmla="*/ 3630967 h 4022719"/>
                <a:gd name="connsiteX78" fmla="*/ 1864222 w 3852820"/>
                <a:gd name="connsiteY78" fmla="*/ 3204839 h 4022719"/>
                <a:gd name="connsiteX79" fmla="*/ 1828711 w 3852820"/>
                <a:gd name="connsiteY79" fmla="*/ 3178206 h 4022719"/>
                <a:gd name="connsiteX80" fmla="*/ 1899733 w 3852820"/>
                <a:gd name="connsiteY80" fmla="*/ 3204839 h 4022719"/>
                <a:gd name="connsiteX81" fmla="*/ 2503414 w 3852820"/>
                <a:gd name="connsiteY81" fmla="*/ 3586579 h 4022719"/>
                <a:gd name="connsiteX82" fmla="*/ 2840766 w 3852820"/>
                <a:gd name="connsiteY82" fmla="*/ 3613212 h 4022719"/>
                <a:gd name="connsiteX83" fmla="*/ 2609946 w 3852820"/>
                <a:gd name="connsiteY83" fmla="*/ 2743200 h 4022719"/>
                <a:gd name="connsiteX84" fmla="*/ 2494537 w 3852820"/>
                <a:gd name="connsiteY84" fmla="*/ 2707689 h 4022719"/>
                <a:gd name="connsiteX85" fmla="*/ 2627702 w 3852820"/>
                <a:gd name="connsiteY85" fmla="*/ 3542190 h 4022719"/>
                <a:gd name="connsiteX86" fmla="*/ 3222506 w 3852820"/>
                <a:gd name="connsiteY86" fmla="*/ 3178206 h 4022719"/>
                <a:gd name="connsiteX87" fmla="*/ 3186995 w 3852820"/>
                <a:gd name="connsiteY87" fmla="*/ 2512381 h 4022719"/>
                <a:gd name="connsiteX88" fmla="*/ 1952999 w 3852820"/>
                <a:gd name="connsiteY88" fmla="*/ 1722268 h 4022719"/>
                <a:gd name="connsiteX89" fmla="*/ 1731057 w 3852820"/>
                <a:gd name="connsiteY89" fmla="*/ 1899821 h 4022719"/>
                <a:gd name="connsiteX90" fmla="*/ 2343616 w 3852820"/>
                <a:gd name="connsiteY90" fmla="*/ 2547891 h 4022719"/>
                <a:gd name="connsiteX91" fmla="*/ 2414638 w 3852820"/>
                <a:gd name="connsiteY91" fmla="*/ 1331651 h 4022719"/>
                <a:gd name="connsiteX92" fmla="*/ 1802078 w 3852820"/>
                <a:gd name="connsiteY92" fmla="*/ 1029810 h 4022719"/>
                <a:gd name="connsiteX93" fmla="*/ 914311 w 3852820"/>
                <a:gd name="connsiteY93" fmla="*/ 1633491 h 4022719"/>
                <a:gd name="connsiteX94" fmla="*/ 923189 w 3852820"/>
                <a:gd name="connsiteY94" fmla="*/ 1819922 h 4022719"/>
                <a:gd name="connsiteX95" fmla="*/ 1589014 w 3852820"/>
                <a:gd name="connsiteY95" fmla="*/ 1944210 h 4022719"/>
                <a:gd name="connsiteX96" fmla="*/ 2041775 w 3852820"/>
                <a:gd name="connsiteY96" fmla="*/ 1695635 h 4022719"/>
                <a:gd name="connsiteX97" fmla="*/ 1287173 w 3852820"/>
                <a:gd name="connsiteY97" fmla="*/ 319596 h 4022719"/>
                <a:gd name="connsiteX98" fmla="*/ 940944 w 3852820"/>
                <a:gd name="connsiteY98" fmla="*/ 230820 h 4022719"/>
                <a:gd name="connsiteX99" fmla="*/ 603593 w 3852820"/>
                <a:gd name="connsiteY99" fmla="*/ 772357 h 4022719"/>
                <a:gd name="connsiteX100" fmla="*/ 727880 w 3852820"/>
                <a:gd name="connsiteY100" fmla="*/ 2148396 h 4022719"/>
                <a:gd name="connsiteX101" fmla="*/ 967577 w 3852820"/>
                <a:gd name="connsiteY101" fmla="*/ 2405849 h 4022719"/>
                <a:gd name="connsiteX102" fmla="*/ 1509115 w 3852820"/>
                <a:gd name="connsiteY102" fmla="*/ 2299317 h 4022719"/>
                <a:gd name="connsiteX103" fmla="*/ 1855344 w 3852820"/>
                <a:gd name="connsiteY103" fmla="*/ 656948 h 4022719"/>
                <a:gd name="connsiteX104" fmla="*/ 1331562 w 3852820"/>
                <a:gd name="connsiteY104" fmla="*/ 514905 h 4022719"/>
                <a:gd name="connsiteX105" fmla="*/ 940944 w 3852820"/>
                <a:gd name="connsiteY105" fmla="*/ 2725445 h 4022719"/>
                <a:gd name="connsiteX106" fmla="*/ 1739935 w 3852820"/>
                <a:gd name="connsiteY106" fmla="*/ 3338004 h 4022719"/>
                <a:gd name="connsiteX107" fmla="*/ 2396882 w 3852820"/>
                <a:gd name="connsiteY107" fmla="*/ 2991775 h 4022719"/>
                <a:gd name="connsiteX108" fmla="*/ 1793201 w 3852820"/>
                <a:gd name="connsiteY108" fmla="*/ 1864311 h 4022719"/>
                <a:gd name="connsiteX109" fmla="*/ 1313806 w 3852820"/>
                <a:gd name="connsiteY109" fmla="*/ 2192785 h 4022719"/>
                <a:gd name="connsiteX110" fmla="*/ 1384828 w 3852820"/>
                <a:gd name="connsiteY110" fmla="*/ 3941686 h 4022719"/>
                <a:gd name="connsiteX111" fmla="*/ 2503414 w 3852820"/>
                <a:gd name="connsiteY111" fmla="*/ 4012707 h 4022719"/>
                <a:gd name="connsiteX112" fmla="*/ 3089340 w 3852820"/>
                <a:gd name="connsiteY112" fmla="*/ 3639845 h 4022719"/>
                <a:gd name="connsiteX113" fmla="*/ 3027197 w 3852820"/>
                <a:gd name="connsiteY113" fmla="*/ 2068497 h 4022719"/>
                <a:gd name="connsiteX114" fmla="*/ 2689845 w 3852820"/>
                <a:gd name="connsiteY114" fmla="*/ 1686757 h 4022719"/>
                <a:gd name="connsiteX115" fmla="*/ 2201573 w 3852820"/>
                <a:gd name="connsiteY115" fmla="*/ 2636668 h 4022719"/>
                <a:gd name="connsiteX116" fmla="*/ 2840766 w 3852820"/>
                <a:gd name="connsiteY116" fmla="*/ 2752078 h 4022719"/>
                <a:gd name="connsiteX117" fmla="*/ 3684144 w 3852820"/>
                <a:gd name="connsiteY117" fmla="*/ 807868 h 4022719"/>
                <a:gd name="connsiteX118" fmla="*/ 3364548 w 3852820"/>
                <a:gd name="connsiteY118" fmla="*/ 417251 h 4022719"/>
                <a:gd name="connsiteX119" fmla="*/ 3062707 w 3852820"/>
                <a:gd name="connsiteY119" fmla="*/ 435006 h 4022719"/>
                <a:gd name="connsiteX120" fmla="*/ 2245962 w 3852820"/>
                <a:gd name="connsiteY120" fmla="*/ 1296140 h 4022719"/>
                <a:gd name="connsiteX121" fmla="*/ 2778622 w 3852820"/>
                <a:gd name="connsiteY121" fmla="*/ 612559 h 4022719"/>
                <a:gd name="connsiteX122" fmla="*/ 2121674 w 3852820"/>
                <a:gd name="connsiteY122" fmla="*/ 0 h 4022719"/>
                <a:gd name="connsiteX123" fmla="*/ 1509115 w 3852820"/>
                <a:gd name="connsiteY123" fmla="*/ 363985 h 4022719"/>
                <a:gd name="connsiteX124" fmla="*/ 1855344 w 3852820"/>
                <a:gd name="connsiteY124" fmla="*/ 1811045 h 4022719"/>
                <a:gd name="connsiteX125" fmla="*/ 2432393 w 3852820"/>
                <a:gd name="connsiteY125" fmla="*/ 1953088 h 4022719"/>
                <a:gd name="connsiteX126" fmla="*/ 2991686 w 3852820"/>
                <a:gd name="connsiteY126" fmla="*/ 1491449 h 4022719"/>
                <a:gd name="connsiteX127" fmla="*/ 2192696 w 3852820"/>
                <a:gd name="connsiteY127" fmla="*/ 603682 h 4022719"/>
                <a:gd name="connsiteX128" fmla="*/ 1420339 w 3852820"/>
                <a:gd name="connsiteY128" fmla="*/ 1988598 h 4022719"/>
                <a:gd name="connsiteX129" fmla="*/ 2121674 w 3852820"/>
                <a:gd name="connsiteY129" fmla="*/ 2290439 h 4022719"/>
                <a:gd name="connsiteX130" fmla="*/ 2956175 w 3852820"/>
                <a:gd name="connsiteY130" fmla="*/ 1287262 h 4022719"/>
                <a:gd name="connsiteX131" fmla="*/ 2068408 w 3852820"/>
                <a:gd name="connsiteY131" fmla="*/ 807868 h 4022719"/>
                <a:gd name="connsiteX132" fmla="*/ 1668913 w 3852820"/>
                <a:gd name="connsiteY132" fmla="*/ 2334827 h 4022719"/>
                <a:gd name="connsiteX133" fmla="*/ 2192696 w 3852820"/>
                <a:gd name="connsiteY133" fmla="*/ 2601157 h 4022719"/>
                <a:gd name="connsiteX134" fmla="*/ 3036074 w 3852820"/>
                <a:gd name="connsiteY134" fmla="*/ 1242874 h 4022719"/>
                <a:gd name="connsiteX135" fmla="*/ 2538925 w 3852820"/>
                <a:gd name="connsiteY135" fmla="*/ 976544 h 4022719"/>
                <a:gd name="connsiteX136" fmla="*/ 2219329 w 3852820"/>
                <a:gd name="connsiteY136" fmla="*/ 1677880 h 4022719"/>
                <a:gd name="connsiteX137" fmla="*/ 2290350 w 3852820"/>
                <a:gd name="connsiteY137" fmla="*/ 3355759 h 4022719"/>
                <a:gd name="connsiteX138" fmla="*/ 3417814 w 3852820"/>
                <a:gd name="connsiteY138" fmla="*/ 2707689 h 4022719"/>
                <a:gd name="connsiteX139" fmla="*/ 3408937 w 3852820"/>
                <a:gd name="connsiteY139" fmla="*/ 2370338 h 4022719"/>
                <a:gd name="connsiteX140" fmla="*/ 2707601 w 3852820"/>
                <a:gd name="connsiteY140" fmla="*/ 2015231 h 4022719"/>
                <a:gd name="connsiteX141" fmla="*/ 2272595 w 3852820"/>
                <a:gd name="connsiteY141" fmla="*/ 2175029 h 4022719"/>
                <a:gd name="connsiteX142" fmla="*/ 2574436 w 3852820"/>
                <a:gd name="connsiteY142" fmla="*/ 3249227 h 4022719"/>
                <a:gd name="connsiteX143" fmla="*/ 3062707 w 3852820"/>
                <a:gd name="connsiteY143" fmla="*/ 3151573 h 4022719"/>
                <a:gd name="connsiteX144" fmla="*/ 2902909 w 3852820"/>
                <a:gd name="connsiteY144" fmla="*/ 941033 h 4022719"/>
                <a:gd name="connsiteX145" fmla="*/ 2121674 w 3852820"/>
                <a:gd name="connsiteY145" fmla="*/ 301841 h 4022719"/>
                <a:gd name="connsiteX146" fmla="*/ 1455849 w 3852820"/>
                <a:gd name="connsiteY146" fmla="*/ 1535837 h 4022719"/>
                <a:gd name="connsiteX147" fmla="*/ 1509115 w 3852820"/>
                <a:gd name="connsiteY147" fmla="*/ 1908699 h 4022719"/>
                <a:gd name="connsiteX148" fmla="*/ 1775445 w 3852820"/>
                <a:gd name="connsiteY148" fmla="*/ 1997476 h 4022719"/>
                <a:gd name="connsiteX149" fmla="*/ 2112797 w 3852820"/>
                <a:gd name="connsiteY149" fmla="*/ 852256 h 4022719"/>
                <a:gd name="connsiteX150" fmla="*/ 1926366 w 3852820"/>
                <a:gd name="connsiteY150" fmla="*/ 381740 h 4022719"/>
                <a:gd name="connsiteX151" fmla="*/ 1402583 w 3852820"/>
                <a:gd name="connsiteY151" fmla="*/ 541538 h 4022719"/>
                <a:gd name="connsiteX152" fmla="*/ 1145131 w 3852820"/>
                <a:gd name="connsiteY152" fmla="*/ 2565647 h 4022719"/>
                <a:gd name="connsiteX153" fmla="*/ 1775445 w 3852820"/>
                <a:gd name="connsiteY153" fmla="*/ 2787588 h 4022719"/>
                <a:gd name="connsiteX154" fmla="*/ 2157185 w 3852820"/>
                <a:gd name="connsiteY154" fmla="*/ 2432482 h 4022719"/>
                <a:gd name="connsiteX155" fmla="*/ 1464727 w 3852820"/>
                <a:gd name="connsiteY155" fmla="*/ 1873188 h 4022719"/>
                <a:gd name="connsiteX156" fmla="*/ 1269418 w 3852820"/>
                <a:gd name="connsiteY156" fmla="*/ 3462291 h 4022719"/>
                <a:gd name="connsiteX157" fmla="*/ 1908610 w 3852820"/>
                <a:gd name="connsiteY157" fmla="*/ 3728621 h 4022719"/>
                <a:gd name="connsiteX158" fmla="*/ 3089340 w 3852820"/>
                <a:gd name="connsiteY158" fmla="*/ 2601157 h 4022719"/>
                <a:gd name="connsiteX159" fmla="*/ 2716478 w 3852820"/>
                <a:gd name="connsiteY159" fmla="*/ 2024109 h 4022719"/>
                <a:gd name="connsiteX160" fmla="*/ 2574436 w 3852820"/>
                <a:gd name="connsiteY160" fmla="*/ 3355759 h 4022719"/>
                <a:gd name="connsiteX161" fmla="*/ 3000564 w 3852820"/>
                <a:gd name="connsiteY161" fmla="*/ 3204839 h 4022719"/>
                <a:gd name="connsiteX162" fmla="*/ 3293527 w 3852820"/>
                <a:gd name="connsiteY162" fmla="*/ 994299 h 4022719"/>
                <a:gd name="connsiteX163" fmla="*/ 2858521 w 3852820"/>
                <a:gd name="connsiteY163" fmla="*/ 692458 h 4022719"/>
                <a:gd name="connsiteX164" fmla="*/ 2228206 w 3852820"/>
                <a:gd name="connsiteY164" fmla="*/ 2139519 h 4022719"/>
                <a:gd name="connsiteX165" fmla="*/ 2316983 w 3852820"/>
                <a:gd name="connsiteY165" fmla="*/ 2183907 h 4022719"/>
                <a:gd name="connsiteX166" fmla="*/ 2743111 w 3852820"/>
                <a:gd name="connsiteY166" fmla="*/ 1438183 h 4022719"/>
                <a:gd name="connsiteX167" fmla="*/ 1455849 w 3852820"/>
                <a:gd name="connsiteY167" fmla="*/ 648070 h 4022719"/>
                <a:gd name="connsiteX168" fmla="*/ 763391 w 3852820"/>
                <a:gd name="connsiteY168" fmla="*/ 2583402 h 4022719"/>
                <a:gd name="connsiteX169" fmla="*/ 1065232 w 3852820"/>
                <a:gd name="connsiteY169" fmla="*/ 2974020 h 4022719"/>
                <a:gd name="connsiteX170" fmla="*/ 1597892 w 3852820"/>
                <a:gd name="connsiteY170" fmla="*/ 2849732 h 4022719"/>
                <a:gd name="connsiteX171" fmla="*/ 1402583 w 3852820"/>
                <a:gd name="connsiteY171" fmla="*/ 2006354 h 4022719"/>
                <a:gd name="connsiteX172" fmla="*/ 1074109 w 3852820"/>
                <a:gd name="connsiteY172" fmla="*/ 1970843 h 4022719"/>
                <a:gd name="connsiteX173" fmla="*/ 1020843 w 3852820"/>
                <a:gd name="connsiteY173" fmla="*/ 3551068 h 4022719"/>
                <a:gd name="connsiteX174" fmla="*/ 1855344 w 3852820"/>
                <a:gd name="connsiteY174" fmla="*/ 3542190 h 4022719"/>
                <a:gd name="connsiteX175" fmla="*/ 2601069 w 3852820"/>
                <a:gd name="connsiteY175" fmla="*/ 2325950 h 4022719"/>
                <a:gd name="connsiteX176" fmla="*/ 1722179 w 3852820"/>
                <a:gd name="connsiteY176" fmla="*/ 1766656 h 4022719"/>
                <a:gd name="connsiteX177" fmla="*/ 1198397 w 3852820"/>
                <a:gd name="connsiteY177" fmla="*/ 1793289 h 4022719"/>
                <a:gd name="connsiteX178" fmla="*/ 710125 w 3852820"/>
                <a:gd name="connsiteY178" fmla="*/ 3435658 h 4022719"/>
                <a:gd name="connsiteX179" fmla="*/ 1704424 w 3852820"/>
                <a:gd name="connsiteY179" fmla="*/ 3684233 h 4022719"/>
                <a:gd name="connsiteX180" fmla="*/ 2902909 w 3852820"/>
                <a:gd name="connsiteY180" fmla="*/ 3053919 h 4022719"/>
                <a:gd name="connsiteX181" fmla="*/ 3435570 w 3852820"/>
                <a:gd name="connsiteY181" fmla="*/ 2201662 h 4022719"/>
                <a:gd name="connsiteX182" fmla="*/ 3071585 w 3852820"/>
                <a:gd name="connsiteY182" fmla="*/ 1296140 h 4022719"/>
                <a:gd name="connsiteX183" fmla="*/ 1589014 w 3852820"/>
                <a:gd name="connsiteY183" fmla="*/ 257453 h 4022719"/>
                <a:gd name="connsiteX184" fmla="*/ 861045 w 3852820"/>
                <a:gd name="connsiteY184" fmla="*/ 2077375 h 4022719"/>
                <a:gd name="connsiteX185" fmla="*/ 949822 w 3852820"/>
                <a:gd name="connsiteY185" fmla="*/ 2618913 h 4022719"/>
                <a:gd name="connsiteX186" fmla="*/ 1411461 w 3852820"/>
                <a:gd name="connsiteY186" fmla="*/ 2876365 h 4022719"/>
                <a:gd name="connsiteX187" fmla="*/ 2379127 w 3852820"/>
                <a:gd name="connsiteY187" fmla="*/ 2592280 h 4022719"/>
                <a:gd name="connsiteX188" fmla="*/ 2459026 w 3852820"/>
                <a:gd name="connsiteY188" fmla="*/ 958788 h 4022719"/>
                <a:gd name="connsiteX189" fmla="*/ 1260540 w 3852820"/>
                <a:gd name="connsiteY189" fmla="*/ 443884 h 4022719"/>
                <a:gd name="connsiteX190" fmla="*/ 568082 w 3852820"/>
                <a:gd name="connsiteY190" fmla="*/ 861134 h 4022719"/>
                <a:gd name="connsiteX191" fmla="*/ 816657 w 3852820"/>
                <a:gd name="connsiteY191" fmla="*/ 2743200 h 4022719"/>
                <a:gd name="connsiteX192" fmla="*/ 1606770 w 3852820"/>
                <a:gd name="connsiteY192" fmla="*/ 2725445 h 4022719"/>
                <a:gd name="connsiteX193" fmla="*/ 1597892 w 3852820"/>
                <a:gd name="connsiteY193" fmla="*/ 1322773 h 4022719"/>
                <a:gd name="connsiteX194" fmla="*/ 683492 w 3852820"/>
                <a:gd name="connsiteY194" fmla="*/ 1012055 h 4022719"/>
                <a:gd name="connsiteX195" fmla="*/ 35422 w 3852820"/>
                <a:gd name="connsiteY195" fmla="*/ 2601157 h 4022719"/>
                <a:gd name="connsiteX196" fmla="*/ 514816 w 3852820"/>
                <a:gd name="connsiteY196" fmla="*/ 3151573 h 4022719"/>
                <a:gd name="connsiteX197" fmla="*/ 1544626 w 3852820"/>
                <a:gd name="connsiteY197" fmla="*/ 3107185 h 4022719"/>
                <a:gd name="connsiteX198" fmla="*/ 2086164 w 3852820"/>
                <a:gd name="connsiteY198" fmla="*/ 2902998 h 4022719"/>
                <a:gd name="connsiteX199" fmla="*/ 1970754 w 3852820"/>
                <a:gd name="connsiteY199" fmla="*/ 3551068 h 4022719"/>
                <a:gd name="connsiteX200" fmla="*/ 2538925 w 3852820"/>
                <a:gd name="connsiteY200" fmla="*/ 3923930 h 4022719"/>
                <a:gd name="connsiteX201" fmla="*/ 3852820 w 3852820"/>
                <a:gd name="connsiteY201" fmla="*/ 2858610 h 4022719"/>
                <a:gd name="connsiteX202" fmla="*/ 3746288 w 3852820"/>
                <a:gd name="connsiteY202" fmla="*/ 2192785 h 4022719"/>
                <a:gd name="connsiteX203" fmla="*/ 3479958 w 3852820"/>
                <a:gd name="connsiteY203" fmla="*/ 1970843 h 4022719"/>
                <a:gd name="connsiteX204" fmla="*/ 3178117 w 3852820"/>
                <a:gd name="connsiteY204" fmla="*/ 2396971 h 4022719"/>
                <a:gd name="connsiteX205" fmla="*/ 3124851 w 3852820"/>
                <a:gd name="connsiteY205" fmla="*/ 2769833 h 4022719"/>
                <a:gd name="connsiteX206" fmla="*/ 3169239 w 3852820"/>
                <a:gd name="connsiteY206" fmla="*/ 1305018 h 4022719"/>
                <a:gd name="connsiteX207" fmla="*/ 2547803 w 3852820"/>
                <a:gd name="connsiteY207" fmla="*/ 1189608 h 4022719"/>
                <a:gd name="connsiteX208" fmla="*/ 1935243 w 3852820"/>
                <a:gd name="connsiteY208" fmla="*/ 1722268 h 4022719"/>
                <a:gd name="connsiteX209" fmla="*/ 1837589 w 3852820"/>
                <a:gd name="connsiteY209" fmla="*/ 301841 h 4022719"/>
                <a:gd name="connsiteX210" fmla="*/ 1571259 w 3852820"/>
                <a:gd name="connsiteY210" fmla="*/ 124288 h 4022719"/>
                <a:gd name="connsiteX211" fmla="*/ 1091865 w 3852820"/>
                <a:gd name="connsiteY211" fmla="*/ 497150 h 4022719"/>
                <a:gd name="connsiteX212" fmla="*/ 949822 w 3852820"/>
                <a:gd name="connsiteY212" fmla="*/ 1367161 h 4022719"/>
                <a:gd name="connsiteX213" fmla="*/ 1296051 w 3852820"/>
                <a:gd name="connsiteY213" fmla="*/ 1500326 h 4022719"/>
                <a:gd name="connsiteX214" fmla="*/ 1890855 w 3852820"/>
                <a:gd name="connsiteY214" fmla="*/ 1100831 h 4022719"/>
                <a:gd name="connsiteX215" fmla="*/ 2077286 w 3852820"/>
                <a:gd name="connsiteY215" fmla="*/ 710214 h 4022719"/>
                <a:gd name="connsiteX216" fmla="*/ 861045 w 3852820"/>
                <a:gd name="connsiteY216" fmla="*/ 337352 h 4022719"/>
                <a:gd name="connsiteX217" fmla="*/ 1047476 w 3852820"/>
                <a:gd name="connsiteY217" fmla="*/ 2104008 h 4022719"/>
                <a:gd name="connsiteX218" fmla="*/ 1757690 w 3852820"/>
                <a:gd name="connsiteY218" fmla="*/ 2139519 h 4022719"/>
                <a:gd name="connsiteX219" fmla="*/ 2237084 w 3852820"/>
                <a:gd name="connsiteY219" fmla="*/ 976544 h 4022719"/>
                <a:gd name="connsiteX220" fmla="*/ 1695546 w 3852820"/>
                <a:gd name="connsiteY220" fmla="*/ 781235 h 4022719"/>
                <a:gd name="connsiteX221" fmla="*/ 1517993 w 3852820"/>
                <a:gd name="connsiteY221" fmla="*/ 1695635 h 4022719"/>
                <a:gd name="connsiteX222" fmla="*/ 1500238 w 3852820"/>
                <a:gd name="connsiteY222" fmla="*/ 2148396 h 4022719"/>
                <a:gd name="connsiteX223" fmla="*/ 1544626 w 3852820"/>
                <a:gd name="connsiteY223" fmla="*/ 2210540 h 4022719"/>
                <a:gd name="connsiteX224" fmla="*/ 1633403 w 3852820"/>
                <a:gd name="connsiteY224" fmla="*/ 2237173 h 4022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</a:cxnLst>
              <a:rect l="l" t="t" r="r" b="b"/>
              <a:pathLst>
                <a:path w="3852820" h="4022719">
                  <a:moveTo>
                    <a:pt x="3613123" y="763480"/>
                  </a:moveTo>
                  <a:lnTo>
                    <a:pt x="3178117" y="772357"/>
                  </a:lnTo>
                  <a:cubicBezTo>
                    <a:pt x="3013286" y="786485"/>
                    <a:pt x="2988249" y="823414"/>
                    <a:pt x="2849643" y="887767"/>
                  </a:cubicBezTo>
                  <a:cubicBezTo>
                    <a:pt x="2663961" y="973976"/>
                    <a:pt x="2811941" y="892823"/>
                    <a:pt x="2680968" y="967666"/>
                  </a:cubicBezTo>
                  <a:cubicBezTo>
                    <a:pt x="2654335" y="1026851"/>
                    <a:pt x="2615859" y="1082027"/>
                    <a:pt x="2601069" y="1145220"/>
                  </a:cubicBezTo>
                  <a:cubicBezTo>
                    <a:pt x="2582811" y="1223230"/>
                    <a:pt x="2582591" y="1304802"/>
                    <a:pt x="2583313" y="1384917"/>
                  </a:cubicBezTo>
                  <a:cubicBezTo>
                    <a:pt x="2585554" y="1633640"/>
                    <a:pt x="2574244" y="1884483"/>
                    <a:pt x="2609946" y="2130641"/>
                  </a:cubicBezTo>
                  <a:cubicBezTo>
                    <a:pt x="2631035" y="2276041"/>
                    <a:pt x="2751989" y="2547891"/>
                    <a:pt x="2751989" y="2547891"/>
                  </a:cubicBezTo>
                  <a:cubicBezTo>
                    <a:pt x="2725356" y="2648505"/>
                    <a:pt x="2723116" y="2759019"/>
                    <a:pt x="2672090" y="2849732"/>
                  </a:cubicBezTo>
                  <a:cubicBezTo>
                    <a:pt x="2614088" y="2952847"/>
                    <a:pt x="2410764" y="3015554"/>
                    <a:pt x="2316983" y="3053919"/>
                  </a:cubicBezTo>
                  <a:cubicBezTo>
                    <a:pt x="2131551" y="3048124"/>
                    <a:pt x="2009299" y="3071455"/>
                    <a:pt x="1846467" y="2982897"/>
                  </a:cubicBezTo>
                  <a:cubicBezTo>
                    <a:pt x="1733990" y="2921725"/>
                    <a:pt x="1640947" y="2827968"/>
                    <a:pt x="1526871" y="2769833"/>
                  </a:cubicBezTo>
                  <a:cubicBezTo>
                    <a:pt x="1331959" y="2670503"/>
                    <a:pt x="923189" y="2512381"/>
                    <a:pt x="923189" y="2512381"/>
                  </a:cubicBezTo>
                  <a:cubicBezTo>
                    <a:pt x="718357" y="2323305"/>
                    <a:pt x="683953" y="2341976"/>
                    <a:pt x="594715" y="2104008"/>
                  </a:cubicBezTo>
                  <a:cubicBezTo>
                    <a:pt x="584273" y="2076162"/>
                    <a:pt x="588797" y="2044823"/>
                    <a:pt x="585838" y="2015231"/>
                  </a:cubicBezTo>
                  <a:cubicBezTo>
                    <a:pt x="779496" y="1814895"/>
                    <a:pt x="938649" y="1609577"/>
                    <a:pt x="1216152" y="1509204"/>
                  </a:cubicBezTo>
                  <a:cubicBezTo>
                    <a:pt x="1362162" y="1456392"/>
                    <a:pt x="1523911" y="1467775"/>
                    <a:pt x="1677791" y="1447060"/>
                  </a:cubicBezTo>
                  <a:cubicBezTo>
                    <a:pt x="2623806" y="1535749"/>
                    <a:pt x="2328193" y="1349870"/>
                    <a:pt x="2849643" y="1784412"/>
                  </a:cubicBezTo>
                  <a:cubicBezTo>
                    <a:pt x="2886650" y="1815251"/>
                    <a:pt x="2920664" y="1849515"/>
                    <a:pt x="2956175" y="1882066"/>
                  </a:cubicBezTo>
                  <a:cubicBezTo>
                    <a:pt x="2973930" y="1932373"/>
                    <a:pt x="2998451" y="1980783"/>
                    <a:pt x="3009441" y="2032987"/>
                  </a:cubicBezTo>
                  <a:cubicBezTo>
                    <a:pt x="3036049" y="2159376"/>
                    <a:pt x="3049445" y="2272622"/>
                    <a:pt x="2956175" y="2379216"/>
                  </a:cubicBezTo>
                  <a:cubicBezTo>
                    <a:pt x="2867817" y="2480197"/>
                    <a:pt x="2742167" y="2544107"/>
                    <a:pt x="2654335" y="2645546"/>
                  </a:cubicBezTo>
                  <a:cubicBezTo>
                    <a:pt x="2223274" y="3143392"/>
                    <a:pt x="2506059" y="3018368"/>
                    <a:pt x="2103919" y="3258105"/>
                  </a:cubicBezTo>
                  <a:cubicBezTo>
                    <a:pt x="2026613" y="3304191"/>
                    <a:pt x="1944121" y="3340963"/>
                    <a:pt x="1864222" y="3382392"/>
                  </a:cubicBezTo>
                  <a:cubicBezTo>
                    <a:pt x="1721830" y="3372221"/>
                    <a:pt x="1453698" y="3372005"/>
                    <a:pt x="1296051" y="3311371"/>
                  </a:cubicBezTo>
                  <a:cubicBezTo>
                    <a:pt x="1241576" y="3290419"/>
                    <a:pt x="1195438" y="3252186"/>
                    <a:pt x="1145131" y="3222594"/>
                  </a:cubicBezTo>
                  <a:cubicBezTo>
                    <a:pt x="1118498" y="3175247"/>
                    <a:pt x="1077447" y="3133485"/>
                    <a:pt x="1065232" y="3080552"/>
                  </a:cubicBezTo>
                  <a:cubicBezTo>
                    <a:pt x="989807" y="2753712"/>
                    <a:pt x="1000898" y="2175168"/>
                    <a:pt x="994210" y="1890944"/>
                  </a:cubicBezTo>
                  <a:cubicBezTo>
                    <a:pt x="1013380" y="1628949"/>
                    <a:pt x="1068983" y="1256551"/>
                    <a:pt x="1038599" y="958788"/>
                  </a:cubicBezTo>
                  <a:cubicBezTo>
                    <a:pt x="1030697" y="881345"/>
                    <a:pt x="1018355" y="804302"/>
                    <a:pt x="1003088" y="727969"/>
                  </a:cubicBezTo>
                  <a:cubicBezTo>
                    <a:pt x="997582" y="700441"/>
                    <a:pt x="997027" y="667173"/>
                    <a:pt x="976455" y="648070"/>
                  </a:cubicBezTo>
                  <a:cubicBezTo>
                    <a:pt x="951073" y="624501"/>
                    <a:pt x="911352" y="624396"/>
                    <a:pt x="878801" y="612559"/>
                  </a:cubicBezTo>
                  <a:cubicBezTo>
                    <a:pt x="810739" y="642151"/>
                    <a:pt x="732445" y="654820"/>
                    <a:pt x="674614" y="701336"/>
                  </a:cubicBezTo>
                  <a:cubicBezTo>
                    <a:pt x="512526" y="831711"/>
                    <a:pt x="427957" y="1015356"/>
                    <a:pt x="328385" y="1189608"/>
                  </a:cubicBezTo>
                  <a:cubicBezTo>
                    <a:pt x="325426" y="1328691"/>
                    <a:pt x="295157" y="1469891"/>
                    <a:pt x="319507" y="1606858"/>
                  </a:cubicBezTo>
                  <a:cubicBezTo>
                    <a:pt x="343457" y="1741576"/>
                    <a:pt x="415198" y="1863410"/>
                    <a:pt x="470428" y="1988598"/>
                  </a:cubicBezTo>
                  <a:cubicBezTo>
                    <a:pt x="544787" y="2157145"/>
                    <a:pt x="612968" y="2311456"/>
                    <a:pt x="807779" y="2379216"/>
                  </a:cubicBezTo>
                  <a:cubicBezTo>
                    <a:pt x="998535" y="2445566"/>
                    <a:pt x="1204315" y="2456155"/>
                    <a:pt x="1402583" y="2494625"/>
                  </a:cubicBezTo>
                  <a:cubicBezTo>
                    <a:pt x="1479523" y="2485747"/>
                    <a:pt x="1572721" y="2516119"/>
                    <a:pt x="1633403" y="2467992"/>
                  </a:cubicBezTo>
                  <a:cubicBezTo>
                    <a:pt x="1877399" y="2274478"/>
                    <a:pt x="1951976" y="2000034"/>
                    <a:pt x="2059531" y="1731146"/>
                  </a:cubicBezTo>
                  <a:cubicBezTo>
                    <a:pt x="2074728" y="1427184"/>
                    <a:pt x="2080353" y="1499874"/>
                    <a:pt x="2015142" y="1056443"/>
                  </a:cubicBezTo>
                  <a:cubicBezTo>
                    <a:pt x="1952186" y="628344"/>
                    <a:pt x="2048317" y="715915"/>
                    <a:pt x="1846467" y="594804"/>
                  </a:cubicBezTo>
                  <a:cubicBezTo>
                    <a:pt x="1742166" y="678245"/>
                    <a:pt x="1540433" y="794976"/>
                    <a:pt x="1517993" y="958788"/>
                  </a:cubicBezTo>
                  <a:cubicBezTo>
                    <a:pt x="1497093" y="1111357"/>
                    <a:pt x="1522806" y="1266978"/>
                    <a:pt x="1535748" y="1420427"/>
                  </a:cubicBezTo>
                  <a:cubicBezTo>
                    <a:pt x="1553813" y="1634620"/>
                    <a:pt x="1609594" y="1889117"/>
                    <a:pt x="1748812" y="2059620"/>
                  </a:cubicBezTo>
                  <a:cubicBezTo>
                    <a:pt x="2040773" y="2417190"/>
                    <a:pt x="2503242" y="2796359"/>
                    <a:pt x="2902909" y="3045041"/>
                  </a:cubicBezTo>
                  <a:cubicBezTo>
                    <a:pt x="2985058" y="3096156"/>
                    <a:pt x="3080462" y="3121981"/>
                    <a:pt x="3169239" y="3160451"/>
                  </a:cubicBezTo>
                  <a:cubicBezTo>
                    <a:pt x="3240261" y="3240350"/>
                    <a:pt x="3325973" y="3309292"/>
                    <a:pt x="3382304" y="3400148"/>
                  </a:cubicBezTo>
                  <a:cubicBezTo>
                    <a:pt x="3419793" y="3460614"/>
                    <a:pt x="3469590" y="3537780"/>
                    <a:pt x="3444447" y="3604334"/>
                  </a:cubicBezTo>
                  <a:cubicBezTo>
                    <a:pt x="3318819" y="3936878"/>
                    <a:pt x="2786654" y="3811996"/>
                    <a:pt x="2592191" y="3817398"/>
                  </a:cubicBezTo>
                  <a:cubicBezTo>
                    <a:pt x="2126217" y="3724204"/>
                    <a:pt x="2017802" y="3793035"/>
                    <a:pt x="1722179" y="3355759"/>
                  </a:cubicBezTo>
                  <a:cubicBezTo>
                    <a:pt x="1671772" y="3281198"/>
                    <a:pt x="1692587" y="3178206"/>
                    <a:pt x="1677791" y="3089429"/>
                  </a:cubicBezTo>
                  <a:cubicBezTo>
                    <a:pt x="1722179" y="2962182"/>
                    <a:pt x="1721925" y="2808860"/>
                    <a:pt x="1810956" y="2707689"/>
                  </a:cubicBezTo>
                  <a:cubicBezTo>
                    <a:pt x="1928659" y="2573935"/>
                    <a:pt x="2114658" y="2521202"/>
                    <a:pt x="2263717" y="2423604"/>
                  </a:cubicBezTo>
                  <a:cubicBezTo>
                    <a:pt x="2579907" y="2216575"/>
                    <a:pt x="2497650" y="2281920"/>
                    <a:pt x="2707601" y="2059620"/>
                  </a:cubicBezTo>
                  <a:cubicBezTo>
                    <a:pt x="2725356" y="1994517"/>
                    <a:pt x="2780131" y="1928984"/>
                    <a:pt x="2760867" y="1864311"/>
                  </a:cubicBezTo>
                  <a:cubicBezTo>
                    <a:pt x="2674472" y="1574273"/>
                    <a:pt x="2382146" y="1588998"/>
                    <a:pt x="2148307" y="1526959"/>
                  </a:cubicBezTo>
                  <a:cubicBezTo>
                    <a:pt x="2074327" y="1556551"/>
                    <a:pt x="1988417" y="1565751"/>
                    <a:pt x="1926366" y="1615736"/>
                  </a:cubicBezTo>
                  <a:cubicBezTo>
                    <a:pt x="1631421" y="1853331"/>
                    <a:pt x="2079822" y="2194485"/>
                    <a:pt x="2245962" y="2334827"/>
                  </a:cubicBezTo>
                  <a:cubicBezTo>
                    <a:pt x="2553208" y="2594364"/>
                    <a:pt x="2909947" y="2790262"/>
                    <a:pt x="3258016" y="2991775"/>
                  </a:cubicBezTo>
                  <a:cubicBezTo>
                    <a:pt x="3314241" y="3024326"/>
                    <a:pt x="3368583" y="3060374"/>
                    <a:pt x="3426692" y="3089429"/>
                  </a:cubicBezTo>
                  <a:cubicBezTo>
                    <a:pt x="3457672" y="3104919"/>
                    <a:pt x="3491795" y="3113103"/>
                    <a:pt x="3524346" y="3124940"/>
                  </a:cubicBezTo>
                  <a:cubicBezTo>
                    <a:pt x="3536183" y="3142695"/>
                    <a:pt x="3570763" y="3159864"/>
                    <a:pt x="3559857" y="3178206"/>
                  </a:cubicBezTo>
                  <a:cubicBezTo>
                    <a:pt x="3377036" y="3485679"/>
                    <a:pt x="3277585" y="3481023"/>
                    <a:pt x="2965053" y="3648722"/>
                  </a:cubicBezTo>
                  <a:cubicBezTo>
                    <a:pt x="2796377" y="3562905"/>
                    <a:pt x="2603498" y="3513515"/>
                    <a:pt x="2459026" y="3391270"/>
                  </a:cubicBezTo>
                  <a:cubicBezTo>
                    <a:pt x="2397574" y="3339272"/>
                    <a:pt x="2378599" y="3240399"/>
                    <a:pt x="2388005" y="3160451"/>
                  </a:cubicBezTo>
                  <a:cubicBezTo>
                    <a:pt x="2425112" y="2845041"/>
                    <a:pt x="2548631" y="2635012"/>
                    <a:pt x="2680968" y="2370338"/>
                  </a:cubicBezTo>
                  <a:cubicBezTo>
                    <a:pt x="2692805" y="2266765"/>
                    <a:pt x="2765159" y="2151802"/>
                    <a:pt x="2716478" y="2059620"/>
                  </a:cubicBezTo>
                  <a:cubicBezTo>
                    <a:pt x="2436376" y="1529215"/>
                    <a:pt x="2231527" y="1571496"/>
                    <a:pt x="1739935" y="1438183"/>
                  </a:cubicBezTo>
                  <a:cubicBezTo>
                    <a:pt x="1555069" y="1535017"/>
                    <a:pt x="1100824" y="1690916"/>
                    <a:pt x="1136253" y="2015231"/>
                  </a:cubicBezTo>
                  <a:cubicBezTo>
                    <a:pt x="1190539" y="2512155"/>
                    <a:pt x="1708097" y="2960422"/>
                    <a:pt x="2103919" y="3169328"/>
                  </a:cubicBezTo>
                  <a:cubicBezTo>
                    <a:pt x="2203678" y="3221979"/>
                    <a:pt x="2328820" y="3187083"/>
                    <a:pt x="2441271" y="3195961"/>
                  </a:cubicBezTo>
                  <a:cubicBezTo>
                    <a:pt x="2494537" y="3119021"/>
                    <a:pt x="2615664" y="3057576"/>
                    <a:pt x="2601069" y="2965142"/>
                  </a:cubicBezTo>
                  <a:cubicBezTo>
                    <a:pt x="2481086" y="2205253"/>
                    <a:pt x="2281921" y="2184263"/>
                    <a:pt x="1766568" y="1775534"/>
                  </a:cubicBezTo>
                  <a:cubicBezTo>
                    <a:pt x="1624525" y="1784412"/>
                    <a:pt x="1443786" y="1704318"/>
                    <a:pt x="1340439" y="1802167"/>
                  </a:cubicBezTo>
                  <a:cubicBezTo>
                    <a:pt x="555483" y="2545371"/>
                    <a:pt x="1041033" y="3106686"/>
                    <a:pt x="1633403" y="3888420"/>
                  </a:cubicBezTo>
                  <a:cubicBezTo>
                    <a:pt x="1713190" y="3993713"/>
                    <a:pt x="1887896" y="3959441"/>
                    <a:pt x="2015142" y="3994952"/>
                  </a:cubicBezTo>
                  <a:cubicBezTo>
                    <a:pt x="2194011" y="3892741"/>
                    <a:pt x="2211106" y="3934234"/>
                    <a:pt x="2095041" y="3630967"/>
                  </a:cubicBezTo>
                  <a:cubicBezTo>
                    <a:pt x="2037300" y="3480097"/>
                    <a:pt x="1946127" y="3344078"/>
                    <a:pt x="1864222" y="3204839"/>
                  </a:cubicBezTo>
                  <a:cubicBezTo>
                    <a:pt x="1856720" y="3192086"/>
                    <a:pt x="1813915" y="3178206"/>
                    <a:pt x="1828711" y="3178206"/>
                  </a:cubicBezTo>
                  <a:cubicBezTo>
                    <a:pt x="1853995" y="3178206"/>
                    <a:pt x="1878103" y="3191747"/>
                    <a:pt x="1899733" y="3204839"/>
                  </a:cubicBezTo>
                  <a:cubicBezTo>
                    <a:pt x="2103414" y="3328120"/>
                    <a:pt x="2285009" y="3491799"/>
                    <a:pt x="2503414" y="3586579"/>
                  </a:cubicBezTo>
                  <a:cubicBezTo>
                    <a:pt x="2606891" y="3631484"/>
                    <a:pt x="2728315" y="3604334"/>
                    <a:pt x="2840766" y="3613212"/>
                  </a:cubicBezTo>
                  <a:cubicBezTo>
                    <a:pt x="3057267" y="2974533"/>
                    <a:pt x="3176695" y="3156255"/>
                    <a:pt x="2609946" y="2743200"/>
                  </a:cubicBezTo>
                  <a:cubicBezTo>
                    <a:pt x="2577419" y="2719494"/>
                    <a:pt x="2533007" y="2719526"/>
                    <a:pt x="2494537" y="2707689"/>
                  </a:cubicBezTo>
                  <a:cubicBezTo>
                    <a:pt x="2478211" y="2774249"/>
                    <a:pt x="2166064" y="3542190"/>
                    <a:pt x="2627702" y="3542190"/>
                  </a:cubicBezTo>
                  <a:cubicBezTo>
                    <a:pt x="2860147" y="3542190"/>
                    <a:pt x="3024238" y="3299534"/>
                    <a:pt x="3222506" y="3178206"/>
                  </a:cubicBezTo>
                  <a:cubicBezTo>
                    <a:pt x="3210669" y="2956264"/>
                    <a:pt x="3290510" y="2709060"/>
                    <a:pt x="3186995" y="2512381"/>
                  </a:cubicBezTo>
                  <a:cubicBezTo>
                    <a:pt x="2798148" y="1773571"/>
                    <a:pt x="2578318" y="1841376"/>
                    <a:pt x="1952999" y="1722268"/>
                  </a:cubicBezTo>
                  <a:cubicBezTo>
                    <a:pt x="1879018" y="1781452"/>
                    <a:pt x="1759013" y="1809298"/>
                    <a:pt x="1731057" y="1899821"/>
                  </a:cubicBezTo>
                  <a:cubicBezTo>
                    <a:pt x="1562326" y="2446187"/>
                    <a:pt x="1953583" y="2397879"/>
                    <a:pt x="2343616" y="2547891"/>
                  </a:cubicBezTo>
                  <a:cubicBezTo>
                    <a:pt x="2603663" y="2094907"/>
                    <a:pt x="2864522" y="1903786"/>
                    <a:pt x="2414638" y="1331651"/>
                  </a:cubicBezTo>
                  <a:cubicBezTo>
                    <a:pt x="2273936" y="1152715"/>
                    <a:pt x="2006265" y="1130424"/>
                    <a:pt x="1802078" y="1029810"/>
                  </a:cubicBezTo>
                  <a:cubicBezTo>
                    <a:pt x="1253694" y="1148089"/>
                    <a:pt x="1274466" y="1048239"/>
                    <a:pt x="914311" y="1633491"/>
                  </a:cubicBezTo>
                  <a:cubicBezTo>
                    <a:pt x="881705" y="1686476"/>
                    <a:pt x="866679" y="1793898"/>
                    <a:pt x="923189" y="1819922"/>
                  </a:cubicBezTo>
                  <a:cubicBezTo>
                    <a:pt x="1128263" y="1914364"/>
                    <a:pt x="1367072" y="1902781"/>
                    <a:pt x="1589014" y="1944210"/>
                  </a:cubicBezTo>
                  <a:cubicBezTo>
                    <a:pt x="1739934" y="1861352"/>
                    <a:pt x="1973404" y="1853647"/>
                    <a:pt x="2041775" y="1695635"/>
                  </a:cubicBezTo>
                  <a:cubicBezTo>
                    <a:pt x="2302797" y="1092385"/>
                    <a:pt x="1649320" y="592740"/>
                    <a:pt x="1287173" y="319596"/>
                  </a:cubicBezTo>
                  <a:cubicBezTo>
                    <a:pt x="1192052" y="247852"/>
                    <a:pt x="1056354" y="260412"/>
                    <a:pt x="940944" y="230820"/>
                  </a:cubicBezTo>
                  <a:cubicBezTo>
                    <a:pt x="828494" y="411332"/>
                    <a:pt x="665946" y="569030"/>
                    <a:pt x="603593" y="772357"/>
                  </a:cubicBezTo>
                  <a:cubicBezTo>
                    <a:pt x="451971" y="1266777"/>
                    <a:pt x="497353" y="1701456"/>
                    <a:pt x="727880" y="2148396"/>
                  </a:cubicBezTo>
                  <a:cubicBezTo>
                    <a:pt x="781630" y="2252605"/>
                    <a:pt x="887678" y="2320031"/>
                    <a:pt x="967577" y="2405849"/>
                  </a:cubicBezTo>
                  <a:cubicBezTo>
                    <a:pt x="1148090" y="2370338"/>
                    <a:pt x="1381091" y="2431437"/>
                    <a:pt x="1509115" y="2299317"/>
                  </a:cubicBezTo>
                  <a:cubicBezTo>
                    <a:pt x="1885109" y="1911291"/>
                    <a:pt x="2373763" y="1175367"/>
                    <a:pt x="1855344" y="656948"/>
                  </a:cubicBezTo>
                  <a:cubicBezTo>
                    <a:pt x="1727428" y="529032"/>
                    <a:pt x="1506156" y="562253"/>
                    <a:pt x="1331562" y="514905"/>
                  </a:cubicBezTo>
                  <a:cubicBezTo>
                    <a:pt x="1036708" y="1201110"/>
                    <a:pt x="513494" y="1921332"/>
                    <a:pt x="940944" y="2725445"/>
                  </a:cubicBezTo>
                  <a:cubicBezTo>
                    <a:pt x="1098466" y="3021774"/>
                    <a:pt x="1473605" y="3133818"/>
                    <a:pt x="1739935" y="3338004"/>
                  </a:cubicBezTo>
                  <a:cubicBezTo>
                    <a:pt x="1958917" y="3222594"/>
                    <a:pt x="2257494" y="3196332"/>
                    <a:pt x="2396882" y="2991775"/>
                  </a:cubicBezTo>
                  <a:cubicBezTo>
                    <a:pt x="2824490" y="2364246"/>
                    <a:pt x="2132154" y="2117332"/>
                    <a:pt x="1793201" y="1864311"/>
                  </a:cubicBezTo>
                  <a:cubicBezTo>
                    <a:pt x="1633403" y="1973802"/>
                    <a:pt x="1408727" y="2023925"/>
                    <a:pt x="1313806" y="2192785"/>
                  </a:cubicBezTo>
                  <a:cubicBezTo>
                    <a:pt x="1071739" y="2623409"/>
                    <a:pt x="589725" y="3610014"/>
                    <a:pt x="1384828" y="3941686"/>
                  </a:cubicBezTo>
                  <a:cubicBezTo>
                    <a:pt x="1729643" y="4085523"/>
                    <a:pt x="2130552" y="3989033"/>
                    <a:pt x="2503414" y="4012707"/>
                  </a:cubicBezTo>
                  <a:cubicBezTo>
                    <a:pt x="2698723" y="3888420"/>
                    <a:pt x="2967150" y="3836473"/>
                    <a:pt x="3089340" y="3639845"/>
                  </a:cubicBezTo>
                  <a:cubicBezTo>
                    <a:pt x="3472606" y="3023096"/>
                    <a:pt x="3253706" y="2634769"/>
                    <a:pt x="3027197" y="2068497"/>
                  </a:cubicBezTo>
                  <a:cubicBezTo>
                    <a:pt x="2901809" y="1755027"/>
                    <a:pt x="2939386" y="1822870"/>
                    <a:pt x="2689845" y="1686757"/>
                  </a:cubicBezTo>
                  <a:cubicBezTo>
                    <a:pt x="2512684" y="1827830"/>
                    <a:pt x="1795998" y="2196819"/>
                    <a:pt x="2201573" y="2636668"/>
                  </a:cubicBezTo>
                  <a:cubicBezTo>
                    <a:pt x="2348341" y="2795839"/>
                    <a:pt x="2627702" y="2713608"/>
                    <a:pt x="2840766" y="2752078"/>
                  </a:cubicBezTo>
                  <a:cubicBezTo>
                    <a:pt x="3569922" y="1979519"/>
                    <a:pt x="3856117" y="2004798"/>
                    <a:pt x="3684144" y="807868"/>
                  </a:cubicBezTo>
                  <a:cubicBezTo>
                    <a:pt x="3660218" y="641344"/>
                    <a:pt x="3471080" y="547457"/>
                    <a:pt x="3364548" y="417251"/>
                  </a:cubicBezTo>
                  <a:cubicBezTo>
                    <a:pt x="3263934" y="423169"/>
                    <a:pt x="3141958" y="372737"/>
                    <a:pt x="3062707" y="435006"/>
                  </a:cubicBezTo>
                  <a:cubicBezTo>
                    <a:pt x="2751625" y="679427"/>
                    <a:pt x="2245962" y="1296140"/>
                    <a:pt x="2245962" y="1296140"/>
                  </a:cubicBezTo>
                  <a:cubicBezTo>
                    <a:pt x="2441783" y="1557238"/>
                    <a:pt x="2396189" y="1519899"/>
                    <a:pt x="2778622" y="612559"/>
                  </a:cubicBezTo>
                  <a:cubicBezTo>
                    <a:pt x="2969722" y="159165"/>
                    <a:pt x="2329516" y="88639"/>
                    <a:pt x="2121674" y="0"/>
                  </a:cubicBezTo>
                  <a:cubicBezTo>
                    <a:pt x="1917488" y="121328"/>
                    <a:pt x="1639052" y="165166"/>
                    <a:pt x="1509115" y="363985"/>
                  </a:cubicBezTo>
                  <a:cubicBezTo>
                    <a:pt x="1169467" y="883688"/>
                    <a:pt x="1421997" y="1469509"/>
                    <a:pt x="1855344" y="1811045"/>
                  </a:cubicBezTo>
                  <a:cubicBezTo>
                    <a:pt x="2010924" y="1933663"/>
                    <a:pt x="2240043" y="1905740"/>
                    <a:pt x="2432393" y="1953088"/>
                  </a:cubicBezTo>
                  <a:cubicBezTo>
                    <a:pt x="2618824" y="1799208"/>
                    <a:pt x="2855640" y="1691266"/>
                    <a:pt x="2991686" y="1491449"/>
                  </a:cubicBezTo>
                  <a:cubicBezTo>
                    <a:pt x="3325291" y="1001466"/>
                    <a:pt x="2290831" y="666229"/>
                    <a:pt x="2192696" y="603682"/>
                  </a:cubicBezTo>
                  <a:cubicBezTo>
                    <a:pt x="1702693" y="914794"/>
                    <a:pt x="1098413" y="1110617"/>
                    <a:pt x="1420339" y="1988598"/>
                  </a:cubicBezTo>
                  <a:cubicBezTo>
                    <a:pt x="1507955" y="2227552"/>
                    <a:pt x="1887896" y="2189825"/>
                    <a:pt x="2121674" y="2290439"/>
                  </a:cubicBezTo>
                  <a:cubicBezTo>
                    <a:pt x="2315634" y="2190972"/>
                    <a:pt x="3351357" y="1884739"/>
                    <a:pt x="2956175" y="1287262"/>
                  </a:cubicBezTo>
                  <a:cubicBezTo>
                    <a:pt x="2770643" y="1006756"/>
                    <a:pt x="2364330" y="967666"/>
                    <a:pt x="2068408" y="807868"/>
                  </a:cubicBezTo>
                  <a:cubicBezTo>
                    <a:pt x="1601669" y="1347033"/>
                    <a:pt x="1219122" y="1491469"/>
                    <a:pt x="1668913" y="2334827"/>
                  </a:cubicBezTo>
                  <a:cubicBezTo>
                    <a:pt x="1761086" y="2507652"/>
                    <a:pt x="2018102" y="2512380"/>
                    <a:pt x="2192696" y="2601157"/>
                  </a:cubicBezTo>
                  <a:cubicBezTo>
                    <a:pt x="2631312" y="2258137"/>
                    <a:pt x="3277803" y="1999054"/>
                    <a:pt x="3036074" y="1242874"/>
                  </a:cubicBezTo>
                  <a:cubicBezTo>
                    <a:pt x="2978830" y="1063803"/>
                    <a:pt x="2704641" y="1065321"/>
                    <a:pt x="2538925" y="976544"/>
                  </a:cubicBezTo>
                  <a:cubicBezTo>
                    <a:pt x="2432393" y="1210323"/>
                    <a:pt x="2267762" y="1425579"/>
                    <a:pt x="2219329" y="1677880"/>
                  </a:cubicBezTo>
                  <a:cubicBezTo>
                    <a:pt x="2019589" y="2718388"/>
                    <a:pt x="2060506" y="2681550"/>
                    <a:pt x="2290350" y="3355759"/>
                  </a:cubicBezTo>
                  <a:cubicBezTo>
                    <a:pt x="2993818" y="3298721"/>
                    <a:pt x="3047403" y="3455633"/>
                    <a:pt x="3417814" y="2707689"/>
                  </a:cubicBezTo>
                  <a:cubicBezTo>
                    <a:pt x="3467736" y="2606884"/>
                    <a:pt x="3489479" y="2448867"/>
                    <a:pt x="3408937" y="2370338"/>
                  </a:cubicBezTo>
                  <a:cubicBezTo>
                    <a:pt x="3221318" y="2187409"/>
                    <a:pt x="2941380" y="2133600"/>
                    <a:pt x="2707601" y="2015231"/>
                  </a:cubicBezTo>
                  <a:cubicBezTo>
                    <a:pt x="2562599" y="2068497"/>
                    <a:pt x="2350918" y="2041881"/>
                    <a:pt x="2272595" y="2175029"/>
                  </a:cubicBezTo>
                  <a:cubicBezTo>
                    <a:pt x="1870027" y="2859394"/>
                    <a:pt x="2175582" y="2921282"/>
                    <a:pt x="2574436" y="3249227"/>
                  </a:cubicBezTo>
                  <a:cubicBezTo>
                    <a:pt x="2737193" y="3216676"/>
                    <a:pt x="2952570" y="3275747"/>
                    <a:pt x="3062707" y="3151573"/>
                  </a:cubicBezTo>
                  <a:cubicBezTo>
                    <a:pt x="3770113" y="2354007"/>
                    <a:pt x="3483741" y="1764827"/>
                    <a:pt x="2902909" y="941033"/>
                  </a:cubicBezTo>
                  <a:cubicBezTo>
                    <a:pt x="2709023" y="666044"/>
                    <a:pt x="2382086" y="514905"/>
                    <a:pt x="2121674" y="301841"/>
                  </a:cubicBezTo>
                  <a:cubicBezTo>
                    <a:pt x="1507367" y="400131"/>
                    <a:pt x="1764843" y="292841"/>
                    <a:pt x="1455849" y="1535837"/>
                  </a:cubicBezTo>
                  <a:cubicBezTo>
                    <a:pt x="1425561" y="1657678"/>
                    <a:pt x="1437651" y="1805473"/>
                    <a:pt x="1509115" y="1908699"/>
                  </a:cubicBezTo>
                  <a:cubicBezTo>
                    <a:pt x="1562381" y="1985639"/>
                    <a:pt x="1686668" y="1967884"/>
                    <a:pt x="1775445" y="1997476"/>
                  </a:cubicBezTo>
                  <a:cubicBezTo>
                    <a:pt x="1887896" y="1615736"/>
                    <a:pt x="2075786" y="1248489"/>
                    <a:pt x="2112797" y="852256"/>
                  </a:cubicBezTo>
                  <a:cubicBezTo>
                    <a:pt x="2128487" y="684286"/>
                    <a:pt x="2080923" y="449359"/>
                    <a:pt x="1926366" y="381740"/>
                  </a:cubicBezTo>
                  <a:cubicBezTo>
                    <a:pt x="1759132" y="308575"/>
                    <a:pt x="1577177" y="488272"/>
                    <a:pt x="1402583" y="541538"/>
                  </a:cubicBezTo>
                  <a:cubicBezTo>
                    <a:pt x="1361431" y="710987"/>
                    <a:pt x="879407" y="2170558"/>
                    <a:pt x="1145131" y="2565647"/>
                  </a:cubicBezTo>
                  <a:cubicBezTo>
                    <a:pt x="1269444" y="2750480"/>
                    <a:pt x="1565340" y="2713608"/>
                    <a:pt x="1775445" y="2787588"/>
                  </a:cubicBezTo>
                  <a:cubicBezTo>
                    <a:pt x="1902692" y="2669219"/>
                    <a:pt x="2096378" y="2595287"/>
                    <a:pt x="2157185" y="2432482"/>
                  </a:cubicBezTo>
                  <a:cubicBezTo>
                    <a:pt x="2334810" y="1956905"/>
                    <a:pt x="1653382" y="1930357"/>
                    <a:pt x="1464727" y="1873188"/>
                  </a:cubicBezTo>
                  <a:cubicBezTo>
                    <a:pt x="1195552" y="2402255"/>
                    <a:pt x="905504" y="2762102"/>
                    <a:pt x="1269418" y="3462291"/>
                  </a:cubicBezTo>
                  <a:cubicBezTo>
                    <a:pt x="1375865" y="3667100"/>
                    <a:pt x="1695546" y="3639844"/>
                    <a:pt x="1908610" y="3728621"/>
                  </a:cubicBezTo>
                  <a:cubicBezTo>
                    <a:pt x="2521305" y="3483543"/>
                    <a:pt x="3141857" y="3488110"/>
                    <a:pt x="3089340" y="2601157"/>
                  </a:cubicBezTo>
                  <a:cubicBezTo>
                    <a:pt x="3075804" y="2372547"/>
                    <a:pt x="2840765" y="2216458"/>
                    <a:pt x="2716478" y="2024109"/>
                  </a:cubicBezTo>
                  <a:cubicBezTo>
                    <a:pt x="2514061" y="2371656"/>
                    <a:pt x="1834508" y="2990148"/>
                    <a:pt x="2574436" y="3355759"/>
                  </a:cubicBezTo>
                  <a:cubicBezTo>
                    <a:pt x="2709532" y="3422512"/>
                    <a:pt x="2858521" y="3255146"/>
                    <a:pt x="3000564" y="3204839"/>
                  </a:cubicBezTo>
                  <a:cubicBezTo>
                    <a:pt x="3438629" y="2206627"/>
                    <a:pt x="3831218" y="1999851"/>
                    <a:pt x="3293527" y="994299"/>
                  </a:cubicBezTo>
                  <a:cubicBezTo>
                    <a:pt x="3210305" y="838662"/>
                    <a:pt x="3003523" y="793072"/>
                    <a:pt x="2858521" y="692458"/>
                  </a:cubicBezTo>
                  <a:cubicBezTo>
                    <a:pt x="2280101" y="1408598"/>
                    <a:pt x="2208144" y="1236710"/>
                    <a:pt x="2228206" y="2139519"/>
                  </a:cubicBezTo>
                  <a:cubicBezTo>
                    <a:pt x="2228941" y="2172596"/>
                    <a:pt x="2287391" y="2169111"/>
                    <a:pt x="2316983" y="2183907"/>
                  </a:cubicBezTo>
                  <a:cubicBezTo>
                    <a:pt x="2459026" y="1935332"/>
                    <a:pt x="2748798" y="1724423"/>
                    <a:pt x="2743111" y="1438183"/>
                  </a:cubicBezTo>
                  <a:cubicBezTo>
                    <a:pt x="2729625" y="759366"/>
                    <a:pt x="1830937" y="735857"/>
                    <a:pt x="1455849" y="648070"/>
                  </a:cubicBezTo>
                  <a:cubicBezTo>
                    <a:pt x="1165541" y="1213407"/>
                    <a:pt x="703616" y="1889090"/>
                    <a:pt x="763391" y="2583402"/>
                  </a:cubicBezTo>
                  <a:cubicBezTo>
                    <a:pt x="777505" y="2747346"/>
                    <a:pt x="964618" y="2843814"/>
                    <a:pt x="1065232" y="2974020"/>
                  </a:cubicBezTo>
                  <a:cubicBezTo>
                    <a:pt x="1242785" y="2932591"/>
                    <a:pt x="1459013" y="2967859"/>
                    <a:pt x="1597892" y="2849732"/>
                  </a:cubicBezTo>
                  <a:cubicBezTo>
                    <a:pt x="2110070" y="2414086"/>
                    <a:pt x="1813572" y="2192733"/>
                    <a:pt x="1402583" y="2006354"/>
                  </a:cubicBezTo>
                  <a:cubicBezTo>
                    <a:pt x="1302285" y="1960870"/>
                    <a:pt x="1183600" y="1982680"/>
                    <a:pt x="1074109" y="1970843"/>
                  </a:cubicBezTo>
                  <a:cubicBezTo>
                    <a:pt x="850123" y="2428997"/>
                    <a:pt x="287327" y="3067615"/>
                    <a:pt x="1020843" y="3551068"/>
                  </a:cubicBezTo>
                  <a:cubicBezTo>
                    <a:pt x="1253114" y="3704156"/>
                    <a:pt x="1577177" y="3545149"/>
                    <a:pt x="1855344" y="3542190"/>
                  </a:cubicBezTo>
                  <a:cubicBezTo>
                    <a:pt x="2011835" y="3390514"/>
                    <a:pt x="2857750" y="2765516"/>
                    <a:pt x="2601069" y="2325950"/>
                  </a:cubicBezTo>
                  <a:cubicBezTo>
                    <a:pt x="2425963" y="2026080"/>
                    <a:pt x="2015142" y="1953087"/>
                    <a:pt x="1722179" y="1766656"/>
                  </a:cubicBezTo>
                  <a:cubicBezTo>
                    <a:pt x="1547585" y="1775534"/>
                    <a:pt x="1331930" y="1680458"/>
                    <a:pt x="1198397" y="1793289"/>
                  </a:cubicBezTo>
                  <a:cubicBezTo>
                    <a:pt x="989269" y="1969994"/>
                    <a:pt x="162830" y="2974551"/>
                    <a:pt x="710125" y="3435658"/>
                  </a:cubicBezTo>
                  <a:cubicBezTo>
                    <a:pt x="971391" y="3655780"/>
                    <a:pt x="1372991" y="3601375"/>
                    <a:pt x="1704424" y="3684233"/>
                  </a:cubicBezTo>
                  <a:cubicBezTo>
                    <a:pt x="2103919" y="3474128"/>
                    <a:pt x="2560075" y="3347526"/>
                    <a:pt x="2902909" y="3053919"/>
                  </a:cubicBezTo>
                  <a:cubicBezTo>
                    <a:pt x="3157358" y="2836007"/>
                    <a:pt x="3403570" y="2535138"/>
                    <a:pt x="3435570" y="2201662"/>
                  </a:cubicBezTo>
                  <a:cubicBezTo>
                    <a:pt x="3466644" y="1877837"/>
                    <a:pt x="3266773" y="1556390"/>
                    <a:pt x="3071585" y="1296140"/>
                  </a:cubicBezTo>
                  <a:cubicBezTo>
                    <a:pt x="2590871" y="655188"/>
                    <a:pt x="2217497" y="548243"/>
                    <a:pt x="1589014" y="257453"/>
                  </a:cubicBezTo>
                  <a:cubicBezTo>
                    <a:pt x="1002914" y="1011009"/>
                    <a:pt x="999669" y="853868"/>
                    <a:pt x="861045" y="2077375"/>
                  </a:cubicBezTo>
                  <a:cubicBezTo>
                    <a:pt x="840452" y="2259134"/>
                    <a:pt x="846049" y="2468275"/>
                    <a:pt x="949822" y="2618913"/>
                  </a:cubicBezTo>
                  <a:cubicBezTo>
                    <a:pt x="1049777" y="2764008"/>
                    <a:pt x="1257581" y="2790548"/>
                    <a:pt x="1411461" y="2876365"/>
                  </a:cubicBezTo>
                  <a:cubicBezTo>
                    <a:pt x="1734016" y="2781670"/>
                    <a:pt x="2104836" y="2786635"/>
                    <a:pt x="2379127" y="2592280"/>
                  </a:cubicBezTo>
                  <a:cubicBezTo>
                    <a:pt x="3108043" y="2075791"/>
                    <a:pt x="3183287" y="1524616"/>
                    <a:pt x="2459026" y="958788"/>
                  </a:cubicBezTo>
                  <a:cubicBezTo>
                    <a:pt x="2116389" y="691103"/>
                    <a:pt x="1660035" y="615519"/>
                    <a:pt x="1260540" y="443884"/>
                  </a:cubicBezTo>
                  <a:cubicBezTo>
                    <a:pt x="1029721" y="582967"/>
                    <a:pt x="684224" y="617962"/>
                    <a:pt x="568082" y="861134"/>
                  </a:cubicBezTo>
                  <a:cubicBezTo>
                    <a:pt x="26055" y="1996002"/>
                    <a:pt x="293525" y="2083599"/>
                    <a:pt x="816657" y="2743200"/>
                  </a:cubicBezTo>
                  <a:cubicBezTo>
                    <a:pt x="1080028" y="2737282"/>
                    <a:pt x="1378747" y="2857372"/>
                    <a:pt x="1606770" y="2725445"/>
                  </a:cubicBezTo>
                  <a:cubicBezTo>
                    <a:pt x="2293333" y="2328219"/>
                    <a:pt x="2130040" y="1714159"/>
                    <a:pt x="1597892" y="1322773"/>
                  </a:cubicBezTo>
                  <a:cubicBezTo>
                    <a:pt x="1338563" y="1132041"/>
                    <a:pt x="988292" y="1115628"/>
                    <a:pt x="683492" y="1012055"/>
                  </a:cubicBezTo>
                  <a:cubicBezTo>
                    <a:pt x="348662" y="1483086"/>
                    <a:pt x="-135283" y="1926872"/>
                    <a:pt x="35422" y="2601157"/>
                  </a:cubicBezTo>
                  <a:cubicBezTo>
                    <a:pt x="95134" y="2837021"/>
                    <a:pt x="355018" y="2968101"/>
                    <a:pt x="514816" y="3151573"/>
                  </a:cubicBezTo>
                  <a:cubicBezTo>
                    <a:pt x="858086" y="3136777"/>
                    <a:pt x="1205257" y="3160870"/>
                    <a:pt x="1544626" y="3107185"/>
                  </a:cubicBezTo>
                  <a:cubicBezTo>
                    <a:pt x="1735174" y="3077042"/>
                    <a:pt x="1952562" y="2763830"/>
                    <a:pt x="2086164" y="2902998"/>
                  </a:cubicBezTo>
                  <a:cubicBezTo>
                    <a:pt x="2238121" y="3061286"/>
                    <a:pt x="2009224" y="3335045"/>
                    <a:pt x="1970754" y="3551068"/>
                  </a:cubicBezTo>
                  <a:cubicBezTo>
                    <a:pt x="2160144" y="3675355"/>
                    <a:pt x="2313312" y="3903562"/>
                    <a:pt x="2538925" y="3923930"/>
                  </a:cubicBezTo>
                  <a:cubicBezTo>
                    <a:pt x="3239904" y="3987213"/>
                    <a:pt x="3532653" y="3287070"/>
                    <a:pt x="3852820" y="2858610"/>
                  </a:cubicBezTo>
                  <a:cubicBezTo>
                    <a:pt x="3817309" y="2636668"/>
                    <a:pt x="3833324" y="2400014"/>
                    <a:pt x="3746288" y="2192785"/>
                  </a:cubicBezTo>
                  <a:cubicBezTo>
                    <a:pt x="3701539" y="2086239"/>
                    <a:pt x="3588710" y="1931760"/>
                    <a:pt x="3479958" y="1970843"/>
                  </a:cubicBezTo>
                  <a:cubicBezTo>
                    <a:pt x="3316148" y="2029712"/>
                    <a:pt x="3278731" y="2254928"/>
                    <a:pt x="3178117" y="2396971"/>
                  </a:cubicBezTo>
                  <a:cubicBezTo>
                    <a:pt x="3160362" y="2521258"/>
                    <a:pt x="3034958" y="2857479"/>
                    <a:pt x="3124851" y="2769833"/>
                  </a:cubicBezTo>
                  <a:cubicBezTo>
                    <a:pt x="3594381" y="2312041"/>
                    <a:pt x="3729832" y="1794906"/>
                    <a:pt x="3169239" y="1305018"/>
                  </a:cubicBezTo>
                  <a:cubicBezTo>
                    <a:pt x="3010592" y="1166381"/>
                    <a:pt x="2754948" y="1228078"/>
                    <a:pt x="2547803" y="1189608"/>
                  </a:cubicBezTo>
                  <a:cubicBezTo>
                    <a:pt x="1741719" y="2083099"/>
                    <a:pt x="1663989" y="2342281"/>
                    <a:pt x="1935243" y="1722268"/>
                  </a:cubicBezTo>
                  <a:cubicBezTo>
                    <a:pt x="1902692" y="1248792"/>
                    <a:pt x="1942991" y="764582"/>
                    <a:pt x="1837589" y="301841"/>
                  </a:cubicBezTo>
                  <a:cubicBezTo>
                    <a:pt x="1813893" y="197809"/>
                    <a:pt x="1674474" y="97255"/>
                    <a:pt x="1571259" y="124288"/>
                  </a:cubicBezTo>
                  <a:cubicBezTo>
                    <a:pt x="1375422" y="175579"/>
                    <a:pt x="1251663" y="372863"/>
                    <a:pt x="1091865" y="497150"/>
                  </a:cubicBezTo>
                  <a:cubicBezTo>
                    <a:pt x="1044517" y="787154"/>
                    <a:pt x="891215" y="1079222"/>
                    <a:pt x="949822" y="1367161"/>
                  </a:cubicBezTo>
                  <a:cubicBezTo>
                    <a:pt x="974484" y="1488328"/>
                    <a:pt x="1177073" y="1533999"/>
                    <a:pt x="1296051" y="1500326"/>
                  </a:cubicBezTo>
                  <a:cubicBezTo>
                    <a:pt x="1525861" y="1435285"/>
                    <a:pt x="1692587" y="1233996"/>
                    <a:pt x="1890855" y="1100831"/>
                  </a:cubicBezTo>
                  <a:cubicBezTo>
                    <a:pt x="1952999" y="970625"/>
                    <a:pt x="2142373" y="838973"/>
                    <a:pt x="2077286" y="710214"/>
                  </a:cubicBezTo>
                  <a:cubicBezTo>
                    <a:pt x="1788879" y="139670"/>
                    <a:pt x="1315535" y="304888"/>
                    <a:pt x="861045" y="337352"/>
                  </a:cubicBezTo>
                  <a:cubicBezTo>
                    <a:pt x="714385" y="974567"/>
                    <a:pt x="271374" y="1644317"/>
                    <a:pt x="1047476" y="2104008"/>
                  </a:cubicBezTo>
                  <a:cubicBezTo>
                    <a:pt x="1251420" y="2224805"/>
                    <a:pt x="1520952" y="2127682"/>
                    <a:pt x="1757690" y="2139519"/>
                  </a:cubicBezTo>
                  <a:cubicBezTo>
                    <a:pt x="2086670" y="1831100"/>
                    <a:pt x="2684077" y="1562041"/>
                    <a:pt x="2237084" y="976544"/>
                  </a:cubicBezTo>
                  <a:cubicBezTo>
                    <a:pt x="2120640" y="824019"/>
                    <a:pt x="1876059" y="846338"/>
                    <a:pt x="1695546" y="781235"/>
                  </a:cubicBezTo>
                  <a:cubicBezTo>
                    <a:pt x="1636362" y="1086035"/>
                    <a:pt x="1561903" y="1388263"/>
                    <a:pt x="1517993" y="1695635"/>
                  </a:cubicBezTo>
                  <a:cubicBezTo>
                    <a:pt x="1496633" y="1845153"/>
                    <a:pt x="1492436" y="1997561"/>
                    <a:pt x="1500238" y="2148396"/>
                  </a:cubicBezTo>
                  <a:cubicBezTo>
                    <a:pt x="1501553" y="2173818"/>
                    <a:pt x="1523911" y="2195744"/>
                    <a:pt x="1544626" y="2210540"/>
                  </a:cubicBezTo>
                  <a:cubicBezTo>
                    <a:pt x="1583222" y="2238109"/>
                    <a:pt x="1601101" y="2237173"/>
                    <a:pt x="1633403" y="2237173"/>
                  </a:cubicBezTo>
                </a:path>
              </a:pathLst>
            </a:custGeom>
            <a:noFill/>
            <a:ln w="28575">
              <a:solidFill>
                <a:srgbClr val="DC4C6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FDEAF6E4-A614-E805-EA09-1F12061D6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0"/>
          <a:stretch/>
        </p:blipFill>
        <p:spPr bwMode="auto">
          <a:xfrm>
            <a:off x="1504731" y="1216324"/>
            <a:ext cx="1397841" cy="102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CC82D1E-2533-ECC2-B62E-317DC3B93625}"/>
              </a:ext>
            </a:extLst>
          </p:cNvPr>
          <p:cNvGrpSpPr/>
          <p:nvPr/>
        </p:nvGrpSpPr>
        <p:grpSpPr>
          <a:xfrm>
            <a:off x="37568" y="2335914"/>
            <a:ext cx="2844845" cy="1048732"/>
            <a:chOff x="8234658" y="3789922"/>
            <a:chExt cx="3957342" cy="1458846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E10924C-B1C5-4455-DCE9-5F1998DBD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00"/>
            <a:stretch/>
          </p:blipFill>
          <p:spPr bwMode="auto">
            <a:xfrm>
              <a:off x="10201827" y="3789922"/>
              <a:ext cx="1990173" cy="145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7B0E59-A4F9-1851-A061-37C342E5728B}"/>
                </a:ext>
              </a:extLst>
            </p:cNvPr>
            <p:cNvSpPr/>
            <p:nvPr/>
          </p:nvSpPr>
          <p:spPr>
            <a:xfrm>
              <a:off x="8234658" y="3938416"/>
              <a:ext cx="1976142" cy="1106424"/>
            </a:xfrm>
            <a:custGeom>
              <a:avLst/>
              <a:gdLst>
                <a:gd name="connsiteX0" fmla="*/ 1976142 w 1976142"/>
                <a:gd name="connsiteY0" fmla="*/ 0 h 1106424"/>
                <a:gd name="connsiteX1" fmla="*/ 1793262 w 1976142"/>
                <a:gd name="connsiteY1" fmla="*/ 9144 h 1106424"/>
                <a:gd name="connsiteX2" fmla="*/ 1729254 w 1976142"/>
                <a:gd name="connsiteY2" fmla="*/ 18288 h 1106424"/>
                <a:gd name="connsiteX3" fmla="*/ 1619526 w 1976142"/>
                <a:gd name="connsiteY3" fmla="*/ 91440 h 1106424"/>
                <a:gd name="connsiteX4" fmla="*/ 1546374 w 1976142"/>
                <a:gd name="connsiteY4" fmla="*/ 192024 h 1106424"/>
                <a:gd name="connsiteX5" fmla="*/ 1509798 w 1976142"/>
                <a:gd name="connsiteY5" fmla="*/ 329184 h 1106424"/>
                <a:gd name="connsiteX6" fmla="*/ 1592094 w 1976142"/>
                <a:gd name="connsiteY6" fmla="*/ 384048 h 1106424"/>
                <a:gd name="connsiteX7" fmla="*/ 1756686 w 1976142"/>
                <a:gd name="connsiteY7" fmla="*/ 365760 h 1106424"/>
                <a:gd name="connsiteX8" fmla="*/ 1774974 w 1976142"/>
                <a:gd name="connsiteY8" fmla="*/ 292608 h 1106424"/>
                <a:gd name="connsiteX9" fmla="*/ 1537230 w 1976142"/>
                <a:gd name="connsiteY9" fmla="*/ 201168 h 1106424"/>
                <a:gd name="connsiteX10" fmla="*/ 1409214 w 1976142"/>
                <a:gd name="connsiteY10" fmla="*/ 265176 h 1106424"/>
                <a:gd name="connsiteX11" fmla="*/ 1436646 w 1976142"/>
                <a:gd name="connsiteY11" fmla="*/ 384048 h 1106424"/>
                <a:gd name="connsiteX12" fmla="*/ 1582950 w 1976142"/>
                <a:gd name="connsiteY12" fmla="*/ 411480 h 1106424"/>
                <a:gd name="connsiteX13" fmla="*/ 1610382 w 1976142"/>
                <a:gd name="connsiteY13" fmla="*/ 393192 h 1106424"/>
                <a:gd name="connsiteX14" fmla="*/ 1436646 w 1976142"/>
                <a:gd name="connsiteY14" fmla="*/ 292608 h 1106424"/>
                <a:gd name="connsiteX15" fmla="*/ 1445790 w 1976142"/>
                <a:gd name="connsiteY15" fmla="*/ 694944 h 1106424"/>
                <a:gd name="connsiteX16" fmla="*/ 1729254 w 1976142"/>
                <a:gd name="connsiteY16" fmla="*/ 722376 h 1106424"/>
                <a:gd name="connsiteX17" fmla="*/ 1811550 w 1976142"/>
                <a:gd name="connsiteY17" fmla="*/ 393192 h 1106424"/>
                <a:gd name="connsiteX18" fmla="*/ 1656102 w 1976142"/>
                <a:gd name="connsiteY18" fmla="*/ 347472 h 1106424"/>
                <a:gd name="connsiteX19" fmla="*/ 1683534 w 1976142"/>
                <a:gd name="connsiteY19" fmla="*/ 539496 h 1106424"/>
                <a:gd name="connsiteX20" fmla="*/ 1784118 w 1976142"/>
                <a:gd name="connsiteY20" fmla="*/ 585216 h 1106424"/>
                <a:gd name="connsiteX21" fmla="*/ 1774974 w 1976142"/>
                <a:gd name="connsiteY21" fmla="*/ 448056 h 1106424"/>
                <a:gd name="connsiteX22" fmla="*/ 1464078 w 1976142"/>
                <a:gd name="connsiteY22" fmla="*/ 384048 h 1106424"/>
                <a:gd name="connsiteX23" fmla="*/ 1509798 w 1976142"/>
                <a:gd name="connsiteY23" fmla="*/ 466344 h 1106424"/>
                <a:gd name="connsiteX24" fmla="*/ 1564662 w 1976142"/>
                <a:gd name="connsiteY24" fmla="*/ 475488 h 1106424"/>
                <a:gd name="connsiteX25" fmla="*/ 1473222 w 1976142"/>
                <a:gd name="connsiteY25" fmla="*/ 402336 h 1106424"/>
                <a:gd name="connsiteX26" fmla="*/ 1390926 w 1976142"/>
                <a:gd name="connsiteY26" fmla="*/ 658368 h 1106424"/>
                <a:gd name="connsiteX27" fmla="*/ 1528086 w 1976142"/>
                <a:gd name="connsiteY27" fmla="*/ 676656 h 1106424"/>
                <a:gd name="connsiteX28" fmla="*/ 1573806 w 1976142"/>
                <a:gd name="connsiteY28" fmla="*/ 557784 h 1106424"/>
                <a:gd name="connsiteX29" fmla="*/ 1345206 w 1976142"/>
                <a:gd name="connsiteY29" fmla="*/ 612648 h 1106424"/>
                <a:gd name="connsiteX30" fmla="*/ 1546374 w 1976142"/>
                <a:gd name="connsiteY30" fmla="*/ 841248 h 1106424"/>
                <a:gd name="connsiteX31" fmla="*/ 1665246 w 1976142"/>
                <a:gd name="connsiteY31" fmla="*/ 658368 h 1106424"/>
                <a:gd name="connsiteX32" fmla="*/ 1601238 w 1976142"/>
                <a:gd name="connsiteY32" fmla="*/ 493776 h 1106424"/>
                <a:gd name="connsiteX33" fmla="*/ 1500654 w 1976142"/>
                <a:gd name="connsiteY33" fmla="*/ 448056 h 1106424"/>
                <a:gd name="connsiteX34" fmla="*/ 1464078 w 1976142"/>
                <a:gd name="connsiteY34" fmla="*/ 621792 h 1106424"/>
                <a:gd name="connsiteX35" fmla="*/ 1582950 w 1976142"/>
                <a:gd name="connsiteY35" fmla="*/ 667512 h 1106424"/>
                <a:gd name="connsiteX36" fmla="*/ 1582950 w 1976142"/>
                <a:gd name="connsiteY36" fmla="*/ 411480 h 1106424"/>
                <a:gd name="connsiteX37" fmla="*/ 1445790 w 1976142"/>
                <a:gd name="connsiteY37" fmla="*/ 402336 h 1106424"/>
                <a:gd name="connsiteX38" fmla="*/ 1363494 w 1976142"/>
                <a:gd name="connsiteY38" fmla="*/ 466344 h 1106424"/>
                <a:gd name="connsiteX39" fmla="*/ 1528086 w 1976142"/>
                <a:gd name="connsiteY39" fmla="*/ 813816 h 1106424"/>
                <a:gd name="connsiteX40" fmla="*/ 1765830 w 1976142"/>
                <a:gd name="connsiteY40" fmla="*/ 749808 h 1106424"/>
                <a:gd name="connsiteX41" fmla="*/ 1820694 w 1976142"/>
                <a:gd name="connsiteY41" fmla="*/ 402336 h 1106424"/>
                <a:gd name="connsiteX42" fmla="*/ 1720110 w 1976142"/>
                <a:gd name="connsiteY42" fmla="*/ 384048 h 1106424"/>
                <a:gd name="connsiteX43" fmla="*/ 1692678 w 1976142"/>
                <a:gd name="connsiteY43" fmla="*/ 676656 h 1106424"/>
                <a:gd name="connsiteX44" fmla="*/ 1857270 w 1976142"/>
                <a:gd name="connsiteY44" fmla="*/ 758952 h 1106424"/>
                <a:gd name="connsiteX45" fmla="*/ 1902990 w 1976142"/>
                <a:gd name="connsiteY45" fmla="*/ 640080 h 1106424"/>
                <a:gd name="connsiteX46" fmla="*/ 1592094 w 1976142"/>
                <a:gd name="connsiteY46" fmla="*/ 438912 h 1106424"/>
                <a:gd name="connsiteX47" fmla="*/ 1482366 w 1976142"/>
                <a:gd name="connsiteY47" fmla="*/ 740664 h 1106424"/>
                <a:gd name="connsiteX48" fmla="*/ 1546374 w 1976142"/>
                <a:gd name="connsiteY48" fmla="*/ 786384 h 1106424"/>
                <a:gd name="connsiteX49" fmla="*/ 1619526 w 1976142"/>
                <a:gd name="connsiteY49" fmla="*/ 685800 h 1106424"/>
                <a:gd name="connsiteX50" fmla="*/ 1354350 w 1976142"/>
                <a:gd name="connsiteY50" fmla="*/ 484632 h 1106424"/>
                <a:gd name="connsiteX51" fmla="*/ 1354350 w 1976142"/>
                <a:gd name="connsiteY51" fmla="*/ 832104 h 1106424"/>
                <a:gd name="connsiteX52" fmla="*/ 1482366 w 1976142"/>
                <a:gd name="connsiteY52" fmla="*/ 877824 h 1106424"/>
                <a:gd name="connsiteX53" fmla="*/ 1573806 w 1976142"/>
                <a:gd name="connsiteY53" fmla="*/ 758952 h 1106424"/>
                <a:gd name="connsiteX54" fmla="*/ 1509798 w 1976142"/>
                <a:gd name="connsiteY54" fmla="*/ 530352 h 1106424"/>
                <a:gd name="connsiteX55" fmla="*/ 1445790 w 1976142"/>
                <a:gd name="connsiteY55" fmla="*/ 804672 h 1106424"/>
                <a:gd name="connsiteX56" fmla="*/ 1546374 w 1976142"/>
                <a:gd name="connsiteY56" fmla="*/ 822960 h 1106424"/>
                <a:gd name="connsiteX57" fmla="*/ 1555518 w 1976142"/>
                <a:gd name="connsiteY57" fmla="*/ 640080 h 1106424"/>
                <a:gd name="connsiteX58" fmla="*/ 1189758 w 1976142"/>
                <a:gd name="connsiteY58" fmla="*/ 576072 h 1106424"/>
                <a:gd name="connsiteX59" fmla="*/ 1125750 w 1976142"/>
                <a:gd name="connsiteY59" fmla="*/ 603504 h 1106424"/>
                <a:gd name="connsiteX60" fmla="*/ 1061742 w 1976142"/>
                <a:gd name="connsiteY60" fmla="*/ 612648 h 1106424"/>
                <a:gd name="connsiteX61" fmla="*/ 503958 w 1976142"/>
                <a:gd name="connsiteY61" fmla="*/ 621792 h 1106424"/>
                <a:gd name="connsiteX62" fmla="*/ 339366 w 1976142"/>
                <a:gd name="connsiteY62" fmla="*/ 694944 h 1106424"/>
                <a:gd name="connsiteX63" fmla="*/ 302790 w 1976142"/>
                <a:gd name="connsiteY63" fmla="*/ 722376 h 1106424"/>
                <a:gd name="connsiteX64" fmla="*/ 513102 w 1976142"/>
                <a:gd name="connsiteY64" fmla="*/ 822960 h 1106424"/>
                <a:gd name="connsiteX65" fmla="*/ 394230 w 1976142"/>
                <a:gd name="connsiteY65" fmla="*/ 649224 h 1106424"/>
                <a:gd name="connsiteX66" fmla="*/ 348510 w 1976142"/>
                <a:gd name="connsiteY66" fmla="*/ 694944 h 1106424"/>
                <a:gd name="connsiteX67" fmla="*/ 476526 w 1976142"/>
                <a:gd name="connsiteY67" fmla="*/ 640080 h 1106424"/>
                <a:gd name="connsiteX68" fmla="*/ 366798 w 1976142"/>
                <a:gd name="connsiteY68" fmla="*/ 484632 h 1106424"/>
                <a:gd name="connsiteX69" fmla="*/ 238782 w 1976142"/>
                <a:gd name="connsiteY69" fmla="*/ 475488 h 1106424"/>
                <a:gd name="connsiteX70" fmla="*/ 220494 w 1976142"/>
                <a:gd name="connsiteY70" fmla="*/ 685800 h 1106424"/>
                <a:gd name="connsiteX71" fmla="*/ 321078 w 1976142"/>
                <a:gd name="connsiteY71" fmla="*/ 704088 h 1106424"/>
                <a:gd name="connsiteX72" fmla="*/ 366798 w 1976142"/>
                <a:gd name="connsiteY72" fmla="*/ 530352 h 1106424"/>
                <a:gd name="connsiteX73" fmla="*/ 211350 w 1976142"/>
                <a:gd name="connsiteY73" fmla="*/ 457200 h 1106424"/>
                <a:gd name="connsiteX74" fmla="*/ 129054 w 1976142"/>
                <a:gd name="connsiteY74" fmla="*/ 676656 h 1106424"/>
                <a:gd name="connsiteX75" fmla="*/ 339366 w 1976142"/>
                <a:gd name="connsiteY75" fmla="*/ 813816 h 1106424"/>
                <a:gd name="connsiteX76" fmla="*/ 394230 w 1976142"/>
                <a:gd name="connsiteY76" fmla="*/ 786384 h 1106424"/>
                <a:gd name="connsiteX77" fmla="*/ 348510 w 1976142"/>
                <a:gd name="connsiteY77" fmla="*/ 603504 h 1106424"/>
                <a:gd name="connsiteX78" fmla="*/ 238782 w 1976142"/>
                <a:gd name="connsiteY78" fmla="*/ 585216 h 1106424"/>
                <a:gd name="connsiteX79" fmla="*/ 357654 w 1976142"/>
                <a:gd name="connsiteY79" fmla="*/ 804672 h 1106424"/>
                <a:gd name="connsiteX80" fmla="*/ 467382 w 1976142"/>
                <a:gd name="connsiteY80" fmla="*/ 731520 h 1106424"/>
                <a:gd name="connsiteX81" fmla="*/ 330222 w 1976142"/>
                <a:gd name="connsiteY81" fmla="*/ 530352 h 1106424"/>
                <a:gd name="connsiteX82" fmla="*/ 302790 w 1976142"/>
                <a:gd name="connsiteY82" fmla="*/ 868680 h 1106424"/>
                <a:gd name="connsiteX83" fmla="*/ 394230 w 1976142"/>
                <a:gd name="connsiteY83" fmla="*/ 758952 h 1106424"/>
                <a:gd name="connsiteX84" fmla="*/ 403374 w 1976142"/>
                <a:gd name="connsiteY84" fmla="*/ 795528 h 1106424"/>
                <a:gd name="connsiteX85" fmla="*/ 449094 w 1976142"/>
                <a:gd name="connsiteY85" fmla="*/ 777240 h 1106424"/>
                <a:gd name="connsiteX86" fmla="*/ 412518 w 1976142"/>
                <a:gd name="connsiteY86" fmla="*/ 731520 h 1106424"/>
                <a:gd name="connsiteX87" fmla="*/ 385086 w 1976142"/>
                <a:gd name="connsiteY87" fmla="*/ 804672 h 1106424"/>
                <a:gd name="connsiteX88" fmla="*/ 439950 w 1976142"/>
                <a:gd name="connsiteY88" fmla="*/ 841248 h 1106424"/>
                <a:gd name="connsiteX89" fmla="*/ 449094 w 1976142"/>
                <a:gd name="connsiteY89" fmla="*/ 566928 h 1106424"/>
                <a:gd name="connsiteX90" fmla="*/ 513102 w 1976142"/>
                <a:gd name="connsiteY90" fmla="*/ 466344 h 1106424"/>
                <a:gd name="connsiteX91" fmla="*/ 1016022 w 1976142"/>
                <a:gd name="connsiteY91" fmla="*/ 329184 h 1106424"/>
                <a:gd name="connsiteX92" fmla="*/ 1363494 w 1976142"/>
                <a:gd name="connsiteY92" fmla="*/ 265176 h 1106424"/>
                <a:gd name="connsiteX93" fmla="*/ 1528086 w 1976142"/>
                <a:gd name="connsiteY93" fmla="*/ 274320 h 1106424"/>
                <a:gd name="connsiteX94" fmla="*/ 1518942 w 1976142"/>
                <a:gd name="connsiteY94" fmla="*/ 338328 h 1106424"/>
                <a:gd name="connsiteX95" fmla="*/ 1528086 w 1976142"/>
                <a:gd name="connsiteY95" fmla="*/ 411480 h 1106424"/>
                <a:gd name="connsiteX96" fmla="*/ 1573806 w 1976142"/>
                <a:gd name="connsiteY96" fmla="*/ 576072 h 1106424"/>
                <a:gd name="connsiteX97" fmla="*/ 1592094 w 1976142"/>
                <a:gd name="connsiteY97" fmla="*/ 612648 h 1106424"/>
                <a:gd name="connsiteX98" fmla="*/ 1619526 w 1976142"/>
                <a:gd name="connsiteY98" fmla="*/ 621792 h 1106424"/>
                <a:gd name="connsiteX99" fmla="*/ 1656102 w 1976142"/>
                <a:gd name="connsiteY99" fmla="*/ 685800 h 1106424"/>
                <a:gd name="connsiteX100" fmla="*/ 1710966 w 1976142"/>
                <a:gd name="connsiteY100" fmla="*/ 694944 h 1106424"/>
                <a:gd name="connsiteX101" fmla="*/ 1692678 w 1976142"/>
                <a:gd name="connsiteY101" fmla="*/ 740664 h 1106424"/>
                <a:gd name="connsiteX102" fmla="*/ 1637814 w 1976142"/>
                <a:gd name="connsiteY102" fmla="*/ 758952 h 1106424"/>
                <a:gd name="connsiteX103" fmla="*/ 1564662 w 1976142"/>
                <a:gd name="connsiteY103" fmla="*/ 795528 h 1106424"/>
                <a:gd name="connsiteX104" fmla="*/ 1326918 w 1976142"/>
                <a:gd name="connsiteY104" fmla="*/ 941832 h 1106424"/>
                <a:gd name="connsiteX105" fmla="*/ 1208046 w 1976142"/>
                <a:gd name="connsiteY105" fmla="*/ 969264 h 1106424"/>
                <a:gd name="connsiteX106" fmla="*/ 1052598 w 1976142"/>
                <a:gd name="connsiteY106" fmla="*/ 1033272 h 1106424"/>
                <a:gd name="connsiteX107" fmla="*/ 897150 w 1976142"/>
                <a:gd name="connsiteY107" fmla="*/ 1051560 h 1106424"/>
                <a:gd name="connsiteX108" fmla="*/ 650262 w 1976142"/>
                <a:gd name="connsiteY108" fmla="*/ 1005840 h 1106424"/>
                <a:gd name="connsiteX109" fmla="*/ 522246 w 1976142"/>
                <a:gd name="connsiteY109" fmla="*/ 896112 h 1106424"/>
                <a:gd name="connsiteX110" fmla="*/ 494814 w 1976142"/>
                <a:gd name="connsiteY110" fmla="*/ 859536 h 1106424"/>
                <a:gd name="connsiteX111" fmla="*/ 458238 w 1976142"/>
                <a:gd name="connsiteY111" fmla="*/ 841248 h 1106424"/>
                <a:gd name="connsiteX112" fmla="*/ 275358 w 1976142"/>
                <a:gd name="connsiteY112" fmla="*/ 722376 h 1106424"/>
                <a:gd name="connsiteX113" fmla="*/ 202206 w 1976142"/>
                <a:gd name="connsiteY113" fmla="*/ 694944 h 1106424"/>
                <a:gd name="connsiteX114" fmla="*/ 92478 w 1976142"/>
                <a:gd name="connsiteY114" fmla="*/ 804672 h 1106424"/>
                <a:gd name="connsiteX115" fmla="*/ 174774 w 1976142"/>
                <a:gd name="connsiteY115" fmla="*/ 868680 h 1106424"/>
                <a:gd name="connsiteX116" fmla="*/ 458238 w 1976142"/>
                <a:gd name="connsiteY116" fmla="*/ 795528 h 1106424"/>
                <a:gd name="connsiteX117" fmla="*/ 220494 w 1976142"/>
                <a:gd name="connsiteY117" fmla="*/ 685800 h 1106424"/>
                <a:gd name="connsiteX118" fmla="*/ 247926 w 1976142"/>
                <a:gd name="connsiteY118" fmla="*/ 1014984 h 1106424"/>
                <a:gd name="connsiteX119" fmla="*/ 385086 w 1976142"/>
                <a:gd name="connsiteY119" fmla="*/ 987552 h 1106424"/>
                <a:gd name="connsiteX120" fmla="*/ 412518 w 1976142"/>
                <a:gd name="connsiteY120" fmla="*/ 832104 h 1106424"/>
                <a:gd name="connsiteX121" fmla="*/ 110766 w 1976142"/>
                <a:gd name="connsiteY121" fmla="*/ 658368 h 1106424"/>
                <a:gd name="connsiteX122" fmla="*/ 101622 w 1976142"/>
                <a:gd name="connsiteY122" fmla="*/ 886968 h 1106424"/>
                <a:gd name="connsiteX123" fmla="*/ 211350 w 1976142"/>
                <a:gd name="connsiteY123" fmla="*/ 740664 h 1106424"/>
                <a:gd name="connsiteX124" fmla="*/ 83334 w 1976142"/>
                <a:gd name="connsiteY124" fmla="*/ 923544 h 1106424"/>
                <a:gd name="connsiteX125" fmla="*/ 238782 w 1976142"/>
                <a:gd name="connsiteY125" fmla="*/ 1106424 h 1106424"/>
                <a:gd name="connsiteX126" fmla="*/ 476526 w 1976142"/>
                <a:gd name="connsiteY126" fmla="*/ 960120 h 1106424"/>
                <a:gd name="connsiteX127" fmla="*/ 247926 w 1976142"/>
                <a:gd name="connsiteY127" fmla="*/ 630936 h 1106424"/>
                <a:gd name="connsiteX128" fmla="*/ 202206 w 1976142"/>
                <a:gd name="connsiteY128" fmla="*/ 612648 h 1106424"/>
                <a:gd name="connsiteX129" fmla="*/ 220494 w 1976142"/>
                <a:gd name="connsiteY129" fmla="*/ 941832 h 1106424"/>
                <a:gd name="connsiteX130" fmla="*/ 293646 w 1976142"/>
                <a:gd name="connsiteY130" fmla="*/ 950976 h 1106424"/>
                <a:gd name="connsiteX131" fmla="*/ 330222 w 1976142"/>
                <a:gd name="connsiteY131" fmla="*/ 795528 h 1106424"/>
                <a:gd name="connsiteX132" fmla="*/ 275358 w 1976142"/>
                <a:gd name="connsiteY132" fmla="*/ 795528 h 1106424"/>
                <a:gd name="connsiteX133" fmla="*/ 403374 w 1976142"/>
                <a:gd name="connsiteY133" fmla="*/ 786384 h 1106424"/>
                <a:gd name="connsiteX134" fmla="*/ 485670 w 1976142"/>
                <a:gd name="connsiteY134" fmla="*/ 777240 h 1106424"/>
                <a:gd name="connsiteX135" fmla="*/ 558822 w 1976142"/>
                <a:gd name="connsiteY135" fmla="*/ 768096 h 1106424"/>
                <a:gd name="connsiteX136" fmla="*/ 769134 w 1976142"/>
                <a:gd name="connsiteY136" fmla="*/ 758952 h 1106424"/>
                <a:gd name="connsiteX137" fmla="*/ 906294 w 1976142"/>
                <a:gd name="connsiteY137" fmla="*/ 740664 h 1106424"/>
                <a:gd name="connsiteX138" fmla="*/ 1153182 w 1976142"/>
                <a:gd name="connsiteY138" fmla="*/ 731520 h 1106424"/>
                <a:gd name="connsiteX139" fmla="*/ 1345206 w 1976142"/>
                <a:gd name="connsiteY139" fmla="*/ 713232 h 1106424"/>
                <a:gd name="connsiteX140" fmla="*/ 1436646 w 1976142"/>
                <a:gd name="connsiteY140" fmla="*/ 685800 h 1106424"/>
                <a:gd name="connsiteX141" fmla="*/ 1500654 w 1976142"/>
                <a:gd name="connsiteY141" fmla="*/ 676656 h 1106424"/>
                <a:gd name="connsiteX142" fmla="*/ 1555518 w 1976142"/>
                <a:gd name="connsiteY142" fmla="*/ 658368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976142" h="1106424">
                  <a:moveTo>
                    <a:pt x="1976142" y="0"/>
                  </a:moveTo>
                  <a:cubicBezTo>
                    <a:pt x="1915182" y="3048"/>
                    <a:pt x="1854131" y="4635"/>
                    <a:pt x="1793262" y="9144"/>
                  </a:cubicBezTo>
                  <a:cubicBezTo>
                    <a:pt x="1771768" y="10736"/>
                    <a:pt x="1749701" y="11472"/>
                    <a:pt x="1729254" y="18288"/>
                  </a:cubicBezTo>
                  <a:cubicBezTo>
                    <a:pt x="1711411" y="24236"/>
                    <a:pt x="1623701" y="86987"/>
                    <a:pt x="1619526" y="91440"/>
                  </a:cubicBezTo>
                  <a:cubicBezTo>
                    <a:pt x="1591172" y="121685"/>
                    <a:pt x="1570758" y="158496"/>
                    <a:pt x="1546374" y="192024"/>
                  </a:cubicBezTo>
                  <a:cubicBezTo>
                    <a:pt x="1516604" y="311103"/>
                    <a:pt x="1530864" y="265985"/>
                    <a:pt x="1509798" y="329184"/>
                  </a:cubicBezTo>
                  <a:cubicBezTo>
                    <a:pt x="1537230" y="347472"/>
                    <a:pt x="1561608" y="371495"/>
                    <a:pt x="1592094" y="384048"/>
                  </a:cubicBezTo>
                  <a:cubicBezTo>
                    <a:pt x="1654628" y="409797"/>
                    <a:pt x="1696349" y="383861"/>
                    <a:pt x="1756686" y="365760"/>
                  </a:cubicBezTo>
                  <a:cubicBezTo>
                    <a:pt x="1762782" y="341376"/>
                    <a:pt x="1787296" y="314515"/>
                    <a:pt x="1774974" y="292608"/>
                  </a:cubicBezTo>
                  <a:cubicBezTo>
                    <a:pt x="1725172" y="204071"/>
                    <a:pt x="1617482" y="211868"/>
                    <a:pt x="1537230" y="201168"/>
                  </a:cubicBezTo>
                  <a:cubicBezTo>
                    <a:pt x="1494558" y="222504"/>
                    <a:pt x="1446468" y="235373"/>
                    <a:pt x="1409214" y="265176"/>
                  </a:cubicBezTo>
                  <a:cubicBezTo>
                    <a:pt x="1376294" y="291512"/>
                    <a:pt x="1425447" y="377889"/>
                    <a:pt x="1436646" y="384048"/>
                  </a:cubicBezTo>
                  <a:cubicBezTo>
                    <a:pt x="1480122" y="407960"/>
                    <a:pt x="1534182" y="402336"/>
                    <a:pt x="1582950" y="411480"/>
                  </a:cubicBezTo>
                  <a:cubicBezTo>
                    <a:pt x="1592094" y="405384"/>
                    <a:pt x="1614138" y="403520"/>
                    <a:pt x="1610382" y="393192"/>
                  </a:cubicBezTo>
                  <a:cubicBezTo>
                    <a:pt x="1572794" y="289824"/>
                    <a:pt x="1528174" y="307863"/>
                    <a:pt x="1436646" y="292608"/>
                  </a:cubicBezTo>
                  <a:cubicBezTo>
                    <a:pt x="1410348" y="392539"/>
                    <a:pt x="1325437" y="603866"/>
                    <a:pt x="1445790" y="694944"/>
                  </a:cubicBezTo>
                  <a:cubicBezTo>
                    <a:pt x="1521487" y="752228"/>
                    <a:pt x="1634766" y="713232"/>
                    <a:pt x="1729254" y="722376"/>
                  </a:cubicBezTo>
                  <a:cubicBezTo>
                    <a:pt x="1788776" y="621933"/>
                    <a:pt x="1972251" y="486934"/>
                    <a:pt x="1811550" y="393192"/>
                  </a:cubicBezTo>
                  <a:cubicBezTo>
                    <a:pt x="1764897" y="365978"/>
                    <a:pt x="1707918" y="362712"/>
                    <a:pt x="1656102" y="347472"/>
                  </a:cubicBezTo>
                  <a:cubicBezTo>
                    <a:pt x="1568750" y="369310"/>
                    <a:pt x="1554311" y="360020"/>
                    <a:pt x="1683534" y="539496"/>
                  </a:cubicBezTo>
                  <a:cubicBezTo>
                    <a:pt x="1705053" y="569384"/>
                    <a:pt x="1750590" y="569976"/>
                    <a:pt x="1784118" y="585216"/>
                  </a:cubicBezTo>
                  <a:cubicBezTo>
                    <a:pt x="1781070" y="539496"/>
                    <a:pt x="1809764" y="477876"/>
                    <a:pt x="1774974" y="448056"/>
                  </a:cubicBezTo>
                  <a:cubicBezTo>
                    <a:pt x="1629840" y="323656"/>
                    <a:pt x="1580083" y="350904"/>
                    <a:pt x="1464078" y="384048"/>
                  </a:cubicBezTo>
                  <a:cubicBezTo>
                    <a:pt x="1479318" y="411480"/>
                    <a:pt x="1486578" y="445235"/>
                    <a:pt x="1509798" y="466344"/>
                  </a:cubicBezTo>
                  <a:cubicBezTo>
                    <a:pt x="1523517" y="478816"/>
                    <a:pt x="1573861" y="491585"/>
                    <a:pt x="1564662" y="475488"/>
                  </a:cubicBezTo>
                  <a:cubicBezTo>
                    <a:pt x="1545296" y="441597"/>
                    <a:pt x="1503702" y="426720"/>
                    <a:pt x="1473222" y="402336"/>
                  </a:cubicBezTo>
                  <a:cubicBezTo>
                    <a:pt x="1372225" y="436002"/>
                    <a:pt x="1298296" y="442231"/>
                    <a:pt x="1390926" y="658368"/>
                  </a:cubicBezTo>
                  <a:cubicBezTo>
                    <a:pt x="1409095" y="700763"/>
                    <a:pt x="1482366" y="670560"/>
                    <a:pt x="1528086" y="676656"/>
                  </a:cubicBezTo>
                  <a:cubicBezTo>
                    <a:pt x="1543326" y="637032"/>
                    <a:pt x="1586590" y="598267"/>
                    <a:pt x="1573806" y="557784"/>
                  </a:cubicBezTo>
                  <a:cubicBezTo>
                    <a:pt x="1521546" y="392295"/>
                    <a:pt x="1358496" y="601256"/>
                    <a:pt x="1345206" y="612648"/>
                  </a:cubicBezTo>
                  <a:cubicBezTo>
                    <a:pt x="1350351" y="705259"/>
                    <a:pt x="1311727" y="930966"/>
                    <a:pt x="1546374" y="841248"/>
                  </a:cubicBezTo>
                  <a:cubicBezTo>
                    <a:pt x="1614285" y="815282"/>
                    <a:pt x="1625622" y="719328"/>
                    <a:pt x="1665246" y="658368"/>
                  </a:cubicBezTo>
                  <a:cubicBezTo>
                    <a:pt x="1643910" y="603504"/>
                    <a:pt x="1637518" y="540134"/>
                    <a:pt x="1601238" y="493776"/>
                  </a:cubicBezTo>
                  <a:cubicBezTo>
                    <a:pt x="1578540" y="464773"/>
                    <a:pt x="1527578" y="422927"/>
                    <a:pt x="1500654" y="448056"/>
                  </a:cubicBezTo>
                  <a:cubicBezTo>
                    <a:pt x="1457389" y="488437"/>
                    <a:pt x="1476270" y="563880"/>
                    <a:pt x="1464078" y="621792"/>
                  </a:cubicBezTo>
                  <a:cubicBezTo>
                    <a:pt x="1503702" y="637032"/>
                    <a:pt x="1541764" y="677809"/>
                    <a:pt x="1582950" y="667512"/>
                  </a:cubicBezTo>
                  <a:cubicBezTo>
                    <a:pt x="1804811" y="612047"/>
                    <a:pt x="1723047" y="490868"/>
                    <a:pt x="1582950" y="411480"/>
                  </a:cubicBezTo>
                  <a:cubicBezTo>
                    <a:pt x="1543084" y="388889"/>
                    <a:pt x="1491510" y="405384"/>
                    <a:pt x="1445790" y="402336"/>
                  </a:cubicBezTo>
                  <a:cubicBezTo>
                    <a:pt x="1418358" y="423672"/>
                    <a:pt x="1369898" y="432187"/>
                    <a:pt x="1363494" y="466344"/>
                  </a:cubicBezTo>
                  <a:cubicBezTo>
                    <a:pt x="1321777" y="688837"/>
                    <a:pt x="1393124" y="696849"/>
                    <a:pt x="1528086" y="813816"/>
                  </a:cubicBezTo>
                  <a:cubicBezTo>
                    <a:pt x="1607334" y="792480"/>
                    <a:pt x="1701133" y="800303"/>
                    <a:pt x="1765830" y="749808"/>
                  </a:cubicBezTo>
                  <a:cubicBezTo>
                    <a:pt x="1910387" y="636983"/>
                    <a:pt x="1963008" y="509071"/>
                    <a:pt x="1820694" y="402336"/>
                  </a:cubicBezTo>
                  <a:cubicBezTo>
                    <a:pt x="1793432" y="381889"/>
                    <a:pt x="1753638" y="390144"/>
                    <a:pt x="1720110" y="384048"/>
                  </a:cubicBezTo>
                  <a:cubicBezTo>
                    <a:pt x="1631412" y="472746"/>
                    <a:pt x="1574924" y="494672"/>
                    <a:pt x="1692678" y="676656"/>
                  </a:cubicBezTo>
                  <a:cubicBezTo>
                    <a:pt x="1726001" y="728155"/>
                    <a:pt x="1802406" y="731520"/>
                    <a:pt x="1857270" y="758952"/>
                  </a:cubicBezTo>
                  <a:cubicBezTo>
                    <a:pt x="1872510" y="719328"/>
                    <a:pt x="1921976" y="678052"/>
                    <a:pt x="1902990" y="640080"/>
                  </a:cubicBezTo>
                  <a:cubicBezTo>
                    <a:pt x="1799482" y="433064"/>
                    <a:pt x="1745025" y="451656"/>
                    <a:pt x="1592094" y="438912"/>
                  </a:cubicBezTo>
                  <a:cubicBezTo>
                    <a:pt x="1556536" y="503563"/>
                    <a:pt x="1448762" y="639851"/>
                    <a:pt x="1482366" y="740664"/>
                  </a:cubicBezTo>
                  <a:cubicBezTo>
                    <a:pt x="1490657" y="765538"/>
                    <a:pt x="1525038" y="771144"/>
                    <a:pt x="1546374" y="786384"/>
                  </a:cubicBezTo>
                  <a:cubicBezTo>
                    <a:pt x="1570758" y="752856"/>
                    <a:pt x="1623792" y="727037"/>
                    <a:pt x="1619526" y="685800"/>
                  </a:cubicBezTo>
                  <a:cubicBezTo>
                    <a:pt x="1600077" y="497794"/>
                    <a:pt x="1485172" y="513703"/>
                    <a:pt x="1354350" y="484632"/>
                  </a:cubicBezTo>
                  <a:cubicBezTo>
                    <a:pt x="1286163" y="629528"/>
                    <a:pt x="1219989" y="673313"/>
                    <a:pt x="1354350" y="832104"/>
                  </a:cubicBezTo>
                  <a:cubicBezTo>
                    <a:pt x="1383619" y="866694"/>
                    <a:pt x="1439694" y="862584"/>
                    <a:pt x="1482366" y="877824"/>
                  </a:cubicBezTo>
                  <a:cubicBezTo>
                    <a:pt x="1512846" y="838200"/>
                    <a:pt x="1561681" y="807450"/>
                    <a:pt x="1573806" y="758952"/>
                  </a:cubicBezTo>
                  <a:cubicBezTo>
                    <a:pt x="1606974" y="626279"/>
                    <a:pt x="1570743" y="603486"/>
                    <a:pt x="1509798" y="530352"/>
                  </a:cubicBezTo>
                  <a:cubicBezTo>
                    <a:pt x="1424848" y="628372"/>
                    <a:pt x="1314599" y="673481"/>
                    <a:pt x="1445790" y="804672"/>
                  </a:cubicBezTo>
                  <a:cubicBezTo>
                    <a:pt x="1469887" y="828769"/>
                    <a:pt x="1512846" y="816864"/>
                    <a:pt x="1546374" y="822960"/>
                  </a:cubicBezTo>
                  <a:cubicBezTo>
                    <a:pt x="1549422" y="762000"/>
                    <a:pt x="1584341" y="693882"/>
                    <a:pt x="1555518" y="640080"/>
                  </a:cubicBezTo>
                  <a:cubicBezTo>
                    <a:pt x="1495403" y="527865"/>
                    <a:pt x="1260021" y="573144"/>
                    <a:pt x="1189758" y="576072"/>
                  </a:cubicBezTo>
                  <a:cubicBezTo>
                    <a:pt x="1168422" y="585216"/>
                    <a:pt x="1148070" y="597127"/>
                    <a:pt x="1125750" y="603504"/>
                  </a:cubicBezTo>
                  <a:cubicBezTo>
                    <a:pt x="1105027" y="609425"/>
                    <a:pt x="1083285" y="612014"/>
                    <a:pt x="1061742" y="612648"/>
                  </a:cubicBezTo>
                  <a:cubicBezTo>
                    <a:pt x="875869" y="618115"/>
                    <a:pt x="689886" y="618744"/>
                    <a:pt x="503958" y="621792"/>
                  </a:cubicBezTo>
                  <a:cubicBezTo>
                    <a:pt x="449094" y="646176"/>
                    <a:pt x="393066" y="668094"/>
                    <a:pt x="339366" y="694944"/>
                  </a:cubicBezTo>
                  <a:cubicBezTo>
                    <a:pt x="325735" y="701760"/>
                    <a:pt x="295974" y="708745"/>
                    <a:pt x="302790" y="722376"/>
                  </a:cubicBezTo>
                  <a:cubicBezTo>
                    <a:pt x="351791" y="820377"/>
                    <a:pt x="424324" y="809302"/>
                    <a:pt x="513102" y="822960"/>
                  </a:cubicBezTo>
                  <a:cubicBezTo>
                    <a:pt x="543887" y="730606"/>
                    <a:pt x="566783" y="718245"/>
                    <a:pt x="394230" y="649224"/>
                  </a:cubicBezTo>
                  <a:cubicBezTo>
                    <a:pt x="374219" y="641220"/>
                    <a:pt x="363750" y="679704"/>
                    <a:pt x="348510" y="694944"/>
                  </a:cubicBezTo>
                  <a:cubicBezTo>
                    <a:pt x="367255" y="710565"/>
                    <a:pt x="507736" y="858553"/>
                    <a:pt x="476526" y="640080"/>
                  </a:cubicBezTo>
                  <a:cubicBezTo>
                    <a:pt x="467556" y="577293"/>
                    <a:pt x="418945" y="520734"/>
                    <a:pt x="366798" y="484632"/>
                  </a:cubicBezTo>
                  <a:cubicBezTo>
                    <a:pt x="331624" y="460281"/>
                    <a:pt x="281454" y="478536"/>
                    <a:pt x="238782" y="475488"/>
                  </a:cubicBezTo>
                  <a:cubicBezTo>
                    <a:pt x="227488" y="512193"/>
                    <a:pt x="168266" y="637589"/>
                    <a:pt x="220494" y="685800"/>
                  </a:cubicBezTo>
                  <a:cubicBezTo>
                    <a:pt x="245534" y="708914"/>
                    <a:pt x="287550" y="697992"/>
                    <a:pt x="321078" y="704088"/>
                  </a:cubicBezTo>
                  <a:cubicBezTo>
                    <a:pt x="336318" y="646176"/>
                    <a:pt x="391119" y="585074"/>
                    <a:pt x="366798" y="530352"/>
                  </a:cubicBezTo>
                  <a:cubicBezTo>
                    <a:pt x="343540" y="478021"/>
                    <a:pt x="260122" y="427187"/>
                    <a:pt x="211350" y="457200"/>
                  </a:cubicBezTo>
                  <a:cubicBezTo>
                    <a:pt x="144813" y="498146"/>
                    <a:pt x="156486" y="603504"/>
                    <a:pt x="129054" y="676656"/>
                  </a:cubicBezTo>
                  <a:cubicBezTo>
                    <a:pt x="199158" y="722376"/>
                    <a:pt x="262030" y="781815"/>
                    <a:pt x="339366" y="813816"/>
                  </a:cubicBezTo>
                  <a:cubicBezTo>
                    <a:pt x="358259" y="821634"/>
                    <a:pt x="393342" y="806811"/>
                    <a:pt x="394230" y="786384"/>
                  </a:cubicBezTo>
                  <a:cubicBezTo>
                    <a:pt x="396959" y="723607"/>
                    <a:pt x="386931" y="653225"/>
                    <a:pt x="348510" y="603504"/>
                  </a:cubicBezTo>
                  <a:cubicBezTo>
                    <a:pt x="325837" y="574163"/>
                    <a:pt x="275358" y="591312"/>
                    <a:pt x="238782" y="585216"/>
                  </a:cubicBezTo>
                  <a:cubicBezTo>
                    <a:pt x="228340" y="679190"/>
                    <a:pt x="198097" y="761714"/>
                    <a:pt x="357654" y="804672"/>
                  </a:cubicBezTo>
                  <a:cubicBezTo>
                    <a:pt x="400101" y="816100"/>
                    <a:pt x="430806" y="755904"/>
                    <a:pt x="467382" y="731520"/>
                  </a:cubicBezTo>
                  <a:cubicBezTo>
                    <a:pt x="421662" y="664464"/>
                    <a:pt x="409529" y="513111"/>
                    <a:pt x="330222" y="530352"/>
                  </a:cubicBezTo>
                  <a:cubicBezTo>
                    <a:pt x="129433" y="574002"/>
                    <a:pt x="265516" y="794132"/>
                    <a:pt x="302790" y="868680"/>
                  </a:cubicBezTo>
                  <a:cubicBezTo>
                    <a:pt x="333270" y="832104"/>
                    <a:pt x="355725" y="786956"/>
                    <a:pt x="394230" y="758952"/>
                  </a:cubicBezTo>
                  <a:cubicBezTo>
                    <a:pt x="404394" y="751560"/>
                    <a:pt x="391452" y="791554"/>
                    <a:pt x="403374" y="795528"/>
                  </a:cubicBezTo>
                  <a:cubicBezTo>
                    <a:pt x="418946" y="800719"/>
                    <a:pt x="433854" y="783336"/>
                    <a:pt x="449094" y="777240"/>
                  </a:cubicBezTo>
                  <a:cubicBezTo>
                    <a:pt x="547245" y="949004"/>
                    <a:pt x="428167" y="737211"/>
                    <a:pt x="412518" y="731520"/>
                  </a:cubicBezTo>
                  <a:cubicBezTo>
                    <a:pt x="388044" y="722620"/>
                    <a:pt x="394230" y="780288"/>
                    <a:pt x="385086" y="804672"/>
                  </a:cubicBezTo>
                  <a:cubicBezTo>
                    <a:pt x="403374" y="816864"/>
                    <a:pt x="431628" y="861591"/>
                    <a:pt x="439950" y="841248"/>
                  </a:cubicBezTo>
                  <a:cubicBezTo>
                    <a:pt x="509537" y="671147"/>
                    <a:pt x="496122" y="660984"/>
                    <a:pt x="449094" y="566928"/>
                  </a:cubicBezTo>
                  <a:cubicBezTo>
                    <a:pt x="470430" y="533400"/>
                    <a:pt x="479528" y="487608"/>
                    <a:pt x="513102" y="466344"/>
                  </a:cubicBezTo>
                  <a:cubicBezTo>
                    <a:pt x="603198" y="409283"/>
                    <a:pt x="939463" y="343287"/>
                    <a:pt x="1016022" y="329184"/>
                  </a:cubicBezTo>
                  <a:lnTo>
                    <a:pt x="1363494" y="265176"/>
                  </a:lnTo>
                  <a:cubicBezTo>
                    <a:pt x="1418358" y="268224"/>
                    <a:pt x="1478367" y="250923"/>
                    <a:pt x="1528086" y="274320"/>
                  </a:cubicBezTo>
                  <a:cubicBezTo>
                    <a:pt x="1547587" y="283497"/>
                    <a:pt x="1518942" y="316775"/>
                    <a:pt x="1518942" y="338328"/>
                  </a:cubicBezTo>
                  <a:cubicBezTo>
                    <a:pt x="1518942" y="362902"/>
                    <a:pt x="1524046" y="387241"/>
                    <a:pt x="1528086" y="411480"/>
                  </a:cubicBezTo>
                  <a:cubicBezTo>
                    <a:pt x="1541592" y="492517"/>
                    <a:pt x="1543745" y="503925"/>
                    <a:pt x="1573806" y="576072"/>
                  </a:cubicBezTo>
                  <a:cubicBezTo>
                    <a:pt x="1579049" y="588655"/>
                    <a:pt x="1582455" y="603009"/>
                    <a:pt x="1592094" y="612648"/>
                  </a:cubicBezTo>
                  <a:cubicBezTo>
                    <a:pt x="1598910" y="619464"/>
                    <a:pt x="1610382" y="618744"/>
                    <a:pt x="1619526" y="621792"/>
                  </a:cubicBezTo>
                  <a:cubicBezTo>
                    <a:pt x="1631718" y="643128"/>
                    <a:pt x="1636913" y="670449"/>
                    <a:pt x="1656102" y="685800"/>
                  </a:cubicBezTo>
                  <a:cubicBezTo>
                    <a:pt x="1670580" y="697382"/>
                    <a:pt x="1700682" y="679518"/>
                    <a:pt x="1710966" y="694944"/>
                  </a:cubicBezTo>
                  <a:cubicBezTo>
                    <a:pt x="1720071" y="708601"/>
                    <a:pt x="1705031" y="729855"/>
                    <a:pt x="1692678" y="740664"/>
                  </a:cubicBezTo>
                  <a:cubicBezTo>
                    <a:pt x="1678170" y="753358"/>
                    <a:pt x="1655533" y="751358"/>
                    <a:pt x="1637814" y="758952"/>
                  </a:cubicBezTo>
                  <a:cubicBezTo>
                    <a:pt x="1612756" y="769691"/>
                    <a:pt x="1586472" y="779171"/>
                    <a:pt x="1564662" y="795528"/>
                  </a:cubicBezTo>
                  <a:cubicBezTo>
                    <a:pt x="1451099" y="880700"/>
                    <a:pt x="1443184" y="906447"/>
                    <a:pt x="1326918" y="941832"/>
                  </a:cubicBezTo>
                  <a:cubicBezTo>
                    <a:pt x="1288014" y="953672"/>
                    <a:pt x="1247670" y="960120"/>
                    <a:pt x="1208046" y="969264"/>
                  </a:cubicBezTo>
                  <a:cubicBezTo>
                    <a:pt x="1155769" y="995403"/>
                    <a:pt x="1111184" y="1022005"/>
                    <a:pt x="1052598" y="1033272"/>
                  </a:cubicBezTo>
                  <a:cubicBezTo>
                    <a:pt x="1001363" y="1043125"/>
                    <a:pt x="948966" y="1045464"/>
                    <a:pt x="897150" y="1051560"/>
                  </a:cubicBezTo>
                  <a:cubicBezTo>
                    <a:pt x="824326" y="1043468"/>
                    <a:pt x="721803" y="1043714"/>
                    <a:pt x="650262" y="1005840"/>
                  </a:cubicBezTo>
                  <a:cubicBezTo>
                    <a:pt x="609208" y="984105"/>
                    <a:pt x="553870" y="931250"/>
                    <a:pt x="522246" y="896112"/>
                  </a:cubicBezTo>
                  <a:cubicBezTo>
                    <a:pt x="512051" y="884784"/>
                    <a:pt x="506385" y="869454"/>
                    <a:pt x="494814" y="859536"/>
                  </a:cubicBezTo>
                  <a:cubicBezTo>
                    <a:pt x="484465" y="850665"/>
                    <a:pt x="469704" y="848619"/>
                    <a:pt x="458238" y="841248"/>
                  </a:cubicBezTo>
                  <a:cubicBezTo>
                    <a:pt x="420406" y="816927"/>
                    <a:pt x="319665" y="738991"/>
                    <a:pt x="275358" y="722376"/>
                  </a:cubicBezTo>
                  <a:lnTo>
                    <a:pt x="202206" y="694944"/>
                  </a:lnTo>
                  <a:cubicBezTo>
                    <a:pt x="156561" y="710159"/>
                    <a:pt x="78082" y="723095"/>
                    <a:pt x="92478" y="804672"/>
                  </a:cubicBezTo>
                  <a:cubicBezTo>
                    <a:pt x="98517" y="838896"/>
                    <a:pt x="147342" y="847344"/>
                    <a:pt x="174774" y="868680"/>
                  </a:cubicBezTo>
                  <a:cubicBezTo>
                    <a:pt x="269262" y="844296"/>
                    <a:pt x="404108" y="876722"/>
                    <a:pt x="458238" y="795528"/>
                  </a:cubicBezTo>
                  <a:cubicBezTo>
                    <a:pt x="570087" y="627754"/>
                    <a:pt x="245242" y="683050"/>
                    <a:pt x="220494" y="685800"/>
                  </a:cubicBezTo>
                  <a:cubicBezTo>
                    <a:pt x="185488" y="790818"/>
                    <a:pt x="81289" y="934998"/>
                    <a:pt x="247926" y="1014984"/>
                  </a:cubicBezTo>
                  <a:cubicBezTo>
                    <a:pt x="289960" y="1035160"/>
                    <a:pt x="339366" y="996696"/>
                    <a:pt x="385086" y="987552"/>
                  </a:cubicBezTo>
                  <a:cubicBezTo>
                    <a:pt x="394230" y="935736"/>
                    <a:pt x="439196" y="877456"/>
                    <a:pt x="412518" y="832104"/>
                  </a:cubicBezTo>
                  <a:cubicBezTo>
                    <a:pt x="327943" y="688327"/>
                    <a:pt x="233941" y="683003"/>
                    <a:pt x="110766" y="658368"/>
                  </a:cubicBezTo>
                  <a:cubicBezTo>
                    <a:pt x="60088" y="696377"/>
                    <a:pt x="-105671" y="804051"/>
                    <a:pt x="101622" y="886968"/>
                  </a:cubicBezTo>
                  <a:cubicBezTo>
                    <a:pt x="158222" y="909608"/>
                    <a:pt x="174774" y="789432"/>
                    <a:pt x="211350" y="740664"/>
                  </a:cubicBezTo>
                  <a:cubicBezTo>
                    <a:pt x="139272" y="678883"/>
                    <a:pt x="-3767" y="522882"/>
                    <a:pt x="83334" y="923544"/>
                  </a:cubicBezTo>
                  <a:cubicBezTo>
                    <a:pt x="100330" y="1001724"/>
                    <a:pt x="186966" y="1045464"/>
                    <a:pt x="238782" y="1106424"/>
                  </a:cubicBezTo>
                  <a:cubicBezTo>
                    <a:pt x="318030" y="1057656"/>
                    <a:pt x="420695" y="1034561"/>
                    <a:pt x="476526" y="960120"/>
                  </a:cubicBezTo>
                  <a:cubicBezTo>
                    <a:pt x="621366" y="767000"/>
                    <a:pt x="337863" y="683158"/>
                    <a:pt x="247926" y="630936"/>
                  </a:cubicBezTo>
                  <a:cubicBezTo>
                    <a:pt x="233731" y="622694"/>
                    <a:pt x="217446" y="618744"/>
                    <a:pt x="202206" y="612648"/>
                  </a:cubicBezTo>
                  <a:cubicBezTo>
                    <a:pt x="169272" y="750971"/>
                    <a:pt x="109896" y="823861"/>
                    <a:pt x="220494" y="941832"/>
                  </a:cubicBezTo>
                  <a:cubicBezTo>
                    <a:pt x="237301" y="959759"/>
                    <a:pt x="269262" y="947928"/>
                    <a:pt x="293646" y="950976"/>
                  </a:cubicBezTo>
                  <a:cubicBezTo>
                    <a:pt x="305838" y="899160"/>
                    <a:pt x="327424" y="848685"/>
                    <a:pt x="330222" y="795528"/>
                  </a:cubicBezTo>
                  <a:cubicBezTo>
                    <a:pt x="332777" y="746992"/>
                    <a:pt x="272803" y="795296"/>
                    <a:pt x="275358" y="795528"/>
                  </a:cubicBezTo>
                  <a:cubicBezTo>
                    <a:pt x="317963" y="799401"/>
                    <a:pt x="360754" y="790090"/>
                    <a:pt x="403374" y="786384"/>
                  </a:cubicBezTo>
                  <a:cubicBezTo>
                    <a:pt x="430871" y="783993"/>
                    <a:pt x="458258" y="780465"/>
                    <a:pt x="485670" y="777240"/>
                  </a:cubicBezTo>
                  <a:cubicBezTo>
                    <a:pt x="510075" y="774369"/>
                    <a:pt x="534299" y="769678"/>
                    <a:pt x="558822" y="768096"/>
                  </a:cubicBezTo>
                  <a:cubicBezTo>
                    <a:pt x="628847" y="763578"/>
                    <a:pt x="699030" y="762000"/>
                    <a:pt x="769134" y="758952"/>
                  </a:cubicBezTo>
                  <a:cubicBezTo>
                    <a:pt x="814854" y="752856"/>
                    <a:pt x="860287" y="743950"/>
                    <a:pt x="906294" y="740664"/>
                  </a:cubicBezTo>
                  <a:cubicBezTo>
                    <a:pt x="988437" y="734797"/>
                    <a:pt x="1070932" y="735632"/>
                    <a:pt x="1153182" y="731520"/>
                  </a:cubicBezTo>
                  <a:cubicBezTo>
                    <a:pt x="1245088" y="726925"/>
                    <a:pt x="1264445" y="723327"/>
                    <a:pt x="1345206" y="713232"/>
                  </a:cubicBezTo>
                  <a:cubicBezTo>
                    <a:pt x="1373836" y="703689"/>
                    <a:pt x="1406243" y="691328"/>
                    <a:pt x="1436646" y="685800"/>
                  </a:cubicBezTo>
                  <a:cubicBezTo>
                    <a:pt x="1457851" y="681945"/>
                    <a:pt x="1479318" y="679704"/>
                    <a:pt x="1500654" y="676656"/>
                  </a:cubicBezTo>
                  <a:lnTo>
                    <a:pt x="1555518" y="658368"/>
                  </a:lnTo>
                </a:path>
              </a:pathLst>
            </a:custGeom>
            <a:noFill/>
            <a:ln w="19050">
              <a:solidFill>
                <a:srgbClr val="DC4C6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51DDBC-58E7-4C71-EBF0-DBD7FB74D394}"/>
              </a:ext>
            </a:extLst>
          </p:cNvPr>
          <p:cNvGrpSpPr/>
          <p:nvPr/>
        </p:nvGrpSpPr>
        <p:grpSpPr>
          <a:xfrm>
            <a:off x="-76292" y="3619954"/>
            <a:ext cx="3334976" cy="1155246"/>
            <a:chOff x="-878932" y="3619954"/>
            <a:chExt cx="4211412" cy="145884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EBF0906-4FE4-F100-2C24-281830D90350}"/>
                </a:ext>
              </a:extLst>
            </p:cNvPr>
            <p:cNvGrpSpPr/>
            <p:nvPr/>
          </p:nvGrpSpPr>
          <p:grpSpPr>
            <a:xfrm>
              <a:off x="-624862" y="3619954"/>
              <a:ext cx="3957342" cy="1458846"/>
              <a:chOff x="8234658" y="3789922"/>
              <a:chExt cx="3957342" cy="1458846"/>
            </a:xfrm>
          </p:grpSpPr>
          <p:pic>
            <p:nvPicPr>
              <p:cNvPr id="15" name="Picture 2">
                <a:extLst>
                  <a:ext uri="{FF2B5EF4-FFF2-40B4-BE49-F238E27FC236}">
                    <a16:creationId xmlns:a16="http://schemas.microsoft.com/office/drawing/2014/main" id="{2247E5CC-152D-743A-6124-D5F3B69613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000"/>
              <a:stretch/>
            </p:blipFill>
            <p:spPr bwMode="auto">
              <a:xfrm>
                <a:off x="10201827" y="3789922"/>
                <a:ext cx="1990173" cy="14588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A4B5CD5-17D3-5951-BFAE-B25192D1575A}"/>
                  </a:ext>
                </a:extLst>
              </p:cNvPr>
              <p:cNvSpPr/>
              <p:nvPr/>
            </p:nvSpPr>
            <p:spPr>
              <a:xfrm>
                <a:off x="8234658" y="3938416"/>
                <a:ext cx="1976142" cy="1106424"/>
              </a:xfrm>
              <a:custGeom>
                <a:avLst/>
                <a:gdLst>
                  <a:gd name="connsiteX0" fmla="*/ 1976142 w 1976142"/>
                  <a:gd name="connsiteY0" fmla="*/ 0 h 1106424"/>
                  <a:gd name="connsiteX1" fmla="*/ 1793262 w 1976142"/>
                  <a:gd name="connsiteY1" fmla="*/ 9144 h 1106424"/>
                  <a:gd name="connsiteX2" fmla="*/ 1729254 w 1976142"/>
                  <a:gd name="connsiteY2" fmla="*/ 18288 h 1106424"/>
                  <a:gd name="connsiteX3" fmla="*/ 1619526 w 1976142"/>
                  <a:gd name="connsiteY3" fmla="*/ 91440 h 1106424"/>
                  <a:gd name="connsiteX4" fmla="*/ 1546374 w 1976142"/>
                  <a:gd name="connsiteY4" fmla="*/ 192024 h 1106424"/>
                  <a:gd name="connsiteX5" fmla="*/ 1509798 w 1976142"/>
                  <a:gd name="connsiteY5" fmla="*/ 329184 h 1106424"/>
                  <a:gd name="connsiteX6" fmla="*/ 1592094 w 1976142"/>
                  <a:gd name="connsiteY6" fmla="*/ 384048 h 1106424"/>
                  <a:gd name="connsiteX7" fmla="*/ 1756686 w 1976142"/>
                  <a:gd name="connsiteY7" fmla="*/ 365760 h 1106424"/>
                  <a:gd name="connsiteX8" fmla="*/ 1774974 w 1976142"/>
                  <a:gd name="connsiteY8" fmla="*/ 292608 h 1106424"/>
                  <a:gd name="connsiteX9" fmla="*/ 1537230 w 1976142"/>
                  <a:gd name="connsiteY9" fmla="*/ 201168 h 1106424"/>
                  <a:gd name="connsiteX10" fmla="*/ 1409214 w 1976142"/>
                  <a:gd name="connsiteY10" fmla="*/ 265176 h 1106424"/>
                  <a:gd name="connsiteX11" fmla="*/ 1436646 w 1976142"/>
                  <a:gd name="connsiteY11" fmla="*/ 384048 h 1106424"/>
                  <a:gd name="connsiteX12" fmla="*/ 1582950 w 1976142"/>
                  <a:gd name="connsiteY12" fmla="*/ 411480 h 1106424"/>
                  <a:gd name="connsiteX13" fmla="*/ 1610382 w 1976142"/>
                  <a:gd name="connsiteY13" fmla="*/ 393192 h 1106424"/>
                  <a:gd name="connsiteX14" fmla="*/ 1436646 w 1976142"/>
                  <a:gd name="connsiteY14" fmla="*/ 292608 h 1106424"/>
                  <a:gd name="connsiteX15" fmla="*/ 1445790 w 1976142"/>
                  <a:gd name="connsiteY15" fmla="*/ 694944 h 1106424"/>
                  <a:gd name="connsiteX16" fmla="*/ 1729254 w 1976142"/>
                  <a:gd name="connsiteY16" fmla="*/ 722376 h 1106424"/>
                  <a:gd name="connsiteX17" fmla="*/ 1811550 w 1976142"/>
                  <a:gd name="connsiteY17" fmla="*/ 393192 h 1106424"/>
                  <a:gd name="connsiteX18" fmla="*/ 1656102 w 1976142"/>
                  <a:gd name="connsiteY18" fmla="*/ 347472 h 1106424"/>
                  <a:gd name="connsiteX19" fmla="*/ 1683534 w 1976142"/>
                  <a:gd name="connsiteY19" fmla="*/ 539496 h 1106424"/>
                  <a:gd name="connsiteX20" fmla="*/ 1784118 w 1976142"/>
                  <a:gd name="connsiteY20" fmla="*/ 585216 h 1106424"/>
                  <a:gd name="connsiteX21" fmla="*/ 1774974 w 1976142"/>
                  <a:gd name="connsiteY21" fmla="*/ 448056 h 1106424"/>
                  <a:gd name="connsiteX22" fmla="*/ 1464078 w 1976142"/>
                  <a:gd name="connsiteY22" fmla="*/ 384048 h 1106424"/>
                  <a:gd name="connsiteX23" fmla="*/ 1509798 w 1976142"/>
                  <a:gd name="connsiteY23" fmla="*/ 466344 h 1106424"/>
                  <a:gd name="connsiteX24" fmla="*/ 1564662 w 1976142"/>
                  <a:gd name="connsiteY24" fmla="*/ 475488 h 1106424"/>
                  <a:gd name="connsiteX25" fmla="*/ 1473222 w 1976142"/>
                  <a:gd name="connsiteY25" fmla="*/ 402336 h 1106424"/>
                  <a:gd name="connsiteX26" fmla="*/ 1390926 w 1976142"/>
                  <a:gd name="connsiteY26" fmla="*/ 658368 h 1106424"/>
                  <a:gd name="connsiteX27" fmla="*/ 1528086 w 1976142"/>
                  <a:gd name="connsiteY27" fmla="*/ 676656 h 1106424"/>
                  <a:gd name="connsiteX28" fmla="*/ 1573806 w 1976142"/>
                  <a:gd name="connsiteY28" fmla="*/ 557784 h 1106424"/>
                  <a:gd name="connsiteX29" fmla="*/ 1345206 w 1976142"/>
                  <a:gd name="connsiteY29" fmla="*/ 612648 h 1106424"/>
                  <a:gd name="connsiteX30" fmla="*/ 1546374 w 1976142"/>
                  <a:gd name="connsiteY30" fmla="*/ 841248 h 1106424"/>
                  <a:gd name="connsiteX31" fmla="*/ 1665246 w 1976142"/>
                  <a:gd name="connsiteY31" fmla="*/ 658368 h 1106424"/>
                  <a:gd name="connsiteX32" fmla="*/ 1601238 w 1976142"/>
                  <a:gd name="connsiteY32" fmla="*/ 493776 h 1106424"/>
                  <a:gd name="connsiteX33" fmla="*/ 1500654 w 1976142"/>
                  <a:gd name="connsiteY33" fmla="*/ 448056 h 1106424"/>
                  <a:gd name="connsiteX34" fmla="*/ 1464078 w 1976142"/>
                  <a:gd name="connsiteY34" fmla="*/ 621792 h 1106424"/>
                  <a:gd name="connsiteX35" fmla="*/ 1582950 w 1976142"/>
                  <a:gd name="connsiteY35" fmla="*/ 667512 h 1106424"/>
                  <a:gd name="connsiteX36" fmla="*/ 1582950 w 1976142"/>
                  <a:gd name="connsiteY36" fmla="*/ 411480 h 1106424"/>
                  <a:gd name="connsiteX37" fmla="*/ 1445790 w 1976142"/>
                  <a:gd name="connsiteY37" fmla="*/ 402336 h 1106424"/>
                  <a:gd name="connsiteX38" fmla="*/ 1363494 w 1976142"/>
                  <a:gd name="connsiteY38" fmla="*/ 466344 h 1106424"/>
                  <a:gd name="connsiteX39" fmla="*/ 1528086 w 1976142"/>
                  <a:gd name="connsiteY39" fmla="*/ 813816 h 1106424"/>
                  <a:gd name="connsiteX40" fmla="*/ 1765830 w 1976142"/>
                  <a:gd name="connsiteY40" fmla="*/ 749808 h 1106424"/>
                  <a:gd name="connsiteX41" fmla="*/ 1820694 w 1976142"/>
                  <a:gd name="connsiteY41" fmla="*/ 402336 h 1106424"/>
                  <a:gd name="connsiteX42" fmla="*/ 1720110 w 1976142"/>
                  <a:gd name="connsiteY42" fmla="*/ 384048 h 1106424"/>
                  <a:gd name="connsiteX43" fmla="*/ 1692678 w 1976142"/>
                  <a:gd name="connsiteY43" fmla="*/ 676656 h 1106424"/>
                  <a:gd name="connsiteX44" fmla="*/ 1857270 w 1976142"/>
                  <a:gd name="connsiteY44" fmla="*/ 758952 h 1106424"/>
                  <a:gd name="connsiteX45" fmla="*/ 1902990 w 1976142"/>
                  <a:gd name="connsiteY45" fmla="*/ 640080 h 1106424"/>
                  <a:gd name="connsiteX46" fmla="*/ 1592094 w 1976142"/>
                  <a:gd name="connsiteY46" fmla="*/ 438912 h 1106424"/>
                  <a:gd name="connsiteX47" fmla="*/ 1482366 w 1976142"/>
                  <a:gd name="connsiteY47" fmla="*/ 740664 h 1106424"/>
                  <a:gd name="connsiteX48" fmla="*/ 1546374 w 1976142"/>
                  <a:gd name="connsiteY48" fmla="*/ 786384 h 1106424"/>
                  <a:gd name="connsiteX49" fmla="*/ 1619526 w 1976142"/>
                  <a:gd name="connsiteY49" fmla="*/ 685800 h 1106424"/>
                  <a:gd name="connsiteX50" fmla="*/ 1354350 w 1976142"/>
                  <a:gd name="connsiteY50" fmla="*/ 484632 h 1106424"/>
                  <a:gd name="connsiteX51" fmla="*/ 1354350 w 1976142"/>
                  <a:gd name="connsiteY51" fmla="*/ 832104 h 1106424"/>
                  <a:gd name="connsiteX52" fmla="*/ 1482366 w 1976142"/>
                  <a:gd name="connsiteY52" fmla="*/ 877824 h 1106424"/>
                  <a:gd name="connsiteX53" fmla="*/ 1573806 w 1976142"/>
                  <a:gd name="connsiteY53" fmla="*/ 758952 h 1106424"/>
                  <a:gd name="connsiteX54" fmla="*/ 1509798 w 1976142"/>
                  <a:gd name="connsiteY54" fmla="*/ 530352 h 1106424"/>
                  <a:gd name="connsiteX55" fmla="*/ 1445790 w 1976142"/>
                  <a:gd name="connsiteY55" fmla="*/ 804672 h 1106424"/>
                  <a:gd name="connsiteX56" fmla="*/ 1546374 w 1976142"/>
                  <a:gd name="connsiteY56" fmla="*/ 822960 h 1106424"/>
                  <a:gd name="connsiteX57" fmla="*/ 1555518 w 1976142"/>
                  <a:gd name="connsiteY57" fmla="*/ 640080 h 1106424"/>
                  <a:gd name="connsiteX58" fmla="*/ 1189758 w 1976142"/>
                  <a:gd name="connsiteY58" fmla="*/ 576072 h 1106424"/>
                  <a:gd name="connsiteX59" fmla="*/ 1125750 w 1976142"/>
                  <a:gd name="connsiteY59" fmla="*/ 603504 h 1106424"/>
                  <a:gd name="connsiteX60" fmla="*/ 1061742 w 1976142"/>
                  <a:gd name="connsiteY60" fmla="*/ 612648 h 1106424"/>
                  <a:gd name="connsiteX61" fmla="*/ 503958 w 1976142"/>
                  <a:gd name="connsiteY61" fmla="*/ 621792 h 1106424"/>
                  <a:gd name="connsiteX62" fmla="*/ 339366 w 1976142"/>
                  <a:gd name="connsiteY62" fmla="*/ 694944 h 1106424"/>
                  <a:gd name="connsiteX63" fmla="*/ 302790 w 1976142"/>
                  <a:gd name="connsiteY63" fmla="*/ 722376 h 1106424"/>
                  <a:gd name="connsiteX64" fmla="*/ 513102 w 1976142"/>
                  <a:gd name="connsiteY64" fmla="*/ 822960 h 1106424"/>
                  <a:gd name="connsiteX65" fmla="*/ 394230 w 1976142"/>
                  <a:gd name="connsiteY65" fmla="*/ 649224 h 1106424"/>
                  <a:gd name="connsiteX66" fmla="*/ 348510 w 1976142"/>
                  <a:gd name="connsiteY66" fmla="*/ 694944 h 1106424"/>
                  <a:gd name="connsiteX67" fmla="*/ 476526 w 1976142"/>
                  <a:gd name="connsiteY67" fmla="*/ 640080 h 1106424"/>
                  <a:gd name="connsiteX68" fmla="*/ 366798 w 1976142"/>
                  <a:gd name="connsiteY68" fmla="*/ 484632 h 1106424"/>
                  <a:gd name="connsiteX69" fmla="*/ 238782 w 1976142"/>
                  <a:gd name="connsiteY69" fmla="*/ 475488 h 1106424"/>
                  <a:gd name="connsiteX70" fmla="*/ 220494 w 1976142"/>
                  <a:gd name="connsiteY70" fmla="*/ 685800 h 1106424"/>
                  <a:gd name="connsiteX71" fmla="*/ 321078 w 1976142"/>
                  <a:gd name="connsiteY71" fmla="*/ 704088 h 1106424"/>
                  <a:gd name="connsiteX72" fmla="*/ 366798 w 1976142"/>
                  <a:gd name="connsiteY72" fmla="*/ 530352 h 1106424"/>
                  <a:gd name="connsiteX73" fmla="*/ 211350 w 1976142"/>
                  <a:gd name="connsiteY73" fmla="*/ 457200 h 1106424"/>
                  <a:gd name="connsiteX74" fmla="*/ 129054 w 1976142"/>
                  <a:gd name="connsiteY74" fmla="*/ 676656 h 1106424"/>
                  <a:gd name="connsiteX75" fmla="*/ 339366 w 1976142"/>
                  <a:gd name="connsiteY75" fmla="*/ 813816 h 1106424"/>
                  <a:gd name="connsiteX76" fmla="*/ 394230 w 1976142"/>
                  <a:gd name="connsiteY76" fmla="*/ 786384 h 1106424"/>
                  <a:gd name="connsiteX77" fmla="*/ 348510 w 1976142"/>
                  <a:gd name="connsiteY77" fmla="*/ 603504 h 1106424"/>
                  <a:gd name="connsiteX78" fmla="*/ 238782 w 1976142"/>
                  <a:gd name="connsiteY78" fmla="*/ 585216 h 1106424"/>
                  <a:gd name="connsiteX79" fmla="*/ 357654 w 1976142"/>
                  <a:gd name="connsiteY79" fmla="*/ 804672 h 1106424"/>
                  <a:gd name="connsiteX80" fmla="*/ 467382 w 1976142"/>
                  <a:gd name="connsiteY80" fmla="*/ 731520 h 1106424"/>
                  <a:gd name="connsiteX81" fmla="*/ 330222 w 1976142"/>
                  <a:gd name="connsiteY81" fmla="*/ 530352 h 1106424"/>
                  <a:gd name="connsiteX82" fmla="*/ 302790 w 1976142"/>
                  <a:gd name="connsiteY82" fmla="*/ 868680 h 1106424"/>
                  <a:gd name="connsiteX83" fmla="*/ 394230 w 1976142"/>
                  <a:gd name="connsiteY83" fmla="*/ 758952 h 1106424"/>
                  <a:gd name="connsiteX84" fmla="*/ 403374 w 1976142"/>
                  <a:gd name="connsiteY84" fmla="*/ 795528 h 1106424"/>
                  <a:gd name="connsiteX85" fmla="*/ 449094 w 1976142"/>
                  <a:gd name="connsiteY85" fmla="*/ 777240 h 1106424"/>
                  <a:gd name="connsiteX86" fmla="*/ 412518 w 1976142"/>
                  <a:gd name="connsiteY86" fmla="*/ 731520 h 1106424"/>
                  <a:gd name="connsiteX87" fmla="*/ 385086 w 1976142"/>
                  <a:gd name="connsiteY87" fmla="*/ 804672 h 1106424"/>
                  <a:gd name="connsiteX88" fmla="*/ 439950 w 1976142"/>
                  <a:gd name="connsiteY88" fmla="*/ 841248 h 1106424"/>
                  <a:gd name="connsiteX89" fmla="*/ 449094 w 1976142"/>
                  <a:gd name="connsiteY89" fmla="*/ 566928 h 1106424"/>
                  <a:gd name="connsiteX90" fmla="*/ 513102 w 1976142"/>
                  <a:gd name="connsiteY90" fmla="*/ 466344 h 1106424"/>
                  <a:gd name="connsiteX91" fmla="*/ 1016022 w 1976142"/>
                  <a:gd name="connsiteY91" fmla="*/ 329184 h 1106424"/>
                  <a:gd name="connsiteX92" fmla="*/ 1363494 w 1976142"/>
                  <a:gd name="connsiteY92" fmla="*/ 265176 h 1106424"/>
                  <a:gd name="connsiteX93" fmla="*/ 1528086 w 1976142"/>
                  <a:gd name="connsiteY93" fmla="*/ 274320 h 1106424"/>
                  <a:gd name="connsiteX94" fmla="*/ 1518942 w 1976142"/>
                  <a:gd name="connsiteY94" fmla="*/ 338328 h 1106424"/>
                  <a:gd name="connsiteX95" fmla="*/ 1528086 w 1976142"/>
                  <a:gd name="connsiteY95" fmla="*/ 411480 h 1106424"/>
                  <a:gd name="connsiteX96" fmla="*/ 1573806 w 1976142"/>
                  <a:gd name="connsiteY96" fmla="*/ 576072 h 1106424"/>
                  <a:gd name="connsiteX97" fmla="*/ 1592094 w 1976142"/>
                  <a:gd name="connsiteY97" fmla="*/ 612648 h 1106424"/>
                  <a:gd name="connsiteX98" fmla="*/ 1619526 w 1976142"/>
                  <a:gd name="connsiteY98" fmla="*/ 621792 h 1106424"/>
                  <a:gd name="connsiteX99" fmla="*/ 1656102 w 1976142"/>
                  <a:gd name="connsiteY99" fmla="*/ 685800 h 1106424"/>
                  <a:gd name="connsiteX100" fmla="*/ 1710966 w 1976142"/>
                  <a:gd name="connsiteY100" fmla="*/ 694944 h 1106424"/>
                  <a:gd name="connsiteX101" fmla="*/ 1692678 w 1976142"/>
                  <a:gd name="connsiteY101" fmla="*/ 740664 h 1106424"/>
                  <a:gd name="connsiteX102" fmla="*/ 1637814 w 1976142"/>
                  <a:gd name="connsiteY102" fmla="*/ 758952 h 1106424"/>
                  <a:gd name="connsiteX103" fmla="*/ 1564662 w 1976142"/>
                  <a:gd name="connsiteY103" fmla="*/ 795528 h 1106424"/>
                  <a:gd name="connsiteX104" fmla="*/ 1326918 w 1976142"/>
                  <a:gd name="connsiteY104" fmla="*/ 941832 h 1106424"/>
                  <a:gd name="connsiteX105" fmla="*/ 1208046 w 1976142"/>
                  <a:gd name="connsiteY105" fmla="*/ 969264 h 1106424"/>
                  <a:gd name="connsiteX106" fmla="*/ 1052598 w 1976142"/>
                  <a:gd name="connsiteY106" fmla="*/ 1033272 h 1106424"/>
                  <a:gd name="connsiteX107" fmla="*/ 897150 w 1976142"/>
                  <a:gd name="connsiteY107" fmla="*/ 1051560 h 1106424"/>
                  <a:gd name="connsiteX108" fmla="*/ 650262 w 1976142"/>
                  <a:gd name="connsiteY108" fmla="*/ 1005840 h 1106424"/>
                  <a:gd name="connsiteX109" fmla="*/ 522246 w 1976142"/>
                  <a:gd name="connsiteY109" fmla="*/ 896112 h 1106424"/>
                  <a:gd name="connsiteX110" fmla="*/ 494814 w 1976142"/>
                  <a:gd name="connsiteY110" fmla="*/ 859536 h 1106424"/>
                  <a:gd name="connsiteX111" fmla="*/ 458238 w 1976142"/>
                  <a:gd name="connsiteY111" fmla="*/ 841248 h 1106424"/>
                  <a:gd name="connsiteX112" fmla="*/ 275358 w 1976142"/>
                  <a:gd name="connsiteY112" fmla="*/ 722376 h 1106424"/>
                  <a:gd name="connsiteX113" fmla="*/ 202206 w 1976142"/>
                  <a:gd name="connsiteY113" fmla="*/ 694944 h 1106424"/>
                  <a:gd name="connsiteX114" fmla="*/ 92478 w 1976142"/>
                  <a:gd name="connsiteY114" fmla="*/ 804672 h 1106424"/>
                  <a:gd name="connsiteX115" fmla="*/ 174774 w 1976142"/>
                  <a:gd name="connsiteY115" fmla="*/ 868680 h 1106424"/>
                  <a:gd name="connsiteX116" fmla="*/ 458238 w 1976142"/>
                  <a:gd name="connsiteY116" fmla="*/ 795528 h 1106424"/>
                  <a:gd name="connsiteX117" fmla="*/ 220494 w 1976142"/>
                  <a:gd name="connsiteY117" fmla="*/ 685800 h 1106424"/>
                  <a:gd name="connsiteX118" fmla="*/ 247926 w 1976142"/>
                  <a:gd name="connsiteY118" fmla="*/ 1014984 h 1106424"/>
                  <a:gd name="connsiteX119" fmla="*/ 385086 w 1976142"/>
                  <a:gd name="connsiteY119" fmla="*/ 987552 h 1106424"/>
                  <a:gd name="connsiteX120" fmla="*/ 412518 w 1976142"/>
                  <a:gd name="connsiteY120" fmla="*/ 832104 h 1106424"/>
                  <a:gd name="connsiteX121" fmla="*/ 110766 w 1976142"/>
                  <a:gd name="connsiteY121" fmla="*/ 658368 h 1106424"/>
                  <a:gd name="connsiteX122" fmla="*/ 101622 w 1976142"/>
                  <a:gd name="connsiteY122" fmla="*/ 886968 h 1106424"/>
                  <a:gd name="connsiteX123" fmla="*/ 211350 w 1976142"/>
                  <a:gd name="connsiteY123" fmla="*/ 740664 h 1106424"/>
                  <a:gd name="connsiteX124" fmla="*/ 83334 w 1976142"/>
                  <a:gd name="connsiteY124" fmla="*/ 923544 h 1106424"/>
                  <a:gd name="connsiteX125" fmla="*/ 238782 w 1976142"/>
                  <a:gd name="connsiteY125" fmla="*/ 1106424 h 1106424"/>
                  <a:gd name="connsiteX126" fmla="*/ 476526 w 1976142"/>
                  <a:gd name="connsiteY126" fmla="*/ 960120 h 1106424"/>
                  <a:gd name="connsiteX127" fmla="*/ 247926 w 1976142"/>
                  <a:gd name="connsiteY127" fmla="*/ 630936 h 1106424"/>
                  <a:gd name="connsiteX128" fmla="*/ 202206 w 1976142"/>
                  <a:gd name="connsiteY128" fmla="*/ 612648 h 1106424"/>
                  <a:gd name="connsiteX129" fmla="*/ 220494 w 1976142"/>
                  <a:gd name="connsiteY129" fmla="*/ 941832 h 1106424"/>
                  <a:gd name="connsiteX130" fmla="*/ 293646 w 1976142"/>
                  <a:gd name="connsiteY130" fmla="*/ 950976 h 1106424"/>
                  <a:gd name="connsiteX131" fmla="*/ 330222 w 1976142"/>
                  <a:gd name="connsiteY131" fmla="*/ 795528 h 1106424"/>
                  <a:gd name="connsiteX132" fmla="*/ 275358 w 1976142"/>
                  <a:gd name="connsiteY132" fmla="*/ 795528 h 1106424"/>
                  <a:gd name="connsiteX133" fmla="*/ 403374 w 1976142"/>
                  <a:gd name="connsiteY133" fmla="*/ 786384 h 1106424"/>
                  <a:gd name="connsiteX134" fmla="*/ 485670 w 1976142"/>
                  <a:gd name="connsiteY134" fmla="*/ 777240 h 1106424"/>
                  <a:gd name="connsiteX135" fmla="*/ 558822 w 1976142"/>
                  <a:gd name="connsiteY135" fmla="*/ 768096 h 1106424"/>
                  <a:gd name="connsiteX136" fmla="*/ 769134 w 1976142"/>
                  <a:gd name="connsiteY136" fmla="*/ 758952 h 1106424"/>
                  <a:gd name="connsiteX137" fmla="*/ 906294 w 1976142"/>
                  <a:gd name="connsiteY137" fmla="*/ 740664 h 1106424"/>
                  <a:gd name="connsiteX138" fmla="*/ 1153182 w 1976142"/>
                  <a:gd name="connsiteY138" fmla="*/ 731520 h 1106424"/>
                  <a:gd name="connsiteX139" fmla="*/ 1345206 w 1976142"/>
                  <a:gd name="connsiteY139" fmla="*/ 713232 h 1106424"/>
                  <a:gd name="connsiteX140" fmla="*/ 1436646 w 1976142"/>
                  <a:gd name="connsiteY140" fmla="*/ 685800 h 1106424"/>
                  <a:gd name="connsiteX141" fmla="*/ 1500654 w 1976142"/>
                  <a:gd name="connsiteY141" fmla="*/ 676656 h 1106424"/>
                  <a:gd name="connsiteX142" fmla="*/ 1555518 w 1976142"/>
                  <a:gd name="connsiteY142" fmla="*/ 658368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976142" h="1106424">
                    <a:moveTo>
                      <a:pt x="1976142" y="0"/>
                    </a:moveTo>
                    <a:cubicBezTo>
                      <a:pt x="1915182" y="3048"/>
                      <a:pt x="1854131" y="4635"/>
                      <a:pt x="1793262" y="9144"/>
                    </a:cubicBezTo>
                    <a:cubicBezTo>
                      <a:pt x="1771768" y="10736"/>
                      <a:pt x="1749701" y="11472"/>
                      <a:pt x="1729254" y="18288"/>
                    </a:cubicBezTo>
                    <a:cubicBezTo>
                      <a:pt x="1711411" y="24236"/>
                      <a:pt x="1623701" y="86987"/>
                      <a:pt x="1619526" y="91440"/>
                    </a:cubicBezTo>
                    <a:cubicBezTo>
                      <a:pt x="1591172" y="121685"/>
                      <a:pt x="1570758" y="158496"/>
                      <a:pt x="1546374" y="192024"/>
                    </a:cubicBezTo>
                    <a:cubicBezTo>
                      <a:pt x="1516604" y="311103"/>
                      <a:pt x="1530864" y="265985"/>
                      <a:pt x="1509798" y="329184"/>
                    </a:cubicBezTo>
                    <a:cubicBezTo>
                      <a:pt x="1537230" y="347472"/>
                      <a:pt x="1561608" y="371495"/>
                      <a:pt x="1592094" y="384048"/>
                    </a:cubicBezTo>
                    <a:cubicBezTo>
                      <a:pt x="1654628" y="409797"/>
                      <a:pt x="1696349" y="383861"/>
                      <a:pt x="1756686" y="365760"/>
                    </a:cubicBezTo>
                    <a:cubicBezTo>
                      <a:pt x="1762782" y="341376"/>
                      <a:pt x="1787296" y="314515"/>
                      <a:pt x="1774974" y="292608"/>
                    </a:cubicBezTo>
                    <a:cubicBezTo>
                      <a:pt x="1725172" y="204071"/>
                      <a:pt x="1617482" y="211868"/>
                      <a:pt x="1537230" y="201168"/>
                    </a:cubicBezTo>
                    <a:cubicBezTo>
                      <a:pt x="1494558" y="222504"/>
                      <a:pt x="1446468" y="235373"/>
                      <a:pt x="1409214" y="265176"/>
                    </a:cubicBezTo>
                    <a:cubicBezTo>
                      <a:pt x="1376294" y="291512"/>
                      <a:pt x="1425447" y="377889"/>
                      <a:pt x="1436646" y="384048"/>
                    </a:cubicBezTo>
                    <a:cubicBezTo>
                      <a:pt x="1480122" y="407960"/>
                      <a:pt x="1534182" y="402336"/>
                      <a:pt x="1582950" y="411480"/>
                    </a:cubicBezTo>
                    <a:cubicBezTo>
                      <a:pt x="1592094" y="405384"/>
                      <a:pt x="1614138" y="403520"/>
                      <a:pt x="1610382" y="393192"/>
                    </a:cubicBezTo>
                    <a:cubicBezTo>
                      <a:pt x="1572794" y="289824"/>
                      <a:pt x="1528174" y="307863"/>
                      <a:pt x="1436646" y="292608"/>
                    </a:cubicBezTo>
                    <a:cubicBezTo>
                      <a:pt x="1410348" y="392539"/>
                      <a:pt x="1325437" y="603866"/>
                      <a:pt x="1445790" y="694944"/>
                    </a:cubicBezTo>
                    <a:cubicBezTo>
                      <a:pt x="1521487" y="752228"/>
                      <a:pt x="1634766" y="713232"/>
                      <a:pt x="1729254" y="722376"/>
                    </a:cubicBezTo>
                    <a:cubicBezTo>
                      <a:pt x="1788776" y="621933"/>
                      <a:pt x="1972251" y="486934"/>
                      <a:pt x="1811550" y="393192"/>
                    </a:cubicBezTo>
                    <a:cubicBezTo>
                      <a:pt x="1764897" y="365978"/>
                      <a:pt x="1707918" y="362712"/>
                      <a:pt x="1656102" y="347472"/>
                    </a:cubicBezTo>
                    <a:cubicBezTo>
                      <a:pt x="1568750" y="369310"/>
                      <a:pt x="1554311" y="360020"/>
                      <a:pt x="1683534" y="539496"/>
                    </a:cubicBezTo>
                    <a:cubicBezTo>
                      <a:pt x="1705053" y="569384"/>
                      <a:pt x="1750590" y="569976"/>
                      <a:pt x="1784118" y="585216"/>
                    </a:cubicBezTo>
                    <a:cubicBezTo>
                      <a:pt x="1781070" y="539496"/>
                      <a:pt x="1809764" y="477876"/>
                      <a:pt x="1774974" y="448056"/>
                    </a:cubicBezTo>
                    <a:cubicBezTo>
                      <a:pt x="1629840" y="323656"/>
                      <a:pt x="1580083" y="350904"/>
                      <a:pt x="1464078" y="384048"/>
                    </a:cubicBezTo>
                    <a:cubicBezTo>
                      <a:pt x="1479318" y="411480"/>
                      <a:pt x="1486578" y="445235"/>
                      <a:pt x="1509798" y="466344"/>
                    </a:cubicBezTo>
                    <a:cubicBezTo>
                      <a:pt x="1523517" y="478816"/>
                      <a:pt x="1573861" y="491585"/>
                      <a:pt x="1564662" y="475488"/>
                    </a:cubicBezTo>
                    <a:cubicBezTo>
                      <a:pt x="1545296" y="441597"/>
                      <a:pt x="1503702" y="426720"/>
                      <a:pt x="1473222" y="402336"/>
                    </a:cubicBezTo>
                    <a:cubicBezTo>
                      <a:pt x="1372225" y="436002"/>
                      <a:pt x="1298296" y="442231"/>
                      <a:pt x="1390926" y="658368"/>
                    </a:cubicBezTo>
                    <a:cubicBezTo>
                      <a:pt x="1409095" y="700763"/>
                      <a:pt x="1482366" y="670560"/>
                      <a:pt x="1528086" y="676656"/>
                    </a:cubicBezTo>
                    <a:cubicBezTo>
                      <a:pt x="1543326" y="637032"/>
                      <a:pt x="1586590" y="598267"/>
                      <a:pt x="1573806" y="557784"/>
                    </a:cubicBezTo>
                    <a:cubicBezTo>
                      <a:pt x="1521546" y="392295"/>
                      <a:pt x="1358496" y="601256"/>
                      <a:pt x="1345206" y="612648"/>
                    </a:cubicBezTo>
                    <a:cubicBezTo>
                      <a:pt x="1350351" y="705259"/>
                      <a:pt x="1311727" y="930966"/>
                      <a:pt x="1546374" y="841248"/>
                    </a:cubicBezTo>
                    <a:cubicBezTo>
                      <a:pt x="1614285" y="815282"/>
                      <a:pt x="1625622" y="719328"/>
                      <a:pt x="1665246" y="658368"/>
                    </a:cubicBezTo>
                    <a:cubicBezTo>
                      <a:pt x="1643910" y="603504"/>
                      <a:pt x="1637518" y="540134"/>
                      <a:pt x="1601238" y="493776"/>
                    </a:cubicBezTo>
                    <a:cubicBezTo>
                      <a:pt x="1578540" y="464773"/>
                      <a:pt x="1527578" y="422927"/>
                      <a:pt x="1500654" y="448056"/>
                    </a:cubicBezTo>
                    <a:cubicBezTo>
                      <a:pt x="1457389" y="488437"/>
                      <a:pt x="1476270" y="563880"/>
                      <a:pt x="1464078" y="621792"/>
                    </a:cubicBezTo>
                    <a:cubicBezTo>
                      <a:pt x="1503702" y="637032"/>
                      <a:pt x="1541764" y="677809"/>
                      <a:pt x="1582950" y="667512"/>
                    </a:cubicBezTo>
                    <a:cubicBezTo>
                      <a:pt x="1804811" y="612047"/>
                      <a:pt x="1723047" y="490868"/>
                      <a:pt x="1582950" y="411480"/>
                    </a:cubicBezTo>
                    <a:cubicBezTo>
                      <a:pt x="1543084" y="388889"/>
                      <a:pt x="1491510" y="405384"/>
                      <a:pt x="1445790" y="402336"/>
                    </a:cubicBezTo>
                    <a:cubicBezTo>
                      <a:pt x="1418358" y="423672"/>
                      <a:pt x="1369898" y="432187"/>
                      <a:pt x="1363494" y="466344"/>
                    </a:cubicBezTo>
                    <a:cubicBezTo>
                      <a:pt x="1321777" y="688837"/>
                      <a:pt x="1393124" y="696849"/>
                      <a:pt x="1528086" y="813816"/>
                    </a:cubicBezTo>
                    <a:cubicBezTo>
                      <a:pt x="1607334" y="792480"/>
                      <a:pt x="1701133" y="800303"/>
                      <a:pt x="1765830" y="749808"/>
                    </a:cubicBezTo>
                    <a:cubicBezTo>
                      <a:pt x="1910387" y="636983"/>
                      <a:pt x="1963008" y="509071"/>
                      <a:pt x="1820694" y="402336"/>
                    </a:cubicBezTo>
                    <a:cubicBezTo>
                      <a:pt x="1793432" y="381889"/>
                      <a:pt x="1753638" y="390144"/>
                      <a:pt x="1720110" y="384048"/>
                    </a:cubicBezTo>
                    <a:cubicBezTo>
                      <a:pt x="1631412" y="472746"/>
                      <a:pt x="1574924" y="494672"/>
                      <a:pt x="1692678" y="676656"/>
                    </a:cubicBezTo>
                    <a:cubicBezTo>
                      <a:pt x="1726001" y="728155"/>
                      <a:pt x="1802406" y="731520"/>
                      <a:pt x="1857270" y="758952"/>
                    </a:cubicBezTo>
                    <a:cubicBezTo>
                      <a:pt x="1872510" y="719328"/>
                      <a:pt x="1921976" y="678052"/>
                      <a:pt x="1902990" y="640080"/>
                    </a:cubicBezTo>
                    <a:cubicBezTo>
                      <a:pt x="1799482" y="433064"/>
                      <a:pt x="1745025" y="451656"/>
                      <a:pt x="1592094" y="438912"/>
                    </a:cubicBezTo>
                    <a:cubicBezTo>
                      <a:pt x="1556536" y="503563"/>
                      <a:pt x="1448762" y="639851"/>
                      <a:pt x="1482366" y="740664"/>
                    </a:cubicBezTo>
                    <a:cubicBezTo>
                      <a:pt x="1490657" y="765538"/>
                      <a:pt x="1525038" y="771144"/>
                      <a:pt x="1546374" y="786384"/>
                    </a:cubicBezTo>
                    <a:cubicBezTo>
                      <a:pt x="1570758" y="752856"/>
                      <a:pt x="1623792" y="727037"/>
                      <a:pt x="1619526" y="685800"/>
                    </a:cubicBezTo>
                    <a:cubicBezTo>
                      <a:pt x="1600077" y="497794"/>
                      <a:pt x="1485172" y="513703"/>
                      <a:pt x="1354350" y="484632"/>
                    </a:cubicBezTo>
                    <a:cubicBezTo>
                      <a:pt x="1286163" y="629528"/>
                      <a:pt x="1219989" y="673313"/>
                      <a:pt x="1354350" y="832104"/>
                    </a:cubicBezTo>
                    <a:cubicBezTo>
                      <a:pt x="1383619" y="866694"/>
                      <a:pt x="1439694" y="862584"/>
                      <a:pt x="1482366" y="877824"/>
                    </a:cubicBezTo>
                    <a:cubicBezTo>
                      <a:pt x="1512846" y="838200"/>
                      <a:pt x="1561681" y="807450"/>
                      <a:pt x="1573806" y="758952"/>
                    </a:cubicBezTo>
                    <a:cubicBezTo>
                      <a:pt x="1606974" y="626279"/>
                      <a:pt x="1570743" y="603486"/>
                      <a:pt x="1509798" y="530352"/>
                    </a:cubicBezTo>
                    <a:cubicBezTo>
                      <a:pt x="1424848" y="628372"/>
                      <a:pt x="1314599" y="673481"/>
                      <a:pt x="1445790" y="804672"/>
                    </a:cubicBezTo>
                    <a:cubicBezTo>
                      <a:pt x="1469887" y="828769"/>
                      <a:pt x="1512846" y="816864"/>
                      <a:pt x="1546374" y="822960"/>
                    </a:cubicBezTo>
                    <a:cubicBezTo>
                      <a:pt x="1549422" y="762000"/>
                      <a:pt x="1584341" y="693882"/>
                      <a:pt x="1555518" y="640080"/>
                    </a:cubicBezTo>
                    <a:cubicBezTo>
                      <a:pt x="1495403" y="527865"/>
                      <a:pt x="1260021" y="573144"/>
                      <a:pt x="1189758" y="576072"/>
                    </a:cubicBezTo>
                    <a:cubicBezTo>
                      <a:pt x="1168422" y="585216"/>
                      <a:pt x="1148070" y="597127"/>
                      <a:pt x="1125750" y="603504"/>
                    </a:cubicBezTo>
                    <a:cubicBezTo>
                      <a:pt x="1105027" y="609425"/>
                      <a:pt x="1083285" y="612014"/>
                      <a:pt x="1061742" y="612648"/>
                    </a:cubicBezTo>
                    <a:cubicBezTo>
                      <a:pt x="875869" y="618115"/>
                      <a:pt x="689886" y="618744"/>
                      <a:pt x="503958" y="621792"/>
                    </a:cubicBezTo>
                    <a:cubicBezTo>
                      <a:pt x="449094" y="646176"/>
                      <a:pt x="393066" y="668094"/>
                      <a:pt x="339366" y="694944"/>
                    </a:cubicBezTo>
                    <a:cubicBezTo>
                      <a:pt x="325735" y="701760"/>
                      <a:pt x="295974" y="708745"/>
                      <a:pt x="302790" y="722376"/>
                    </a:cubicBezTo>
                    <a:cubicBezTo>
                      <a:pt x="351791" y="820377"/>
                      <a:pt x="424324" y="809302"/>
                      <a:pt x="513102" y="822960"/>
                    </a:cubicBezTo>
                    <a:cubicBezTo>
                      <a:pt x="543887" y="730606"/>
                      <a:pt x="566783" y="718245"/>
                      <a:pt x="394230" y="649224"/>
                    </a:cubicBezTo>
                    <a:cubicBezTo>
                      <a:pt x="374219" y="641220"/>
                      <a:pt x="363750" y="679704"/>
                      <a:pt x="348510" y="694944"/>
                    </a:cubicBezTo>
                    <a:cubicBezTo>
                      <a:pt x="367255" y="710565"/>
                      <a:pt x="507736" y="858553"/>
                      <a:pt x="476526" y="640080"/>
                    </a:cubicBezTo>
                    <a:cubicBezTo>
                      <a:pt x="467556" y="577293"/>
                      <a:pt x="418945" y="520734"/>
                      <a:pt x="366798" y="484632"/>
                    </a:cubicBezTo>
                    <a:cubicBezTo>
                      <a:pt x="331624" y="460281"/>
                      <a:pt x="281454" y="478536"/>
                      <a:pt x="238782" y="475488"/>
                    </a:cubicBezTo>
                    <a:cubicBezTo>
                      <a:pt x="227488" y="512193"/>
                      <a:pt x="168266" y="637589"/>
                      <a:pt x="220494" y="685800"/>
                    </a:cubicBezTo>
                    <a:cubicBezTo>
                      <a:pt x="245534" y="708914"/>
                      <a:pt x="287550" y="697992"/>
                      <a:pt x="321078" y="704088"/>
                    </a:cubicBezTo>
                    <a:cubicBezTo>
                      <a:pt x="336318" y="646176"/>
                      <a:pt x="391119" y="585074"/>
                      <a:pt x="366798" y="530352"/>
                    </a:cubicBezTo>
                    <a:cubicBezTo>
                      <a:pt x="343540" y="478021"/>
                      <a:pt x="260122" y="427187"/>
                      <a:pt x="211350" y="457200"/>
                    </a:cubicBezTo>
                    <a:cubicBezTo>
                      <a:pt x="144813" y="498146"/>
                      <a:pt x="156486" y="603504"/>
                      <a:pt x="129054" y="676656"/>
                    </a:cubicBezTo>
                    <a:cubicBezTo>
                      <a:pt x="199158" y="722376"/>
                      <a:pt x="262030" y="781815"/>
                      <a:pt x="339366" y="813816"/>
                    </a:cubicBezTo>
                    <a:cubicBezTo>
                      <a:pt x="358259" y="821634"/>
                      <a:pt x="393342" y="806811"/>
                      <a:pt x="394230" y="786384"/>
                    </a:cubicBezTo>
                    <a:cubicBezTo>
                      <a:pt x="396959" y="723607"/>
                      <a:pt x="386931" y="653225"/>
                      <a:pt x="348510" y="603504"/>
                    </a:cubicBezTo>
                    <a:cubicBezTo>
                      <a:pt x="325837" y="574163"/>
                      <a:pt x="275358" y="591312"/>
                      <a:pt x="238782" y="585216"/>
                    </a:cubicBezTo>
                    <a:cubicBezTo>
                      <a:pt x="228340" y="679190"/>
                      <a:pt x="198097" y="761714"/>
                      <a:pt x="357654" y="804672"/>
                    </a:cubicBezTo>
                    <a:cubicBezTo>
                      <a:pt x="400101" y="816100"/>
                      <a:pt x="430806" y="755904"/>
                      <a:pt x="467382" y="731520"/>
                    </a:cubicBezTo>
                    <a:cubicBezTo>
                      <a:pt x="421662" y="664464"/>
                      <a:pt x="409529" y="513111"/>
                      <a:pt x="330222" y="530352"/>
                    </a:cubicBezTo>
                    <a:cubicBezTo>
                      <a:pt x="129433" y="574002"/>
                      <a:pt x="265516" y="794132"/>
                      <a:pt x="302790" y="868680"/>
                    </a:cubicBezTo>
                    <a:cubicBezTo>
                      <a:pt x="333270" y="832104"/>
                      <a:pt x="355725" y="786956"/>
                      <a:pt x="394230" y="758952"/>
                    </a:cubicBezTo>
                    <a:cubicBezTo>
                      <a:pt x="404394" y="751560"/>
                      <a:pt x="391452" y="791554"/>
                      <a:pt x="403374" y="795528"/>
                    </a:cubicBezTo>
                    <a:cubicBezTo>
                      <a:pt x="418946" y="800719"/>
                      <a:pt x="433854" y="783336"/>
                      <a:pt x="449094" y="777240"/>
                    </a:cubicBezTo>
                    <a:cubicBezTo>
                      <a:pt x="547245" y="949004"/>
                      <a:pt x="428167" y="737211"/>
                      <a:pt x="412518" y="731520"/>
                    </a:cubicBezTo>
                    <a:cubicBezTo>
                      <a:pt x="388044" y="722620"/>
                      <a:pt x="394230" y="780288"/>
                      <a:pt x="385086" y="804672"/>
                    </a:cubicBezTo>
                    <a:cubicBezTo>
                      <a:pt x="403374" y="816864"/>
                      <a:pt x="431628" y="861591"/>
                      <a:pt x="439950" y="841248"/>
                    </a:cubicBezTo>
                    <a:cubicBezTo>
                      <a:pt x="509537" y="671147"/>
                      <a:pt x="496122" y="660984"/>
                      <a:pt x="449094" y="566928"/>
                    </a:cubicBezTo>
                    <a:cubicBezTo>
                      <a:pt x="470430" y="533400"/>
                      <a:pt x="479528" y="487608"/>
                      <a:pt x="513102" y="466344"/>
                    </a:cubicBezTo>
                    <a:cubicBezTo>
                      <a:pt x="603198" y="409283"/>
                      <a:pt x="939463" y="343287"/>
                      <a:pt x="1016022" y="329184"/>
                    </a:cubicBezTo>
                    <a:lnTo>
                      <a:pt x="1363494" y="265176"/>
                    </a:lnTo>
                    <a:cubicBezTo>
                      <a:pt x="1418358" y="268224"/>
                      <a:pt x="1478367" y="250923"/>
                      <a:pt x="1528086" y="274320"/>
                    </a:cubicBezTo>
                    <a:cubicBezTo>
                      <a:pt x="1547587" y="283497"/>
                      <a:pt x="1518942" y="316775"/>
                      <a:pt x="1518942" y="338328"/>
                    </a:cubicBezTo>
                    <a:cubicBezTo>
                      <a:pt x="1518942" y="362902"/>
                      <a:pt x="1524046" y="387241"/>
                      <a:pt x="1528086" y="411480"/>
                    </a:cubicBezTo>
                    <a:cubicBezTo>
                      <a:pt x="1541592" y="492517"/>
                      <a:pt x="1543745" y="503925"/>
                      <a:pt x="1573806" y="576072"/>
                    </a:cubicBezTo>
                    <a:cubicBezTo>
                      <a:pt x="1579049" y="588655"/>
                      <a:pt x="1582455" y="603009"/>
                      <a:pt x="1592094" y="612648"/>
                    </a:cubicBezTo>
                    <a:cubicBezTo>
                      <a:pt x="1598910" y="619464"/>
                      <a:pt x="1610382" y="618744"/>
                      <a:pt x="1619526" y="621792"/>
                    </a:cubicBezTo>
                    <a:cubicBezTo>
                      <a:pt x="1631718" y="643128"/>
                      <a:pt x="1636913" y="670449"/>
                      <a:pt x="1656102" y="685800"/>
                    </a:cubicBezTo>
                    <a:cubicBezTo>
                      <a:pt x="1670580" y="697382"/>
                      <a:pt x="1700682" y="679518"/>
                      <a:pt x="1710966" y="694944"/>
                    </a:cubicBezTo>
                    <a:cubicBezTo>
                      <a:pt x="1720071" y="708601"/>
                      <a:pt x="1705031" y="729855"/>
                      <a:pt x="1692678" y="740664"/>
                    </a:cubicBezTo>
                    <a:cubicBezTo>
                      <a:pt x="1678170" y="753358"/>
                      <a:pt x="1655533" y="751358"/>
                      <a:pt x="1637814" y="758952"/>
                    </a:cubicBezTo>
                    <a:cubicBezTo>
                      <a:pt x="1612756" y="769691"/>
                      <a:pt x="1586472" y="779171"/>
                      <a:pt x="1564662" y="795528"/>
                    </a:cubicBezTo>
                    <a:cubicBezTo>
                      <a:pt x="1451099" y="880700"/>
                      <a:pt x="1443184" y="906447"/>
                      <a:pt x="1326918" y="941832"/>
                    </a:cubicBezTo>
                    <a:cubicBezTo>
                      <a:pt x="1288014" y="953672"/>
                      <a:pt x="1247670" y="960120"/>
                      <a:pt x="1208046" y="969264"/>
                    </a:cubicBezTo>
                    <a:cubicBezTo>
                      <a:pt x="1155769" y="995403"/>
                      <a:pt x="1111184" y="1022005"/>
                      <a:pt x="1052598" y="1033272"/>
                    </a:cubicBezTo>
                    <a:cubicBezTo>
                      <a:pt x="1001363" y="1043125"/>
                      <a:pt x="948966" y="1045464"/>
                      <a:pt x="897150" y="1051560"/>
                    </a:cubicBezTo>
                    <a:cubicBezTo>
                      <a:pt x="824326" y="1043468"/>
                      <a:pt x="721803" y="1043714"/>
                      <a:pt x="650262" y="1005840"/>
                    </a:cubicBezTo>
                    <a:cubicBezTo>
                      <a:pt x="609208" y="984105"/>
                      <a:pt x="553870" y="931250"/>
                      <a:pt x="522246" y="896112"/>
                    </a:cubicBezTo>
                    <a:cubicBezTo>
                      <a:pt x="512051" y="884784"/>
                      <a:pt x="506385" y="869454"/>
                      <a:pt x="494814" y="859536"/>
                    </a:cubicBezTo>
                    <a:cubicBezTo>
                      <a:pt x="484465" y="850665"/>
                      <a:pt x="469704" y="848619"/>
                      <a:pt x="458238" y="841248"/>
                    </a:cubicBezTo>
                    <a:cubicBezTo>
                      <a:pt x="420406" y="816927"/>
                      <a:pt x="319665" y="738991"/>
                      <a:pt x="275358" y="722376"/>
                    </a:cubicBezTo>
                    <a:lnTo>
                      <a:pt x="202206" y="694944"/>
                    </a:lnTo>
                    <a:cubicBezTo>
                      <a:pt x="156561" y="710159"/>
                      <a:pt x="78082" y="723095"/>
                      <a:pt x="92478" y="804672"/>
                    </a:cubicBezTo>
                    <a:cubicBezTo>
                      <a:pt x="98517" y="838896"/>
                      <a:pt x="147342" y="847344"/>
                      <a:pt x="174774" y="868680"/>
                    </a:cubicBezTo>
                    <a:cubicBezTo>
                      <a:pt x="269262" y="844296"/>
                      <a:pt x="404108" y="876722"/>
                      <a:pt x="458238" y="795528"/>
                    </a:cubicBezTo>
                    <a:cubicBezTo>
                      <a:pt x="570087" y="627754"/>
                      <a:pt x="245242" y="683050"/>
                      <a:pt x="220494" y="685800"/>
                    </a:cubicBezTo>
                    <a:cubicBezTo>
                      <a:pt x="185488" y="790818"/>
                      <a:pt x="81289" y="934998"/>
                      <a:pt x="247926" y="1014984"/>
                    </a:cubicBezTo>
                    <a:cubicBezTo>
                      <a:pt x="289960" y="1035160"/>
                      <a:pt x="339366" y="996696"/>
                      <a:pt x="385086" y="987552"/>
                    </a:cubicBezTo>
                    <a:cubicBezTo>
                      <a:pt x="394230" y="935736"/>
                      <a:pt x="439196" y="877456"/>
                      <a:pt x="412518" y="832104"/>
                    </a:cubicBezTo>
                    <a:cubicBezTo>
                      <a:pt x="327943" y="688327"/>
                      <a:pt x="233941" y="683003"/>
                      <a:pt x="110766" y="658368"/>
                    </a:cubicBezTo>
                    <a:cubicBezTo>
                      <a:pt x="60088" y="696377"/>
                      <a:pt x="-105671" y="804051"/>
                      <a:pt x="101622" y="886968"/>
                    </a:cubicBezTo>
                    <a:cubicBezTo>
                      <a:pt x="158222" y="909608"/>
                      <a:pt x="174774" y="789432"/>
                      <a:pt x="211350" y="740664"/>
                    </a:cubicBezTo>
                    <a:cubicBezTo>
                      <a:pt x="139272" y="678883"/>
                      <a:pt x="-3767" y="522882"/>
                      <a:pt x="83334" y="923544"/>
                    </a:cubicBezTo>
                    <a:cubicBezTo>
                      <a:pt x="100330" y="1001724"/>
                      <a:pt x="186966" y="1045464"/>
                      <a:pt x="238782" y="1106424"/>
                    </a:cubicBezTo>
                    <a:cubicBezTo>
                      <a:pt x="318030" y="1057656"/>
                      <a:pt x="420695" y="1034561"/>
                      <a:pt x="476526" y="960120"/>
                    </a:cubicBezTo>
                    <a:cubicBezTo>
                      <a:pt x="621366" y="767000"/>
                      <a:pt x="337863" y="683158"/>
                      <a:pt x="247926" y="630936"/>
                    </a:cubicBezTo>
                    <a:cubicBezTo>
                      <a:pt x="233731" y="622694"/>
                      <a:pt x="217446" y="618744"/>
                      <a:pt x="202206" y="612648"/>
                    </a:cubicBezTo>
                    <a:cubicBezTo>
                      <a:pt x="169272" y="750971"/>
                      <a:pt x="109896" y="823861"/>
                      <a:pt x="220494" y="941832"/>
                    </a:cubicBezTo>
                    <a:cubicBezTo>
                      <a:pt x="237301" y="959759"/>
                      <a:pt x="269262" y="947928"/>
                      <a:pt x="293646" y="950976"/>
                    </a:cubicBezTo>
                    <a:cubicBezTo>
                      <a:pt x="305838" y="899160"/>
                      <a:pt x="327424" y="848685"/>
                      <a:pt x="330222" y="795528"/>
                    </a:cubicBezTo>
                    <a:cubicBezTo>
                      <a:pt x="332777" y="746992"/>
                      <a:pt x="272803" y="795296"/>
                      <a:pt x="275358" y="795528"/>
                    </a:cubicBezTo>
                    <a:cubicBezTo>
                      <a:pt x="317963" y="799401"/>
                      <a:pt x="360754" y="790090"/>
                      <a:pt x="403374" y="786384"/>
                    </a:cubicBezTo>
                    <a:cubicBezTo>
                      <a:pt x="430871" y="783993"/>
                      <a:pt x="458258" y="780465"/>
                      <a:pt x="485670" y="777240"/>
                    </a:cubicBezTo>
                    <a:cubicBezTo>
                      <a:pt x="510075" y="774369"/>
                      <a:pt x="534299" y="769678"/>
                      <a:pt x="558822" y="768096"/>
                    </a:cubicBezTo>
                    <a:cubicBezTo>
                      <a:pt x="628847" y="763578"/>
                      <a:pt x="699030" y="762000"/>
                      <a:pt x="769134" y="758952"/>
                    </a:cubicBezTo>
                    <a:cubicBezTo>
                      <a:pt x="814854" y="752856"/>
                      <a:pt x="860287" y="743950"/>
                      <a:pt x="906294" y="740664"/>
                    </a:cubicBezTo>
                    <a:cubicBezTo>
                      <a:pt x="988437" y="734797"/>
                      <a:pt x="1070932" y="735632"/>
                      <a:pt x="1153182" y="731520"/>
                    </a:cubicBezTo>
                    <a:cubicBezTo>
                      <a:pt x="1245088" y="726925"/>
                      <a:pt x="1264445" y="723327"/>
                      <a:pt x="1345206" y="713232"/>
                    </a:cubicBezTo>
                    <a:cubicBezTo>
                      <a:pt x="1373836" y="703689"/>
                      <a:pt x="1406243" y="691328"/>
                      <a:pt x="1436646" y="685800"/>
                    </a:cubicBezTo>
                    <a:cubicBezTo>
                      <a:pt x="1457851" y="681945"/>
                      <a:pt x="1479318" y="679704"/>
                      <a:pt x="1500654" y="676656"/>
                    </a:cubicBezTo>
                    <a:lnTo>
                      <a:pt x="1555518" y="658368"/>
                    </a:lnTo>
                  </a:path>
                </a:pathLst>
              </a:custGeom>
              <a:noFill/>
              <a:ln w="19050">
                <a:solidFill>
                  <a:srgbClr val="DC4C6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0C5F3E-E2EF-A94A-4566-EAD49787C1D6}"/>
                </a:ext>
              </a:extLst>
            </p:cNvPr>
            <p:cNvSpPr/>
            <p:nvPr/>
          </p:nvSpPr>
          <p:spPr>
            <a:xfrm>
              <a:off x="261370" y="3663634"/>
              <a:ext cx="1242309" cy="132792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5EEE48-1627-4A86-E86F-372008B163E3}"/>
                </a:ext>
              </a:extLst>
            </p:cNvPr>
            <p:cNvSpPr txBox="1"/>
            <p:nvPr/>
          </p:nvSpPr>
          <p:spPr>
            <a:xfrm>
              <a:off x="1134472" y="3768448"/>
              <a:ext cx="3692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AC0440-CFB6-04CF-F283-03E190AD1723}"/>
                </a:ext>
              </a:extLst>
            </p:cNvPr>
            <p:cNvSpPr txBox="1"/>
            <p:nvPr/>
          </p:nvSpPr>
          <p:spPr>
            <a:xfrm>
              <a:off x="-878932" y="4103467"/>
              <a:ext cx="3692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accent1"/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1138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F74-162D-4500-A8B7-B49A379D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Template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96E2-1227-4225-8791-5FB9A27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240"/>
            <a:ext cx="10972800" cy="54457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def my_DandC(problem){</a:t>
            </a:r>
            <a:br>
              <a:rPr lang="en-US" dirty="0"/>
            </a:br>
            <a:r>
              <a:rPr lang="en-US" dirty="0"/>
              <a:t>    // Base Case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problem.size</a:t>
            </a:r>
            <a:r>
              <a:rPr lang="en-US" dirty="0"/>
              <a:t>() &lt;= </a:t>
            </a:r>
            <a:r>
              <a:rPr lang="en-US" dirty="0" err="1"/>
              <a:t>small_value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        return solve(problem);  // directly solve (e.g., brute force)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// Divide</a:t>
            </a:r>
          </a:p>
          <a:p>
            <a:pPr marL="0" indent="0">
              <a:buNone/>
            </a:pPr>
            <a:r>
              <a:rPr lang="en-US" dirty="0"/>
              <a:t>    List subproblems = divide(problem);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Conquer</a:t>
            </a:r>
          </a:p>
          <a:p>
            <a:pPr marL="0" indent="0">
              <a:buNone/>
            </a:pPr>
            <a:r>
              <a:rPr lang="en-US" dirty="0"/>
              <a:t>    solutions = new List();</a:t>
            </a:r>
          </a:p>
          <a:p>
            <a:pPr marL="0" indent="0">
              <a:buNone/>
            </a:pPr>
            <a:r>
              <a:rPr lang="en-US" dirty="0"/>
              <a:t>    for (sub : subproblems){</a:t>
            </a:r>
          </a:p>
          <a:p>
            <a:pPr marL="0" indent="0">
              <a:buNone/>
            </a:pPr>
            <a:r>
              <a:rPr lang="en-US" dirty="0"/>
              <a:t>        subsolution = my_DandC(sub);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solutions.add</a:t>
            </a:r>
            <a:r>
              <a:rPr lang="en-US" dirty="0"/>
              <a:t>(</a:t>
            </a:r>
            <a:r>
              <a:rPr lang="en-US" dirty="0" err="1"/>
              <a:t>subsolution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// Combine</a:t>
            </a:r>
          </a:p>
          <a:p>
            <a:pPr marL="0" indent="0">
              <a:buNone/>
            </a:pPr>
            <a:r>
              <a:rPr lang="en-US" dirty="0"/>
              <a:t>    return combine(solutions);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53B9F-2FEB-4029-B061-C90B385A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274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19680" y="1298448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 is of length 1 or 0, it’s already sorted, so just return it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Sort both lists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b="1" dirty="0"/>
              <a:t>Merge</a:t>
            </a:r>
            <a:r>
              <a:rPr lang="en-US" dirty="0"/>
              <a:t> sorted sublists into one sorted list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EFCFBE45-A1F3-4932-85FA-AF898B93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36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A6038B4-F05D-6F20-8BFC-3AC6EC6FC6E8}"/>
              </a:ext>
            </a:extLst>
          </p:cNvPr>
          <p:cNvSpPr/>
          <p:nvPr/>
        </p:nvSpPr>
        <p:spPr>
          <a:xfrm>
            <a:off x="581660" y="1502728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435895E0-AEA0-0940-5D39-646A13B54670}"/>
              </a:ext>
            </a:extLst>
          </p:cNvPr>
          <p:cNvGrpSpPr/>
          <p:nvPr/>
        </p:nvGrpSpPr>
        <p:grpSpPr>
          <a:xfrm>
            <a:off x="143510" y="2620011"/>
            <a:ext cx="2359660" cy="375920"/>
            <a:chOff x="7866380" y="4321811"/>
            <a:chExt cx="235966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1AC0146F-1215-033B-474C-1202CBB1382F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6161B0BF-F025-0B80-A6D8-62CD5002CD1C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7E43537C-9288-ABDA-EB6D-AEE370B64291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F761104C-7C02-2944-984D-8E55BD055701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C59D95F4-292C-4129-52CD-0D6A35C64D9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F84B0681-6C9C-F58D-E1FF-80DFEFD8C581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A512511D-0BF2-1BD4-61D9-99C53A707F13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DCBBB31-B027-E237-6E8F-A785199E188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E3D01A99-515F-0FD5-8557-F5A51BEBD9F8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712EC17-6C8B-82E7-112A-93F08E4569EA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62145E-972E-AA98-83BB-11990B5B0A19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C88493-7B69-E58E-EAEA-116212C7C254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C9C7CE3-7A1C-CF03-CF1E-E5762740CEDA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9E74BD3-16BD-405D-B960-A8F2C73ADA12}"/>
              </a:ext>
            </a:extLst>
          </p:cNvPr>
          <p:cNvGrpSpPr/>
          <p:nvPr/>
        </p:nvGrpSpPr>
        <p:grpSpPr>
          <a:xfrm>
            <a:off x="143510" y="3929254"/>
            <a:ext cx="2359660" cy="375920"/>
            <a:chOff x="7866380" y="4321811"/>
            <a:chExt cx="2359660" cy="37592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EC224A1-B18F-E6A5-748F-A75B1F455D67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8CEEEE7-FC40-57CE-4C6B-E3C2648A6C3D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FE4E47-C824-4651-08D3-308F39FAFA47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962A4A-98DB-B15A-FE92-B6E41220439F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6CC13B-3743-C67D-1189-37D1268C051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40576FB-AFD1-4D3B-05F0-A0B70A599B74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405945E-100C-6B39-5FD1-BBBE0566368B}"/>
              </a:ext>
            </a:extLst>
          </p:cNvPr>
          <p:cNvGrpSpPr/>
          <p:nvPr/>
        </p:nvGrpSpPr>
        <p:grpSpPr>
          <a:xfrm>
            <a:off x="143510" y="6074982"/>
            <a:ext cx="2258060" cy="375920"/>
            <a:chOff x="7967980" y="4321811"/>
            <a:chExt cx="2258060" cy="37592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3690BB-76CB-BAFE-26B3-260B537AE2D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23CC625-C6EE-939F-59C6-8FDBF827024F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B4D7055-02F7-A906-4A01-24889BAD2921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6CC5D9E-F542-E42E-4C24-9E7DC23692CD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0B29DFD-1138-7F9E-DB14-8EC859E21220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1A2089A-AFB5-4C8F-9B13-2BCC0A93AEAB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9760A4B-C884-D45E-2DBC-75690FDA2811}"/>
              </a:ext>
            </a:extLst>
          </p:cNvPr>
          <p:cNvCxnSpPr>
            <a:cxnSpLocks/>
            <a:stCxn id="101" idx="2"/>
            <a:endCxn id="86" idx="0"/>
          </p:cNvCxnSpPr>
          <p:nvPr/>
        </p:nvCxnSpPr>
        <p:spPr>
          <a:xfrm flipH="1">
            <a:off x="331470" y="5628831"/>
            <a:ext cx="12306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BA8329B-B184-BF44-2E73-57E81568BE4A}"/>
              </a:ext>
            </a:extLst>
          </p:cNvPr>
          <p:cNvGrpSpPr/>
          <p:nvPr/>
        </p:nvGrpSpPr>
        <p:grpSpPr>
          <a:xfrm>
            <a:off x="142240" y="5252911"/>
            <a:ext cx="2359660" cy="375920"/>
            <a:chOff x="7866380" y="4321811"/>
            <a:chExt cx="2359660" cy="37592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79926A6-DCE4-B48F-A5CB-5F011A4C0C72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D879902-45E2-374E-6352-92BEFC1772DA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AAC80FF-CC9B-8C57-D4EB-B9F52B08CF79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F991359-E10F-1CEE-641D-4D6B0901C70B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C042204-CC9B-292C-960C-FB3A9E83AD73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038750F-0C93-3541-CBB6-23133514AD7D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02132B9-9C9F-E2DC-3604-45581B49A1B6}"/>
              </a:ext>
            </a:extLst>
          </p:cNvPr>
          <p:cNvCxnSpPr>
            <a:cxnSpLocks/>
            <a:stCxn id="97" idx="2"/>
            <a:endCxn id="87" idx="0"/>
          </p:cNvCxnSpPr>
          <p:nvPr/>
        </p:nvCxnSpPr>
        <p:spPr>
          <a:xfrm>
            <a:off x="330200" y="5628831"/>
            <a:ext cx="37719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8AB2DD9-25E5-A2C3-5B30-1A2098D2A7B5}"/>
              </a:ext>
            </a:extLst>
          </p:cNvPr>
          <p:cNvCxnSpPr>
            <a:cxnSpLocks/>
            <a:stCxn id="102" idx="2"/>
            <a:endCxn id="88" idx="0"/>
          </p:cNvCxnSpPr>
          <p:nvPr/>
        </p:nvCxnSpPr>
        <p:spPr>
          <a:xfrm flipH="1">
            <a:off x="1085850" y="5628831"/>
            <a:ext cx="85217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64C6B2E-65E1-999F-AE4C-0C9B90029F04}"/>
              </a:ext>
            </a:extLst>
          </p:cNvPr>
          <p:cNvCxnSpPr>
            <a:cxnSpLocks/>
            <a:stCxn id="99" idx="2"/>
            <a:endCxn id="89" idx="0"/>
          </p:cNvCxnSpPr>
          <p:nvPr/>
        </p:nvCxnSpPr>
        <p:spPr>
          <a:xfrm>
            <a:off x="706120" y="5628831"/>
            <a:ext cx="75565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BF20938-E610-9740-E5E4-C2A73A8D0BB5}"/>
              </a:ext>
            </a:extLst>
          </p:cNvPr>
          <p:cNvCxnSpPr>
            <a:cxnSpLocks/>
            <a:stCxn id="100" idx="2"/>
            <a:endCxn id="90" idx="0"/>
          </p:cNvCxnSpPr>
          <p:nvPr/>
        </p:nvCxnSpPr>
        <p:spPr>
          <a:xfrm>
            <a:off x="1084580" y="5628831"/>
            <a:ext cx="75311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660D801-269E-358E-2F73-D1FECEE60AAA}"/>
              </a:ext>
            </a:extLst>
          </p:cNvPr>
          <p:cNvCxnSpPr>
            <a:cxnSpLocks/>
            <a:stCxn id="103" idx="2"/>
            <a:endCxn id="91" idx="0"/>
          </p:cNvCxnSpPr>
          <p:nvPr/>
        </p:nvCxnSpPr>
        <p:spPr>
          <a:xfrm flipH="1">
            <a:off x="2213610" y="5628831"/>
            <a:ext cx="1003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3421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CBAD-23AB-0CC2-48DA-218DAB0B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In Action!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4DCCF6-BB83-4EE3-BC80-0BFBFF244782}"/>
              </a:ext>
            </a:extLst>
          </p:cNvPr>
          <p:cNvGrpSpPr/>
          <p:nvPr/>
        </p:nvGrpSpPr>
        <p:grpSpPr>
          <a:xfrm>
            <a:off x="2876550" y="2056448"/>
            <a:ext cx="5862824" cy="732853"/>
            <a:chOff x="641350" y="2386266"/>
            <a:chExt cx="5862824" cy="73285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88C230-FD3C-EA40-210A-BFFCADEDCFB4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8F41F6-3204-607E-164A-DCA6BA90C383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076EE9-0D45-1598-39E4-88A91E3187FC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F75015-E664-CC9C-4594-D28BA01E463F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7EF827-6599-548F-5C3D-8292DB144B00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9FB8D4-ECC1-E1AB-E075-8F7CCE064CB4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BB24EE8-88B6-5BE1-2240-D58005BAE911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96B498-5386-7132-97CB-04CACDCC3646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DF2872-D1C3-4B08-E3E4-EF8CAF741EAB}"/>
                  </a:ext>
                </a:extLst>
              </p:cNvPr>
              <p:cNvSpPr txBox="1"/>
              <p:nvPr/>
            </p:nvSpPr>
            <p:spPr>
              <a:xfrm>
                <a:off x="362391" y="1533228"/>
                <a:ext cx="54305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Sort between indices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𝑙𝑜𝑤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h𝑖𝑔h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DF2872-D1C3-4B08-E3E4-EF8CAF741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91" y="1533228"/>
                <a:ext cx="5430520" cy="400110"/>
              </a:xfrm>
              <a:prstGeom prst="rect">
                <a:avLst/>
              </a:prstGeom>
              <a:blipFill>
                <a:blip r:embed="rId2"/>
                <a:stretch>
                  <a:fillRect l="-112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DCC280-7CB1-97D9-0F00-51561B65C832}"/>
                  </a:ext>
                </a:extLst>
              </p:cNvPr>
              <p:cNvSpPr txBox="1"/>
              <p:nvPr/>
            </p:nvSpPr>
            <p:spPr>
              <a:xfrm>
                <a:off x="2804160" y="2813071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DCC280-7CB1-97D9-0F00-51561B6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160" y="2813071"/>
                <a:ext cx="7328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7521F1-C529-BCFD-8388-55369777A507}"/>
                  </a:ext>
                </a:extLst>
              </p:cNvPr>
              <p:cNvSpPr txBox="1"/>
              <p:nvPr/>
            </p:nvSpPr>
            <p:spPr>
              <a:xfrm>
                <a:off x="8006520" y="2789301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7521F1-C529-BCFD-8388-55369777A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520" y="2789301"/>
                <a:ext cx="73285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88C347-A8D8-2303-74DB-E7D69034D8A2}"/>
                  </a:ext>
                </a:extLst>
              </p:cNvPr>
              <p:cNvSpPr txBox="1"/>
              <p:nvPr/>
            </p:nvSpPr>
            <p:spPr>
              <a:xfrm>
                <a:off x="312257" y="3142831"/>
                <a:ext cx="88527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Base Case: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𝑙𝑜𝑤</m:t>
                    </m:r>
                  </m:oMath>
                </a14:m>
                <a:r>
                  <a:rPr lang="en-US" sz="2000" dirty="0"/>
                  <a:t> ==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h𝑖𝑔h</m:t>
                    </m:r>
                  </m:oMath>
                </a14:m>
                <a:r>
                  <a:rPr lang="en-US" sz="2000" dirty="0"/>
                  <a:t> then that range is already sorted!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88C347-A8D8-2303-74DB-E7D69034D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57" y="3142831"/>
                <a:ext cx="8852729" cy="400110"/>
              </a:xfrm>
              <a:prstGeom prst="rect">
                <a:avLst/>
              </a:prstGeom>
              <a:blipFill>
                <a:blip r:embed="rId5"/>
                <a:stretch>
                  <a:fillRect l="-689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3BBCFA-D348-D5DC-E24C-572F4975723A}"/>
                  </a:ext>
                </a:extLst>
              </p:cNvPr>
              <p:cNvSpPr txBox="1"/>
              <p:nvPr/>
            </p:nvSpPr>
            <p:spPr>
              <a:xfrm>
                <a:off x="312257" y="3539659"/>
                <a:ext cx="10991410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Divide and Conquer: Otherwise call </a:t>
                </a:r>
                <a:r>
                  <a:rPr lang="en-US" sz="2000" dirty="0" err="1"/>
                  <a:t>mergesort</a:t>
                </a:r>
                <a:r>
                  <a:rPr lang="en-US" sz="2000" dirty="0"/>
                  <a:t> on ranges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3BBCFA-D348-D5DC-E24C-572F49757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57" y="3539659"/>
                <a:ext cx="10991410" cy="552972"/>
              </a:xfrm>
              <a:prstGeom prst="rect">
                <a:avLst/>
              </a:prstGeom>
              <a:blipFill>
                <a:blip r:embed="rId6"/>
                <a:stretch>
                  <a:fillRect l="-55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D3C4954-18C7-146E-6B7E-0D9D212CA13A}"/>
              </a:ext>
            </a:extLst>
          </p:cNvPr>
          <p:cNvGrpSpPr/>
          <p:nvPr/>
        </p:nvGrpSpPr>
        <p:grpSpPr>
          <a:xfrm>
            <a:off x="2653030" y="4199677"/>
            <a:ext cx="5862824" cy="732853"/>
            <a:chOff x="641350" y="2386266"/>
            <a:chExt cx="5862824" cy="73285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63E3FFF-3C3A-E76C-6E22-3C2489A65651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4AB53C9-518C-D320-CF21-4B4CD17CFE26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232457-E7F3-9FA4-E6AF-0C289F508761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3C181DA-77E2-6D0D-BF2D-D935A61F7614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1CBE20-1325-540C-60C6-0FE22059A639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A68CC84-471E-C966-DB8A-1C5F1B77A5AB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6BC1D1-46F1-7544-E4DA-77766CBBE52A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03EE08D-8601-013B-E0A7-546F75941260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8A966C-DFAE-60B7-7FC7-6C2EF91E948A}"/>
                  </a:ext>
                </a:extLst>
              </p:cNvPr>
              <p:cNvSpPr txBox="1"/>
              <p:nvPr/>
            </p:nvSpPr>
            <p:spPr>
              <a:xfrm>
                <a:off x="2580640" y="4956300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8A966C-DFAE-60B7-7FC7-6C2EF91E9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40" y="4956300"/>
                <a:ext cx="73285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7609C9-9931-85A8-6C36-CFBE3621FB43}"/>
                  </a:ext>
                </a:extLst>
              </p:cNvPr>
              <p:cNvSpPr txBox="1"/>
              <p:nvPr/>
            </p:nvSpPr>
            <p:spPr>
              <a:xfrm>
                <a:off x="7783000" y="4932530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7609C9-9931-85A8-6C36-CFBE3621F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00" y="4932530"/>
                <a:ext cx="732853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3CD170-F635-085C-F3DC-D237BF24ED6B}"/>
                  </a:ext>
                </a:extLst>
              </p:cNvPr>
              <p:cNvSpPr txBox="1"/>
              <p:nvPr/>
            </p:nvSpPr>
            <p:spPr>
              <a:xfrm>
                <a:off x="4288632" y="4969652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3CD170-F635-085C-F3DC-D237BF24E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632" y="4969652"/>
                <a:ext cx="1497305" cy="499945"/>
              </a:xfrm>
              <a:prstGeom prst="rect">
                <a:avLst/>
              </a:prstGeom>
              <a:blipFill>
                <a:blip r:embed="rId9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A5EF-5185-5588-EB46-795E3436CCC9}"/>
                  </a:ext>
                </a:extLst>
              </p:cNvPr>
              <p:cNvSpPr txBox="1"/>
              <p:nvPr/>
            </p:nvSpPr>
            <p:spPr>
              <a:xfrm>
                <a:off x="5525770" y="5006774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A5EF-5185-5588-EB46-795E3436C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770" y="5006774"/>
                <a:ext cx="1497305" cy="499945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FF4245F-E847-1743-85A7-9C67FC224BB0}"/>
              </a:ext>
            </a:extLst>
          </p:cNvPr>
          <p:cNvCxnSpPr>
            <a:cxnSpLocks/>
          </p:cNvCxnSpPr>
          <p:nvPr/>
        </p:nvCxnSpPr>
        <p:spPr>
          <a:xfrm>
            <a:off x="5584442" y="4002150"/>
            <a:ext cx="0" cy="150457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963E52-A4AF-852A-B21B-7A42B4E5386D}"/>
              </a:ext>
            </a:extLst>
          </p:cNvPr>
          <p:cNvGrpSpPr/>
          <p:nvPr/>
        </p:nvGrpSpPr>
        <p:grpSpPr>
          <a:xfrm>
            <a:off x="2653030" y="5672099"/>
            <a:ext cx="5862824" cy="732853"/>
            <a:chOff x="641350" y="2386266"/>
            <a:chExt cx="5862824" cy="73285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3B02481-CF61-EF96-5453-7FB12E7F13A4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BFBB41E-AADC-E1A6-BE95-E0C85FDAB6B1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B7869A1-7679-DE17-3E60-8B50A6C4B0A2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E04867C-4660-98C8-256D-C98F0EC9A42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952717D-A7A0-6046-1A59-D0F84BB09A6B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2E4CCB4-9A64-FBB8-098E-EB736A9DC5E9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588CFB-6886-B3E4-F149-27A460466F7A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3A6B9B3-683B-B245-2120-B6C97C6C0119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EC4A69-2D89-1F59-AFFB-70237FE3AA78}"/>
                  </a:ext>
                </a:extLst>
              </p:cNvPr>
              <p:cNvSpPr txBox="1"/>
              <p:nvPr/>
            </p:nvSpPr>
            <p:spPr>
              <a:xfrm>
                <a:off x="2580640" y="642872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EC4A69-2D89-1F59-AFFB-70237FE3A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40" y="6428722"/>
                <a:ext cx="7328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0B620E-FD13-DE0C-5024-743EEDDADFCD}"/>
                  </a:ext>
                </a:extLst>
              </p:cNvPr>
              <p:cNvSpPr txBox="1"/>
              <p:nvPr/>
            </p:nvSpPr>
            <p:spPr>
              <a:xfrm>
                <a:off x="7783000" y="640495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0B620E-FD13-DE0C-5024-743EEDDAD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00" y="6404952"/>
                <a:ext cx="732853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14B858A-911D-26ED-6F2B-0FF5014A4F19}"/>
              </a:ext>
            </a:extLst>
          </p:cNvPr>
          <p:cNvSpPr txBox="1"/>
          <p:nvPr/>
        </p:nvSpPr>
        <p:spPr>
          <a:xfrm>
            <a:off x="312257" y="5763351"/>
            <a:ext cx="10991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After Recursion:</a:t>
            </a:r>
          </a:p>
        </p:txBody>
      </p:sp>
    </p:spTree>
    <p:extLst>
      <p:ext uri="{BB962C8B-B14F-4D97-AF65-F5344CB8AC3E}">
        <p14:creationId xmlns:p14="http://schemas.microsoft.com/office/powerpoint/2010/main" val="2632136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F328-04B6-E91F-1000-0492DC56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(the combine part)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FF776E-9504-C0D2-67B4-434D98EAE99C}"/>
              </a:ext>
            </a:extLst>
          </p:cNvPr>
          <p:cNvGrpSpPr/>
          <p:nvPr/>
        </p:nvGrpSpPr>
        <p:grpSpPr>
          <a:xfrm>
            <a:off x="2957830" y="1516659"/>
            <a:ext cx="5862824" cy="732853"/>
            <a:chOff x="641350" y="2386266"/>
            <a:chExt cx="5862824" cy="73285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6EB25A-86A2-872F-96C0-79FF2C7F32DE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142F12-2080-CB61-8D64-C197A6CB325F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2AFA11-63FF-C162-E977-EAE405F3B96B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7859EA-E4DB-A2C3-44F9-06E320A8401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2363DB-D76A-72A7-ABE8-0D90E1ACB543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CD79CE-539B-7DD5-551C-9E0EE3379200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963F99-4075-ED57-903C-7E402901C503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B90353-0F02-1988-D3A5-C06BC70A33DC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BBA4A9-E429-B6AF-1D45-8B0C2ECC9465}"/>
                  </a:ext>
                </a:extLst>
              </p:cNvPr>
              <p:cNvSpPr txBox="1"/>
              <p:nvPr/>
            </p:nvSpPr>
            <p:spPr>
              <a:xfrm>
                <a:off x="2885440" y="227328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BBA4A9-E429-B6AF-1D45-8B0C2ECC9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440" y="2273282"/>
                <a:ext cx="7328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BBD60-3406-5A08-6A23-DC9783E22C44}"/>
                  </a:ext>
                </a:extLst>
              </p:cNvPr>
              <p:cNvSpPr txBox="1"/>
              <p:nvPr/>
            </p:nvSpPr>
            <p:spPr>
              <a:xfrm>
                <a:off x="8087800" y="224951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BBD60-3406-5A08-6A23-DC9783E22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800" y="2249512"/>
                <a:ext cx="73285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A0072-DA42-358D-2313-C589B2C2A62B}"/>
              </a:ext>
            </a:extLst>
          </p:cNvPr>
          <p:cNvGrpSpPr/>
          <p:nvPr/>
        </p:nvGrpSpPr>
        <p:grpSpPr>
          <a:xfrm>
            <a:off x="2957830" y="3015897"/>
            <a:ext cx="5862824" cy="732853"/>
            <a:chOff x="641350" y="2386266"/>
            <a:chExt cx="5862824" cy="73285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85D454-719B-702F-2281-4A10415E7000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EF5804-408E-6879-D613-7044DEA0BF49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D21588-F912-24DA-B6A5-5E6B9C42EEE5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8C151A5-A2A2-1312-39BF-4FADA5F73B4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B5ADAB-0AAF-740B-A52A-771577FB164D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3AD86E-0BE4-0ED4-ABD9-55F9BA416BC8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93FE899-1FCC-9493-9EA2-45ABB23DF07B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47FEB0-46B7-71E2-6A76-89C06FCA5695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E936E-3286-77C7-957F-5423C8F6B9EE}"/>
                  </a:ext>
                </a:extLst>
              </p:cNvPr>
              <p:cNvSpPr txBox="1"/>
              <p:nvPr/>
            </p:nvSpPr>
            <p:spPr>
              <a:xfrm>
                <a:off x="4726924" y="2249512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E936E-3286-77C7-957F-5423C8F6B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924" y="2249512"/>
                <a:ext cx="1497305" cy="499945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992678-C5BD-5105-91BC-B0DCB98849B8}"/>
                  </a:ext>
                </a:extLst>
              </p:cNvPr>
              <p:cNvSpPr txBox="1"/>
              <p:nvPr/>
            </p:nvSpPr>
            <p:spPr>
              <a:xfrm>
                <a:off x="5842003" y="2249511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992678-C5BD-5105-91BC-B0DCB9884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3" y="2249511"/>
                <a:ext cx="1497305" cy="499945"/>
              </a:xfrm>
              <a:prstGeom prst="rect">
                <a:avLst/>
              </a:prstGeom>
              <a:blipFill>
                <a:blip r:embed="rId5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>
            <a:extLst>
              <a:ext uri="{FF2B5EF4-FFF2-40B4-BE49-F238E27FC236}">
                <a16:creationId xmlns:a16="http://schemas.microsoft.com/office/drawing/2014/main" id="{C4B62DBB-53B8-EA2D-12CE-AAFE2075A980}"/>
              </a:ext>
            </a:extLst>
          </p:cNvPr>
          <p:cNvSpPr/>
          <p:nvPr/>
        </p:nvSpPr>
        <p:spPr>
          <a:xfrm rot="18941864">
            <a:off x="2246687" y="2188107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 next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1982206-BF5B-A2CF-DE7D-8C5F945BC8DA}"/>
              </a:ext>
            </a:extLst>
          </p:cNvPr>
          <p:cNvSpPr/>
          <p:nvPr/>
        </p:nvSpPr>
        <p:spPr>
          <a:xfrm rot="18941864">
            <a:off x="5257217" y="2188107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 next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66399B5-9CA7-FF10-921D-A115ADA6102E}"/>
              </a:ext>
            </a:extLst>
          </p:cNvPr>
          <p:cNvSpPr/>
          <p:nvPr/>
        </p:nvSpPr>
        <p:spPr>
          <a:xfrm rot="18941864">
            <a:off x="2218888" y="3763798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 next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40C5B3-F308-4ACC-3D1F-6D7C299211BC}"/>
              </a:ext>
            </a:extLst>
          </p:cNvPr>
          <p:cNvSpPr txBox="1"/>
          <p:nvPr/>
        </p:nvSpPr>
        <p:spPr>
          <a:xfrm>
            <a:off x="49304" y="4568149"/>
            <a:ext cx="76720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Create a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new array to merge into</a:t>
            </a:r>
            <a:r>
              <a:rPr lang="en-US" sz="2000" dirty="0"/>
              <a:t>, and 3 pointers/indices: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L_next</a:t>
            </a:r>
            <a:r>
              <a:rPr lang="en-US" sz="2000" dirty="0"/>
              <a:t>: the smallest “unmerged” thing on the left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R_next</a:t>
            </a:r>
            <a:r>
              <a:rPr lang="en-US" sz="2000" dirty="0"/>
              <a:t>: the smallest “unmerged” thing on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/>
              <a:t>: where the next smallest thing goes in the merged array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073BD5-9BD6-6F1A-701B-4FB3D2049E9F}"/>
              </a:ext>
            </a:extLst>
          </p:cNvPr>
          <p:cNvSpPr txBox="1"/>
          <p:nvPr/>
        </p:nvSpPr>
        <p:spPr>
          <a:xfrm>
            <a:off x="1" y="6046003"/>
            <a:ext cx="695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One-by-one: put the smallest of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R_next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into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/>
              <a:t>, then advance both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and whichever of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L/R </a:t>
            </a:r>
            <a:r>
              <a:rPr lang="en-US" sz="2000" dirty="0"/>
              <a:t>was used.</a:t>
            </a:r>
          </a:p>
        </p:txBody>
      </p:sp>
    </p:spTree>
    <p:extLst>
      <p:ext uri="{BB962C8B-B14F-4D97-AF65-F5344CB8AC3E}">
        <p14:creationId xmlns:p14="http://schemas.microsoft.com/office/powerpoint/2010/main" val="3519188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F74-162D-4500-A8B7-B49A379D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96E2-1227-4225-8791-5FB9A27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1120"/>
            <a:ext cx="10972800" cy="5516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mergesort(</a:t>
            </a:r>
            <a:r>
              <a:rPr lang="en-US" dirty="0" err="1"/>
              <a:t>myArray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, 0, </a:t>
            </a:r>
            <a:r>
              <a:rPr lang="en-US" dirty="0" err="1"/>
              <a:t>myArray.length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mshelper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, low, high){</a:t>
            </a:r>
          </a:p>
          <a:p>
            <a:pPr marL="0" indent="0">
              <a:buNone/>
            </a:pPr>
            <a:r>
              <a:rPr lang="en-US" dirty="0"/>
              <a:t>	if (low == high){return;}  // Base Case</a:t>
            </a:r>
          </a:p>
          <a:p>
            <a:pPr marL="0" indent="0">
              <a:buNone/>
            </a:pPr>
            <a:r>
              <a:rPr lang="en-US" dirty="0"/>
              <a:t>	mid = (</a:t>
            </a:r>
            <a:r>
              <a:rPr lang="en-US" dirty="0" err="1"/>
              <a:t>low+high</a:t>
            </a:r>
            <a:r>
              <a:rPr lang="en-US" dirty="0"/>
              <a:t>)/2;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(low, mid);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(mid+1, high);</a:t>
            </a:r>
          </a:p>
          <a:p>
            <a:pPr marL="0" indent="0">
              <a:buNone/>
            </a:pPr>
            <a:r>
              <a:rPr lang="en-US" dirty="0"/>
              <a:t>	merge(</a:t>
            </a:r>
            <a:r>
              <a:rPr lang="en-US" dirty="0" err="1"/>
              <a:t>myArray</a:t>
            </a:r>
            <a:r>
              <a:rPr lang="en-US" dirty="0"/>
              <a:t>, low, mid, high);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27835-8A41-4D7F-A2BA-C58F37B1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721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55B0-6D93-98AC-8022-6107AB6D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6235"/>
            <a:ext cx="10515600" cy="1325563"/>
          </a:xfrm>
        </p:spPr>
        <p:txBody>
          <a:bodyPr/>
          <a:lstStyle/>
          <a:p>
            <a:r>
              <a:rPr lang="en-US" dirty="0"/>
              <a:t>Merge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FCFEC-8CB0-8275-D534-1D938B3AD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280"/>
            <a:ext cx="10515600" cy="62687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void merge(</a:t>
            </a:r>
            <a:r>
              <a:rPr lang="en-US" dirty="0" err="1"/>
              <a:t>myArray</a:t>
            </a:r>
            <a:r>
              <a:rPr lang="en-US" dirty="0"/>
              <a:t>, low, mid, high){</a:t>
            </a:r>
          </a:p>
          <a:p>
            <a:pPr marL="0" indent="0">
              <a:buNone/>
            </a:pPr>
            <a:r>
              <a:rPr lang="en-US" dirty="0"/>
              <a:t>	merged = new int[high-low+1]; // or whatever type is in </a:t>
            </a:r>
            <a:r>
              <a:rPr lang="en-US" dirty="0" err="1"/>
              <a:t>myArray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l_next</a:t>
            </a:r>
            <a:r>
              <a:rPr lang="en-US" dirty="0"/>
              <a:t> = low;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r_next</a:t>
            </a:r>
            <a:r>
              <a:rPr lang="en-US" dirty="0"/>
              <a:t> = high;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m_next</a:t>
            </a:r>
            <a:r>
              <a:rPr lang="en-US" dirty="0"/>
              <a:t> = 0;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l_next</a:t>
            </a:r>
            <a:r>
              <a:rPr lang="en-US" dirty="0"/>
              <a:t> &lt;= mid &amp;&amp; </a:t>
            </a:r>
            <a:r>
              <a:rPr lang="en-US" dirty="0" err="1"/>
              <a:t>r_next</a:t>
            </a:r>
            <a:r>
              <a:rPr lang="en-US" dirty="0"/>
              <a:t> &lt;= high){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] &lt;=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]){</a:t>
            </a:r>
          </a:p>
          <a:p>
            <a:pPr marL="0" indent="0">
              <a:buNone/>
            </a:pPr>
            <a:r>
              <a:rPr lang="en-US" dirty="0"/>
              <a:t>			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else{</a:t>
            </a:r>
          </a:p>
          <a:p>
            <a:pPr marL="0" indent="0">
              <a:buNone/>
            </a:pPr>
            <a:r>
              <a:rPr lang="en-US" dirty="0"/>
              <a:t>			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l_next</a:t>
            </a:r>
            <a:r>
              <a:rPr lang="en-US" dirty="0"/>
              <a:t> &lt;= mid){ 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++]; }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r_next</a:t>
            </a:r>
            <a:r>
              <a:rPr lang="en-US" dirty="0"/>
              <a:t> &lt;= high){  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++]; } </a:t>
            </a:r>
          </a:p>
          <a:p>
            <a:pPr marL="0" indent="0">
              <a:buNone/>
            </a:pPr>
            <a:r>
              <a:rPr lang="en-US" dirty="0"/>
              <a:t>	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&lt;=</a:t>
            </a:r>
            <a:r>
              <a:rPr lang="en-US" dirty="0" err="1"/>
              <a:t>merged.length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i+low</a:t>
            </a:r>
            <a:r>
              <a:rPr lang="en-US" dirty="0"/>
              <a:t>] = merged[</a:t>
            </a:r>
            <a:r>
              <a:rPr lang="en-US" dirty="0" err="1"/>
              <a:t>i</a:t>
            </a:r>
            <a:r>
              <a:rPr lang="en-US" dirty="0"/>
              <a:t>];}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801487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10972800" cy="5105399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Identify time required to Divide and Combine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Identify all subproblems and their sizes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recurrence relation to express recursive running time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Solve and express running time asymptotically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Divide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comparisons </a:t>
                </a:r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Conquer</a:t>
                </a:r>
                <a:r>
                  <a:rPr lang="en-US" b="1" dirty="0"/>
                  <a:t>: </a:t>
                </a:r>
                <a:r>
                  <a:rPr lang="en-US" dirty="0"/>
                  <a:t>recursively sort two lists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1" dirty="0"/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Combine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comparisons</a:t>
                </a:r>
              </a:p>
              <a:p>
                <a:pPr>
                  <a:spcBef>
                    <a:spcPts val="648"/>
                  </a:spcBef>
                </a:pPr>
                <a:r>
                  <a:rPr lang="en-US" b="1" dirty="0"/>
                  <a:t>Recurrence: </a:t>
                </a:r>
                <a:endParaRPr lang="en-US" b="0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	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10972800" cy="5105399"/>
              </a:xfrm>
              <a:blipFill>
                <a:blip r:embed="rId2"/>
                <a:stretch>
                  <a:fillRect l="-1000" t="-2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1EEF7-A61B-43A8-8DFB-C2332B28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965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accent1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comparisons /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492443"/>
              </a:xfrm>
              <a:prstGeom prst="rect">
                <a:avLst/>
              </a:prstGeom>
              <a:blipFill>
                <a:blip r:embed="rId2"/>
                <a:stretch>
                  <a:fillRect t="-15000" b="-325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154390" cy="72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r>
                        <a:rPr lang="en-US" sz="2400" i="1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 )+</m:t>
                      </m:r>
                      <m:r>
                        <a:rPr lang="en-US" sz="2400" i="1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154390" cy="722442"/>
              </a:xfrm>
              <a:prstGeom prst="rect">
                <a:avLst/>
              </a:prstGeom>
              <a:blipFill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7143432" y="5686778"/>
                <a:ext cx="3563091" cy="9723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𝑖</m:t>
                          </m:r>
                          <m:r>
                            <a:rPr lang="en-US" sz="20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𝑛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432" y="5686778"/>
                <a:ext cx="3563091" cy="972317"/>
              </a:xfrm>
              <a:prstGeom prst="rect">
                <a:avLst/>
              </a:prstGeom>
              <a:blipFill>
                <a:blip r:embed="rId6"/>
                <a:stretch>
                  <a:fillRect t="-96104" b="-150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blipFill>
                <a:blip r:embed="rId1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blipFill>
                <a:blip r:embed="rId2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blipFill>
                <a:blip r:embed="rId2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27463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94101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993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70" grpId="0"/>
      <p:bldP spid="71" grpId="0"/>
      <p:bldP spid="72" grpId="0"/>
      <p:bldP spid="74" grpId="0"/>
      <p:bldP spid="75" grpId="0"/>
      <p:bldP spid="77" grpId="0"/>
      <p:bldP spid="78" grpId="0"/>
      <p:bldP spid="80" grpId="0"/>
      <p:bldP spid="8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8172-18DF-BF9D-15EE-737B44C9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1C77C-A95B-025D-AC30-30085921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 Case 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In-Place?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r>
                  <a:rPr lang="en-US" dirty="0"/>
                  <a:t>Adaptive?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r>
                  <a:rPr lang="en-US" dirty="0"/>
                  <a:t>Stable?</a:t>
                </a:r>
              </a:p>
              <a:p>
                <a:pPr lvl="1"/>
                <a:r>
                  <a:rPr lang="en-US" dirty="0"/>
                  <a:t>Yes! </a:t>
                </a:r>
              </a:p>
              <a:p>
                <a:pPr lvl="1"/>
                <a:r>
                  <a:rPr lang="en-US" dirty="0"/>
                  <a:t>As long as in a tie you always pick </a:t>
                </a:r>
                <a:r>
                  <a:rPr lang="en-US" dirty="0" err="1"/>
                  <a:t>l_next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1C77C-A95B-025D-AC30-30085921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59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Like </a:t>
                </a:r>
                <a:r>
                  <a:rPr lang="en-US" b="0" dirty="0" err="1"/>
                  <a:t>Mergesort</a:t>
                </a:r>
                <a:r>
                  <a:rPr lang="en-US" b="0" dirty="0"/>
                  <a:t>:</a:t>
                </a:r>
              </a:p>
              <a:p>
                <a:pPr lvl="1"/>
                <a:r>
                  <a:rPr lang="en-US" dirty="0"/>
                  <a:t>Divide and conquer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run time (kind of…)</a:t>
                </a:r>
              </a:p>
              <a:p>
                <a:r>
                  <a:rPr lang="en-US" dirty="0"/>
                  <a:t>Unlike </a:t>
                </a:r>
                <a:r>
                  <a:rPr lang="en-US" dirty="0" err="1"/>
                  <a:t>Mergesort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Divide step is the “hard” part</a:t>
                </a:r>
              </a:p>
              <a:p>
                <a:pPr lvl="1"/>
                <a:r>
                  <a:rPr lang="en-US" i="1" dirty="0"/>
                  <a:t>Typically</a:t>
                </a:r>
                <a:r>
                  <a:rPr lang="en-US" dirty="0"/>
                  <a:t> faster than </a:t>
                </a:r>
                <a:r>
                  <a:rPr lang="en-US" dirty="0" err="1"/>
                  <a:t>Mergesort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1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Idea: pick a </a:t>
                </a:r>
                <a:r>
                  <a:rPr lang="en-US" dirty="0">
                    <a:solidFill>
                      <a:srgbClr val="FF33CC"/>
                    </a:solidFill>
                  </a:rPr>
                  <a:t>pivot </a:t>
                </a:r>
                <a:r>
                  <a:rPr lang="en-US" dirty="0"/>
                  <a:t>element, recursively sort two </a:t>
                </a:r>
                <a:r>
                  <a:rPr lang="en-US" dirty="0" err="1"/>
                  <a:t>sublists</a:t>
                </a:r>
                <a:r>
                  <a:rPr lang="en-US" dirty="0"/>
                  <a:t> around that element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Divide: </a:t>
                </a:r>
                <a:r>
                  <a:rPr lang="en-US" dirty="0"/>
                  <a:t>select </a:t>
                </a:r>
                <a:r>
                  <a:rPr lang="en-US" dirty="0">
                    <a:solidFill>
                      <a:srgbClr val="FF33CC"/>
                    </a:solidFill>
                  </a:rPr>
                  <a:t>pivot </a:t>
                </a:r>
                <a:r>
                  <a:rPr lang="en-US" dirty="0"/>
                  <a:t>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FF33CC"/>
                    </a:solidFill>
                  </a:rPr>
                  <a:t>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FF33CC"/>
                    </a:solidFill>
                  </a:rPr>
                  <a:t>)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Conquer: </a:t>
                </a:r>
                <a:r>
                  <a:rPr lang="en-US" dirty="0"/>
                  <a:t>recursively sort left and right </a:t>
                </a:r>
                <a:r>
                  <a:rPr lang="en-US" dirty="0" err="1"/>
                  <a:t>sublists</a:t>
                </a:r>
                <a:endParaRPr lang="en-US" dirty="0"/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Combine: </a:t>
                </a:r>
                <a:r>
                  <a:rPr lang="en-US" dirty="0"/>
                  <a:t>Nothing!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121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(Divide step)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0" y="1970964"/>
                <a:ext cx="6019800" cy="685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Given: a list, </a:t>
                </a:r>
                <a:r>
                  <a:rPr lang="en-US" dirty="0">
                    <a:solidFill>
                      <a:srgbClr val="FF33CC"/>
                    </a:solidFill>
                  </a:rPr>
                  <a:t>a pivot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FF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0" y="1970964"/>
                <a:ext cx="6019800" cy="685800"/>
              </a:xfrm>
              <a:blipFill>
                <a:blip r:embed="rId2"/>
                <a:stretch>
                  <a:fillRect l="-2526" t="-4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09800" y="3048000"/>
            <a:ext cx="533400" cy="533400"/>
          </a:xfrm>
          <a:prstGeom prst="rect">
            <a:avLst/>
          </a:prstGeom>
          <a:solidFill>
            <a:srgbClr val="FF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71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5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9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79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13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47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87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21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55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476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 txBox="1">
                <a:spLocks/>
              </p:cNvSpPr>
              <p:nvPr/>
            </p:nvSpPr>
            <p:spPr>
              <a:xfrm>
                <a:off x="1941394" y="4724400"/>
                <a:ext cx="7659806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Goal: All elements</a:t>
                </a:r>
                <a:r>
                  <a:rPr lang="en-US" dirty="0">
                    <a:solidFill>
                      <a:srgbClr val="FFCC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on left, all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on right</a:t>
                </a:r>
                <a:endParaRPr lang="en-US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394" y="4724400"/>
                <a:ext cx="7659806" cy="685800"/>
              </a:xfrm>
              <a:prstGeom prst="rect">
                <a:avLst/>
              </a:prstGeom>
              <a:blipFill>
                <a:blip r:embed="rId3"/>
                <a:stretch>
                  <a:fillRect l="-1821" t="-1111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ontent Placeholder 2"/>
          <p:cNvSpPr txBox="1">
            <a:spLocks/>
          </p:cNvSpPr>
          <p:nvPr/>
        </p:nvSpPr>
        <p:spPr>
          <a:xfrm>
            <a:off x="1905000" y="2362200"/>
            <a:ext cx="6019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Start: unordered list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09800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71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5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9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7938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1338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4738" y="5410200"/>
            <a:ext cx="533400" cy="533400"/>
          </a:xfrm>
          <a:prstGeom prst="rect">
            <a:avLst/>
          </a:prstGeom>
          <a:solidFill>
            <a:srgbClr val="FF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87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121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55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9476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67802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47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2969524" y="2743200"/>
            <a:ext cx="6403076" cy="533400"/>
            <a:chOff x="1445524" y="2895600"/>
            <a:chExt cx="6403076" cy="533400"/>
          </a:xfrm>
        </p:grpSpPr>
        <p:sp>
          <p:nvSpPr>
            <p:cNvPr id="5" name="Rectangle 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17" name="Down Arrow 16"/>
          <p:cNvSpPr/>
          <p:nvPr/>
        </p:nvSpPr>
        <p:spPr>
          <a:xfrm>
            <a:off x="3636274" y="232410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8972550" y="2328649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2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2971513" y="3843551"/>
            <a:ext cx="6403076" cy="533400"/>
            <a:chOff x="1445524" y="2895600"/>
            <a:chExt cx="6403076" cy="533400"/>
          </a:xfrm>
        </p:grpSpPr>
        <p:sp>
          <p:nvSpPr>
            <p:cNvPr id="22" name="Rectangle 2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34" name="Down Arrow 33"/>
          <p:cNvSpPr/>
          <p:nvPr/>
        </p:nvSpPr>
        <p:spPr>
          <a:xfrm>
            <a:off x="4170243" y="3462551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8974539" y="3429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2990563" y="4910351"/>
            <a:ext cx="6403076" cy="533400"/>
            <a:chOff x="1445524" y="2895600"/>
            <a:chExt cx="6403076" cy="533400"/>
          </a:xfrm>
        </p:grpSpPr>
        <p:sp>
          <p:nvSpPr>
            <p:cNvPr id="37" name="Rectangle 3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49" name="Down Arrow 48"/>
          <p:cNvSpPr/>
          <p:nvPr/>
        </p:nvSpPr>
        <p:spPr>
          <a:xfrm>
            <a:off x="5237043" y="454470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own Arrow 49"/>
          <p:cNvSpPr/>
          <p:nvPr/>
        </p:nvSpPr>
        <p:spPr>
          <a:xfrm>
            <a:off x="8993589" y="44958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2969524" y="6073824"/>
            <a:ext cx="6403076" cy="533400"/>
            <a:chOff x="1445524" y="2895600"/>
            <a:chExt cx="6403076" cy="533400"/>
          </a:xfrm>
        </p:grpSpPr>
        <p:sp>
          <p:nvSpPr>
            <p:cNvPr id="52" name="Rectangle 5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64" name="Down Arrow 63"/>
          <p:cNvSpPr/>
          <p:nvPr/>
        </p:nvSpPr>
        <p:spPr>
          <a:xfrm>
            <a:off x="5216004" y="5708179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8459620" y="5692824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7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49" grpId="0" animBg="1"/>
      <p:bldP spid="50" grpId="0" animBg="1"/>
      <p:bldP spid="64" grpId="0" animBg="1"/>
      <p:bldP spid="6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48</a:t>
            </a:fld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2649938" y="2667000"/>
            <a:ext cx="6403076" cy="533400"/>
            <a:chOff x="1445524" y="2895600"/>
            <a:chExt cx="6403076" cy="533400"/>
          </a:xfrm>
        </p:grpSpPr>
        <p:sp>
          <p:nvSpPr>
            <p:cNvPr id="52" name="Rectangle 5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64" name="Down Arrow 63"/>
          <p:cNvSpPr/>
          <p:nvPr/>
        </p:nvSpPr>
        <p:spPr>
          <a:xfrm>
            <a:off x="4896418" y="2301355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8140034" y="2286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/>
          <p:cNvGrpSpPr/>
          <p:nvPr/>
        </p:nvGrpSpPr>
        <p:grpSpPr>
          <a:xfrm>
            <a:off x="2649938" y="3758821"/>
            <a:ext cx="6403076" cy="533400"/>
            <a:chOff x="1445524" y="2895600"/>
            <a:chExt cx="6403076" cy="533400"/>
          </a:xfrm>
        </p:grpSpPr>
        <p:sp>
          <p:nvSpPr>
            <p:cNvPr id="67" name="Rectangle 6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79" name="Down Arrow 78"/>
          <p:cNvSpPr/>
          <p:nvPr/>
        </p:nvSpPr>
        <p:spPr>
          <a:xfrm>
            <a:off x="4896418" y="339317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Down Arrow 79"/>
          <p:cNvSpPr/>
          <p:nvPr/>
        </p:nvSpPr>
        <p:spPr>
          <a:xfrm>
            <a:off x="7585595" y="3377821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/>
          <p:cNvGrpSpPr/>
          <p:nvPr/>
        </p:nvGrpSpPr>
        <p:grpSpPr>
          <a:xfrm>
            <a:off x="2649938" y="4825621"/>
            <a:ext cx="6403076" cy="533400"/>
            <a:chOff x="1445524" y="2895600"/>
            <a:chExt cx="6403076" cy="533400"/>
          </a:xfrm>
        </p:grpSpPr>
        <p:sp>
          <p:nvSpPr>
            <p:cNvPr id="82" name="Rectangle 8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94" name="Down Arrow 93"/>
          <p:cNvSpPr/>
          <p:nvPr/>
        </p:nvSpPr>
        <p:spPr>
          <a:xfrm>
            <a:off x="4896418" y="445997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Down Arrow 94"/>
          <p:cNvSpPr/>
          <p:nvPr/>
        </p:nvSpPr>
        <p:spPr>
          <a:xfrm>
            <a:off x="7585595" y="4459976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/>
          <p:cNvGrpSpPr/>
          <p:nvPr/>
        </p:nvGrpSpPr>
        <p:grpSpPr>
          <a:xfrm>
            <a:off x="2649938" y="5867400"/>
            <a:ext cx="6403076" cy="533400"/>
            <a:chOff x="1445524" y="2895600"/>
            <a:chExt cx="6403076" cy="533400"/>
          </a:xfrm>
        </p:grpSpPr>
        <p:sp>
          <p:nvSpPr>
            <p:cNvPr id="97" name="Rectangle 9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09" name="Down Arrow 108"/>
          <p:cNvSpPr/>
          <p:nvPr/>
        </p:nvSpPr>
        <p:spPr>
          <a:xfrm>
            <a:off x="5451426" y="5485831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/>
          <p:cNvSpPr/>
          <p:nvPr/>
        </p:nvSpPr>
        <p:spPr>
          <a:xfrm>
            <a:off x="7585595" y="5485831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1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2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4C0086E7-8C2F-FA6D-FBEB-411A8519EB2F}"/>
              </a:ext>
            </a:extLst>
          </p:cNvPr>
          <p:cNvSpPr txBox="1">
            <a:spLocks/>
          </p:cNvSpPr>
          <p:nvPr/>
        </p:nvSpPr>
        <p:spPr>
          <a:xfrm>
            <a:off x="379293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Partition, Procedure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85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94" grpId="0" animBg="1"/>
      <p:bldP spid="95" grpId="0" animBg="1"/>
      <p:bldP spid="109" grpId="0" animBg="1"/>
      <p:bldP spid="1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49</a:t>
            </a:fld>
            <a:endParaRPr lang="en-US"/>
          </a:p>
        </p:txBody>
      </p:sp>
      <p:grpSp>
        <p:nvGrpSpPr>
          <p:cNvPr id="164" name="Group 163"/>
          <p:cNvGrpSpPr/>
          <p:nvPr/>
        </p:nvGrpSpPr>
        <p:grpSpPr>
          <a:xfrm>
            <a:off x="2649938" y="2827930"/>
            <a:ext cx="6403076" cy="533400"/>
            <a:chOff x="1445524" y="2895600"/>
            <a:chExt cx="6403076" cy="533400"/>
          </a:xfrm>
        </p:grpSpPr>
        <p:sp>
          <p:nvSpPr>
            <p:cNvPr id="165" name="Rectangle 16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77" name="Down Arrow 176"/>
          <p:cNvSpPr/>
          <p:nvPr/>
        </p:nvSpPr>
        <p:spPr>
          <a:xfrm>
            <a:off x="6400227" y="2441812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Down Arrow 177"/>
          <p:cNvSpPr/>
          <p:nvPr/>
        </p:nvSpPr>
        <p:spPr>
          <a:xfrm>
            <a:off x="6526186" y="244693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Content Placeholder 2"/>
              <p:cNvSpPr txBox="1">
                <a:spLocks/>
              </p:cNvSpPr>
              <p:nvPr/>
            </p:nvSpPr>
            <p:spPr>
              <a:xfrm>
                <a:off x="2057400" y="3813412"/>
                <a:ext cx="8257182" cy="1230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Case 1: meet at element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	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pointer position </a:t>
                </a:r>
                <a:r>
                  <a:rPr lang="en-US" dirty="0"/>
                  <a:t>(2 in this case)</a:t>
                </a:r>
              </a:p>
            </p:txBody>
          </p:sp>
        </mc:Choice>
        <mc:Fallback xmlns="">
          <p:sp>
            <p:nvSpPr>
              <p:cNvPr id="17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813412"/>
                <a:ext cx="8257182" cy="1230004"/>
              </a:xfrm>
              <a:prstGeom prst="rect">
                <a:avLst/>
              </a:prstGeom>
              <a:blipFill>
                <a:blip r:embed="rId2"/>
                <a:stretch>
                  <a:fillRect l="-1536" t="-6186" b="-4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0" name="Group 179"/>
          <p:cNvGrpSpPr/>
          <p:nvPr/>
        </p:nvGrpSpPr>
        <p:grpSpPr>
          <a:xfrm>
            <a:off x="2639420" y="5334000"/>
            <a:ext cx="6403076" cy="533400"/>
            <a:chOff x="1445524" y="2895600"/>
            <a:chExt cx="6403076" cy="533400"/>
          </a:xfrm>
        </p:grpSpPr>
        <p:sp>
          <p:nvSpPr>
            <p:cNvPr id="181" name="Rectangle 180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93" name="Down Arrow 192"/>
          <p:cNvSpPr/>
          <p:nvPr/>
        </p:nvSpPr>
        <p:spPr>
          <a:xfrm>
            <a:off x="6416723" y="4947882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Down Arrow 193"/>
          <p:cNvSpPr/>
          <p:nvPr/>
        </p:nvSpPr>
        <p:spPr>
          <a:xfrm>
            <a:off x="6542682" y="4953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3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D196EAA-752A-A93B-2999-105C81B2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</p:spTree>
    <p:extLst>
      <p:ext uri="{BB962C8B-B14F-4D97-AF65-F5344CB8AC3E}">
        <p14:creationId xmlns:p14="http://schemas.microsoft.com/office/powerpoint/2010/main" val="319611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193" grpId="0" animBg="1"/>
      <p:bldP spid="19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50</a:t>
            </a:fld>
            <a:endParaRPr lang="en-US"/>
          </a:p>
        </p:txBody>
      </p:sp>
      <p:grpSp>
        <p:nvGrpSpPr>
          <p:cNvPr id="164" name="Group 163"/>
          <p:cNvGrpSpPr/>
          <p:nvPr/>
        </p:nvGrpSpPr>
        <p:grpSpPr>
          <a:xfrm>
            <a:off x="2649938" y="2824518"/>
            <a:ext cx="6403076" cy="533400"/>
            <a:chOff x="1445524" y="2895600"/>
            <a:chExt cx="6403076" cy="533400"/>
          </a:xfrm>
        </p:grpSpPr>
        <p:sp>
          <p:nvSpPr>
            <p:cNvPr id="165" name="Rectangle 16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77" name="Down Arrow 176"/>
          <p:cNvSpPr/>
          <p:nvPr/>
        </p:nvSpPr>
        <p:spPr>
          <a:xfrm>
            <a:off x="6926236" y="243840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Down Arrow 177"/>
          <p:cNvSpPr/>
          <p:nvPr/>
        </p:nvSpPr>
        <p:spPr>
          <a:xfrm>
            <a:off x="7052195" y="2443518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Content Placeholder 2"/>
              <p:cNvSpPr txBox="1">
                <a:spLocks/>
              </p:cNvSpPr>
              <p:nvPr/>
            </p:nvSpPr>
            <p:spPr>
              <a:xfrm>
                <a:off x="2057400" y="3810000"/>
                <a:ext cx="8257182" cy="1230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Case 2: meet at element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	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value to the left </a:t>
                </a:r>
                <a:r>
                  <a:rPr lang="en-US" dirty="0"/>
                  <a:t>(2 in this case)</a:t>
                </a:r>
              </a:p>
            </p:txBody>
          </p:sp>
        </mc:Choice>
        <mc:Fallback xmlns="">
          <p:sp>
            <p:nvSpPr>
              <p:cNvPr id="17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810000"/>
                <a:ext cx="8257182" cy="1230004"/>
              </a:xfrm>
              <a:prstGeom prst="rect">
                <a:avLst/>
              </a:prstGeom>
              <a:blipFill>
                <a:blip r:embed="rId2"/>
                <a:stretch>
                  <a:fillRect l="-1536" t="-6186"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0" name="Group 179"/>
          <p:cNvGrpSpPr/>
          <p:nvPr/>
        </p:nvGrpSpPr>
        <p:grpSpPr>
          <a:xfrm>
            <a:off x="2639420" y="5330588"/>
            <a:ext cx="6403076" cy="533400"/>
            <a:chOff x="1445524" y="2895600"/>
            <a:chExt cx="6403076" cy="533400"/>
          </a:xfrm>
        </p:grpSpPr>
        <p:sp>
          <p:nvSpPr>
            <p:cNvPr id="181" name="Rectangle 180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93" name="Down Arrow 192"/>
          <p:cNvSpPr/>
          <p:nvPr/>
        </p:nvSpPr>
        <p:spPr>
          <a:xfrm>
            <a:off x="6915718" y="494447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Down Arrow 193"/>
          <p:cNvSpPr/>
          <p:nvPr/>
        </p:nvSpPr>
        <p:spPr>
          <a:xfrm>
            <a:off x="7041677" y="4949588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3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FDFDB077-B10F-EDCC-4F41-BD481BF3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</p:spTree>
    <p:extLst>
      <p:ext uri="{BB962C8B-B14F-4D97-AF65-F5344CB8AC3E}">
        <p14:creationId xmlns:p14="http://schemas.microsoft.com/office/powerpoint/2010/main" val="396964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193" grpId="0" animBg="1"/>
      <p:bldP spid="19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FF33CC"/>
                    </a:solidFill>
                  </a:rPr>
                  <a:t> </a:t>
                </a:r>
                <a:r>
                  <a:rPr lang="en-US" dirty="0"/>
                  <a:t>at beginning of list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a pointer (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) just after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and a pointer (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) at the end of the list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While </a:t>
                </a:r>
                <a:r>
                  <a:rPr lang="en-US" dirty="0">
                    <a:solidFill>
                      <a:srgbClr val="FFC000"/>
                    </a:solidFill>
                  </a:rPr>
                  <a:t>Begin </a:t>
                </a:r>
                <a:r>
                  <a:rPr lang="en-US" dirty="0"/>
                  <a:t>&lt; </a:t>
                </a:r>
                <a:r>
                  <a:rPr lang="en-US" dirty="0">
                    <a:solidFill>
                      <a:srgbClr val="0070C0"/>
                    </a:solidFill>
                  </a:rPr>
                  <a:t>End: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&lt;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pointers meet at element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: Swap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pointer position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Else If pointers meet at element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: 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value to the left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153400" y="6015693"/>
            <a:ext cx="167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Run 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82200" y="6015693"/>
                <a:ext cx="10283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6015693"/>
                <a:ext cx="1028358" cy="523220"/>
              </a:xfrm>
              <a:prstGeom prst="rect">
                <a:avLst/>
              </a:prstGeom>
              <a:blipFill>
                <a:blip r:embed="rId3"/>
                <a:stretch>
                  <a:fillRect r="-243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49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Conquer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2514600" y="5229710"/>
            <a:ext cx="82296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Recursively sort </a:t>
            </a:r>
            <a:r>
              <a:rPr lang="en-US" dirty="0">
                <a:solidFill>
                  <a:srgbClr val="FFC000"/>
                </a:solidFill>
              </a:rPr>
              <a:t>Left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Right</a:t>
            </a:r>
            <a:r>
              <a:rPr lang="en-US" dirty="0"/>
              <a:t> </a:t>
            </a:r>
            <a:r>
              <a:rPr lang="en-US" dirty="0" err="1"/>
              <a:t>sublists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04910" y="14478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8" name="Right Brace 17"/>
          <p:cNvSpPr/>
          <p:nvPr/>
        </p:nvSpPr>
        <p:spPr>
          <a:xfrm rot="5400000">
            <a:off x="4246480" y="339634"/>
            <a:ext cx="451798" cy="3734939"/>
          </a:xfrm>
          <a:prstGeom prst="righ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76618" y="2433000"/>
                <a:ext cx="26434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All elements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&lt;</m:t>
                    </m:r>
                    <m:r>
                      <a:rPr lang="en-US" sz="2800" i="1" dirty="0">
                        <a:latin typeface="Cambria Math"/>
                      </a:rPr>
                      <m:t>𝑝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618" y="2433000"/>
                <a:ext cx="2643481" cy="523220"/>
              </a:xfrm>
              <a:prstGeom prst="rect">
                <a:avLst/>
              </a:prstGeom>
              <a:blipFill>
                <a:blip r:embed="rId2"/>
                <a:stretch>
                  <a:fillRect l="-4306" t="-14634" b="-29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/>
          <p:cNvSpPr/>
          <p:nvPr/>
        </p:nvSpPr>
        <p:spPr>
          <a:xfrm rot="5400000">
            <a:off x="7720885" y="1145894"/>
            <a:ext cx="451797" cy="2122410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85579" y="2354868"/>
                <a:ext cx="26434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All elements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/>
                      </a:rPr>
                      <m:t>&gt;</m:t>
                    </m:r>
                    <m:r>
                      <a:rPr lang="en-US" sz="2800" i="1" dirty="0">
                        <a:latin typeface="Cambria Math"/>
                      </a:rPr>
                      <m:t>𝑝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579" y="2354868"/>
                <a:ext cx="2643481" cy="523220"/>
              </a:xfrm>
              <a:prstGeom prst="rect">
                <a:avLst/>
              </a:prstGeom>
              <a:blipFill>
                <a:blip r:embed="rId3"/>
                <a:stretch>
                  <a:fillRect l="-4306" t="-9302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4742915" y="3264090"/>
            <a:ext cx="3818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Exactly where it belongs!</a:t>
            </a:r>
          </a:p>
        </p:txBody>
      </p:sp>
      <p:cxnSp>
        <p:nvCxnSpPr>
          <p:cNvPr id="24" name="Straight Arrow Connector 23"/>
          <p:cNvCxnSpPr>
            <a:stCxn id="22" idx="0"/>
            <a:endCxn id="13" idx="2"/>
          </p:cNvCxnSpPr>
          <p:nvPr/>
        </p:nvCxnSpPr>
        <p:spPr>
          <a:xfrm flipH="1" flipV="1">
            <a:off x="6606548" y="1981200"/>
            <a:ext cx="45704" cy="1282890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8212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(Best)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43434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 we divide in half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=2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 b="-3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the </a:t>
            </a:r>
            <a:r>
              <a:rPr lang="en-US" dirty="0">
                <a:solidFill>
                  <a:srgbClr val="FF33CC"/>
                </a:solidFill>
              </a:rPr>
              <a:t>pivot</a:t>
            </a:r>
            <a:r>
              <a:rPr lang="en-US" dirty="0"/>
              <a:t> is always the median: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func>
                        <m:func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func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659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(Worst)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366" y="43053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 we shorten by 1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the pivot is always at the extreme: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14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(Worst)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129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129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4419602" y="5105400"/>
                <a:ext cx="3429001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2" y="5105400"/>
                <a:ext cx="3429001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41"/>
              <p:cNvSpPr txBox="1">
                <a:spLocks noChangeArrowheads="1"/>
              </p:cNvSpPr>
              <p:nvPr/>
            </p:nvSpPr>
            <p:spPr bwMode="auto">
              <a:xfrm>
                <a:off x="1913274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274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41"/>
              <p:cNvSpPr txBox="1">
                <a:spLocks noChangeArrowheads="1"/>
              </p:cNvSpPr>
              <p:nvPr/>
            </p:nvSpPr>
            <p:spPr bwMode="auto">
              <a:xfrm>
                <a:off x="1913274" y="3006229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274" y="3006229"/>
                <a:ext cx="13335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 rot="16200000">
            <a:off x="2208366" y="4104544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2217572" y="4863723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7572" y="4863723"/>
                <a:ext cx="71663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>
            <a:stCxn id="35" idx="2"/>
            <a:endCxn id="37" idx="0"/>
          </p:cNvCxnSpPr>
          <p:nvPr/>
        </p:nvCxnSpPr>
        <p:spPr>
          <a:xfrm>
            <a:off x="2580024" y="2590803"/>
            <a:ext cx="0" cy="41542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Box 41"/>
              <p:cNvSpPr txBox="1">
                <a:spLocks noChangeArrowheads="1"/>
              </p:cNvSpPr>
              <p:nvPr/>
            </p:nvSpPr>
            <p:spPr bwMode="auto">
              <a:xfrm>
                <a:off x="1905000" y="3888355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3888355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/>
          <p:cNvCxnSpPr>
            <a:stCxn id="37" idx="2"/>
            <a:endCxn id="68" idx="0"/>
          </p:cNvCxnSpPr>
          <p:nvPr/>
        </p:nvCxnSpPr>
        <p:spPr>
          <a:xfrm flipH="1">
            <a:off x="2571750" y="3463429"/>
            <a:ext cx="8274" cy="4249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201144" y="198120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144" y="1981200"/>
                <a:ext cx="3745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3238500" y="2898184"/>
                <a:ext cx="778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2898184"/>
                <a:ext cx="77854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238500" y="3747623"/>
                <a:ext cx="778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3747623"/>
                <a:ext cx="77854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3180176" y="472299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176" y="4722991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Brace 75"/>
          <p:cNvSpPr/>
          <p:nvPr/>
        </p:nvSpPr>
        <p:spPr>
          <a:xfrm>
            <a:off x="3810000" y="1981200"/>
            <a:ext cx="533400" cy="35052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ontent Placeholder 2"/>
              <p:cNvSpPr txBox="1">
                <a:spLocks/>
              </p:cNvSpPr>
              <p:nvPr/>
            </p:nvSpPr>
            <p:spPr>
              <a:xfrm>
                <a:off x="4326343" y="3390900"/>
                <a:ext cx="5373617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=1+2+3+…+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343" y="3390900"/>
                <a:ext cx="5373617" cy="6858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ontent Placeholder 2"/>
              <p:cNvSpPr txBox="1">
                <a:spLocks/>
              </p:cNvSpPr>
              <p:nvPr/>
            </p:nvSpPr>
            <p:spPr>
              <a:xfrm>
                <a:off x="3617986" y="4002655"/>
                <a:ext cx="5373617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986" y="4002655"/>
                <a:ext cx="5373617" cy="685800"/>
              </a:xfrm>
              <a:prstGeom prst="rect">
                <a:avLst/>
              </a:prstGeom>
              <a:blipFill>
                <a:blip r:embed="rId13"/>
                <a:stretch>
                  <a:fillRect b="-4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1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  <p:bldP spid="37" grpId="0" animBg="1"/>
      <p:bldP spid="43" grpId="0"/>
      <p:bldP spid="48" grpId="0" animBg="1"/>
      <p:bldP spid="68" grpId="0" animBg="1"/>
      <p:bldP spid="72" grpId="0"/>
      <p:bldP spid="73" grpId="0"/>
      <p:bldP spid="74" grpId="0"/>
      <p:bldP spid="75" grpId="0"/>
      <p:bldP spid="76" grpId="0" animBg="1"/>
      <p:bldP spid="77" grpId="0"/>
      <p:bldP spid="7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on a (nearly)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5676" y="4260851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 we shorten by 1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First element always yields unbalanced pivot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8238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makes a good Pivot?</a:t>
            </a:r>
          </a:p>
          <a:p>
            <a:pPr lvl="1"/>
            <a:r>
              <a:rPr lang="en-US" dirty="0"/>
              <a:t>Roughly even split between left and right</a:t>
            </a:r>
          </a:p>
          <a:p>
            <a:pPr lvl="1"/>
            <a:r>
              <a:rPr lang="en-US" dirty="0"/>
              <a:t>Ideally: median</a:t>
            </a:r>
          </a:p>
          <a:p>
            <a:r>
              <a:rPr lang="en-US" dirty="0"/>
              <a:t>There are ways to find the median in linear time, but it’s complicated and slow and you’re better off using </a:t>
            </a:r>
            <a:r>
              <a:rPr lang="en-US" dirty="0" err="1"/>
              <a:t>mergesort</a:t>
            </a:r>
            <a:endParaRPr lang="en-US" dirty="0"/>
          </a:p>
          <a:p>
            <a:r>
              <a:rPr lang="en-US" dirty="0"/>
              <a:t>In Practice:</a:t>
            </a:r>
          </a:p>
          <a:p>
            <a:pPr lvl="1"/>
            <a:r>
              <a:rPr lang="en-US" dirty="0"/>
              <a:t>Pick a random value as a pivot</a:t>
            </a:r>
          </a:p>
          <a:p>
            <a:pPr lvl="1"/>
            <a:r>
              <a:rPr lang="en-US" dirty="0"/>
              <a:t>Pick the middle of 3 random values as the pivot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665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8172-18DF-BF9D-15EE-737B44C9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Quick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1C77C-A95B-025D-AC30-30085921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Worst Case 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average! And typically faster than </a:t>
                </a:r>
                <a:r>
                  <a:rPr lang="en-US" dirty="0" err="1"/>
                  <a:t>mergesort</a:t>
                </a:r>
                <a:r>
                  <a:rPr lang="en-US" dirty="0"/>
                  <a:t>!</a:t>
                </a:r>
              </a:p>
              <a:p>
                <a:r>
                  <a:rPr lang="en-US" dirty="0"/>
                  <a:t>In-Place?</a:t>
                </a:r>
              </a:p>
              <a:p>
                <a:pPr lvl="1"/>
                <a:r>
                  <a:rPr lang="en-US" dirty="0"/>
                  <a:t>….Debatable</a:t>
                </a:r>
              </a:p>
              <a:p>
                <a:r>
                  <a:rPr lang="en-US" dirty="0"/>
                  <a:t>Adaptive?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r>
                  <a:rPr lang="en-US" dirty="0"/>
                  <a:t>Stable?</a:t>
                </a:r>
              </a:p>
              <a:p>
                <a:pPr lvl="1"/>
                <a:r>
                  <a:rPr lang="en-US" dirty="0"/>
                  <a:t>No!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F1C77C-A95B-025D-AC30-30085921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57509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2805-7B6A-7120-068C-6B36E196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81986-260B-F5AF-0B69-24B48EC9D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Recall our definition of the sorting problem:</a:t>
                </a:r>
              </a:p>
              <a:p>
                <a:pPr lvl="1"/>
                <a:r>
                  <a:rPr lang="en-US" dirty="0"/>
                  <a:t>Input:</a:t>
                </a:r>
              </a:p>
              <a:p>
                <a:pPr lvl="2"/>
                <a:r>
                  <a:rPr lang="en-US" dirty="0"/>
                  <a:t>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items</a:t>
                </a:r>
              </a:p>
              <a:p>
                <a:pPr lvl="2"/>
                <a:r>
                  <a:rPr lang="en-US" dirty="0"/>
                  <a:t>A comparison function for these items</a:t>
                </a:r>
              </a:p>
              <a:p>
                <a:pPr lvl="3"/>
                <a:r>
                  <a:rPr lang="en-US" dirty="0"/>
                  <a:t>Given two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we can determine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</a:t>
                </a:r>
              </a:p>
              <a:p>
                <a:pPr lvl="2"/>
                <a:r>
                  <a:rPr lang="en-US" dirty="0"/>
                  <a:t>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Under this definition, it is impossible to write an algorithm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asymptotically.</a:t>
                </a:r>
              </a:p>
              <a:p>
                <a:r>
                  <a:rPr lang="en-US" dirty="0"/>
                  <a:t>Observation:</a:t>
                </a:r>
              </a:p>
              <a:p>
                <a:pPr lvl="1"/>
                <a:r>
                  <a:rPr lang="en-US" dirty="0"/>
                  <a:t>Sometimes there might be ways to determine the position of values without comparisons!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81986-260B-F5AF-0B69-24B48EC9D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565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40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33313</TotalTime>
  <Words>4451</Words>
  <Application>Microsoft Office PowerPoint</Application>
  <PresentationFormat>Widescreen</PresentationFormat>
  <Paragraphs>1436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Consolas</vt:lpstr>
      <vt:lpstr>Calibri Light</vt:lpstr>
      <vt:lpstr>Calibri</vt:lpstr>
      <vt:lpstr>Cambria Math</vt:lpstr>
      <vt:lpstr>Aptos</vt:lpstr>
      <vt:lpstr>Symbol</vt:lpstr>
      <vt:lpstr>Arial</vt:lpstr>
      <vt:lpstr>Office Theme</vt:lpstr>
      <vt:lpstr>CSE 332 Winter 2026 Lecture 12: Sorting</vt:lpstr>
      <vt:lpstr>Linear Probing: Delete</vt:lpstr>
      <vt:lpstr>Linear Probing + Tombstone: Find</vt:lpstr>
      <vt:lpstr>Linear Probing + Tombstone: Insert</vt:lpstr>
      <vt:lpstr>Downsides of Linear Probing</vt:lpstr>
      <vt:lpstr>Quadratic Probing: Insert Procedure</vt:lpstr>
      <vt:lpstr>Quadratic Probing: Example</vt:lpstr>
      <vt:lpstr>Using Quadratic Probing</vt:lpstr>
      <vt:lpstr>Double Hashing: Insert Procedure</vt:lpstr>
      <vt:lpstr>Sorting</vt:lpstr>
      <vt:lpstr>More Formal Definition</vt:lpstr>
      <vt:lpstr>Sorting “Landscape”</vt:lpstr>
      <vt:lpstr>Insertion Sort</vt:lpstr>
      <vt:lpstr>Insertion Sort</vt:lpstr>
      <vt:lpstr>Insertion Sort</vt:lpstr>
      <vt:lpstr>Aside: Bubble Sort – we won’t cover it</vt:lpstr>
      <vt:lpstr>Heap Sort</vt:lpstr>
      <vt:lpstr>Heap Sort</vt:lpstr>
      <vt:lpstr>Heap Sort</vt:lpstr>
      <vt:lpstr>Heap Sort</vt:lpstr>
      <vt:lpstr>Heap Sort</vt:lpstr>
      <vt:lpstr>Heap Sort</vt:lpstr>
      <vt:lpstr>“In Place” Sorting Algorithm</vt:lpstr>
      <vt:lpstr>In Place Heap Sort</vt:lpstr>
      <vt:lpstr>Heap Sort</vt:lpstr>
      <vt:lpstr>Heap Sort</vt:lpstr>
      <vt:lpstr>Heap Sort</vt:lpstr>
      <vt:lpstr>Heap Sort</vt:lpstr>
      <vt:lpstr>Heap Sort</vt:lpstr>
      <vt:lpstr>Heap Sort</vt:lpstr>
      <vt:lpstr>In Place Heap Sort</vt:lpstr>
      <vt:lpstr>Floyd’s buildHeap method</vt:lpstr>
      <vt:lpstr>Divide And Conquer Sorting</vt:lpstr>
      <vt:lpstr>Divide and Conquer</vt:lpstr>
      <vt:lpstr>Divide and Conquer Template Pseudocode</vt:lpstr>
      <vt:lpstr>Merge Sort</vt:lpstr>
      <vt:lpstr>Merge Sort In Action!</vt:lpstr>
      <vt:lpstr>Merge (the combine part)</vt:lpstr>
      <vt:lpstr>Merge Sort Pseudocode</vt:lpstr>
      <vt:lpstr>Merge Pseudocode</vt:lpstr>
      <vt:lpstr>Analyzing Merge Sort</vt:lpstr>
      <vt:lpstr>PowerPoint Presentation</vt:lpstr>
      <vt:lpstr>Properties of Merge Sort</vt:lpstr>
      <vt:lpstr>Quicksort</vt:lpstr>
      <vt:lpstr>Quicksort</vt:lpstr>
      <vt:lpstr>Partition (Divide step)</vt:lpstr>
      <vt:lpstr>Partition, Procedure</vt:lpstr>
      <vt:lpstr>PowerPoint Presentation</vt:lpstr>
      <vt:lpstr>Partition, Procedure</vt:lpstr>
      <vt:lpstr>Partition, Procedure</vt:lpstr>
      <vt:lpstr>Partition Summary</vt:lpstr>
      <vt:lpstr>Conquer</vt:lpstr>
      <vt:lpstr>Quicksort Run Time (Best)</vt:lpstr>
      <vt:lpstr>Quicksort Run Time (Worst)</vt:lpstr>
      <vt:lpstr>Quicksort Run Time (Worst)</vt:lpstr>
      <vt:lpstr>Quicksort on a (nearly) Sorted List</vt:lpstr>
      <vt:lpstr>Good Pivot</vt:lpstr>
      <vt:lpstr>Properties of Quick Sort</vt:lpstr>
      <vt:lpstr>Improving Running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128</cp:revision>
  <dcterms:created xsi:type="dcterms:W3CDTF">2023-09-26T20:08:20Z</dcterms:created>
  <dcterms:modified xsi:type="dcterms:W3CDTF">2026-02-02T21:21:24Z</dcterms:modified>
</cp:coreProperties>
</file>