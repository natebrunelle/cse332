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9" r:id="rId16"/>
    <p:sldId id="417" r:id="rId17"/>
    <p:sldId id="418" r:id="rId18"/>
    <p:sldId id="419" r:id="rId19"/>
    <p:sldId id="420" r:id="rId20"/>
    <p:sldId id="421" r:id="rId21"/>
    <p:sldId id="42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30T20:10:09.266"/>
    </inkml:context>
    <inkml:brush xml:id="br0">
      <inkml:brushProperty name="width" value="0.05292" units="cm"/>
      <inkml:brushProperty name="height" value="0.05292" units="cm"/>
      <inkml:brushProperty name="color" value="#FF0000"/>
    </inkml:brush>
  </inkml:definitions>
  <inkml:trace contextRef="#ctx0" brushRef="#br0">2313 5409 0,'0'0'0,"0"8"0,-9 26 15,1 43 1,-1 25 0,-8-8-16,0-1 15,0-16-15,9-1 16,-1 9-1,-8 0 1,17-8-16,0-18 16,17-16-1,26-1-15,8-8 16,34-8-16,35-9 16,16-26-1,1 1-15,-1-9 16,18 0-1,17 0-15,8 8 16,17 1 0,1 8-1,-10 0-15,27 17 16,-1-9 0,26-8-16,0-8 15,17-9 1,51-17-16,18-9 15,-9-8-15,25 17 16,0 0 0,1 0-1,25 9-15,-34 8 16,8-9 0,43-8-16,-8-8 0,-9 16 15,8-8 1,18 0-1,-43 9-15,-9 8 16,26 8 0,-51 9-16,-17 9 15,-26 8 1,-34 8 0,-34 9-16,-43 0 15,-34-8 1,-26-1-16,9 9 15,-17-8-15,-26-1 16,-17-8 0,-8 0-1,-17-8-15,-1-1 16,-8 1 0,18-9-16,-1-17 15,17-34-15,9-26 16,8-8-1,-8 17-15,-1-8 16,-16-27 0,-9 1-16,-8 17 15,-1 9-15,-16 16 16,0 18 0,-1 8-1,-8 0 1,-8 8-16,-10 1 15,-33-1 1,-26 1-16,-25-1 16,-86 9-16,-51 17 15,-77 0 1,-33 9 0,-61-1-16,-102-8 15,-17 0 1,-43 0-16,8 0 15,-42 0-15,-8-8 16,25 8-16,26 8 16,-9 26-1,9 17 1,161-8 0</inkml:trace>
  <inkml:trace contextRef="#ctx0" brushRef="#br0" timeOffset="1143.75">2893 6957 0,'0'0'0,"0"0"0,-8 8 31,-26 43-31,-9 26 16,0 33-16,-8 60 15,-9 34-15,-8 1 16,34 7 0,17-25-16,17-17 15,17-8 1,34-17 0,0-43-1,35-17-15,25-17 0,25-26 16,26-16-1,35-26 1,8-26-16,42-16 16,18-9-1,8-26-15,8-8 16,-25 26-16,18-1 31,-10 17-31,-8 9 16,-8 17-16,-18 17 15,-8 9 1,-9-1 0,-25 9-16,-17 0 15,-17 0 1,-35 9-16,-25-9 16,-26 9-1,-25-18-15,-18 1 0,-7-1 16,-10 1-1,9-18 1,0-25 0,0-34-16,-8-34 15,-1-51-15,-8-9 16,-8 18 0,-26-26-1,-18 17-15,1 50 0,-26 10 31,-16 16-31,-10 26 16,-16 9 0,-69 16-16,-43 35 15,-50 25 1,-35 25-16,-25 35 16,-9 8-1,8 26-15</inkml:trace>
  <inkml:trace contextRef="#ctx0" brushRef="#br0" timeOffset="2390.66">2322 9508 0,'0'0'0,"0"0"0,8 8 16,18 52-16,8 42 16,-9 43-1,-16 42 1,-9 17-16,-9-17 16,1-17-1,8 0-15,17-34 16,26-17-1,16-8-15,52-9 0,34-17 16,26-34 15,34-26-31,8-33 0,9-18 32,26 1-32,33-9 15,10 8-15,7 9 16,1 9-1,0 16 1,17 9-16,-1 0 16,-7 0-1,-10 0-15,10 17 16,-18 17 0,-26-8-16,1 8 15,-18 0 1,-16-8-16,-26-18 15,-9-16-15,-17-9 16,-51-17 0,-25-9-16,-35 1 15,-25 8 1,-1-9 0,-8-8-16,1-26 15,-10-8 1,1-17-16,8-34 15,0-34 1,-17 0-16,-8 26 16,-1 16-1,1 1-15,-1 24 0,-8 27 32,-8 25-32,-1 0 0,-8 8 15,-8 9 1,-35-8-1,-34 8-15,-68 0 16,-26 17 0,9 25-16,-43 9 15,-17 0-15,-26 0 16,-8-17 0,0-25-1,-9-18 1,-42-25-16,-77 0 15,34 9-15,-26 16 16,-59 9 0,0 26-1,-35 8-15,-8 17 16,-17 25 0,-26 9-16,1-34 0,135-25 15</inkml:trace>
  <inkml:trace contextRef="#ctx0" brushRef="#br0" timeOffset="5590.96">1605 12918 0,'0'0'0,"-9"-8"0,9 8 15,0 0 1,0 0-16,0 0 16,9-9-1,33 1 1,35-1-16,102-25 15,60-17 1,9-17-16,-1 0 16,-25 9-16,-34-1 15,-43 1 1,-34 16-16,-51 18 16,-26 8-1,-8 8 1,-18 9-16,-25 0 15,-77 34-15,-128 43 16,-51-1 0,8-8-16,-8-8 15,9-9 1,8-9 0,59-16-16,18-18 15,34 1 1,26-9-16,50 0 15,27 0 1,33 8-16,9-8 16,9 0-16,67 0 15,121-17 1,84-8 0,10-18-16,-10 1 15,-16 16 1,8-8-16,-26 9 0,-42-9 15,-34 0 1,-43 8 0,-43 9-16,-42 9 15,-26-1 1,-8 9-16,-61-8 16,-127 16-1,-128 26-15,-9 9 16,0-9-1,-34 17 1,26 0-16,51 17 16,34 8-16,68-8 15,-93 43-15</inkml:trace>
  <inkml:trace contextRef="#ctx0" brushRef="#br0" timeOffset="13433.37">2834 12850 0,'0'0'0,"0"0"0,0 0 15,0 0-15,0-8 16,-9-1 0,9 9-16,-8-8 15,-1-1 1,0 1-16,1-1 16,-1 1-1,-8-1-15,0 1 16,-8 8-1,-1 0-15,-17 8 16,1 9 0,-10 0-16,18 0 15,-8 0 1,-1 9-16,9 8 16,0 0-1,0 0-15,-1 17 16,-7 17-1,-9 25-15,8 9 16,-8 9 0,17-17-16,8-1 15,17 1 1,-16-1-16,8 1 16,8 8-1,1-9-15,8 9 16,0 0-1,0-8-15,17-9 16,8-8 0,1-18-16,8 1 15,17-1 1,0-8-16,26 0 16,26 0-1,8-8-15,0-1 16,17-8-1,0 0 1,17-8-16,0-9 16,17-9-1,17 9-15,18-8 16,-1 8-16,9 8 16,8 1-16,9 8 15,0-9 1,25 1-16,1 0 15,17-1 1,8 9-16,0-8 16,0 8-1,17 0 1,26-9 0,17 1-16,8-1 15,9-16-15,43 8 16,8-17-16,17 8 15,9 9-15,25-17 16,35 0 15,-18 9-31,18-1 16,33-16 0,1-1-16,34 1 15,16-1-15,-7 9 0,16-8 31,-25-1-15,17 9-16,17 0 16,-9 0-1,-25 9-15,8-1 16,9 9-16,0 9 16,-9 16-1,-25 1 1,-1 8-16,10-9 15,-10 1 1,10-1-16,-18-8 16,0 0-1,-25 0-15,-35-8 16,-34-1 0,9 1-16,34 8 15,-34 0 1,25-9-16,-42-16 15,-34-9 1,-1-9-16,-16 1 16,-60-18-1,-9-8-15,-26 0 16,-25 0 0,1 0-16,-53-25 15,10-26-15,-9-9 16,-43 1-1,-9 8-15,-25 17 16,-42 8 0,-1-33-1,-8-10-15,-34 18 16,-9 26 0,-9 8-16,-16-9 15,-1-42-15,-33-42 16,-26 16-16,-9 35 15,-43-9 1,-25-1 0,-8-7-1,-52-1-15,-25 18 16,-9 16 0,-43 9-16,-42-17 0,0 0 15,-18-8 1,18 8-1,-26 17-15,-76-1 16,101 27 0,-25-1-1,-85 9-15,94-8 0,17-18 32,-9-8-32,17 0 15,0 0 1,9 17-16,-43 0 15,26 26-15,-9 8 16,-102 0-16,60 8 31,-52 1-31,-34-9 16,17 0 0,52 0-16,16 8 15,-76 9-15,51 17 16,43 0-1,-18 0 1,9 17-16,17-8 16,-51-1-1,68-8-15,9-8 0,-34-1 32,42 1-32,-17-1 15,26 9 1,0 26-1,-9-1-15,18 1 16,-1-18-16,26-16 16,8-9-1,18-26-15,-9-16 16,60 8 0,-35-9-16,-8 9 15,-17 17 1,0 0-16,-34 9 15,-8 8 1,-10-9-16,1 1 16,-17-1-1,-26 1 1,43-1-16,-60 1 16,51 8-1,-8 8-15,8 9 16,1-8-1,-10-9-15,27-9 16,-35 1 0,26-18-16,-26 1 15,17 8-15,-8 17 16,8 17 0,9 0-16,-60 8 15,26-8 1,-35 0-16,9 17 15,18-8 1,-53 8-16,53 0 16,-27 25-1,-42 18 1,77-18-16,-1 1 16,-50-1-16,50 18 15,35 17 1,-43 33-1</inkml:trace>
  <inkml:trace contextRef="#ctx0" brushRef="#br0" timeOffset="43975.79">13852 2806 0,'0'0'0,"0"0"0,0 0 31,0 0-31,0 0 16,0 0-1,0 0 1,0 0-16,0 0 0,17 17 16,0 26-1,0 25 1,0 43-16,-8-9 16,-18 8-1,1 43-15,8 0 0,0-51 16,0-25-1,8-18-15,1-24 16,8-10 0,9-16-16,25-9 15,17-34 17,43-60-32,9-34 0,-9 9 15,-9 9-15,-25-1 31,-26 35-15,-25 33-16,-18 18 16,1 8-1,-1 17-15,-8 0 16</inkml:trace>
  <inkml:trace contextRef="#ctx0" brushRef="#br0" timeOffset="44468.9">15013 3580 0,'0'-8'0,"34"-1"0,26-8 16,25 9-1,26-9 1,0 8-16,-17 1 16,-9-1-1,-25 9-15,-26 0 16,-17 0-16,-8-8 16,-1-1-1,-16 1-15,-18-18 16,-16 1-1,-27-1-15,1 9 16,0 17-16,17 9 16,-1 8-1,10 25-15,-10 18 32,18 8-32,26 8 15,16-16-15,18-18 16,25 1-1,34-17 1,52-1-16,0-25 16,-86 0-1</inkml:trace>
  <inkml:trace contextRef="#ctx0" brushRef="#br0" timeOffset="44977.68">16643 2866 0,'0'9'0,"0"33"0,-8 43 15,-1 34 1,-8 0-16,-17 9 16,0-1-1,0-25-15,17-17 16,-1-25 0,10-18-16,8-16 15,0-17-15,26-9 16,25-18-1,34-33-15,0-17 16,-8 0 0,-8 17-16,-10 26 15,-16 8 1,-9 17 0,0 25-16,0 43 15,-8 26 1,-18 8-16,-8-8 15,0-35-15,0-25 16,0-17 0,0-8-1,0-26-15,9 8 16</inkml:trace>
  <inkml:trace contextRef="#ctx0" brushRef="#br0" timeOffset="45171.91">17591 3784 0,'0'0'0,"-18"35"15,-16 33-15,9-17 32,8-17-32,17-26 15,0-16 1,0-18-16,0 1 15</inkml:trace>
  <inkml:trace contextRef="#ctx0" brushRef="#br0" timeOffset="45332.55">17847 3240 0,'-9'17'0,"1"26"31,8-1-31,8-8 16,9-8-16,9-18 16,-18-8-16</inkml:trace>
  <inkml:trace contextRef="#ctx0" brushRef="#br0" timeOffset="45601.39">18555 3453 0,'-9'0'0,"-25"34"0,-43 51 15,-33 34-15,-18 17 16,8-17 0,43-8-16,26-26 15,25-26 1,18 1-16,51-18 15,50-8 1,70-34-16,33-25 16,-25-35-1,102-84-15</inkml:trace>
  <inkml:trace contextRef="#ctx0" brushRef="#br0" timeOffset="45969.3">19511 2977 0,'-9'8'0,"-8"77"16,-25 85-16,-1-8 16,0-1-1,-8 1 1,17-26-1,0-42-15,17-18 16,0-33-16,17-26 16</inkml:trace>
  <inkml:trace contextRef="#ctx0" brushRef="#br0" timeOffset="46294.45">19886 3716 0,'0'0'0,"0"0"0,0 0 15,26 0 1,17 9-16,16-18 16,1 1-1,-9-1-15,-8-16 16,-9-1-16,-8 1 15,-18-9 1,-25 0-16,-17 0 16,-17 17-1,-51 34 1,-44 59-16,-24 86 16,59 8-16,77-8 15,59-18-15,103-42 16,162 34-1</inkml:trace>
  <inkml:trace contextRef="#ctx0" brushRef="#br0" timeOffset="67539.92">21551 6659 0,'0'9'0,"0"42"0,0 34 31,0 0-15,-9-26-16,1 18 0,-1 25 15,1 17-15,8 0 31,0-17-15,8-26-16,9-8 16,17 1-16,18-18 0,-10-17 15,27-26 1,41-16-16,18-18 16,9-8 15,17 0-31,33 0 15,1-9 1,9 9-16,33 0 16,0 9-16,26-1 15,-25 1 1,-9-1 0,-9 1-16,1-1 15,42 9 1,-77 9-16,-34 8 15,17-9 1,-25 1-16,-43-9 16,-9-9-1,0 1-15,-16-1 16,-18 1 0,-17-9-16,-9 8 15,-7-16 1,-10-9-16,1-34 15,-9-9 1,-9-8-16,1 17 16,-1 17-16,0 0 15,9 8 1,-8 9-16,-1 17 16,1 0-1,-1 17 1,1 0-16,-18 0 15,-34 9 1,-51 16-16,-34 18 16,-59 16-16,-27 9 15,-51 0 1,-8 0-16,-26-8 16,-59-18-1,8-16 1,-68 8-16,34 0 15</inkml:trace>
  <inkml:trace contextRef="#ctx0" brushRef="#br0" timeOffset="99341.14">10626 10324 0,'0'0'0,"0"0"0,0 0 16,0 0-16,9 0 15,-1 0 1,9 9-16,0 8 16,9 0-1,8 8 1,9 1-16,-1-1 15,-16-8-15,-9 1 16,26-1 0,25-9-1,-8-16-15,-1-18 16,10 0 0,-10-8-16,1 0 15,-9 0 1,-16-25-16,-18-1 0,-17 9 15,-26 9 1,-25 16 0,-35 18-16,-59 59 15,-25 51 1,-27 34-16,44 17 16,76-25-16,26-9 31,34 0-31,25-9 15,35-16 1,93-18-16,44-50 16,101-86-1,103-50-15</inkml:trace>
  <inkml:trace contextRef="#ctx0" brushRef="#br0" timeOffset="100232.74">12512 10171 0,'0'0'0,"-8"0"0,-18 0 16,0 0-16,1 17 15,-18 9 1,-34 33 0,-16 43-1,24 9-15,35 0 0,8-18 16,26-33-1,35 8 1,24-17-16,44-17 16,16-34-1,1-26-15,-52 18 0</inkml:trace>
  <inkml:trace contextRef="#ctx0" brushRef="#br0" timeOffset="100634.28">13724 10120 0,'0'0'0,"-8"9"0,-9 42 15,-9 25 1,0 26 0,-16 26-16,-1-9 15,0-17-15,9-25 16,17-18 0,0-25-1,17-17-15</inkml:trace>
  <inkml:trace contextRef="#ctx0" brushRef="#br0" timeOffset="100922.43">13297 10188 0,'0'0'0,"0"0"0,0 0 16,18 0 0,58-8-1,52-1 1,35-25-16,-1 0 16,-43 0-1,-33 17-15,-35 0 16,-26 17-1,-16 0-15</inkml:trace>
  <inkml:trace contextRef="#ctx0" brushRef="#br0" timeOffset="101163.07">13084 10962 0,'0'0'0,"17"9"0,51 16 15,78 1 1,110-26-16,34-26 16,-9-42-16,61-34 15</inkml:trace>
  <inkml:trace contextRef="#ctx0" brushRef="#br0" timeOffset="106451.81">17462 10426 0,'0'0'0,"0"0"0,0 0 15,0 0 1,0 0 0,0 0-16,0 9 15,35 8-15,24-17 16,44-17-1,-1-9-15,-25 1 16,0-9 0,8-9-1,-8 1-15,-26-9 16,-17 8-16,-17 9 16,-17 0-1,-25 0-15,-26 26 16,-43 33-1,-51 52-15,-18 42 16,1 42 0,51-7-16,52-44 31,33-33-31,35-1 16,25 1-16,42-18 15,53-25 1,7-25-1,1-52-15,-69 9 16</inkml:trace>
  <inkml:trace contextRef="#ctx0" brushRef="#br0" timeOffset="106824.04">18802 10052 0,'0'0'0,"0"9"0,0 33 16,9 43-16,-9 26 15,-9 16 1,-8 1-16,9-17 16,8-9-1,0-34 1,8-17-16,9-26 16,26-8-16,51-51 15,60-51 1,8-76-16,9-18 15,-26 26 1,-17 0 0,76-94-16</inkml:trace>
  <inkml:trace contextRef="#ctx0" brushRef="#br0" timeOffset="132323.71">2834 14066 0,'0'0'0,"0"0"0,0 0 16,17-8-1,34 8 1,85 0 0,86-9-1,51 9-15,52 9 16,67-1-1,44-8-15,16 17 16,77 0-16,-119 9 16</inkml:trace>
  <inkml:trace contextRef="#ctx0" brushRef="#br0" timeOffset="137018.56">3576 15937 0,'0'0'0,"0"0"0,0 0 16,0 0-1,0 0-15,0 0 16,0 0-1,-8 17 1,-9 34 0,-26 26-16,-8 42 15,8 26 1,9-18-16,8-42 0,9-34 16,17-25-1,0-18 1</inkml:trace>
  <inkml:trace contextRef="#ctx0" brushRef="#br0" timeOffset="137287.25">3090 15640 0,'0'0'0,"0"0"15,0 0-15,0 0 16,0 0 0,8 17-16,18 8 15,34 9 1,25 0-16,34 0 16,26-8-1,-8-26 1,-26-26-16,-60 9 15</inkml:trace>
  <inkml:trace contextRef="#ctx0" brushRef="#br0" timeOffset="137655.62">4506 16124 0,'-8'0'0,"-9"26"0,-26 8 15,0 17 1,-8 17-16,17 0 16,9-8-1,7-18 1,18 1-16,18-18 16,16-16-16,17-26 15,34-34 1,9-26-16,-26 9 31,-8 0-31,-9-17 16,-25 17-1,-18 8-15,-16 18 16,-18 16-16,-33 26 16,-18 34-16,9 26 15,33-35 1</inkml:trace>
  <inkml:trace contextRef="#ctx0" brushRef="#br0" timeOffset="137940.06">4976 15895 0,'0'0'0,"0"0"16,0 0-16,0 0 31,0 17-31,17 25 16,-9 26-1,1 9-15,8-9 16,9 17-16,8-8 16,17-18-16,0-16 15,26-18 1,0-25-1,-43 0 1</inkml:trace>
  <inkml:trace contextRef="#ctx0" brushRef="#br0" timeOffset="138144.06">5906 16116 0,'0'0'0,"0"0"15,0 0 1,-8 0-16,-26 25 15,-43 35 1,-51 59-16,-9 43 16,9 8-1,0 25-15,34-16 16,34-69 0,26-33-16,17-43 15,17-25-15</inkml:trace>
  <inkml:trace contextRef="#ctx0" brushRef="#br0" timeOffset="138499.56">6367 16380 0,'0'0'0,"0"0"0,0 0 16,0 0-1,-8 0-15,-18 8 16,-25 35-16,-26 42 31,0 8-31,34-25 16,26-17 0,17-8-16,26-9 15,34-17-15,34-26 16,25-33-16,-8-18 15,-34-16 1,-9-1-16,-34 18 16,-17 8-1,-17 17 1,-8 17 0,-1 8-16</inkml:trace>
  <inkml:trace contextRef="#ctx0" brushRef="#br0" timeOffset="138728.87">7323 16116 0,'0'0'0,"0"0"15,0 0 1,0 17-16,0 34 15,-17 60 1,-34 33-16,-1-16 16,1-26-1,17-34-15,17-43 16</inkml:trace>
  <inkml:trace contextRef="#ctx0" brushRef="#br0" timeOffset="138931.88">6845 16762 0,'0'0'0,"9"0"16,33 0-1,69 0-15,26-8 16,8 8-1,-77 0-15</inkml:trace>
  <inkml:trace contextRef="#ctx0" brushRef="#br0" timeOffset="139335.47">8339 16422 0,'-9'0'0,"-16"9"0,-27 16 16,-7 9 0,-1 17-1,9 9-15,16-18 16,18-16-1,17-1-15,0-16 16,26-9-16,25-26 16,52-42-16,8-17 15,-26 17 1,-17 26 0,-34 25-16,-8 17 15,0 34 1,-9 59-16,-9 52 15,-8 16 1,17-16 0,26-60-16,-17-51 15</inkml:trace>
  <inkml:trace contextRef="#ctx0" brushRef="#br0" timeOffset="139960.74">10242 16014 0,'0'0'0,"0"0"0,-9 8 15,-8 35 1,-34 33-16,-17 44 16,-9-1-1,0-17 1,17-9-16,18-42 0,16-25 15,18-18 1,8-16 0,17-35-16,34-42 31,26-25-31,25-1 16,1 9-1,-1 34-15,-17 34 16,-16 17-1,-10 17-15,-7 25 16,-10 26 0,-16 26-16,-18 17 15,-16-1 1,-18-8-16,-16-25 16,-1-18-1,-8-16-15,17-18 16,-1-16-1,1-1-15,0 1 16,0-1 0,0 9-16,-9 17 15,1 34 1,-10 34-16,18 17 16,9 0-1,25-17-15,17-8 16,17-9-1,8-8-15,18-26 16,-26-17 0</inkml:trace>
  <inkml:trace contextRef="#ctx0" brushRef="#br0" timeOffset="140405.44">11616 16669 0,'0'0'0,"-8"0"0,-18 0 15,-17 0 1,-8 0 0,0 0-16,0 0 15,16 0 1,1 8-16,17 1 16,0-1-1,0 1-15,0-1 16,9 1-16,-1-1 15,9 1 1,0-1 0,0 1-16,0-1 0,0 1 31,0-1-31,0 1 0,0-9 31,0 0-31</inkml:trace>
  <inkml:trace contextRef="#ctx0" brushRef="#br0" timeOffset="140915.41">11095 16924 0,'0'0'0,"0"0"0,0 0 16,0 0-16,0 0 15,0 0 1,17-9 0,26-33-16,34-43 15,34-43 1,8-8-16,-16 9 15,-9 8 1,-9 25-16,-25 17 16,0 26-16,-9 17 15,-17 17 1,-8 9-16,-1 16 16,1 26-1,-26 43-15,-26 42 16,-8 26-1,0-9-15,17-26 16,0-42 0,17-25-1,0-18-15,0-8 16,0-8-16,0-9 16,0 0-1,0 0-15</inkml:trace>
  <inkml:trace contextRef="#ctx0" brushRef="#br0" timeOffset="141119.79">11428 16762 0,'0'0'0,"0"0"16,0 0-1,0 0 1,0 0-16,17 0 15,26 17-15,17 0 16,8 9 0,26-1-1,17-16-15,0-9 16,-9-26 0,-42 9-16</inkml:trace>
  <inkml:trace contextRef="#ctx0" brushRef="#br0" timeOffset="141536.16">12751 16133 0,'0'0'0,"0"0"0,-8 8 16,-1 35-1,1 25 1,-9 34 0,-1 34-16,-24 9 15,8-18-15,17-16 0,17-26 31,17-34-31,0-9 0,8-16 32,18-26-17,42-34-15,52-51 16,-1-26 0,-25 9-16,-34 17 15,-8 26 1,-1 8-16,-34 34 15</inkml:trace>
  <inkml:trace contextRef="#ctx0" brushRef="#br0" timeOffset="142053.6">14868 16175 0,'0'0'0,"0"0"15,0 0-15,-9 9 16,-33 34 0,-18 33-1,0 18-15,9 25 16,0-9 0,8-8-16,9-25 15,17-18 1,17-8-16,8-8 15,9-1-15,43-8 16,26 0 0,-1-17-16,9-17 15,0-17 1,-17-8 0,-1-1-16,-7 1 15,-27-26 1,-16 17-16</inkml:trace>
  <inkml:trace contextRef="#ctx0" brushRef="#br0" timeOffset="142179.76">15414 16524 0,'0'0'0,"-25"26"15,-78 161 1,-51 170-1,52 34-15,42-17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3/30/2026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a:xfrm>
            <a:off x="838200" y="365125"/>
            <a:ext cx="5471160" cy="1325563"/>
          </a:xfrm>
        </p:spPr>
        <p:txBody>
          <a:bodyPr/>
          <a:lstStyle/>
          <a:p>
            <a:r>
              <a:rPr lang="en-US" dirty="0"/>
              <a:t>Nathan Brunelle</a:t>
            </a:r>
          </a:p>
        </p:txBody>
      </p:sp>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2">
            <a:extLst>
              <a:ext uri="{28A0092B-C50C-407E-A947-70E740481C1C}">
                <a14:useLocalDpi xmlns:a14="http://schemas.microsoft.com/office/drawing/2010/main" val="0"/>
              </a:ext>
            </a:extLst>
          </a:blip>
          <a:srcRect l="11008" t="9884" r="16628" b="26667"/>
          <a:stretch/>
        </p:blipFill>
        <p:spPr>
          <a:xfrm>
            <a:off x="8324430" y="170661"/>
            <a:ext cx="2210356" cy="1453531"/>
          </a:xfrm>
          <a:prstGeom prst="rect">
            <a:avLst/>
          </a:prstGeom>
        </p:spPr>
      </p:pic>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6894269"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168" y="1906260"/>
            <a:ext cx="2444883" cy="16350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Nathan's son, Robin, and his dog, Bucky.">
            <a:extLst>
              <a:ext uri="{FF2B5EF4-FFF2-40B4-BE49-F238E27FC236}">
                <a16:creationId xmlns:a16="http://schemas.microsoft.com/office/drawing/2014/main" id="{65A92173-4B00-F11C-CF7C-FA7D7A9E99A9}"/>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9817" y="3853321"/>
            <a:ext cx="3299583" cy="2478433"/>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85000" lnSpcReduction="20000"/>
          </a:bodyPr>
          <a:lstStyle/>
          <a:p>
            <a:r>
              <a:rPr lang="en-US" dirty="0"/>
              <a:t>13 Weekly homework exercises (4.67% each, 56%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Monday 05/04</a:t>
            </a:r>
          </a:p>
          <a:p>
            <a:pPr lvl="1"/>
            <a:r>
              <a:rPr lang="en-US" dirty="0"/>
              <a:t>Final at 12:30pm on Thursday 06/11</a:t>
            </a:r>
          </a:p>
          <a:p>
            <a:r>
              <a:rPr lang="en-US" dirty="0"/>
              <a:t>17 Concept Checks (0.25% each, 4% total)</a:t>
            </a:r>
          </a:p>
          <a:p>
            <a:pPr lvl="1"/>
            <a:r>
              <a:rPr lang="en-US" dirty="0"/>
              <a:t>The lowest 1 will be dropped</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003F0A9-C667-C1E4-6C65-E30799B28641}"/>
                  </a:ext>
                </a:extLst>
              </p14:cNvPr>
              <p14:cNvContentPartPr/>
              <p14:nvPr/>
            </p14:nvContentPartPr>
            <p14:xfrm>
              <a:off x="285840" y="1010160"/>
              <a:ext cx="11003040" cy="5419440"/>
            </p14:xfrm>
          </p:contentPart>
        </mc:Choice>
        <mc:Fallback>
          <p:pic>
            <p:nvPicPr>
              <p:cNvPr id="4" name="Ink 3">
                <a:extLst>
                  <a:ext uri="{FF2B5EF4-FFF2-40B4-BE49-F238E27FC236}">
                    <a16:creationId xmlns:a16="http://schemas.microsoft.com/office/drawing/2014/main" id="{A003F0A9-C667-C1E4-6C65-E30799B28641}"/>
                  </a:ext>
                </a:extLst>
              </p:cNvPr>
              <p:cNvPicPr/>
              <p:nvPr/>
            </p:nvPicPr>
            <p:blipFill>
              <a:blip r:embed="rId3"/>
              <a:stretch>
                <a:fillRect/>
              </a:stretch>
            </p:blipFill>
            <p:spPr>
              <a:xfrm>
                <a:off x="276480" y="1000800"/>
                <a:ext cx="11021760" cy="5438160"/>
              </a:xfrm>
              <a:prstGeom prst="rect">
                <a:avLst/>
              </a:prstGeom>
            </p:spPr>
          </p:pic>
        </mc:Fallback>
      </mc:AlternateContent>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 </a:t>
            </a:r>
          </a:p>
          <a:p>
            <a:pPr lvl="1"/>
            <a:r>
              <a:rPr lang="en-US" dirty="0"/>
              <a:t>ONLY be accessing in a FIFO way</a:t>
            </a:r>
          </a:p>
          <a:p>
            <a:r>
              <a:rPr lang="en-US" dirty="0"/>
              <a:t>What operations do we need?</a:t>
            </a:r>
          </a:p>
          <a:p>
            <a:pPr lvl="1"/>
            <a:r>
              <a:rPr lang="en-US" dirty="0"/>
              <a:t>Add/Enqueue</a:t>
            </a:r>
          </a:p>
          <a:p>
            <a:pPr lvl="1"/>
            <a:r>
              <a:rPr lang="en-US" dirty="0"/>
              <a:t>Remove/Dequeue</a:t>
            </a:r>
          </a:p>
          <a:p>
            <a:pPr lvl="1"/>
            <a:r>
              <a:rPr lang="en-US" dirty="0"/>
              <a:t>Get/peek</a:t>
            </a:r>
          </a:p>
          <a:p>
            <a:pPr lvl="1"/>
            <a:r>
              <a:rPr lang="en-US" dirty="0"/>
              <a:t>Set/ DNE</a:t>
            </a:r>
          </a:p>
          <a:p>
            <a:pPr lvl="1"/>
            <a:r>
              <a:rPr lang="en-US" dirty="0" err="1"/>
              <a:t>isEmpty</a:t>
            </a:r>
            <a:r>
              <a:rPr lang="en-US" dirty="0"/>
              <a:t>/</a:t>
            </a:r>
            <a:r>
              <a:rPr lang="en-US" dirty="0" err="1"/>
              <a:t>isEmpty</a:t>
            </a:r>
            <a:endParaRPr lang="en-US" dirty="0"/>
          </a:p>
          <a:p>
            <a:r>
              <a:rPr lang="en-US" dirty="0"/>
              <a:t>Suggested data structures?</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41752345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56238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254727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29184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4998426" y="3556474"/>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998426" y="4650213"/>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4998426" y="6147441"/>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10196034" y="4327047"/>
            <a:ext cx="1813086" cy="646331"/>
          </a:xfrm>
          <a:prstGeom prst="rect">
            <a:avLst/>
          </a:prstGeom>
          <a:noFill/>
          <a:ln>
            <a:solidFill>
              <a:srgbClr val="FF0000"/>
            </a:solidFill>
          </a:ln>
        </p:spPr>
        <p:txBody>
          <a:bodyPr wrap="squar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1165435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266578"/>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316011"/>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sp>
        <p:nvSpPr>
          <p:cNvPr id="32" name="TextBox 31">
            <a:extLst>
              <a:ext uri="{FF2B5EF4-FFF2-40B4-BE49-F238E27FC236}">
                <a16:creationId xmlns:a16="http://schemas.microsoft.com/office/drawing/2014/main" id="{44B77E27-802E-1F52-9A57-028FD4DE4449}"/>
              </a:ext>
            </a:extLst>
          </p:cNvPr>
          <p:cNvSpPr txBox="1"/>
          <p:nvPr/>
        </p:nvSpPr>
        <p:spPr>
          <a:xfrm>
            <a:off x="5725443" y="3440486"/>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25443" y="4661212"/>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5790906" y="6182846"/>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868969" y="2262995"/>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253820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054395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4120428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3077</TotalTime>
  <Words>1468</Words>
  <Application>Microsoft Office PowerPoint</Application>
  <PresentationFormat>Widescreen</PresentationFormat>
  <Paragraphs>336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Cascadia Code</vt:lpstr>
      <vt:lpstr>Office Theme</vt:lpstr>
      <vt:lpstr>CSE 332 Spring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1: Intro to ADTs, Stacks, Queues</dc:title>
  <dc:creator>Nathan Brunelle</dc:creator>
  <cp:lastModifiedBy>Nathan Brunelle</cp:lastModifiedBy>
  <cp:revision>43</cp:revision>
  <dcterms:created xsi:type="dcterms:W3CDTF">2023-09-26T20:08:20Z</dcterms:created>
  <dcterms:modified xsi:type="dcterms:W3CDTF">2026-03-30T20:19:52Z</dcterms:modified>
</cp:coreProperties>
</file>