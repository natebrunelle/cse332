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4"/>
  </p:notesMasterIdLst>
  <p:sldIdLst>
    <p:sldId id="257" r:id="rId4"/>
    <p:sldId id="453" r:id="rId5"/>
    <p:sldId id="457" r:id="rId6"/>
    <p:sldId id="385" r:id="rId7"/>
    <p:sldId id="465" r:id="rId8"/>
    <p:sldId id="466" r:id="rId9"/>
    <p:sldId id="459" r:id="rId10"/>
    <p:sldId id="460" r:id="rId11"/>
    <p:sldId id="461" r:id="rId12"/>
    <p:sldId id="462" r:id="rId13"/>
    <p:sldId id="463" r:id="rId14"/>
    <p:sldId id="464" r:id="rId15"/>
    <p:sldId id="358" r:id="rId16"/>
    <p:sldId id="357" r:id="rId17"/>
    <p:sldId id="258" r:id="rId18"/>
    <p:sldId id="263" r:id="rId19"/>
    <p:sldId id="262" r:id="rId20"/>
    <p:sldId id="267" r:id="rId21"/>
    <p:sldId id="268" r:id="rId22"/>
    <p:sldId id="269" r:id="rId23"/>
    <p:sldId id="454" r:id="rId24"/>
    <p:sldId id="271" r:id="rId25"/>
    <p:sldId id="270" r:id="rId26"/>
    <p:sldId id="272" r:id="rId27"/>
    <p:sldId id="455" r:id="rId28"/>
    <p:sldId id="274" r:id="rId29"/>
    <p:sldId id="275" r:id="rId30"/>
    <p:sldId id="276" r:id="rId31"/>
    <p:sldId id="277" r:id="rId32"/>
    <p:sldId id="46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36:08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19733 4405 0,'0'0'0,"0"0"0,0 0 0,-9 17 15,-16 51-15,-9 68 16,-9 9 0,0 0-1,-8 8-15,8-26 16,18-42-1,8-34-15,17-25 16,0-1 0,8-8-16,1-8 15</inkml:trace>
  <inkml:trace contextRef="#ctx0" brushRef="#br0" timeOffset="282.95">19118 4371 0,'0'0'0,"0"0"0,0 0 0,9 0 15,16 0 1,35 0-1,43 17-15,16 0 16,9 0 0,17-8-16,9-9 15,-9-17 1,-26-9-16,-59 18 16</inkml:trace>
  <inkml:trace contextRef="#ctx0" brushRef="#br0" timeOffset="607.23">20723 4303 0,'-9'9'0,"-25"42"16,-43 42-16,-25 26 15,-18 60 1,1 34 0,34-1-16,42-67 15,34-26 1,26-17-16,26-26 15,77-25 1,25-59-16,-77-18 16</inkml:trace>
  <inkml:trace contextRef="#ctx0" brushRef="#br0" timeOffset="1147.47">21175 5069 0,'0'0'0,"0"17"0,0 25 15,-8 9-15,-1 9 16,1 8 0,-18 0-1,9-17-15,0-17 16,0-9-16,8-16 16,9-1-1,0-8 1,17-17-16,26-25 15,25-26 1,18-9 0,-10 1-16,1 16 15,-17 18-15,-9 25 16,0 8-16,1 18 16,-1 25-1,-8 42 1,-18 43-16,-16 17 15,-18-8 1,1-35-16,8-41 16,0-35-16</inkml:trace>
  <inkml:trace contextRef="#ctx0" brushRef="#br0" timeOffset="1338.76">22865 4575 0,'0'26'0,"-43"204"15,-68 203-15,-51-16 16,-94-17-16,-85 67 15,93-126 1</inkml:trace>
  <inkml:trace contextRef="#ctx0" brushRef="#br0" timeOffset="9602.82">23633 4346 0,'0'0'16,"0"0"-16,0 0 0,17 17 0,17 8 31,26 9-31,0 0 0,42 0 31,69-17-31,-17-8 16,-35-18-1,-68 1-15</inkml:trace>
  <inkml:trace contextRef="#ctx0" brushRef="#br0" timeOffset="9967.5">23625 5383 0,'0'0'0,"0"0"0,8 0 15,35 0 1,34-17-16,42-17 16,78-34-1,-10 9-15,69-35 16,120-25-1</inkml:trace>
  <inkml:trace contextRef="#ctx0" brushRef="#br0" timeOffset="13095.85">5445 11124 0,'0'0'0,"0"0"0,0 0 16,0 0-16,0 0 31,-8 0-31,-18 8 16,-8 26-16,-17 17 0,-9 34 15,-17 52 17,18 16-32,24-26 15,1-25-15,17-17 16,0-17 0,17-8-1,17-1-15,9-8 0,8-8 31,26-18-31,34-8 16,25-17 0,35-17-16,59-25 15,17-9 1,9 8-16,9 9 16,51 0-1,25 17-15,-17 9 16,60 25-1,17-9-15,-42 9 16,59 9 0,-26-9-16,-25 0 15,34 8-15,-25 9 16,-43 0 0,25-8-1,-25-1-15,-34-8 16,-43 0-16,-52-8 15,-16 8 1,-43-9-16,-51 1 16,-35-1-1,-16 1-15,-17-9 16,-1 0 0,1 0-1,-9 0-15,0 0 16,-9-17-1,-16-51-15,-1-68 16,9-26 0,17-16-16,0-9 0,0 16 31,-9 27-31,1 25 16,-26 0-1,-9 17-15,-8 25 16,-26 9-1,-25 9-15,-18 8 16,-25 17-16,-51 17 16,-43 25-1,-60 18-15,-60 16 16,-25 35 0,-76 16-16,-87 18 15,-16-1-15,-43 1 31,-68 8-31,256-43 16</inkml:trace>
  <inkml:trace contextRef="#ctx0" brushRef="#br0" timeOffset="22858.45">6196 12935 0,'0'0'15,"0"0"-15,0 0 0,0 0 0,-8 9 16,-9 25-1,-17 42-15,-1 18 0,18-9 32,0-26-32,0-7 15,9-10 1,8-16-16,0-1 16,0-8-16,0-8 15,0-1-15,0 1 16,17 8-1,25-9 1,10 1-16,25-1 16,25-8-16,17-17 15,27-25 1,50-9 0,26 0-1,-9-9-15,18 17 16,8 9-16,17 0 15,17 17-15,8 0 32,27 0-32,7 9 15,-16 8 1,-9 8-16,0 9 16,-16 9-16,7 16 15,-8-8-15,0 0 31,9-8-31,0-18 16,8-16 0,-17-1-16,-8-8 15,-1 9 1,9-9-16,1 8 16,-1 9-1,8 0-15,1-8 16,-17-1-1,-1-8-15,-25-8 16,-8-1 0,-27 9-16,-41 0 15,-27 9 1,1 8-16,-18 0 16,-34 8-1,-8 1 1,-8 8-16,-10 0 15,-16-9-15,0 1 16,-18-1 0,1 1-16,-18-1 15,1-8 1,-1 0-16,1 0 16,-9 0-1,0-8-15,0-9 16,0-34-1,0 17-15</inkml:trace>
  <inkml:trace contextRef="#ctx0" brushRef="#br0" timeOffset="25763.91">17599 12901 0,'0'0'0,"0"0"0,0 0 0,0 0 16,0 0 0,0 9-16,0 16 31,0 18-31,0 25 16,0 17-1,0-9-15,0-8 16,-8-8-1,-1 0-15,-8-9 16,0-9 0,8-8-16,1 9 15,-1-9 1,1 0-16,8-9 16,0-8-16,8 0 15,9 0 1,9-8-16,25-1 15,34-16 1,18-9-16,33-9 16,10 1-1,24-1 1,27-8-16,7 17 16,18 0-16,9 17 15,16 0 1,9 9-16,9-9 15,8 17 1,-8 0 0,8 0-16,8 17 15,-8 0 1,1 8-16,-1-8 16,0 9-16,-9-1 15,18-16 1,-9-1-16,9 1 15,8-18 1,-8-8-16,-1-8 16,-8-1-1,9 1-15,0-18 16,-9 1 0,9 8-1,-1-9-15,-8 9 16,0-8-16,9-1 15,0-8 1,-35 17 0,-8 0-16,-25 9 15,-1-1 1,-51 9-16,-34 0 16,-8 9-1,-26-9-15,-26 8 16,-26 1-1,-16-1-15,-9 1 16,-8-9-16,-1 0 16,1 0-16,-1 0 15,-8 0 1,0 0-16,0 0 31,0 0-31,0 0 16,0 0-16,0-9 31,9 1-31,8-26 16,0-34-16,0-34 0,-17 51 15</inkml:trace>
  <inkml:trace contextRef="#ctx0" brushRef="#br0" timeOffset="27172.51">17283 12238 0,'0'0'0,"0"0"0,0 0 16,0 0-1,0 0-15,0 0 32,0 0-32,-8 0 15,-1 0-15,-16 0 16,-1 0-1,-17 0 1,1 0-16,-27 0 16,1 0-1,0 8-15,-9 9 16,0 0 0,9 9-16,17-1 0,-1-8 15,1 9 1,0 0-1,17-1-15,0 9 16,8 0 0,9 9-16,17 16 15,17 18-15,9-1 32,8 9-32,17-8 15,9-9-15,34-9 31,17 1-31,8-18 16,-8-16-16,0-9 0,-17-9 31,0-16-31,-17-1 16,-18-16 0,-7-1-16,-10-16 15,-16-18-15,-18-16 16,-25-26-1,-25-17 1,-27 8-16,-24 9 16,-35-8-16,-43 7 0,-8 10 15,16 8 17,10 8-32,-112-42 15</inkml:trace>
  <inkml:trace contextRef="#ctx0" brushRef="#br0" timeOffset="32576.84">24939 3665 0,'0'0'0,"0"0"15,-8 0-15,-1 0 16,9 0 0,0 0-16,0 0 15,0 0 1,0 0-16,9-8 16,25 8-1,0 0-15,9 0 0,-1 0 31,1 0-31,8 17 16,0 17 0,9 8-16,8 27 15,26 24 1,0 18-16,-26-18 16,-8 26-1,-9 26-15,-25-9 16,-18 0-1,1-8-15,-18 8 16,-16 0 0,8-9-16,-17-25 15,-26 0 1,9-17-16,-9-17 16,0-8-1,0-18-15,-8-16 16,-9-9-1,9-26-15,17-8 16,0-8 0,8-18-16,9 1 15,8-18 1,9-16-16,17-1 16,0 9-16,17 17 15,17 0 1,9 9-16,17 8 15,17 0 1,25 17 0,52 17-16,8 8 15,0 9 1,0 9-16,9-1 16,17-25-1,119-34-15</inkml:trace>
  <inkml:trace contextRef="#ctx0" brushRef="#br0" timeOffset="35543.33">27175 3045 0,'0'0'0,"0"0"0,0 0 0,-8 0 16,-1 8-1,1 9 1,-9 17-1,-9 17-15,9 0 16,0 9 0,0 16-16,-9 26 15,1 17 1,-10 0-16,10 26 16,-9 0-16,0-9 15,8-17-15,9-9 16,0-8-1,0-8-15,8-26 32,9-17-32,0-17 15,0-9 1,0-16-16,-8-1 16,8-8-16</inkml:trace>
  <inkml:trace contextRef="#ctx0" brushRef="#br0" timeOffset="36004.19">26339 2721 0,'0'0'0,"0"0"0,0 0 15,0 26-15,0 8 16,17 0 0,9 0-16,16 0 15,35 0 1,25 9-16,1-18 16,-9-8-1,-17-8-15,-1-1 16,1-8-1,-26 0-15,-8 0 16,-9 0 0,-8 9-16,-18-1 15</inkml:trace>
  <inkml:trace contextRef="#ctx0" brushRef="#br0" timeOffset="36432.26">27909 2764 0,'0'0'0,"-17"8"0,-8 18 31,-1 16-31,-17 27 16,-25 33-1,0 25-15,-9 9 16,9 26-1,8 8 1,9 0-16,8 9 0,17-1 16,26-33-16,26-18 31,25-8-15,26-25-16,-26-52 15</inkml:trace>
  <inkml:trace contextRef="#ctx0" brushRef="#br0" timeOffset="37203.62">26373 2772 0,'0'0'0,"0"0"0,0 0 16,17 9-1,0-1-15,0 1 16,26-1 0,17 1-16,8-1 15,-25 1 1,-1-1-16,-8 10 15,9-1-15,8 0 16,0 8 0,-8 1-1,8-9-15,9 0 16,8 8 0,1 1-16,-10-18 15,-7 1-15,7-1 16,-24-8-1</inkml:trace>
  <inkml:trace contextRef="#ctx0" brushRef="#br0" timeOffset="38005.75">28746 2806 0,'0'0'0,"0"0"0,0 0 0,-9 0 16,1 17-1,-1 9-15,1 8 16,-1 17 0,0 0-16,-16 17 15,-1 0 1,-16 0-16,7 0 15,1-25 1,0-18 0,17 1-16,0-18 15,9 1-15,8-1 16,8-16-16,26-18 16,34-25-1,18-8-15,16-9 16,9 0-1,-8 25 1,-35 9-16,-17 17 16,-25 9-1,-1 8-15,-8 0 16,-8 8 0,-1 18-16,-16 33 15,-9 26 1,-9 0-16,1-25 15,-10-18-15,1-8 32,0-8-32,0-18 15,26-8-15</inkml:trace>
  <inkml:trace contextRef="#ctx0" brushRef="#br0" timeOffset="38426.83">28251 3878 0,'0'0'0,"0"0"0,8-8 16,9-1-1,17 1-15,26-1 16,26 1-16,42-18 15,8 9 1,9-9-16,9 1 16,-1 8-1,-33 0 1,-26 8-16,-26-8 16,-17 9-16,-34 8 15</inkml:trace>
  <inkml:trace contextRef="#ctx0" brushRef="#br0" timeOffset="39012.24">28310 4388 0,'0'0'0,"0"0"0,17 0 0,9 0 16,8 0-1,0 17 1,9-8-1,-17-1-15,-1 1 0,1 8 16,-18 8 0,-25 26-1,-17 17 1,-8 0-16,-1-17 16,0-17-1,0-8-15,9-9 16,0-8-16,17-18 15,9 1 1,8-18 0,8 0-16,9-8 15,17 9 1,18 8-16,7 17 16,10 17-1,7 17-15,-7 8 16,-18-7-1,-17-10-15,-8-8 16,-9-8 0,0-1-16,17 1 15,-8-9 1</inkml:trace>
  <inkml:trace contextRef="#ctx0" brushRef="#br0" timeOffset="39371.1">29906 2985 0,'0'0'0,"26"34"0,17 68 16,8 60 0,-17 8-1,-25 25-15,-44 35 16,-33 25-16,-34 0 15,-26-34-15,-17-42 16,-77 51 15</inkml:trace>
  <inkml:trace contextRef="#ctx0" brushRef="#br0" timeOffset="43173.77">31007 3087 0,'0'0'0,"0"0"0,0 0 16,0 0-16,0 0 16,0 0-1,0 0-15,-8 17 32,-9 43-32,-26 42 15,-25 34-15,-17 25 16,8-8-1,8 1 1,27-27-16,25-42 16,0-17-1,8-17-15,9-8 0,0-18 16,0-16 0,0-1-1</inkml:trace>
  <inkml:trace contextRef="#ctx0" brushRef="#br0" timeOffset="43449.5">30256 3436 0,'0'0'15,"9"0"-15,42 25 0,52 26 16,50 9 0,35-18-16,25-8 15,103-8 1</inkml:trace>
  <inkml:trace contextRef="#ctx0" brushRef="#br0" timeOffset="53036.63">32134 2560 0,'0'0'0,"0"0"0,9 0 0,8 17 15,0 25-15,0 52 16,-9 59 0,-25 77-16,-34 33 15,-51 94 1,-1 35-16,9-27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39:25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18546 6446 0,'0'-8'16,"0"-9"-16,0-17 0,0-17 0,0 17 15,0 0 1,0 8-16,0 1 0,18-18 31,16 9-31,0 0 16,0 0-16,9 0 15,33-34 1,10 0-16,-26 17 16,-26 9-16,-9 8 31,-8 17-31,-8 0 16,8 17-1,0 17-15,-8 17 16,-1 34-16,1 42 15,-9 18 1,-17 16 0,-9-25-16,0-42 15,1 16 1,-1 9-16,-8 1 0,8 7 31,18-50-31</inkml:trace>
  <inkml:trace contextRef="#ctx0" brushRef="#br0" timeOffset="210.17">18504 7025 0,'0'0'0,"0"0"0,34 0 0,85 8 16,52-16 0,94-1-1,25-16-15,34-1 16</inkml:trace>
  <inkml:trace contextRef="#ctx0" brushRef="#br0" timeOffset="6930.51">21610 8173 0,'0'0'16,"0"0"-16,0 0 0,0 0 0,9-9 15,8 9 1,0 0-16,9 0 16,-9 0-1,8 0-15,18 17 16,25 17-1,-8 26 1,0 25-16,-17 17 16,-18-9-1,-16 44-15,-18 33 16,-8-34-16,-43-17 16,1 8-1,24-33-15,1-18 16,-34-16-1,-17-9-15,16-25 16,18-18 0,9-16-16,16-1 15,9 1 1,17-1-16,8-17 16,44-16-1,24 8 1,-24 17-16,24 0 15,52 8-15,35 18 16,-27 8 0,60 0-1,171 0-15</inkml:trace>
  <inkml:trace contextRef="#ctx0" brushRef="#br0" timeOffset="9615.75">23761 10937 0,'0'0'0,"-8"0"0,-1 17 0,1 0 0,-9 0 15,0 17 1,-9 8-1,9 9-15,0 9 16,0-1 0,0-16-16,17-1 15,0 9 1,0 0-16,17 1 16,0-10-1,25 1 1,18-1-16,0-16 15,17-9-15,25-9 16,9-8-16,-8-8 16,-18-1-1,-34 1-15,-17-1 16,-8 1 0,-1-1-1,-7-25-15,-10 17 16</inkml:trace>
  <inkml:trace contextRef="#ctx0" brushRef="#br0" timeOffset="9833.79">24299 11047 0,'-9'17'0,"-8"68"16,-17 85-16,-17 60 15,-9-43 1,-8 0 0,-17 136-16</inkml:trace>
  <inkml:trace contextRef="#ctx0" brushRef="#br0" timeOffset="50695.23">23420 1012 0,'0'0'0,"0"17"0,-9 0 0,-127 502 0,93-468 0,-8 8 16,17-8-1,0-8-15,17-18 16,-1-16 0,18-9-16,9-9 15,42-42-15,60-110 16,-17-1 0,8 69-1,61-18-15,-18 9 16,-51 51-16,17 0 15,0 34 1,0 34-16,-18 34 16,-33-17-1,-9 43 1,-17 67-16,-16 18 16,-27-60-16,0-26 15,1-16 1,-1-18-16,9-16 15,0-18 1,0-8 0,0 0-16</inkml:trace>
  <inkml:trace contextRef="#ctx0" brushRef="#br0" timeOffset="51030.64">22566 2237 0,'0'0'0,"9"0"0,34 17 16,93 8-16,86-16 31,60-9-31,16-17 16,-33 0-16,-9-9 16,-43 1-1,-42 8 1,-34 0-16,-35 17 15,-59 8 1</inkml:trace>
  <inkml:trace contextRef="#ctx0" brushRef="#br0" timeOffset="51723.47">23266 3308 0,'0'0'0,"26"-8"0,25-1 31,17 1-31,-8 8 16,-17 0-1,-1 0-15,-16 8 16,0 1-16,-18 16 16,-25 52-1,-43 50 1,-42 1-16,-9-35 15,0-33 1,17-17-16,26-18 16,25-16-1,18-1-15,8-8 16,17 0 0,0-8-16,17-1 0,25 1 31,18-9-31,17 17 15,8 0 1,-8 8-16,-9 9 16,-8 9-16,-17 8 15,-1 8 1,-16-16 0,-17-18-16,-1 1 15</inkml:trace>
  <inkml:trace contextRef="#ctx0" brushRef="#br0" timeOffset="52117.93">24060 2840 0,'0'0'0,"0"0"0,0 0 16,-9 9 0,-8 17-16,-25 16 15,-9 18 1,16 8-16,1-9 15,9-8 1,8-8-16,17-18 16,0 1-1,8-9-15,9 0 16,0-9 0,-8 1-16</inkml:trace>
  <inkml:trace contextRef="#ctx0" brushRef="#br0" timeOffset="52300.06">24239 2577 0,'0'0'0,"0"0"0,0 0 0,0 0 16,0 0-16</inkml:trace>
  <inkml:trace contextRef="#ctx0" brushRef="#br0" timeOffset="52770.95">25477 1701 0,'0'0'0,"8"0"0,26 17 16,43 0-16,17 0 16,0-9-1,0 1-15,0-9 16,-9-9-1,-42 1-15,-26 8 16</inkml:trace>
  <inkml:trace contextRef="#ctx0" brushRef="#br0" timeOffset="53047.39">25229 2356 0,'0'8'0,"17"18"16,18 25-16,16 0 16,34-26-1,35-16-15,33-26 16,18-26-16,0-16 15,102-60-15</inkml:trace>
  <inkml:trace contextRef="#ctx0" brushRef="#br0" timeOffset="54020.32">27517 791 0,'0'34'0,"-9"170"16,-34 196-16,1-1 15,8-92-15,-9 7 16,0 26-1,9-76-15,-17 34 16</inkml:trace>
  <inkml:trace contextRef="#ctx0" brushRef="#br0" timeOffset="89130.36">16660 16694 0,'0'0'0,"0"0"0,0-8 0,154-120 0,-111 103 0,16-1 0,-8 18 16,-8 8 0,0 17-16,-9 17 15,0 17 1,-8 8 0,-9 52-16,-17 25 0,-9-26 15,-16-33 1,-1-26-16,0-25 15,-8-1 1,9-8 0,-9 0-16,8-8 15,-8-9-15,8-9 32,9-16-32,0-1 15,0-8 1,17 8-16,0 9 15,9 9 1,8 8-16,17 17 16,17 17-1,9 9-15,-9 8 16,-8-9 0,-1 1-16,1-1 0,0-16 15,-1-26 1,-25-9-1</inkml:trace>
  <inkml:trace contextRef="#ctx0" brushRef="#br0" timeOffset="90316.4">17659 15682 0,'0'0'0,"0"0"0,0 0 0,-9 17 15,1 34-15,-18 34 16,1 9 0,-1-18-1,9-8-15,0-17 16,8-8-16,1 0 15,-1-18 1,9-16 0,0-9-16</inkml:trace>
  <inkml:trace contextRef="#ctx0" brushRef="#br0" timeOffset="90759.5">18034 16218 0,'0'0'0,"-8"0"0,-1 9 16,1 8-16,-9 0 15,8 0 1,1-9-1,-1 1-15,9-1 16,0 1-16,0-1 16,0 1-1,0-9 1,0 0-16,17 8 16,0-8-16,0-8 15,9-1 1,-1 1-16,-7-9 15,-1 0 1,-9 0-16,1 8 16,-1 1-1,1 8-15,-9-9 16,0 9 0,0 0-16,-9-8 15,1-1 1,-9 9-1,17 0-15</inkml:trace>
  <inkml:trace contextRef="#ctx0" brushRef="#br0" timeOffset="91301.7">18521 16158 0,'0'0'0,"0"0"15,0 0-15,0 0 16,0 0-1,0 0-15,0 0 0,0 0 16,-17 0 0,-17 17-1,-1 0-15,1 1 16,0 7-16,17-16 16,0-1-1,17 1-15,0-9 31,0 0-31,17-9 16,9 1-16,8-1 16,0 1-1,-8-1 1,-1 1-16,1-1 16,-18 9-1,1 0-15,-1 0 16,1 0-1,0 0-15,-9 0 16,0 0-16,0 0 16,0 26-1,-9 25-15,0 17 16,1 0 0,-1-9-1,1-8-15,-1-25 16,-8-1-1,-17-8-15,-9-8 16,1-1 0,-44 1-16,27-9 15</inkml:trace>
  <inkml:trace contextRef="#ctx0" brushRef="#br0" timeOffset="92081.5">19024 16388 0,'0'0'0,"0"0"0,0 0 15,0 0 1,0 0 0,0 0-16,9 17 15,-1 26 1,-8 25-16,-8-9 16,-1-16-16,-16-18 15,-1 1 1,-8-1-16,8-16 15,1-1 1,8 1 0,0-9-16,8 0 15,1-9-15,8 9 16,0 0 0,0 0-1,17 0 1,17 0-16,0 9 15,9-1-15,8 1 16,9-1-16,-1-8 16,1 0-1,0 0-15,-26 0 32</inkml:trace>
  <inkml:trace contextRef="#ctx0" brushRef="#br0" timeOffset="92526.04">19665 15912 0,'0'0'0,"0"0"0,0 8 0,-9 26 16,0 17-16,-8 9 15,0 8 1,0-9 0,0-7-16,9-18 15,8-9 1,0-16-16,0-1 15,0-16 1,17-1-16,17-8 16,17-8-16,0 8 15,0 0 1,1 8-16,-10 9 16,1 17-1,0 43-15,-1 42 16,-16 8-1,-17-42 1,-1-42-16</inkml:trace>
  <inkml:trace contextRef="#ctx0" brushRef="#br0" timeOffset="93215.65">20919 17281 0,'0'0'0,"0"0"0,0 0 0,0 0 15,0 0-15,17 0 16,26 9-1,25-1 1,26-16-16,8-1 16,-8 1-1,0 8-15,-43 8 16</inkml:trace>
  <inkml:trace contextRef="#ctx0" brushRef="#br0" timeOffset="93582.64">22601 16405 0,'0'0'15,"0"9"-15,-9 33 0,-17 60 0,-25 77 31,-17 59-31,8-17 16,26-8 0,17-60-16,8-68 15,9-60-15</inkml:trace>
  <inkml:trace contextRef="#ctx0" brushRef="#br0" timeOffset="94412.32">15807 17315 0,'0'0'0,"0"0"0,0 0 0,0 0 16,0 0-1,0 0-15,0 0 16,0 0-16,8 0 16,18 17-1,8 0 1,17 0-1,17 0-15,26 0 0,34 17 16,26 0 0,-9 0-16,43 17 15,34 0 1,25 0 0,26-17-16,35 0 15,25 0 1,25-17-1,43 9-15,9-9 0,0 0 16,25 17-16,17 0 16,-17-17-1,1-9 1,-1-8 0,-34 17-16,-51 0 0,-9 0 31,-50 9-16,-61-18-15,-34-16 16,95-9-16</inkml:trace>
  <inkml:trace contextRef="#ctx0" brushRef="#br0" timeOffset="95911.5">18000 18004 0,'0'0'0,"0"0"16,17 8-16,9 9 15,8 0 1,0 17-16,-8 1 15,-1 7-15,-16 1 16,-9 8 0,-9 17-16,-25 0 15,0 0 1,8-26-16,1 9 16,-9-25-1,17-18-15,0-16 16,0-1-1,-1 1 1,18-9-16,0 0 16,0 0-1,18 0-15,7 0 16,1 17-16,16 0 16,10 8-16,16 9 31,26 17-31,8 9 15,-34-18 1,-25 1-16,60 33 16</inkml:trace>
  <inkml:trace contextRef="#ctx0" brushRef="#br0" timeOffset="96228.2">19016 18438 0,'0'0'0,"0"0"0,0 0 16,0 0-1,0 17 1,8 0-16,1 0 16,8 0-1,26 17-15,-1-9 16,10-16 0,-10-1-16,61 9 15</inkml:trace>
  <inkml:trace contextRef="#ctx0" brushRef="#br0" timeOffset="96535.96">20023 18370 0,'0'0'0,"-9"25"0,-16 35 15,-9 67 1,0 43-16,-18 119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41:35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17992 3070 0,'0'0'0,"0"9"0,-9 16 0,-16 26 16,-10 34-16,1 9 15,0 25 1,17-9-16,0-8 15,8-8 1,1 0-16,8-9 16,0-9-1,8-8-15,18-8 16,34 8 0,17-17-16,25-9 15,18 1 1,42-9-16,25-9 15,-16 1 1,25 8-16,18 0 16,-9 0-1,-18 0-15,-33 17 16,-43 8 0,-43-16-16,-25-9 15,-9 9-15,-8-18 16,-18-8-1,1-8-15,-1-1 16,1-25 0,8-42-1,34-137-15,17-76 16,18-60 0,8-42-1,0 8-15</inkml:trace>
  <inkml:trace contextRef="#ctx0" brushRef="#br0" timeOffset="1372.07">17582 4933 0,'0'0'0,"0"0"0,0 0 16,-9 0-16,-8 0 31,-8 0-31,-18-9 0,-8 1 31,-17-1-31,8 1 16,-8-1-1,-18 1-15,1 8 16,-9 25 0,-17 18-16,-17 25 0,0 0 31,34-9-31,26 1 16,17-1-16,8 1 15,17-1-15,26 9 16,34 17-1,35 26 1,42-9 0,25-34-16,26-17 15,35-17 1,-27-34-16,-16-8 16,-9-26-1,-25-26-15,-18-8 16,-25-26-1,-9-33-15,-34-18 16,-42-33 0,-60-18-16,-129 9 15,-170 0 1,-8 59-16</inkml:trace>
  <inkml:trace contextRef="#ctx0" brushRef="#br0" timeOffset="6915.69">3149 7084 0,'0'0'0,"0"-8"0,-8-1 0,8-8 16,0 9-16,0-1 16,0 9-1,0 0 1,0 0-16,0-8 0,25-1 15,27-16 1,50-1-16,77 9 31,43 0-31,43 0 16,59-8 0,26 8-16,111 8 15,94-16 1,-146-1-16</inkml:trace>
  <inkml:trace contextRef="#ctx0" brushRef="#br0" timeOffset="9106.9">4908 7101 0,'0'0'0,"0"0"0,0 0 15,-9 0 1,-8-8-16,-9 8 16,-25 0-16,-17 17 15,-17 8 1,-9 18-16,8 16 16,18 9 15,0 17-31,17 0 15,16 17-15,10 18 0,25-1 32,34-9-17,26-25-15,25-34 16,17-8 0,35-26-16,8-34 15,17-77 1,0-42-16,-42-17 15,-35-9-15,-34 1 16,-42 25 0,-26 17-16,-43 25 15,-59 18 1,-78 59 0,-118 59-16</inkml:trace>
  <inkml:trace contextRef="#ctx0" brushRef="#br0" timeOffset="10096.1">14236 6089 0,'0'0'0,"9"0"0,25-8 16,43-1-1,34 1-15,-17-9 16,0-9-16,8 9 15,-25 0 1,-26 0-16,-8 17 16,-18 0-1,-16 0 1,-1 0 0,-8 17-16,-17 17 15,-25 0 1,-18 9-16,-26-9 15,-7 8 1,-18-8-16,8-8 16,18-1-16,42-16 15,18-1 1,16-8 0,18 0-16,42-8 15,60-9-15,17-9 16,0 9-16,-17 0 31,-34 9-31,-26 8 0,-26 0 16,-8 0 15,-17 8-31</inkml:trace>
  <inkml:trace contextRef="#ctx0" brushRef="#br0" timeOffset="17456.62">7442 9244 0,'0'0'0,"-8"0"0,-9-17 0,-43-34 16,-8-42-16,25-26 31,26 59-31</inkml:trace>
  <inkml:trace contextRef="#ctx0" brushRef="#br0" timeOffset="18578.95">6913 8207 0,'0'0'0,"0"0"0,0 0 16,0 0-16,0 0 16,0 0-1,0 0-15,0 17 16,-8 0-1,-1 17-15,1 0 16,-1 17 0,1-9-16,-1-8 15,1-8 1,-1-1-16,9-8 16,0 9-1,0-9-15,0 8 16,17-7-1,0 7 1,26-8-16,17-8 16,8-1-1,0 1-15,-8-9 16,0 0-16,-9 8 16,0 1-1,0-9 1,0 8-16,1 9 15,-1 0-15,9 0 16,-9 0 0,-8 0-1,-1-8-15,-8 8 16,0-9 0,-8 1-16,0-1 15,-1-8 1,-8 0-16,0-8 15,1-1 1,-1-16-16,0-9 16,0-43-1,-9 26-15</inkml:trace>
  <inkml:trace contextRef="#ctx0" brushRef="#br0" timeOffset="25652.21">17130 9210 0,'0'0'0,"0"0"0,0 0 16,0 17-16,0 0 16,0 17-1,-9 26-15,1 25 16,-10 0-1,10-25 1,-9-1-16,0-16 16,0-1-16,8-8 15,9 0 1,0 0 0,0 0-16,9-8 15,8-1-15,17 9 16,26-8-1,34-1-15,34 1 16,17-9 0,0-9-16,8-8 15,10 9 1,-18-9 0,8 0-16,-8 0 15,-42 0-15,-18 0 16,-8 0-1,-9 8 1,-25-8-16,-17 0 16,-1 0-1,-16 0-15,-1 0 16,1-8 0,-1-35-16,-16-76 15,-1-51 1,-16-26-16,-18-110 15</inkml:trace>
  <inkml:trace contextRef="#ctx0" brushRef="#br0" timeOffset="34362.42">4728 9772 0,'0'0'0,"0"0"0,-8-9 31,-1 1-31,-16-1 0,-1-16 32,0-1-17,-8-8-15,0 0 16,0 17-1,8 0-15,9 0 16,-8 9 0,-1 8-16,-17 17 15,1 8 1,-9 26-16,8 9 16,9 25-1,0 0-15,17 8 16,8 1-1,9-1-15,0 9 16,0 9 0,0 0-16,0-18 15,0-16 1,9-18-16,-9-16 16,8-9-1,1-9-15,8 1 16,0-1-16,17-8 15,17 9 1,34-1-16,35 1 16,42 8-1,9 8 1,102 69-16</inkml:trace>
  <inkml:trace contextRef="#ctx0" brushRef="#br0" timeOffset="49639.67">2287 14075 0,'0'0'0,"0"0"0,0 0 15,0 0-15,0 0 16,0 0-16,0 0 16,26 0-1,68 0-15,59 0 16,129 0 0,51-9-16,17 9 15,43 9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43:51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16114 4159 0,'-17'8'0,"-17"60"0,-26 34 0,-8 17 16,-26 34-16,9 26 15,-1 17 1,9-9 0,18 0-16,7 25 15,10-33-15,25-34 16,8-1 0,18-8-1,8-34-15,17-8 16,17-18-16,0-16 15,26-9 1,43-9-16,-1 1 16,-8-17-1,0-1-15,0 9 16,8 9 0,-16-18-1,-26 1-15,-26-1 16,-17 1-1,-8-18 1,-18 1-16,1-1 16,-1 1-1,1-9-15,8-17 0,8-51 16,27-85 0,16-77-1,9-17-15,-9 18 16,-25 8-1,-1-9-15,-16 43 16,-9 0 0,0 0-1,0 25-15,-8 0 16,-9 26 0,-9 26-16,1 33 15,-1 26-15,1 17 16,-1 0-1,-42 0-15,-43 0 16,-34 9 0,-154 8-1,-170 17-15,51 17 16</inkml:trace>
  <inkml:trace contextRef="#ctx0" brushRef="#br0" timeOffset="5077.79">10831 9610 0,'0'0'0,"0"0"0,0 0 0,-9 0 16,1 17-1,-1 9-15,-8 16 16,0 9 0,-9 0-16,1 17 15,8 0 1,0 0-16,0 26 15,0 25 1,0-9-16,-1-8 16,1 9-1,9-17-15,-9-9 16,17-9 0,0-16-16,0-9 15,0-9 1,0 1-16,0-1 15,0 1 1,8-18-16,-8 1 16,9-9-1,-9-9-15,0 1 16,8-1 0,9 1-16,1-1 15,7 1 1,18-18-16,34-16 15,17-18 1,-1 1-16,10-1 16,-1-8-1,35 9-15,-1-1 16,-16 18 0,8 8-16,26 17 15,-1 0-15,-25 8 16,0 9-1,17 0 1,-17 0-16,-17 0 16,-17 0-1,-9 0-15,1 0 16,-1 0 0,-17 9-16,-25-18 15,-17 1 1,-1-1-1,-8-8-15,-8 9 16,-1-9-16,1 0 16,-9 0-1,0-9-15,-9-16 16,1-26 0,-1-34-16,-16-26 15,8 1 1,25-1-16,9-8 15,9 8 1,-9 18-16,0 8 16,-8 8-1,-1 18 1,1 8-16,-9 8 16,0 18-16,0 8 15,0 0 1,-9 8-1,1 1-15,-35 8 16,-25 0-16,-9 17 16,-43-9-16,-59 9 15,-26 0 1,-42-17 0,-9 0-1,-34-17-15,-9-17 16,-26-8-16,-101 16 15,33 26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44:35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20339 3470 0,'0'0'0,"0"0"0,0 17 0,-111 357 16,94-263-16,0 8 0,0 8 16,0-16-16,17-18 15,0-16 1,0-9 0,0-17-16,0-9 15,0-8-15,0 0 16,0-8-1</inkml:trace>
  <inkml:trace contextRef="#ctx0" brushRef="#br0" timeOffset="684.98">20399 3444 0,'0'0'0,"0"0"0,25 17 16,35 0-16,25 9 15,35-9 1,25-9 0,0-16-16,9-9 15,-1 8 1,-25-8-16,-25 9 16,-35 8-16,-8 0 15,-26 0-15,-9 0 31,1 0-15,0 17-16,-1 17 16,1 8-16,-18 35 15,-25 42-15,-8 9 16,-1-9-16,0 8 16,9 18-1,9-9-15,8-17 16,17-9 15,0 1-31,0-9 16,-8-17-1,-1-25-15,1-18 16,-1 1 0,-16-9-16,-26 0 15,-26 0 1,-51-9-16,-43-25 15,-51-34 1,-34-25-16,-34-43 16,-25-26-1,-69-34-15,0 1 16</inkml:trace>
  <inkml:trace contextRef="#ctx0" brushRef="#br0" timeOffset="4716.2">20936 5137 0,'0'0'16,"0"0"-16,0 0 0,0 0 0,0 0 15,0 0 1,0 0-16,0 0 16,0 0-1,0 8-15,-8 9 32,-18 17-32,-8 0 15,0 9 1,-9-1-16,-8 1 15,-26-1 1,-8-16-16,-9-1 16,0 1-1,9-1-15,-18 1 16,-16 8 0,-18 0-16,18-9 0,42 1 15,-8-9 1,-18 0-16,-8-9 31,-8-8-31,-1 0 0,-8 0 16,-51-8-16,25-1 31,1-8-31,-27-8 16,10 8-16,-1 0 31,-17 0-31,0 0 15,9 8 1,-26-8-16,26 0 16,0 0-1,-9-8-15,26-9 16,0-9 0,0-8-16,17 9 15,17-18 1,25 1-16,1 8 15,8 0-15,26 0 16,16 17 0,18 8-16,9 9 15,8 9 1,8-1 0,0 9-16,1 0 0,-1 17 31,1 26-31,8 33 15,8 18 1,9-9-16,1-17 16,-10-9-1,1-16-15,-1-9 16,-8-9 0,0-8-1,0-8-15,-8-1 16,-1 1-16,-8-18 15,-17-8 1,-17-34-16,-18-25 16,18-1-1,17-8-15,8 0 16,9 17 0,17 17-16,0 9 15,0 16 1,0 9-16,0 0 15,0 17 1,26 9-16,42 16 16,35 9-1,33 9-15,26-9 16,26-26 0,8-33-16,112-60 15</inkml:trace>
  <inkml:trace contextRef="#ctx0" brushRef="#br0" timeOffset="14684.49">14091 6183 0,'0'0'0,"0"0"0,0 0 16,-8 0-16,-1 0 0,1 8 16,-1-8-16,-8 9 15,0-9 1,0 0 0,0 0-1,8 0-15,-8-9 16,0 1-1,0-1-15,8-16 16,1 8 0,8 0-16,0-9 0,0 1 15,17-9 17,0-17-32,17 0 15,9 0-15,0 8 0,-9 9 31,8-8-15,18 8-16,17-1 0,-9 1 16,-8 17-1,8 0 1,1 17 0,-18 9-16,0 8 15,26 0-15,17 0 16,8 0-1,9 17 1,-26-8-16,-33-9 16,16 8-1,9 1-15,8-1 16,0-8 0,1 0-16,-18 9 15,-17-9 1,-25 0-16,-1 0 15,-7 0 1,-10 0-16,1-9 16,-1 1-1,1-1-15,-9-8 16,0 0 0,0-8-16,8-1 15,1-8 1,8-17-16,-9-25 15,1 8 1,-1 17-16,1 0 16,-1 17-1,1 0-15,-9 8 16,0 9 0,0 0-16,0 0 15,0 0 1,0 0-16,9 0 15,8 17 1,17 0-16,0 9 16,0-1-1,0 1-15,-8-9 16,-9-9 0,-9 1-16,1-1 15,-1 1 1,-25-1-16,-51 26 15,-68 17-15,-69 0 16,17-8 0,9 8-1,-43-26-15,-103-16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50:33.49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2885 6072 0,'0'0'0,"0"0"0,0 17 0,0 26 16,0 16-1,-17 43 1,-17 34-16,-18 17 16,10 9-1,8-17-15,-1-35 0,1-25 32,17-25-32,0-26 15,17-17 1,0-9-16,9-25 15,59-42-15,43-60 16,0-43-16,0 9 16,-9-9-1,-8 9 1,9 17 0,-18 34-16,-17 34 0,-8 17 15,0 17 1,-18 17-16,10 9 31,7 33-31,10 18 16,-18 33-16,-17 52 15,-34 8-15,-9 0 16,-8 17 0,9-8-16,-9-52 31,17-33-31,0-26 15,8-26-15</inkml:trace>
  <inkml:trace contextRef="#ctx0" brushRef="#br0" timeOffset="534.12">4421 5094 0,'0'0'0,"0"0"0,17 0 16,17 17-16,0 0 15,1 0 1,-10 17-16,1 9 15,-26 42 1,-43 42-16,-17-8 16,9-8-1,8-26-15,9-34 16,17-8 0,17-18-16,17 1 15,60-1 1,60-16-16,59-9 15,17-17 1,120-9-16</inkml:trace>
  <inkml:trace contextRef="#ctx0" brushRef="#br0" timeOffset="13901.44">1212 8283 0,'0'0'0,"0"0"16,0 0-16,0 0 15,0 0-15,8 0 16,1 0-16,8 0 15,0 0 1,9 0 0,16 0-16,-7 0 15,-10 17 1,18 0-16,-9 0 16,0 26-1,0 16 1,0 18-16,-34 17 15,9 8 1,-18 8-16,-33 18 0,-18-9 16,0-9-1,-8-25 1,17-25 0,8-26-16,9-26 0,8-8 15,9-8 1,0-9-16,0-9 15,9 1 1,8-18 0,0 1-16,17 8 15,8 17 1,1 8 0,8 9-16,26 17 0,17 9 31,-9 8-31,26 0 15,0-9 1,-52-16-16</inkml:trace>
  <inkml:trace contextRef="#ctx0" brushRef="#br0" timeOffset="16546.18">3013 7816 0,'0'0'0,"0"8"0,0 18 0,-9 8 31,9 0-15,-8 0-16,-1 8 15,-16 18-15,-1 8 16,-8-9 0,17-16-16,0-18 15,0 1 1,17-18-16,0 1 0,0-18 31,25-16-15,18-18-16,17-25 15,8-25 1,9-1-16,-26 26 16,-8 26-16,-1 8 15,1 8 1,-17 9 0,-1 0-16,1 17 15,-1 9 1,-7 16-16,-1 35 0,-9 16 15,-8 1 1,0-18-16,0-16 31,0-9-31,0-26 16</inkml:trace>
  <inkml:trace contextRef="#ctx0" brushRef="#br0" timeOffset="17157.61">3892 7212 0,'0'0'0,"0"0"0,8-9 0,10 1 16,16-1-1,0 9 1,-9 0-16,1 0 16,0 9-1,-9 8-15,-9 25 16,-8 18 0,-8 8-16,-18-9 15,-17 1 1,9-9-16,0-17 15,9-9 1,7-16-16,1 0 0,9-1 16,8 1 15,0-9-31,8 0 16,27 0-16,24 0 15,27 0-15,16 0 16,-8 0-1,0-9-15,-17 9 16,-18 0-16,-33 0 16</inkml:trace>
  <inkml:trace contextRef="#ctx0" brushRef="#br0" timeOffset="17531.34">2979 8624 0,'0'0'0,"25"-9"0,69-16 0,51-18 16,17-8-1,18-9-15,-18 1 16,-26 16-16,-8 9 15,-8 9 1,-26 8-16,-34 0 16,-35 8-16</inkml:trace>
  <inkml:trace contextRef="#ctx0" brushRef="#br0" timeOffset="17980">3312 8836 0,'0'0'0,"0"0"0,0 26 16,0 25-16,0 0 15,0 0 1,0-9-16,0 1 16,0-1-1,8-16-15,9-1 16,0 1-1,9-9-15,17 0 16,16-9 0,35-8-16,9-8 15,-1-9 1,-17 0-16,-8 0 16,-17 0-1,0 0-15,-1-9 16,-24 18-16</inkml:trace>
  <inkml:trace contextRef="#ctx0" brushRef="#br0" timeOffset="18218.07">3772 8989 0,'-8'9'0,"-1"50"0,-8 77 15,9 43 1,8-26-16,25-59 16,1-60-1</inkml:trace>
  <inkml:trace contextRef="#ctx0" brushRef="#br0" timeOffset="28107.98">2834 10316 0,'0'0'0,"0"0"0,0 0 15,0 0-15,-9 8 16,1 9-1,-1 9-15,-8 33 16,-9 27 0,1-10-16,-1 1 15,9-18 1,0 1-16,0-18 16,8-16-16,1-9 15,8-9 1,0 1-16,0-9 15,0-9 1,17-8 0,17-25-16,17-35 15,9 1 1,-9 16-16,-8 18 16,-9 8-1,0 17-15,0 0 16,0 17-1,9 0-15,-9 17 16,0 17 0,-8 34-16,-9 17 15,-8 17 1,-18-9-16,1-8 16,8-25-1,0-18-15,8-16 16,1-18-16</inkml:trace>
  <inkml:trace contextRef="#ctx0" brushRef="#br0" timeOffset="28721.2">3388 10086 0,'0'0'16,"0"0"-16,0 0 15,0 0-15,17 0 16,9 0 0,8 0-16,9 0 15,0 17 1,-1 0-16,1 0 16,-18 0-1,-7 0-15,-10 0 16,1 17-1,-18 0-15,1 0 16,-10-8 0,-7-1-16,8-16 15,0-1 1,0 1-16,17-1 16,0-8-1,0 0-15,0 0 16,8 0-1,18 0-15,34 0 16,16 0 0,18 0-1,9 0-15,-27 9 16,-16-9 0,-9 8-16,-25-8 15</inkml:trace>
  <inkml:trace contextRef="#ctx0" brushRef="#br0" timeOffset="29119.2">2501 11387 0,'0'0'0,"25"0"0,61 0 0,50-8 15,26-1 1,9-8-16,0 0 16,-9 0-1,17 0 1,-25 9-16,-9-1 15,137 9-15</inkml:trace>
  <inkml:trace contextRef="#ctx0" brushRef="#br0" timeOffset="42455.49">768 10911 0,'0'0'0,"0"0"0,0 0 0,0 0 0,0 0 31,0 0-31,0 0 0,0 0 16,17-8 15,17 8-31,9-9 16,0 9 0,16 0-16,-16 17 15,8 0 1,-8 26-16,8 25 15,-8 17-15,-18 0 0,-25 8 32,-8 26-17,-26 18-15,-9-18 16,0-51 0,-16-17-16,33-26 15,-8-8 1,-9-8-16,9-1 15,0-16 1,25-1-16,-16 1 16,8-18-1,17 1-15,0-9 16,8 0 0,18 0-16,0 8 15,8 9 1,0 17-16,17 26 15,9 8 1,0 8-16,-18 1 16,-8-9-1,9-9-15,17-8 16,-18-8-16,18-18 16,-17 1-1</inkml:trace>
  <inkml:trace contextRef="#ctx0" brushRef="#br0" timeOffset="43026.47">1349 10103 0,'0'0'0,"0"0"0,17 0 16,8-8-16,9 8 16,-8 0-1,8 0-15,-17 0 16,9 8 0,-1 9-16,-8 9 15,-17 16 1,-25 18-16,-18-1 15,-8 1 1,8-18 0,1-16-16,-10-1 15,27-7-15,8-10 16,17-8 0,0 0-16,17 17 0,25 0 15,35 9 1,43-1-16,16 1 31,155 8-31</inkml:trace>
  <inkml:trace contextRef="#ctx0" brushRef="#br0" timeOffset="49772.99">2748 11864 0,'0'0'0,"0"0"0,0 0 0,-8 0 16,-1 17-1,1 17-15,-9 17 16,-9 17 0,9 0-16,0-9 15,0-16 1,8-18-16,9 1 15,0-1 1,0-16-16,17-1 16,26 1-1,25-9-15,9-17 16,0-9 0,0-8-16,-9 0 15,-17 17 1,0 0-16,1 0 15,-10 9 1,-16 8-16,-18 0 16</inkml:trace>
  <inkml:trace contextRef="#ctx0" brushRef="#br0" timeOffset="50041.09">3132 11983 0,'0'0'0,"0"8"0,0 43 16,0 26-1,9 25-15,-1 8 16,-16 1-16,8-17 16,0-1-1,0-50-15</inkml:trace>
  <inkml:trace contextRef="#ctx0" brushRef="#br0" timeOffset="50599.13">3679 11592 0,'0'0'0,"0"0"15,0 0-15,0 0 16,8 8-1,1 1-15,-1 8 16,1 8-16,-18 9 16,-8 26-1,-9-1 1,-8-16-16,0-1 16,0-16-1,17-1-15,0-16 16,8-1-1,9 1-15,0-1 16,0 1-16,17 8 16,26 0-1,17 0-15,42-9 16,1-16 0,-52 8-16</inkml:trace>
  <inkml:trace contextRef="#ctx0" brushRef="#br0" timeOffset="74315.61">819 13539 0,'0'0'0,"0"0"0,0 0 0,-8 0 16,8 0 0,0 9-16,0-9 15,0 0 1,0 0-16,0 0 16,0 0-1,8 0-15,18 0 16,0 0-1,16-9-15,18 9 16,-17 0 0,-1 0-16,-8 17 15,-16 26 1,7 33-16,-8 26 16,-17-17-1,-25-25-15,-10-9 16,-7 8-1,8-16-15,0-18 16,25 1 0,-17-18-16,26 1 15,0-9 1,0-9-16,26 1 16,25-9-1,9 0-15,8 8 16,9 9-16,-9 17 15,1 17 1,16 9 0,-8 8-16,-17-9 15,-26-24 1,-9-10-16</inkml:trace>
  <inkml:trace contextRef="#ctx0" brushRef="#br0" timeOffset="74943.67">1366 12961 0,'0'0'0,"0"0"0,0 0 0,0 0 16,0 0-16,0 0 15,0 0 1,8 0-1,35-9 1,25 1-16,-17 8 16,1 0-16,-10 0 15,-16 8 1,-9 1 0,0 8-16,-17 8 0,-17 9 31,8 0-31,-8 0 15,0-8 1,0-1-16,9-16 16,-1-1-1,9 1-15,0-1 16,0 1 0,0-1-16,17 9 15,0 0 1,9 0-16,8 0 15,-26 9 1,1-9-16,0 0 0,-18 17 16,-25 0-1,-9 9 1,-17-1 0,18-25-16</inkml:trace>
  <inkml:trace contextRef="#ctx0" brushRef="#br0" timeOffset="76155.45">2962 12918 0,'0'0'0,"0"0"0,0 0 0,0 0 16,0 0-16,-9 9 15,-17 25 1,-16 17-16,-1 17 16,-8 17-16,17-17 31,0-9-31,17-16 15,0-17 1,8-9-16,9-9 16,0 1-16,0-9 15,9-9 1,16-25 0,26-43-16,26-8 15,-9 9 1,-16 16-1,-10 9-15,1 17 16,-17 17-16,-1 17 16,1 9-1,-9 16-15,8 26 16,-16 34 0,0 17-16,-9-8 15,0-34 1,0-18-1,0-16-15,0-18 16,25 1 0,-8-1-16</inkml:trace>
  <inkml:trace contextRef="#ctx0" brushRef="#br0" timeOffset="76712">3704 12553 0,'0'0'0,"0"0"0,0 0 0,17 0 31,0 0-31,9 0 0,0 8 16,-1 9-1,1 17 1,-9 17-16,-17 17 15,-9 0 1,-16-17-16,-1-8 16,-8-9-1,0-9-15,8-16 16,9-1 0,0 1-16,17-9 15,0 0 1,0 0-16,26 0 15,33-9-15,27 9 16,16 0 0,1 9-1,-10 8 1,-7-9-16,-26 1 0,-26-1 31,-17-8-31</inkml:trace>
  <inkml:trace contextRef="#ctx0" brushRef="#br0" timeOffset="77056.87">2501 14083 0,'0'0'0,"8"0"0,52-8 0,77-9 16,59-17-1,26-17-15,8-9 16,18-8-16,-9 17 16,-26 34-1,-34 17 1,112-8-16</inkml:trace>
  <inkml:trace contextRef="#ctx0" brushRef="#br0" timeOffset="92620.47">2791 14262 0,'0'0'0,"0"0"0,0 0 0,0 26 0,8 25 16,1 17-1,-9 17 1,-9 8-16,1 9 16,-1-8-16,1-26 0,8-9 31,0-25-31,0-8 15,17-9 1,9 0 0,25-17-16,26-17 0,16-9 15,1-16 1,-25 8 0,-10 0-16,1 0 15,0 0 1,-17 0-16,-18 25 15</inkml:trace>
  <inkml:trace contextRef="#ctx0" brushRef="#br0" timeOffset="92873">3252 14551 0,'-9'0'0,"-8"9"0,-25 42 0,-44 85 16,1 42 15,8 26-31,26 26 16,25-77-1,18-59-15,8-9 16,0-43-1</inkml:trace>
  <inkml:trace contextRef="#ctx0" brushRef="#br0" timeOffset="93410.81">3661 14075 0,'0'0'0,"0"0"0,18 0 15,16 8-15,0 1 16,-9-1 0,1 1-1,0-1-15,-18 1 16,1 8-16,-18 17 31,-16 17-31,-10 0 16,1 0-1,0-8-15,17-18 16,0 1-16,8-18 16,9 1-1,0-9 1,9 0-16,8 0 16,17 8-1,0 1-15,-8-1 16,-9 1-16,-8 8 15,-18 8 1,-17 18-16,-85 8 16,-179 34-1</inkml:trace>
  <inkml:trace contextRef="#ctx0" brushRef="#br0" timeOffset="103535.91">23642 1735 0,'0'0'0,"0"0"0,0 0 15,0 8-15,0 1 16,-9 8 0,1 0-16,-1 8 15,-16 26 1,-18 52-16,-34 58 16,-8 43-1,8 0-15,17 0 16,18 9-1,33-68-15,18-35 16,16-8 0,26-25-16,-25-43 15</inkml:trace>
  <inkml:trace contextRef="#ctx0" brushRef="#br0" timeOffset="104134.42">24026 1914 0,'0'0'0,"0"0"0,17 17 15,0 0 1,9 17-1,8 17 1,8 0-16,-16-9 0,-17-8 16,-1 9-1,-16-9-15,-1-9 16,-25 9 0,-17-8-1,-1-18-15,1 1 16,9-18-1,7 9 1,18 0-16,9 0 16,8 0-16,8-8 0,44-1 15,41 1 1,36 8-16,-1-9 31,0 1-15,-17-1-16,-18 9 15,1 0 1,-51 0-16</inkml:trace>
  <inkml:trace contextRef="#ctx0" brushRef="#br0" timeOffset="104673.74">23923 2772 0,'0'0'0,"0"0"0,0 0 15,0 0-15,0 0 16,0 0 0,0 0-16,0 0 15,0 0 1,0 0-16,0 0 15,0 0 1,9 0-16,17-8 16,8 8-1,17-9-15,17 9 16,9 0 0,17-8-1,17-1-15,-17-8 16,0 9-16,8-1 15,0 1 1,-8-1-16,-34-8 16,-26 17-1</inkml:trace>
  <inkml:trace contextRef="#ctx0" brushRef="#br0" timeOffset="105097.3">24162 3215 0,'0'0'0,"0"0"0,0 0 15,-8 17-15,-1 17 16,1 0 0,-1 0-1,-8 8-15,9-16 16,8-1-16,0-8 16,0 0-1,25 0 1,18 9-16,25-18 15,26-16 1,0-1-16,-17-8 16,-9 0-1,-8 0-15,-9 0 16,-8 0 0,-26 9-16</inkml:trace>
  <inkml:trace contextRef="#ctx0" brushRef="#br0" timeOffset="105301.12">24632 3291 0,'0'0'0,"0"0"0,-9 26 0,1 25 16,-9 17-1,-9 25 1,-8-8-16,17-17 15,17-17-15,0-25 16,8-18 0</inkml:trace>
  <inkml:trace contextRef="#ctx0" brushRef="#br0" timeOffset="105626.29">25494 2101 0,'8'0'0,"27"17"0,16 17 16,9 25-1,-9 18-15,-9 16 32,-7 52-32,-18 33 15,-26 18-15,-25 0 16,-17-26 0,0-17-1,8-34-15,-8-26 16,16-42-1,10-17-15,16-25 16</inkml:trace>
  <inkml:trace contextRef="#ctx0" brushRef="#br0" timeOffset="106032.05">26783 1310 0,'0'0'0,"0"0"0,0 0 0,-9 17 15,-8 8 1,-26 26 0,-25 34-16,8 34 15,9 0-15,17-25 16,17-18 0,17-16-1,0-9-15,17-8 16,9-1-1,25-16-15,17-18 16,9-25 0,25-42-16,-50 25 15</inkml:trace>
  <inkml:trace contextRef="#ctx0" brushRef="#br0" timeOffset="106208.87">26868 1029 0,'0'0'0,"-9"9"15,-8 152-15</inkml:trace>
  <inkml:trace contextRef="#ctx0" brushRef="#br0" timeOffset="107142.91">27867 2237 0,'0'0'0,"-9"8"0,-17 35 16,-25 42-1,-17 42 1,-9-8-16,0-8 15,1 17-15,16-26 16,26-34 0,17-26-16,17-16 15,0-9 1,25-17-16,61-51 16,42-43-1,42-34-15,18-16 16,-17 8-1,-35 42-15,-25 35 16,-25 16 0,-10 26-1,-16 9-15,-17 25 16,-1 17-16,1 42 16,-26 52-1,-34 8-15,-17 0 16,0-25-1,17-43 1,8-34-16,9-17 16</inkml:trace>
  <inkml:trace contextRef="#ctx0" brushRef="#br0" timeOffset="107568.73">29514 1616 0,'0'0'0,"8"0"0,35 34 15,0 8-15,-1 1 16,-7 8-16,-10 17 31,-16 9-31,-26 8 16,-26 0-16,-8-26 16,0-8-1,8-17-15,9-8 16,17-18-1,17 1-15,8-9 16,60 17 0,69-9-1,85-16-15,25-18 16,78-42 0</inkml:trace>
  <inkml:trace contextRef="#ctx0" brushRef="#br0" timeOffset="109734.96">30367 2679 0,'0'0'0,"0"0"0,0 0 15,0 0 1,0 0 0,0 0-1,0 0-15,9 0 16,-1 8-16</inkml:trace>
  <inkml:trace contextRef="#ctx0" brushRef="#br0" timeOffset="109980.87">29838 3359 0,'0'0'0,"9"0"0,50 17 16,61 0-16,8-8 16,-17-18-1,-68 1-15</inkml:trace>
  <inkml:trace contextRef="#ctx0" brushRef="#br0" timeOffset="110641.67">32177 1828 0,'0'0'0,"-9"0"0,-16 26 0,-27 16 31,1 18-31,0-9 15,-9 9 1,9-1-16,0 1 16,17-18-1,17-16-15,0-18 16,17 1 0,0-1-16,8-8 0,26 0 31,26-17-31,8-8 0,1-1 31,-10 9-31,-16 9 0,0 8 16,-9 0-16,0 17 31,-9 8-15,1 9-16,0 9 15,-18-1-15,1-16 16,-1-1-1,1-8-15,-9-8 16,0-9 0</inkml:trace>
  <inkml:trace contextRef="#ctx0" brushRef="#br0" timeOffset="111131.96">32808 1582 0,'0'0'0,"0"0"0,0 0 16,17 0-1,18 17-15,-1 17 16,-9 0-16,1 0 15,-1 0 1,1 0-16,-9 0 31,9 0-31,-18-9 0,1-8 32,-1-8-32,-8-1 0,-8-8 15,-1 0 1,-16 0-16,8 0 15,0 0 1,-1 0 0,18 0-16,0 0 15,0 0 1,26 18 0,25 16-1,1 8-15,16-8 16,9 9-16,-26-9 0,17-17 31,77 25-31</inkml:trace>
  <inkml:trace contextRef="#ctx0" brushRef="#br0" timeOffset="111503.93">31622 2832 0,'0'0'0,"0"0"0,9 8 0,50 10 16,52 7 0,68-16-1,52-9-15,8-9 16,0 1 0,-26-1-16,-25 9 15,-34-8 1,8-10-16,290-33 15</inkml:trace>
  <inkml:trace contextRef="#ctx0" brushRef="#br0" timeOffset="112127.1">31784 3606 0,'0'0'0,"0"0"0,17 17 15,17 0 1,9 0-16,-17-9 16,-1 1-1,-16-1 1,-1 9 0,9 0-16,-8 26 15,-1-1-15,-16 10 16,-9-1-16,-17 17 31,-35 0-31,-7-9 16,16-16-1,9-9 1,-1-9-16,18-16 0,17-1 31,9-8-31,8-8 16,0-1-16,0-16 15,17-9 1,17 8-16,9 9 16,-1 17-1,1 9-15,-9 33 16,9 18 0,-18-1-16,1-25 15,8-8 1,0-1-1,-8-16-15,-9-9 16</inkml:trace>
  <inkml:trace contextRef="#ctx0" brushRef="#br0" timeOffset="112475.48">32603 3529 0,'0'0'0,"0"0"0,0 0 16,0 0-16,0 17 15,-8 9 1,-1 8-16,-8 8 15,0 1 1,0-1-16,17 1 16,0-18-1,17-16 1,26 0-16,25-18 16,-25 0-16</inkml:trace>
  <inkml:trace contextRef="#ctx0" brushRef="#br0" timeOffset="112600.98">32911 3240 0,'0'0'0,"-9"0"0,-8 17 0,9 0 16</inkml:trace>
  <inkml:trace contextRef="#ctx0" brushRef="#br0" timeOffset="123516.99">32091 15444 0,'0'0'0,"0"0"0,0 0 0,0 0 0,0 0 16,0 0-1,0 0 1,9 17-1,-1 0-15,1 26 16,-18 8 0,1 8-16,-18-8 15,1 9 1,8-18-16,0-16 0,8-1 31,1-8-31,8-8 16,0-1-1,0 1-15,0-1 0,0-8 16,0 0 0,0 0-16,17-17 15,42-34 1,10-25-16,7-18 16,1 1-1,-8 16 1,-18 18-1,-9 16 1,-16 26-16,-9 0 16,0 17-16,0 9 15,0 16 1,0 43-16,-17 34 16,-17 17-1,0 0 1,0-25-16,0-26 15,0-26 1,17-25-16,0-17 16</inkml:trace>
  <inkml:trace contextRef="#ctx0" brushRef="#br0" timeOffset="124175.03">32953 14823 0,'0'0'0,"0"0"0,0 0 0,0 0 15,0 0 1,0 0-1,0 0 1,35-8-16,33 8 16,0 0-1,-17 8-15,-8 9 16,-17 0 0,-1 0-16,1 0 15,-18 9-15,1-1 16,-26 18-16,-17-18 15,-26 9 1,9-8-16,8-9 16,9 0-1,17-9 1,0 1 0,8-9-16,9 0 0,0 0 15,0 0 1,34 0-1,35-9-15,-1 1 16,0 8 0,1-9-1,41 18-15,112 33 16</inkml:trace>
  <inkml:trace contextRef="#ctx0" brushRef="#br0" timeOffset="124654.27">31895 16133 0,'0'0'0,"0"0"0,0 0 16,68 17 0,60-9-16,52-8 15,59-34 1,0-8-16,-9-1 15,-8 9 1,-60 9-16,9 8 16,153 0-1</inkml:trace>
  <inkml:trace contextRef="#ctx0" brushRef="#br0" timeOffset="125378.5">32228 16847 0,'0'0'0,"0"0"0,0 0 16,0 0-16,17 9 0,0 8 31,9 8-15,-1 9-16,1 9 16,-9 8-1,-8 0-15,-18 17 16,-25 9-16,-17-1 0,-9-8 31,0-17-15,17-17-16,18-25 15,8-1 1,8-16-16,1-9 16,-1 0-1,1 0-15,8 0 16,0 17-1,0 0-15,8 0 16,26 0 0,0 8-16,1 9 15,-10 0 1,1 0-16,-1 9 16,1-9-1,0 0-15,-9 0 16,17-9-1,17-25-15,-17 0 16</inkml:trace>
  <inkml:trace contextRef="#ctx0" brushRef="#br0" timeOffset="125776.13">32842 16592 0,'0'0'0,"0"0"0,0 0 15,0 0-15,-8 0 16,-1 17 15,1 9-31,-18 16 16,1 9-16,8 0 0,0-8 31,17 8-31,0-17 16,17-9-16,17-16 15,25-35 1,18-25 0,-34 34-16</inkml:trace>
  <inkml:trace contextRef="#ctx0" brushRef="#br0" timeOffset="125984.13">33081 16312 0,'0'0'0,"-8"0"0,-1 17 0,1 8 16,8-8-1</inkml:trace>
  <inkml:trace contextRef="#ctx0" brushRef="#br0" timeOffset="211629.59">16677 5477 0,'0'0'0,"0"0"0,-8 0 0,-9 0 16,-9 0-16,-34 8 31,-51 18-31,-42 33 16,-18 9-16,9 43 15,0 25 1,34 0 0,25 9-16,44-18 15,33 1 1,26-9-16,43-9 16,59 1-16,77-26 15,69-34-15,8-51 31,-34-42-31,8-52 16,-25-25 0,-34-34-16,-35-17 0,-42-9 15,-60 1 17,-68 25-32,-43-9 15,-110 0 1,-112 69-16,-239 186 15,-128 214-15,308-78 16</inkml:trace>
  <inkml:trace contextRef="#ctx0" brushRef="#br0" timeOffset="-164412.14">16891 5026 0,'0'0'0,"0"0"0,0 0 15,0 0-15,0 0 16,0 0 0,-9 0-1,-8 0-15,-17 0 16,-17 0-16,-9 9 16,-34 8-1,9 17 1,-9 25-16,-34 35 15,-51 33 1,25 1-16,17-1 16,-8 18-1,-8 17-15,33-9 16,60-26 0,18 9-16,25-8 15,25-1-15,43 1 16,52-9-1,25-25 1,17-35-16,43-25 16,-9-34-1,0-34-15,52-25 16,-52-35-16,-25-33 16,8-35-1,-26-25-15,-16-17 16,-52 0-1,-51 25 1,-60-8-16,-68-9 16,-76 35-1,-121 33-15,-152 94 16,50 51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3:57:28.60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15952 9687 0,'0'0'0,"51"17"0,120 34 16,68 25-16,-34-25 15,-9-17 1,-8 0-16,-18 9 16,-16-1-1,-18 1-15,-16-1 16,-26 1 0,-17-1-16,-9-8 15,-34-17 1</inkml:trace>
  <inkml:trace contextRef="#ctx0" brushRef="#br0" timeOffset="343.93">17633 9312 0,'0'0'0,"-51"17"0,-43 17 15,-42 17 1,-95 9-16,-33 17 15,-10 16 1,18 18-16,43-1 16,17-16-1,68-26-15,59-17 16,27-9-16,33-25 16</inkml:trace>
  <inkml:trace contextRef="#ctx0" brushRef="#br0" timeOffset="1540.25">15832 8692 0,'0'0'0,"9"-17"0,25-9 0,68-8 15,26-9 1,-34 18-16,-17 16 16,43 9-1,-1 0-15,-16 17 16,-27 0-16,-24 18 31,-10-1-31,1 8 16,-9 1-16,0 8 15,0 0-15,18 8 16,-1 1 0,26-9-1,25-9 1,9-16-16,8-18 16,1-16-1,-1-9-15,-25-9 16,-17 1-16,0-1 15,-17 1 1,-18 8-16,-16 0 16,0-9-16,-18 1 31,1-18-31,-18 1 16,-8-1-1,-9 1-15,-16 8 16,-9 8-1,-26 9-15,-9 17 16,-16 9 0,-26 16-16,-9 18 15,1-1 1,-35 1-16,-8-1 16,0-8-1,-35-8-15,-16-18 16,-18-16-1,18-1-15,8-16 16,-17-26 0,-77-34-16</inkml:trace>
  <inkml:trace contextRef="#ctx0" brushRef="#br0" timeOffset="15228.33">22891 11813 0,'-9'0'0,"-16"0"0,-52 0 15,-43 17-15,-50 25 16,-1 9 0,9 17-16,0 17 15,16 9 1,36 8-16,16 0 16,34 17-16,26 26 15,59-1 1,44-25-16,101 9 15,61-35 1,59-76 0,26-51-16,-35-51 15,-16-42 1,-69-35-16,-34-8 16,-68 0-1,-42 17-15,-52-9 16,-52 18-16,-84 8 15,-61 42 1,-24 35-16,33 42 16,85 25-1,35 18 1,34 8-16,34-9 16</inkml:trace>
  <inkml:trace contextRef="#ctx0" brushRef="#br0" timeOffset="15726.35">24854 11566 0,'0'0'0,"-9"0"0,-16 26 0,-44 50 16,-76 94-1,-60 94-15,9 16 16,60 1 0,76-43-1,51-17-15,26-34 16,77-84 0,43-18-16,25-43 15,154 1-15</inkml:trace>
  <inkml:trace contextRef="#ctx0" brushRef="#br0" timeOffset="16289.37">25827 12391 0,'0'0'0,"-9"17"0,-25 34 31,-26 26-31,-8 25 15,0 0 1,-1-17-16,27-34 16,8-17-1,17-9-15,0-16 16,17-1 0,0-8-16,17-25 15,51-52 1,60-50-16,34-9 15,17 17 1,-8 25-16,-17 34 16,8 26-1,-26 34 1,-42 17-16,-17 26 16,-17 25-16,-43 34 15,-26 17 1,-16 0-16,-18-25 15,9-26 1,8-34-16,18-26 16</inkml:trace>
  <inkml:trace contextRef="#ctx0" brushRef="#br0" timeOffset="16710.07">27645 11787 0,'8'0'0,"35"9"15,42 33-15,18 26 0,-18 0 16,-25-17-1,-26-8-15,-8-1 16,-18 1 0,-34-1-1,-33 1-15,-35-9 16,-17-9 0,17-8-16,17-8 15,34-9 1,9 0-16,26 0 15,16 0-15,35 25 16,68 18 0,60 0-16,-1-9 31,-33-26-31,-77-8 16</inkml:trace>
  <inkml:trace contextRef="#ctx0" brushRef="#br0" timeOffset="16982.21">29369 11660 0,'17'17'0,"51"93"16,26 94-1,-51 51-15,-95 52 16,-152 67-16,-95 8 16,34-84-16</inkml:trace>
  <inkml:trace contextRef="#ctx0" brushRef="#br0" timeOffset="41993.88">14791 14976 0,'0'-8'15,"-8"-1"-15,-1-16 0,-17-1 16,-8-16 0,-8-9-16,-1 8 0,-17 1 31,-25 16-15,-18 18-16,-59 50 15,-34 69-15,0 42 16,42 17-1,34 17-15,52-25 16,43-9 0,33 25-16,43-33 15,26-60 1,102-17-16,77-34 16,52-51-16,-27-60 15,-25-67 1,-25-26-1,-60 17 1,-26-34-16,-60 34 16,-42 8-16,-43 0 15,-43 26 1,-68 17-16,-43 34 16,-8 43-1,-8 25 1,-121-9-16</inkml:trace>
  <inkml:trace contextRef="#ctx0" brushRef="#br0" timeOffset="42224.23">13835 15504 0,'0'0'0,"0"0"0,0 0 15,0 0 1,0 0-16,34 25 16,69 18-1,76 8-15,77 0 16,17-9 0,-8-16-16,76 16 15</inkml:trace>
  <inkml:trace contextRef="#ctx0" brushRef="#br0" timeOffset="42624.37">16925 14407 0,'-9'0'0,"-16"0"0,-69 25 16,-51 43-1,-26 34-15,0 34 16,26 34-1,17 9 1,43 34-16,34-26 16,34 0-1,34 8-15,51-59 16,34-34-16,18-42 16,-69-35-1</inkml:trace>
  <inkml:trace contextRef="#ctx0" brushRef="#br0" timeOffset="43189.59">17864 15095 0,'0'0'0,"0"0"0,-9 9 16,-8 25-16,-17 25 15,-26 35 1,0 0-1,-16 8-15,16-17 16,17-34-16,18-9 16,7-16-1,18-1-15,9-16 16,25-1 0,52-25-16,50-25 15,18-26 1,-9-9-1,-26 18-15,-33 8 16,-27 17-16,-16 17 16,0 17-1,-1 8 1,1 26-16,-9 43 16,-25 33-16,-18 9 15,1-8 1,-9-18-1,0-16-15,-1-18 16,10-25 0,8-17-16,0-17 15</inkml:trace>
  <inkml:trace contextRef="#ctx0" brushRef="#br0" timeOffset="43593.62">19144 14441 0,'0'0'16,"8"0"-16,27 8 0,33 18 15,-8 16 1,-9 1 0,-26-1-1,1 1-15,-17-9 16,-18 8-16,-8 9 16,-26 9-1,9-18-15,17-16 16,0-1-1,0-8-15,17 0 0,8 9 32,27 16-32,58 18 15,35-18-15,1-16 16,-1-9 0,-69-17-16</inkml:trace>
  <inkml:trace contextRef="#ctx0" brushRef="#br0" timeOffset="43875.42">20484 14432 0,'0'0'0,"8"0"0,61 34 16,67 60-1,9 50 1,-34 60-16,-59 60 16,-104 127-1,-93 68-15,-188 35 16,52-171-1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2T00:00:13.6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24350 6565 0,'0'0'16,"0"0"-16,-8 0 0,8 0 0,0 0 16,0 0-16,0 0 15,-9 9 1,1 16-16,-18 26 16,-8 35-1,0 16-15,17-26 16,0-16-1,0-1-15,17 1 16,0-18 0,8 1-16,9-18 15,34 9 1,18-17 0,-18-8-16,51-1 15,43-16-15,0 8 16,-25-9-1,8 9-15,51 0 16,-25 0 0,-43 0-1,8 17-15,-8 0 16,9 9-16,-26-1 16,-35-16-16,-25-1 15,-8-8 1,-17 0-1,8-8-15,0-26 16,0-51 0,8-60-16,1-33 15,34-129-15</inkml:trace>
  <inkml:trace contextRef="#ctx0" brushRef="#br0" timeOffset="18398.96">23454 10954 0,'0'0'0,"0"0"0,0 0 0,0 0 15,0 0-15,0 0 16,0 0-16,0 0 31,0 25-31,-9 18 16,1 16-1,-18 26-15,1-8 16,-1-1 0,1-8-16,7-8 15,1-17 1,9-18-16,-1-8 16,9-8-16,0-1 15,0-8 1,17 0-16,9-8 15,42-1 1,35-16 0,25-9-16,51-18 15,9 1-15,8 17 16,34 9 0,-8 16-16,17 18 15,-17 16-15,-8 9 31,-10 17-31,-33-8 16,-26 0-16,17-1 16,-16 1-1,-36-9 1,-24-9-16,-26-16 16,-18-1-1,1 1-15,0-1 16,-1 1-1,1-9-15,-9-9 0,9-16 16,8-26 0,17-43-1,9-25-15,0-43 16,42-144 0</inkml:trace>
  <inkml:trace contextRef="#ctx0" brushRef="#br0" timeOffset="121985.88">23565 10971 0,'0'0'0,"0"8"0,0 18 15,-9 16-15,1 9 16,-9 9-16,-43 25 15,0 0-15,9-17 32,17-17-32,17-17 15,0-8 1,8-9-16,9-9 16,9 1-16,34 8 15,59-9 1,35-16-1,42-1-15,26 1 16,-18-1-16,10 9 0,8 0 31,-18 0-15,1 17 0,-17 17-16,8 0 15,-8 0-15,-9 17 16,-17 0-1,-17-8-15,-17-1 16,-26 1 0,-34-9-1,-16-9-15,-10-16 16,-16-1-16,-1 1 16,1-18-1,8-8 1,8-51-16,27-51 15,16-59-15,-8 7 16,-1 27 0,10-1-16,59-127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2T00:00:47.6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14211 5400 0,'0'0'16,"-9"-8"-16,-8-18 0,-17-25 0,-17-8 16,8-9-1,9 8-15,0-8 16,0 17 0,-9 9-16,0 8 15,-16 34 1,-69 59-16,-94 86 15,0 50 1,-26 69-16,26-9 16,52-51-16,7-8 15,35 8 1,35 0-16,24 0 16,35 43-1,34 8 1,51-9-16,52-7 15,16-52-15,146 0 16,93-34 0,35-51-1,76-51-15,60-34 16,26-17-16,0-26 16,51-8-1,34-42 1,-25-26-16,-9 17 15,25-17 1,-50-9-16,-103 1 16,-77-26-1,-68-18-15,-26-41 16,-34-18-16,-119 1 16,-86-52-1,-43-68-15,-59-8 16,-102-9-1,-95 9-15,-85 9 16,-51 50 0,-59 17-1,-27 43 1,-33 85-16,-43 34 0,-60 68 16,-34 68-1,25 77-15,1 59 16,119 25-1,128 26 1,60 26-16</inkml:trace>
  <inkml:trace contextRef="#ctx0" brushRef="#br0" timeOffset="690.61">12862 7994 0,'0'0'0,"0"0"0,-17-8 16,-34-1 0,-69-8-1,-84 26 1,-27 25-16,-42 51 0,-9 34 15,1 42 1,16 26 0,43 18-16,17 7 15,77-33-15,52-1 16,33-16 0,43-26-16,43-25 15,85 8-15,8-26 31,43-25-31,52-25 16,-9-35 0,25-16-16,-76-18 15,-43-25-15,43-17 16,-9 9 0,119-18-16</inkml:trace>
  <inkml:trace contextRef="#ctx0" brushRef="#br0" timeOffset="962.04">12324 9559 0,'0'0'0,"-8"0"0,-1 0 15,-8 9 1,9-9-16,-1 0 16,9 8-16,0 1 15,51 16-15,35 9 16,59 17-1,43 0 1,-43-17 0,-51-8-16,0-9 15,-18-9-15,-42 9 16,-16-8 0,-53 25-1,-195 102-15,-120 42 16</inkml:trace>
  <inkml:trace contextRef="#ctx0" brushRef="#br0" timeOffset="53601.63">14211 15325 0,'0'0'0,"0"0"0,0 0 0,0 0 16,0 0-16,0 0 16,0 0-16,-9 0 15,-8-8 1,-34 8 0,-17 8-16,-26 9 15,0 0 1,17 17-16,-25 17 15,-1 9-15,26 8 16,9-9 0,17 9-1,25 9-15,18-1 16,42 1 0,34-9-16,43-26 15,51-16-15,9-43 16,-34-17-1,8-26 1,0-25-16,-51 9 16,-35 8-16,-25-17 15,-25-17 1,-26 8 0,-34 18-16,-26 8 15,-34 17-15,-43 16 16,-144-24-1</inkml:trace>
  <inkml:trace contextRef="#ctx0" brushRef="#br0" timeOffset="53894.3">13912 15563 0,'0'0'0,"0"0"0,-9 0 15,1 9-15,-1-1 16,1 1 0,-1-1-16,9 1 15,0 8 1,26 0-16,34 8 15,59 1 1,35 8-16,25-9 16,137 1-16</inkml:trace>
  <inkml:trace contextRef="#ctx0" brushRef="#br0" timeOffset="54260.35">14902 15359 0,'0'0'0,"-17"0"0,-26 17 16,-51 17-16,-25 26 16,-26 50-1,-17 52-15,17 42 16,34-17 0,51 17-16,43-8 15,59-35 1,27 9-16,50-8 15,69-34 1,8-69-16,94 1 16</inkml:trace>
  <inkml:trace contextRef="#ctx0" brushRef="#br0" timeOffset="54666.07">17104 15393 0,'0'0'0,"0"0"0,0 0 16,0 26-16,0 16 0,-9 35 16,-8 33-1,-25 26-15,-9 26 16,-9 8-1,-26 26 1,-25-9 0,-8-51-16,51-68 0</inkml:trace>
  <inkml:trace contextRef="#ctx0" brushRef="#br0" timeOffset="55378.57">18086 14993 0,'-9'0'0,"0"0"0,-8 0 16,-42 17-16,-18 17 15,-17 9 1,-26 25-16,27 17 16,41 9-1,18-9-15,17-17 16,17-17-1,34 0-15,43-9 16,26-16 0,-10-26-16,-16-17 15,17-34 1,-9-17-16,-25-17 16,-26 17-1,-34 0-15,-17-1 16,-17 10-1,17 42 1</inkml:trace>
  <inkml:trace contextRef="#ctx0" brushRef="#br0" timeOffset="55601.33">17872 15359 0,'0'0'0,"0"0"16,0 0-16,17 9 15,0 8-15,0 0 16,26 8 0,8 1-1,-17-9-15</inkml:trace>
  <inkml:trace contextRef="#ctx0" brushRef="#br0" timeOffset="55879.16">19050 14900 0,'0'0'0,"-9"0"16,-8 17-16,-34 42 0,-43 69 31,-42 51-31,-26 33 16,-9 18-16,43-9 16,25-9-16,44-7 31,59-52-31,42-34 15,61-17 1,16-34-16,-68-43 16</inkml:trace>
  <inkml:trace contextRef="#ctx0" brushRef="#br0" timeOffset="56162.65">20108 14908 0,'0'0'0,"26"9"0,42 42 16,35 51-16,-18 42 15,-25 44 1,-43 58-16,-77 52 16,-77 59-1,-16 0-15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2T00:04:55.5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23420 3742 0,'0'0'0,"0"0"0,0 0 16,0 0-16,0 0 15,0 0 1,0 0-16,-9 0 16,-8 0-1,-8 8-15,-18 9 16,-8 17-1,-9 18-15,0 16 16,-17 17 0,9 8-16,17-8 15,0 0 1,8 0-16,26-25 16,17-9-1,0 0-15,17 0 16,0-9-1,26-8-15,8-17 16,34-34 0,18-25-16,-1-35 15,1-16 1,-9-26-16,-9 0 16,-25 0-1,-1 0-15,-7 17 16,-10 25-1,-16 17 1,-9 18-16,-9 8 16,1 17-16,0 0 15,-9 17 1,0 8 0,-9 35-16,9 33 15,-9 35 1,9 25-16,9 9 15,8-26-15,0-43 16,17 9-16,-8-8 16,-18-35-1</inkml:trace>
  <inkml:trace contextRef="#ctx0" brushRef="#br0" timeOffset="595.24">25579 2892 0,'0'0'0,"0"0"0,-8 0 15,-18 17-15,-34 0 16,-25 17-16,-26 17 31,-26 8-31,1 9 16,34 26-16,16-1 16,26-16-1,18-1 1,16-8-16,35-8 15,25 8 1,60 0-16,34 0 16,8-8-1,-16-18-15,-35 1 16,-25-1 0,-43 1-16,-43 42 15,-76 68 1,-60 17-16,-17-17 15,-1-9 1,-67 61-16</inkml:trace>
  <inkml:trace contextRef="#ctx0" brushRef="#br0" timeOffset="2111.51">26373 3963 0,'0'0'0,"0"0"0,0 0 15,0 0 1,0 0 0,9 0-16,25 0 0,17 9 31,9-1-31,42-8 0,26 9 31,-8-9-31,-9-9 16,-35 1-16,-7-18 15,-27 18 1</inkml:trace>
  <inkml:trace contextRef="#ctx0" brushRef="#br0" timeOffset="2716.11">28387 3155 0,'0'0'0,"0"0"0,-8 0 15,-26 0-15,-26 0 16,-8 9-16,-18 8 16,1 8-1,-1 18 1,1 16-16,25-8 0,26-8 31,17 8-31,9 8 16,25 9-1,42 26-15,35 16 16,9 1-16,-9-17 16,-26-9-1,-17 0-15,-17-9 16,-17 1 0,-25-9-1,-26 8-15,-43 1 16,-60-18-1,18-33-15,76-26 16</inkml:trace>
  <inkml:trace contextRef="#ctx0" brushRef="#br0" timeOffset="3774.81">29625 3334 0,'0'0'0,"17"8"0,8 9 0,27 0 15,-10 0-15,-8-8 16,-8-1 0,8 1-1,0-1-15,-8-8 16,-17 0-16,-9 0 16</inkml:trace>
  <inkml:trace contextRef="#ctx0" brushRef="#br0" timeOffset="4042.53">29172 3997 0,'9'0'16,"25"9"-16,43 8 0,34 0 16,0-9-1,-9-16-15,-8-9 16,-51 0 0</inkml:trace>
  <inkml:trace contextRef="#ctx0" brushRef="#br0" timeOffset="4907.12">30521 3461 0,'0'0'0,"0"0"0,0 0 0,-9 0 15,-8 0 1,-17 0-16,-17 17 16,-17 0-1,-18 26 1,1 8-1,8 8-15,17 18 16,18-1-16,25-16 16,0-17-16,25 8 15,18-9 1,34-8 0,25-17-16,9-25 15,-9-18 1,9-25-16,0-8 15,-17-1 1,0-8-16,-26 0 16,-9 17-16,-16 17 15,-17 8 1,-1 9 0,1 0-16,-1 9 15,-8 8-15,0 0 16,0 0-1,0 0 1,-8 25-16,-1 43 16,-17 26-1,1 25-15,-1 0 16,9-8 0,0-26-1,9 0-15,-1-17 16,1-9-1,-1-16-15,0-18 0,1 1 16,-1-1 0,1-16-16,-1-1 31,9 1-31,0-9 16</inkml:trace>
  <inkml:trace contextRef="#ctx0" brushRef="#br0" timeOffset="5489.94">31007 2424 0,'0'0'0,"0"0"0,0 0 15,0 0 1,0 0-16,-8 0 16,-1 25-16,-25 18 15,-8 25 1,-1 17-16,9-9 15,0-16 1,17-1-16,8-16 16,9 0-1,17-1-15,26-8 16,-1-8 0,10-1-1,7 1-15,10-18 16,-18-8-1,-8-8-15,8-1 16,9-16-16,-26 8 16</inkml:trace>
  <inkml:trace contextRef="#ctx0" brushRef="#br0" timeOffset="5799.72">32015 2330 0,'0'0'0,"0"0"0,-9 0 0,1 17 16,-18 26-1,-25 25-15,-18 25 32,-7 9-32,7-8 15,27-26-15,8-25 16,16-1 0,1-16-1,17-18-15</inkml:trace>
  <inkml:trace contextRef="#ctx0" brushRef="#br0" timeOffset="6030.5">31392 2500 0,'0'0'0,"25"17"0,18 0 0,34 17 16,8-8 0,-25-1-16,-1-16 15,10-1 1,-10-8-16,-24 0 16</inkml:trace>
  <inkml:trace contextRef="#ctx0" brushRef="#br0" timeOffset="6279.99">32527 2305 0,'0'0'0,"0"25"15,-9 18-15,1 25 16,-1 17 0,-17 25-1,9-8-15,-8-8 16,16-51-16</inkml:trace>
  <inkml:trace contextRef="#ctx0" brushRef="#br0" timeOffset="6878.6">32390 4099 0,'0'0'0,"9"0"0,16 9 0,18-1 16,0 1-1,-1-9-15,9 8 16,9 1-1,-9-9 1,1-9-16,7-8 16,27-17-1,-27 9-15</inkml:trace>
  <inkml:trace contextRef="#ctx0" brushRef="#br0" timeOffset="7243.43">33773 3419 0,'-9'25'0,"-33"69"16,-44 59-16,18 9 0,8-1 0,9-8 0,0-42 0,-35 25 15</inkml:trace>
  <inkml:trace contextRef="#ctx0" brushRef="#br0" timeOffset="11389.89">23420 6072 0,'0'0'15,"0"0"-15,0 0 0,0 0 16,-9-8-16,-8-1 15,-34-8 1,-26 0-16,-25 26 16,-9 8-1,26 17 1,-1 0-16,18 0 16,25 0-16,18-9 15,16 9 1,18 0-16,8 9 15,17-9 1,34 8-16,26 9 16,0 9-1,0-9 1,-26 8-16,-25 1 16,-9 17-16,-26 16 15,-25 1 1,-34-1-16,-9-8 15,1-17 1,-1-34-16,17-8 16,26-18-1,0-16-15,9 8 16</inkml:trace>
  <inkml:trace contextRef="#ctx0" brushRef="#br0" timeOffset="11706.37">24273 6540 0,'0'0'0,"0"0"16,26 0-16,8-9 15,17 1 1,26-1-16,17 1 16,17-1-1,0-16-15,-26 8 16,-33-9-1,-35 18-15</inkml:trace>
  <inkml:trace contextRef="#ctx0" brushRef="#br0" timeOffset="11931.39">24180 7042 0,'0'0'0,"8"0"0,26 17 16,34 0-16,1-9 16,25 1-1,34-9-15,-69 0 16</inkml:trace>
  <inkml:trace contextRef="#ctx0" brushRef="#br0" timeOffset="12682.77">26638 5655 0,'-9'0'0,"-25"9"0,-34 16 16,-9 27-16,-17-1 15,17 8 1,17 9-16,18-8 16,16-18-16,9 1 31,17-18-31,0 1 0,34-9 31,26-17-31,42-17 0,1-17 16,-26-9-16,-26-8 31,-9 0-31,-7 17 16,-10 17-1,-16 0-15,-1 9 16,1-1-1,-1 9-15,-8 9 16,-8 25 0,-1 42-16,-8 43 15,17 9 1,0-18-16,0-50 16,0-35-1</inkml:trace>
  <inkml:trace contextRef="#ctx0" brushRef="#br0" timeOffset="13197.13">27252 4856 0,'0'0'0,"0"0"0,0 0 16,0 9-16,-8 16 15,-1 9 1,0 17-16,-16 17 16,-1 0-16,-8 0 31,9-8-15,7-18-16,1-8 15,0 0 1,9-8-16,8-1 15,0 1-15,17-9 16,0 0-16,26-9 16,16 1-1,10-18 1,-10 9 0,1 0-16,-17 0 15,8 0-15,-25 9 16</inkml:trace>
  <inkml:trace contextRef="#ctx0" brushRef="#br0" timeOffset="13545.35">28285 5145 0,'0'0'0,"0"0"0,0 0 16,0 0-16,0 9 15,-9 16 1,-16 26-16,-18 26 16,-8-1-1,0-16-15,16-9 16,1-9 0,-8-16-16,25-18 15</inkml:trace>
  <inkml:trace contextRef="#ctx0" brushRef="#br0" timeOffset="13792.67">27824 5256 0,'0'0'0,"0"0"0,0 0 16,8 0-16,10 0 15,16 8 1,8 1-16,35 8 16,0 0-1,-26-9-15,0 1 16,9-1 0,17 1-16,-43-1 15</inkml:trace>
  <inkml:trace contextRef="#ctx0" brushRef="#br0" timeOffset="14052.86">29010 5086 0,'0'0'0,"0"0"0,0 0 0,0 8 15,0 9 1,0 26-16,-8 8 16,-9 25-16,-26 18 15,9-1 1,25-42 0</inkml:trace>
  <inkml:trace contextRef="#ctx0" brushRef="#br0" timeOffset="14532.37">29403 6242 0,'0'0'0,"8"0"0,18 0 0,25 9 15,18-1 1,16 1 0,-8-1-16,-18 1 15,-7-9-15,24 8 16,18-8 0,-51-8-16</inkml:trace>
  <inkml:trace contextRef="#ctx0" brushRef="#br0" timeOffset="14800.27">30965 5919 0,'0'0'0,"-9"17"0,-8 26 16,-17 33 0,-9 18-1,1-1 1,-1-16-16,0-18 16,-8 1-16,17-35 0</inkml:trace>
  <inkml:trace contextRef="#ctx0" brushRef="#br0" timeOffset="15488.82">26441 7118 0,'0'0'0,"0"0"0,-8 0 16,-1 0 0,1 0-16,-1 0 15,1 0 1,8 0-16,0 0 16,0 0-16,34 17 15,85 0 1,95 9-1,76-18-15,43 1 16,42-9 0,18 8-16,-26 1 15,42 8 1,1 8-16,-60 9 16,17 9-16,-68-9 15,-69 8 1,-51-8-1,-68-17-15,-34 9 16,-51-1 0,-26-8-16</inkml:trace>
  <inkml:trace contextRef="#ctx0" brushRef="#br0" timeOffset="16166.08">27696 8071 0,'0'0'0,"-9"-9"0,1 1 16,-18-1-16,-16-16 16,-18 8-1,-17 0-15,-25 17 16,-9 17-1,8 17-15,26 17 16,35 8-16,16-16 16,18-1-1,33-8 1,26 17-16,43-17 16,34-25-1,9-26-15,-26-9 16,-17-8-1,-26-8 1,-17 8-16,-25 17 16,-1 0-16,-16 0 15,-1 0 1,-8 8-16,-8 1 16,-1-1-1,1 9 1,-1 0-16,-16 26 15,8 8-15,0 25 16,17 26-16,8 0 16,1 9-1,-1-26 1,1-8-16,8-1 16,-9-25-1</inkml:trace>
  <inkml:trace contextRef="#ctx0" brushRef="#br0" timeOffset="16446.61">28549 8232 0,'0'0'0,"9"0"0,34 17 15,16-8 1,18-1-16,34 1 16,17-18-1,0 1-15,-25-18 16,-52 18-1</inkml:trace>
  <inkml:trace contextRef="#ctx0" brushRef="#br0" timeOffset="16715.23">29915 7841 0,'0'0'0,"0"9"0,-9 25 0,-8 68 15,-25 51 1,-27 8-16,1 9 15,-9-25-15,43-77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2T00:06:30.3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4669 7594 0,'0'0'0,"0"0"0,0 0 0,-35 77 0,27-34 15,-9 8 1,-9 17-16,9-9 15,-8 9-15,-1 0 16,0 0-16,9-25 16,0-9-1,9-9 1,-1 1-16,9-9 16,0-9-1,0 1-15,0-1 16,0-8-16,0 0 31,0 0-31,9 9 16,8-1-1,8 9-15,10-8 16,16 8 0,17-9-16,26 1 0,42-1 15,-8 1 1,-8-9-1,34 0 1,25 0-16,-17 0 16,17 0-16,9-9 15,-9 1 1,35-1-16,16 9 16,-59-8-1,59-9 1,1 17-16,-1-9 15,18 9 1,-52-8-16,43 8 0,0 0 31,17 0-31,8 0 16,-7 0 0,-10 8-16,-17-16 15,1 8 1,-26 0-16,25 0 15,-8 8 1,26-16-16,8-1 16,0 1-1,-17 8-15,-52 0 0,27-9 16,-9 9 0,8 0-1,-8 0-15,-60 0 16,17 9-1,0-1 1,-25 9-16,-35-8 16,-16-1-1,-27 1-15,-16-9 16,-9 8 0,0 1-16,-8-1 15,-9-8-15,0 0 16,0 0-1,0 0 1,0-8 0,-8-1-16,-1-16 15,-8-26-15,-17-9 16,-8-8 0,-1 0-16,18 43 15</inkml:trace>
  <inkml:trace contextRef="#ctx0" brushRef="#br0" timeOffset="24299.9">3960 10571 0,'0'0'0,"9"0"0,8-8 15,43-1-15,59 1 16,94-18-16,61-8 16,50 8-16,51 1 15,27 25 1,-10 8-1</inkml:trace>
  <inkml:trace contextRef="#ctx0" brushRef="#br0" timeOffset="31067.39">8723 10894 0,'0'0'0,"0"0"0,0 0 16,0 0-1,0 0-15,0 0 16,-9 0 0,1 17-16,-1 9 15,-8 33 1,0 9-16,0-8 16,0 8-1,0-9-15,17-16 16,0-1-16,0 1 15,0-9 1,17 0-16,0-8 16,9-1-1,-1 1 1,35-9-16,34-9 16,8-16-16,9-1 15,-8 1 1,16 8-1,18-9-15,-9 9 16,-26 0 0,-42 0-16,-18 0 15,-16 0 1,0 0-16,-18 0 16,1-8-16,-1-1 15,9-8 1,0-8-16,0-18 15,1 0 1,-1 26 0</inkml:trace>
  <inkml:trace contextRef="#ctx0" brushRef="#br0" timeOffset="46127.54">7135 12272 0,'0'0'0,"0"0"0,-8-9 15,-1 1 1,9 8-16,0 0 16,-8-9-1,8 9-15,0 0 16,0 0 0,8-8-16,18 8 15,33 0-15,35 0 16,60 17-1,42-9 1,35-8-16,33 9 16,27-18-1,24 9-15,35 0 16,43-8-16,-9-9 16</inkml:trace>
  <inkml:trace contextRef="#ctx0" brushRef="#br0" timeOffset="55921.63">19024 12323 0,'0'0'0,"52"0"0,152 8 16,249 43-16,102 9 15,-146-34 1</inkml:trace>
  <inkml:trace contextRef="#ctx0" brushRef="#br0" timeOffset="65234.47">10959 12476 0,'0'0'0,"0"0"0,0 0 16,0 0-16,0 0 16,0 0-1,0 0-15,0 0 16,0 0 0,0 0-16,0 0 15,-9 0 1,1 9-16,-1 16 15,-16 18 1,8 16-16,0 1 16,-1-1-1,1-8-15,0 9 16,9-9 0,-1-9-16,9-16 15,0-1 1,0 1-16,0-18 15,0 1 1,0-1-16,0-8 16,0 0-1,0 0-15,0 0 16,26 17 0,34 0-16,33 0 15,27-8 1,68-1-16,25 1 15,0-18 1,61 1-16,16-1 16,0 9-1,34 9-15,-16-9 16,33 8 0,26 1-16,-51-1 15,25 9 1,-34 0-16,-16 0 15,-1 9 1,-26-1-16,-16 1 16,-9-9-1,-17-9-15,-9 1 16,1-1 0,-35-16-16,0-1 15,-17 1-15,-59-18 16,-35 9-1,-8-8-15,-18-18 16,1 1 0,-17-18-1,-1 1-15,-8 25 16</inkml:trace>
  <inkml:trace contextRef="#ctx0" brushRef="#br0" timeOffset="83127.35">3627 13403 0,'0'0'0,"0"0"16,0 0-16,0 0 15,-8 26 1,-1 25-16,-8 34 16,-17 34-1,0 0-15,8-26 16,9-25-16,9-8 15,16-9 1,9-9 0,17-16-16,35-1 15,16-8-15,18-25 16,25-1 0,0-8-1,17-17-15,25-8 16,27 8-16,33 0 15,18 8 1,16 9 0,18 9-16,17 8 15,16-9 1,-7 1-16,-1-1 16,-25-8-16,-43-8 15,-26 8 1,-34-9-1,-42 1-15,-35-9 16,-34 17 0,-33 0-16,-18 17 15,-9 0 1,1 0-16</inkml:trace>
  <inkml:trace contextRef="#ctx0" brushRef="#br0" timeOffset="89421.66">4182 15784 0,'0'0'0,"0"0"0,0 0 16,0 0-16,0 0 15,0 0 1,0 0-1,0 0-15,0 0 16,9 0-16,25 0 16,34-8-1,69-1 1,67 9 0,44 0-16,42-8 15,60-1-15,51 9 16,17 9-16,18-18 15,-35 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AFC52-F46C-4845-B64D-0DCC1AECCCC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97389-0441-4D4C-B013-3AC3B336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97389-0441-4D4C-B013-3AC3B33670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6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EDFD-05A3-AB2C-28EA-1F10E5D21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A4A9E-A38E-8FAD-4725-63270224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024BA-3F6E-B600-8DEF-F5B8815A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B921-02AB-A8AB-A0C8-655556A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D915-48D5-56D7-32CC-399EFE7F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F38B-CB5A-B13E-F5D7-2DA1A6B9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2621-C1D2-6EA5-9C00-AD4D21D6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215E-AE4B-9861-F145-FDA28262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C039-B059-ECCC-530A-3AB6CB0A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EA18-99AF-5466-77A2-2ED025B8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553B-F670-1604-5051-C69575AB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F92DB-5E7F-F49E-F5A2-4CD71172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753E-851C-6254-0D25-2F887273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8AB3-1264-7FDE-D829-8552CB0E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5CDF-C478-A7EF-68E9-A9B03181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64F7-D59E-B01A-8BD5-00384E22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F09C-F9B9-2C50-7C6F-29C125516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A614B-6667-7695-5A04-2F636199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B1E8-E8EC-EC48-AC56-00B0294D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2EA3-CE48-C170-7657-2D913ED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36BE-3261-CE4F-7435-03969F8E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4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765F-128C-5F4B-4E20-D385D2B4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8912-9AF9-E09C-E9BF-C1A235440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D6C8-55A2-957D-7F4E-CC7BCF01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549B-8BC6-6148-ACAA-049554DFE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1610D-E8FB-B2C8-5980-6848B27C4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98579-8216-620D-1649-3AF68889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7186D-AE3C-BCC2-5CC7-DFDB1E9C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3C042-93EE-DFEB-EB11-59AE48DB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8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93B1-B34F-DEF0-36F0-9044F5D7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A602-329F-B48E-59DF-A750E786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3EDF7-DE2E-A73E-8F31-9D5E4D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12E61-B33E-641F-586B-71558099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9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244B7-1B24-A316-4AE0-092CD30B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F25EA-9B44-0E03-1033-8525546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25D09-469B-22B7-3367-45C141A2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6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1B2F-B9E6-9510-4D05-E3D54924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E975-5B17-DA24-6CEB-DC943E8B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5A351-A381-B7DE-629A-344A18790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D2EF-7CF7-DD3F-F641-183E8B2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5405-E07D-ACE1-4750-3CCE6C35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E168D-7644-1D4C-5394-6437965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801B-B60C-BB23-B536-10DDE66C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861CE-32FE-1378-773F-41832B9F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2144C-D26D-D14D-26EE-59C3FC1E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EF677-D138-7015-213C-2BB3F4A7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190E5-FB64-35C9-62D3-131BE331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29FB-47F6-106B-7BD5-F0203103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1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187-FA0C-1996-5F4B-01C6D21D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157-1E29-206A-A4D1-E079FFF5C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D6E6-27DC-9868-8ED6-B497F66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647-A949-3CDF-67EE-AB590ED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DF69-C102-21BC-88B3-80F4E212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C123A-D9AF-475A-C065-C2FA1596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27EB4-E58B-3FD3-E171-2FF9248A2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4642-AEF9-1A45-F614-49CABD0D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41C59-45AB-EDDF-36FA-E3E263F9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2C6A-7AA0-08EE-B17B-CA0D2FF9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6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0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4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1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53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64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5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05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97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4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78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232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46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113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90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9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7B289-BD5E-5EED-C530-FE49EC1F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310A-CDE1-6296-A6C7-FAD4EBB4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0977-A77A-05DC-ACE8-6F1D91538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5B7B-F51D-4CAE-B141-34246E39C0D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77BE-A1DA-9A34-23FB-D1B3BF2A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4270-8225-31C5-8BCA-531C6C5C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5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3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8AD1-28C6-4DBC-B0D5-638143145F9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w.edu/3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8.png"/><Relationship Id="rId26" Type="http://schemas.openxmlformats.org/officeDocument/2006/relationships/image" Target="../media/image13.png"/><Relationship Id="rId3" Type="http://schemas.openxmlformats.org/officeDocument/2006/relationships/image" Target="../media/image261.png"/><Relationship Id="rId21" Type="http://schemas.openxmlformats.org/officeDocument/2006/relationships/image" Target="../media/image11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7.png"/><Relationship Id="rId25" Type="http://schemas.openxmlformats.org/officeDocument/2006/relationships/customXml" Target="../ink/ink2.xml"/><Relationship Id="rId2" Type="http://schemas.openxmlformats.org/officeDocument/2006/relationships/image" Target="../media/image3.png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9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7.png"/><Relationship Id="rId26" Type="http://schemas.openxmlformats.org/officeDocument/2006/relationships/image" Target="../media/image17.png"/><Relationship Id="rId3" Type="http://schemas.openxmlformats.org/officeDocument/2006/relationships/image" Target="../media/image261.png"/><Relationship Id="rId21" Type="http://schemas.openxmlformats.org/officeDocument/2006/relationships/image" Target="../media/image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4.png"/><Relationship Id="rId25" Type="http://schemas.openxmlformats.org/officeDocument/2006/relationships/customXml" Target="../ink/ink5.xml"/><Relationship Id="rId2" Type="http://schemas.openxmlformats.org/officeDocument/2006/relationships/image" Target="../media/image40.png"/><Relationship Id="rId16" Type="http://schemas.openxmlformats.org/officeDocument/2006/relationships/image" Target="../media/image43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48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590.png"/><Relationship Id="rId26" Type="http://schemas.openxmlformats.org/officeDocument/2006/relationships/image" Target="../media/image19.png"/><Relationship Id="rId3" Type="http://schemas.openxmlformats.org/officeDocument/2006/relationships/image" Target="../media/image54.png"/><Relationship Id="rId21" Type="http://schemas.openxmlformats.org/officeDocument/2006/relationships/image" Target="../media/image62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58.png"/><Relationship Id="rId25" Type="http://schemas.openxmlformats.org/officeDocument/2006/relationships/customXml" Target="../ink/ink6.xml"/><Relationship Id="rId2" Type="http://schemas.openxmlformats.org/officeDocument/2006/relationships/image" Target="../media/image53.png"/><Relationship Id="rId16" Type="http://schemas.openxmlformats.org/officeDocument/2006/relationships/image" Target="../media/image57.png"/><Relationship Id="rId20" Type="http://schemas.openxmlformats.org/officeDocument/2006/relationships/image" Target="../media/image6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55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60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350.png"/><Relationship Id="rId18" Type="http://schemas.openxmlformats.org/officeDocument/2006/relationships/image" Target="../media/image78.png"/><Relationship Id="rId26" Type="http://schemas.openxmlformats.org/officeDocument/2006/relationships/customXml" Target="../ink/ink8.xml"/><Relationship Id="rId3" Type="http://schemas.openxmlformats.org/officeDocument/2006/relationships/image" Target="../media/image68.png"/><Relationship Id="rId21" Type="http://schemas.openxmlformats.org/officeDocument/2006/relationships/image" Target="../media/image8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77.png"/><Relationship Id="rId25" Type="http://schemas.openxmlformats.org/officeDocument/2006/relationships/image" Target="../media/image46.png"/><Relationship Id="rId2" Type="http://schemas.openxmlformats.org/officeDocument/2006/relationships/image" Target="../media/image67.png"/><Relationship Id="rId16" Type="http://schemas.openxmlformats.org/officeDocument/2006/relationships/image" Target="../media/image3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11" Type="http://schemas.openxmlformats.org/officeDocument/2006/relationships/image" Target="../media/image75.png"/><Relationship Id="rId24" Type="http://schemas.openxmlformats.org/officeDocument/2006/relationships/image" Target="../media/image45.png"/><Relationship Id="rId5" Type="http://schemas.openxmlformats.org/officeDocument/2006/relationships/image" Target="../media/image69.png"/><Relationship Id="rId15" Type="http://schemas.openxmlformats.org/officeDocument/2006/relationships/image" Target="../media/image370.png"/><Relationship Id="rId23" Type="http://schemas.openxmlformats.org/officeDocument/2006/relationships/image" Target="../media/image83.png"/><Relationship Id="rId10" Type="http://schemas.openxmlformats.org/officeDocument/2006/relationships/image" Target="../media/image74.png"/><Relationship Id="rId19" Type="http://schemas.openxmlformats.org/officeDocument/2006/relationships/image" Target="../media/image79.png"/><Relationship Id="rId4" Type="http://schemas.openxmlformats.org/officeDocument/2006/relationships/image" Target="../media/image271.png"/><Relationship Id="rId9" Type="http://schemas.openxmlformats.org/officeDocument/2006/relationships/image" Target="../media/image73.png"/><Relationship Id="rId14" Type="http://schemas.openxmlformats.org/officeDocument/2006/relationships/image" Target="../media/image360.png"/><Relationship Id="rId22" Type="http://schemas.openxmlformats.org/officeDocument/2006/relationships/image" Target="../media/image82.png"/><Relationship Id="rId27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26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12" Type="http://schemas.openxmlformats.org/officeDocument/2006/relationships/customXml" Target="../ink/ink10.xml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10.png"/><Relationship Id="rId11" Type="http://schemas.openxmlformats.org/officeDocument/2006/relationships/image" Target="../media/image163.png"/><Relationship Id="rId5" Type="http://schemas.openxmlformats.org/officeDocument/2006/relationships/image" Target="../media/image1700.png"/><Relationship Id="rId10" Type="http://schemas.openxmlformats.org/officeDocument/2006/relationships/image" Target="../media/image1410.png"/><Relationship Id="rId4" Type="http://schemas.openxmlformats.org/officeDocument/2006/relationships/image" Target="../media/image1010.png"/><Relationship Id="rId9" Type="http://schemas.openxmlformats.org/officeDocument/2006/relationships/image" Target="../media/image1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1.png"/><Relationship Id="rId7" Type="http://schemas.openxmlformats.org/officeDocument/2006/relationships/image" Target="../media/image12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10.png"/><Relationship Id="rId11" Type="http://schemas.openxmlformats.org/officeDocument/2006/relationships/image" Target="../media/image163.png"/><Relationship Id="rId5" Type="http://schemas.openxmlformats.org/officeDocument/2006/relationships/image" Target="../media/image1010.png"/><Relationship Id="rId10" Type="http://schemas.openxmlformats.org/officeDocument/2006/relationships/image" Target="../media/image155.png"/><Relationship Id="rId4" Type="http://schemas.openxmlformats.org/officeDocument/2006/relationships/image" Target="../media/image910.png"/><Relationship Id="rId9" Type="http://schemas.openxmlformats.org/officeDocument/2006/relationships/image" Target="../media/image14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CSE 332 Winter 2026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Lecture 7: Recurrences, Dictionaries, BSTs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3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3A8-F389-D526-27E0-2C577B7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Overall structure of recursion: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non-recursive “work”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Do one or more recursive calls on some portion of your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more non-recursive “work”</a:t>
                </a:r>
              </a:p>
              <a:p>
                <a:pPr lvl="1"/>
                <a:r>
                  <a:rPr lang="en-US" dirty="0"/>
                  <a:t>Repeat until you reach a base case</a:t>
                </a:r>
              </a:p>
              <a:p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time it takes to run the algorithm on an input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The sum of how long it takes to run the same algorithm on each smaller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Plus the total amount of non-recursive work done in that stack frame</a:t>
                </a:r>
              </a:p>
              <a:p>
                <a:r>
                  <a:rPr lang="en-US" dirty="0"/>
                  <a:t>Usually: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Called “divide and conquer”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Called “chip and conquer”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  <a:blipFill>
                <a:blip r:embed="rId2"/>
                <a:stretch>
                  <a:fillRect l="-928" t="-2387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59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B12C-1484-4384-0A8A-F40C8F0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high-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list[low];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middle = 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high+low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low, middle) +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middle, high);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BBFA67-AC2E-168C-9622-78BAD584F838}"/>
                  </a:ext>
                </a:extLst>
              </p14:cNvPr>
              <p14:cNvContentPartPr/>
              <p14:nvPr/>
            </p14:nvContentPartPr>
            <p14:xfrm>
              <a:off x="1809720" y="921600"/>
              <a:ext cx="9783360" cy="4093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BBFA67-AC2E-168C-9622-78BAD584F8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0360" y="912240"/>
                <a:ext cx="9802080" cy="41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671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555AF6-0BBA-FDF6-3688-261F7C30EB68}"/>
                  </a:ext>
                </a:extLst>
              </p14:cNvPr>
              <p14:cNvContentPartPr/>
              <p14:nvPr/>
            </p14:nvContentPartPr>
            <p14:xfrm>
              <a:off x="5690520" y="284760"/>
              <a:ext cx="4215960" cy="6570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555AF6-0BBA-FDF6-3688-261F7C30EB6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81160" y="275400"/>
                <a:ext cx="4234680" cy="65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3FB1-2024-3C2F-82C7-A570445A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Chip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from the parent’s input size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0?”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  <a:blipFill>
                <a:blip r:embed="rId2"/>
                <a:stretch>
                  <a:fillRect l="-928" t="-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17ABB7-D5E8-3D4C-A218-A669275C5DE3}"/>
                  </a:ext>
                </a:extLst>
              </p14:cNvPr>
              <p14:cNvContentPartPr/>
              <p14:nvPr/>
            </p14:nvContentPartPr>
            <p14:xfrm>
              <a:off x="823320" y="1105200"/>
              <a:ext cx="6520680" cy="3962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17ABB7-D5E8-3D4C-A218-A669275C5D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960" y="1095840"/>
                <a:ext cx="6539400" cy="39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54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50C5-7F4C-B114-9C6D-551C7350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4591-7216-6863-6ED7-569C0FEE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Divide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Divide the parent’s input size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divide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1?”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  <a:blipFill>
                <a:blip r:embed="rId2"/>
                <a:stretch>
                  <a:fillRect l="-928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1C50DA-0742-CD21-B373-42AE1A65D47A}"/>
                  </a:ext>
                </a:extLst>
              </p14:cNvPr>
              <p14:cNvContentPartPr/>
              <p14:nvPr/>
            </p14:nvContentPartPr>
            <p14:xfrm>
              <a:off x="3705480" y="1466640"/>
              <a:ext cx="2467800" cy="256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1C50DA-0742-CD21-B373-42AE1A65D4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6120" y="1457280"/>
                <a:ext cx="2486520" cy="258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02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52AD-3F4C-DE42-5E30-D2A783A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more!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each, assume the base case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975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13B76E-7824-D345-3CD3-180E10153BE3}"/>
                  </a:ext>
                </a:extLst>
              </p14:cNvPr>
              <p14:cNvContentPartPr/>
              <p14:nvPr/>
            </p14:nvContentPartPr>
            <p14:xfrm>
              <a:off x="5008320" y="1239840"/>
              <a:ext cx="2845440" cy="99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13B76E-7824-D345-3CD3-180E10153B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98960" y="1230480"/>
                <a:ext cx="2864160" cy="10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10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??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CF3FD0-74A9-F95D-008C-B03817061AAF}"/>
                  </a:ext>
                </a:extLst>
              </p14:cNvPr>
              <p14:cNvContentPartPr/>
              <p14:nvPr/>
            </p14:nvContentPartPr>
            <p14:xfrm>
              <a:off x="276480" y="370440"/>
              <a:ext cx="11912760" cy="594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CF3FD0-74A9-F95D-008C-B03817061AA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7120" y="361080"/>
                <a:ext cx="11931480" cy="59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48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15CF68-8DCF-F440-343C-86A4EF052B9D}"/>
                  </a:ext>
                </a:extLst>
              </p14:cNvPr>
              <p14:cNvContentPartPr/>
              <p14:nvPr/>
            </p14:nvContentPartPr>
            <p14:xfrm>
              <a:off x="4845600" y="3073680"/>
              <a:ext cx="5807520" cy="2988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15CF68-8DCF-F440-343C-86A4EF052B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6240" y="3064320"/>
                <a:ext cx="5826240" cy="30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96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BCE25C-2A0A-C31D-2F17-CF52472D6729}"/>
                  </a:ext>
                </a:extLst>
              </p14:cNvPr>
              <p14:cNvContentPartPr/>
              <p14:nvPr/>
            </p14:nvContentPartPr>
            <p14:xfrm>
              <a:off x="8381880" y="2363400"/>
              <a:ext cx="1367640" cy="194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BCE25C-2A0A-C31D-2F17-CF52472D672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72520" y="2354040"/>
                <a:ext cx="1386360" cy="19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021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A2DFE6-F06E-4914-BA45-A7283A0AAF34}"/>
                  </a:ext>
                </a:extLst>
              </p14:cNvPr>
              <p14:cNvContentPartPr/>
              <p14:nvPr/>
            </p14:nvContentPartPr>
            <p14:xfrm>
              <a:off x="3767040" y="1438920"/>
              <a:ext cx="3874680" cy="477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A2DFE6-F06E-4914-BA45-A7283A0AAF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57680" y="1429560"/>
                <a:ext cx="3893400" cy="47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437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39" name="Rectangle 38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16513" y="1473029"/>
            <a:ext cx="2286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24" name="Rectangle 23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Rectangle 41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373913" y="497822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056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6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BC0252-8A38-76FF-3145-6765941A947E}"/>
                  </a:ext>
                </a:extLst>
              </p14:cNvPr>
              <p14:cNvContentPartPr/>
              <p14:nvPr/>
            </p14:nvContentPartPr>
            <p14:xfrm>
              <a:off x="8185320" y="829800"/>
              <a:ext cx="3973320" cy="2308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BC0252-8A38-76FF-3145-6765941A94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75960" y="820440"/>
                <a:ext cx="3992040" cy="23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6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6" grpId="0" animBg="1"/>
      <p:bldP spid="20" grpId="0"/>
      <p:bldP spid="55" grpId="0"/>
      <p:bldP spid="58" grpId="0"/>
      <p:bldP spid="59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46" name="Rectangle 45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7400" y="3279706"/>
            <a:ext cx="1143000" cy="1828800"/>
            <a:chOff x="762000" y="3301829"/>
            <a:chExt cx="1143000" cy="1828800"/>
          </a:xfrm>
        </p:grpSpPr>
        <p:sp>
          <p:nvSpPr>
            <p:cNvPr id="40" name="Rectangle 39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2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057400" y="3276600"/>
            <a:ext cx="1143000" cy="1828800"/>
            <a:chOff x="762000" y="3301829"/>
            <a:chExt cx="1143000" cy="1828800"/>
          </a:xfrm>
        </p:grpSpPr>
        <p:sp>
          <p:nvSpPr>
            <p:cNvPr id="34" name="Rectangle 33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52" name="Rectangle 51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7391400" y="5011757"/>
            <a:ext cx="228600" cy="1188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72600" y="1447800"/>
            <a:ext cx="228600" cy="3657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052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rot="16200000">
            <a:off x="5329359" y="2124934"/>
            <a:ext cx="437983" cy="82277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86700" y="6488668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for the series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8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0" grpId="0"/>
      <p:bldP spid="30" grpId="0"/>
      <p:bldP spid="31" grpId="0"/>
      <p:bldP spid="58" grpId="0" animBg="1"/>
      <p:bldP spid="59" grpId="0" animBg="1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B83401-1AF5-B6A2-CCFE-F530E866A47D}"/>
                  </a:ext>
                </a:extLst>
              </p14:cNvPr>
              <p14:cNvContentPartPr/>
              <p14:nvPr/>
            </p14:nvContentPartPr>
            <p14:xfrm>
              <a:off x="1250640" y="2733840"/>
              <a:ext cx="6200640" cy="294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B83401-1AF5-B6A2-CCFE-F530E866A4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1280" y="2724480"/>
                <a:ext cx="6219360" cy="29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05937353"/>
                  </p:ext>
                </p:extLst>
              </p:nvPr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05937353"/>
                  </p:ext>
                </p:extLst>
              </p:nvPr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91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89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05882" r="-22397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05882" r="-13986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05882" r="-976" b="-3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43333" r="-22397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43333" r="-13986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43333" r="-976" b="-1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43333" r="-22397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43333" r="-13986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43333" r="-976" b="-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AF19-ADB0-CEDA-E499-060E3A41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Tree “Vocab”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F1423-9B9F-8928-7B3D-7CF5E1C30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98" y="18045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Traversal:</a:t>
            </a:r>
          </a:p>
          <a:p>
            <a:pPr lvl="1"/>
            <a:r>
              <a:rPr lang="en-US" dirty="0"/>
              <a:t>An algorithm for “visiting/processing” every node in a tree</a:t>
            </a:r>
          </a:p>
          <a:p>
            <a:r>
              <a:rPr lang="en-US" dirty="0"/>
              <a:t>Pre-Order Traversal:</a:t>
            </a:r>
          </a:p>
          <a:p>
            <a:pPr lvl="1"/>
            <a:r>
              <a:rPr lang="en-US" dirty="0"/>
              <a:t>Root, Left Subtree, Right Subtree</a:t>
            </a:r>
          </a:p>
          <a:p>
            <a:pPr lvl="1"/>
            <a:r>
              <a:rPr lang="en-US" dirty="0"/>
              <a:t>D U S 2 B</a:t>
            </a:r>
          </a:p>
          <a:p>
            <a:r>
              <a:rPr lang="en-US" dirty="0"/>
              <a:t>In-Order Traversal:</a:t>
            </a:r>
          </a:p>
          <a:p>
            <a:pPr lvl="1"/>
            <a:r>
              <a:rPr lang="en-US" dirty="0"/>
              <a:t>Left Subtree, Root, Right Subtree</a:t>
            </a:r>
          </a:p>
          <a:p>
            <a:pPr lvl="1"/>
            <a:r>
              <a:rPr lang="en-US" dirty="0"/>
              <a:t>S U 2 D B</a:t>
            </a:r>
          </a:p>
          <a:p>
            <a:r>
              <a:rPr lang="en-US" dirty="0"/>
              <a:t>Post-Order Traversal</a:t>
            </a:r>
          </a:p>
          <a:p>
            <a:pPr lvl="1"/>
            <a:r>
              <a:rPr lang="en-US" dirty="0"/>
              <a:t>Left Subtree, Right Subtree, Root</a:t>
            </a:r>
          </a:p>
          <a:p>
            <a:pPr lvl="1"/>
            <a:r>
              <a:rPr lang="en-US" dirty="0"/>
              <a:t>S 2 U B D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71AA27-B709-68DB-ED61-5CFC34EE7535}"/>
              </a:ext>
            </a:extLst>
          </p:cNvPr>
          <p:cNvSpPr/>
          <p:nvPr/>
        </p:nvSpPr>
        <p:spPr>
          <a:xfrm>
            <a:off x="9921241" y="681037"/>
            <a:ext cx="688077" cy="68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0F0F4-CCA6-1F0F-2E8C-1EA305114FE8}"/>
              </a:ext>
            </a:extLst>
          </p:cNvPr>
          <p:cNvSpPr/>
          <p:nvPr/>
        </p:nvSpPr>
        <p:spPr>
          <a:xfrm>
            <a:off x="8930641" y="138225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07A1F2-30F9-729B-1528-91EAFB4D1467}"/>
              </a:ext>
            </a:extLst>
          </p:cNvPr>
          <p:cNvSpPr/>
          <p:nvPr/>
        </p:nvSpPr>
        <p:spPr>
          <a:xfrm>
            <a:off x="10941446" y="1424116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BEA08-669E-B443-72F8-BA5F0CEEB896}"/>
              </a:ext>
            </a:extLst>
          </p:cNvPr>
          <p:cNvSpPr/>
          <p:nvPr/>
        </p:nvSpPr>
        <p:spPr>
          <a:xfrm>
            <a:off x="8321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BE23D9-06E9-66F6-B04D-AE64602081C5}"/>
              </a:ext>
            </a:extLst>
          </p:cNvPr>
          <p:cNvSpPr/>
          <p:nvPr/>
        </p:nvSpPr>
        <p:spPr>
          <a:xfrm>
            <a:off x="9464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00C509-5697-D96D-ED44-6AF53EE8DA7A}"/>
              </a:ext>
            </a:extLst>
          </p:cNvPr>
          <p:cNvCxnSpPr>
            <a:stCxn id="6" idx="1"/>
            <a:endCxn id="4" idx="5"/>
          </p:cNvCxnSpPr>
          <p:nvPr/>
        </p:nvCxnSpPr>
        <p:spPr>
          <a:xfrm flipH="1" flipV="1">
            <a:off x="10508550" y="1268346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22C071-DF0C-D512-68A9-B941D1228586}"/>
              </a:ext>
            </a:extLst>
          </p:cNvPr>
          <p:cNvCxnSpPr>
            <a:stCxn id="5" idx="7"/>
            <a:endCxn id="4" idx="3"/>
          </p:cNvCxnSpPr>
          <p:nvPr/>
        </p:nvCxnSpPr>
        <p:spPr>
          <a:xfrm flipV="1">
            <a:off x="9517951" y="1268346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9E9506-B816-4FDB-6488-95FEF0DA2885}"/>
              </a:ext>
            </a:extLst>
          </p:cNvPr>
          <p:cNvCxnSpPr>
            <a:stCxn id="8" idx="0"/>
            <a:endCxn id="5" idx="5"/>
          </p:cNvCxnSpPr>
          <p:nvPr/>
        </p:nvCxnSpPr>
        <p:spPr>
          <a:xfrm flipH="1" flipV="1">
            <a:off x="9517951" y="1969561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CC884B-01B4-13C8-F936-0590B4EE303A}"/>
              </a:ext>
            </a:extLst>
          </p:cNvPr>
          <p:cNvCxnSpPr>
            <a:stCxn id="7" idx="0"/>
            <a:endCxn id="5" idx="3"/>
          </p:cNvCxnSpPr>
          <p:nvPr/>
        </p:nvCxnSpPr>
        <p:spPr>
          <a:xfrm flipV="1">
            <a:off x="8665079" y="1969561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4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41BB-3D3E-2892-1138-23936D22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Traversal!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85F3B-810A-B300-B3D1-DB07A7B7626D}"/>
              </a:ext>
            </a:extLst>
          </p:cNvPr>
          <p:cNvSpPr txBox="1"/>
          <p:nvPr/>
        </p:nvSpPr>
        <p:spPr>
          <a:xfrm>
            <a:off x="0" y="1828800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21AD2-233A-B15D-281E-50F6C7B8EB57}"/>
              </a:ext>
            </a:extLst>
          </p:cNvPr>
          <p:cNvSpPr txBox="1"/>
          <p:nvPr/>
        </p:nvSpPr>
        <p:spPr>
          <a:xfrm>
            <a:off x="4045337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C02A-AE8D-56FD-438A-B6623B7BE486}"/>
              </a:ext>
            </a:extLst>
          </p:cNvPr>
          <p:cNvSpPr txBox="1"/>
          <p:nvPr/>
        </p:nvSpPr>
        <p:spPr>
          <a:xfrm>
            <a:off x="8146664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21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6548-9D98-39FE-74B0-AE28060A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BSTs?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E5AD0C-4A2B-9A16-4E21-6AB1559EA083}"/>
              </a:ext>
            </a:extLst>
          </p:cNvPr>
          <p:cNvGrpSpPr/>
          <p:nvPr/>
        </p:nvGrpSpPr>
        <p:grpSpPr>
          <a:xfrm>
            <a:off x="200248" y="1567009"/>
            <a:ext cx="4036614" cy="2762801"/>
            <a:chOff x="131609" y="2379747"/>
            <a:chExt cx="4036614" cy="27628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6A6EC8-5DF8-4AA2-99AA-01038135CE44}"/>
                </a:ext>
              </a:extLst>
            </p:cNvPr>
            <p:cNvSpPr/>
            <p:nvPr/>
          </p:nvSpPr>
          <p:spPr>
            <a:xfrm>
              <a:off x="2259363" y="237974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805804-F2DC-C6FD-B8E9-574ACB44AD21}"/>
                </a:ext>
              </a:extLst>
            </p:cNvPr>
            <p:cNvSpPr/>
            <p:nvPr/>
          </p:nvSpPr>
          <p:spPr>
            <a:xfrm>
              <a:off x="1556072" y="3043035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B5938-265F-ABFC-25F4-5D8918243D7E}"/>
                </a:ext>
              </a:extLst>
            </p:cNvPr>
            <p:cNvSpPr/>
            <p:nvPr/>
          </p:nvSpPr>
          <p:spPr>
            <a:xfrm>
              <a:off x="2943201" y="300747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F0C916-C4B6-92D6-8494-EA5DFFA91B3D}"/>
                </a:ext>
              </a:extLst>
            </p:cNvPr>
            <p:cNvSpPr/>
            <p:nvPr/>
          </p:nvSpPr>
          <p:spPr>
            <a:xfrm>
              <a:off x="820352" y="379936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91AC77-7F7D-F3E6-C149-208F5C5970A9}"/>
                </a:ext>
              </a:extLst>
            </p:cNvPr>
            <p:cNvSpPr/>
            <p:nvPr/>
          </p:nvSpPr>
          <p:spPr>
            <a:xfrm>
              <a:off x="3555712" y="369755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1FA898-5F86-702E-BACF-23EAF0ED22D9}"/>
                </a:ext>
              </a:extLst>
            </p:cNvPr>
            <p:cNvSpPr/>
            <p:nvPr/>
          </p:nvSpPr>
          <p:spPr>
            <a:xfrm>
              <a:off x="131609" y="453003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F02345-0F06-9D9F-427F-6826149A089F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078883" y="2902558"/>
              <a:ext cx="270180" cy="230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F37D10-ECAB-4C4B-8186-21080F7EB02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2782174" y="2902558"/>
              <a:ext cx="250727" cy="1946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B40EF5-F8EE-E10F-696D-062B8556F3FC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1343163" y="3565846"/>
              <a:ext cx="302609" cy="323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C5E63E-B3AA-4E99-B718-95F43830258A}"/>
                </a:ext>
              </a:extLst>
            </p:cNvPr>
            <p:cNvCxnSpPr>
              <a:cxnSpLocks/>
              <a:stCxn id="12" idx="7"/>
              <a:endCxn id="8" idx="3"/>
            </p:cNvCxnSpPr>
            <p:nvPr/>
          </p:nvCxnSpPr>
          <p:spPr>
            <a:xfrm flipV="1">
              <a:off x="654420" y="4322171"/>
              <a:ext cx="255632" cy="297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BC7B60-9565-522D-D281-1C17537B9FCE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3466012" y="3530286"/>
              <a:ext cx="179400" cy="2569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884F94-B209-66BE-9805-70530BB7643C}"/>
              </a:ext>
            </a:extLst>
          </p:cNvPr>
          <p:cNvGrpSpPr/>
          <p:nvPr/>
        </p:nvGrpSpPr>
        <p:grpSpPr>
          <a:xfrm>
            <a:off x="6758024" y="2938268"/>
            <a:ext cx="3877904" cy="3796337"/>
            <a:chOff x="41909" y="1095926"/>
            <a:chExt cx="3877904" cy="379633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8C104B-2AC3-76E9-2B47-DAB7FCAFA33F}"/>
                </a:ext>
              </a:extLst>
            </p:cNvPr>
            <p:cNvSpPr/>
            <p:nvPr/>
          </p:nvSpPr>
          <p:spPr>
            <a:xfrm>
              <a:off x="2032627" y="237198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9204F87-3913-03CF-D0FF-35DB4BAA0656}"/>
                </a:ext>
              </a:extLst>
            </p:cNvPr>
            <p:cNvSpPr/>
            <p:nvPr/>
          </p:nvSpPr>
          <p:spPr>
            <a:xfrm>
              <a:off x="1339516" y="302554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5F20C-29FD-AE0D-F4C5-50410235796D}"/>
                </a:ext>
              </a:extLst>
            </p:cNvPr>
            <p:cNvSpPr/>
            <p:nvPr/>
          </p:nvSpPr>
          <p:spPr>
            <a:xfrm>
              <a:off x="2694793" y="172896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8EF4C2-E99D-433A-7E38-FD10C7AE2AA5}"/>
                </a:ext>
              </a:extLst>
            </p:cNvPr>
            <p:cNvSpPr/>
            <p:nvPr/>
          </p:nvSpPr>
          <p:spPr>
            <a:xfrm>
              <a:off x="674261" y="3667241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66E27F-8D6C-3E0B-4F79-2A655295B958}"/>
                </a:ext>
              </a:extLst>
            </p:cNvPr>
            <p:cNvSpPr/>
            <p:nvPr/>
          </p:nvSpPr>
          <p:spPr>
            <a:xfrm>
              <a:off x="3307302" y="1095926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4C4440-F81A-3A7F-27E9-725F1CAA06F4}"/>
                </a:ext>
              </a:extLst>
            </p:cNvPr>
            <p:cNvSpPr/>
            <p:nvPr/>
          </p:nvSpPr>
          <p:spPr>
            <a:xfrm>
              <a:off x="41909" y="427975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7012BB1-0ABB-B4AD-2F57-9C1110B619BB}"/>
                </a:ext>
              </a:extLst>
            </p:cNvPr>
            <p:cNvCxnSpPr>
              <a:cxnSpLocks/>
              <a:stCxn id="25" idx="3"/>
              <a:endCxn id="26" idx="7"/>
            </p:cNvCxnSpPr>
            <p:nvPr/>
          </p:nvCxnSpPr>
          <p:spPr>
            <a:xfrm flipH="1">
              <a:off x="1862327" y="2894791"/>
              <a:ext cx="260000" cy="220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783DAE3-3D5D-15E4-B689-776BBAEF2CA2}"/>
                </a:ext>
              </a:extLst>
            </p:cNvPr>
            <p:cNvCxnSpPr>
              <a:cxnSpLocks/>
              <a:stCxn id="25" idx="7"/>
              <a:endCxn id="27" idx="3"/>
            </p:cNvCxnSpPr>
            <p:nvPr/>
          </p:nvCxnSpPr>
          <p:spPr>
            <a:xfrm flipV="1">
              <a:off x="2555438" y="2251773"/>
              <a:ext cx="229055" cy="2099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E6B326-F8D7-83A0-7746-675AF1939561}"/>
                </a:ext>
              </a:extLst>
            </p:cNvPr>
            <p:cNvCxnSpPr>
              <a:stCxn id="28" idx="7"/>
              <a:endCxn id="26" idx="3"/>
            </p:cNvCxnSpPr>
            <p:nvPr/>
          </p:nvCxnSpPr>
          <p:spPr>
            <a:xfrm flipV="1">
              <a:off x="1197072" y="3548353"/>
              <a:ext cx="232144" cy="208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325648F-1B77-2F45-09C7-4D83E88B0D3C}"/>
                </a:ext>
              </a:extLst>
            </p:cNvPr>
            <p:cNvCxnSpPr>
              <a:cxnSpLocks/>
              <a:stCxn id="30" idx="7"/>
              <a:endCxn id="28" idx="3"/>
            </p:cNvCxnSpPr>
            <p:nvPr/>
          </p:nvCxnSpPr>
          <p:spPr>
            <a:xfrm flipV="1">
              <a:off x="564720" y="4190052"/>
              <a:ext cx="199241" cy="1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518FA16-BC35-AB0B-3154-ED1E47669354}"/>
                </a:ext>
              </a:extLst>
            </p:cNvPr>
            <p:cNvCxnSpPr>
              <a:cxnSpLocks/>
              <a:stCxn id="29" idx="3"/>
              <a:endCxn id="27" idx="7"/>
            </p:cNvCxnSpPr>
            <p:nvPr/>
          </p:nvCxnSpPr>
          <p:spPr>
            <a:xfrm flipH="1">
              <a:off x="3217604" y="1618737"/>
              <a:ext cx="179398" cy="1999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8E303-07A5-0FEA-D6A9-AA75413C8B43}"/>
              </a:ext>
            </a:extLst>
          </p:cNvPr>
          <p:cNvGrpSpPr/>
          <p:nvPr/>
        </p:nvGrpSpPr>
        <p:grpSpPr>
          <a:xfrm>
            <a:off x="5894880" y="334374"/>
            <a:ext cx="4036614" cy="2762801"/>
            <a:chOff x="5413263" y="1203158"/>
            <a:chExt cx="4036614" cy="27628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DE93E5E-47AF-DA70-5553-9B15F4248E19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0D95083-1032-E089-E0A6-2DDC0645E5CD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0CD5BB-759D-9930-59D7-E866E894F84D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AFB0B45-1D09-7FB3-2584-B1C055243DC8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E7364C8-CE67-2CDD-F323-1DB8BA6ED0FC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7B236FA-64A2-FF24-C027-2E1851FDA694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469DE87-EE49-BE73-3F23-F86634871488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3B9DA36-B4DF-1C20-A4FD-670899389501}"/>
                  </a:ext>
                </a:extLst>
              </p:cNvPr>
              <p:cNvCxnSpPr>
                <a:cxnSpLocks/>
                <a:stCxn id="58" idx="3"/>
                <a:endCxn id="5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5C94700-070A-B561-8ADC-5D4F8C148F03}"/>
                  </a:ext>
                </a:extLst>
              </p:cNvPr>
              <p:cNvCxnSpPr>
                <a:cxnSpLocks/>
                <a:stCxn id="58" idx="5"/>
                <a:endCxn id="6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3319A1F-7FEA-B5E1-183D-B46A7BD98F7A}"/>
                  </a:ext>
                </a:extLst>
              </p:cNvPr>
              <p:cNvCxnSpPr>
                <a:stCxn id="61" idx="7"/>
                <a:endCxn id="5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FDEE638-D040-5710-1D02-39AA593813D4}"/>
                  </a:ext>
                </a:extLst>
              </p:cNvPr>
              <p:cNvCxnSpPr>
                <a:cxnSpLocks/>
                <a:stCxn id="63" idx="7"/>
                <a:endCxn id="6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4BFAE1A-394A-A2F5-3B40-B82D2E654900}"/>
                  </a:ext>
                </a:extLst>
              </p:cNvPr>
              <p:cNvCxnSpPr>
                <a:stCxn id="62" idx="1"/>
                <a:endCxn id="6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FA0846D-5821-0C57-9E29-76E3C1337D8F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250BAC-0A03-1B48-1E20-909F0F10479D}"/>
                </a:ext>
              </a:extLst>
            </p:cNvPr>
            <p:cNvCxnSpPr>
              <a:cxnSpLocks/>
              <a:stCxn id="69" idx="1"/>
              <a:endCxn id="5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CDE4A-98B0-022C-87D8-15AEA4022316}"/>
              </a:ext>
            </a:extLst>
          </p:cNvPr>
          <p:cNvGrpSpPr/>
          <p:nvPr/>
        </p:nvGrpSpPr>
        <p:grpSpPr>
          <a:xfrm>
            <a:off x="2376685" y="3800627"/>
            <a:ext cx="4036614" cy="2762801"/>
            <a:chOff x="5413263" y="1203158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EFED0A-5C34-B6F0-549E-4E88321F4178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1714744-621D-F5E0-3846-0DE7B9124DEE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E982F01-E273-B8BE-B119-E2CC24AD004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60A6C0-91DB-9D6E-4E29-D2DA63F0461F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5ED5B8-C63A-1E80-38DD-8981EBB048FF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801A08-6C6E-24D9-1F1A-23D7CC5BB202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A063D3F-1277-6121-2D74-062102099201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1B54F0-6F9E-6234-A5A1-BF7815089EA1}"/>
                  </a:ext>
                </a:extLst>
              </p:cNvPr>
              <p:cNvCxnSpPr>
                <a:cxnSpLocks/>
                <a:stCxn id="13" idx="3"/>
                <a:endCxn id="16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AF691C-C423-88A5-793D-69792CD41AA7}"/>
                  </a:ext>
                </a:extLst>
              </p:cNvPr>
              <p:cNvCxnSpPr>
                <a:cxnSpLocks/>
                <a:stCxn id="13" idx="5"/>
                <a:endCxn id="18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50A1733-3E9B-E375-CD65-075CED3234CA}"/>
                  </a:ext>
                </a:extLst>
              </p:cNvPr>
              <p:cNvCxnSpPr>
                <a:stCxn id="20" idx="7"/>
                <a:endCxn id="16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397CF2A-3C8F-10A1-2382-29256DF9A85E}"/>
                  </a:ext>
                </a:extLst>
              </p:cNvPr>
              <p:cNvCxnSpPr>
                <a:cxnSpLocks/>
                <a:stCxn id="36" idx="7"/>
                <a:endCxn id="20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EDE9409-B167-DA3A-92F3-63FF2E4C3C11}"/>
                  </a:ext>
                </a:extLst>
              </p:cNvPr>
              <p:cNvCxnSpPr>
                <a:stCxn id="22" idx="1"/>
                <a:endCxn id="18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CB6E68-1D64-B8A9-6FEF-CE6C62F71FBC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59C2F0-D084-076D-73BD-249FCD714F8D}"/>
                </a:ext>
              </a:extLst>
            </p:cNvPr>
            <p:cNvCxnSpPr>
              <a:cxnSpLocks/>
              <a:stCxn id="9" idx="1"/>
              <a:endCxn id="16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5263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08E2-751D-F879-3C45-BB45A60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not use an array?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represented a heap using an array, finding children/parents by index</a:t>
                </a:r>
              </a:p>
              <a:p>
                <a:r>
                  <a:rPr lang="en-US" dirty="0"/>
                  <a:t>We will represent BSTs with nodes and references. Why?</a:t>
                </a:r>
              </a:p>
              <a:p>
                <a:pPr lvl="1"/>
                <a:r>
                  <a:rPr lang="en-US" dirty="0"/>
                  <a:t>We might have “gaps” in our tree</a:t>
                </a:r>
              </a:p>
              <a:p>
                <a:pPr lvl="1"/>
                <a:r>
                  <a:rPr lang="en-US" dirty="0"/>
                  <a:t>Memory!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920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6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if (root == Null){ </a:t>
            </a:r>
            <a:r>
              <a:rPr lang="en-US" dirty="0" err="1"/>
              <a:t>this.root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parent = Null;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parent = root;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!= Null){ </a:t>
            </a:r>
            <a:r>
              <a:rPr lang="en-US" dirty="0" err="1"/>
              <a:t>root.value</a:t>
            </a:r>
            <a:r>
              <a:rPr lang="en-US" dirty="0"/>
              <a:t> = value; }</a:t>
            </a:r>
          </a:p>
          <a:p>
            <a:pPr marL="0" indent="0">
              <a:buNone/>
            </a:pPr>
            <a:r>
              <a:rPr lang="en-US" dirty="0"/>
              <a:t>	else if (key &lt; </a:t>
            </a:r>
            <a:r>
              <a:rPr lang="en-US" dirty="0" err="1"/>
              <a:t>parent.key</a:t>
            </a:r>
            <a:r>
              <a:rPr lang="en-US" dirty="0"/>
              <a:t>){ </a:t>
            </a:r>
            <a:r>
              <a:rPr lang="en-US" dirty="0" err="1"/>
              <a:t>parent.left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else{ </a:t>
            </a:r>
            <a:r>
              <a:rPr lang="en-US" dirty="0" err="1"/>
              <a:t>parent.right</a:t>
            </a:r>
            <a:r>
              <a:rPr lang="en-US" dirty="0"/>
              <a:t> = new Node (key, value);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323534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// Now root is the node to delete, what happens next?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258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AF61-C0E9-5358-15F9-71C3896E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– 3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EAC8-3204-C998-083A-0CA3CB38D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0 Children (i.e. it’s a leaf)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1 Child</a:t>
            </a:r>
          </a:p>
          <a:p>
            <a:pPr lvl="1"/>
            <a:r>
              <a:rPr lang="en-US" dirty="0"/>
              <a:t>Replace the deleted node with its child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 Children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Replace the deleted with the largest node to its left or else the smallest node to its right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C3D59-3E05-191D-A7BF-6AC36E848F5B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33A002-A754-52F5-FA72-68624BE2C8D0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8219CE-3255-59E4-61D6-419B3BAFB9D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142312F-4523-0F4A-18D6-D202467C630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B78B0BF-9986-AD99-C54F-D7B175C1C6D9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B86446-8709-F970-19FA-1560746A8F8B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2845EA2-0AD9-0332-93AD-E32D492ACF75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DC21F3-A9FD-FEF7-D158-D2B83E668A9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2595E8C-ACCE-26C0-95A6-DF31D51FB63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09B76C-5533-8CEE-1C8E-C13D430D6C0A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6BA5A95-4800-75BA-5CE6-E383F92011EB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C4D699-B4C5-E5A7-F3D0-4965AD3CEF52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BE01189-9D86-9F73-E90F-C51F6D57DB47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6CAF12A-D2DF-12A3-D54E-B3E2AADBEE87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D0412F1-A696-4E74-5C2D-01D272BC7D1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0FEBA68-EB7A-A625-123F-3DFEFE9705FD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6FB638-874C-F8CE-DA66-D385D2D1E610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rgbClr val="FF646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35A3DD-4BC9-7373-F046-80248E667B84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A20141-63E4-638D-8E70-95A8CD7079FC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F92928-0AF8-46E7-0CF2-997221C964DA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148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D992-8A3B-FA6D-C215-0B6ED397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 and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04EE-D13B-45D9-058D-3DB66EC3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of a BST:</a:t>
            </a:r>
          </a:p>
          <a:p>
            <a:pPr lvl="1"/>
            <a:r>
              <a:rPr lang="en-US" dirty="0"/>
              <a:t>Right-most Thing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Min of a BST:</a:t>
            </a:r>
          </a:p>
          <a:p>
            <a:pPr lvl="1"/>
            <a:r>
              <a:rPr lang="en-US" dirty="0"/>
              <a:t>Left-most Thing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BF0BCB-E919-4887-EA0E-2950E757CB98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003D4F-20EE-2715-9BC2-D19DE4581AEE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8D83DF-C06D-6B78-1A7C-F817960D477A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2EDFBE-0A1B-19F2-557F-3B1A84B931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55E32266-34D1-3723-EBDF-C9A36280C466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1D17E1C-7320-E465-2AF6-0DFBD16C3748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82C6223-5B81-9C2F-51F0-9A31796FD9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E529F80-9D8C-AD5B-0003-47F0052FA1C6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DB1C023-75B2-F46B-74A7-E4010436796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B93E87A-6C9B-1D2C-C84A-2AA38EABAC4D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DE72BA0-DEC4-4371-557B-FD0A27B58A15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14E1AA9-03DC-F6A2-880E-44E821AD716D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46D2F62-F574-C773-B0F2-218AD20D8DB1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265655F-9185-06A5-BD36-032DE2A30AAE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F28718-ABD4-67D4-B846-AEAE833BCF68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F8DDC98-3F89-07C7-160A-648B352778FE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F51E-8B90-CBD3-7E71-086AF7DF6FD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D72FE-0A5E-9EC8-90AC-E805731A3D9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5A2F8EA-25C5-E8CC-7AA6-AA386BB59595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5ECE53-FA8D-7B43-2013-D57B557F7DCC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317041B-3D3A-8B57-9A2C-1609D76990ED}"/>
              </a:ext>
            </a:extLst>
          </p:cNvPr>
          <p:cNvSpPr txBox="1"/>
          <p:nvPr/>
        </p:nvSpPr>
        <p:spPr>
          <a:xfrm>
            <a:off x="4450489" y="1515664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3E0CB-96F1-9F4E-AA9E-AFD3225402CD}"/>
              </a:ext>
            </a:extLst>
          </p:cNvPr>
          <p:cNvSpPr txBox="1"/>
          <p:nvPr/>
        </p:nvSpPr>
        <p:spPr>
          <a:xfrm>
            <a:off x="4450489" y="4145638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2177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if (root has no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Null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one child){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that child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two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either the max from the left or min from the right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729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68D2-3B25-68DF-253C-F021135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0637-A613-A9E7-519E-9AD94EB6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7991-6266-62EE-BEE3-DDCD294D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if (root == Null){ return; } // key not present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== key){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if (root has no children) { return Null;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one child) { return that child;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two children) {return </a:t>
            </a:r>
            <a:r>
              <a:rPr lang="en-US" dirty="0" err="1">
                <a:solidFill>
                  <a:srgbClr val="FF0000"/>
                </a:solidFill>
              </a:rPr>
              <a:t>removeMax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root.left</a:t>
            </a:r>
            <a:r>
              <a:rPr lang="en-US" dirty="0">
                <a:solidFill>
                  <a:srgbClr val="FF0000"/>
                </a:solidFill>
              </a:rPr>
              <a:t>);}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 { </a:t>
            </a:r>
            <a:r>
              <a:rPr lang="en-US" dirty="0" err="1"/>
              <a:t>root.right</a:t>
            </a:r>
            <a:r>
              <a:rPr lang="en-US" dirty="0"/>
              <a:t> = delete(key, </a:t>
            </a:r>
            <a:r>
              <a:rPr lang="en-US" dirty="0" err="1"/>
              <a:t>root.right</a:t>
            </a:r>
            <a:r>
              <a:rPr lang="en-US" dirty="0"/>
              <a:t>); }</a:t>
            </a:r>
          </a:p>
          <a:p>
            <a:pPr marL="0" indent="0">
              <a:buNone/>
            </a:pPr>
            <a:r>
              <a:rPr lang="en-US" dirty="0"/>
              <a:t>	else { </a:t>
            </a:r>
            <a:r>
              <a:rPr lang="en-US" dirty="0" err="1"/>
              <a:t>root.left</a:t>
            </a:r>
            <a:r>
              <a:rPr lang="en-US" dirty="0"/>
              <a:t> = delete(key, </a:t>
            </a:r>
            <a:r>
              <a:rPr lang="en-US" dirty="0" err="1"/>
              <a:t>root.left</a:t>
            </a:r>
            <a:r>
              <a:rPr lang="en-US" dirty="0"/>
              <a:t>); }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61E36-B68E-3844-0FB4-D07CB8A59E36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C00FB46-1775-1E8D-BA80-A93F1F121BF6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3E2A454-89C6-127B-EEDC-99911058E492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3DFA3AD-01DB-A6BE-8B5E-EA3CB1053BAE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C4C4165-1130-AEE5-61C5-4DE2D95EA573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39E2EB3-E5B7-3DE3-3F62-F2B09ABA2673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E9FB5A6-B0C6-BAFA-8D92-7609CFD2317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42CFA475-7883-AB14-A0D1-C3DF86F38D5D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B72759D-0EAB-AFEF-0BB4-FA089BCB030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A019D8E7-3242-85A5-59A4-389BF853E2D0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4F23168-F205-C5B7-7E6A-14F06968361F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1FE7DCC-114A-9A06-B5EE-CECB8ED7F293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1A82CAD-1880-2C4B-0C5A-19B5669309F8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96F06EA-B6F9-E0D8-313A-EBB0BD27F9F7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E69FDC4-D3A5-1174-0261-BE45E67AE3EB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7285EB2-EF93-8085-1F22-7AE90F8D0C74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5B8BB4-D860-4551-F696-A573D5767851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EB9E36-AE08-FB14-D41D-B0E6DF9762B3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10FEEE-2316-3BA5-CD0A-B7FE0EB615E7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AA4587B-2D59-D07E-BF69-10F62C0E0D85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935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7395</TotalTime>
  <Words>2592</Words>
  <Application>Microsoft Office PowerPoint</Application>
  <PresentationFormat>Widescreen</PresentationFormat>
  <Paragraphs>601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Symbol</vt:lpstr>
      <vt:lpstr>Office Theme</vt:lpstr>
      <vt:lpstr>1_Office Theme</vt:lpstr>
      <vt:lpstr>2_Office Theme</vt:lpstr>
      <vt:lpstr>CSE 332 Winter 2026 Lecture 7: Recurrences, Dictionaries, BSTs</vt:lpstr>
      <vt:lpstr>Analysis of Recursive Algorithms</vt:lpstr>
      <vt:lpstr>Recursive List Summation</vt:lpstr>
      <vt:lpstr>Tree Method</vt:lpstr>
      <vt:lpstr>Tree Method Summary: Chip and Conquer</vt:lpstr>
      <vt:lpstr>Tree Method Summary: Divide and Conquer</vt:lpstr>
      <vt:lpstr>Let’s do some more!</vt:lpstr>
      <vt:lpstr>Tree Method</vt:lpstr>
      <vt:lpstr>Tree Method</vt:lpstr>
      <vt:lpstr>Solving T(n)=2T(n/2)+n^2</vt:lpstr>
      <vt:lpstr>Tree Method</vt:lpstr>
      <vt:lpstr>Solving T(n)=2T(n/8)+1</vt:lpstr>
      <vt:lpstr>Finite Geometric Series</vt:lpstr>
      <vt:lpstr>Finite Geometric Series</vt:lpstr>
      <vt:lpstr>Dictionary (Map) ADT</vt:lpstr>
      <vt:lpstr>Naïve attempts</vt:lpstr>
      <vt:lpstr>More Tree “Vocab”</vt:lpstr>
      <vt:lpstr>Name that Traversal!</vt:lpstr>
      <vt:lpstr>Binary Search Tree</vt:lpstr>
      <vt:lpstr>Are these BSTs?</vt:lpstr>
      <vt:lpstr>Aside: Why not use an array?</vt:lpstr>
      <vt:lpstr>Find Operation (recursive)</vt:lpstr>
      <vt:lpstr>Find Operation (iterative)</vt:lpstr>
      <vt:lpstr>Insert Operation (recursive)</vt:lpstr>
      <vt:lpstr>Insert Operation (iterative)</vt:lpstr>
      <vt:lpstr>Delete Operation (iterative)</vt:lpstr>
      <vt:lpstr>Delete – 3 Cases</vt:lpstr>
      <vt:lpstr>Finding the Max and Min</vt:lpstr>
      <vt:lpstr>Delete Operation (iterative)</vt:lpstr>
      <vt:lpstr>Delete Operation (recursive)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Nathan J (njb2b)</dc:creator>
  <cp:lastModifiedBy>Nathan Brunelle</cp:lastModifiedBy>
  <cp:revision>31</cp:revision>
  <dcterms:created xsi:type="dcterms:W3CDTF">2024-06-26T12:44:42Z</dcterms:created>
  <dcterms:modified xsi:type="dcterms:W3CDTF">2026-01-22T00:21:29Z</dcterms:modified>
</cp:coreProperties>
</file>