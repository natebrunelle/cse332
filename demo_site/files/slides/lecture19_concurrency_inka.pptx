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327" r:id="rId5"/>
    <p:sldId id="328" r:id="rId6"/>
    <p:sldId id="329" r:id="rId7"/>
    <p:sldId id="330" r:id="rId8"/>
    <p:sldId id="331" r:id="rId9"/>
    <p:sldId id="264" r:id="rId10"/>
    <p:sldId id="260" r:id="rId11"/>
    <p:sldId id="332" r:id="rId12"/>
    <p:sldId id="333" r:id="rId13"/>
    <p:sldId id="261" r:id="rId14"/>
    <p:sldId id="324" r:id="rId15"/>
    <p:sldId id="325" r:id="rId16"/>
    <p:sldId id="326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334" r:id="rId25"/>
    <p:sldId id="277" r:id="rId26"/>
    <p:sldId id="278" r:id="rId27"/>
    <p:sldId id="279" r:id="rId28"/>
    <p:sldId id="335" r:id="rId29"/>
    <p:sldId id="282" r:id="rId30"/>
    <p:sldId id="283" r:id="rId31"/>
    <p:sldId id="284" r:id="rId32"/>
    <p:sldId id="285" r:id="rId33"/>
    <p:sldId id="286" r:id="rId34"/>
    <p:sldId id="288" r:id="rId35"/>
    <p:sldId id="289" r:id="rId36"/>
    <p:sldId id="290" r:id="rId37"/>
    <p:sldId id="291" r:id="rId38"/>
    <p:sldId id="292" r:id="rId39"/>
    <p:sldId id="293" r:id="rId40"/>
    <p:sldId id="336" r:id="rId41"/>
    <p:sldId id="294" r:id="rId42"/>
    <p:sldId id="295" r:id="rId43"/>
    <p:sldId id="296" r:id="rId44"/>
    <p:sldId id="322" r:id="rId45"/>
    <p:sldId id="298" r:id="rId46"/>
    <p:sldId id="300" r:id="rId47"/>
    <p:sldId id="301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1" r:id="rId65"/>
    <p:sldId id="310" r:id="rId66"/>
    <p:sldId id="312" r:id="rId67"/>
    <p:sldId id="313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0:45:02.2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11439 0,'0'0'16,"0"0"-16,0 0 0,0 0 0,0 0 15,0 0-15,0 0 16,0 0-1,0 0-15,0 0 16,9 8 0,8 1-1,0-1-15,8 9 16,1 0 0,8-8-16,0 8 15,9-9 1,8 9-16,9 0 15,-9-8 1,-17-1 0,-8-8-16,17-8 15,33-1-15,10 1 16,8-1 0,-1 1-1,-16 8-15,-34-9 16,42 1-1,26-9-15,9 8 16,-9 1 0,-34 8-16,-18-9 15,44 1-15,16-9 16,1 0 0,-18-1-16,1 1 0,16 0 31,18 0-16,-1 9-15,-25-9 16,17 0 0,51 8-16,-34 1 15,-25-1 1,25 1 0,9 8-16,-18 0 15,-33 0-15,8 8 16,17 9-1,0 0-15,-26 0 16,-17 0-16,35 0 16,-9 0-1,0 9-15,-9 0 16,-16-18 0,25 9-1,25 9 1,-8-9-16,-34-9 0,0 9 15,25 0 1,-8-8 0,0 8-16,-17-9 15,-34 1 1,0-1-16,16 9 16,1-8-1,-8-1-15,7 1 16,10-1-16,-18 1 15,-25-1 1,-1-8 0,1 0-16,-17 0 15,-1 0 1,-16 0-16,-1 0 16,1-8-16,-1-1 15,1 1 1,8-18-1,0-16-15,9-18 16,-1-8-16,-16 8 16,-1-8-1,1-8 1,-1 8-16,1-9 16,-9-16-1,0-1-15,0 18 16,8 8-1,-8 8-15,9 9 16,-9 17 0,0 0-16,0 17 15,0 0 1,0 9-16,-9-1 16,-25-8-1,-17 9 1,-34 8-16,-26 8 0,-17 9 15,-9 9 1,9-1 0,-8 9-16,-9-8 15,8-1 1,0 1-16,-8-9 16,9 8-1,-1-16-15,1-1 0,-27-8 31,10-8-31,-18-1 16,0 1 0,1-1-1,-9-8-15,-9 0 16,17 0-16,9 0 16,8 0-1,-25 9-15,-17-1 16,8 9-1,0-8-15,9-1 16,17-8 0,-9 0-16,35 0 15,33 0 1,-16 0-16,8 0 16,-17 0-1,25 0 1,18 9-16,0-1 15,-1 0-15,9-8 16,1-8 0,7 8-1,10 0-15,24 0 16,18 8 0,0 9-16,0 0 15,9 0-15,-1 0 16,9 0-1,0 0-15,0 0 16,0 0 0,0 0-1,-8 0-15,-1 17 16,-8 26-16,8 25 16,-16 43-1,-9 25 1,17-26-16,8 9 15,-8 0 1,17 0-16,9-59 16</inkml:trace>
  <inkml:trace contextRef="#ctx0" brushRef="#br0" timeOffset="10116.14">17462 5052 0,'0'0'0,"0"0"15,0 0-15,0 25 16,0 43-1,-8 26-15,-1 8 16,1 42 0,-18 52-1,1-60-15,-1-42 16,0 16-16,9 1 16,0-26-1,0-17-15,9-26 16,8-16-1,0-9 1,0-17-16</inkml:trace>
  <inkml:trace contextRef="#ctx0" brushRef="#br0" timeOffset="10958.59">17667 4950 0,'0'0'0,"0"0"16,0 0-16,0 0 15,0 0 1,0 8-16,0 1 15,26 8 1,42 0-16,60 8 16,60 1-1,8-18-15,43 1 16,17-1 0,0-8-16,0 0 15,-17 17 1,9 0-16,-18 9 15,-16 16 1,-9 9-16,-43 0 16,-34 0-1,-34-8-15,-26-1 16,-25-8-16,-9 0 16,-9 0-1,-8 17 1,-8 0-16,0 0 15,-1 9 1,-8-9-16,0 9 16,0-1-1,-8 9-15,-1 17 16,0 26-16,-8-1 16,0-8-1,-8 0 1,-1-8-16,0 0 15,-8-18 1,-17-16-16,-17-1 16,-17-16-1,-26-9-15,-35-17 16,-16-34 0,-8-17-16,-44-17 15,-16-9 1,-1 1-16,1 8 15,42-1 1,-17-7-16,9-1 16,51 9-1,0 9-15,25-1 16,26 9 0,18 0-16,7 0 15,18-25 1,26 25-16</inkml:trace>
  <inkml:trace contextRef="#ctx0" brushRef="#br0" timeOffset="11227.06">19340 5111 0,'0'0'0,"0"0"16,17 26-1,0 33-15,0 43 16,-8 34 0,-26 60-16,-9 17 15,-25 8 1,0-9-1,0-50-15,-1-9 16,-24 128 0</inkml:trace>
  <inkml:trace contextRef="#ctx0" brushRef="#br0" timeOffset="11590.59">18418 5171 0,'0'0'0,"-8"42"16,-1 86-16,-16 59 15,-1 17 1,-34-34-1,26-102-15</inkml:trace>
  <inkml:trace contextRef="#ctx0" brushRef="#br0" timeOffset="14388.53">10882 4584 0,'0'0'0,"0"0"0,0 8 15,17 26 1,-8 34 0,-1 18-16,-16 41 0,-18 35 31,0-26-31,9-60 15,17-25-15,0-25 16,9-18 0,8-42-1,68-85 1,52-34-16,8-17 0,-17-9 16,-68 60-1,-18 43 1,-16 25-16,-9 17 15,-8 17 1,-1 8-16,-8 9 16,-8 34-1,-9 43-15,-9 25 16,-8 0-16,0-25 16,17-35-1,8-16 1,9-18-16,0 1 0,9-18 31,25-33-31,26-44 16,25-7-1,-17 25-15,-34 25 16,-8 18-16,-18 16 16,-8 18-1,-8 59-15,-35 85 16,-17 26-1,18-43 1,16-43-16,9-42 16,17-34-1,9-17-15,59-68 16,77-102 0,9-51-16,-43 42 15,-18 18 1,-16 33-1,-43 60-15,-8 43 16,-17 16-16,-9 26 16,-26 68-1,-17 68-15,1-8 16,25-26 0,-1-42-16,10-35 15,8-16 1,8-18-16,27-8 15,41-51 1,44-43 0,-26 9-16,-17 17 15,-18 26-15,-24 16 16,-10 43 0,-25 94-16,-17 119 15,-9-1 1,-8-67-16,26-77 15,16-43 1,26-25 0,103-42-16,68-94 15,68-94-15</inkml:trace>
  <inkml:trace contextRef="#ctx0" brushRef="#br0" timeOffset="15360.23">14825 5570 0,'0'9'0,"-8"42"15,8 51-15,17 26 16,8 8 0,18-9-1,8-25-15,26 0 16,17-17-16,34-8 15,26-18 1,16-25-16,44-8 16,25-18-16,0-8 31,8-8-31,-16-1 16,-10-8-16,-7-17 15,-9 0 1,-26 0-1,-25 0-15,-52 9 16,-51 8 0,-25 8-16,-9 1 15,-9-1-15,-8 1 16,-17-1-16,-25 1 31,-35-9-31,-17 17 16,-8 8-16,8 9 15,17 9 1,17 8 0,17 0-16,18-9 15,8 1-15,17-9 16,0-9 0,8-8-1,18 0-15,34-25 16,16-9-1,10-26-15,-1 1 16,-8 8-16,-17 8 16,-9 9-1,-17 17 1,-8 17-16,-9 9 16,8 33-1,-25 77-15,-17 94 16,-8 17-16,50-43 15,61 110 1</inkml:trace>
  <inkml:trace contextRef="#ctx0" brushRef="#br0" timeOffset="19302.28">7451 11711 0,'0'0'0,"0"0"16,-9 0-16,1 17 15,-1 8-15,-16 18 32,-9 16-32,-18 52 0,1 8 15,17-26 1,17-8 0,17-25-1,9-9-15,25 0 16,25-8-1,35-1-15,26-16 16,51-18-16,50-8 16,18-25-1,26-1 1,8 9-16,0 0 16,-25 17-1,-9 0-15,-26 9 16,0 8-1,9 0-15,-34 8 16,0 1 0,-26-9-16,-51 8 15,-34 1 1,-17-1-16,-18-8 16,-16-8-1,-18-1-15,1 1 16,-9-26-1,0-17-15,-9-17 16,-25-34 0,-25-52-16,-10-7 15,1 25 1,-17 8-16,-9 1 16,0 8-1,0 25-15,-17 9 16,-34 26-1,-9 16-15,-8 18 16,-17 25 0,25 8-16,43-16 15,26-1 1,8-16-16,43-1 16</inkml:trace>
  <inkml:trace contextRef="#ctx0" brushRef="#br0" timeOffset="21205.77">4327 5485 0,'0'0'0,"0"0"15,-8 0-15,-1 17 16,-16 26 0,-10 16-16,1 9 15,0 1-15,17-1 16,17-9-1,0 1-15,17 8 16,17 0 0,9 17-1,25 8-15,26 1 16,9-1 0,-1-8-16,9-17 15,43 0-15,16 1 16,18-10-1,0 1 1,17 8-16,17-9 16,-1-16-1,27 8-15,25-9 16,26-16 0,-1-9-16,10 0 15,8 0 1,-1 17-16,-7 8 15,16 1 1,17-1-16,-8-16 16,17-1-1,-8 1-15,-1-18 16,0 9 0,-8 9-1,-17 8-15,0 17 16,25-9-16,1-16 15,-10 0 1,10-18-16,-9 1 16,-18-1-16,-16-8 15,-26 9 1,-34-1 0,-8-8-1,-1 0-15,-8 0 16,-26 9-16,-16-26 15,-10 0 1,-42-9-16,-34 0 16,-17 1-1,-17-1-15,-9 1 16,-17-1 0,-8 1-16,-1-9 15,1-9 1,-18-8-16,1 17 15,-26-8 1,-17-1-16,-17-8 16,-18 17-1,1 9-15,0 16 16,-1 9 0,10 0-16,16 9 15,9-1 1,17-8-16,8 0 15,9 0 1,17 0-16,69-8 16,59-18-1,17 1-15,-8-1 16,-26 1 0,-34 8-1,-18 0-15,-16 8 16,0 9-1,-17 0-15,-9 9 16,-9 8-16,1 8 16,-9 18-1,-51 59-15,-43 42 16,0 1 0,0-26-16,18-34 15,-1 0 1,34-42-16</inkml:trace>
  <inkml:trace contextRef="#ctx0" brushRef="#br0" timeOffset="23134.1">5181 5077 0,'0'0'0,"0"0"16,0-8-16,0-1 15,0-8 1,0 0-16,-9 0 16,9 0-1,0 9-15,0 8 16,0 0-1,0 0-15,0 0 16,0 0 0,0 0-16,-8 8 15,-1 35 1,-16 33-16,7 1 16,1-26-1,9-26-15,-1 1 16,9-18-1,9-16-15,34-52 16,50-59 0,27-42-16,8-1 31,-17 34-31,-17 26 0,-26 26 16,-8 33-1,-18 18-15,-16 25 16,0 8-1,-9 43-15,-9 43 16,-16 42-16,-1-17 16,9-42-1,0-43 1,0-17-16,0-9 16,34-25-16,43-42 31,34-52-31,-8-17 15,-18 9-15,-17 26 16,-17 25 0,-17 25-16,-8 26 15,0 17 1,-18 34-16,-8 68 16,-17 43-1,-17 8-15,8-25 16,9-52-1,0-33-15,9-18 16,8-16-16,0-1 16,17-42-1,34-59 1,34-52 0,1 9-16,-18 25 0,-25 43 31,-18 26-31,-16 25 15,-1 8-15,-16 35 16,-60 93 0,-43 85-1,17-17-15,42-68 16,18-34 0,17-42-16,17-18 15,9-16 1,42-43-16,77-68 15,26-43 1,-18 0-16,-42 35 16,-26 33-16,-33 35 15,-18 25-15,-9 8 32,-25 43-32,-17 77 15,-17 59 1,8-8-16,17-35 15,18-50 1,8-26-16,17-17 16,17-34-16,43-51 0,34-68 15,0-26 17,-17 1-32,-26 24 15,-34 52 1,-17 26-16,-8 25 15,-1 17 1,-25 85-16,-17 111 16,-34 135-1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0:46:43.0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2842 15002 0,'0'0'0</inkml:trace>
  <inkml:trace contextRef="#ctx0" brushRef="#br0" timeOffset="2700.62">3004 5732 0,'0'0'0,"-8"9"0,-1 25 16,-16 17 0,-1 0-16,-8 17 15,8 34 1,1 34-16,-1-9 16,9-50-1,8-35-15,9-16 16,0-1-1,9-8-15,25 0 16,51 0 0,35-8-16,-9-9 15,-9-9 1,43 9-16,18 0 16,-18-8-1,0 8-15,68 17 16,-8 0-1,17-9-15,8 1 16,43-9 0,1 8-16,33 1 15,0-1 1,-17 1-16,26-1 16,-26-8-1,18-8-15,-35-9 16,42 0-1,-7 0-15,-35 8 16,-26 9 0,-16 0-16,25 9 15,-43-9-15,-16 0 16,-27 0 0,-42 0-16,-17-9 15,-8 1 1,-35 8-1,-25 0-15,-9-9 16,0 1 0,26-18-16,8-25 15,0-8-15,-17-18 16,1 1 0,-1-1-1,-9 9-15,1 0 16,8-17-16,1-8 15,16-1 1,0 0 0,0 9-16,-25 26 15,-9 16-15,-8 9 32,-9 17-32,-9 0 15,1 9-15,-1-1 16,-8 9-1,-8 0 1,-9 0-16,-43 9 16,-34 8-16,-8 17 15,-18 8-15,1 1 16,8-18 0,-26-8-16,1-8 15,8-1 1,-34-8-1,-35 0-15,-25 0 16,-42 0 0,-1 9-16,-25-1 15,-17 1 1,25-18 0,0 1-16,1-9 15,-18 0-15,9-9 16,-26 1-1,0 8-15,9 0 16,0 8 0,8 1-1,17-1-15,26-8 16,9 0-16,-1 0 16,9 9-16,0-1 31,26 1-31,8-1 0,17-16 31,52 8-31,33 0 16,18 0-16,17 17 15,34 0 1</inkml:trace>
  <inkml:trace contextRef="#ctx0" brushRef="#br0" timeOffset="30733.74">17659 5766 0,'0'0'0,"0"0"0,0 0 0,8 17 16,1 9-1,-1 16 1,1 9 0,-18 17-16,-16 26 15,-9-9 1,17-34-16,0-17 16,8-9-16,9-8 15,0 0 1,26-8-16,50-1 15,18-16 1,0-18-16,60-33 16,34-1-1,-43 26-15,0-8 16,60-1 0,-26 18-16,9-1 15,42 9-15,9 9 16,26 16-1,8 9-15,8 0 16,18 0 0,-26 0-1,60 17-15,8 0 0,-16 0 16,33-8 15,-59-1-31,85 9 16,17 0-16,-102-17 0,102 17 31,-25-8-31,-112-1 0,86 26 16,-17-8 15,-17 8-31,-26 0 16,-77-26-1,-33 1-15,-61-9 16,1-9-1,-27 1-15,-41-1 16,-18-16 0,-9-1-16,1-8 15,-9-17 1,-8-34-16,-9-25 16,-17-52-16,-52-135 15</inkml:trace>
  <inkml:trace contextRef="#ctx0" brushRef="#br0" timeOffset="47519.06">9056 7050 0,'0'0'0,"-17"0"0,-146 51 15</inkml:trace>
  <inkml:trace contextRef="#ctx0" brushRef="#br0" timeOffset="47880.99">9124 7101 0,'0'0'0,"0"0"0,0 0 0,0 0 0,0 0 15,0 0-15,8 0 32,1 9-32,8-1 15,0 1 1,9-1-16,-1-8 16,18-8-1,51-1-15,51 9 16,9 0-1,59 0-15,34 17 16,61 17-16,16 34 16,34 9-1,69-1 1,-34 1-16,59-26 16,52-9-1,-95-8-15</inkml:trace>
  <inkml:trace contextRef="#ctx0" brushRef="#br0" timeOffset="51180.28">7895 8607 0,'0'0'0,"0"0"0,0 0 15,0 0 1,8-9-16,35-8 16,17-17-16,25-9 31,77 1-31,77 16 15,103 18-15,101 33 16,61 26 0,59-8-1,-144-9-15</inkml:trace>
  <inkml:trace contextRef="#ctx0" brushRef="#br0" timeOffset="71748.38">4993 9984 0,'0'0'0,"0"0"0,0 0 0,17 9 0,43 8 31,42 0-15,18 8 0,42-8-16,94 0 15,43-8-15,33-1 16,104-16 0,84-18-16,27-16 15,-138-9 1</inkml:trace>
  <inkml:trace contextRef="#ctx0" brushRef="#br0" timeOffset="77983.96">2817 10937 0,'0'0'0,"0"0"0,-9 0 0,-17 0 16,-25-9-1,-43 1 1,-8-1-16,17-8 16,33-8-1,-16-1 1,0-8-16,8 0 15,26 17 1,17 0-16,0 9 16,8 8-1,1 8-15,-18 35 16,-17 101-16,-8 60 16,0 60-16,8-9 15,1 0 1,7-8-1,18-69-15,0 18 16,17 0-16,-8-60 16,8-43-1,0 1 1,0-26-16,0-26 16,0-16-1,0-1 1,0 1-16,25-1 15,-8 1-15,52 8 16,33 0 0,18-8-16,50 8 15,27 8 1,50 1-16,43-1 16,69 18-1</inkml:trace>
  <inkml:trace contextRef="#ctx0" brushRef="#br0" timeOffset="82807.34">18640 12442 0,'0'0'0,"26"0"15,42 0-15,35 9 16,25-1-16,68-8 16,17 0-1,60-8 1,43-1-1,26-8-15,25 17 16,-52 0 0,35 17-16,0 26 0,-60-9 15,35 8 1,-9 9 0,-52-17-1,-25 0-15,-43-8 16,-33-1-16,-44-8 15,-42-8-15,-26-1 16,-25 1 0,-18-9-1,1 0 1,-9 0-16,-26-9 0,-68-25 16,-68-8-1,-51-18-15,-43 1 31,-26-1-31,-25 9 0,-35 17 32,10 17-32,24-9 0,10-8 31,7 9-31,1 8 16,9 0-16,-1 0 15,17 17-15,1 8 16,33 9-1,18 0 1,68 9 0,51-9-16,34-9 15,26 1 1,17-1-16,17 1 0,0 8 31,43 9-31,68 8 16,119 8-1,77-25-15,18-8 16,33-1 0,9-16-16,-8 8 15,42 8 1,-9 1-16,-25 8 0,34 8 31,18 1-31,-44-1 16,-25 1-16,-26 8 15,-50-9 1,-61 9 0,94 17-16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0:48:26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2917 0,'0'0'0,"0"0"0,0 26 0,0 25 16,17 17-16,9-9 31,0 1-31,-9 8 16,-9 17-1,1 17-15,-9 0 16,8-26-1,1-16-15,8-9 16,0 0-16,9 9 16,8-9-1,17-9 1,17-8-16,43-8 16,60-18-1,17-16 1,25-1-16,26-8 15,26-8-15,25 8 16,0 8 0,60-16-16,34 16 15,0 9 1,34-17-16,-8-17 16,-9 26-1,-17 16-15,-17 1 16,-8-1-1,-35 9-15,-25 9 16,-18-1 0,-42 1-16,-25-1 15,-27-8 1,-59-8-16,-42-1 16,-35 1-1,-25-1-15,-18-8 16,1 0-1,-18-17 1,1-51-16,-18-68 16,17-43-16,27-127 15</inkml:trace>
  <inkml:trace contextRef="#ctx0" brushRef="#br0" timeOffset="16888.31">7050 8564 0,'0'0'16,"-9"8"-16,-16 10 15,8 7-15,-9 18 0,-17 33 16,-25 52 15,0 8-31,17-51 16,16-26-16,18-16 15,0-18 1,9 1-16,8-1 16,0-8-1,17 0-15,17 9 16,9-9-1,25 0-15,26 8 16,-17 1 0,-9-9-16,43 8 15,60-16 1,-35-9-16,1-9 16,76-8-1,-42 0-15,-9 9 16,85-9-1,-25 8-15,43-16 16,-9-9 0,17 0-16,0 8 15,-17 9 1,-25 17-16,-18 0 16,26 9-16,-8 8 15,33 8 1,-16 1-16,25-9 15,-17 0 1,0 0 0,-43 8-16,-25-8 15,34 9 1,-60-1-16,0-8 16,17-8-1,-42-9-15,-69 0 16,-17 0-1,1 8-15,-18-8 16,-9 0 0,-16 0-16,0 0 15,-1 0 1,1 0-16,-9 0 16,0-8-1,-9-18-15,1-25 16,-1-34-1,-17-17-15,1-17 0,-9 0 32,17 9-17,17-9-15,0 8 16,8 9-16,-8 17 16,0 17-1,0 0-15,9 8 16,-9 9-1,0 17 1,0 0-16,0 17 16,0 0-16,0 9 15,0-1 1,-9 1 0,-8-1-16,-26 9 15,-33 9-15,-44 16 16,-42 18-1,-17-9 1,-18-9-16,-33-8 16,-18-8-16,-16-9 15,-18-17-15,-17-9 32,1-8-32,-35 0 15,-26 26-15,-16-1 16,-43 18-1,-43 25 1,-9 0-16,1-9 16,8 9-1,43-34-15,34-17 16</inkml:trace>
  <inkml:trace contextRef="#ctx0" brushRef="#br0" timeOffset="40453.01">21235 7799 0,'0'0'0,"0"0"16,-9 8-16,-8 9 31,-8 17-31,-18 17 0,0 9 16,-25 16-1,-26 18 1,9 8 0,34-9-16,17 1 15,-1-9-15,18 0 16,9 0-1,8 9 1,8-18-16,18 1 16,25-9-16,0-9 15,9-16 1,8-1 0,9-16-16,9 8 15,33 0 1,26 8-16,-8 1 15,-9-1 1,25 1-16,27-18 0,-52-8 31,0-8-31,51-9 16,-8-9-16,8 1 16,34-18-1,-25-8 1,8 17-16,26 9 15,-68-1 1,-18 9-16,44 9 16,-27-9-16,-8-9 15,17 1 1,18 8 0,-27 0-16,1 0 15,25 0 1,-34 8-16,26-8 15,42 9 1,-51-18-16,26-8 16,51 0-1,-42 0-15,7 0 16,-7 0 0,16 9-16,26-9 15,-34 0 1,0 8-16,17 1 15,-26-1 1,9 1-16,-17-9 16,-9 0-1,26 0-15,-43-9 16,-9-8 0,-8 9-16,-25-9 15,-18 0 1,-33 0-16,-27 8 15,1 1 1,-17 8-16,-9-9 16,0-8-1,-9-8-15,-8-9 16,-25-9 0,-35-16-16,-68-18 15,-26 9 1,-16 17-16,-27-9 15,-16-8 1,8 9-16,0 8 16,0 0-1,-34 8-15,-17 18 16,-17 16-16,-34 1 16,0 16-1,-9-8 1,-17 9-16,-34 16 15,9-8-15,-1 17 16,-59-8 0,-26 8-1,-8 25-15,8-8 16,-43-8 0,1-1-1,-9 1-15,-34 8 0,128 0 16</inkml:trace>
  <inkml:trace contextRef="#ctx0" brushRef="#br0" timeOffset="51597.79">10959 9908 0,'0'0'0,"0"0"0,0 0 0,0 0 16,-9 25-1,-8 26 1,-17 26-1,-9-1-15,9-25 16,0-17 0,17 9-16,9-9 15,8-9-15,17 1 16,17-9 0,0-9-1,34-8-15,52-8 16,16-9-16,-8 0 15,-8-9 1,50-8 0,1-17-16,-9 9 15,0 8 1,18 0-16,-27 25 16,10 9-1,24 9-15,-42 8 16,-17 8-1,9 9-15,-18-8 16,-16-1 0,-26-8-16,-18 0 15,1 0 1,8 0-16,9 0 16,-17-8-1,8-1-15,1-8 16,-10 0-1,-25 0-15,-8 0 16,-9 0 0,-8-8-16,-1-1 15,1 1 1,-9-18-16,-9 1 16,1-9-1,-1-9-15,-8 1 16,9-1-1,8 1-15,0 8 16,0 0-16,0 17 16,0 0-1,0 0-15,0 8 16,0 9 0,0 0-1,0 0 1,0 0-16,0 0 0,0 0 15,0 0 1</inkml:trace>
  <inkml:trace contextRef="#ctx0" brushRef="#br0" timeOffset="61492.42">2740 11940 0,'-9'0'0,"-8"0"0,-8-8 16,-10-1 0,-16 1-16,-26-1 15,18 9 1,7 0-1,10 0-15,-1 0 16,0 0-16,1 9 16,-1 50-1,-8 77 1,17 17-16,17 9 16,8 68-1,9-26-15,9 17 16,-1-9-16,-16 18 15,-1 17 1,-8-1 0,0 27-16,8-27 15,-16 9 1,8-42-16,-9-9 16,9-25-16,-9-69 15,1-8 1,-1 0-16,1-17 15,8-34 1,8-8-16,9-18 16,0 1-1,9-1 1,8 1-16,8-1 16,26-8-16,43 17 15,9-8 1,50 16-1,61 1-15,25-18 16,34 27 0,85 24-16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23T20:58:04.8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2558 15399 0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0:59:32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5403 13097 0,'0'0'0,"0"0"0,8-9 15,9 1-15</inkml:trace>
  <inkml:trace contextRef="#ctx0" brushRef="#br0" timeOffset="3960.68">7801 9287 0,'0'0'0,"-9"8"0,-8 35 0,0 33 16,0 26-1,-8 35 1,-18 75-16,-17-8 16,0-17-1,-8 26-15,25-68 16,26-69-16,0-33 16,0-9-1,17-9 1,0-8-16,26-8 15,25-1 1,17 1-16,35-9 16,33 0-16,18-9 15,-35 1 1,9-9-16,103 0 16,-43 0-1,8 8 1,43 9-16,8 17 15,18 0 1,8 0-16,0 9 16,35-18-1,-18 1-15,60 16 0,17 1 32,-94-18-17,102-16-15,-50-1 16,-1 1-16,-17-9 15,-34-9 1,-34-8-16,-51-8 16,8 8-1,-85 17-15,-51 0 16,0 17 0,-17 0-16,-18-9 15,-16 1-15,-1-9 16,-16-34-1,-1-34 1,1-35-16,-27-33 16,1 0-1,0 17-15,17 17 16,0 17 0,0 26-16,8 16 15,1 26 1,-1 0-16,1 17 15,-1 0 1,1 0-16,-18 8 16,-51 9-1,-68 9-15,-85 25 16,-26 9 0,-43-1-16,-85 1 15,-68-35 1,-43-42-16,-52-51 15,-50-34 1,-35-26-16,-33 35 16,-95 84-1,-85 77-15,43 68 16,-9 77 0,384-68-16</inkml:trace>
  <inkml:trace contextRef="#ctx0" brushRef="#br0" timeOffset="9910.25">26757 9185 0,'0'0'0,"0"0"0,0 0 15,9 0-15,8 8 16,25 9-1,52 0-15,9 9 16,16-9-16,60 0 16,-25 17-1,-60 8 1,-34 9-16,-9 34 16,-17 52-1,-8 58 1,-52 26-16,-68-8 15,-51 17-15,17-60 16,51-9 0,0 35-16,18-60 15,33-60 1,35 1 0,25 16-16,0 1 15,43 0-15,51-9 16,0-34-1,-60-17 1,-34-26-16,-8 9 16,-1-8-1,-16 8-15,-1 0 16,1 8-16,-35 35 16,-42 50-1,-17 18 1,8-26-16,9-17 15,16 9 1,44 42-16,68 34 16,68 8-1,34 69-15,26-9 0,51 60 16,-103-52 0,-93 18-1,-9 68 1,-68-69-16,-214 180 15,-85-78 1,-128-33-16,112-68 16</inkml:trace>
  <inkml:trace contextRef="#ctx0" brushRef="#br0" timeOffset="19769.66">14757 9746 0,'0'0'0,"0"0"0,0 0 15,0 0-15,0 0 16,0 0 0,0 0-16,0 9 15,0 33 1,0 52-16,0 42 16,0-17-1,0-9 1,0 9-16,0-25 15,0-26-15,0-42 16</inkml:trace>
  <inkml:trace contextRef="#ctx0" brushRef="#br0" timeOffset="20240.49">15295 9857 0,'0'0'0,"0"0"0,0 0 16,0 0-16,0 0 15,0 8-15,-9 1 16,1 8-1,8 0 1,0 0-16,0 25 16,0 9-1,8 0-15,-8 0 16,9 0 0,33 0-16,18-8 15,0-1 1,-18 1-16,1-1 15,-17 1 1,-18 17-16,-16 16 16,-18-8-16,-17 0 15,-8-17 1,9-17 0,25-25-16,-1-1 15,10 1 1</inkml:trace>
  <inkml:trace contextRef="#ctx0" brushRef="#br0" timeOffset="20465.41">15295 9857 0,'0'0'0,"0"0"16,34 25-16,51 9 16,43 9-1,-25-26-15,-10-9 16,35-8 0,18-8-16,144-1 15</inkml:trace>
  <inkml:trace contextRef="#ctx0" brushRef="#br0" timeOffset="20863.2">16720 10112 0,'0'0'0,"0"0"0,0 0 16,-26 8-1,-50 43-15,-18 26 16,0 8 0,-9 8-16,9 27 15,43-18 1,26 0-16,50 0 15,26-17 1,35-26-16,85-42 0,-1-59 31,-33-35-15,8-59-16,-51 9 16,-60 25-16,-51 25 15,0 60 1</inkml:trace>
  <inkml:trace contextRef="#ctx0" brushRef="#br0" timeOffset="23689.03">23958 10392 0,'0'0'0,"0"0"16,0 9-16,-9 16 15,1 27 1,-1 33-16,-8 0 15,0-17 1,-9 8-16,9 1 16,0-9-1,17-17-15,9-17 16,-1-17 0</inkml:trace>
  <inkml:trace contextRef="#ctx0" brushRef="#br0" timeOffset="24179.09">24675 10554 0,'0'0'0,"0"0"0,-9 9 16,0 8 0,1 8-1,-1 1-15,-16 8 16,-9 8 0,0 1-16,16-9 15,1-9 1,17-8-16,0 0 15,35 0 1,24 9-16,35-9 16,0 0-16,-26-9 15,-25 1 1,-17-1 0,-9 9-1,0 0-15,0 26 16,-9 8-16,-25 0 15,-17 8 1,-17-8 0,-34 0-16,-9-17 15,60-17 1</inkml:trace>
  <inkml:trace contextRef="#ctx0" brushRef="#br0" timeOffset="24403.65">24692 10384 0,'0'0'0,"34"0"0,51 17 0,43-9 31,17 1-31,-17-9 16,-8-9 0,-69 9-16</inkml:trace>
  <inkml:trace contextRef="#ctx0" brushRef="#br0" timeOffset="24818.11">25912 10767 0,'0'0'0,"0"0"16,-8 8-1,-10 18-15,-50 33 16,-17 1 0,8-1-1,9 1-15,17-9 16,25-9-16,17-8 16,18 9-1,34-1-15,59-16 16,52-35-1,-9-33-15,-26-26 16,-16-26 0,-52-8-16,-43 9 15,-59-18 1,9 60-16</inkml:trace>
  <inkml:trace contextRef="#ctx0" brushRef="#br0" timeOffset="41086.69">24495 13046 0,'0'0'0,"0"0"15,0 0 1,0 0-16,0 0 16,0 0-1,0 0 1,0 0-16,9 0 16,16 17-1,27 0-15,16 0 16,9 0-1,0 0-15,-18-9 16,-16 9 0,-17-8-16,-9-1 15,0 9 1,0-8-16,-9-1 16,1 9-16,-18 9 15,-25 25 1,-26 0-16,-8 17 15,-34 0 1,16-17 0,35-8-16,0-9 15,17-9-15,17 1 16,17-18 0,0 1-1</inkml:trace>
  <inkml:trace contextRef="#ctx0" brushRef="#br0" timeOffset="41498.33">25656 13267 0,'0'0'0,"0"0"0,-8 8 16,-27 35 0,-16 17-16,-9 16 15,-8-8 1,25-17-16,9-17 0,17-8 31,0-18-31,17 1 16,0-1-1,26 9-15,25 0 16,-8 0 0,8 9-16,0 8 15,9-9 1,-17 9-16,-18 0 16,-16 9-1,-26 25-15,-9 0 16,-25 17-16,-9-17 15,34-34 1</inkml:trace>
  <inkml:trace contextRef="#ctx0" brushRef="#br0" timeOffset="41781.15">25639 13156 0,'0'0'0,"0"0"16,0 0-16,9 9 16,33 16-16,18 9 15,17 17 1,8-8-1,-17-17-15,-8-9 16,-26-9 0</inkml:trace>
  <inkml:trace contextRef="#ctx0" brushRef="#br0" timeOffset="49254.55">6965 14075 0,'0'0'0,"0"0"0,0 0 0,8-9 16,9 1-1,17-1 1,-8 1-16,17-1 16,42-8-1,34 17 1,1 0-16,-26 0 16,-35-8-16,1-1 15,-9 9 1,-33 0-16,-18 0 15</inkml:trace>
  <inkml:trace contextRef="#ctx0" brushRef="#br0" timeOffset="49553.99">7468 13930 0,'0'0'0,"0"0"0,0 0 16,26 0-16,8 0 16,8 9-1,-7-1-15,16 1 16,0-1-16,-8 1 16,-18-1-1,1 1 1,0-1-16,-18 1 15,1 8 1,-26 8-16,-9 26 16,-34 34-1,-34 26-15,43-51 16</inkml:trace>
  <inkml:trace contextRef="#ctx0" brushRef="#br0" timeOffset="64982.76">15303 16218 0,'0'0'0,"0"0"16,0 0-16,-8 0 16,-18 0-16,-34 26 15,-34 33 1,-17 43 0,26-17-16,34-8 15,25-26-15,9-26 16,9-8-1,-1 9 1,9-9-16,9 8 16,16 9-16,9 0 15,9-8 1,0-1 0,-1 9-16,-7 0 15,-10 9 1,-8 25-16,-17 0 15,-8-17-15,-26-8 16,-9-1 0,-8-8-16,8-17 15,17-8 1,1-43-16,-18-120 16,18-33-16,16 119 15</inkml:trace>
  <inkml:trace contextRef="#ctx0" brushRef="#br0" timeOffset="65150.57">15295 15784 0,'0'0'0,"0"0"0,0 0 16,0 0-16,8 17 16,18 51-1,25 34-15,17-17 16,43-8-16,-8-18 31,16-16-31,154 42 0</inkml:trace>
  <inkml:trace contextRef="#ctx0" brushRef="#br0" timeOffset="65516.36">16268 16771 0,'-9'0'0,"-8"8"0,-34 18 16,-35 16 0,10 18-1,16-9-15,34 0 16,18 0-16,33 0 31,61 9-31,33-18 16,26-16-16,35-35 15,-18-25 1,-60-26 0,-34-8-16,-16-25 15,-18-9-15,-60-51 0,-162-51 16,-119-17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01:48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17770 10571 0,'0'0'0,"0"0"0,0 0 15,0 0-15,0 0 16,8 0 0,35 9-1,25-9 1,86 0-16,51-9 16,85-25-1,9 0-15,59-26 16,43-8-1</inkml:trace>
  <inkml:trace contextRef="#ctx0" brushRef="#br0" timeOffset="10595.36">20919 10239 0,'0'0'0,"-17"0"0,-9 17 16,-8 9-1,0 8 1,17 0-1,0 17-15,0 0 0,0 17 32,8 0-32,9-8 15,0-18 1,0-16-16,35-1 16,33 1-1,51-18-15,-16-25 16,-18-17-1,43-17-15,34 0 16,-34 17 0,-51 17-16,43 9 15,59-1 1,-26 9-16,-59 0 16,34 9-1,52-1-15,-35 1 16,-51 8-1,25 0-15,69 0 16,-35-9-16,-25-8 16,43-17-1,8-17 1,-68 9-16,-34-1 16,26 1-1,-10 8-15,-24 0 16,-27-1-1,-16 1-15,-9 0 16,-8 0-16,-1 0 16,1-17-1,-18-34-15,-25-17 16,-34-25 0,34 50-1</inkml:trace>
  <inkml:trace contextRef="#ctx0" brushRef="#br0" timeOffset="11520.09">18435 10239 0,'0'0'0,"0"0"0,0 17 15,0 0 1,9 17 0,0 17-16,-1 0 15,-8 9 1,0-9 0,0-8-16,9-9 0,-1 8 31,9-16-31,26-1 15,34 1 1,51-26-16,-9-17 0,1-9 16,50-16-1,-7-9 1,-35 17-16,-9 0 16,52 0-1,-18 25-15,-50 9 16,8 17-16,17-8 31,-43-1-31,-34 1 0,-16-1 16,-10 1-1,-16-9 1,-1 0 0,1 0-16,-9-9 0,0-25 15,-9-17 1,1-51-1,8 42 1</inkml:trace>
  <inkml:trace contextRef="#ctx0" brushRef="#br0" timeOffset="16751.33">28285 11396 0,'0'0'0,"0"0"16,0 0-16,0 0 15,0 8 1,0 1-16,0-9 16,0 0-1,0 0-15,17-128 16,-17 128 0,0-8-16,0 8 15,0-9 1,0 9-16,0 0 15,-9 0 1,-33-8-16,-52 8 16,-34 0-1,-9 0 1,-16 8-16,-44 18 16,-33 16-1,-18 9-15,43-8 16,35 8-16,-52-8 15,60-26 1,42-9 0,-33-16-16,7-9 15,36 0-15,50 0 16,17 0 0,26 8-1,9 1-15,33-9 16,86-26-1,43 17-15,33 9 16,44 17-16,-9 17 16,17 9-1,-68-1 1,-1 10-16,44 7 0,-69-16 16,-26-1-1,1 1 1,-44-18-16,-41 1 15,-10-1 1,-16-8 0,-1 0-16,-42-8 15,-102-18 1,-129-8-16,-76 0 16,-26 17-16,-17 34 15,-35 0 1,35 0-1</inkml:trace>
  <inkml:trace contextRef="#ctx0" brushRef="#br0" timeOffset="23373.98">7707 12076 0,'0'0'0,"0"0"16,17 0-16,60 0 16,68-34-1,51-25 1,9-1-16,17 9 16,17 0-1,17 26-15,94-1 16</inkml:trace>
  <inkml:trace contextRef="#ctx0" brushRef="#br0" timeOffset="26130.55">10174 12085 0,'0'0'0,"0"0"0,8 0 15,43 8 1,52 1-16,16-1 15,26 1 1,26 8-16,51 0 16,51 0-1,34-9 1,52-16-16,33-9 16,18-17-16,51-17 15,-17-17 1,-69-9-16</inkml:trace>
  <inkml:trace contextRef="#ctx0" brushRef="#br0" timeOffset="32394.66">15090 11115 0,'0'0'0,"0"0"0,0 0 16,0 0 0,25 17-16,18 9 15,-17-1 1,42 9-16,69 26 15,16-9 1,-42-17-16,-17 8 16,34 27-1,0 16-15,-17 8 16,-34-16 0,-26-1-16,-25 9 15,-35 26 1,-76 50-16,-35-16 15,1-43 1,59-59-16</inkml:trace>
  <inkml:trace contextRef="#ctx0" brushRef="#br0" timeOffset="38534.06">11309 14024 0,'0'0'0,"0"0"16,0 0-16,0 0 16</inkml:trace>
  <inkml:trace contextRef="#ctx0" brushRef="#br0" timeOffset="40353.37">11258 13497 0,'0'0'0,"0"0"16,0 0-16,0 0 16,0 0-1,-9 0-15,-8 17 16,-17 25-1,0 9-15,0 17 16,8-8-16,9-9 16,0-9-1,8-16 1,9-1-16,-8-8 16,-1 0-16,1 0 15</inkml:trace>
  <inkml:trace contextRef="#ctx0" brushRef="#br0" timeOffset="41405.83">11855 13667 0,'0'0'0,"0"0"16,0 0-1,0 0-15,0 0 16,0 0-16,-8 0 16,-1 8-1,0 9-15,1 0 16,-9 0-1,-9 17-15,-8 0 16,0 0 0,0-8-16,8-9 15,9-9 1,0 1 0,9-1-16,8 1 15,0-9-15,17 8 16,8 1-1,9 8-15,0 0 16,1 0 0,-10 0-16,-16-9 15,-1 9 1,-8 9 0,-8 8-16,-1 8 15,-8-16 1,9-1-16,-1-16 15,9-1-15,-8-16 16,8-1 0</inkml:trace>
  <inkml:trace contextRef="#ctx0" brushRef="#br0" timeOffset="41640.64">11966 13497 0,'0'0'0,"0"0"0,0 0 15,0 0-15,0 8 16,9 9 0,8 0-16,17 9 15,34-1 1,34-8-16,9-17 15,-42 0 1</inkml:trace>
  <inkml:trace contextRef="#ctx0" brushRef="#br0" timeOffset="41911.11">12581 13939 0,'0'0'0,"-18"8"0,-33 18 15,0 8 1,17 8-16,17-8 16,25 0-1,18 9-15,42-18 16,60-16 0,26-9-1,-35-26-15,-42 1 16,-9-18-1,-33 1-15,-27-9 16,-8 17-16</inkml:trace>
  <inkml:trace contextRef="#ctx0" brushRef="#br0" timeOffset="63204.15">21551 14611 0,'8'0'0,"35"-17"0,0-17 16,-1 0-16,-16 17 15,0 0 1,-18 17-16,1 0 16,-18 25-1,-17 43-15,-16 43 16,8 8-1,-1-9 1,18-25-16,17-25 16,9-18-1,8-16-15,0-18 16</inkml:trace>
  <inkml:trace contextRef="#ctx0" brushRef="#br0" timeOffset="63661.89">22498 14713 0,'0'0'0,"0"0"16,0 0 0,0 0-16,-17 8 15,-34 35 1,-9 16-16,0 1 16,18-26-1,25-9 1,0-8-16,17-8 15,0-1 1,17 9-16,34 0 16,17 9-16,0-1 15,-16 1-15,-18-18 16,-17 1 0,-9-1-1,-8-8 1,-8 0-16,-1 9 15,-16-1 1,-1-8 0,9 0-16</inkml:trace>
  <inkml:trace contextRef="#ctx0" brushRef="#br0" timeOffset="63904.15">22575 14551 0,'0'0'0,"0"0"0,8 9 16,27 16-16,24 9 16,18 0-1,26-8 1,8-18-16,-1-16 15,-50-1 1</inkml:trace>
  <inkml:trace contextRef="#ctx0" brushRef="#br0" timeOffset="64263.59">23078 15112 0,'0'0'0,"0"0"0,0 0 16,0 0 0,0 0-16,0 0 15,18 0 1,24 9-16,35 8 15,17 0 1,25 8 0,-16 1-16,-35-18 15,-17 1-15,-17-9 16,-16 8-16,-18-16 16,-35-26-1,-76-26 1,-68 18-16,-137 8 15</inkml:trace>
  <inkml:trace contextRef="#ctx0" brushRef="#br0" timeOffset="70796.64">25033 15699 0,'0'0'0,"0"0"0,0 0 16,26 17-16,25 0 16,17 9-1,0-1-15,9 1 31,-9-1-31,-16-8 16,-27 0-16,1 0 16,-9 0-1,0 9-15,-8 33 16,-27 9 0,-33 26-16,-34 34 15,-17-9 1,16-34-16,26-17 15,26-26 1,17-25-16,17-8 16,0-9-1</inkml:trace>
  <inkml:trace contextRef="#ctx0" brushRef="#br0" timeOffset="71207.05">26262 15861 0,'-9'0'0,"1"17"16,-26 17-16,-34 42 15,-9 1 1,8-18-16,18-16 15,17 0 1,8-18-16,9 1 16,17-1-1,9 9-15,34 0 16,8 0 0,0 0-16,17 0 15,-8 9-15,-26-18 16,-8 9-1,-26 0 1,-17 26-16,-9 8 16,-17 8-1,9-25-15,9-25 16,16-26-16,9 0 31</inkml:trace>
  <inkml:trace contextRef="#ctx0" brushRef="#br0" timeOffset="71403.75">26356 15835 0,'0'0'0,"0"0"0,8 0 0,61 17 16,76 0-1,128 0 1,94 0 0</inkml:trace>
  <inkml:trace contextRef="#ctx0" brushRef="#br0" timeOffset="77331.89">10959 15155 0,'0'0'0,"0"0"0,0 0 15,0 17-15,0 8 16,0 18-1,0 8-15,0 9 16,0-1 0,0 1-16,0-18 15,0-16 1,0-9 0</inkml:trace>
  <inkml:trace contextRef="#ctx0" brushRef="#br0" timeOffset="77792.42">11326 15146 0,'0'0'0,"0"0"0,0 0 15,0 0 1,-9 0-16,9 9 16,0-1-1,0 1-15,0-1 16,0 1 0,0 8-16,0 0 15,17 9 1,0-1-16,9 1 15,0-9 1,-9 0-16,-9 0 16,1 0-1,-1 17-15,1 17 16,-1 0 0,-16-9-16,-9 9 15,-17 9 1,-18-1-16,1 1 15,-8-26 1,-10-17-16,35-9 16</inkml:trace>
  <inkml:trace contextRef="#ctx0" brushRef="#br0" timeOffset="78069.57">11232 15129 0,'0'0'0,"0"0"16,0 0 0,0 0-16,26 0 15,25 9 1,0-1-16,9-8 15,34 0-15,8-8 32,26-1-32,-25-16 15,-69 16 1</inkml:trace>
  <inkml:trace contextRef="#ctx0" brushRef="#br0" timeOffset="78335.45">12248 15172 0,'-9'0'0,"-25"34"16,-26 43-16,-17 50 15,-8 1 1,25-43 0,18 0-16,33-26 15,18-25 1,16-17-16,44-34 15,67-34 1,35-42 0,-43-18-16,-51 18 0,-18 16 31,-42 35-31,-25 8 0,-1 17 16</inkml:trace>
  <inkml:trace contextRef="#ctx0" brushRef="#br0" timeOffset="79905.48">13417 15657 0,'0'0'0,"0"0"0,0 0 0,0 0 15,0 0 1,8 0-16,18 8 16,8 1-1,9-1 1,25 1-16,-25-9 15</inkml:trace>
  <inkml:trace contextRef="#ctx0" brushRef="#br0" timeOffset="80201.61">14416 15342 0,'0'0'0,"-9"9"0,-17 25 0,1 25 16,-1 9-1,-8 17-15,0 43 32,17 16-32,0-25 15,17-59-15,0-35 16</inkml:trace>
  <inkml:trace contextRef="#ctx0" brushRef="#br0" timeOffset="80586.2">15115 15546 0,'0'0'0,"-8"0"16,-18 0-16,-33 17 16,-18 17-1,0 26 1,-26 42-16,1 34 15,42-34 1,35-43-16,33-25 16,18-8-16,17-1 31,42-25-31,43-34 16,8-25-1,-42-9-15,-34 8 16,-26 9-16,-8 17 15,-18 0 1,1 9-16,-1-1 16,-16 1-16,-1 8 15,-16 0 1,16 17-16</inkml:trace>
  <inkml:trace contextRef="#ctx0" brushRef="#br0" timeOffset="80948.07">16123 15767 0,'-9'0'0,"-34"26"0,-16 8 31,7 0-31,18-9 16,17 1-1,0-1-15,9-8 16,8-8 0,25 8-16,86-17 0,26-43 31,-18-42-31,18 9 15,-18 16 1,-42 9 0,-43 17-16,-34 9 15,-43 8-15,1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03:30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12854 2866 0,'0'0'0,"0"0"0,17 17 31,0 17-31,-9 26 16,1 33-1,-18 18-15,-8 33 16,-8 9 0,8-25-16,8-43 15,18-9 1,16-7-1,35-1-15,76 0 16,69-17-16,43-34 0,33-26 31,61-16-15,16-18-16,35 9 16,93 0-16,44-8 0,41-18 31,27 0-16,51 18-15,42 8 16,-34 17 0,-25 25-16,-18 35 15,-8 25 1,17 43-16,-59 25 16,-61-9-1,-25-8-15,-60-8 16,-51-9-1,-94-60-15,-76-33 16,-35-26 0,-60-26-16,-16-25 15,-27-34 1,-25-68-16,-25-25 16,-26-10-1,-43-67-15,-34-85 16</inkml:trace>
  <inkml:trace contextRef="#ctx0" brushRef="#br0" timeOffset="64805.61">11761 6472 0,'0'0'0,"0"0"15,9 0 1,33 8-16,27-16 0,67-26 16,86-26-1,-17 9 1,34 9-1,34 16-15,51 26 16,154 26-16,69 25 16,-138-17-1</inkml:trace>
  <inkml:trace contextRef="#ctx0" brushRef="#br0" timeOffset="66956.48">13161 7501 0,'25'8'0,"104"18"0,7 8 16,-68-26-16,69 9 15,76 9 1,-16-9-16,101 34 0,146 9 31,-17-35-31,102-8 0,179-25 31,-67-18-31,195 18 16,-256-1 0</inkml:trace>
  <inkml:trace contextRef="#ctx0" brushRef="#br0" timeOffset="82919.22">8791 9619 0,'0'0'0,"0"0"0,0-9 0,0 1 16,0 8 0,0 0-16,0 0 15,0 0 1,0 0-1,0 0-15,0 0 16,0 0-16,0 17 16,0 8-1,-9 9-15,1 9 16,-1-1 0,9 1-1,0-9-15,0-9 16,0 9-1,9-8 1,8 8-16,34 0 16,35 0-16,42-17 15,25-9-15,44-25 32,-10-8-32,44-1 0,33 1 15,1 8 16,8 8-31,51 9 0,26 17 16,0 0 0,51 0-1,-17 9-15,-34-1 16,77-8 0,-60 9-16,-102-18 15,8 1 1,-43-1-16,-59-8 0,-52 0 31,-16 0-31,-69 0 16</inkml:trace>
  <inkml:trace contextRef="#ctx0" brushRef="#br0" timeOffset="102977.89">8748 11541 0,'0'0'0,"0"0"0,-8 42 16,-1 35-1,-8-1-15,9-16 16,-1-1-16,1 1 16,-1-1-1,9-16 1,9-1-16,8-8 15,34-8-15,34-9 16,43-26 0,9-16-1,8-1-15,17 1 16,-8-1 0,-1 1-16,18 8 15,42-9 1,26-8-16,26 0 15,8-8 1,0-9-16,-8 8 16,-26 9-1,-17 9-15,-26 25 16,-8 0 0,-35 8-16,-33 1 15,-9-1 1,-43 1-16,-17-1 15,-25-8 1,-18 0-16,1 0 16,-18-17-1,-16-34-15,-35-42 16,0-18 0,35 60-16</inkml:trace>
  <inkml:trace contextRef="#ctx0" brushRef="#br0" timeOffset="112070.46">15721 12476 0,'0'0'0,"0"0"0,0 0 16,0 0-1,0 17-15,-8 26 16,-1 16-1,-16 18-15,-1 8 16,-8-9-16,17-16 16,0-18-1,8-16-15,9-1 16,0 1 0,0-9-1,17 0 1,17 0-16,18-9 15,50 1-15,60-9 16,0-9 0,26 1-1,26-9-15,-35 8 16,26 9 0,8 0-16,17 0 15,9 0 1,0 0-16,17 17 0,-25 0 31,-1 26-31,-8-1 16,-17 1-1,-9-1-15,-8-16 0,-17-9 16,-35-9 0,-16-16-1,-26-18 1,-17 1-16,-9-18 15,-8 1-15,-9-9 16,-8 0 0,-18-17-1,1-94-15,-9-178 16</inkml:trace>
  <inkml:trace contextRef="#ctx0" brushRef="#br0" timeOffset="123748.53">4942 14032 0,'0'0'0,"0"-8"0,0-18 16,0 9-16,0 0 15,0 9 1,0 8-16,0 0 15,0 0 1,17 25-16,0 9 16,8 17-1,1 9-15,0-1 16,-18 1 0,1 0-1,-1-1-15,-8 1 0,0-18 16,0-8-1,9-8 1,8-9-16,9 8 16,8-16-1,25-1-15,35-16 16,17-1 0,9 1-16,8-1 15,34 1 1,0-1-16,-8 1 15,16-1-15,10 9 16,-10 9 0,27-9-1,-1 8-15,-17 9 0,26 0 32,8-8-32,1 8 0,16 8 31,-25-8-31,0 0 15,0 0 1,-9 0-16,17 0 16,18-8-1,-9-9-15,17 0 0,-17 0 16,8-9 15,-8-8-31,-17 9 16,17-18-16,-9 1 15,0-1 1,-8 1 0,17-9-16,9 0 15,-9-9 1,8 1-16,-8-1 16,25 1-16,-8-1 15,0 9 1,0 0-1,-8 17-15,-9 0 16,-17 8 0,8-8-16,17 0 15,-8 9 1,9 8-16,-18 8 16,18-8-1,8 9-15,0-1 16,17 9-1,0-8-15,0 8 16,25-9-16,-8 9 16,9 9-1,-9 8-15,26 0 16,-9 0 0,0 9-16,9-1 15,-9-8 1,9 17-16,0 0 15,-9 0-15,9 0 16,-1-17 0,-16 0-1,-9-8-15,-34-9 16,-43-9 0,1-8-1,-10 9-15,-59-9 16,-42-9-1,-26 1-15,-1-1 16,1 1 0,-9-9-16,0-9 0,1-8 31,-10-25-31,-16-18 16,-9-16-16,-17-35 15,-9 0 1,9 77-16</inkml:trace>
  <inkml:trace contextRef="#ctx0" brushRef="#br0" timeOffset="138068.16">5001 14619 0,'0'0'16,"0"0"-16,0 0 0,0 0 15,0 0 1,0 0 0,0 0-16,0 17 15,0 17 1,0 34-16,9 17 16,8 9-1,-8-1-15,-1-16 16,1-9-1,-1-26-15,1 1 16,-1-17-16,1-1 16,-1-8-1,1 0 1,-1 0-16,1-8 16,-9 8-1,9-9-15,-1 1 16,1-1-1,-1 1-15,1-1 16,-1-8 0,9 0-1,17 0-15,1-8 16,16-1 0,26 1-16,25-18 15,0 1-15,9 8 16,9 0-1,25 8 1,0 9-16,-8 0 16,8 0-16,17 0 15,-9 0 1,18 0-16,8 0 16,-8 0-1,0 9-15,17 8 16,8 8-1,17 1-15,9-1 16,9-16-16,16-9 16,-16-9-1,42 1 1,-9-1-16,-8 1 16,0 16-16,9 9 15,-18 0 1,1 9-1,-1 8 1,1-9-16,8 1 16,0-9-1,0-9-15,0 1 16,-8 8 0,-26 8-16,8 9 15,9-8-15,17-1 16,9-8-1,8-8 1,8-1-16,10-8 16,-18 0-16,-26 9 15,-16-1 1,-69 18 0,0-18-16,9 9 15,-35 0-15,-33-8 16,8-1-1,-17 1 1,-35-1-16,-16-8 16,-17 0-1,-1 0-15,9-8 16,0-1 0,18 1-16,-1-18 15,-8 9-15,-1-8 16,1 8-1,-18 0 1,1 8-16,-9 1 16,0 8-1,-8 0-15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07:12.6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15534 5451 0,'0'0'0,"0"0"0,0 0 15,0 0-15,-9-8 16,1-1 0,-27 1-16,-16 8 15,-26 0 1,-42 8 0,-52 18-16,-8 8 15,-43 8 1,17 9-16,17 17 15,1-8 1,42-9-16,42-17 16,35-8-1,0-1-15,16-16 16,10-18 0,8-8-16,16-17 15,27-8 1,8-18-16,0 9 15,-8 17 1,-1 17-16,1 0 16,-9 8-1,0 9-15,0 0 16,0 0 0,-26 17-16,-51 43 15,-51 51 1,17 16-16,35-25 15,24-8 1,10-26-16,33-9 16,9-16-1,34-1-15,94 9 16,34-34 0,-110-17-16</inkml:trace>
  <inkml:trace contextRef="#ctx0" brushRef="#br0" timeOffset="13860.02">4455 10103 0,'0'0'0,"0"-8"0,0-1 0,-8 1 16,-1-9 0,1 0-16,-1 8 15,1 1 1,-1-1-16,9 9 15,0 0 1,-9 0 0,9 0-16,0 0 15,0 0 1,0 0-16,0 0 16,0 0-1,9 0-15,51-8 16,42-9-16,35 0 15,-35 8 1,9 9 0,51 0-16,-17 0 15,-42 0 1,-52 0-16,-8-8 16,16 8-1,-24 0-15,-10 0 16,-16 0-1,-9-9-15,0 1 16,-9-1 0,-16-8-16,-1 0 15,-8 0 1,17 0-16,0 9 16,0 8-1,8-9-15,9 9 16,0 0-16,0 0 15,9-8 1,16-9 0,26-9-16,35 9 15,8 9-15,8 25 16,-17 0 0,-25 0-16,-26-9 15,-8 1 1,-18-1-16,1 1 15,0-1 1,-35 26 0,-68 51-16,-51 34 15,-43 0 1,-102 51-16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08:25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5497 9542 0,'0'0'0,"0"0"0,0 0 15,0 0-15,0 0 16,0-8 0,0-1-1,8 0-15,18 1 16,42-1 0,34 1-16,18-9 15,16 0 1,18 0-16,17 0 0,-26 8 31,8 9-31,18-8 16,-34-1-1,-43 1-15,-18-1 16,-24 9-16,-27 0 16,1 0-1,-18 0 1,1 0-16,-9 0 15,-9 0 1,-16-8-16,-44-1 0,-76 1 31,-34-9-15,8 8-16,-8-8 16,9 9-16,16-1 15,17 1-15,9 8 16,9 0-1,25-9 1,34 1 0,18-1-16,7 1 15,18 8-15,0 0 0,9 0 32,8 0-32,0 0 15,34 17 1,51 8-16,60 9 0,35 0 31,16-8-31,17-9 16,1-9-1,-1-8-15,-17-8 16,1 8 0,-27-9-1,-33 1-15,-35 8 16,-25 0-16,-26 0 15,-17 0 1,-8 0-16,-17 0 16,-18 0-1,-8 0 1,-51 8-16,-77-16 16,-43-1-16,-17-8 15,-43-8-15,1 8 16,8 0-1,8 8 1,52 1-16,-34-9 16,17 17-1,76-9-15,35 1 16,25 8 0,9 0-1,17 0-15,17 0 16,0 0-16,17 0 15,8-9 1,77-8-16,-16 0 16</inkml:trace>
  <inkml:trace contextRef="#ctx0" brushRef="#br0" timeOffset="43074.85">7169 8173 0,'0'0'0</inkml:trace>
  <inkml:trace contextRef="#ctx0" brushRef="#br0" timeOffset="43926.52">7152 8020 0,'0'0'0,"0"0"0,0 0 0,0 0 16,-8 0-16,-9-9 15,-17-8-15,-9-8 16,-17-1 0,-17 1-16,0-1 15,26 18-15,17 16 32,0 18-32,-51 25 15,-18 8 1,-25 9-1,9-8-15,50 8 16,1 17-16,-17 25 16,17-16-16,25-26 15,9 0 1,17 9 0,8 8-16,35 8 15,16-8-15,-7-25 16,16-9-1,43 0 1,42 8-16,-16-8 16,-18-17-1,60 0-15,26 9 16,-60-26 0,17 0-16,77-9 0,-77-16 31,34-1-31,69-16 0,-9-26 31,25-26-31,-59 9 16,17-25-1,0-1-15,-26 18 16,18-1 0,-61 9-16,-42 9 15,9-1-15,8-8 16,-9-9-16,-25 1 15,-34 8 1,-9-26-16,-17 9 31,-34-8-31,-25-1 16,-35 9 0,-51 0-16,-34-8 15,-26 8-15,-51-1 0,-76 18 31,-78 26-15,-51 50-16,-76 69 0,-86 76 31,26 26-31,76 8 16,9 25 0,-43 35-16,154-68 15</inkml:trace>
  <inkml:trace contextRef="#ctx0" brushRef="#br0" timeOffset="47553.39">8347 9678 0,'-8'0'0,"-1"0"0,1 0 0,-9-8 15,-52-18-15,-59-16 32,-8 8-17,-9 0 1,-52 16-16,9 18 16,26 0-1,-25 26-15,7 8 0,27 0 0,-1 17 16,-34 0-1,26-8-15,34 8 32,-26 17-17,1 8-15,33 1 16,61-1 0,16-8-16,17 0 15,9 9 1,34 8-16,52 26 15,76-9 1,0-17-16,25-26 16,44 1-1,50-26-15,18-17 16,42-9 0,18-33-16,-18-18 15,0 9 1,-59-8-16,34-18 15,-18-8 1,-25-8-16,1-10 16,-95 10-1,-34-18-15,0-8 16,-51 9 0,-26-26-16,-34-17 15,-60 0 1,-59-17-16,-69-9 15,-85 0 1,-94 43 0,-51 34-16,-43 77 15,-85 59-15,-9 59 16,26 60-16,128-25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09:35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10157 7169 0,'0'0'0,"0"0"0,0 0 15,0 0 1,-9 0-16,1 0 16,-1 0-1,-8 9-15,-9 25 16,-8 25-1,17 9 1,9-17-16,-1 17 16,-8-8-16,8-9 15,1 0 1,8-8 0,0-1-16,8 1 15,9-18-15,26-8 16,34-17-1,17-8 1,17-1-16,34-8 16,0 0-16,9 9 15,16-9 1,18 0 0,8-9-16,-8 1 15,8-1-15,9 9 16,-8 17-1,16 8 1,9 27-16,-9 7 16,26-8-1,17-8-15,9-1 16,-1 1 0,27-18-16,-10 1 15,10-18 1,-10 1-16,26 8 15,-8 0-15,-17 17 32,17-9-32,-1 1 15,9-18-15,-25 9 16,17-8 0,0-1-1,-18 1-15,-16-1 0,-26 9 16,-26 0-1,-51 0 1,-42 0-16,-43 9 0,-35-9 31,-16 8-31,-18-8 16,1 0 0,0 0-16,-9-8 15,0-43 1,17-60-16,8-34 15,26-152 1</inkml:trace>
  <inkml:trace contextRef="#ctx0" brushRef="#br0" timeOffset="8691.85">23189 7501 0,'0'0'0,"0"0"0,0 8 0,-8 18 31,-1 16-31,1 10 16,-1-1-1,1 17-15,8 0 31,0 0-31,0-9 16,8 1-16,9-18 16,0-8-16,1-8 15,24-1 1,52-25-16,26-17 16,42-34-16,8-8 31,10 8-31,-18 8 0,-9 18 15,18 16-15,8 26 32,1 17-17,16 17-15,-17-8 0,9 8 16,8 0 0,-59-9-1,-60-16 1,-35-18-16,-16 1 15,-18-1-15,1-16 16,-26-26 0,-17-51-16,-35-60 15,-24-42 1,-53-111 0</inkml:trace>
  <inkml:trace contextRef="#ctx0" brushRef="#br0" timeOffset="13892.83">26919 7101 0,'0'0'16,"0"0"-16,0 0 0,9 0 15,-1 9 1,1-1-1,-1 1-15,1-1 16,-1 1 0,1-1-16,-9 1 15,0 8 1,0 8-16,0 18 16,9 33-1,-1 18 1,-8-1-16,0-16 15,0 0-15,0-18 16,0-16 0,0-9-16,0-9 15,17 1 1,26 8-16,34 8 0,25-8 16,18-8-1,33-18 1,35-16-1,-9-18-15,0-8 16,-16 9-16,-61 8 16,-34 17-1,-25 0 1,-17 0-16,-9 0 16,-9 0-16,1-9 15,8-8 1,25-59-1,18-69-15,25-51 16,69-101 0</inkml:trace>
  <inkml:trace contextRef="#ctx0" brushRef="#br0" timeOffset="19344.29">13374 8428 0,'0'0'0,"0"0"0,0 0 16,17 25-1,17 35-15,1 25 16,-10 9-16,1-9 16,-9 8-1,0 9-15,9 0 16,-9-17-1,17-8 1,17-18-16,26-8 16,17-8-1,25-18-15,43-16 16,26-9 0,-17 0-16,25 17 15,9-9 1,-26 9-16,-8 9 15,-17-9-15,-52-9 16,-34 1 0,-34 0-16,-8-9 15,-9-9 1,0-8 0,-8-43-16,-1-50 15,-8-162 1</inkml:trace>
  <inkml:trace contextRef="#ctx0" brushRef="#br0" timeOffset="22435.38">4652 10120 0,'0'0'0,"17"9"0,51 16 16,94 18-16,120-9 16,127-17-1,78-26-15,-86 1 0</inkml:trace>
  <inkml:trace contextRef="#ctx0" brushRef="#br0" timeOffset="30694.71">3883 11974 0,'0'0'0,"0"0"0,0 0 16,0 0-1,0 0-15,0 0 16,0 9-1,0 8-15,171 34 16,94 25 0,50-8-1,172 0-15,68 0 0,-146 1 16</inkml:trace>
  <inkml:trace contextRef="#ctx0" brushRef="#br0" timeOffset="64427.23">4737 16261 0,'8'0'0,"35"8"0,51 9 0,734-68 16,-453 34-16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10:56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6060 6565 0,'0'0'0,"0"0"0,0 0 16,0 0 0,0 0-16,0 0 15,8 9-15,-8 8 16,0 17 0,0 17-16,9 0 15,-9 9 1,0-9-1,17-9 1,9 1-16,16-18 0,9-8 16,18-25-1,25-1 1,-18-8-16,-7 0 16,33 0-1,18 17-15,16 0 16,-25 9-1,0-9-15,9-9 16,-1 1 0,-17-9-16,-25 0 15,-34 8 1,-17 1-16,-9-1 16,-9 9-1,1 0-15,-1-8 16,9-9-16,0-26 15,18-42 1,-18 34 0</inkml:trace>
  <inkml:trace contextRef="#ctx0" brushRef="#br0" timeOffset="4323.39">3568 10784 0,'0'0'0,"0"0"0,0 0 16,17 0-16,25 17 15,27 0-15,25 0 32,42 8-17,18 1-15,-1-18 16,9-16-16,1-1 15,-10 1 1,1-18-16,-9 9 16,-25-8-1,-10-1-15,-24 9 16,-26 0 0,-26 0-16,-9-17 15,-8 17 1</inkml:trace>
  <inkml:trace contextRef="#ctx0" brushRef="#br0" timeOffset="4629.29">4865 10503 0,'0'0'0,"8"0"0,35 9 16,42 8-1,9 0-15,0 0 16,0 0 0,-17 0-1,-17 8-15,-9-8 16,-17-8 0,-8-1-1,-9 9-15,-9 0 0,-25 43 16,-34 59-1,-43 17 1,-42 34-16,-95 94 16</inkml:trace>
  <inkml:trace contextRef="#ctx0" brushRef="#br0" timeOffset="63686.61">22191 11328 0,'8'-9'0,"9"1"0,1-1 16,-1 1-16,25 8 15,18 0-15,17 0 16,17 0 0,8 0-16,-25 8 31,8 9-31,52 0 16,8 17-1,-17-8-15,-17 8 16,17 17-16,-26 0 15,-25 0-15,-17 9 16,-9 8 0,-25 0-1,-9 0 1,-9 8-16,-16 9 16,-18 17-1,-8 9-15,-9-9 16,-16 0-1,7 0-15,18-8 16,26-1 0,16 9-16,35 0 15,17 0-15,25 0 16,9-8 0,-9-18-1,18-7-15,-1-18 16,-16-17-1,-18-9-15,-34-16 16,-8-1 0,-18 1-16,1-1 15,-1-8 1,-8 0-16,0 0 16,-8 0-1,-18 0-15,-8 9 16,-9 8-1,-17 0-15,1 17 16,7 25 0,1 26-16,0 34 15,25 17 1,18 26-16,25 25 16,17-8-1,34-1-15,1-8 16,-10-42-1,-24-9-15,-27 8 16,-33-16-16,-44 8 16,-50-25-1,-120-1 1,-77-25-16,0-68 16,-51-34-16</inkml:trace>
  <inkml:trace contextRef="#ctx0" brushRef="#br0" timeOffset="113309.29">12811 12417 0,'0'0'0,"0"0"0,0 0 15,0 0-15,-9 0 16,1 8-1,-18 43 1,-25 60-16,-17 50 16,17-8-1,25-8-15,26 8 16,0-8 0,9-18-16,8-16 15,8-1-15,-16-25 16,-1-34-1,1-8-15,-1-9 16,1 0 0,8 0-1,9 0-15,25 0 16,26 17-16,42-9 16,26 9-1,26-17 1,42-17-16,35-17 15,25-25 1,17-1-16,17-16 16,1 8-16,16 17 15,0 0 1,26 0 0,26 8-16,-9-8 15,25 0 1,9 0-16,-8-8 15,8-1 1,9 1-16,8 8 16,9 17-16,-18 0 15,27 8 1,-9 1 0,-26-9-16,-34 0 15,-34 17 1,-9 0-16,-42 8 15,-35-8 1,-42 9-16,-60 8 16,-43-9-1,-42-8-15,-26-8 16,-8-1 0,-18 1-16,1-9 15,-1-9 1,1-33-1,-18-35-15,1-25 0,-9-42 16,17-18 0,8 9-1,1 34-15,-1 25 16,1 18-16,0 25 16,-9 17-1,0 8 1,0 9-16,-9 0 15,0 0 1,-25-8-16,-17-1 16,-68-8-1,-61 0 1,-110-8-16,-51 8 16,-43 0-16,-94-9 15,-43 1 1,-34 8-1,-34 0-15,-51 8 16,-8 1-16,-103 16 16,0 9-1,-18-34 1,18 0-16,60 0 16,-34 9-1,306 8-15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17:11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7553 9244 0,'0'0'0,"0"0"0</inkml:trace>
  <inkml:trace contextRef="#ctx0" brushRef="#br0" timeOffset="2998.28">5539 9032 0,'0'0'0,"0"0"0,9 8 16,25 9 0,43 9-16,42-1 15,-16-25 1,-18 0-16,69-17 16,33 0-1,10 9-15,93-9 16,85 0-1</inkml:trace>
  <inkml:trace contextRef="#ctx0" brushRef="#br0" timeOffset="4017.93">7545 9823 0,'0'0'0,"8"0"15,9 0-15,1 0 16,-1 0-1,-9 0-15,1 0 16,-1 0 0,35 8-16,59 9 15,61-8 1,50-1-16,51 1 16,27-1-1,7 1-15,155-1 16,101-33-1,-144-9-15</inkml:trace>
  <inkml:trace contextRef="#ctx0" brushRef="#br0" timeOffset="6546.73">8142 10426 0,'0'0'0,"0"0"15,0 0-15,0 0 16,0 0-16,17 9 16,0-1-1,35 9 1,50 1-16,43-10 16,60 9-1,60-8-15,25 8 16,26 0-1,42 0-15,43 8 16,17 9 0,9-17-16,51 17 15,-68 9 1</inkml:trace>
  <inkml:trace contextRef="#ctx0" brushRef="#br0" timeOffset="8449.76">14211 9687 0,'0'0'0,"0"0"0,0 0 16,0 0-16,0 0 0,0 0 15,-9 0 1,-8 25-1,-17 43 1,-17 43-16,0 8 16,25-17-1,17-34-15,18-17 16,17-26 0,-9-16-16</inkml:trace>
  <inkml:trace contextRef="#ctx0" brushRef="#br0" timeOffset="8818.12">14851 9738 0,'0'0'0,"-9"8"0,1 9 16,-18 17-16,9 9 15,0-9 1,0-9-16,8 1 16,9-9-1,0 8-15,9 9 16,17 9 0,25 16-16,-9 1 15,1-18 1,-17 1-16,-9-1 15,-9-8-15,-25 9 16,-17-1 0,0-16-1,8-18-15,-8-16 0,17-9 32</inkml:trace>
  <inkml:trace contextRef="#ctx0" brushRef="#br0" timeOffset="9031.77">14842 9610 0,'0'0'0,"9"0"0,25 26 15,51 25 1,35 17-16,16-9 15,27-8 1,-18-25-16,-43-18 16,-68 1-1</inkml:trace>
  <inkml:trace contextRef="#ctx0" brushRef="#br0" timeOffset="9315.82">16336 9984 0,'-9'0'0,"-25"26"0,-51 42 16,-9 17 0,17-9-16,26-16 15,17-18 1,17-16-16,17-9 15,34-9 1,68-16-16,43-43 16,9-34-1,-34 0 1,-61-9-16,-33 43 16</inkml:trace>
  <inkml:trace contextRef="#ctx0" brushRef="#br0" timeOffset="10489.69">8253 10333 0,'0'0'0,"0"0"0,0 0 15,0 0-15,0 0 16,0 0 0,-8 0-16,-9 0 15,-9 8 1,-17 1-16,1-9 16,-1 17-1,0 8-15,1 26 16,8 26-1,-1 8-15,-7 9 16,-9 33 0,8-8-1,26-8-15,-9-1 0,9 1 32,-8-9-32,-1 9 15,9-1 1,0-25-16,8-17 15,9-17 1,0-17-16,0-8 16,9-1-16,8-8 15,17 0 1,60-8-16,51 8 16,26 8-1,34 35 1,119 59-16</inkml:trace>
  <inkml:trace contextRef="#ctx0" brushRef="#br0" timeOffset="20800">7656 12510 0,'0'0'0,"85"9"0,120 16 15,188 1 1,93-43-16,26-34 16,-94 8-16</inkml:trace>
  <inkml:trace contextRef="#ctx0" brushRef="#br0" timeOffset="25357.96">24111 12459 0,'9'0'0,"16"9"0,10-1 15,-10 9-15,-8 0 16,-8 0 0,-9 9-16,-34 50 15,-43 52 1,34-60-1</inkml:trace>
  <inkml:trace contextRef="#ctx0" brushRef="#br0" timeOffset="25557.22">23420 12425 0,'0'0'0,"0"0"0,0 0 16</inkml:trace>
  <inkml:trace contextRef="#ctx0" brushRef="#br0" timeOffset="25654.72">23352 12459 0,'0'0'0,"0"0"15,0 0-15</inkml:trace>
  <inkml:trace contextRef="#ctx0" brushRef="#br0" timeOffset="27856.92">22950 11779 0,'0'0'0,"0"0"0,18 0 16,7 17-1,35 0-15,17 0 16,0 8 0,-9-8-1,17 0-15,9 17 16,-9 0-16,-16 17 15,-10 9 1,-16 25-16,-26 0 16,-34 0-1,-51 17-15,-9 9 16,26-43 0,8-17-16,-17-17 15,35-17 1</inkml:trace>
  <inkml:trace contextRef="#ctx0" brushRef="#br0" timeOffset="28327.85">24418 13097 0,'0'0'0,"18"17"0,16 42 16,34 60-16,17 9 16,-8 51-1,-26 25 1,-68 42-16,-60 18 16,-68 34-1</inkml:trace>
  <inkml:trace contextRef="#ctx0" brushRef="#br0" timeOffset="41773.31">25443 11991 0,'0'0'0,"0"0"0,0 0 16,0 9-16,0 16 15,0 35 1,0 33-1,-9 1-15,9-18 16,17-16 0,0 0-16,0-18 15,0-16 1,26-1-16,68-33 16,77-43-1,51-51-15,34-43 16,43-8-1,-9 25-15,26 1 16</inkml:trace>
  <inkml:trace contextRef="#ctx0" brushRef="#br0" timeOffset="51441.95">12529 13701 0,'0'0'0,"0"0"0,0 0 0,-8 0 0,-1 8 15,1 9 17,-18 0-32,0 17 15,1 0-15,-1 17 16,-8-8 0,17-1-16,-9-8 15,1 17-15,-1-8 31,9-9-31,9-9 16,8 1-16,0-18 16,8 1-1,9-1-15,0-8 16,17 9 0,1 8-1,7 0-15,-8 25 0,-8 27 16,0-1-1,-18-17 1,1-26 0,-9 1-16,-9-18 0,1 1 15,8-1 1</inkml:trace>
  <inkml:trace contextRef="#ctx0" brushRef="#br0" timeOffset="51680.7">12265 13658 0,'0'0'0,"0"0"0,8 34 15,26 26 1,26 8-1,8-9-15,-16-16 16,7-1 0,27-8-16,-35-17 15</inkml:trace>
  <inkml:trace contextRef="#ctx0" brushRef="#br0" timeOffset="52034.28">13246 14449 0,'0'0'16,"-8"0"-16,-1 17 15,-8 9-15,0-1 16,8 1-1,1-1-15,-1-8 16,1 9 0,16 8-1,27-9-15,58-8 16,27-25-16,-35-18 16,-16-8-1,16-42 1,-8-26-16,-26-17 15,-43 25-15,-42 9 16,-68 25 0,-180-8-16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1:19:10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13127 7263 0,'0'0'0,"42"34"0,35 17 16,0 17-1,-26-9-15,-34-25 16,-17 17-16,-51 77 16,-34 42-1,25-51 1,-59-8-16,-86 33 16,68-50-1,94-52-15,9-25 16,9-42-1,-1-18-15,18-50 16,-1-103 0,9 35-1,0 67-15,0 26 16,0 26-16,0 25 16,0 17-1,-8 25 1,-44 103-16,-25 25 15,9-26-15,17 18 16,17-9 0,25-34-1,9-34-15,26-17 16,34 0 0,8-8-16,120-18 15,59-25-15,86-25 16,77-1-1</inkml:trace>
  <inkml:trace contextRef="#ctx0" brushRef="#br0" timeOffset="3359.64">14757 10316 0,'0'0'0,"0"0"0,0 0 31,0 0-31,-9 0 0,-33 0 16,-129 25 0,9 35-1,-60 68 1,-17 16-16,137-76 16,-18-17-1,-25 0 1,34-17-16,43-25 15,42-9-15,26 0 16,17-34 0,60-77-1,-9-8-15,-34 68 16,-25 17-16,-1 17 16,1 9-1,-18 8-15,-33 17 16,-69 42-1,-17 18-15,25-1 0,10-16 16,41-9 0,27-9-1,33 9 1,61 0-16,161 9 16,137-1-16</inkml:trace>
  <inkml:trace contextRef="#ctx0" brushRef="#br0" timeOffset="60140.67">10421 14806 0,'0'0'0,"0"0"0,0 0 16,0 0-16,0 0 16,0 0-1,0 0-15,0 0 31,0 0-31,0 0 16,0 0-16,0 0 16,0 0-1,-8 0-15,-1 9 16,1 8-16,-1 8 16,0 18-1,1 8 1,8 0-1,0-17-15,0-9 16,0 1-16,0-1 16,0-16-1,8-1-15,-8-8 16,18 0 0,-1 0-16,17 0 15,0 0 1,0 0-16,0 0 15,9 0 1,17 0-16,25-8 16,-8-1-1,17 9-15,0 0 16,-1 0 0,18 9-16,0-1 15,0 1-15,9-9 16,16 8-1,18-8 1,8 0-16,0 0 16,-8 9-16,25-9 15,-8 0 1,-9-9 0,0 1-16,-8-1 15,-9 9 1,9-8-16,-1 8 15,1 0 1,-1 0-16,-16 0 16,-18 0-1,1 0-15,-26 17 16,-17 0 0,-9 0-16,-17 8 15,-8-16 1,-18-1-16,1 1 15,-9-1 1,0-8 0,-8 9-16,-1-9 15,1 0-15,-1 0 16,1-9 0,8 1-16,0-18 15,0 1 1,0-18-1,9-8-15,-9-17 16,8-8-16,1-9 16,0-9-1,8-8 1,0-8-16,0-1 16,-8 26-16,-18 17 15,1 17 1,-9 17-16,0 0 15,0 17 1,-9 0-16,1 0 16,-1 0-1,1 0 1,-1 8-16,-8-8 16,-9 9-16,1-9 15,-26-9 1,-18 9-16,-8 9 15,-16-1 1,-10 9-16,-8-8 16,0-9-1,-8 0-15,-1 0 16,9 0 0,-17-9-1,-17 9-15,0 9 16,0-1-16,0 1 15,8 8 1,9 0 0,-17 0-16,0 0 15,-8 17 1,-1 0-16,0 0 0,9 0 31,9 8-31,25 1 16,0-9-1,-9 0-15,18 0 16,-1-9 0,18 1-16,17-9 15,17 0 1,-1-9-16,1 1 16,8 8-1,9 0-15,0 0 16,0 0-1,0 0-15,8 0 16,1 0 0,-1 0-16,0 0 15,1 8 1,8-8-16,0 0 16,0 0-1,8 0-15,1 0 16,8 0-16,0 0 15,0 0 1,0 0 0,-9 0-16,0 17 15,1 0 1,-9 26-16,-9 33 16,1 52-1,8 8-15,0 9 16,-1 42-1,18-34-15,9-102 16</inkml:trace>
  <inkml:trace contextRef="#ctx0" brushRef="#br0" timeOffset="64217.24">8142 13420 0,'0'0'0,"0"0"0,0 0 16,-8 9-16,-1 25 15,-16 17 1,-1 17 0,-8 8-16,0 1 31,17-18-31,0-16 0,8-18 16,1 1-1,8-9-15,0 0 16,0 0-1,0 0-15,17 0 16,8 8-16,18-8 31,8 0-31,26-8 16,17 8-16,0-9 16,8 9-1,18 0-15,8 9 16,17-1-1,17 1-15,34-26 16,35-26 0,-1-33-16,9-18 15,9-8 1,42-17-16,68-8 16</inkml:trace>
  <inkml:trace contextRef="#ctx0" brushRef="#br0" timeOffset="67355.19">9081 14772 0,'0'0'0,"0"0"0,17 0 15,26 9 1,0-1-1,33 18-15,52 8 16,43 0 0,-9 8-16,9-16 15,42-9 1,1-17-16,59 0 16,-68-9-1,-154 9-15</inkml:trace>
  <inkml:trace contextRef="#ctx0" brushRef="#br0" timeOffset="68806.64">8253 9219 0,'0'0'0,"0"0"0,69 0 15,84 8 1,9-8-16,35 0 16,16 9-1,77-1-15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19: Concurrency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DBEA-B255-B4F1-5392-BBC6FEE7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Sharing With </a:t>
            </a:r>
            <a:r>
              <a:rPr lang="en-US" dirty="0" err="1"/>
              <a:t>ForkJoin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5F00-415B-C01C-1686-D7BA8B87A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 of </a:t>
            </a:r>
            <a:r>
              <a:rPr lang="en-US" dirty="0" err="1"/>
              <a:t>ForkJoin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All threads are executing the same algorithm</a:t>
            </a:r>
          </a:p>
          <a:p>
            <a:pPr lvl="1"/>
            <a:r>
              <a:rPr lang="en-US" dirty="0"/>
              <a:t>Each task is responsible for </a:t>
            </a:r>
            <a:r>
              <a:rPr lang="en-US" b="1" dirty="0"/>
              <a:t>its own portion</a:t>
            </a:r>
            <a:r>
              <a:rPr lang="en-US" dirty="0"/>
              <a:t> of the input/output</a:t>
            </a:r>
          </a:p>
          <a:p>
            <a:pPr lvl="1"/>
            <a:r>
              <a:rPr lang="en-US" dirty="0"/>
              <a:t>If one task needs another’s result, use join() to ensure it uses the final answer</a:t>
            </a:r>
          </a:p>
          <a:p>
            <a:endParaRPr lang="en-US" dirty="0"/>
          </a:p>
          <a:p>
            <a:r>
              <a:rPr lang="en-US" dirty="0"/>
              <a:t>This does not help when:</a:t>
            </a:r>
          </a:p>
          <a:p>
            <a:pPr lvl="1"/>
            <a:r>
              <a:rPr lang="en-US" dirty="0"/>
              <a:t>Memory accessed by threads is overlapping or unpredictable </a:t>
            </a:r>
          </a:p>
          <a:p>
            <a:pPr lvl="1"/>
            <a:r>
              <a:rPr lang="en-US" dirty="0"/>
              <a:t>Threads are doing independent tasks using same resources (rather than implementing the same algorithm)</a:t>
            </a:r>
          </a:p>
        </p:txBody>
      </p:sp>
    </p:spTree>
    <p:extLst>
      <p:ext uri="{BB962C8B-B14F-4D97-AF65-F5344CB8AC3E}">
        <p14:creationId xmlns:p14="http://schemas.microsoft.com/office/powerpoint/2010/main" val="25620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C48-1D14-4508-7D6F-E7B0446D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Shared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177BE-2729-5CFA-92C0-D3D634D7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enqueue(x){</a:t>
            </a:r>
          </a:p>
          <a:p>
            <a:pPr marL="0" indent="0">
              <a:buNone/>
            </a:pPr>
            <a:r>
              <a:rPr lang="en-US" dirty="0"/>
              <a:t>	if ( back == null ){</a:t>
            </a:r>
          </a:p>
          <a:p>
            <a:pPr marL="0" indent="0">
              <a:buNone/>
            </a:pPr>
            <a:r>
              <a:rPr lang="en-US" dirty="0"/>
              <a:t>		back = new Node(x); </a:t>
            </a:r>
          </a:p>
          <a:p>
            <a:pPr marL="0" indent="0">
              <a:buNone/>
            </a:pPr>
            <a:r>
              <a:rPr lang="en-US" dirty="0"/>
              <a:t>		front = back;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else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198D3-0D64-C903-4F5A-6866C97171C2}"/>
              </a:ext>
            </a:extLst>
          </p:cNvPr>
          <p:cNvSpPr txBox="1"/>
          <p:nvPr/>
        </p:nvSpPr>
        <p:spPr>
          <a:xfrm>
            <a:off x="7762240" y="1513840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Imagine two threads are both using the same linked list based queue.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What could go wrong?</a:t>
            </a:r>
          </a:p>
        </p:txBody>
      </p:sp>
    </p:spTree>
    <p:extLst>
      <p:ext uri="{BB962C8B-B14F-4D97-AF65-F5344CB8AC3E}">
        <p14:creationId xmlns:p14="http://schemas.microsoft.com/office/powerpoint/2010/main" val="92545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45A6D-3EA5-564B-D6CE-FE255327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1A4E-EEFF-F9C6-7B18-FE828B1A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Shared Queue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B88687-1F98-BBFE-9A7C-12CE92691556}"/>
              </a:ext>
            </a:extLst>
          </p:cNvPr>
          <p:cNvGrpSpPr/>
          <p:nvPr/>
        </p:nvGrpSpPr>
        <p:grpSpPr>
          <a:xfrm>
            <a:off x="2727960" y="1508776"/>
            <a:ext cx="6350000" cy="528320"/>
            <a:chOff x="2727960" y="1554957"/>
            <a:chExt cx="6350000" cy="52832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74E0C07-FD0A-6DC2-38BB-D0A30DD7ECAF}"/>
                </a:ext>
              </a:extLst>
            </p:cNvPr>
            <p:cNvGrpSpPr/>
            <p:nvPr/>
          </p:nvGrpSpPr>
          <p:grpSpPr>
            <a:xfrm>
              <a:off x="4053840" y="1554957"/>
              <a:ext cx="1056640" cy="528320"/>
              <a:chOff x="8117840" y="4104640"/>
              <a:chExt cx="1056640" cy="52832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92DEAEC-C1CF-1A25-7E33-A5E20EA18D9A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071C29D-5761-ED91-95BF-3CAD27C12D65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FD6C5F5-D6D6-AC55-B4B3-ED322DDEA6F3}"/>
                </a:ext>
              </a:extLst>
            </p:cNvPr>
            <p:cNvGrpSpPr/>
            <p:nvPr/>
          </p:nvGrpSpPr>
          <p:grpSpPr>
            <a:xfrm>
              <a:off x="5374640" y="1554957"/>
              <a:ext cx="1056640" cy="528320"/>
              <a:chOff x="8117840" y="4104640"/>
              <a:chExt cx="1056640" cy="52832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20C4AF5-DCDF-3985-4C41-023092DFD5C8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6587CBF-C470-CA83-7B5C-FEAD95D0F54C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32D68C7-2FC9-BA2D-67D8-24B85A9F4DB1}"/>
                </a:ext>
              </a:extLst>
            </p:cNvPr>
            <p:cNvGrpSpPr/>
            <p:nvPr/>
          </p:nvGrpSpPr>
          <p:grpSpPr>
            <a:xfrm>
              <a:off x="6700520" y="1554957"/>
              <a:ext cx="1056640" cy="528320"/>
              <a:chOff x="8117840" y="4104640"/>
              <a:chExt cx="1056640" cy="52832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098BE31-45D1-DA89-F058-798D9BC0B451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006E91-1C84-00B1-B529-6B1C315CB0D6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9301D26-0CD9-3B07-C42A-543F20E60541}"/>
                </a:ext>
              </a:extLst>
            </p:cNvPr>
            <p:cNvGrpSpPr/>
            <p:nvPr/>
          </p:nvGrpSpPr>
          <p:grpSpPr>
            <a:xfrm>
              <a:off x="8021320" y="1554957"/>
              <a:ext cx="1056640" cy="528320"/>
              <a:chOff x="8117840" y="4104640"/>
              <a:chExt cx="1056640" cy="52832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01AF4BC-4E55-0C8F-F7F1-62B9AD51C8DA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DC0394D-65FA-1E41-04C5-04DEF03BB64A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F1D2A6-5EE2-5AEB-D1F4-D2462051008F}"/>
                </a:ext>
              </a:extLst>
            </p:cNvPr>
            <p:cNvGrpSpPr/>
            <p:nvPr/>
          </p:nvGrpSpPr>
          <p:grpSpPr>
            <a:xfrm>
              <a:off x="2727960" y="1554957"/>
              <a:ext cx="1056640" cy="528320"/>
              <a:chOff x="8117840" y="4104640"/>
              <a:chExt cx="1056640" cy="52832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00D8EEB-9458-D06C-12F7-90FBA7B2A40B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3D1DDAC-6B8F-3404-4F5C-15827CEB97BA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D6F7302-29CD-6247-CA2E-E28169576C09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3520440" y="1819117"/>
              <a:ext cx="5334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B5CED23-E26E-7CE3-4EBE-AD8018704CF2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4846320" y="1819117"/>
              <a:ext cx="52832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86D0954-ABC6-8CD8-BA01-DE1C5E5C97D6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6167120" y="1819117"/>
              <a:ext cx="5334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EA1E83-F56E-75E8-B524-231D324007C4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7493000" y="1819117"/>
              <a:ext cx="52832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B75BAC-83DC-D607-03EF-51F98CB4EDB0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0CEF90-47B1-A9D1-0883-8E95D2E3673D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1788160" y="1772936"/>
            <a:ext cx="93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316CF11-E4C0-4497-26B8-3591CF94353D}"/>
              </a:ext>
            </a:extLst>
          </p:cNvPr>
          <p:cNvSpPr/>
          <p:nvPr/>
        </p:nvSpPr>
        <p:spPr>
          <a:xfrm>
            <a:off x="7810500" y="499586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BF9FD3-DA04-6D0D-A349-ABE4C21451D1}"/>
              </a:ext>
            </a:extLst>
          </p:cNvPr>
          <p:cNvCxnSpPr>
            <a:cxnSpLocks/>
            <a:stCxn id="9" idx="2"/>
            <a:endCxn id="22" idx="0"/>
          </p:cNvCxnSpPr>
          <p:nvPr/>
        </p:nvCxnSpPr>
        <p:spPr>
          <a:xfrm>
            <a:off x="8285480" y="1027906"/>
            <a:ext cx="0" cy="4808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FCBFBE1-D283-24D3-5621-9A19344C54FB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1D6BEF-E836-3BDB-502C-A14B43894775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8AFB037-C1ED-8D07-F5CC-13F9A1937988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8CA7FB-9575-435C-0845-404647D4BEB8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3A8550E1-A4F7-5700-48AF-3C93F9330A5F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D1F010-1CAD-7D8E-F126-10F47AF09B2E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68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8952-A878-A3A3-7669-D7284A2D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3A11-05DA-4EBB-5EF4-CD47DA1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Shared Queue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BA25F-6E74-5CFB-6579-C95C2CF1B3F5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6FE4E9-C141-2CBB-48E3-A997648FBF81}"/>
              </a:ext>
            </a:extLst>
          </p:cNvPr>
          <p:cNvSpPr/>
          <p:nvPr/>
        </p:nvSpPr>
        <p:spPr>
          <a:xfrm>
            <a:off x="3164609" y="1453358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2B5AB57-3FAA-7C65-DC61-CB8E30409CB1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B293B8-14F8-36EF-B9B6-15753ED2AA49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20025F3-B985-B3BA-F393-B23EECD8B476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1053BC-FCCB-9309-F57A-160BAEF35949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61DC0C11-F1E2-3E72-A4B0-9CEB80FA5520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88510B-C68C-F57E-02DE-6244D9017B09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45A7BDC-C17C-45B5-8A30-9A6895A7D101}"/>
              </a:ext>
            </a:extLst>
          </p:cNvPr>
          <p:cNvSpPr txBox="1"/>
          <p:nvPr/>
        </p:nvSpPr>
        <p:spPr>
          <a:xfrm>
            <a:off x="7278256" y="959529"/>
            <a:ext cx="37961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Suppose the Queue is empty, and the threads execute in this order.</a:t>
            </a:r>
          </a:p>
          <a:p>
            <a:r>
              <a:rPr lang="en-US" dirty="0"/>
              <a:t>Assume Thread 1 enqueues 1, and Thread 2 enqueues 2.</a:t>
            </a:r>
          </a:p>
        </p:txBody>
      </p:sp>
    </p:spTree>
    <p:extLst>
      <p:ext uri="{BB962C8B-B14F-4D97-AF65-F5344CB8AC3E}">
        <p14:creationId xmlns:p14="http://schemas.microsoft.com/office/powerpoint/2010/main" val="356258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ADBF-FEE0-18E2-A45A-AD175122B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1105-A168-DAEF-0113-68B18EF5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1 – first two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B2F17-28D6-1F07-0CE9-6B0713FCF884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42952F-CBBF-290B-BD93-2EB64104F284}"/>
              </a:ext>
            </a:extLst>
          </p:cNvPr>
          <p:cNvSpPr/>
          <p:nvPr/>
        </p:nvSpPr>
        <p:spPr>
          <a:xfrm>
            <a:off x="3164609" y="1453358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5292516-790B-38C1-6F13-7BE6682A5EAC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6BFCC7-5090-605B-28AB-D5E471BD3E0E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703E1D4A-047C-D08F-7CF9-02F225EE1C1C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800D67-0C0E-B005-3EE3-3EE585765328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B70FB154-6E16-75F6-9182-5879BE0784EB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419BE70-FFFB-930F-6059-1D5051263FAA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96B101-57E4-0B41-1B77-88811F6D0549}"/>
              </a:ext>
            </a:extLst>
          </p:cNvPr>
          <p:cNvSpPr txBox="1"/>
          <p:nvPr/>
        </p:nvSpPr>
        <p:spPr>
          <a:xfrm>
            <a:off x="7278255" y="959529"/>
            <a:ext cx="41655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Thread 1 has decided the queue is empty</a:t>
            </a:r>
          </a:p>
        </p:txBody>
      </p:sp>
    </p:spTree>
    <p:extLst>
      <p:ext uri="{BB962C8B-B14F-4D97-AF65-F5344CB8AC3E}">
        <p14:creationId xmlns:p14="http://schemas.microsoft.com/office/powerpoint/2010/main" val="117629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19DD-FFAA-30D0-0137-1B071571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EF8D-0659-368F-1D30-6D64917F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2 – all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4EB502-DFF5-6917-FCF6-7387D28E1A1C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37DB78-0E17-00A6-67C4-29EDA89A127B}"/>
              </a:ext>
            </a:extLst>
          </p:cNvPr>
          <p:cNvSpPr/>
          <p:nvPr/>
        </p:nvSpPr>
        <p:spPr>
          <a:xfrm>
            <a:off x="4806835" y="1508776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8FD0F61F-A2A6-CBA4-DF5C-53599A4265AD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B55E4B-6E58-E142-6911-BA43302DE33B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8581A67-265F-9585-D086-42EF97575984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C1810D-BB3B-2781-5F5B-5DE76F9CEBCC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64C11C0-95B9-1798-6B0D-70E74342981A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D4C5BA0-DB61-7A1C-DBF3-52591A1D10DE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536E1E-3EF4-02FF-B3E4-92BDEFC6BC6F}"/>
              </a:ext>
            </a:extLst>
          </p:cNvPr>
          <p:cNvSpPr txBox="1"/>
          <p:nvPr/>
        </p:nvSpPr>
        <p:spPr>
          <a:xfrm>
            <a:off x="7278255" y="959529"/>
            <a:ext cx="41655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Thread 1 has decided the queue is empty</a:t>
            </a:r>
          </a:p>
          <a:p>
            <a:r>
              <a:rPr lang="en-US" dirty="0"/>
              <a:t>Meanwhile, thread 2 enqueues 2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F13B9-60D5-077E-15A4-469C6B0BAD27}"/>
              </a:ext>
            </a:extLst>
          </p:cNvPr>
          <p:cNvGrpSpPr/>
          <p:nvPr/>
        </p:nvGrpSpPr>
        <p:grpSpPr>
          <a:xfrm>
            <a:off x="2727960" y="1508776"/>
            <a:ext cx="1056640" cy="528320"/>
            <a:chOff x="8117840" y="4104640"/>
            <a:chExt cx="1056640" cy="5283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02F6A3-E9A8-5954-9C38-CCB5620F1E80}"/>
                </a:ext>
              </a:extLst>
            </p:cNvPr>
            <p:cNvSpPr/>
            <p:nvPr/>
          </p:nvSpPr>
          <p:spPr>
            <a:xfrm>
              <a:off x="8117840" y="4104640"/>
              <a:ext cx="528320" cy="5283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72B177-356A-CB8A-35C4-337C8E3F16A4}"/>
                </a:ext>
              </a:extLst>
            </p:cNvPr>
            <p:cNvSpPr/>
            <p:nvPr/>
          </p:nvSpPr>
          <p:spPr>
            <a:xfrm>
              <a:off x="8646160" y="4104640"/>
              <a:ext cx="528320" cy="528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5F3E8C0-1ACE-CE78-25B2-C1B8F66A40F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788160" y="1772936"/>
            <a:ext cx="93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3CAF0A-06E5-3F96-9D71-184D4DE4B21F}"/>
              </a:ext>
            </a:extLst>
          </p:cNvPr>
          <p:cNvCxnSpPr>
            <a:cxnSpLocks/>
            <a:stCxn id="9" idx="1"/>
            <a:endCxn id="17" idx="3"/>
          </p:cNvCxnSpPr>
          <p:nvPr/>
        </p:nvCxnSpPr>
        <p:spPr>
          <a:xfrm flipH="1">
            <a:off x="3784600" y="1772936"/>
            <a:ext cx="102223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D103B77-253A-1EE1-A7A1-C779667175BF}"/>
                  </a:ext>
                </a:extLst>
              </p14:cNvPr>
              <p14:cNvContentPartPr/>
              <p14:nvPr/>
            </p14:nvContentPartPr>
            <p14:xfrm>
              <a:off x="1499400" y="1506240"/>
              <a:ext cx="6065640" cy="3062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D103B77-253A-1EE1-A7A1-C779667175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0040" y="1496880"/>
                <a:ext cx="6084360" cy="30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66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2911-38DC-1E6D-E379-30119B37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99E9-D4B1-C748-7403-A56BB3B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1 – remaining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CD8D09-A892-BA65-0CF0-523DCBD4F091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4DBB9-454B-CAEF-35D3-849A3211A255}"/>
              </a:ext>
            </a:extLst>
          </p:cNvPr>
          <p:cNvSpPr/>
          <p:nvPr/>
        </p:nvSpPr>
        <p:spPr>
          <a:xfrm>
            <a:off x="4806835" y="1508776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CC8DECD1-895E-D68C-B141-B2E311C8F60B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5CDDDE-EF93-813B-B4F7-D6ADE9D95D88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7686F63-0A25-C02E-9A08-2ED6268AE6E1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b="1" strike="sngStrike" dirty="0"/>
              <a:t>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44953-DBCB-47F1-A02C-9CA403DCF3AE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83EA8621-D1A8-C7B3-38AB-8A6276264452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25D9C66-6DA1-4C62-74C3-DC716B86E77D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C791B17-5542-5D5F-DA9C-4CCFCCCAA899}"/>
              </a:ext>
            </a:extLst>
          </p:cNvPr>
          <p:cNvSpPr txBox="1"/>
          <p:nvPr/>
        </p:nvSpPr>
        <p:spPr>
          <a:xfrm>
            <a:off x="7278255" y="959529"/>
            <a:ext cx="416559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Thread 1 has decided the queue is empty</a:t>
            </a:r>
          </a:p>
          <a:p>
            <a:r>
              <a:rPr lang="en-US" dirty="0"/>
              <a:t>Meanwhile, thread 2 enqueues 2</a:t>
            </a:r>
          </a:p>
          <a:p>
            <a:r>
              <a:rPr lang="en-US" dirty="0"/>
              <a:t>Thread 1 continues as if the queue is still empty, overwriting Thread 2’s work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515BAB-052D-58C6-1601-22207DE7F886}"/>
              </a:ext>
            </a:extLst>
          </p:cNvPr>
          <p:cNvGrpSpPr/>
          <p:nvPr/>
        </p:nvGrpSpPr>
        <p:grpSpPr>
          <a:xfrm>
            <a:off x="2727960" y="1508776"/>
            <a:ext cx="1056640" cy="528320"/>
            <a:chOff x="8117840" y="4104640"/>
            <a:chExt cx="1056640" cy="5283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CBDA10-7AC8-644B-920F-F7D4043D8C2F}"/>
                </a:ext>
              </a:extLst>
            </p:cNvPr>
            <p:cNvSpPr/>
            <p:nvPr/>
          </p:nvSpPr>
          <p:spPr>
            <a:xfrm>
              <a:off x="8117840" y="4104640"/>
              <a:ext cx="528320" cy="5283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1EFB7D-7207-C043-DB91-DFF8B4FD12DD}"/>
                </a:ext>
              </a:extLst>
            </p:cNvPr>
            <p:cNvSpPr/>
            <p:nvPr/>
          </p:nvSpPr>
          <p:spPr>
            <a:xfrm>
              <a:off x="8646160" y="4104640"/>
              <a:ext cx="528320" cy="528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7D01EB-B93A-5E83-BC21-DA7545235DB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788160" y="1772936"/>
            <a:ext cx="93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EA6176-E878-106F-9193-10B62353D66E}"/>
              </a:ext>
            </a:extLst>
          </p:cNvPr>
          <p:cNvCxnSpPr>
            <a:cxnSpLocks/>
            <a:stCxn id="9" idx="1"/>
            <a:endCxn id="17" idx="3"/>
          </p:cNvCxnSpPr>
          <p:nvPr/>
        </p:nvCxnSpPr>
        <p:spPr>
          <a:xfrm flipH="1">
            <a:off x="3784600" y="1772936"/>
            <a:ext cx="102223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626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EC1A-6CA5-98A7-F39E-5B051CE8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31AF-5BCA-E54E-4929-B7B6A0D8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time slicing, a thread can be interrupted at any time</a:t>
            </a:r>
          </a:p>
          <a:p>
            <a:pPr lvl="1"/>
            <a:r>
              <a:rPr lang="en-US" dirty="0"/>
              <a:t>Between any two lines of code</a:t>
            </a:r>
          </a:p>
          <a:p>
            <a:pPr lvl="1"/>
            <a:r>
              <a:rPr lang="en-US" dirty="0"/>
              <a:t>Within a single line of code</a:t>
            </a:r>
          </a:p>
          <a:p>
            <a:r>
              <a:rPr lang="en-US" dirty="0"/>
              <a:t>The sequence that operations occur across two threads is called an interleaving</a:t>
            </a:r>
          </a:p>
          <a:p>
            <a:r>
              <a:rPr lang="en-US" dirty="0"/>
              <a:t>Without doing anything else, we have no control over how different threads might be interleaved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AC4EFB-E697-84F0-52D5-463D023AADB5}"/>
                  </a:ext>
                </a:extLst>
              </p14:cNvPr>
              <p14:cNvContentPartPr/>
              <p14:nvPr/>
            </p14:nvContentPartPr>
            <p14:xfrm>
              <a:off x="642240" y="1904400"/>
              <a:ext cx="9039960" cy="349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AC4EFB-E697-84F0-52D5-463D023AAD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880" y="1895040"/>
                <a:ext cx="9058680" cy="35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623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ECE2-9CC3-DF86-BABE-D4BE2D4A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9A95-C324-F33C-8E0D-40758B326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Concurrency: </a:t>
            </a:r>
          </a:p>
          <a:p>
            <a:pPr lvl="1"/>
            <a:r>
              <a:rPr lang="en-US" dirty="0"/>
              <a:t>Correctly and efficiently managing access to shared resources across multiple possibly-simultaneous tasks</a:t>
            </a:r>
          </a:p>
          <a:p>
            <a:r>
              <a:rPr lang="en-US" dirty="0"/>
              <a:t>Requires synchronization to avoid incorrect simultaneous access</a:t>
            </a:r>
          </a:p>
          <a:p>
            <a:pPr lvl="1"/>
            <a:r>
              <a:rPr lang="en-US" dirty="0"/>
              <a:t>Use some way of “blocking” other tasks from using a resource when another modifies it or makes decisions based on its state</a:t>
            </a:r>
          </a:p>
          <a:p>
            <a:pPr lvl="1"/>
            <a:r>
              <a:rPr lang="en-US" dirty="0"/>
              <a:t>That blocking task will free up the resource when it’s done</a:t>
            </a:r>
          </a:p>
          <a:p>
            <a:r>
              <a:rPr lang="en-US" dirty="0"/>
              <a:t>Warning:</a:t>
            </a:r>
          </a:p>
          <a:p>
            <a:pPr lvl="1"/>
            <a:r>
              <a:rPr lang="en-US" dirty="0"/>
              <a:t>Because we have no control over when threads are scheduled by the OS, even correct implementations are highly non-deterministic</a:t>
            </a:r>
          </a:p>
          <a:p>
            <a:pPr lvl="1"/>
            <a:r>
              <a:rPr lang="en-US" dirty="0"/>
              <a:t>Errors are hard to reproduce, which complicates debugging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EFA6F9-19FB-5E93-94F5-863D5951E797}"/>
                  </a:ext>
                </a:extLst>
              </p14:cNvPr>
              <p14:cNvContentPartPr/>
              <p14:nvPr/>
            </p14:nvContentPartPr>
            <p14:xfrm>
              <a:off x="660600" y="1050120"/>
              <a:ext cx="10093680" cy="4825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EFA6F9-19FB-5E93-94F5-863D5951E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240" y="1040760"/>
                <a:ext cx="10112400" cy="48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09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080A-80A6-F4EC-185D-CA6DDF5A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Analogue Example – 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C2D5-5A64-4902-8AD7-35A11A43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Count to 10 aloud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Clap three times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Erase the contents of the box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your name in the box, </a:t>
            </a:r>
          </a:p>
          <a:p>
            <a:pPr marL="457200" lvl="1" indent="0">
              <a:buNone/>
            </a:pPr>
            <a:r>
              <a:rPr lang="en-US" dirty="0"/>
              <a:t>pausing 2 seconds between letters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Wave your arms in the air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0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88F7-8470-2FB0-3F58-06632105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C10C-B593-0AF5-AFE1-B583940A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Analogue Example – With “Mutual Exclusion”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146F-AD1E-FC77-4919-A6BBBABA2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Count to 10 aloud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Clap three times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Pick up the trident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Erase the contents of the box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your name in the box, </a:t>
            </a:r>
          </a:p>
          <a:p>
            <a:pPr marL="457200" lvl="1" indent="0">
              <a:buNone/>
            </a:pPr>
            <a:r>
              <a:rPr lang="en-US" dirty="0"/>
              <a:t>pausing 2 seconds between letters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Put down the trident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Wave your arms in the air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7E461-003B-7375-D404-8ECBC044E487}"/>
              </a:ext>
            </a:extLst>
          </p:cNvPr>
          <p:cNvSpPr txBox="1"/>
          <p:nvPr/>
        </p:nvSpPr>
        <p:spPr>
          <a:xfrm>
            <a:off x="7481454" y="1690688"/>
            <a:ext cx="43318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only one trident, so no two threads (both executing this same code) can execute lines 4 and 5 at the same time. </a:t>
            </a:r>
          </a:p>
          <a:p>
            <a:endParaRPr lang="en-US" dirty="0"/>
          </a:p>
          <a:p>
            <a:r>
              <a:rPr lang="en-US" dirty="0"/>
              <a:t>All threads after the first must wait at line 3 for the trident to become available.</a:t>
            </a:r>
          </a:p>
          <a:p>
            <a:endParaRPr lang="en-US" dirty="0"/>
          </a:p>
          <a:p>
            <a:r>
              <a:rPr lang="en-US" dirty="0"/>
              <a:t>The trident causes any one thread to “lock out” (exclude) all other threads.</a:t>
            </a:r>
          </a:p>
          <a:p>
            <a:endParaRPr lang="en-US" dirty="0"/>
          </a:p>
          <a:p>
            <a:r>
              <a:rPr lang="en-US" dirty="0"/>
              <a:t>Any thread being between lines 3 and 6 excludes all other threads, so this is called “mutual exclusion”.</a:t>
            </a:r>
          </a:p>
          <a:p>
            <a:endParaRPr lang="en-US" dirty="0"/>
          </a:p>
          <a:p>
            <a:r>
              <a:rPr lang="en-US" dirty="0"/>
              <a:t>The trident itself we call a “lock”</a:t>
            </a:r>
          </a:p>
        </p:txBody>
      </p:sp>
    </p:spTree>
    <p:extLst>
      <p:ext uri="{BB962C8B-B14F-4D97-AF65-F5344CB8AC3E}">
        <p14:creationId xmlns:p14="http://schemas.microsoft.com/office/powerpoint/2010/main" val="282080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DB785C-A820-1E10-DAF8-AE222DA20480}"/>
              </a:ext>
            </a:extLst>
          </p:cNvPr>
          <p:cNvSpPr/>
          <p:nvPr/>
        </p:nvSpPr>
        <p:spPr>
          <a:xfrm>
            <a:off x="1087120" y="3942080"/>
            <a:ext cx="7711440" cy="1940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following code implements a bank account object correctly for a synchronized situation</a:t>
            </a:r>
          </a:p>
          <a:p>
            <a:r>
              <a:rPr lang="en-US" dirty="0"/>
              <a:t>Assume the initial balance is 150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9540239" y="2572861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  <a:p>
            <a:r>
              <a:rPr lang="en-US" dirty="0">
                <a:solidFill>
                  <a:schemeClr val="tx1"/>
                </a:solidFill>
              </a:rPr>
              <a:t>withdraw(75)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9540240" y="2265680"/>
            <a:ext cx="2165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here?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3CE161-5C0A-DE2C-7FA8-DC602CA60853}"/>
                  </a:ext>
                </a:extLst>
              </p14:cNvPr>
              <p14:cNvContentPartPr/>
              <p14:nvPr/>
            </p14:nvContentPartPr>
            <p14:xfrm>
              <a:off x="920880" y="5543640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3CE161-5C0A-DE2C-7FA8-DC602CA608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1520" y="55342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017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DB785C-A820-1E10-DAF8-AE222DA20480}"/>
              </a:ext>
            </a:extLst>
          </p:cNvPr>
          <p:cNvSpPr/>
          <p:nvPr/>
        </p:nvSpPr>
        <p:spPr>
          <a:xfrm>
            <a:off x="1087120" y="3677920"/>
            <a:ext cx="7711440" cy="20929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 Example -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9540239" y="2572861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9540240" y="2265680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9533539" y="4133769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9533540" y="3826588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</p:spTree>
    <p:extLst>
      <p:ext uri="{BB962C8B-B14F-4D97-AF65-F5344CB8AC3E}">
        <p14:creationId xmlns:p14="http://schemas.microsoft.com/office/powerpoint/2010/main" val="2356732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“OK”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</p:spTree>
    <p:extLst>
      <p:ext uri="{BB962C8B-B14F-4D97-AF65-F5344CB8AC3E}">
        <p14:creationId xmlns:p14="http://schemas.microsoft.com/office/powerpoint/2010/main" val="3764172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01127E-D461-D7D4-8DAF-A27EE18081BA}"/>
                  </a:ext>
                </a:extLst>
              </p14:cNvPr>
              <p14:cNvContentPartPr/>
              <p14:nvPr/>
            </p14:nvContentPartPr>
            <p14:xfrm>
              <a:off x="1945080" y="3291120"/>
              <a:ext cx="8244000" cy="293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01127E-D461-D7D4-8DAF-A27EE18081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5720" y="3281760"/>
                <a:ext cx="8262720" cy="295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490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25FF-2CDE-3F33-5B4D-F3A0869E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Fix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364B38-540B-8CEF-70F3-5E01114A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if (amount &gt; 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 – amount); 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07644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still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428241" y="3437615"/>
            <a:ext cx="3829488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setBalance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– amount);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</a:t>
            </a:r>
            <a:r>
              <a:rPr lang="en-US" dirty="0">
                <a:solidFill>
                  <a:schemeClr val="tx1"/>
                </a:solidFill>
              </a:rPr>
              <a:t>– amount);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3437615"/>
            <a:ext cx="3829488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 – amount);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74750D-78F3-B4AB-5274-C73CA878FDB9}"/>
                  </a:ext>
                </a:extLst>
              </p14:cNvPr>
              <p14:cNvContentPartPr/>
              <p14:nvPr/>
            </p14:nvContentPartPr>
            <p14:xfrm>
              <a:off x="2774520" y="3612600"/>
              <a:ext cx="7414560" cy="246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74750D-78F3-B4AB-5274-C73CA878FD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5160" y="3603240"/>
                <a:ext cx="7433280" cy="24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1308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CF88-C78D-8F7E-C458-5267F33A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 – Mutual Exclusion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05A3-0912-1FA4-743F-1EACF89C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one thread is withdrawing from the account, we want to exclude all other threads from also withdrawing</a:t>
            </a:r>
          </a:p>
          <a:p>
            <a:r>
              <a:rPr lang="en-US" dirty="0"/>
              <a:t>Called mutual exclusion: </a:t>
            </a:r>
          </a:p>
          <a:p>
            <a:pPr lvl="1"/>
            <a:r>
              <a:rPr lang="en-US" dirty="0"/>
              <a:t>One thread using a resource (here: a bank account) means another thread must wait </a:t>
            </a:r>
          </a:p>
          <a:p>
            <a:pPr lvl="1"/>
            <a:r>
              <a:rPr lang="en-US" dirty="0"/>
              <a:t>We call the area of code that we want to have mutual exclusion (only one thread can be there at a time) a </a:t>
            </a:r>
            <a:r>
              <a:rPr lang="en-US" b="1" dirty="0"/>
              <a:t>critical section</a:t>
            </a:r>
            <a:r>
              <a:rPr lang="en-US" dirty="0"/>
              <a:t>.</a:t>
            </a:r>
          </a:p>
          <a:p>
            <a:r>
              <a:rPr lang="en-US" dirty="0"/>
              <a:t>The programmer must implement critical sections!</a:t>
            </a:r>
          </a:p>
          <a:p>
            <a:pPr lvl="1"/>
            <a:r>
              <a:rPr lang="en-US" dirty="0"/>
              <a:t>It requires programming language primitives to do correctly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520294-11EC-363B-1833-D1ECE481E975}"/>
                  </a:ext>
                </a:extLst>
              </p14:cNvPr>
              <p14:cNvContentPartPr/>
              <p14:nvPr/>
            </p14:nvContentPartPr>
            <p14:xfrm>
              <a:off x="1779120" y="1031760"/>
              <a:ext cx="7147080" cy="4669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520294-11EC-363B-1833-D1ECE481E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9760" y="1022400"/>
                <a:ext cx="7165800" cy="46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6630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attempt at Mutual Exclusion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Boolean busy = false;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busy = true;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busy = false;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B8200B-D457-5C02-2DE9-2B18D66F6375}"/>
                  </a:ext>
                </a:extLst>
              </p14:cNvPr>
              <p14:cNvContentPartPr/>
              <p14:nvPr/>
            </p14:nvContentPartPr>
            <p14:xfrm>
              <a:off x="1582200" y="1953360"/>
              <a:ext cx="4010400" cy="1788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B8200B-D457-5C02-2DE9-2B18D66F63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2840" y="1944000"/>
                <a:ext cx="4029120" cy="180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9143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still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255520" y="2915920"/>
            <a:ext cx="4002209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true;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false;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2915918"/>
            <a:ext cx="4002208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true;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false;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336253-F2D7-0548-BA82-ECBAFFE842AE}"/>
                  </a:ext>
                </a:extLst>
              </p14:cNvPr>
              <p14:cNvContentPartPr/>
              <p14:nvPr/>
            </p14:nvContentPartPr>
            <p14:xfrm>
              <a:off x="1800360" y="2682000"/>
              <a:ext cx="1923840" cy="1234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336253-F2D7-0548-BA82-ECBAFFE842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1000" y="2672640"/>
                <a:ext cx="1942560" cy="12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9207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EEC-82A4-7735-C350-4DA0E1BB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94BA-009A-BCE3-1087-2A0C36A43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We need a construct from Java to do this</a:t>
            </a:r>
          </a:p>
          <a:p>
            <a:r>
              <a:rPr lang="en-US" dirty="0"/>
              <a:t>One Solution – A </a:t>
            </a:r>
            <a:r>
              <a:rPr lang="en-US" b="1" dirty="0"/>
              <a:t>Mutual Exclusion Lock</a:t>
            </a:r>
            <a:r>
              <a:rPr lang="en-US" dirty="0"/>
              <a:t> (called a Mutex or Lock)</a:t>
            </a:r>
          </a:p>
          <a:p>
            <a:r>
              <a:rPr lang="en-US" dirty="0"/>
              <a:t>We define a </a:t>
            </a:r>
            <a:r>
              <a:rPr lang="en-US" b="1" dirty="0"/>
              <a:t>Lock</a:t>
            </a:r>
            <a:r>
              <a:rPr lang="en-US" dirty="0"/>
              <a:t> to be an ADT with operations:</a:t>
            </a:r>
          </a:p>
          <a:p>
            <a:pPr lvl="1"/>
            <a:r>
              <a:rPr lang="en-US" dirty="0"/>
              <a:t>New: </a:t>
            </a:r>
          </a:p>
          <a:p>
            <a:pPr lvl="2"/>
            <a:r>
              <a:rPr lang="en-US" dirty="0"/>
              <a:t>make a new lock, initially “not held”</a:t>
            </a:r>
          </a:p>
          <a:p>
            <a:pPr lvl="1"/>
            <a:r>
              <a:rPr lang="en-US" dirty="0"/>
              <a:t>Acquire:</a:t>
            </a:r>
          </a:p>
          <a:p>
            <a:pPr lvl="2"/>
            <a:r>
              <a:rPr lang="en-US" dirty="0"/>
              <a:t>If lock is not held, mark it as “held”</a:t>
            </a:r>
          </a:p>
          <a:p>
            <a:pPr lvl="3"/>
            <a:r>
              <a:rPr lang="en-US" dirty="0"/>
              <a:t>These two steps always done together in a way that cannot be interrupted!</a:t>
            </a:r>
          </a:p>
          <a:p>
            <a:pPr lvl="2"/>
            <a:r>
              <a:rPr lang="en-US" dirty="0"/>
              <a:t>If lock is held, pause until it is marked as “not held”</a:t>
            </a:r>
          </a:p>
          <a:p>
            <a:pPr lvl="1"/>
            <a:r>
              <a:rPr lang="en-US" dirty="0"/>
              <a:t>Release:</a:t>
            </a:r>
          </a:p>
          <a:p>
            <a:pPr lvl="2"/>
            <a:r>
              <a:rPr lang="en-US" dirty="0"/>
              <a:t>Mark the lock as “not held”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0C2BBD-29C9-066A-C4BC-989F589974CD}"/>
                  </a:ext>
                </a:extLst>
              </p14:cNvPr>
              <p14:cNvContentPartPr/>
              <p14:nvPr/>
            </p14:nvContentPartPr>
            <p14:xfrm>
              <a:off x="1397880" y="2556360"/>
              <a:ext cx="8987760" cy="3306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0C2BBD-29C9-066A-C4BC-989F589974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8520" y="2547000"/>
                <a:ext cx="9006480" cy="332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654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Almost Correct Bank Account Example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Lock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21E9D-CC7F-2013-9558-8183772814AD}"/>
              </a:ext>
            </a:extLst>
          </p:cNvPr>
          <p:cNvSpPr txBox="1"/>
          <p:nvPr/>
        </p:nvSpPr>
        <p:spPr>
          <a:xfrm>
            <a:off x="8361680" y="1733193"/>
            <a:ext cx="3115725" cy="923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is the critical section?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is the Error?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C4CE28-CE3D-AFD3-0017-77B83AE0A5DD}"/>
                  </a:ext>
                </a:extLst>
              </p14:cNvPr>
              <p14:cNvContentPartPr/>
              <p14:nvPr/>
            </p14:nvContentPartPr>
            <p14:xfrm>
              <a:off x="1284480" y="2363400"/>
              <a:ext cx="7475760" cy="329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C4CE28-CE3D-AFD3-0017-77B83AE0A5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5120" y="2354040"/>
                <a:ext cx="7494480" cy="331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7388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3AB2-3D5A-EB16-47FC-4AD3E7B7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B8C1-27B5-CE1A-EAE5-9CAADA06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End the Method!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8E52FE-1490-C84A-188E-E5FE73DB2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Lock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2A69B-ABDE-910C-4672-36C0A2175A2C}"/>
              </a:ext>
            </a:extLst>
          </p:cNvPr>
          <p:cNvSpPr txBox="1"/>
          <p:nvPr/>
        </p:nvSpPr>
        <p:spPr>
          <a:xfrm>
            <a:off x="7862917" y="1690688"/>
            <a:ext cx="3710248" cy="120032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If we throw an exception, we never finish the method!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 lock would never get released!</a:t>
            </a:r>
          </a:p>
        </p:txBody>
      </p:sp>
    </p:spTree>
    <p:extLst>
      <p:ext uri="{BB962C8B-B14F-4D97-AF65-F5344CB8AC3E}">
        <p14:creationId xmlns:p14="http://schemas.microsoft.com/office/powerpoint/2010/main" val="3342528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7323-349F-EF3C-515F-012FCEA6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Try…Finally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5A17-F9C0-58D0-1F19-EE96DE3C8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Block:</a:t>
            </a:r>
          </a:p>
          <a:p>
            <a:pPr lvl="1"/>
            <a:r>
              <a:rPr lang="en-US" dirty="0"/>
              <a:t>Body of code that will be run</a:t>
            </a:r>
          </a:p>
          <a:p>
            <a:r>
              <a:rPr lang="en-US" dirty="0"/>
              <a:t>Finally Block:</a:t>
            </a:r>
          </a:p>
          <a:p>
            <a:pPr lvl="1"/>
            <a:r>
              <a:rPr lang="en-US" dirty="0"/>
              <a:t>Always runs once the program exits try block (whether due to a return, exception, anything!)</a:t>
            </a:r>
          </a:p>
        </p:txBody>
      </p:sp>
    </p:spTree>
    <p:extLst>
      <p:ext uri="{BB962C8B-B14F-4D97-AF65-F5344CB8AC3E}">
        <p14:creationId xmlns:p14="http://schemas.microsoft.com/office/powerpoint/2010/main" val="3989048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(but not Java) Bank Account Example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finally 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441CF-8A8F-00EF-539B-A42DE40C58E9}"/>
              </a:ext>
            </a:extLst>
          </p:cNvPr>
          <p:cNvSpPr txBox="1"/>
          <p:nvPr/>
        </p:nvSpPr>
        <p:spPr>
          <a:xfrm>
            <a:off x="8585200" y="1690688"/>
            <a:ext cx="3484881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deposit have its own lock object?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they share one?</a:t>
            </a:r>
          </a:p>
        </p:txBody>
      </p:sp>
    </p:spTree>
    <p:extLst>
      <p:ext uri="{BB962C8B-B14F-4D97-AF65-F5344CB8AC3E}">
        <p14:creationId xmlns:p14="http://schemas.microsoft.com/office/powerpoint/2010/main" val="346467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still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548167" y="2172832"/>
            <a:ext cx="346613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if(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 &gt; 150)</a:t>
            </a:r>
          </a:p>
          <a:p>
            <a:r>
              <a:rPr lang="en-US" dirty="0">
                <a:solidFill>
                  <a:schemeClr val="tx1"/>
                </a:solidFill>
              </a:rPr>
              <a:t>	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74624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1932064" y="2926080"/>
            <a:ext cx="4325665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try{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lk.acquire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throw new Exception();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 }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finally { </a:t>
            </a:r>
            <a:r>
              <a:rPr lang="en-US" dirty="0" err="1">
                <a:solidFill>
                  <a:schemeClr val="tx1"/>
                </a:solidFill>
              </a:rPr>
              <a:t>lk.release</a:t>
            </a:r>
            <a:r>
              <a:rPr lang="en-US" dirty="0">
                <a:solidFill>
                  <a:schemeClr val="tx1"/>
                </a:solidFill>
              </a:rPr>
              <a:t>(); 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2915918"/>
            <a:ext cx="4002208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 &gt; 150)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 withdraw(75);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C6B275-D5B3-7BDA-1A01-1E76355FAD42}"/>
                  </a:ext>
                </a:extLst>
              </p14:cNvPr>
              <p14:cNvContentPartPr/>
              <p14:nvPr/>
            </p14:nvContentPartPr>
            <p14:xfrm>
              <a:off x="1994040" y="3251520"/>
              <a:ext cx="7838640" cy="2036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C6B275-D5B3-7BDA-1A01-1E76355FAD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4680" y="3242160"/>
                <a:ext cx="7857360" cy="20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3291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 err="1"/>
              <a:t>getBalance</a:t>
            </a:r>
            <a:r>
              <a:rPr lang="en-US" dirty="0"/>
              <a:t> needs the lock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int 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(int x) {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try{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return balance;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finally{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 </a:t>
            </a:r>
            <a:r>
              <a:rPr lang="en-US" dirty="0" err="1"/>
              <a:t>lk.release</a:t>
            </a:r>
            <a:r>
              <a:rPr lang="en-US" dirty="0"/>
              <a:t>(); 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A89A4-2E43-E9E9-22B3-678B76A05715}"/>
              </a:ext>
            </a:extLst>
          </p:cNvPr>
          <p:cNvSpPr txBox="1"/>
          <p:nvPr/>
        </p:nvSpPr>
        <p:spPr>
          <a:xfrm>
            <a:off x="7416800" y="1690688"/>
            <a:ext cx="4500880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One more issue!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calls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can never finish because in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the lock will always be held!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12CAC5-C38B-634F-3D3E-B60CFD145E6D}"/>
                  </a:ext>
                </a:extLst>
              </p14:cNvPr>
              <p14:cNvContentPartPr/>
              <p14:nvPr/>
            </p14:nvContentPartPr>
            <p14:xfrm>
              <a:off x="2863800" y="2614680"/>
              <a:ext cx="2562840" cy="287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12CAC5-C38B-634F-3D3E-B60CFD145E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4440" y="2605320"/>
                <a:ext cx="2581560" cy="28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75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F5F7-665A-9FC5-2A1E-EF711A9C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Re-entrant Lock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8F06-605F-B023-345D-50BEED1A0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re-entrant lock (a.k.a. recursive lock)</a:t>
            </a:r>
          </a:p>
          <a:p>
            <a:r>
              <a:rPr lang="en-US" dirty="0"/>
              <a:t>“Remembers” </a:t>
            </a:r>
          </a:p>
          <a:p>
            <a:pPr lvl="1"/>
            <a:r>
              <a:rPr lang="en-US" dirty="0"/>
              <a:t>the thread (if any) that currently holds it </a:t>
            </a:r>
          </a:p>
          <a:p>
            <a:pPr lvl="1"/>
            <a:r>
              <a:rPr lang="en-US" dirty="0"/>
              <a:t>a count of “layers” that the thread holds it</a:t>
            </a:r>
          </a:p>
          <a:p>
            <a:r>
              <a:rPr lang="en-US" dirty="0"/>
              <a:t>When the lock goes from not-held to held, the count is set to 0 </a:t>
            </a:r>
          </a:p>
          <a:p>
            <a:r>
              <a:rPr lang="en-US" dirty="0"/>
              <a:t>If (code running in) the current holder calls acquire: </a:t>
            </a:r>
          </a:p>
          <a:p>
            <a:pPr lvl="1"/>
            <a:r>
              <a:rPr lang="en-US" dirty="0"/>
              <a:t>it does not block </a:t>
            </a:r>
          </a:p>
          <a:p>
            <a:pPr lvl="1"/>
            <a:r>
              <a:rPr lang="en-US" dirty="0"/>
              <a:t>it increments the count </a:t>
            </a:r>
          </a:p>
          <a:p>
            <a:r>
              <a:rPr lang="en-US" dirty="0"/>
              <a:t>On release: </a:t>
            </a:r>
          </a:p>
          <a:p>
            <a:pPr lvl="1"/>
            <a:r>
              <a:rPr lang="en-US" dirty="0"/>
              <a:t>if the count is &gt; 0, the count is decremented </a:t>
            </a:r>
          </a:p>
          <a:p>
            <a:pPr lvl="1"/>
            <a:r>
              <a:rPr lang="en-US" dirty="0"/>
              <a:t>if the count is 0, the lock becomes not-held</a:t>
            </a:r>
          </a:p>
        </p:txBody>
      </p:sp>
    </p:spTree>
    <p:extLst>
      <p:ext uri="{BB962C8B-B14F-4D97-AF65-F5344CB8AC3E}">
        <p14:creationId xmlns:p14="http://schemas.microsoft.com/office/powerpoint/2010/main" val="3331108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C8CE-76D5-72C9-751C-2441A085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Java’s Re-entrant Lock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1571-7770-8F19-F192-B62EF32D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java.util.concurrent.locks.ReentrantLock</a:t>
            </a:r>
            <a:r>
              <a:rPr lang="en-US" dirty="0"/>
              <a:t> </a:t>
            </a:r>
          </a:p>
          <a:p>
            <a:r>
              <a:rPr lang="en-US" dirty="0"/>
              <a:t>Has methods lock() and unlock() </a:t>
            </a:r>
          </a:p>
          <a:p>
            <a:r>
              <a:rPr lang="en-US" dirty="0"/>
              <a:t>Important to guarantee that lock is always released!!! </a:t>
            </a:r>
          </a:p>
          <a:p>
            <a:r>
              <a:rPr lang="en-US" dirty="0"/>
              <a:t>Recommend something like this: </a:t>
            </a:r>
          </a:p>
          <a:p>
            <a:pPr marL="457200" lvl="1" indent="0">
              <a:buNone/>
            </a:pPr>
            <a:r>
              <a:rPr lang="en-US" dirty="0" err="1"/>
              <a:t>myLock.lock</a:t>
            </a:r>
            <a:r>
              <a:rPr lang="en-US" dirty="0"/>
              <a:t>(); </a:t>
            </a:r>
          </a:p>
          <a:p>
            <a:pPr marL="457200" lvl="1" indent="0">
              <a:buNone/>
            </a:pPr>
            <a:r>
              <a:rPr lang="en-US" dirty="0"/>
              <a:t>try { // method body }</a:t>
            </a:r>
          </a:p>
          <a:p>
            <a:pPr marL="457200" lvl="1" indent="0">
              <a:buNone/>
            </a:pPr>
            <a:r>
              <a:rPr lang="en-US" dirty="0"/>
              <a:t>finally { </a:t>
            </a:r>
            <a:r>
              <a:rPr lang="en-US" dirty="0" err="1"/>
              <a:t>myLock.unlock</a:t>
            </a:r>
            <a:r>
              <a:rPr lang="en-US" dirty="0"/>
              <a:t>(); } </a:t>
            </a:r>
          </a:p>
        </p:txBody>
      </p:sp>
    </p:spTree>
    <p:extLst>
      <p:ext uri="{BB962C8B-B14F-4D97-AF65-F5344CB8AC3E}">
        <p14:creationId xmlns:p14="http://schemas.microsoft.com/office/powerpoint/2010/main" val="3031101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looks in Java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java.util.concurrent.locks.ReentrantLock</a:t>
            </a:r>
            <a:r>
              <a:rPr lang="en-US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		balance = x; }</a:t>
            </a:r>
          </a:p>
          <a:p>
            <a:pPr marL="0" indent="0">
              <a:buNone/>
            </a:pPr>
            <a:r>
              <a:rPr lang="en-US" dirty="0"/>
              <a:t>		finally{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2058339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545-F6D7-FF86-2C4F-2973D3D6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Synchronized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7616-0B51-EF39-FDB9-C13F0827A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Syntactic sugar for re-entrant locks</a:t>
            </a:r>
          </a:p>
          <a:p>
            <a:r>
              <a:rPr lang="en-US" dirty="0"/>
              <a:t>You can use the synchronized statement as an alternative to declaring a </a:t>
            </a:r>
            <a:r>
              <a:rPr lang="en-US" dirty="0" err="1"/>
              <a:t>ReentrantLock</a:t>
            </a:r>
            <a:endParaRPr lang="en-US" dirty="0"/>
          </a:p>
          <a:p>
            <a:r>
              <a:rPr lang="en-US" dirty="0"/>
              <a:t>Syntax:</a:t>
            </a:r>
          </a:p>
          <a:p>
            <a:r>
              <a:rPr lang="en-US" dirty="0"/>
              <a:t>Any Object can serve as a “lock”</a:t>
            </a:r>
          </a:p>
          <a:p>
            <a:pPr lvl="1"/>
            <a:r>
              <a:rPr lang="en-US" dirty="0"/>
              <a:t>Primitive types (e.g. int) cannot serve as a lock</a:t>
            </a:r>
          </a:p>
          <a:p>
            <a:r>
              <a:rPr lang="en-US" dirty="0"/>
              <a:t>Acquires a lock and blocks if necessary</a:t>
            </a:r>
          </a:p>
          <a:p>
            <a:pPr lvl="1"/>
            <a:r>
              <a:rPr lang="en-US" dirty="0"/>
              <a:t>Once you get past the “{“, you have the lock</a:t>
            </a:r>
          </a:p>
          <a:p>
            <a:r>
              <a:rPr lang="en-US" dirty="0"/>
              <a:t>Released the lock when you pass “}”</a:t>
            </a:r>
          </a:p>
          <a:p>
            <a:pPr lvl="1"/>
            <a:r>
              <a:rPr lang="en-US" dirty="0"/>
              <a:t>Even in the cases of returning, exceptions, anything!</a:t>
            </a:r>
          </a:p>
          <a:p>
            <a:pPr lvl="1"/>
            <a:r>
              <a:rPr lang="en-US" dirty="0"/>
              <a:t>Impossible to forget to release the lock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D1961-CD41-26DA-F57A-3D4184303799}"/>
              </a:ext>
            </a:extLst>
          </p:cNvPr>
          <p:cNvSpPr txBox="1"/>
          <p:nvPr/>
        </p:nvSpPr>
        <p:spPr>
          <a:xfrm>
            <a:off x="2296160" y="3012440"/>
            <a:ext cx="630589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synchronized( /* expression returning an Object */ ) {statements}</a:t>
            </a:r>
          </a:p>
        </p:txBody>
      </p:sp>
    </p:spTree>
    <p:extLst>
      <p:ext uri="{BB962C8B-B14F-4D97-AF65-F5344CB8AC3E}">
        <p14:creationId xmlns:p14="http://schemas.microsoft.com/office/powerpoint/2010/main" val="3745049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Object 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 = new Object();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7923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 // deposit would also use synchronized(</a:t>
            </a:r>
            <a:r>
              <a:rPr lang="en-US" dirty="0" err="1"/>
              <a:t>lk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EFB39-E530-049D-8D9C-B920D9F62D15}"/>
              </a:ext>
            </a:extLst>
          </p:cNvPr>
          <p:cNvSpPr txBox="1"/>
          <p:nvPr/>
        </p:nvSpPr>
        <p:spPr>
          <a:xfrm>
            <a:off x="7416800" y="1690688"/>
            <a:ext cx="4500880" cy="923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Since we have one lock per account regardless of operation, it’s more intuitive to use the account object itself as the lock!</a:t>
            </a:r>
          </a:p>
        </p:txBody>
      </p:sp>
    </p:spTree>
    <p:extLst>
      <p:ext uri="{BB962C8B-B14F-4D97-AF65-F5344CB8AC3E}">
        <p14:creationId xmlns:p14="http://schemas.microsoft.com/office/powerpoint/2010/main" val="278480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4A2-54C4-FDD2-E365-2A9EFFF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Syntactic Sugar!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3A75-790A-FBFC-D455-485A246C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object itself as a lock is common enough that Java has convenient syntax for that as well!</a:t>
            </a:r>
          </a:p>
          <a:p>
            <a:r>
              <a:rPr lang="en-US" dirty="0"/>
              <a:t>Declaring a method as “</a:t>
            </a:r>
            <a:r>
              <a:rPr lang="en-US" b="1" dirty="0"/>
              <a:t>synchronized</a:t>
            </a:r>
            <a:r>
              <a:rPr lang="en-US" dirty="0"/>
              <a:t>” puts its body into a synchronized block with “this” as the 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43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(Final)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 (which would use synchronized)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315189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8ECE-174A-7C43-2874-DBA6552F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0260B-B93F-B6B0-8B30-28A9E355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63" y="1357746"/>
            <a:ext cx="11360727" cy="54032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Occurs when the computation result depends on scheduling (how threads are interleaved) </a:t>
            </a:r>
          </a:p>
          <a:p>
            <a:pPr lvl="1"/>
            <a:r>
              <a:rPr lang="en-US" dirty="0"/>
              <a:t>We, as programmers can’t influence scheduling of threads</a:t>
            </a:r>
          </a:p>
          <a:p>
            <a:pPr lvl="1"/>
            <a:r>
              <a:rPr lang="en-US" dirty="0"/>
              <a:t>We need to write programs that work independent of scheduling</a:t>
            </a:r>
          </a:p>
          <a:p>
            <a:pPr lvl="1"/>
            <a:r>
              <a:rPr lang="en-US" dirty="0"/>
              <a:t>E.g.: if two threads are withdrawing, different schedules could cause different threads to see the </a:t>
            </a:r>
            <a:r>
              <a:rPr lang="en-US" dirty="0" err="1"/>
              <a:t>WithdrawTooLargeException</a:t>
            </a:r>
            <a:endParaRPr lang="en-US" dirty="0"/>
          </a:p>
          <a:p>
            <a:pPr lvl="1"/>
            <a:r>
              <a:rPr lang="en-US" dirty="0"/>
              <a:t>The trident did not prevent a race condition, which name is the last one in the box may differ</a:t>
            </a:r>
          </a:p>
          <a:p>
            <a:r>
              <a:rPr lang="en-US" dirty="0"/>
              <a:t>Data Race: </a:t>
            </a:r>
          </a:p>
          <a:p>
            <a:pPr lvl="1"/>
            <a:r>
              <a:rPr lang="en-US" dirty="0"/>
              <a:t>When there is the potential for two threads to be writing a variable in parallel</a:t>
            </a:r>
          </a:p>
          <a:p>
            <a:pPr lvl="1"/>
            <a:r>
              <a:rPr lang="en-US" dirty="0"/>
              <a:t>When there is the potential for one thread to be reading a variable while another writes to it</a:t>
            </a:r>
          </a:p>
          <a:p>
            <a:pPr lvl="1"/>
            <a:r>
              <a:rPr lang="en-US" dirty="0"/>
              <a:t>E.g.: Two threads insert the same into a hash table. The second thread in the schedule will overwrite the insert from the first.</a:t>
            </a:r>
          </a:p>
          <a:p>
            <a:pPr lvl="1"/>
            <a:r>
              <a:rPr lang="en-US" dirty="0"/>
              <a:t>The trident corrected a data race, no two people can use the box at the same time</a:t>
            </a:r>
          </a:p>
          <a:p>
            <a:r>
              <a:rPr lang="en-US" dirty="0"/>
              <a:t>Bad Interleaving:</a:t>
            </a:r>
          </a:p>
          <a:p>
            <a:pPr lvl="1"/>
            <a:r>
              <a:rPr lang="en-US" dirty="0"/>
              <a:t>An error due to a race condition other than a data race</a:t>
            </a:r>
          </a:p>
          <a:p>
            <a:pPr lvl="1"/>
            <a:r>
              <a:rPr lang="en-US" dirty="0"/>
              <a:t>Usually it looks like exposing a “bad” intermediate state</a:t>
            </a:r>
          </a:p>
          <a:p>
            <a:pPr lvl="1"/>
            <a:r>
              <a:rPr lang="en-US" dirty="0"/>
              <a:t>E.g.: Two threads insert into a hash table. We compute the index for each key, then one thread resizes the table, now the other index might be incorrect. </a:t>
            </a:r>
          </a:p>
          <a:p>
            <a:pPr lvl="1"/>
            <a:r>
              <a:rPr lang="en-US" dirty="0"/>
              <a:t>The race condition present after the trident is not a bad interleaving because either result is still correct</a:t>
            </a:r>
          </a:p>
        </p:txBody>
      </p:sp>
    </p:spTree>
    <p:extLst>
      <p:ext uri="{BB962C8B-B14F-4D97-AF65-F5344CB8AC3E}">
        <p14:creationId xmlns:p14="http://schemas.microsoft.com/office/powerpoint/2010/main" val="109817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875"/>
            <a:ext cx="10515600" cy="1325563"/>
          </a:xfrm>
        </p:spPr>
        <p:txBody>
          <a:bodyPr/>
          <a:lstStyle/>
          <a:p>
            <a:r>
              <a:rPr lang="en-US" dirty="0"/>
              <a:t>Example: Shared Stack (no problems so far)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440"/>
            <a:ext cx="10515600" cy="6258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return index==-1;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array[++index] = </a:t>
            </a:r>
            <a:r>
              <a:rPr lang="en-US" dirty="0" err="1"/>
              <a:t>val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E pop() { </a:t>
            </a:r>
          </a:p>
          <a:p>
            <a:pPr marL="0" indent="0">
              <a:buNone/>
            </a:pPr>
            <a:r>
              <a:rPr lang="en-US" dirty="0"/>
              <a:t>		if(</a:t>
            </a:r>
            <a:r>
              <a:rPr lang="en-US" dirty="0" err="1"/>
              <a:t>isEmpty</a:t>
            </a:r>
            <a:r>
              <a:rPr lang="en-US" dirty="0"/>
              <a:t>())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StackEmptyException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return array[index--]; </a:t>
            </a:r>
          </a:p>
          <a:p>
            <a:pPr marL="0" indent="0">
              <a:buNone/>
            </a:pPr>
            <a:r>
              <a:rPr lang="en-US" dirty="0"/>
              <a:t>	} 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93AB9-3041-0C12-9F0A-B8332694E888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1448350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but no 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F7C49-A9B0-D71B-2293-78AC65711059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8816642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ABED-FC58-1B03-048A-19E1A971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9F99-C319-6183-5B10-5E2F36F6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Peeks Break LIFO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D9A3-9914-01AF-96F7-48F7C3C82C53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CFE3B-7878-8C9D-BF13-BD426649936C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62BD0-463C-1DCB-EF49-5A3FD44E6D3F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184C2-B0C7-D9B8-F4BB-CE27730DFF96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0B527-2773-B825-D04E-300DF91EA384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9CF3D-8C79-8ECE-BA54-AEF4FF39558A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9710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including a </a:t>
            </a:r>
            <a:r>
              <a:rPr lang="en-US" dirty="0">
                <a:solidFill>
                  <a:srgbClr val="FF0000"/>
                </a:solidFill>
              </a:rPr>
              <a:t>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System.out.println</a:t>
            </a:r>
            <a:r>
              <a:rPr lang="en-US" dirty="0">
                <a:solidFill>
                  <a:srgbClr val="FF0000"/>
                </a:solidFill>
              </a:rPr>
              <a:t>(index);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17747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</a:t>
            </a:r>
            <a:r>
              <a:rPr lang="en-US" dirty="0" err="1"/>
              <a:t>isEmpty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should not see an empty stack if there is a push but no pop.</a:t>
            </a:r>
          </a:p>
        </p:txBody>
      </p:sp>
    </p:spTree>
    <p:extLst>
      <p:ext uri="{BB962C8B-B14F-4D97-AF65-F5344CB8AC3E}">
        <p14:creationId xmlns:p14="http://schemas.microsoft.com/office/powerpoint/2010/main" val="1587360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965725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3173336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How to fix this?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206291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Fixed!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8180607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Did this fix it?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return array[index];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770E1-80A0-988D-5BDB-B8758C3C4D0A}"/>
              </a:ext>
            </a:extLst>
          </p:cNvPr>
          <p:cNvSpPr txBox="1"/>
          <p:nvPr/>
        </p:nvSpPr>
        <p:spPr>
          <a:xfrm>
            <a:off x="8087360" y="690880"/>
            <a:ext cx="3873731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 Now it has a data race!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Push/pop will be changing the variable index!</a:t>
            </a:r>
          </a:p>
        </p:txBody>
      </p:sp>
    </p:spTree>
    <p:extLst>
      <p:ext uri="{BB962C8B-B14F-4D97-AF65-F5344CB8AC3E}">
        <p14:creationId xmlns:p14="http://schemas.microsoft.com/office/powerpoint/2010/main" val="175820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ED13-22A1-8328-2908-CCDB1D5C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10F9-037F-8B63-FA98-ED21F813E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when two or more threads are mutually blocking each other</a:t>
            </a:r>
          </a:p>
          <a:p>
            <a:r>
              <a:rPr lang="en-US" dirty="0"/>
              <a:t>T1 is blocked by T2, which is blocked by T3, …, Tn is blocked by T1</a:t>
            </a:r>
          </a:p>
          <a:p>
            <a:pPr lvl="1"/>
            <a:r>
              <a:rPr lang="en-US" dirty="0"/>
              <a:t>A cycle of blocking</a:t>
            </a:r>
          </a:p>
        </p:txBody>
      </p:sp>
    </p:spTree>
    <p:extLst>
      <p:ext uri="{BB962C8B-B14F-4D97-AF65-F5344CB8AC3E}">
        <p14:creationId xmlns:p14="http://schemas.microsoft.com/office/powerpoint/2010/main" val="4142712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synchronized 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 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a.deposit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24490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582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9663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E02C-5673-38D6-4439-D43D5A72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0BB86-88A0-A30B-3F0C-216BDA9EB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Deadlocks occur when there are multiple locks necessary to complete a task and different threads may obtain them in a different order</a:t>
            </a:r>
          </a:p>
          <a:p>
            <a:r>
              <a:rPr lang="en-US" dirty="0"/>
              <a:t>Option 1:</a:t>
            </a:r>
          </a:p>
          <a:p>
            <a:pPr lvl="1"/>
            <a:r>
              <a:rPr lang="en-US" dirty="0"/>
              <a:t>Have a coarser lock granularity</a:t>
            </a:r>
          </a:p>
          <a:p>
            <a:pPr lvl="1"/>
            <a:r>
              <a:rPr lang="en-US" dirty="0"/>
              <a:t>E.g. one lock for ALL bank accounts</a:t>
            </a:r>
          </a:p>
          <a:p>
            <a:r>
              <a:rPr lang="en-US" dirty="0"/>
              <a:t>Option 2:</a:t>
            </a:r>
          </a:p>
          <a:p>
            <a:pPr lvl="1"/>
            <a:r>
              <a:rPr lang="en-US" dirty="0"/>
              <a:t>Have a finer critical section so that only one lock is needed at a time</a:t>
            </a:r>
          </a:p>
          <a:p>
            <a:pPr lvl="1"/>
            <a:r>
              <a:rPr lang="en-US" dirty="0"/>
              <a:t>E.g. instead of a synchronized </a:t>
            </a:r>
            <a:r>
              <a:rPr lang="en-US" dirty="0" err="1"/>
              <a:t>transferTo</a:t>
            </a:r>
            <a:r>
              <a:rPr lang="en-US" dirty="0"/>
              <a:t>, have the withdraw and deposit steps locked separately</a:t>
            </a:r>
          </a:p>
          <a:p>
            <a:r>
              <a:rPr lang="en-US" dirty="0"/>
              <a:t>Option 3:</a:t>
            </a:r>
          </a:p>
          <a:p>
            <a:pPr lvl="1"/>
            <a:r>
              <a:rPr lang="en-US" dirty="0"/>
              <a:t>Force the threads to always acquire the locks in the same order</a:t>
            </a:r>
          </a:p>
          <a:p>
            <a:pPr lvl="1"/>
            <a:r>
              <a:rPr lang="en-US" dirty="0"/>
              <a:t>E.g. make </a:t>
            </a:r>
            <a:r>
              <a:rPr lang="en-US" dirty="0" err="1"/>
              <a:t>transferTo</a:t>
            </a:r>
            <a:r>
              <a:rPr lang="en-US" dirty="0"/>
              <a:t> acquire both locks before doing either the withdraw or deposit, make sure both threads agree on the order to </a:t>
            </a:r>
            <a:r>
              <a:rPr lang="en-US" dirty="0" err="1"/>
              <a:t>aquire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935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Coarser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static final Object BANK = new Object();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synchronized(BANK){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352216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Finer 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36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synchronized(this){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synchronized(a){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21836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75"/>
            <a:ext cx="10515600" cy="1325563"/>
          </a:xfrm>
        </p:spPr>
        <p:txBody>
          <a:bodyPr/>
          <a:lstStyle/>
          <a:p>
            <a:r>
              <a:rPr lang="en-US" dirty="0"/>
              <a:t>Option 3: First Get All Locks In A Fixed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840"/>
            <a:ext cx="10515600" cy="61874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this.acctNum</a:t>
            </a:r>
            <a:r>
              <a:rPr lang="en-US" dirty="0"/>
              <a:t> &lt; </a:t>
            </a:r>
            <a:r>
              <a:rPr lang="en-US" dirty="0" err="1"/>
              <a:t>a.acctNum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synchronized(this){</a:t>
            </a:r>
          </a:p>
          <a:p>
            <a:pPr marL="0" indent="0">
              <a:buNone/>
            </a:pPr>
            <a:r>
              <a:rPr lang="en-US" dirty="0"/>
              <a:t>				synchronized(a){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</a:t>
            </a:r>
          </a:p>
          <a:p>
            <a:pPr marL="0" indent="0">
              <a:buNone/>
            </a:pPr>
            <a:r>
              <a:rPr lang="en-US" dirty="0"/>
              <a:t>		else {</a:t>
            </a:r>
          </a:p>
          <a:p>
            <a:pPr marL="0" indent="0">
              <a:buNone/>
            </a:pPr>
            <a:r>
              <a:rPr lang="en-US" dirty="0"/>
              <a:t>			synchronized(a){</a:t>
            </a:r>
          </a:p>
          <a:p>
            <a:pPr marL="0" indent="0">
              <a:buNone/>
            </a:pPr>
            <a:r>
              <a:rPr lang="en-US" dirty="0"/>
              <a:t>				synchronized(this){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		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218861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8F22-9A08-0993-D878-46864D9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Code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2497-4370-4006-0BE4-92CEAB21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485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F9FC-FCC2-7595-4DA6-972C382C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F2E3-1391-65DE-BDE7-03579C50B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memory must fit one of three categories: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Thread Local: Each thread has its own copy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Immutable: There is just one copy, but nothing will ever write to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Mutable: There is just one copy, it may change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Requires Synchronization!</a:t>
            </a:r>
          </a:p>
        </p:txBody>
      </p:sp>
    </p:spTree>
    <p:extLst>
      <p:ext uri="{BB962C8B-B14F-4D97-AF65-F5344CB8AC3E}">
        <p14:creationId xmlns:p14="http://schemas.microsoft.com/office/powerpoint/2010/main" val="37914963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891D-8375-FE99-21C6-EBE114E1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Local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5F66-6709-670F-93F3-2247BD9C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sharing resources</a:t>
            </a:r>
          </a:p>
          <a:p>
            <a:r>
              <a:rPr lang="en-US" dirty="0"/>
              <a:t>Dodges all race conditions, since no other threads can touch it!</a:t>
            </a:r>
          </a:p>
          <a:p>
            <a:pPr lvl="1"/>
            <a:r>
              <a:rPr lang="en-US" dirty="0"/>
              <a:t>No synchronization necessary! (Remember </a:t>
            </a:r>
            <a:r>
              <a:rPr lang="en-US" dirty="0" err="1"/>
              <a:t>Ahmdal’s</a:t>
            </a:r>
            <a:r>
              <a:rPr lang="en-US" dirty="0"/>
              <a:t> law)</a:t>
            </a:r>
          </a:p>
          <a:p>
            <a:r>
              <a:rPr lang="en-US" dirty="0"/>
              <a:t>Use whenever threads do not need to communicate using the resource</a:t>
            </a:r>
          </a:p>
          <a:p>
            <a:pPr lvl="1"/>
            <a:r>
              <a:rPr lang="en-US" dirty="0"/>
              <a:t>E.g., each thread should have its on Random object</a:t>
            </a:r>
          </a:p>
          <a:p>
            <a:r>
              <a:rPr lang="en-US" dirty="0"/>
              <a:t>In most cases, most objects should be in this category</a:t>
            </a:r>
          </a:p>
        </p:txBody>
      </p:sp>
    </p:spTree>
    <p:extLst>
      <p:ext uri="{BB962C8B-B14F-4D97-AF65-F5344CB8AC3E}">
        <p14:creationId xmlns:p14="http://schemas.microsoft.com/office/powerpoint/2010/main" val="1839542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2544-9CC0-FB0D-054C-7DA324CA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0D9C-3674-310D-619B-0737288B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changing objects</a:t>
            </a:r>
          </a:p>
          <a:p>
            <a:pPr lvl="1"/>
            <a:r>
              <a:rPr lang="en-US" dirty="0"/>
              <a:t>Make new objects instead</a:t>
            </a:r>
          </a:p>
          <a:p>
            <a:r>
              <a:rPr lang="en-US" dirty="0"/>
              <a:t>Parallel reads are not data races</a:t>
            </a:r>
          </a:p>
          <a:p>
            <a:pPr lvl="1"/>
            <a:r>
              <a:rPr lang="en-US" dirty="0"/>
              <a:t>If an object is never written to, no synchronization necessary!</a:t>
            </a:r>
          </a:p>
          <a:p>
            <a:r>
              <a:rPr lang="en-US" dirty="0"/>
              <a:t>Many programmers over-use mutation, minimize it</a:t>
            </a:r>
          </a:p>
        </p:txBody>
      </p:sp>
    </p:spTree>
    <p:extLst>
      <p:ext uri="{BB962C8B-B14F-4D97-AF65-F5344CB8AC3E}">
        <p14:creationId xmlns:p14="http://schemas.microsoft.com/office/powerpoint/2010/main" val="38494267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68A4-910D-48CC-0436-66F2F2FF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and 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BC2D-B37B-2C4D-BE10-5A379763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everything else, use locks</a:t>
            </a:r>
          </a:p>
          <a:p>
            <a:r>
              <a:rPr lang="en-US" dirty="0"/>
              <a:t>Avoid all data races</a:t>
            </a:r>
          </a:p>
          <a:p>
            <a:pPr lvl="1"/>
            <a:r>
              <a:rPr lang="en-US" dirty="0"/>
              <a:t>Every read and write should be projected with a lock, even if it “seems safe”</a:t>
            </a:r>
          </a:p>
          <a:p>
            <a:pPr lvl="1"/>
            <a:r>
              <a:rPr lang="en-US" dirty="0"/>
              <a:t>Almost every Java/C program with a data race is wrong</a:t>
            </a:r>
          </a:p>
          <a:p>
            <a:r>
              <a:rPr lang="en-US" dirty="0"/>
              <a:t>Even without data races, it still may be incorrect</a:t>
            </a:r>
          </a:p>
          <a:p>
            <a:pPr lvl="1"/>
            <a:r>
              <a:rPr lang="en-US" dirty="0"/>
              <a:t>Watch for bad </a:t>
            </a:r>
            <a:r>
              <a:rPr lang="en-US" dirty="0" err="1"/>
              <a:t>interleavings</a:t>
            </a:r>
            <a:r>
              <a:rPr lang="en-US" dirty="0"/>
              <a:t> as well!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522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955C-25A9-B2A3-AFBC-4B1D253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E940-22B3-5589-4120-B555EBEC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location needing synchronization, have a lock that is always held when reading or writing the location</a:t>
            </a:r>
          </a:p>
          <a:p>
            <a:r>
              <a:rPr lang="en-US" dirty="0"/>
              <a:t>The same lock can (and often should) “guard” multiple fields/objects</a:t>
            </a:r>
          </a:p>
          <a:p>
            <a:pPr lvl="1"/>
            <a:r>
              <a:rPr lang="en-US" dirty="0"/>
              <a:t>Clearly document what each lock guards!</a:t>
            </a:r>
          </a:p>
          <a:p>
            <a:pPr lvl="1"/>
            <a:r>
              <a:rPr lang="en-US" dirty="0"/>
              <a:t>In Java, the lock should usually be the object itself (i.e. “this”)</a:t>
            </a:r>
          </a:p>
          <a:p>
            <a:r>
              <a:rPr lang="en-US" dirty="0"/>
              <a:t>Have a mapping between memory locations and lock objects and stick to it!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577DD-8FD9-9AD9-885F-3D517938C6E5}"/>
              </a:ext>
            </a:extLst>
          </p:cNvPr>
          <p:cNvSpPr/>
          <p:nvPr/>
        </p:nvSpPr>
        <p:spPr>
          <a:xfrm>
            <a:off x="339344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DA4BCB-B840-E23A-D909-CCF2B6BB9715}"/>
              </a:ext>
            </a:extLst>
          </p:cNvPr>
          <p:cNvSpPr/>
          <p:nvPr/>
        </p:nvSpPr>
        <p:spPr>
          <a:xfrm>
            <a:off x="4582160" y="502412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06CE46-E52A-8089-5737-93BA6D4D0C96}"/>
              </a:ext>
            </a:extLst>
          </p:cNvPr>
          <p:cNvSpPr/>
          <p:nvPr/>
        </p:nvSpPr>
        <p:spPr>
          <a:xfrm>
            <a:off x="398780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2BF3E40-7798-000B-70F0-ABC980897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3987800" y="5713254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B28564-6754-5437-B662-DB42C2261A4C}"/>
              </a:ext>
            </a:extLst>
          </p:cNvPr>
          <p:cNvCxnSpPr>
            <a:cxnSpLocks/>
            <a:stCxn id="4" idx="4"/>
            <a:endCxn id="1026" idx="0"/>
          </p:cNvCxnSpPr>
          <p:nvPr/>
        </p:nvCxnSpPr>
        <p:spPr>
          <a:xfrm>
            <a:off x="3591560" y="5466080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DC13-B389-D700-8088-2E7A18BAA99C}"/>
              </a:ext>
            </a:extLst>
          </p:cNvPr>
          <p:cNvCxnSpPr>
            <a:cxnSpLocks/>
            <a:stCxn id="6" idx="4"/>
            <a:endCxn id="1026" idx="0"/>
          </p:cNvCxnSpPr>
          <p:nvPr/>
        </p:nvCxnSpPr>
        <p:spPr>
          <a:xfrm flipH="1">
            <a:off x="4168769" y="5466080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507CB1-7832-EEB4-B6A5-C67E1913F643}"/>
              </a:ext>
            </a:extLst>
          </p:cNvPr>
          <p:cNvCxnSpPr>
            <a:cxnSpLocks/>
            <a:stCxn id="5" idx="4"/>
            <a:endCxn id="1026" idx="0"/>
          </p:cNvCxnSpPr>
          <p:nvPr/>
        </p:nvCxnSpPr>
        <p:spPr>
          <a:xfrm flipH="1">
            <a:off x="4168769" y="5420360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D000D68-FFF8-4EFD-3C14-C45241A874C9}"/>
              </a:ext>
            </a:extLst>
          </p:cNvPr>
          <p:cNvSpPr/>
          <p:nvPr/>
        </p:nvSpPr>
        <p:spPr>
          <a:xfrm>
            <a:off x="6003931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533211-2389-E0D6-BD14-CA40BEB073C4}"/>
              </a:ext>
            </a:extLst>
          </p:cNvPr>
          <p:cNvSpPr/>
          <p:nvPr/>
        </p:nvSpPr>
        <p:spPr>
          <a:xfrm>
            <a:off x="7192651" y="491140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9673F94-4B64-11B3-33A6-4DBBD8B77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6598291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37DFB-6235-79F0-97A7-B6D83CC0FEA2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6202051" y="5353368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8FA8E0-58BD-1596-FB94-73B07082C10E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6779260" y="5307648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4D660FD-E3EA-5857-DED0-2FF6289614CF}"/>
              </a:ext>
            </a:extLst>
          </p:cNvPr>
          <p:cNvSpPr/>
          <p:nvPr/>
        </p:nvSpPr>
        <p:spPr>
          <a:xfrm>
            <a:off x="1916116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710A18DC-401F-68BA-C1EC-52F5FFF22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1916116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5ACF62-48CF-8852-F989-3128D30DBD3B}"/>
              </a:ext>
            </a:extLst>
          </p:cNvPr>
          <p:cNvCxnSpPr>
            <a:cxnSpLocks/>
            <a:stCxn id="25" idx="4"/>
            <a:endCxn id="26" idx="0"/>
          </p:cNvCxnSpPr>
          <p:nvPr/>
        </p:nvCxnSpPr>
        <p:spPr>
          <a:xfrm flipH="1">
            <a:off x="2097085" y="5353368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847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CE9F-71A4-091E-38F4-0E9AC18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479E-F96C-37FB-4532-C0B632D5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 Grained: Fewer locks guarding more things each</a:t>
            </a:r>
          </a:p>
          <a:p>
            <a:pPr lvl="1"/>
            <a:r>
              <a:rPr lang="en-US" dirty="0"/>
              <a:t>One lock for an entire data structure</a:t>
            </a:r>
          </a:p>
          <a:p>
            <a:pPr lvl="1"/>
            <a:r>
              <a:rPr lang="en-US" dirty="0"/>
              <a:t>One lock shared by multiple objects (e.g. one lock for all bank accounts)</a:t>
            </a:r>
          </a:p>
          <a:p>
            <a:r>
              <a:rPr lang="en-US" dirty="0"/>
              <a:t>Fine Grained: More locks guarding fewer things each</a:t>
            </a:r>
          </a:p>
          <a:p>
            <a:pPr lvl="1"/>
            <a:r>
              <a:rPr lang="en-US" dirty="0"/>
              <a:t>One lock per data structure location (e.g. array index)</a:t>
            </a:r>
          </a:p>
          <a:p>
            <a:pPr lvl="1"/>
            <a:r>
              <a:rPr lang="en-US" dirty="0"/>
              <a:t>One lock per object or per field in one object (e.g. one lock for each account)</a:t>
            </a:r>
          </a:p>
          <a:p>
            <a:r>
              <a:rPr lang="en-US" dirty="0"/>
              <a:t>Note: there’s really a continuum between them…</a:t>
            </a:r>
          </a:p>
        </p:txBody>
      </p:sp>
    </p:spTree>
    <p:extLst>
      <p:ext uri="{BB962C8B-B14F-4D97-AF65-F5344CB8AC3E}">
        <p14:creationId xmlns:p14="http://schemas.microsoft.com/office/powerpoint/2010/main" val="3626139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4CA6-1854-5021-AEEB-6D4AA75E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Separate Chaining </a:t>
            </a:r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5089-EBD9-F387-17F4-29696B6B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Coarse-grained: One lock for the entire </a:t>
            </a:r>
            <a:r>
              <a:rPr lang="en-US" dirty="0" err="1"/>
              <a:t>hashtable</a:t>
            </a:r>
            <a:r>
              <a:rPr lang="en-US" dirty="0"/>
              <a:t> </a:t>
            </a:r>
          </a:p>
          <a:p>
            <a:r>
              <a:rPr lang="en-US" dirty="0"/>
              <a:t>Fine-grained: One lock for each bucket </a:t>
            </a:r>
          </a:p>
          <a:p>
            <a:r>
              <a:rPr lang="en-US" dirty="0"/>
              <a:t>Which supports more parallelism in insert and find?</a:t>
            </a:r>
          </a:p>
          <a:p>
            <a:r>
              <a:rPr lang="en-US" dirty="0"/>
              <a:t>Which makes rehashing easier?</a:t>
            </a:r>
          </a:p>
          <a:p>
            <a:r>
              <a:rPr lang="en-US" dirty="0"/>
              <a:t>What happens if you want to have a size field?</a:t>
            </a:r>
          </a:p>
        </p:txBody>
      </p:sp>
    </p:spTree>
    <p:extLst>
      <p:ext uri="{BB962C8B-B14F-4D97-AF65-F5344CB8AC3E}">
        <p14:creationId xmlns:p14="http://schemas.microsoft.com/office/powerpoint/2010/main" val="24502497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1A01-CF23-81CE-05E5-CE64EE39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8F36-3486-B957-F723-92EF8DB0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Coarse-Grained Locking:</a:t>
            </a:r>
          </a:p>
          <a:p>
            <a:pPr lvl="1"/>
            <a:r>
              <a:rPr lang="en-US" dirty="0"/>
              <a:t>Simpler to implement and avoid race conditions</a:t>
            </a:r>
          </a:p>
          <a:p>
            <a:pPr lvl="1"/>
            <a:r>
              <a:rPr lang="en-US" dirty="0"/>
              <a:t>Faster/easier to implement operations that access multiple locations (because all guarded by the same lock) </a:t>
            </a:r>
          </a:p>
          <a:p>
            <a:pPr lvl="1"/>
            <a:r>
              <a:rPr lang="en-US" dirty="0"/>
              <a:t>Much easier for operations that modify data-structure shape</a:t>
            </a:r>
          </a:p>
          <a:p>
            <a:r>
              <a:rPr lang="en-US" dirty="0"/>
              <a:t>Fine-Grained Locking:</a:t>
            </a:r>
          </a:p>
          <a:p>
            <a:pPr lvl="1"/>
            <a:r>
              <a:rPr lang="en-US" dirty="0"/>
              <a:t>More simultaneous access (performance when coarse grained would lead to unnecessary blocking) </a:t>
            </a:r>
          </a:p>
          <a:p>
            <a:pPr lvl="1"/>
            <a:r>
              <a:rPr lang="en-US" dirty="0"/>
              <a:t>Can make multi-location operations more difficult: say, rotations in an AVL tree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Start with coarse-grained, make finer only as necessary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652732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DF02-FA78-B96F-86DD-2652C9EA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But Separate Issue: Critical Section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8E75-4589-EA1E-4DF3-1CA20E41F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</a:t>
            </a:r>
          </a:p>
          <a:p>
            <a:pPr lvl="1"/>
            <a:r>
              <a:rPr lang="en-US" dirty="0"/>
              <a:t>For every method that needs a lock, put the entire method body in a lock</a:t>
            </a:r>
          </a:p>
          <a:p>
            <a:r>
              <a:rPr lang="en-US" dirty="0"/>
              <a:t>Fine-grained</a:t>
            </a:r>
          </a:p>
          <a:p>
            <a:pPr lvl="1"/>
            <a:r>
              <a:rPr lang="en-US" dirty="0"/>
              <a:t>Keep the lock only for the sections of code where it’s necessary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Try to structure code so that expensive operations (like I/O) can be done outside of your critical section</a:t>
            </a:r>
          </a:p>
          <a:p>
            <a:pPr lvl="1"/>
            <a:r>
              <a:rPr lang="en-US" dirty="0"/>
              <a:t>E.g., if you’re trying to print all the values in a tree, maybe copy items into an array inside your critical section, then print the array’s contents outside.</a:t>
            </a:r>
          </a:p>
        </p:txBody>
      </p:sp>
    </p:spTree>
    <p:extLst>
      <p:ext uri="{BB962C8B-B14F-4D97-AF65-F5344CB8AC3E}">
        <p14:creationId xmlns:p14="http://schemas.microsoft.com/office/powerpoint/2010/main" val="40565175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D581-6E2B-54C1-90F9-E93A6CB5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61FC-6A57-8CB3-802A-294E8FE1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Atomic: indivisible</a:t>
            </a:r>
          </a:p>
          <a:p>
            <a:r>
              <a:rPr lang="en-US" dirty="0"/>
              <a:t>Atomic operation: one that should be thought of as a single step</a:t>
            </a:r>
          </a:p>
          <a:p>
            <a:r>
              <a:rPr lang="en-US" dirty="0"/>
              <a:t>Some sequences of operations should behave as if they are one unit</a:t>
            </a:r>
          </a:p>
          <a:p>
            <a:pPr lvl="1"/>
            <a:r>
              <a:rPr lang="en-US" dirty="0"/>
              <a:t>Between two operations you may need to avoid exposing an intermediate state</a:t>
            </a:r>
          </a:p>
          <a:p>
            <a:pPr lvl="1"/>
            <a:r>
              <a:rPr lang="en-US" dirty="0"/>
              <a:t>Usually ADT operations should be atomic </a:t>
            </a:r>
          </a:p>
          <a:p>
            <a:pPr lvl="2"/>
            <a:r>
              <a:rPr lang="en-US" dirty="0"/>
              <a:t>You don’t want another thread trying to do an insert while another thread is rotating the AVL tree</a:t>
            </a:r>
          </a:p>
          <a:p>
            <a:r>
              <a:rPr lang="en-US" dirty="0"/>
              <a:t>Think first in terms of what operations need to be atomic</a:t>
            </a:r>
          </a:p>
          <a:p>
            <a:pPr lvl="1"/>
            <a:r>
              <a:rPr lang="en-US" dirty="0"/>
              <a:t>Design critical sections and locking granularity based on these decisions</a:t>
            </a:r>
          </a:p>
        </p:txBody>
      </p:sp>
    </p:spTree>
    <p:extLst>
      <p:ext uri="{BB962C8B-B14F-4D97-AF65-F5344CB8AC3E}">
        <p14:creationId xmlns:p14="http://schemas.microsoft.com/office/powerpoint/2010/main" val="24934695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1513-6257-4293-7965-2B7E9E3A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Pre-Tested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C62B-845C-D299-42D4-0CD1A84A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use built-in libraries!</a:t>
            </a:r>
          </a:p>
          <a:p>
            <a:r>
              <a:rPr lang="en-US" dirty="0"/>
              <a:t>Other people have already invested tons of effort into making things both efficient and correct, use their work when you can!</a:t>
            </a:r>
          </a:p>
          <a:p>
            <a:pPr lvl="1"/>
            <a:r>
              <a:rPr lang="en-US" dirty="0"/>
              <a:t>Especially true for concurrent data structures</a:t>
            </a:r>
          </a:p>
          <a:p>
            <a:pPr lvl="1"/>
            <a:r>
              <a:rPr lang="en-US" dirty="0"/>
              <a:t>Use thread-safe data structures when available</a:t>
            </a:r>
          </a:p>
          <a:p>
            <a:pPr lvl="2"/>
            <a:r>
              <a:rPr lang="en-US" dirty="0"/>
              <a:t>E.g. Java as </a:t>
            </a:r>
            <a:r>
              <a:rPr lang="en-US" dirty="0" err="1"/>
              <a:t>ConcurrentHashMap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32319</TotalTime>
  <Words>6114</Words>
  <Application>Microsoft Office PowerPoint</Application>
  <PresentationFormat>Widescreen</PresentationFormat>
  <Paragraphs>950</Paragraphs>
  <Slides>67</Slides>
  <Notes>0</Notes>
  <HiddenSlides>20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Calibri</vt:lpstr>
      <vt:lpstr>Calibri Light</vt:lpstr>
      <vt:lpstr>Office Theme</vt:lpstr>
      <vt:lpstr>CSE 332 Winter 2026 Lecture 19: Concurrency</vt:lpstr>
      <vt:lpstr>Memory Sharing With ForkJoin</vt:lpstr>
      <vt:lpstr>Example: Shared Queue</vt:lpstr>
      <vt:lpstr>Example: Shared Queue</vt:lpstr>
      <vt:lpstr>Empty Shared Queue</vt:lpstr>
      <vt:lpstr>Thread 1 – first two lines</vt:lpstr>
      <vt:lpstr>Thread 2 – all lines</vt:lpstr>
      <vt:lpstr>Thread 1 – remaining lines</vt:lpstr>
      <vt:lpstr>Interleaving</vt:lpstr>
      <vt:lpstr>Concurrent Programming</vt:lpstr>
      <vt:lpstr>Analogue Example – Data Race</vt:lpstr>
      <vt:lpstr>Analogue Example – With “Mutual Exclusion”</vt:lpstr>
      <vt:lpstr>Bank Account Example</vt:lpstr>
      <vt:lpstr>Bank Account Example - Parallel</vt:lpstr>
      <vt:lpstr>An “OK” Interleaving</vt:lpstr>
      <vt:lpstr>A “Bad” Interleaving</vt:lpstr>
      <vt:lpstr>A Bad Fix</vt:lpstr>
      <vt:lpstr>A still “Bad” Interleaving</vt:lpstr>
      <vt:lpstr>What we want – Mutual Exclusion</vt:lpstr>
      <vt:lpstr>A Bad attempt at Mutual Exclusion</vt:lpstr>
      <vt:lpstr>A still “Bad” Interleaving</vt:lpstr>
      <vt:lpstr>Solution</vt:lpstr>
      <vt:lpstr>Almost Correct Bank Account Example</vt:lpstr>
      <vt:lpstr>Exceptions End the Method!</vt:lpstr>
      <vt:lpstr>Try…Finally</vt:lpstr>
      <vt:lpstr>Correct (but not Java) Bank Account Example</vt:lpstr>
      <vt:lpstr>A still “Bad” Interleaving</vt:lpstr>
      <vt:lpstr>Solution: getBalance needs the lock</vt:lpstr>
      <vt:lpstr>Re-entrant Lock Details</vt:lpstr>
      <vt:lpstr>Java’s Re-entrant Lock Class</vt:lpstr>
      <vt:lpstr>How this looks in Java</vt:lpstr>
      <vt:lpstr>Java Synchronized Keyword</vt:lpstr>
      <vt:lpstr>Back Account Using Synchronize (version 1)</vt:lpstr>
      <vt:lpstr>Back Account Using Synchronize (version 2)</vt:lpstr>
      <vt:lpstr>More Syntactic Sugar!</vt:lpstr>
      <vt:lpstr>Back Account Using Synchronize (Final)</vt:lpstr>
      <vt:lpstr>Race Condition</vt:lpstr>
      <vt:lpstr>Example: Shared Stack (no problems so far)</vt:lpstr>
      <vt:lpstr>Race Condition, but no Data Race</vt:lpstr>
      <vt:lpstr>Two Peeks Break LIFO Order</vt:lpstr>
      <vt:lpstr>Race Condition, including a Data Race</vt:lpstr>
      <vt:lpstr>Peek and isEmpty</vt:lpstr>
      <vt:lpstr>Peek and Push</vt:lpstr>
      <vt:lpstr>Peek and Push</vt:lpstr>
      <vt:lpstr>How to fix this?</vt:lpstr>
      <vt:lpstr>Fixed!</vt:lpstr>
      <vt:lpstr>Did this fix it?</vt:lpstr>
      <vt:lpstr>Deadlock</vt:lpstr>
      <vt:lpstr>Bank Account</vt:lpstr>
      <vt:lpstr>The Deadlock</vt:lpstr>
      <vt:lpstr>The Deadlock</vt:lpstr>
      <vt:lpstr>Resolving Deadlocks</vt:lpstr>
      <vt:lpstr>Option 1: Coarser Locking</vt:lpstr>
      <vt:lpstr>Option 2: Finer Critical Section</vt:lpstr>
      <vt:lpstr>Option 3: First Get All Locks In A Fixed Order</vt:lpstr>
      <vt:lpstr>Parallel Code Conventional Wisdom</vt:lpstr>
      <vt:lpstr>Memory Categories</vt:lpstr>
      <vt:lpstr>Thread Local Memory</vt:lpstr>
      <vt:lpstr>Immutable Objects</vt:lpstr>
      <vt:lpstr>Shared and Mutable Objects</vt:lpstr>
      <vt:lpstr>Consistent Locking</vt:lpstr>
      <vt:lpstr>Lock Granularity</vt:lpstr>
      <vt:lpstr>Example: Separate Chaining Hashtable</vt:lpstr>
      <vt:lpstr>Tradeoffs</vt:lpstr>
      <vt:lpstr>Similar But Separate Issue: Critical Section Granularity</vt:lpstr>
      <vt:lpstr>Atomicity</vt:lpstr>
      <vt:lpstr>Use Pre-Tested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300</cp:revision>
  <dcterms:created xsi:type="dcterms:W3CDTF">2023-10-13T16:06:42Z</dcterms:created>
  <dcterms:modified xsi:type="dcterms:W3CDTF">2026-02-23T22:59:03Z</dcterms:modified>
</cp:coreProperties>
</file>