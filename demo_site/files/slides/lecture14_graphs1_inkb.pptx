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7" r:id="rId2"/>
    <p:sldId id="555" r:id="rId3"/>
    <p:sldId id="543" r:id="rId4"/>
    <p:sldId id="545" r:id="rId5"/>
    <p:sldId id="548" r:id="rId6"/>
    <p:sldId id="546" r:id="rId7"/>
    <p:sldId id="549" r:id="rId8"/>
    <p:sldId id="550" r:id="rId9"/>
    <p:sldId id="551" r:id="rId10"/>
    <p:sldId id="547" r:id="rId11"/>
    <p:sldId id="752" r:id="rId12"/>
    <p:sldId id="753" r:id="rId13"/>
    <p:sldId id="830" r:id="rId14"/>
    <p:sldId id="836" r:id="rId15"/>
    <p:sldId id="829" r:id="rId16"/>
    <p:sldId id="837" r:id="rId17"/>
    <p:sldId id="846" r:id="rId18"/>
    <p:sldId id="850" r:id="rId19"/>
    <p:sldId id="756" r:id="rId20"/>
    <p:sldId id="757" r:id="rId21"/>
    <p:sldId id="847" r:id="rId22"/>
    <p:sldId id="848" r:id="rId23"/>
    <p:sldId id="849" r:id="rId24"/>
    <p:sldId id="851" r:id="rId25"/>
  </p:sldIdLst>
  <p:sldSz cx="12192000" cy="6858000"/>
  <p:notesSz cx="6858000" cy="9144000"/>
  <p:embeddedFontLs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3:38:59.1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5539 14857 0,'0'0'0,"0"0"0,0 0 0,0 0 0,0 0 16,0 0 0,0 0-1,0 0-15,0 0 16,0 0-16,0 0 16,0 0-1,0 0-15,0 0 16,0 0-16,0-8 15,0-1 1,0-16 0,17-18-1,0 1-15,9 8 16,0 0-16,8-9 16,8-16-16,10-1 15,7-16 1,1-1-16,8 9 31,1-9-31,7 9 16,10 0-1,-1 0-15,18-8 16,-1 8-16,9 0 16,17 8-1,8 1 1,10-9-16,7 0 15,1-9 1,17 1-16,25-10 16,0 1-1,0 17-15,1 9 16,25-1-16,17 9 16,8 0-1,9 0-15,-17 9 16,17 8-1,26-9-15,-9 18 16,-8 8-16,16 0 31,9 17-31,-16 8 16,-18 1 0,25 16-16,18 1 15,-17-9 1,-1 0-16,-16 0 15,-35 0 1,-25 0-16,-34 0 16,-35 0-1,-33 0-15,-35 0 16,-34-9 0,-8 1-16,-18-9 15,1 0 1,-1 0-16,1 0 15,-9 0 1,0-9-16,17-8 16,0 0-1</inkml:trace>
  <inkml:trace contextRef="#ctx0" brushRef="#br0" timeOffset="345.44">14057 12468 0,'0'0'0,"0"0"16,0 0-16,0 17 15,17 0 1,26 25-16,34 1 16,8-1-1,9 1-15,-9-9 16,1-9-16,-10 1 15,-16-1 1,-17 9-16,-1 0 31,-7 0-31,-10 0 16,-8 0-16,-8-8 16,-26 8-1,-52 25 1,-76 18-16,-59-1 15,16-16 1,26-9-16,-112 51 16</inkml:trace>
  <inkml:trace contextRef="#ctx0" brushRef="#br0" timeOffset="10512.72">5864 12765 0,'0'0'0,"0"0"0,0 0 16,0 0-16,0 0 15,0 0 1,0 0-16,0 0 16,-9 17-16,0 17 15,1 17 1,-1 26-16,1 33 31,-18 9-31,9-17 16,0-33-16,9-27 15,-1-16-15,9-1 32,0-16-32,9-26 15,33-51-15,44-52 16,33-7 0,9-26-16,9-9 15,8 26 1,-9 43-16,-16 42 15,-18 34 1,1 34-16,16 51 16,-8 59-1,-43 26 1,-25 68-16,0 128 16</inkml:trace>
  <inkml:trace contextRef="#ctx0" brushRef="#br0" timeOffset="26494.43">19024 13216 0,'0'0'0,"0"0"0,0 0 16,0 0-1,0 0-15,0 0 16,0 0-1,0 0 1,0-9-16,9 1 16,34-18-16,33-16 15,18 8 1,17 8-16,-17 1 16,34-1-1,43-8-15,-9 9 16,9 8-1,68 0-15,-17 0 16,-9 0 0,0 0-1,9 0-15,43 8 16,-18 9-16,9 9 16,-25-1-1,-9 9-15,-17 9 16,-18-1-16,10 18 31,-35 8-31,-26 17 16,9 17-1,-25 0-15,-18 9 16,-16 8-16,-18 8 16,-17 9-1,-17 9-15,-8-26 16,-17-17-1,8-9 1,0 1-16,-9-26 16,1-26-16</inkml:trace>
  <inkml:trace contextRef="#ctx0" brushRef="#br0" timeOffset="26879.01">23855 14253 0,'0'0'0,"0"0"16,0 0-16,0 0 15,0 0 1,0 0-16,0 0 15,0 0 1,0 0-16,0 9 16,0-1-1,0 10-15,17-1 16,0 0 0,17-9-16,26-8 15,34-34 1,9-26-1,7-16-15,-16-9 16,-17-9-16,-17 18 16,-26 16-1,-8 35-15,-18 25 16</inkml:trace>
  <inkml:trace contextRef="#ctx0" brushRef="#br0" timeOffset="27587.12">23420 14126 0,'0'0'0,"0"0"0,0 0 16,0 0-16,0 0 16,0 0-1,0 0-15,0 0 16,0 0-1,0 0-15,17 0 16,17 17 0,9 17-16,8 25 15,9 35 1,-9 0-16,-17-9 16,-8-26-16,-18-25 15,1-8 1,-1-9-1,1-9-15,-9 1 16,0-9 0,0-9-16,25-42 15,52-93 1,34-52-16,9-25 16,-9 8-1,25 35-15,18 16 16,-43 52-1,-17 33-15,-9 17 16,-34 26-16</inkml:trace>
  <inkml:trace contextRef="#ctx0" brushRef="#br0" timeOffset="39658.98">22020 11592 0,'0'0'0,"0"0"0,0 0 16,0 0-16,0 0 16,0 0-1,-8 0-15,-1 8 16,1 9-1,-10 17-15,1 9 16,-8 16 0,-26 43-1,-1 34-15,18-8 16,0-18 0,17-42-16,0-34 15,8-8 1,1-9-16,8-9 15,0 1 1,0 0-16,0-9 16,8-9-1,18-34-15,42-50 16,26-26-16,0 0 16,-9 8-1,-8 9 1,-26 34-16,-8 26 15,0 16-15,-1 18 16,-7 42 0,7 59-1,1 69-15,-17 25 16,-1-34 0,-8-34-16,-8-68 15</inkml:trace>
  <inkml:trace contextRef="#ctx0" brushRef="#br0" timeOffset="51247.32">23659 11847 0,'0'0'0,"0"0"0,0 0 15,0 0-15,0 0 16,0 0 0,-9 25-16,1 18 31,-18 42-31,9 17 15,0-17 1,9-26-16,-1-8 16,0-25-16,1-1 15,-1-16 1</inkml:trace>
  <inkml:trace contextRef="#ctx0" brushRef="#br0" timeOffset="51489.65">23360 12204 0,'0'0'0,"0"0"0,0 0 16,0 0-16,0 0 16,0 0-16,0 0 31,0 0-31,9 8 15,25 9-15,43 0 16,51-8 0,-9-18-16,-68 9 15</inkml:trace>
  <inkml:trace contextRef="#ctx0" brushRef="#br0" timeOffset="51876.14">24367 12842 0,'0'-9'0,"17"-16"0,43-60 15,25-17-15,9-9 16,9-8 0,-18 8-16,-17 18 15,-42 50 1</inkml:trace>
  <inkml:trace contextRef="#ctx0" brushRef="#br0" timeOffset="52082.83">24760 12825 0,'0'0'0,"43"-9"16,50 1-16,10-1 15,-9-16 1,-26-1-16,-8 1 0,-18-35 15,-16 26 1</inkml:trace>
  <inkml:trace contextRef="#ctx0" brushRef="#br0" timeOffset="52289.58">24990 12629 0,'0'0'0,"0"0"16,-8 51-16,-9 60 16,8 25-1,18 42-15,8-16 16,-9-94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3:40:03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5001 13709 0,'0'0'0,"0"0"0,0 0 15,0 0-15,0 0 16,-8 0 0,-18 0-16,-25 0 15,-17 17 1,-18 0-16,-7 0 16,33 0-1,0 9-15,-25 8 16,-18 17-16,-42 25 15,-17 26 1,0 9 0,-9 8-16,26-8 15,43-18 1,25-8-16,26-8 16,8-1-1,34-8-15,18-8 16,42 8-16,86 25 15,33-16 1,44-9-16,25-17 16,0 0-1,17-8 1,0-9-16,0 8 16,9 1-1,16-18-15,1 1 16,0-26-1,-18-17-15,9-17 16,-8-9-16,-18 1 0,-16-26 31,-35-18-15,-42 1-16,-26 0 16,-51 17-1,-26 9-15,-9-1 16,-25-16-1,-25-26-15,-35-9 16,-42 1 0,-77-9-16,-52-18 15,-42 1 1,-25 26 0,-35 25-16,-60 17 15,9 17-15,-8 17 16,-78 17-1,-59 34-15,-51 51 16,-17 76 0,25 26-16,162-42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3:41:08.1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3926 4533 0,'0'0'0,"0"0"0,0 0 16,0 0-16,-8 0 15,-35 8 1,-94 43-16,-8 26 15,0 25 1,-77 17-16,34 17 16,60 9-1,-17-1-15,-51 9 16,51 9 0,94-43-16,17-17 15,17-8 1,-1-1-16,18 1 15,35 16 1,84 9-16,18-34 16,33-25-1,86-1-15,-8-25 16,25-17 0,68-17-16,-25-34 15,77 0 1,-52 0-16,-85-25 15,111-26 1,-68 25-16,-52 9 16,-8 9-1,-51-1-15,0 1 16,-43-1 0,-34-8-16,-60 9 15,-8-1-15,-17-16 16,-35-26-1,-76-52 1,-86-16-16,-136 17 16,-69 17-16,-42 51 15,-94 17 1,-34 34-16,-52 43 16,-59 67-1,-60 77 1,26 77-16,307-60 15</inkml:trace>
  <inkml:trace contextRef="#ctx0" brushRef="#br0" timeOffset="3361.47">4575 7603 0,'8'0'0,"35"-9"0,59-16 0,26-9 15,26 8-15,25-16 16,-34 8 0,-34 8-1,0 9-15,-34 0 16,-26 0 0,-25 17-16,-9 0 15,-9 0-15,-42 9 16,-119 25-1,-78 17 1,-42-17-16,-26 17 16,43 0-1,69-26-15,42-7 16,51-10-16,42 1 16,27-1-1,25-8 1</inkml:trace>
  <inkml:trace contextRef="#ctx0" brushRef="#br0" timeOffset="9547.36">3201 8845 0,'0'0'0,"8"0"16,9 8-16,77 18 15,119-1 1,69-16-16,34-18 15,128-8 1,51 0-16,17 26 16,85 25-1,-178 0-15</inkml:trace>
  <inkml:trace contextRef="#ctx0" brushRef="#br0" timeOffset="22315.23">2484 10920 0,'0'0'0,"0"0"0,0 0 16,0 17-16,0 0 15,0 0 1,0 17-16,0 0 16,0 17-1,0-9 1,0 9-16,8 0 16,9 9-16,17-18 15,9 1 1,17-1-1,51-16 1,51-9-16,17-34 16,26-17-16,43 0 15,8 0 1,8 17 0,9 8-16,9 26 15,25 0 1,26 17-16,51 9 15,-8-9 1,-52-8-16,0-9 0,-33-9 16,-87 1-1,-50-18 1,-69 9 0,-33 0-16,-27-8 15,1-9 1,-1-26-16,-8-25 15,-8-34 1,-1 0-16,18-34 16,42-153-1</inkml:trace>
  <inkml:trace contextRef="#ctx0" brushRef="#br0" timeOffset="50292.33">3115 9823 0,'0'0'0,"-8"0"0,-9 0 0,-17-9 16,-18 1-1,1-9 1,17 0-16,0 8 16,-9 9-1,0 9-15,-25 25 16,-9 34-16,-17 42 15,-25 52 1,8 25-16,17 0 16,9-8-1,17 8 1,16 0-16,18 8 16,9 35-1,16-26-15,18-25 16,16-1-1,43-25-15,9-25 16,26 0 0,59 8-16,9-34 15,25-9 1,51 1-16,26-18 16,1-25-1,50-8-15,0-9 16,9-17-1,9 0-15,-52-17 16,34-9 0,-17-16-16,1-9 15,-10-17 1,-50-17-16,-18 0 16,-8 0-1,9-26-15,-44-8 16,-16-17-1,8-17-15,-34-9 16,-25-8 0,-9-8-16,-26 25 15,-17-26 1,-25 18-16,-26 24 16,-25-16-1,-44-25 1,-33 8-16,-26 17 15,-85 0-15,-9 8 16,-17 9 0,-42 8-1,-35 26-15,-26 17 16,-42 17-16,-76 17 16,24 26-1,-16 25-15,-68 17 16,-27 34-1,-16 51-15,26 17 16,7 0 0,-16 43-16,154-26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3:42:33.36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12512 1284 0,'0'0'0,"0"0"0,0 0 16,0 0-16,0 0 0,0 0 0,0 0 16,0 0-1,0 0 1,0 17-16,0 17 15,0 26-15,-8 42 16,-1 8 0,1 9-1,8 9-15,0-9 16,17-25-16,0-43 16,-9-34-1</inkml:trace>
  <inkml:trace contextRef="#ctx0" brushRef="#br0" timeOffset="868.11">13221 1335 0,'0'0'0,"8"0"16,18-8-16,8-1 15,17 1 1,17 8-16,-8 0 16,-17 0-1,-1 17-15,1 17 16,0 8 0,-9 9-16,-17 9 15,-17 16 1,-17 1-16,-26-9 15,-16-9-15,-10-8 16,-16-8 0,8-26-1,26-8-15,17-18 16,17 0 0,0 1-16,8-1 15,18-16-15,25-9 16,34 8-1,26 9 1,-17 9-16,8 8 16,18 17-1,-18 0 1,-8 0-16,8 17 16,-8 0-16,-43-17 0</inkml:trace>
  <inkml:trace contextRef="#ctx0" brushRef="#br0" timeOffset="1441.03">14774 1310 0,'0'0'0,"0"0"0,17 8 16,9 1 0,8 8-1,0 0-15,9 0 16,-18 0-1,1-9-15,-18 1 16,1-1-16,-9 9 16,-17 9-16,-9-1 15,-8 1 1,8-18 0,9 1-1,9-1-15,8 1 16,0-9-1,25 8-15,27 1 16,33 8 0,-8-9-16,-34 1 15,-18-1 1,1 9-16,-1 9 16,-16 8-1,-9 8-15,-17 18 16,-26-1-1,9-16-15,0 0 16,17-18 0,17-16-16</inkml:trace>
  <inkml:trace contextRef="#ctx0" brushRef="#br0" timeOffset="1872.87">16379 1429 0,'0'0'0,"0"0"15,-9 8-15,0 18 16,-16 25-1,-18 17-15,-8 8 16,-9-16 0,9-9-16,8-26 15,18-8 1,8-8-16,17-1 16,0-8-16,17 0 15,51 0 1,26-8-16,25-1 31,18 1-31,0 8 16,-35 0-16,-25-9 15,8 1 1,0 8-16,-33-9 16,-27 1-1,-8 8-15</inkml:trace>
  <inkml:trace contextRef="#ctx0" brushRef="#br0" timeOffset="2092.64">17070 1582 0,'0'0'0,"-9"0"0,-25 42 16,-60 60-1,-17 26-15,9-17 16,8 8 0,9-9-16,34-33 0,33-43 31</inkml:trace>
  <inkml:trace contextRef="#ctx0" brushRef="#br0" timeOffset="2793.52">12930 2696 0,'0'0'0,"0"0"0,-8 8 15,-1 18-15,1 25 0,-18 26 16,1 25-16,-10 17 31,10 0-31,8-17 0,0-9 31,8-16-15,9-43-16</inkml:trace>
  <inkml:trace contextRef="#ctx0" brushRef="#br0" timeOffset="3633.35">13391 2806 0,'0'0'0,"0"0"0,0 9 16,9 8-1,8 0 1,26 17-16,8 0 16,9 0-16,25 9 15,9-9 1,-17 0-16,-9 0 16,-17-9-1,-17 1-15,-8-1 16,-9 1-1,-9-9 1,1 8-16,0 1 16,-9-1-1,0-8-15,-9 0 16,0 0 0,1 0-1,-18 0-15,1 0 0,-18 0 16,0-8-1,-8-1 1,17 1-16,0-9 16,8-9-1,-8 1-15,17-1 16,0 1-16,0-9 16,17 0-1,0-9-15,17 9 16,9 0-1,25 0 1,26 9-16,16 16 16,-16 9-1,-17 9-15,8 8 16,-8 0-16,-9 0 16,-8-9-1,-17-8-15</inkml:trace>
  <inkml:trace contextRef="#ctx0" brushRef="#br0" timeOffset="4216.3">15312 2900 0,'0'0'0,"0"0"0,0 0 16,0 0-16,0 0 15,0 0 1,-9 0-16,1 9 16,-1-1-1,-17 9-15,1 0 16,-1 17 0,-8 0-16,9 0 15,7-8 1,1-1-16,9 1 15,8 8 1,0 0-16,17 8 16,17 1-1,0-1 1,-8-16-16,8 8 16,9 8-16,-1 1 15,-16-1 1,0 1-16,-18-1 15,1-16 1,-18-1 0,1-8-16,-10 0 15,1-8-15,17-1 16</inkml:trace>
  <inkml:trace contextRef="#ctx0" brushRef="#br0" timeOffset="4441.45">15508 2977 0,'0'0'0,"0"0"0,0 0 15,0 0-15,17 8 16,26 9-1,25-8-15,-8-1 16,-35-8 0</inkml:trace>
  <inkml:trace contextRef="#ctx0" brushRef="#br0" timeOffset="4808.78">16327 3028 0,'0'0'0,"0"0"16,0 0-1,9 0-15,34-9 16,8 1-16,0-1 15,9 1 1,8-1 0,-8 9-16,-18 0 15,1 9 1,-17-1-16,-1 9 16,-8 9-1,-25 50-15,-69 69 16,-60 16-1,18-16-15,34-26 16,25-43 0,51-50-16</inkml:trace>
  <inkml:trace contextRef="#ctx0" brushRef="#br1" timeOffset="11320.38">12538 1199 0,'0'0'0,"-17"-8"0,-9-1 0,1 1 15,7-9 1,1 8 0,0 1-16,9-1 15,-1 1-15,-8 8 16,0 0 0,-8 17-1,-1 0-15,0 17 16,-16 8-16,-18 9 15,-8 0 1,-1 9-16,10 8 16,-1 17-1,9 8-15,-1-8 16,10-8 0,8-9-16,8 0 15,0 9 1,1 33-16,8 1 15,0-18 1,0-8 0,17-8-16,0-9 15,0 25 1,0 9-16,0-8 16,0-9-16,0-8 15,8 8 1,1 17-1,8-17-15,0-9 16,17-8-16,0-8 16,0-9-1,9-9 1,17 9-16,16-8 16,-7-1-1,-1 1-15,0-1 16,-8-16-16,0 0 15,-9-9 1,0-9 0,0-8-16,9-8 15,-9-9-15,1-9 16,-1 0 0,-9-16-16,10-1 15,-10-16 1,1-9-1,0-26-15,-18-8 16,1 9-16,0 8 16,-1-9-1,9-16-15,0-35 16,-8 26 0,-9 17-16,0 0 15,9-34 1,-9 17-1,-17 17-15,-9 0 0,-8 0 32,-8-26-32,-10 9 15,1 42 1,0 1-16,-8-1 16,-18-16-16,-9 8 15,-16 8 1,-26 9-16,-17 17 15,-34 9 1,-60 25 0,-51 68-16,-68 42 0</inkml:trace>
  <inkml:trace contextRef="#ctx0" brushRef="#br1" timeOffset="22104.66">13477 808 0,'-9'0'0,"1"0"0,-1 8 16,-8 1 0,8-1-16,1 1 15,-9 8 1,-9 8-16,1 9 16,-1 0-1,-17 26-15,-25 42 16,0 0-1,17 9-15,8 16 16,9 26 0,17-17-16,0-17 15,17 52 1,0-1-16,8-9 16,1 35-1,-1-18-15,9-24 16,9 7-1,8 1-15,17-26 16,-8-17 0,8-26-16,9-8 15,17-8 1,0-26-16,25-17 16,0-34-1,1-17 1,8-26-16,0-33 15,34-43 1,-26-34-16,-25 0 16,-8-43-16,-35 1 15,-26 16 1,-33-51-16,-18 1 16,-8-9-1,-17 8-15,-26 26 16,-34-17-1,9 25-15,-1 35 16,-50 7 0,-27 18-1,35 68-15,-68 26 16,-18 59 0,-76 25-16</inkml:trace>
  <inkml:trace contextRef="#ctx0" brushRef="#br1" timeOffset="25174.92">15064 663 0,'0'0'0,"0"0"0,0 0 16,0 0-1,0 0-15,-8 0 16,-1-17 0,1 0-16,-9 17 15,-9-25 1,0 16-16,-16 1 16,-18 8-1,9 8-15,-1 26 16,18-17-1,0 17-15,9 9 16,-10 42-16,-7 0 16,8 51-1,-9 9-15,0 25 16,9 17 0,9 0-1,7 0-15,10 9 16,-1 25-1,18-17 1,8-9-16,9-16 16,16 8-16,18-17 15,8-25 1,26-9-16,0-26 16,17-33-16,17-18 15,17-33 1,-8-43-1,16-51-15,18-60 16,8-42-16,-34-34 16,-34-34-1,-34-26 1,-51-16-16,-35-1 16,-59-17-1,-86-8-15,-59 51 16,-43 51-1,-51 85-15,-95 119 16,1 68 0</inkml:trace>
  <inkml:trace contextRef="#ctx0" brushRef="#br1" timeOffset="27753.91">14825 4099 0,'0'0'0,"0"0"16,0 0-16,0 0 15,0 0 1,0 0 0,17 0-16,26 0 0,25-8 15,26-1 1,9-8 0,33-8-16,9-1 15,-8-16 1,-1-1-16,-25 9 15,-34 9-15,-26 8 32,-25 8-32,-18 9 15,1 0-15,-18 0 16,-33 26 0,-52 25-1,-26 25-15,-16 9 16,-9 9-1,17-1-15,59-25 16,27-34 0,16-8-16,9-18 15,9 1-15,-1-1 16,0 1 0,9-18-16,9-42 15,17-42 1,25-35-16,17-8 15,-17 34 1,-8 34 0,-17 17-16,-1 17 15,-16 17 1,-1 0-16,1 8 16,-1 9-16,-8 0 15,17 34 1,0 35-1,18 41-15,-1 18 16,0 8 0,9-9-16,-9-16 0,-9-26 31,-16-26-31,-1-25 16,1-8-1,-1-18-15,-8 1 16,-8-9-1,-9-17-15,-43-34 16,-17-34 0,-51-43-16,-8 1 15,33 42 1,1-9-16,-1 18 16,44 50-16</inkml:trace>
  <inkml:trace contextRef="#ctx0" brushRef="#br1" timeOffset="70868.08">16379 4193 0,'0'0'0,"8"0"0,9 0 16,69 0-16,-44-9 0,52 1 0,8-9 16,18-9-16,17 1 15,-18-9 1,-17 17-16,-25 8 16,-43 1-1,-8-1-15,-9 9 16,-8 0-1,-1 0 1,1 0-16,-1 0 16,-25 0-1,-26 17 1,-76 0-16,-1 9 0,10-9 16,-18 8-1,34-8-15,34-8 16,17-1-1,18 1 1,8-9-16,17 0 16,0 0-1,0 0-15,42 17 16,26 8-16,43 9 16,43-8-1,0-18 1,-43 1-16,-60-1 15,-17 1 1,-8-9-16,-18 8 16,-25 1-1,-128 50-15,-128 35 16,-9-18 0,18-16-16,-61 25 15</inkml:trace>
  <inkml:trace contextRef="#ctx0" brushRef="#br1" timeOffset="144094.44">1895 4660 0,'0'0'0,"0"0"0,0 0 0,0 0 0,0 0 0,0 17 0,-9 17 16,-8 35 0,-17 33-16,-9 0 15,18 0 1,-18-26-16,26-25 16,0-17-16,17-8 15,0-9 1,26 0-16,25-9 31,43-8-31,34-25 16,-9-9-16,9-9 15,34-8-15,-8 17 16,-9 9 0,9-1-1,8 18-15,-17 8 16,9 8-16,16 9 15,-16 9 1,-18 8-16,1 8 31,-18-8-31,-16 0 16,-26-8 0,-18-9-16,-24-9 0,-10 1 15,-16-9 1,-1 0-1,1-9 1,-1-8-16,1-8 0,-1-9 31,9-17-31,-8 25 16</inkml:trace>
  <inkml:trace contextRef="#ctx0" brushRef="#br1" timeOffset="153513.53">8603 6268 0,'0'0'0,"0"0"0,0 0 0,0 0 15,0 0-15,0 0 16,0 0 0,0 0-16,-8 17 15,-1 17-15,1 0 16,-9 17 0,8 0-1,0-9 1,1 1-16,-1-9 15,9 0 1,0 0-16,0 0 16,0-8-16,17-1 15,1 1 1,7-9-16,18 0 16,17 8-1,-1-16-15,1-1 16,17 1-16,25-1 31,18 9-31,16-8 16,-25 8-16,0 0 15,-34 0-15,-26-9 16,-17 1 0,-8-1-1,-17 1 1,-1-9-16,1 0 0,-9 0 15,0 0 1,0 0 0,0 0-1,0-9-15,0-16 16,0-18-16,0-8 16,-9-8-1,1-1-15,8 35 16</inkml:trace>
  <inkml:trace contextRef="#ctx0" brushRef="#br1" timeOffset="207464.27">1220 13845 0,'0'0'0,"0"0"0,0 0 15,-8-17-15,8-25 16,0-35-16,0-33 15,0-52 1,43-34 0,16 1-16,-7-1 15,-1 35-15,-17 25 16,0 8-16,-8 43 16,-9 42-1,-17 18 1,0 8-16,0 17 15,0 0 1,-26 17-16,9 0 16,-17 25-1,0 1-15,25 0 16,-16-1-16,8-16 16,17-1-1,0-16-15,0-1 16,0 1-1,0-9 1,0 0-16,0-9 16,0 1-1,0-18 1,0-16-16,8-18 0,9 17 31,0 9-31,0 17 16,9 17-16,8 9 15,17 25 1,9 34-16,8 17 0,-8 17 31,-9-8-15,-17-52-16</inkml:trace>
  <inkml:trace contextRef="#ctx0" brushRef="#br1" timeOffset="-194157.62">2313 11243 0,'0'0'0,"0"0"0,0 0 16,9 0-16,-9 0 16,0 0-1,0 0 1,0 0-16,0 0 15,0 0 1,0 0-16,0 0 16,0 0-1,0 0-15,0 0 16,0 0-16,0 0 16,0 0-1,0 0-15,0 17 16,0 0-1,0 0 1,0 0-16,8 0 16,1-9-1,-1 1-15,1-1 16,-9 1 0,8-1-16,-8-8 15,0 0 1,17 0-16,0 0 15,9-8 1,8-1-16,0-8 16,0 0-1,-8 0-15,0 0 16,-1 9 0,-16-1-16,-1 9 15,1 0 1,-9 0-16,0 0 15,0 0-15,0 0 16,8-8 0,1-1-1</inkml:trace>
  <inkml:trace contextRef="#ctx0" brushRef="#br1" timeOffset="-190542.72">3371 11362 0,'0'0'0,"0"0"0,0 0 15,0 0 1,0 0 0,0 0-1,0 0-15,0 0 0,0 0 16,0-9 0,17 1-1,18-1 1,7 1-16,35 8 0,8 0 15,9 17 1,-17 0-16,-43-9 16</inkml:trace>
  <inkml:trace contextRef="#ctx0" brushRef="#br1" timeOffset="-189823.03">4686 11592 0,'0'0'0,"0"0"0,17-9 16,17 1-1,9-1 1,16 1-16,18 8 15,17 0 1,-43 8-16</inkml:trace>
  <inkml:trace contextRef="#ctx0" brushRef="#br1" timeOffset="-188171.48">6137 11600 0,'0'0'0,"8"0"0,52-8 16,51-1-1,68-25 1,34-17-16,-25 0 16,111-34-1</inkml:trace>
  <inkml:trace contextRef="#ctx0" brushRef="#br1" timeOffset="-185581.02">7784 11387 0,'0'0'0,"0"0"0,-9 0 16,1 9-1,-9-1-15,-9 1 16,9-1-16,0 1 15,0 0 1,8-9 0,9 0-16,0 0 15,0 0-15,0 0 16,0 0 0,26 0-16,51 8 15,34 1 1,68-18-1,43-17-15,94-8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3:50:39.92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18060 1820 0,'0'0'0,"0"0"16,0 8-16,17 18 15,0 42-15,0 34 16,-8 9 0,-9 42-16,0 0 15,-9-43 1,9-42-16,0-25 16,-8-18-1,8 1-15,0-9 16,0-9-16,0 1 15,0-18 1,17-59 0,25-68-16,27-17 0,16-25 31,9 16-31,-9 35 16,1 33-1,-10 26-15,1 8 16,-17 26-16,8 17 15,9 26 1,0 16 0,-17 35-16,-9 42 15,-9 26 1,-24-1-16,-10 9 16,-8-8-16,0-18 15,9-33 1,-1-26-16,1-26 15,-1 1 1,1-18-16,-1 1 16</inkml:trace>
  <inkml:trace contextRef="#ctx0" brushRef="#br0" timeOffset="303.01">20074 1769 0,'0'0'0,"0"0"0,0 25 0,0 35 31,-8 51-31,-1 25 16,-16 8 0,-1 26-16,9-34 0,0-59 15,17-43 1,0-9 0,0-8-1,8-8-15</inkml:trace>
  <inkml:trace contextRef="#ctx0" brushRef="#br0" timeOffset="579.97">19511 2126 0,'0'0'0,"0"0"0,17 0 16,34 17 0,35-8-16,33-1 15,26-8 1,-17-8-16,-25-1 16,7-8-16,-16-8 15,9-1 1,-52 18-16</inkml:trace>
  <inkml:trace contextRef="#ctx0" brushRef="#br0" timeOffset="863.89">20748 2730 0,'0'0'0,"0"0"0,0-9 16,18-8 0,24-42-16,18-43 15,-9 0 1,-8 17-16,0-26 0,-18 1 15,-16 8 1,-9 51 0</inkml:trace>
  <inkml:trace contextRef="#ctx0" brushRef="#br0" timeOffset="1077.71">21073 2024 0,'0'0'0,"25"0"0,52 0 15,51 0 1,0-8 0,-25-9-1,-18-9-15,-8-16 16,-17 7-16,-9 1 16,-26 0-1,-25 26 1</inkml:trace>
  <inkml:trace contextRef="#ctx0" brushRef="#br0" timeOffset="1238.57">21201 2058 0,'0'0'0,"0"0"0,8 17 15,18 51 1,34 51-16,17 26 15,8-9 1,9-43-16,-43-50 16</inkml:trace>
  <inkml:trace contextRef="#ctx0" brushRef="#br0" timeOffset="4452.05">17693 3087 0,'0'0'0,"0"0"0,0 0 16,0 17-1,8 0 1,1 17-16,0 9 15,-1 16-15,1 18 16,-1-1 0,1-16-16,-1-18 15,1-8 1,8-8-16,0-1 16,34 1-1,43-9 1,25-26-16,27-16 15,16-18-15,0 1 16,-8 8 0,8 0-1,0 17-15,-26 17 16,-16 8 0,-26 9-16,-9 0 15,-8 9-15,-26-9 16,-17-9-16,-8 1 15,-18-1 1,1-8 0,0 0-16,-9-8 15,8-9 1,1-51-16,8-68 16,0-43-16,34-127 31</inkml:trace>
  <inkml:trace contextRef="#ctx0" brushRef="#br0" timeOffset="6551.1">20399 2713 0,'0'0'0,"0"0"0,0 0 16,0 0-16,0 17 15,0 25 1,0 44-16,0 24 15,0 1-15,-9-18 32,0 1-32,9-26 15,0-9 1,0-16-16,0-1 16,9-16-1,8-1-15,0 1 16,26-9-1,34 0-15,34-9 16,17-16 0,17-9-16,8 0 15,9 17 1,1 0-16,-10 8 16,1 18-1,-26-1 1,-26-8-16,-33 9 15,-27-18-15,-16 1 16,0-1 0,-9-16-16,8-18 15,1-25 1,-1-25-16,1-35 16,-17 52-1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3:53:58.87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16967 9848 0,'0'0'0,"0"0"0,-8 9 0,-69 101 0,43-42 0,-9 0 16,1 0-16,-1 26 15,-17 33 1,0 1-16,18-9 16,-9-17-1,16-17-15,1-8 16,17-9-16,9-26 15,-1 1 1,9-18-16,0-8 16,0 0-1,17-8 1,17-26-16,43-26 16,17-8-16,-9 0 15,18 0 1,8 0-1,0 0-15,17 9 16,-9 16-16,-25 9 16,-17 17-1,-17 9-15,-18 8 16,-7 8 0,-18 26-1,-17 17-15,-26 17 16,-34 0-1,-34-17-15,-8-8 16,-26-18 0,-9-16-16,26-18 15,18-16 1,16-1-16,8-16 16,10-1-1,7-25-15,27 17 16</inkml:trace>
  <inkml:trace contextRef="#ctx0" brushRef="#br0" timeOffset="638.84">18197 11294 0,'0'0'0,"0"0"16,0 0-16,0 0 15,0 0 1,0-17-16,0-34 16,17-43-1,8-16-15,18-26 16,25-43-1,9 18-15,-9-1 16,1-8 0,-10 17-16,-8 34 15,-8 8 1,-17-8-16,-1 26 16,-16 16-1,-9 9-15,-34 0 16,8 42-1</inkml:trace>
  <inkml:trace contextRef="#ctx0" brushRef="#br0" timeOffset="1014.75">17889 10103 0,'0'0'0,"0"0"0,0 0 15,0 0-15,0 0 16,26-8-1,51-18-15,25-25 16,1-17 0,16-25-1,18-18-15,-26-8 16,-18 8-16,-24 18 16,-10 16-1,-7 18-15,-10 8 16,-16 17-1,0 17-15,-9 0 16,0 17 0,0 8-1,8 52-15,1 67 16,0 35 0,16-26-16,26-17 15,-16-59 1</inkml:trace>
  <inkml:trace contextRef="#ctx0" brushRef="#br0" timeOffset="15780.14">5659 13820 0,'0'0'0,"0"0"0,0 0 0,0 0 15,0 0 1,0 0-16,0 0 16,0 0-1,0 0-15,0 0 16,0 0-1,0 0 1,0 0-16,0 0 16,0 0-1,0 0-15,0 0 16,0 17 0,0 0-16,0 0 15,0 0 1,0 17-1,0-9-15,0 1 16,0-9-16,0-9 16,0 1-16,0-1 15,0 9 1,8 0 0,9 0-16,17-8 15,1-1 1,24 1-16,27-1 0,8-8 31,-9 0-31,0 9 16,1-1-16,-1 9 31,17-8-31,9 8 16,0 8-16,0-16 15,26-1 1,8 9-16,0-8 15,-26-1 1,1-8-16,8 0 16,-9 0-1,-25 0-15,-8 0 16,-18 9 0,0-9-1,-8 0-15,0 8 16,-18-8-16,-7 0 15,-10 0 1,-8 0 0,-8 0-16,-1 0 15,1 0-15,-9 0 16,8-8 0,1-1-16,-1-8 15,1-8 1,0-18-16,8-16 15,0-26 1,-9 34-16</inkml:trace>
  <inkml:trace contextRef="#ctx0" brushRef="#br0" timeOffset="27515.34">8953 13344 0,'0'0'0,"0"0"0,0 0 0,0 0 15,0 0 1,0 0 0,0 0-16,0 0 15,0 17-15,0 17 16,-8 17 15,-1 8-31,1 26 16,-1 17-16,0 0 0,-16-8 15,-1-1 1,-8 1-16,17-18 31,0-16-31,17-1 16,0-16-1,9 0-15,8-9 16,0-9 0,0 1-16,0-9 15,0 0 1,0 0-16,17 0 0,9 0 31,8-9-31,34 1 16,26-18-16,0 1 15,-8-9 1,16 0 0,18 0-1,-1 17-15,-16 0 16,8 0 0,25 0-16,10 8 15,-35-8-15,17 0 16,0 0-1,-17 0 1,-17 0-16,-9 0 16,9 0-1,-8 9-15,-18-1 16,-25 1-16,-18-1 16,1-8-1,-17 0 1,-1 0-16,1 0 15,-18 0 1,1 0-16,-1 0 16,1 0-16,-9-8 15,17-1 1,0 1 0,-8-18-16,-1 1 15,9-1 1,0-8-16,-8 0 15,-1 9 1,1-1-16,-1 0 16,1 1-16,0-9 15,8-9 1,0 1-16,-9-9 16,1-9-1,-1 1-15,1 8 16,-1 0-1,-8 0 1,0 17-16,0 0 16,0 17-1,0 0-15,0 0 16,0 8-16,0 1 16,0-1-1,0 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3:55:57.07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1536 2271 0,'0'0'0,"0"0"0,0 0 0,0 0 15,0 0-15,0 0 16,0 0 0,17 17-16,9 34 15,0 59 1,-9 9 0,-26-25-1,-16 25-15,7 34 16,-7-25-16,8-52 15,17-25 1,-17-25 0,8-1-1,9-16-15,0-1 16,0-8 0,9 0-16,144-451 15,-153 451 1,0 0-16,0 0 15,0-17-15,0-17 16,0-42 0,0-18-1,0 26-15,26 9 16,-26 8 0,17 0-16,-8-9 15,8 9 1,17 17-16,17 9 15,34-9-15,26 25 16,-17 9 0,-9 17-16,26 26 15,-17 8 1,-25 25 0,-18 26-16,-43 34 15,-67 26 1,-35 8-16,-26 0 15,-59-25-15,0-43 16,-26-34 0,-145 8-1</inkml:trace>
  <inkml:trace contextRef="#ctx0" brushRef="#br0" timeOffset="19801.15">11727 3878 0,'0'0'0,"0"0"0,0 0 16,-17 0-16,-26 0 15,9 0 1,-9 9-16,-33 8 16,-35 8-1,-34 26-15,25 0 16,26 17-16,-51 34 16,-34 26-1,34 8 1,42 25-16,-8 27 15,9 7 1,25-16-16,43-26 16,26 25-16,25 9 15,42-25-15,18-9 16,34 26 15,85-1-31,-16-84 16,93-35-16,8-25 15,18-42 1,0-18-16,-17-76 16,-18-42-1,-51-18-15,1-16 16,-78-9-16,-16-18 16,-1-33-1,-59-17 1,-68-8-16,-69-18 15,-51 26 1,-51 8-16,-69 52 16,-68 41-16,-93 52 15,-61 85 1,-59 102-16,-128 137 16,8 101-1,69 153-15,272-178 16</inkml:trace>
  <inkml:trace contextRef="#ctx0" brushRef="#br0" timeOffset="31462.16">9508 9967 0,'-9'0'0,"-25"17"0,-25 17 16,-35 17 0,-26 26-1,-59 50-15,-26 35 16,17 17-16,-51 50 15,17 9 1,18 17-16,-1 35 16,17-1-1,9 0-15,-1 0 16,27 0-16,42 0 16,43-51-1,59-42-15,26 8 31,43-51-31,34-42 16,76-9-16,61-34 16,93-43-1,1-33 1,-27-35-16,35-33 16,-34-43-1,34-51-15,-26 17 0,-17-43 16,-25-17-1,-60-25 1,-43-25 0,-51-9-16,-52-18 15,-59 18 1,-59-17-16,-78 25 0,-59 18 31,-43 50-31,-51 60 16,-60 60-1,-9 67-15,9 60 16</inkml:trace>
  <inkml:trace contextRef="#ctx0" brushRef="#br0" timeOffset="32627.26">21286 5205 0,'0'0'0,"-8"0"16,-35 0-16,-59 0 15,-44 0 1,-33 8-16,-17 26 0,-17 17 16,-1 26-1,-8 16 1,17 18 0,9-9-16,0 26 15,17 8 1,33 8-16,18-8 15,26 34 1,25 17-16,26-8 16,25 17-1,26 16-15,35-8 16,33-8 0,34-9-16,18-8 15,50-1 1,52-16-16,34-26 15,69-17 1,42 9-16,0-26 16,-34-43-16,8-33 15,0-26 1,-59-17 0,0-34-16,-1-51 15,-25-18-15,-42-7 16,-26-60-1,-43-9-15,-52-25 16,-41-26 0,-69-42-1,-69 0-15,-84 0 16,-78-9 0,-42 18-16,-69 16 15,-76 34-15,-34 43 16,-95 68-1,-84 77-15,-35 101 16,-8 86 0,289-26-1</inkml:trace>
  <inkml:trace contextRef="#ctx0" brushRef="#br0" timeOffset="64610.97">20040 11991 0,'0'0'0,"-8"0"0,-1-8 16,-17-1 0,-25-16-16,-34-1 15,8 1 1,-8 8 0,-18 0-16,18 8 15,17 9-15,-9 9 16,-17 25-1,-17 34-15,-26 34 16,-8 25 0,9 18-16,16 17 15,1 25 1,8 42-16,25 9 16,18 1-1,17 7-15,42-16 16,18-9-1,42 9-15,43-43 16,68 25 0,86-8-16,25-59 15,0-52 1,120-7 0,16-35-16,-59-68 15,34-26-15,-34-25 16,-43-51-1,-25-26-15,-60-16 16,-60-18 0,-42-50-16,-35-27 15,-68-50 1,-77-25-16,-68 7 16,-68-7-1,-60 16 1,-60 43-16,-76 34 15,-18 93-15,-68 94 16,-60 111-16,-68 195 31,239-34-31</inkml:trace>
  <inkml:trace contextRef="#ctx0" brushRef="#br0" timeOffset="99872.65">24538 8453 0,'0'0'0,"-9"0"0,-33-8 0,-325 25 0,205 25 0,-43 18 15,43-9-15,16 34 16,-33 43 0,26 16-16,42 18 15,51 59 1,26 43-16,25 42 16,43 8-1,52-33-15,33-9 16,1-8-1,-43-60-15,42 17 16,77 9 0,-51-128-1,43-26-15,51-8 16,51-59 0,-17-18-16,-42-33 15,59-77-15,77-102 16,-68 16-1,-103-7 1,0-43-16,-68 0 16,-25-9-16,-35-8 15,-51 8 1,-68 1-16,-51-18 16,-86 9-1,-68 25-15,-77 34 16,-111 69-1,-111 76-15,-51 93 16,43 86 0,170 8-1</inkml:trace>
  <inkml:trace contextRef="#ctx0" brushRef="#br0" timeOffset="110961.45">25562 11915 0,'0'0'0,"0"0"0,0 0 0,0 0 15,0 0 1,0 0-16,-8 0 16,-9 25-1,-18 43-15,-7 26 16,8-18-1,-1-8 1,10 0-16,-1 0 0,-25 18 31,-17 24-31,-52 35 16,-25 25 0,-34 25-16,0 18 15,8-34 1,0-26-16,18-9 15,-9-25-15,-18-17 16,1 0 0,-9 0-1,9-8-15,42-26 0,27-25 16,41-18 0,27-16-1,25-1 1,-1-16-16,18-26 15,0-17 1,18 0-16,7-1 0,-16 18 16,-1 17-1,1 0 1,-1 0 0,1 9-16,-9 8 15,0 0-15,-9 0 31,-16 42-31,-44 86 0,-33 59 16,8 0 0,34-51-16,43-59 15,17-26 1,26-17 0,34-9-16,68-33 15,59-60 1,10-17-1,-18 17-15,-17 17 16,-25 17 0,-78 17-16</inkml:trace>
  <inkml:trace contextRef="#ctx0" brushRef="#br0" timeOffset="111917.93">25187 8504 0,'0'0'0,"0"0"16,0 0-16,0 0 16,0 0-1,0 0-15,-9-8 16,-8-9-1,-9-26-15,1-8 0,-26-25 32,-26-26-32,-9-17 15,-7-9 1,-1 9-16,8 9 16,1 8-1,-9 8-15,-17 0 0,0 9 31,9 26-31,25 25 16,0 0 0,9 8-16,17 1 15,-1 8 1,18 0-16,0 8 16,17 1-1,0 8-15,8 0 16,1 0-1,-1 0-15,1 0 16,-1 0 0,-8 0-16,-17 17 15,-17 0 1,0 8-16,-9 9 16,-17 0-1,-51 9-15,-154 50 16</inkml:trace>
  <inkml:trace contextRef="#ctx0" brushRef="#br0" timeOffset="112262.45">22694 7484 0,'0'0'0,"0"0"0,0 0 16,0 0-16,17-9 16,18-16-1,7-1-15,18 1 16,8-9-1,1-9 1,-10 1-16,-16-1 16,0 9-16,-18 9 15,1-1 1,0-8-16,-18 17 16,1 0-1,-1 0-15,-8 9 16,0-1-1,9 1-15,8-1 16,42-8-16,78-8 16,85-9-1,43 0 1,-18 0-16,77 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3:59:11.89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20142 5485 0,'0'0'0,"-17"17"0,-34 51 0,-77 188 15,120-214-15,8-16 0,0-1 16,17-8-16,17 0 16,0-8-1,9 8-15,42-9 16,52 9-1,8 0-15,-43-8 16,9-1 0,68 1-16,-34 16 15,-42 9 1,50 9-16,69 25 16,-60-26-1,-8 9-15,85 9 16,-34-26-1,42 8-15,-16-16 16,-43-18 0,42 1-16,-8-1 15,51 1 1,-77-9-16,-59-9 16,68 1-16,-52-1 15,-67 1 1,25 8-1,-9 8 1,-8-8-16,-9 0 16,-16 0-1,-27 0-15,-16-8 16,0-1 0,-9-8-16,0-17 0,-9-34 15,-8-25 1,-25-9-1,16 51 1</inkml:trace>
  <inkml:trace contextRef="#ctx0" brushRef="#br0" timeOffset="4495.14">18845 6157 0,'0'0'0,"0"0"16,0 0-16,0 0 16,0 0-1,9-8-15,25-9 16,17-9-16,43-8 16,42-17-1,35-25 1,-34-1-16,-18 1 15,35-18 1,-26 17-16,-17 18 16,-9 16-16,1 1 31,-27 8-31,-24 0 16,-18 17-1,-9 0-15,-16 8 16,0 9-16,-35 0 15,-68 9 1,-43 8-16,-8 8 16,0-8-1,34-8-15,43-1 16,34 1 0,17-9-16,17 0 0,0-9 31,34-8-31,51-25 15,35-9-15,-18 8 16,1 26 0,-9 17-1,-18 0-15,-7 17 16,-10 0-16,-7 17 16,-18 17-1,-17 17 1,-34 60-16,-69 42 15,-110 85 1</inkml:trace>
  <inkml:trace contextRef="#ctx0" brushRef="#br0" timeOffset="23003.75">5539 9185 0,'0'0'0,"0"0"0,0 0 15,0 0-15,0 0 16,0 0 0,0 0-1,0 0-15,0 0 16,0 0-1,0-9-15,0 9 16,0 0 0,0 0-16,-8 0 15,-18 17 1,-51 26-16,-34 67 16,-8 35-1,42-43-15,43-42 16,8 25-1,1 42-15,8 35 16,-1-52-16,18 18 16,0 33-1,0-24 1,9-44 0,25-42-16,52 17 15,42 26-15,-26-18 16,-34-25-1,94 9-15,35-18 16,-78-33 0,112-69-1,16-16-15,-25 16 16,43-16-16,-1-43 16,9-17-1,-17 8-15,18 26 16,7-9-1,-8-25 1,35-25-16,-35 33 16,-17-8-16,17-34 15,-111 51 1,9 0 0,25-26-16,-68 18 15,-68 33-15,-26 9 16,-9 0-1,-7-25-15,-10-1 16,-8 17-16,-17 9 31,-43-8-31,-76-9 16,8 17-16,-26 17 16,-85 0-1,9 34 1,-52 25-16,17 26 15,-8 34 1,-60 26-16,18 16 0,-104 52 31,-59 50-31,69 10 0,-1 33 32,0 17-32,35 8 15,42-24-15,-34 58 16,0 18-1,94-51-15</inkml:trace>
  <inkml:trace contextRef="#ctx0" brushRef="#br0" timeOffset="29878.98">2031 2764 0,'0'0'0,"0"0"16,0 0-16,0 0 0,0 0 31,17 17-31,-17 34 16,17 43-1,-8 59-15,-18 25 16,-8 26 0,-25-8-16,8-9 15,8-25 1,9-43-16,17-34 15,0-26-15,0-16 16,17-9 0,9-9-1,25 1-15,60-26 16,51-17 0,51-43-16,1-25 15,-10 0 1,10 0-16,8 0 15,34 9 1,17 16-16,17 9 16,17 17-1,18 0-15,16 8 16,-8 9 0,-9 17-16,18 9 15,-18 8-15,0 0 16,-25 8-1,-17 1 1,-1 8-16,-7 9 16,-10-1-1,-33-8-15,-1-8 0,-8-18 32,-34 1-32,-9-1 15,-25 1 1,-44-1-16,-7-8 15,-18 0 1,-25 0-16,-26 0 16,-8 0-1,-18 0-15,1-8 16,-1-9 0,-16-43-16,-9-33 15,-9-18 1,9-8-16,34-26 15,60-144 1</inkml:trace>
  <inkml:trace contextRef="#ctx0" brushRef="#br0" timeOffset="48653.85">22660 9270 0,'0'0'0,"0"0"15,9 0-15,16 8 16,18-16-1,42-1 1,35 9-16,16 0 16,27 0-1,127-17-15</inkml:trace>
  <inkml:trace contextRef="#ctx0" brushRef="#br0" timeOffset="58158.91">3824 6565 0,'0'0'0,"0"0"0,0 0 0,0 0 15,0 0 1,17-8-1,34-18-15,85-84 16,35-60-16,-34 34 16,33-34-1,35-43 1,-68 68-16,-1 9 16,10-34-16,-44 34 15,-25 51 1,-9-17-16,-25-8 31,-26 16-31,-26 26 0,-25 17 16,-34 8-1,-35 18 1,1 25 0,-18 25-16,1 9 15,17 17-15,25-17 16,26-8-16,8-1 15,17-16 1,9 0 0,9-1-16,8-8 15,17-17-15,42-26 16,35-16 0,17-9-16,0 25 15,-25 18 1,-18 25-1,-8 25 1,-18 60-16,-8 60 0,-8 68 16,8-1-1,17 86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7T00:00:49.41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24453 8879 0,'0'0'16,"0"0"-16,0 0 15,-9 0-15,-17 25 16,1 9-16,-18 26 15,9-1 1,8-16-16,1 8 16,8 8-1,0-16 1,0-1-16,0-8 16,8-8-1,9-9-15,0-9 16,0 1-16,26-1 15,25 1 1,9-9-16,16-9 16,27 1-16,8-9 15,0 0 1,-9 8 0,9 1-1,17 8 1,-8 8-16,-9 9 15,-26 0-15,-34 9 0,0-1 32,-8 1-32,-9-1 15,-17-16 1,-8-1 0,-1 1-16,1-1 15,-1-16-15,9-26 16,18-17-1,-10-26-15,9-16 16,-17 42 0</inkml:trace>
  <inkml:trace contextRef="#ctx0" brushRef="#br0" timeOffset="3664.71">8151 14611 0,'0'0'0,"0"0"0,0 0 0,0 0 16,0 0-1,0 0 1,0 0-16,-9 0 16,9 0-1,-8-9-15,8-59 16,8-76 0,9 24-16,18 10 15,-10-77-15,26 0 31,26 25-31,26-93 16,8 34 0,-9-51-16,-8-34 15,42 8-15,35-76 16,-34 68 0,25-60-1,-9 0-15,-33 103 16,17-69-1,-18 51-15,-8 60 16,-34 9-16,-17 58 16,-18 61-1,-16 33 1,-18 18-16,1 25 16,-1 0-16,-8 0 15,0 17-15,-8 0 16,-9 8-1,-26 18 1,-34 33 0,-17 26-16,9 0 15,17-17 1,25-16-16,18-27 16,7-16-16,10-1 15,8 1 1,0-26-1,17-26-15,34-51 16,26-25 0,8-25-16,1 16 15,-18 35 1,-25 33-16,-1 35 16,-8 8-1,-8 17-15,8 25 16,0 60-1,-25 68-15,-9 26 16,17-26 0,9-42-16,33-35 15,-16-42 1</inkml:trace>
  <inkml:trace contextRef="#ctx0" brushRef="#br0" timeOffset="13883.12">19212 9780 0,'-8'0'0,"-1"9"15,-17 8 1,1 8-16,-1 1 0,1-1 16,-18 9-1,0 17-15,1 0 31,-10 17-31,-7 17 16,-18 26 0,0 16-16,0 10 15,9-18-15,0 8 16,-1 26 0,10 0-1,7 0-15,-7 43 16,-1-9-1,9-17-15,8 26 0,9-18 16,8-16 0,1 8-1,16 17-15,-8-17 16,0 26 0,0-9-1,17-25-15,0 16 0,0 9 31,0-34-31,17 0 16,0 9 0,-8-17-16,-1-26 15,9 17-15,17 17 16,-8-26 0,8 1-1,17 16-15,1 1 16,16-9-1,9-8-15,8-1 16,17 9 0,-8-8-16,0-26 15,0-26-15,-9-7 32,9-10-32,9-8 15,-9-17 1,0-17-16,-9-17 15,-17-8-15,-8-18 16,42-25 0,18-17-16,8-51 15,0-34 1,-9-9-16,26-59 16,-8-8-1,-26-1-15,-17-17 16,-34 9-1,-18-17-15,-8 8 0,-8-16 32,0-9-17,-1-9-15,-8 0 16,-8 1-16,-9-9 16,0 8-1,-17 17-15,-9 9 16,1 0-1,-27 42 1,-7 1-16,-1 8 16,-8 8-1,-9 26-15,-9 17 16,-16 8-16,0 43 16,-9 26-1,-35 16-15,-16 35 16,9 25-1,-1 17-15,26 17 16,77-9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7T00:01:52.51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5539 10852 0,'0'0'0,"0"0"0</inkml:trace>
  <inkml:trace contextRef="#ctx0" brushRef="#br0" timeOffset="1389.6">5001 10852 0,'0'0'0,"0"0"16,0 0-16,0 0 15,0 0 1,0 0-16,0-9 15,0-25 1,43-76-16,43-35 16,7 51-16,10 26 15,-26-8 1,-35-1-16,-16 1 16,0-1-1,16-16 1,9 8-16,-8 25 15,-9-8-15,0-8 16,-8-18 0,-18 0-16,-16 9 15,-26 9 1,-9-1-16,0-16 16,-16-1-1,-27-8 1,-8 9-16,-8 8 15,0 8 1,-1 9-16,-25-17 16,-34 0-1,25 25-15,18 26 16,-35 9 0,-8 16-16,9 18 15,-18 33 1,-17 18-16,9 16 15,8 18-15,0 42 16,26 9 0,26-1-1,-1 18-15,27 16 16,7 18 0,1 51-16,-9 8 15,26-9 1,34 10-16,8 7 15,26-8 1,26-8-16,25-34 16,26-60-1,33-34-15,1-26 16,26-16 0,59-18-16,-42-33 15,8-35 1,17-16-16,-42-9 15,-52 17 1,-25 0-16,-17 8 16,-18 1-1,1 8-15,-18 0 16,1 0-16,-9 0 16,-9-9-1,-8 1 1,-17-18-1,-8 1-15,-10 8 16,10 0-16,7 0 16,1 0-1,0 0-15,17 8 16,0 1 0,17 8-16,0-9 15,17-8 1,43-34-16,25-8 15,-16 8 1,-1 8 0,-8 9-16,-9 17 15,-26 9 1,1 8-16,-18 0 16,1 17-16,0 34 15,-18 25 1,-17 9-16,1 17 15,8-8 1,34-1 0,0-50-16</inkml:trace>
  <inkml:trace contextRef="#ctx0" brushRef="#br0" timeOffset="8148.85">26134 6668 0,'0'0'0,"0"0"0,0 0 16,0 0-16,9 0 16,-9 0-1,17 8-15,0 1 16,8 8 0,18 0-1,34 8-15,42 9 16,26-17-1,26-17-15,34-8 16,42-18-16,-16-42 16,85-60-1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7T00:02:48.72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7664 8326 0,'0'0'0,"0"0"0,-8 0 0,-1 0 15,-8 0-15,-17 17 16,-17 0 0,-52 17-16,-25 25 15,-34 18 1,-25 25-16,33-8 15,17 8 1,1 25-16,-18 18 16,26-1-1,43 1-15,16 25 16,35-8 0,26-18-16,50-16 15,61 8 1,51-17-16,33-43 15,44-25 1,-18-42-16,-17-26 16,18-43-1,-18-16-15,-17-26 16,-16-43 0,-53-25-16,-50 17 15,-51-51 1,-52-26-16,-68 9 15,-77-17 1,-68 34-16,-34 59 16,-60 69-1,-68 67-15,17 86 16,-17 93 0,68 26-16</inkml:trace>
  <inkml:trace contextRef="#ctx0" brushRef="#br0" timeOffset="77355.85">6777 6472 0,'0'0'0,"0"0"16,-9 25-16,-68 197 0,18-103 0,-1 8 0,26-42 0,17-25 15,0-18 1,17 1-16,25-9 15,26 8 1,26-16-16,26-1 16,16-8-1,26 0-15,0 0 16,-8 0 0,8 9-16,0 8 15,-42-9 1,-27 1-16,-7-9 15,-35-9 1,-9 1-16,-16-1 16,-1-8-1,-8 0-15,0-17 16,-8-25 0,8-52-16,0 26 15</inkml:trace>
  <inkml:trace contextRef="#ctx0" brushRef="#br0" timeOffset="79512.52">9499 4065 0,'0'0'0,"0"0"0,0 0 16,0 0-1</inkml:trace>
  <inkml:trace contextRef="#ctx0" brushRef="#br0" timeOffset="80127.98">9397 4065 0,'0'0'15,"0"0"-15,9 0 0,-1 0 16,1 0 0,-1 9-1,1 8-15,-1 25 16,-16 43 0,-18 17-16,-17 34 0,-8 9 15,0-1 1,8 1-1,1-9-15,7-8 16,10-43-16,8-34 16,0-17-1,8-9 1,1-16 0,8-1-16,0-25 15,0-51 1,8-34-16,1 0 15,-1 9-15,1 16 16,-1 26 0,-8 17-1,0 17-15,0 9 0,0 8 32,0 8-32,0 35 15,9 33 1,-9 18-16,0 8 15,0 0 1,0-9-16,0-25 16,0-25-16,8-18 15,9 1-15,52-18 32,33-16-32,18-35 15,16-42 1,9-34-16,94-76 0</inkml:trace>
  <inkml:trace contextRef="#ctx0" brushRef="#br0" timeOffset="82242.67">11036 7637 0,'8'0'0,"18"0"15,8 0-15,34 9 16,35-1-1,42-25-15,60-17 16,25-9 0,43 1-16,43-9 15,34 17 1,85 17-16,18 8 16,-61 26-1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9A25B-064F-4940-8CEE-34D7920B25F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A96D1-356A-4D34-AE7A-0DFABF1C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26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7.xml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8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9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2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32.png"/><Relationship Id="rId4" Type="http://schemas.openxmlformats.org/officeDocument/2006/relationships/image" Target="../media/image29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14: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0443D-CC80-4223-4973-783A2799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“Linear Time” Sorting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058D8-9EE1-AE68-B68A-9A002CD5E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Useable when you are able to make additional assumptions about the contents of your list (beyond the ability to compare)</a:t>
                </a:r>
              </a:p>
              <a:p>
                <a:pPr lvl="1"/>
                <a:r>
                  <a:rPr lang="en-US" dirty="0"/>
                  <a:t>Examples:</a:t>
                </a:r>
              </a:p>
              <a:p>
                <a:pPr lvl="2"/>
                <a:r>
                  <a:rPr lang="en-US" dirty="0"/>
                  <a:t>The list contains only positive integers less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number of distinct values in the list is much smaller than the length of the list</a:t>
                </a:r>
              </a:p>
              <a:p>
                <a:r>
                  <a:rPr lang="en-US" dirty="0"/>
                  <a:t>The running time expression will always have a term other than the list’s length to account for this assumption</a:t>
                </a:r>
              </a:p>
              <a:p>
                <a:pPr lvl="1"/>
                <a:r>
                  <a:rPr lang="en-US" dirty="0"/>
                  <a:t>Examples:</a:t>
                </a:r>
              </a:p>
              <a:p>
                <a:pPr lvl="2"/>
                <a:r>
                  <a:rPr lang="en-US" dirty="0"/>
                  <a:t>Running time might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the range/count of values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058D8-9EE1-AE68-B68A-9A002CD5E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11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BucketSort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04AAD-4854-7E00-900E-93F7F0ADE0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Assumes the array contains integers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(or some other small range)</a:t>
                </a:r>
              </a:p>
              <a:p>
                <a:r>
                  <a:rPr lang="en-US" dirty="0"/>
                  <a:t>Idea:</a:t>
                </a:r>
              </a:p>
              <a:p>
                <a:pPr lvl="1"/>
                <a:r>
                  <a:rPr lang="en-US" dirty="0"/>
                  <a:t>Use each value as an index into an array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the item into the “bucket” at that index (e.g. linked list)</a:t>
                </a:r>
              </a:p>
              <a:p>
                <a:pPr lvl="1"/>
                <a:r>
                  <a:rPr lang="en-US" dirty="0"/>
                  <a:t>Get sorted array by “appending” all the buckets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04AAD-4854-7E00-900E-93F7F0ADE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7AF8E09-4807-2868-A48C-6127E71A25DA}"/>
              </a:ext>
            </a:extLst>
          </p:cNvPr>
          <p:cNvGrpSpPr/>
          <p:nvPr/>
        </p:nvGrpSpPr>
        <p:grpSpPr>
          <a:xfrm>
            <a:off x="5029200" y="4971363"/>
            <a:ext cx="2133600" cy="1817195"/>
            <a:chOff x="4876800" y="4493526"/>
            <a:chExt cx="2133600" cy="18171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7195B6B-8F20-1E06-FD24-55448A14BC22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CDDC84-F1EE-993E-EAE5-3B0A4221D133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BDC5BF-A788-9BB0-473D-1600DF77A3F1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D68542-BB28-5946-6762-7C4484D3871E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F4183B-2334-683F-82D4-12D377A07121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C120CA-55FF-AB22-BBE5-BF9068E1A49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A4C3E8-9EFE-C9A8-7B7A-F47C950A259C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62214D-E46D-80EC-D18F-6101DF8377CD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8D2429C-A2C3-D78D-86E9-11CE8E41D125}"/>
              </a:ext>
            </a:extLst>
          </p:cNvPr>
          <p:cNvGrpSpPr/>
          <p:nvPr/>
        </p:nvGrpSpPr>
        <p:grpSpPr>
          <a:xfrm>
            <a:off x="11911" y="5514575"/>
            <a:ext cx="4386191" cy="365386"/>
            <a:chOff x="1445524" y="2895600"/>
            <a:chExt cx="6403076" cy="533400"/>
          </a:xfrm>
          <a:solidFill>
            <a:schemeClr val="bg1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8991133-53D2-21F2-29C3-E98E7709EE01}"/>
                </a:ext>
              </a:extLst>
            </p:cNvPr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30D66B8-A5F7-07FF-D312-C7AC75751DF1}"/>
                </a:ext>
              </a:extLst>
            </p:cNvPr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E9E219E-11BF-685D-A6D4-EF356E8C2FA7}"/>
                </a:ext>
              </a:extLst>
            </p:cNvPr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D87A812-EAA0-D443-7950-C573364609A0}"/>
                </a:ext>
              </a:extLst>
            </p:cNvPr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1707F78-BE73-72CA-F6DC-1515ECE148EE}"/>
                </a:ext>
              </a:extLst>
            </p:cNvPr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61E9614-6CC2-15BD-1F3E-2BE8C9109E3A}"/>
                </a:ext>
              </a:extLst>
            </p:cNvPr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12D61F4-D525-E70B-DDA3-1CA9C95D238A}"/>
                </a:ext>
              </a:extLst>
            </p:cNvPr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9D0A8A3-E471-716C-E1E2-84F388209D08}"/>
                </a:ext>
              </a:extLst>
            </p:cNvPr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9E38520-A7FB-159F-9CCA-D3E7AF2DAAAB}"/>
                </a:ext>
              </a:extLst>
            </p:cNvPr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5A47277-D855-F580-7023-1EC9C825E2D6}"/>
                </a:ext>
              </a:extLst>
            </p:cNvPr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71D4AD6-315C-B84D-7071-065DA90CB2D5}"/>
                </a:ext>
              </a:extLst>
            </p:cNvPr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60F3EF-76FE-B40C-1312-CAA6D43CD06D}"/>
                </a:ext>
              </a:extLst>
            </p:cNvPr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C37DF3F-683D-C0A4-0917-907B958B84E0}"/>
              </a:ext>
            </a:extLst>
          </p:cNvPr>
          <p:cNvGrpSpPr/>
          <p:nvPr/>
        </p:nvGrpSpPr>
        <p:grpSpPr>
          <a:xfrm>
            <a:off x="7782872" y="5527885"/>
            <a:ext cx="4386191" cy="365386"/>
            <a:chOff x="1445524" y="2895600"/>
            <a:chExt cx="6403076" cy="533400"/>
          </a:xfrm>
          <a:solidFill>
            <a:schemeClr val="bg1"/>
          </a:solidFill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68E7DD3-EF08-978F-A4CC-F110D4874DFC}"/>
                </a:ext>
              </a:extLst>
            </p:cNvPr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9B22446-6F01-32A0-2BB0-AEAB907E04D5}"/>
                </a:ext>
              </a:extLst>
            </p:cNvPr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02ABD29-384B-723C-6187-14C726F98BDC}"/>
                </a:ext>
              </a:extLst>
            </p:cNvPr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E9E328F-376B-9281-6918-22FBE538C2AE}"/>
                </a:ext>
              </a:extLst>
            </p:cNvPr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29300FB-CEAE-D3F3-1EEE-A6D4FA6E9460}"/>
                </a:ext>
              </a:extLst>
            </p:cNvPr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84D1EB2-7C2B-B887-349D-881E6E9E1109}"/>
                </a:ext>
              </a:extLst>
            </p:cNvPr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41EB973-F099-2F63-CFFA-6B4FE1504307}"/>
                </a:ext>
              </a:extLst>
            </p:cNvPr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16FC5AC-9509-45B7-F650-CED6211C8830}"/>
                </a:ext>
              </a:extLst>
            </p:cNvPr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25304CE-B1AA-C3A7-6873-7110DE44C16E}"/>
                </a:ext>
              </a:extLst>
            </p:cNvPr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07EFFBC-9B46-C790-EF65-9D92153F102F}"/>
                </a:ext>
              </a:extLst>
            </p:cNvPr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624E2DD-4DD7-4825-D30E-BEAB32059351}"/>
                </a:ext>
              </a:extLst>
            </p:cNvPr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FEDECB3-6B8A-6D9C-D63C-0945F37563C3}"/>
                </a:ext>
              </a:extLst>
            </p:cNvPr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1DC3E660-9E6E-B53B-EBBB-B31CCC11C4A0}"/>
              </a:ext>
            </a:extLst>
          </p:cNvPr>
          <p:cNvSpPr/>
          <p:nvPr/>
        </p:nvSpPr>
        <p:spPr>
          <a:xfrm>
            <a:off x="4520023" y="5341155"/>
            <a:ext cx="449486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13A20324-3B66-FEF7-4AD8-FE7A0460A6BD}"/>
              </a:ext>
            </a:extLst>
          </p:cNvPr>
          <p:cNvSpPr/>
          <p:nvPr/>
        </p:nvSpPr>
        <p:spPr>
          <a:xfrm>
            <a:off x="7219147" y="5404803"/>
            <a:ext cx="449486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A9F656-7837-C5E4-2F5D-D5EE9787C44E}"/>
                  </a:ext>
                </a:extLst>
              </p14:cNvPr>
              <p14:cNvContentPartPr/>
              <p14:nvPr/>
            </p14:nvContentPartPr>
            <p14:xfrm>
              <a:off x="1994040" y="4173120"/>
              <a:ext cx="7110360" cy="1175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A9F656-7837-C5E4-2F5D-D5EE9787C4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4680" y="4163760"/>
                <a:ext cx="7129080" cy="119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133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91A-165A-A4B2-5211-40C5459F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BucketSort</a:t>
            </a:r>
            <a:r>
              <a:rPr lang="en-US" dirty="0"/>
              <a:t>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Create array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buckets</a:t>
                </a:r>
              </a:p>
              <a:p>
                <a:pPr lvl="1"/>
                <a:r>
                  <a:rPr lang="en-US" dirty="0"/>
                  <a:t>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depending on some things…</a:t>
                </a:r>
              </a:p>
              <a:p>
                <a:r>
                  <a:rPr lang="en-US" dirty="0"/>
                  <a:t>Insert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things into buckets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Empty buckets into an array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Overall: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When is this better than </a:t>
                </a:r>
                <a:r>
                  <a:rPr lang="en-US" dirty="0" err="1"/>
                  <a:t>mergesort</a:t>
                </a:r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087D96-4227-8277-ADDB-9DF54F3C0826}"/>
                  </a:ext>
                </a:extLst>
              </p14:cNvPr>
              <p14:cNvContentPartPr/>
              <p14:nvPr/>
            </p14:nvContentPartPr>
            <p14:xfrm>
              <a:off x="949320" y="4926240"/>
              <a:ext cx="1994400" cy="64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087D96-4227-8277-ADDB-9DF54F3C08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9960" y="4916880"/>
                <a:ext cx="2013120" cy="66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8997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8172-18DF-BF9D-15EE-737B44C9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</a:t>
            </a:r>
            <a:r>
              <a:rPr lang="en-US" dirty="0" err="1"/>
              <a:t>BucketSort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1C77C-A95B-025D-AC30-30085921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In-Place?</a:t>
            </a:r>
          </a:p>
          <a:p>
            <a:pPr lvl="1"/>
            <a:r>
              <a:rPr lang="en-US" dirty="0"/>
              <a:t>No</a:t>
            </a:r>
          </a:p>
          <a:p>
            <a:r>
              <a:rPr lang="en-US" dirty="0"/>
              <a:t>Adaptive?</a:t>
            </a:r>
          </a:p>
          <a:p>
            <a:pPr lvl="1"/>
            <a:r>
              <a:rPr lang="en-US" dirty="0"/>
              <a:t>No</a:t>
            </a:r>
          </a:p>
          <a:p>
            <a:r>
              <a:rPr lang="en-US" dirty="0"/>
              <a:t>Stable?</a:t>
            </a:r>
          </a:p>
          <a:p>
            <a:pPr lvl="1"/>
            <a:r>
              <a:rPr lang="en-US" dirty="0"/>
              <a:t>Yes!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163475-788E-3F08-C68A-38BEA1E9B7A5}"/>
                  </a:ext>
                </a:extLst>
              </p14:cNvPr>
              <p14:cNvContentPartPr/>
              <p14:nvPr/>
            </p14:nvContentPartPr>
            <p14:xfrm>
              <a:off x="550080" y="1631880"/>
              <a:ext cx="2501280" cy="3095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163475-788E-3F08-C68A-38BEA1E9B7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0720" y="1622520"/>
                <a:ext cx="2520000" cy="311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811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293363" y="5249289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1’s place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0506CD8-5A21-1B48-F376-2B0346B1442F}"/>
              </a:ext>
            </a:extLst>
          </p:cNvPr>
          <p:cNvGrpSpPr/>
          <p:nvPr/>
        </p:nvGrpSpPr>
        <p:grpSpPr>
          <a:xfrm>
            <a:off x="503842" y="3666399"/>
            <a:ext cx="8561464" cy="849868"/>
            <a:chOff x="1752600" y="2743200"/>
            <a:chExt cx="8561464" cy="84986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68EBC18-C202-3D7E-B926-33134979DB44}"/>
                </a:ext>
              </a:extLst>
            </p:cNvPr>
            <p:cNvGrpSpPr/>
            <p:nvPr/>
          </p:nvGrpSpPr>
          <p:grpSpPr>
            <a:xfrm>
              <a:off x="1752600" y="2743200"/>
              <a:ext cx="4268338" cy="849868"/>
              <a:chOff x="2361062" y="2743200"/>
              <a:chExt cx="4268338" cy="84986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07EEFA4-C5F7-5449-AE1D-C9DCD31AEE37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772C34B-AE61-051B-E7C0-BD7A0E92C086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103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FA76D77E-9B08-5B17-CAB0-434AA7692468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801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4E195B0-311A-9164-AE6C-6CC2E9E46C94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401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E96D355-24F5-F191-E3B1-402061B50FD0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323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1B07A61B-7381-B0A9-3D0B-7C9945E1349D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255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DB9E96C-7F87-6C59-7CAB-3D0C04C4A4B9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823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39CFBAD-84A8-D35F-518F-ACA2E84658C4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999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D65DD80-C4D2-3900-188B-E4A300D3349C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101</a:t>
                  </a: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35E1F1-0254-0DDD-5734-F8739BDEB8E2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38B4C1-48B3-8D43-57B3-DF798D570F2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CE153C-97D2-2FDC-4F4B-FEDFBB49AE98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2625EF-4B40-86AC-DBF7-AEC4DBAC7920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C37B8A-61E0-DCA9-F6F9-F99C03E50FC5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1485CC-79A7-5233-BFC5-0C022EE87F6C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272925-512C-C00B-7B35-8DB56343F758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30E54D-BCBB-11D5-CD6E-F0AA8FE92BDD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CAA4EA5-FE3D-8D40-0A90-42A1D5AC8ECF}"/>
                </a:ext>
              </a:extLst>
            </p:cNvPr>
            <p:cNvGrpSpPr/>
            <p:nvPr/>
          </p:nvGrpSpPr>
          <p:grpSpPr>
            <a:xfrm>
              <a:off x="6020939" y="2743200"/>
              <a:ext cx="4293125" cy="849868"/>
              <a:chOff x="2361062" y="2743200"/>
              <a:chExt cx="4293125" cy="849868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028159C-F314-68E3-297B-5DE73893EACE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A954409E-4BAF-A95F-544D-B8DF8CE93CEE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113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45B0D8C-0166-3B37-5CF9-01E6616C1DC7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901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D8757A04-74EC-52A0-17F3-20B1DEECB0C4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555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9D5D8644-3F22-4B90-4575-591E69E6DD1D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512</a:t>
                  </a: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D0FB66AC-257C-A3A7-72A2-9BAA64032154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245</a:t>
                  </a: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B64146E2-4504-A8F1-99F9-D44753821034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800</a:t>
                  </a: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24994ADB-06A8-D4BC-7DB5-3CC06E91FA0C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018</a:t>
                  </a: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A8740905-608B-1F49-6E88-49046DEDE13C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121</a:t>
                  </a: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4ED3AF-CE5A-B2A9-1793-8C8C2A1B881B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0116F0-E2BC-4A94-3A2F-68B14E3D9D6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EB4907-B83A-178C-0854-3A1D1D6D8064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29C78F-1BB3-E0F4-23B0-F89C42A85941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11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1155CF0-8F3F-B2B6-B4CE-818EC30457F9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12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ABAEC95-3AA8-1977-949A-53F10027BACC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13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F7C5BDB-74C7-EEA9-FD7A-108150ED3D0B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14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C38C609-4A48-7161-25E6-18F44C5174A4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15</a:t>
                </a:r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4BEB531-3711-E388-CD9E-744269DCB5F9}"/>
              </a:ext>
            </a:extLst>
          </p:cNvPr>
          <p:cNvGrpSpPr/>
          <p:nvPr/>
        </p:nvGrpSpPr>
        <p:grpSpPr>
          <a:xfrm>
            <a:off x="6639080" y="4886764"/>
            <a:ext cx="5334000" cy="1817195"/>
            <a:chOff x="4876800" y="4493526"/>
            <a:chExt cx="5334000" cy="181719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D98CC9-1ECA-8EC1-D4F2-F5356BD5D74D}"/>
                </a:ext>
              </a:extLst>
            </p:cNvPr>
            <p:cNvSpPr/>
            <p:nvPr/>
          </p:nvSpPr>
          <p:spPr>
            <a:xfrm>
              <a:off x="96774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885E00-B68C-F785-3E08-00904AF4E605}"/>
                </a:ext>
              </a:extLst>
            </p:cNvPr>
            <p:cNvSpPr/>
            <p:nvPr/>
          </p:nvSpPr>
          <p:spPr>
            <a:xfrm>
              <a:off x="9144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E53BF7D-9B29-0146-38F4-473D33D31363}"/>
                </a:ext>
              </a:extLst>
            </p:cNvPr>
            <p:cNvSpPr/>
            <p:nvPr/>
          </p:nvSpPr>
          <p:spPr>
            <a:xfrm>
              <a:off x="86106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6DF8AFB-0BE2-6403-A1E2-1E8D871B2345}"/>
                </a:ext>
              </a:extLst>
            </p:cNvPr>
            <p:cNvSpPr/>
            <p:nvPr/>
          </p:nvSpPr>
          <p:spPr>
            <a:xfrm>
              <a:off x="8077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989718A-7D33-FB9B-C348-2CC0497D6E02}"/>
                </a:ext>
              </a:extLst>
            </p:cNvPr>
            <p:cNvSpPr/>
            <p:nvPr/>
          </p:nvSpPr>
          <p:spPr>
            <a:xfrm>
              <a:off x="75438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C242C9B-09A4-6117-C57D-D24450AC01BE}"/>
                </a:ext>
              </a:extLst>
            </p:cNvPr>
            <p:cNvSpPr/>
            <p:nvPr/>
          </p:nvSpPr>
          <p:spPr>
            <a:xfrm>
              <a:off x="70104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15C1621-566D-4D9B-4062-CF55647D2ACB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A6F8BB-D41D-CFC2-3B83-378EB0BEE6B6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861BB88-9666-9EB5-3623-B2DCEF4360DA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D2ED4B-3174-CE5F-9623-8FFD23B19965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A5957B-0255-9C64-F7B4-05DAE01FEE43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81CAD29-B3DF-A849-5CE5-4BF69DD53C7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99E5E6-92D5-F305-7AAD-325721A03303}"/>
                </a:ext>
              </a:extLst>
            </p:cNvPr>
            <p:cNvSpPr txBox="1"/>
            <p:nvPr/>
          </p:nvSpPr>
          <p:spPr>
            <a:xfrm>
              <a:off x="7103200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4D8D65B-6701-8B3A-6DF6-D98B1ED9EBFF}"/>
                </a:ext>
              </a:extLst>
            </p:cNvPr>
            <p:cNvSpPr txBox="1"/>
            <p:nvPr/>
          </p:nvSpPr>
          <p:spPr>
            <a:xfrm>
              <a:off x="7602444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BC08D99-04C9-E62B-494D-3A181488A7AA}"/>
                </a:ext>
              </a:extLst>
            </p:cNvPr>
            <p:cNvSpPr txBox="1"/>
            <p:nvPr/>
          </p:nvSpPr>
          <p:spPr>
            <a:xfrm>
              <a:off x="819419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614A99-7467-E672-9DB1-AF5A3A8C5BA4}"/>
                </a:ext>
              </a:extLst>
            </p:cNvPr>
            <p:cNvSpPr txBox="1"/>
            <p:nvPr/>
          </p:nvSpPr>
          <p:spPr>
            <a:xfrm>
              <a:off x="8727595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64E1B5-6D75-87C0-89E3-5D3ABC709EDB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9EB4A83-5E3A-A769-DCFB-123F8F10F4A7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C96E0C1-A550-56EC-FD72-2C4BC9F7C7F9}"/>
                </a:ext>
              </a:extLst>
            </p:cNvPr>
            <p:cNvSpPr txBox="1"/>
            <p:nvPr/>
          </p:nvSpPr>
          <p:spPr>
            <a:xfrm>
              <a:off x="926962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BA1B4E-2801-0FFF-09AA-4BDE9E2E2705}"/>
                </a:ext>
              </a:extLst>
            </p:cNvPr>
            <p:cNvSpPr txBox="1"/>
            <p:nvPr/>
          </p:nvSpPr>
          <p:spPr>
            <a:xfrm>
              <a:off x="981180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443829" y="4592010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CC4EFF8-807F-5632-7513-1F13C135A123}"/>
                  </a:ext>
                </a:extLst>
              </p14:cNvPr>
              <p14:cNvContentPartPr/>
              <p14:nvPr/>
            </p14:nvContentPartPr>
            <p14:xfrm>
              <a:off x="436320" y="205200"/>
              <a:ext cx="5825880" cy="4779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CC4EFF8-807F-5632-7513-1F13C135A1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960" y="195840"/>
                <a:ext cx="5844600" cy="479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822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308984" y="5534047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10’s place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4BEB531-3711-E388-CD9E-744269DCB5F9}"/>
              </a:ext>
            </a:extLst>
          </p:cNvPr>
          <p:cNvGrpSpPr/>
          <p:nvPr/>
        </p:nvGrpSpPr>
        <p:grpSpPr>
          <a:xfrm>
            <a:off x="452562" y="3381872"/>
            <a:ext cx="5334000" cy="1817195"/>
            <a:chOff x="4876800" y="4493526"/>
            <a:chExt cx="5334000" cy="181719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D98CC9-1ECA-8EC1-D4F2-F5356BD5D74D}"/>
                </a:ext>
              </a:extLst>
            </p:cNvPr>
            <p:cNvSpPr/>
            <p:nvPr/>
          </p:nvSpPr>
          <p:spPr>
            <a:xfrm>
              <a:off x="96774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885E00-B68C-F785-3E08-00904AF4E605}"/>
                </a:ext>
              </a:extLst>
            </p:cNvPr>
            <p:cNvSpPr/>
            <p:nvPr/>
          </p:nvSpPr>
          <p:spPr>
            <a:xfrm>
              <a:off x="9144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E53BF7D-9B29-0146-38F4-473D33D31363}"/>
                </a:ext>
              </a:extLst>
            </p:cNvPr>
            <p:cNvSpPr/>
            <p:nvPr/>
          </p:nvSpPr>
          <p:spPr>
            <a:xfrm>
              <a:off x="86106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6DF8AFB-0BE2-6403-A1E2-1E8D871B2345}"/>
                </a:ext>
              </a:extLst>
            </p:cNvPr>
            <p:cNvSpPr/>
            <p:nvPr/>
          </p:nvSpPr>
          <p:spPr>
            <a:xfrm>
              <a:off x="8077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989718A-7D33-FB9B-C348-2CC0497D6E02}"/>
                </a:ext>
              </a:extLst>
            </p:cNvPr>
            <p:cNvSpPr/>
            <p:nvPr/>
          </p:nvSpPr>
          <p:spPr>
            <a:xfrm>
              <a:off x="75438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C242C9B-09A4-6117-C57D-D24450AC01BE}"/>
                </a:ext>
              </a:extLst>
            </p:cNvPr>
            <p:cNvSpPr/>
            <p:nvPr/>
          </p:nvSpPr>
          <p:spPr>
            <a:xfrm>
              <a:off x="70104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15C1621-566D-4D9B-4062-CF55647D2ACB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A6F8BB-D41D-CFC2-3B83-378EB0BEE6B6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861BB88-9666-9EB5-3623-B2DCEF4360DA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D2ED4B-3174-CE5F-9623-8FFD23B19965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A5957B-0255-9C64-F7B4-05DAE01FEE43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81CAD29-B3DF-A849-5CE5-4BF69DD53C7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99E5E6-92D5-F305-7AAD-325721A03303}"/>
                </a:ext>
              </a:extLst>
            </p:cNvPr>
            <p:cNvSpPr txBox="1"/>
            <p:nvPr/>
          </p:nvSpPr>
          <p:spPr>
            <a:xfrm>
              <a:off x="7103200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4D8D65B-6701-8B3A-6DF6-D98B1ED9EBFF}"/>
                </a:ext>
              </a:extLst>
            </p:cNvPr>
            <p:cNvSpPr txBox="1"/>
            <p:nvPr/>
          </p:nvSpPr>
          <p:spPr>
            <a:xfrm>
              <a:off x="7602444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BC08D99-04C9-E62B-494D-3A181488A7AA}"/>
                </a:ext>
              </a:extLst>
            </p:cNvPr>
            <p:cNvSpPr txBox="1"/>
            <p:nvPr/>
          </p:nvSpPr>
          <p:spPr>
            <a:xfrm>
              <a:off x="819419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614A99-7467-E672-9DB1-AF5A3A8C5BA4}"/>
                </a:ext>
              </a:extLst>
            </p:cNvPr>
            <p:cNvSpPr txBox="1"/>
            <p:nvPr/>
          </p:nvSpPr>
          <p:spPr>
            <a:xfrm>
              <a:off x="8727595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64E1B5-6D75-87C0-89E3-5D3ABC709EDB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9EB4A83-5E3A-A769-DCFB-123F8F10F4A7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C96E0C1-A550-56EC-FD72-2C4BC9F7C7F9}"/>
                </a:ext>
              </a:extLst>
            </p:cNvPr>
            <p:cNvSpPr txBox="1"/>
            <p:nvPr/>
          </p:nvSpPr>
          <p:spPr>
            <a:xfrm>
              <a:off x="926962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BA1B4E-2801-0FFF-09AA-4BDE9E2E2705}"/>
                </a:ext>
              </a:extLst>
            </p:cNvPr>
            <p:cNvSpPr txBox="1"/>
            <p:nvPr/>
          </p:nvSpPr>
          <p:spPr>
            <a:xfrm>
              <a:off x="981180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551618" y="5289479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3E7495-E90F-2D2E-2DC8-D7DB5BFCCBEB}"/>
              </a:ext>
            </a:extLst>
          </p:cNvPr>
          <p:cNvGrpSpPr/>
          <p:nvPr/>
        </p:nvGrpSpPr>
        <p:grpSpPr>
          <a:xfrm>
            <a:off x="6401447" y="4683760"/>
            <a:ext cx="5334000" cy="1969595"/>
            <a:chOff x="4876800" y="4572000"/>
            <a:chExt cx="5334000" cy="19695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1D6AA-7881-F709-2A3E-E335A463EA74}"/>
                </a:ext>
              </a:extLst>
            </p:cNvPr>
            <p:cNvSpPr/>
            <p:nvPr/>
          </p:nvSpPr>
          <p:spPr>
            <a:xfrm>
              <a:off x="96774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CC28F-B99B-5CE7-2FB0-4AAFD47CDE15}"/>
                </a:ext>
              </a:extLst>
            </p:cNvPr>
            <p:cNvSpPr/>
            <p:nvPr/>
          </p:nvSpPr>
          <p:spPr>
            <a:xfrm>
              <a:off x="9144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66A1E3-10C4-8F36-8163-DECE62BFF72C}"/>
                </a:ext>
              </a:extLst>
            </p:cNvPr>
            <p:cNvSpPr/>
            <p:nvPr/>
          </p:nvSpPr>
          <p:spPr>
            <a:xfrm>
              <a:off x="86106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FCA7D-7C8B-740A-99B9-440328E85B88}"/>
                </a:ext>
              </a:extLst>
            </p:cNvPr>
            <p:cNvSpPr/>
            <p:nvPr/>
          </p:nvSpPr>
          <p:spPr>
            <a:xfrm>
              <a:off x="8077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5C9FB0-7648-B3B8-1167-E8E5A5704B01}"/>
                </a:ext>
              </a:extLst>
            </p:cNvPr>
            <p:cNvSpPr/>
            <p:nvPr/>
          </p:nvSpPr>
          <p:spPr>
            <a:xfrm>
              <a:off x="75438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BC752-BDCA-AD13-4233-89889A8DAC63}"/>
                </a:ext>
              </a:extLst>
            </p:cNvPr>
            <p:cNvSpPr/>
            <p:nvPr/>
          </p:nvSpPr>
          <p:spPr>
            <a:xfrm>
              <a:off x="70104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678187-148C-0105-9D7E-192A22C6E036}"/>
                </a:ext>
              </a:extLst>
            </p:cNvPr>
            <p:cNvSpPr/>
            <p:nvPr/>
          </p:nvSpPr>
          <p:spPr>
            <a:xfrm>
              <a:off x="6477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EE52B-4C01-5D72-A987-4A97F4C6D2D2}"/>
                </a:ext>
              </a:extLst>
            </p:cNvPr>
            <p:cNvSpPr/>
            <p:nvPr/>
          </p:nvSpPr>
          <p:spPr>
            <a:xfrm>
              <a:off x="59436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79D00F-9272-7C1E-9D41-A93C338DF723}"/>
                </a:ext>
              </a:extLst>
            </p:cNvPr>
            <p:cNvSpPr txBox="1"/>
            <p:nvPr/>
          </p:nvSpPr>
          <p:spPr>
            <a:xfrm>
              <a:off x="49926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67DD9-39BB-8683-09BF-F85099F5390E}"/>
                </a:ext>
              </a:extLst>
            </p:cNvPr>
            <p:cNvSpPr txBox="1"/>
            <p:nvPr/>
          </p:nvSpPr>
          <p:spPr>
            <a:xfrm>
              <a:off x="55260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61B223-FD8D-5A03-DA6E-247DED224AB8}"/>
                </a:ext>
              </a:extLst>
            </p:cNvPr>
            <p:cNvSpPr txBox="1"/>
            <p:nvPr/>
          </p:nvSpPr>
          <p:spPr>
            <a:xfrm>
              <a:off x="6060026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FA6309-8B37-CE8D-E7E5-E5E79AF811D3}"/>
                </a:ext>
              </a:extLst>
            </p:cNvPr>
            <p:cNvSpPr txBox="1"/>
            <p:nvPr/>
          </p:nvSpPr>
          <p:spPr>
            <a:xfrm>
              <a:off x="6569800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59F879-D7EC-6511-A722-BA8C1D510326}"/>
                </a:ext>
              </a:extLst>
            </p:cNvPr>
            <p:cNvSpPr txBox="1"/>
            <p:nvPr/>
          </p:nvSpPr>
          <p:spPr>
            <a:xfrm>
              <a:off x="7103200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D13815-BC06-EB0C-3AC3-4EEE8B2BE084}"/>
                </a:ext>
              </a:extLst>
            </p:cNvPr>
            <p:cNvSpPr txBox="1"/>
            <p:nvPr/>
          </p:nvSpPr>
          <p:spPr>
            <a:xfrm>
              <a:off x="7602444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813CA8-C813-EE49-18B2-760E4527EEAE}"/>
                </a:ext>
              </a:extLst>
            </p:cNvPr>
            <p:cNvSpPr txBox="1"/>
            <p:nvPr/>
          </p:nvSpPr>
          <p:spPr>
            <a:xfrm>
              <a:off x="819419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FF9DF0-151C-22B5-5D2E-5DF190627837}"/>
                </a:ext>
              </a:extLst>
            </p:cNvPr>
            <p:cNvSpPr txBox="1"/>
            <p:nvPr/>
          </p:nvSpPr>
          <p:spPr>
            <a:xfrm>
              <a:off x="8727595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5609D8-F348-FC00-0758-0607BF897D4D}"/>
                </a:ext>
              </a:extLst>
            </p:cNvPr>
            <p:cNvSpPr/>
            <p:nvPr/>
          </p:nvSpPr>
          <p:spPr>
            <a:xfrm>
              <a:off x="5410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EA6627-C543-2DA1-2142-39B063E1F82B}"/>
                </a:ext>
              </a:extLst>
            </p:cNvPr>
            <p:cNvSpPr/>
            <p:nvPr/>
          </p:nvSpPr>
          <p:spPr>
            <a:xfrm>
              <a:off x="4876800" y="4574274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ECA832-35E5-A9A8-F60B-961FEC7432B8}"/>
                </a:ext>
              </a:extLst>
            </p:cNvPr>
            <p:cNvSpPr txBox="1"/>
            <p:nvPr/>
          </p:nvSpPr>
          <p:spPr>
            <a:xfrm>
              <a:off x="926962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B00CFA-F0FE-1E0A-4521-EB59CC8578C4}"/>
                </a:ext>
              </a:extLst>
            </p:cNvPr>
            <p:cNvSpPr txBox="1"/>
            <p:nvPr/>
          </p:nvSpPr>
          <p:spPr>
            <a:xfrm>
              <a:off x="981180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366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308984" y="5534047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100’s place</a:t>
            </a:r>
          </a:p>
        </p:txBody>
      </p: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551618" y="5289479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3E7495-E90F-2D2E-2DC8-D7DB5BFCCBEB}"/>
              </a:ext>
            </a:extLst>
          </p:cNvPr>
          <p:cNvGrpSpPr/>
          <p:nvPr/>
        </p:nvGrpSpPr>
        <p:grpSpPr>
          <a:xfrm>
            <a:off x="184190" y="3418440"/>
            <a:ext cx="5334000" cy="1969595"/>
            <a:chOff x="4876800" y="4572000"/>
            <a:chExt cx="5334000" cy="19695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1D6AA-7881-F709-2A3E-E335A463EA74}"/>
                </a:ext>
              </a:extLst>
            </p:cNvPr>
            <p:cNvSpPr/>
            <p:nvPr/>
          </p:nvSpPr>
          <p:spPr>
            <a:xfrm>
              <a:off x="96774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CC28F-B99B-5CE7-2FB0-4AAFD47CDE15}"/>
                </a:ext>
              </a:extLst>
            </p:cNvPr>
            <p:cNvSpPr/>
            <p:nvPr/>
          </p:nvSpPr>
          <p:spPr>
            <a:xfrm>
              <a:off x="9144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66A1E3-10C4-8F36-8163-DECE62BFF72C}"/>
                </a:ext>
              </a:extLst>
            </p:cNvPr>
            <p:cNvSpPr/>
            <p:nvPr/>
          </p:nvSpPr>
          <p:spPr>
            <a:xfrm>
              <a:off x="86106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FCA7D-7C8B-740A-99B9-440328E85B88}"/>
                </a:ext>
              </a:extLst>
            </p:cNvPr>
            <p:cNvSpPr/>
            <p:nvPr/>
          </p:nvSpPr>
          <p:spPr>
            <a:xfrm>
              <a:off x="8077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5C9FB0-7648-B3B8-1167-E8E5A5704B01}"/>
                </a:ext>
              </a:extLst>
            </p:cNvPr>
            <p:cNvSpPr/>
            <p:nvPr/>
          </p:nvSpPr>
          <p:spPr>
            <a:xfrm>
              <a:off x="75438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BC752-BDCA-AD13-4233-89889A8DAC63}"/>
                </a:ext>
              </a:extLst>
            </p:cNvPr>
            <p:cNvSpPr/>
            <p:nvPr/>
          </p:nvSpPr>
          <p:spPr>
            <a:xfrm>
              <a:off x="70104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678187-148C-0105-9D7E-192A22C6E036}"/>
                </a:ext>
              </a:extLst>
            </p:cNvPr>
            <p:cNvSpPr/>
            <p:nvPr/>
          </p:nvSpPr>
          <p:spPr>
            <a:xfrm>
              <a:off x="6477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EE52B-4C01-5D72-A987-4A97F4C6D2D2}"/>
                </a:ext>
              </a:extLst>
            </p:cNvPr>
            <p:cNvSpPr/>
            <p:nvPr/>
          </p:nvSpPr>
          <p:spPr>
            <a:xfrm>
              <a:off x="59436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79D00F-9272-7C1E-9D41-A93C338DF723}"/>
                </a:ext>
              </a:extLst>
            </p:cNvPr>
            <p:cNvSpPr txBox="1"/>
            <p:nvPr/>
          </p:nvSpPr>
          <p:spPr>
            <a:xfrm>
              <a:off x="49926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67DD9-39BB-8683-09BF-F85099F5390E}"/>
                </a:ext>
              </a:extLst>
            </p:cNvPr>
            <p:cNvSpPr txBox="1"/>
            <p:nvPr/>
          </p:nvSpPr>
          <p:spPr>
            <a:xfrm>
              <a:off x="55260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61B223-FD8D-5A03-DA6E-247DED224AB8}"/>
                </a:ext>
              </a:extLst>
            </p:cNvPr>
            <p:cNvSpPr txBox="1"/>
            <p:nvPr/>
          </p:nvSpPr>
          <p:spPr>
            <a:xfrm>
              <a:off x="6060026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FA6309-8B37-CE8D-E7E5-E5E79AF811D3}"/>
                </a:ext>
              </a:extLst>
            </p:cNvPr>
            <p:cNvSpPr txBox="1"/>
            <p:nvPr/>
          </p:nvSpPr>
          <p:spPr>
            <a:xfrm>
              <a:off x="6569800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59F879-D7EC-6511-A722-BA8C1D510326}"/>
                </a:ext>
              </a:extLst>
            </p:cNvPr>
            <p:cNvSpPr txBox="1"/>
            <p:nvPr/>
          </p:nvSpPr>
          <p:spPr>
            <a:xfrm>
              <a:off x="7103200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D13815-BC06-EB0C-3AC3-4EEE8B2BE084}"/>
                </a:ext>
              </a:extLst>
            </p:cNvPr>
            <p:cNvSpPr txBox="1"/>
            <p:nvPr/>
          </p:nvSpPr>
          <p:spPr>
            <a:xfrm>
              <a:off x="7602444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813CA8-C813-EE49-18B2-760E4527EEAE}"/>
                </a:ext>
              </a:extLst>
            </p:cNvPr>
            <p:cNvSpPr txBox="1"/>
            <p:nvPr/>
          </p:nvSpPr>
          <p:spPr>
            <a:xfrm>
              <a:off x="819419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FF9DF0-151C-22B5-5D2E-5DF190627837}"/>
                </a:ext>
              </a:extLst>
            </p:cNvPr>
            <p:cNvSpPr txBox="1"/>
            <p:nvPr/>
          </p:nvSpPr>
          <p:spPr>
            <a:xfrm>
              <a:off x="8727595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5609D8-F348-FC00-0758-0607BF897D4D}"/>
                </a:ext>
              </a:extLst>
            </p:cNvPr>
            <p:cNvSpPr/>
            <p:nvPr/>
          </p:nvSpPr>
          <p:spPr>
            <a:xfrm>
              <a:off x="5410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EA6627-C543-2DA1-2142-39B063E1F82B}"/>
                </a:ext>
              </a:extLst>
            </p:cNvPr>
            <p:cNvSpPr/>
            <p:nvPr/>
          </p:nvSpPr>
          <p:spPr>
            <a:xfrm>
              <a:off x="4876800" y="4574274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ECA832-35E5-A9A8-F60B-961FEC7432B8}"/>
                </a:ext>
              </a:extLst>
            </p:cNvPr>
            <p:cNvSpPr txBox="1"/>
            <p:nvPr/>
          </p:nvSpPr>
          <p:spPr>
            <a:xfrm>
              <a:off x="926962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B00CFA-F0FE-1E0A-4521-EB59CC8578C4}"/>
                </a:ext>
              </a:extLst>
            </p:cNvPr>
            <p:cNvSpPr txBox="1"/>
            <p:nvPr/>
          </p:nvSpPr>
          <p:spPr>
            <a:xfrm>
              <a:off x="981180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5A8A20-D2B5-DB28-F722-367EBB815E4D}"/>
              </a:ext>
            </a:extLst>
          </p:cNvPr>
          <p:cNvGrpSpPr/>
          <p:nvPr/>
        </p:nvGrpSpPr>
        <p:grpSpPr>
          <a:xfrm>
            <a:off x="6390963" y="4659805"/>
            <a:ext cx="5334000" cy="1969595"/>
            <a:chOff x="5181600" y="4659805"/>
            <a:chExt cx="5334000" cy="19695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532373-E7B4-2EFC-071E-679598070FDA}"/>
                </a:ext>
              </a:extLst>
            </p:cNvPr>
            <p:cNvSpPr/>
            <p:nvPr/>
          </p:nvSpPr>
          <p:spPr>
            <a:xfrm>
              <a:off x="99822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409103-ADAF-06A2-3DA9-520F41B67426}"/>
                </a:ext>
              </a:extLst>
            </p:cNvPr>
            <p:cNvSpPr/>
            <p:nvPr/>
          </p:nvSpPr>
          <p:spPr>
            <a:xfrm>
              <a:off x="9448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8D6195-37CE-2DE2-F382-E40AC4FBDE19}"/>
                </a:ext>
              </a:extLst>
            </p:cNvPr>
            <p:cNvSpPr/>
            <p:nvPr/>
          </p:nvSpPr>
          <p:spPr>
            <a:xfrm>
              <a:off x="89154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8B052-6C9D-2F21-F4AF-137DC87A16BA}"/>
                </a:ext>
              </a:extLst>
            </p:cNvPr>
            <p:cNvSpPr/>
            <p:nvPr/>
          </p:nvSpPr>
          <p:spPr>
            <a:xfrm>
              <a:off x="8382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43091-F86D-2A7A-62E0-72FB4EED00AE}"/>
                </a:ext>
              </a:extLst>
            </p:cNvPr>
            <p:cNvSpPr/>
            <p:nvPr/>
          </p:nvSpPr>
          <p:spPr>
            <a:xfrm>
              <a:off x="78486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54B84-6150-A55B-306C-B25020DE0933}"/>
                </a:ext>
              </a:extLst>
            </p:cNvPr>
            <p:cNvSpPr/>
            <p:nvPr/>
          </p:nvSpPr>
          <p:spPr>
            <a:xfrm>
              <a:off x="73152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7E5AF8-DF4B-8B5D-AB02-D32DC607F5ED}"/>
                </a:ext>
              </a:extLst>
            </p:cNvPr>
            <p:cNvSpPr/>
            <p:nvPr/>
          </p:nvSpPr>
          <p:spPr>
            <a:xfrm>
              <a:off x="6781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CA04DA-BEA9-9BAE-DFD0-5184E85AC645}"/>
                </a:ext>
              </a:extLst>
            </p:cNvPr>
            <p:cNvSpPr/>
            <p:nvPr/>
          </p:nvSpPr>
          <p:spPr>
            <a:xfrm>
              <a:off x="62484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1202EA-0602-9D72-2829-CA336835836D}"/>
                </a:ext>
              </a:extLst>
            </p:cNvPr>
            <p:cNvSpPr txBox="1"/>
            <p:nvPr/>
          </p:nvSpPr>
          <p:spPr>
            <a:xfrm>
              <a:off x="52974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4CB3AD-2265-62FA-CBAC-A400A269E0EC}"/>
                </a:ext>
              </a:extLst>
            </p:cNvPr>
            <p:cNvSpPr txBox="1"/>
            <p:nvPr/>
          </p:nvSpPr>
          <p:spPr>
            <a:xfrm>
              <a:off x="58308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289862-1676-90BB-B64A-F5E3668714B1}"/>
                </a:ext>
              </a:extLst>
            </p:cNvPr>
            <p:cNvSpPr txBox="1"/>
            <p:nvPr/>
          </p:nvSpPr>
          <p:spPr>
            <a:xfrm>
              <a:off x="6364826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D5DA25-C681-B9C5-0B11-EE530F27373E}"/>
                </a:ext>
              </a:extLst>
            </p:cNvPr>
            <p:cNvSpPr txBox="1"/>
            <p:nvPr/>
          </p:nvSpPr>
          <p:spPr>
            <a:xfrm>
              <a:off x="6874600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4D126E-A428-30BC-F5BE-FDB235FDBB28}"/>
                </a:ext>
              </a:extLst>
            </p:cNvPr>
            <p:cNvSpPr txBox="1"/>
            <p:nvPr/>
          </p:nvSpPr>
          <p:spPr>
            <a:xfrm>
              <a:off x="7408000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0968AA-7F88-E791-E5F7-88DF4401112E}"/>
                </a:ext>
              </a:extLst>
            </p:cNvPr>
            <p:cNvSpPr txBox="1"/>
            <p:nvPr/>
          </p:nvSpPr>
          <p:spPr>
            <a:xfrm>
              <a:off x="7907244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29E61-DF41-C186-5CC6-BCCC84AE1B02}"/>
                </a:ext>
              </a:extLst>
            </p:cNvPr>
            <p:cNvSpPr txBox="1"/>
            <p:nvPr/>
          </p:nvSpPr>
          <p:spPr>
            <a:xfrm>
              <a:off x="849899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E14B2A-1E62-4CA1-FAB8-3A2E770A1080}"/>
                </a:ext>
              </a:extLst>
            </p:cNvPr>
            <p:cNvSpPr txBox="1"/>
            <p:nvPr/>
          </p:nvSpPr>
          <p:spPr>
            <a:xfrm>
              <a:off x="9032395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F70415-63E3-60D2-602A-0723249F2C7A}"/>
                </a:ext>
              </a:extLst>
            </p:cNvPr>
            <p:cNvSpPr/>
            <p:nvPr/>
          </p:nvSpPr>
          <p:spPr>
            <a:xfrm>
              <a:off x="5715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808591-0946-6151-BEE9-DCB1F69336F4}"/>
                </a:ext>
              </a:extLst>
            </p:cNvPr>
            <p:cNvSpPr/>
            <p:nvPr/>
          </p:nvSpPr>
          <p:spPr>
            <a:xfrm>
              <a:off x="5181600" y="4662079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5CB3EC-A71F-D8CE-A8B0-81A8F228A734}"/>
                </a:ext>
              </a:extLst>
            </p:cNvPr>
            <p:cNvSpPr txBox="1"/>
            <p:nvPr/>
          </p:nvSpPr>
          <p:spPr>
            <a:xfrm>
              <a:off x="957442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80DEBB-C234-71D7-F3E1-DA086A8B5893}"/>
                </a:ext>
              </a:extLst>
            </p:cNvPr>
            <p:cNvSpPr txBox="1"/>
            <p:nvPr/>
          </p:nvSpPr>
          <p:spPr>
            <a:xfrm>
              <a:off x="1011660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232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7438723" y="4078344"/>
            <a:ext cx="350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Convert back into an array</a:t>
            </a:r>
          </a:p>
        </p:txBody>
      </p: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flipV="1">
            <a:off x="6027125" y="3877228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5A8A20-D2B5-DB28-F722-367EBB815E4D}"/>
              </a:ext>
            </a:extLst>
          </p:cNvPr>
          <p:cNvGrpSpPr/>
          <p:nvPr/>
        </p:nvGrpSpPr>
        <p:grpSpPr>
          <a:xfrm>
            <a:off x="34961" y="3418440"/>
            <a:ext cx="5334000" cy="1969595"/>
            <a:chOff x="5181600" y="4659805"/>
            <a:chExt cx="5334000" cy="19695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532373-E7B4-2EFC-071E-679598070FDA}"/>
                </a:ext>
              </a:extLst>
            </p:cNvPr>
            <p:cNvSpPr/>
            <p:nvPr/>
          </p:nvSpPr>
          <p:spPr>
            <a:xfrm>
              <a:off x="99822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409103-ADAF-06A2-3DA9-520F41B67426}"/>
                </a:ext>
              </a:extLst>
            </p:cNvPr>
            <p:cNvSpPr/>
            <p:nvPr/>
          </p:nvSpPr>
          <p:spPr>
            <a:xfrm>
              <a:off x="9448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8D6195-37CE-2DE2-F382-E40AC4FBDE19}"/>
                </a:ext>
              </a:extLst>
            </p:cNvPr>
            <p:cNvSpPr/>
            <p:nvPr/>
          </p:nvSpPr>
          <p:spPr>
            <a:xfrm>
              <a:off x="89154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8B052-6C9D-2F21-F4AF-137DC87A16BA}"/>
                </a:ext>
              </a:extLst>
            </p:cNvPr>
            <p:cNvSpPr/>
            <p:nvPr/>
          </p:nvSpPr>
          <p:spPr>
            <a:xfrm>
              <a:off x="8382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43091-F86D-2A7A-62E0-72FB4EED00AE}"/>
                </a:ext>
              </a:extLst>
            </p:cNvPr>
            <p:cNvSpPr/>
            <p:nvPr/>
          </p:nvSpPr>
          <p:spPr>
            <a:xfrm>
              <a:off x="78486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54B84-6150-A55B-306C-B25020DE0933}"/>
                </a:ext>
              </a:extLst>
            </p:cNvPr>
            <p:cNvSpPr/>
            <p:nvPr/>
          </p:nvSpPr>
          <p:spPr>
            <a:xfrm>
              <a:off x="73152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7E5AF8-DF4B-8B5D-AB02-D32DC607F5ED}"/>
                </a:ext>
              </a:extLst>
            </p:cNvPr>
            <p:cNvSpPr/>
            <p:nvPr/>
          </p:nvSpPr>
          <p:spPr>
            <a:xfrm>
              <a:off x="6781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CA04DA-BEA9-9BAE-DFD0-5184E85AC645}"/>
                </a:ext>
              </a:extLst>
            </p:cNvPr>
            <p:cNvSpPr/>
            <p:nvPr/>
          </p:nvSpPr>
          <p:spPr>
            <a:xfrm>
              <a:off x="62484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1202EA-0602-9D72-2829-CA336835836D}"/>
                </a:ext>
              </a:extLst>
            </p:cNvPr>
            <p:cNvSpPr txBox="1"/>
            <p:nvPr/>
          </p:nvSpPr>
          <p:spPr>
            <a:xfrm>
              <a:off x="52974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4CB3AD-2265-62FA-CBAC-A400A269E0EC}"/>
                </a:ext>
              </a:extLst>
            </p:cNvPr>
            <p:cNvSpPr txBox="1"/>
            <p:nvPr/>
          </p:nvSpPr>
          <p:spPr>
            <a:xfrm>
              <a:off x="58308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289862-1676-90BB-B64A-F5E3668714B1}"/>
                </a:ext>
              </a:extLst>
            </p:cNvPr>
            <p:cNvSpPr txBox="1"/>
            <p:nvPr/>
          </p:nvSpPr>
          <p:spPr>
            <a:xfrm>
              <a:off x="6364826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D5DA25-C681-B9C5-0B11-EE530F27373E}"/>
                </a:ext>
              </a:extLst>
            </p:cNvPr>
            <p:cNvSpPr txBox="1"/>
            <p:nvPr/>
          </p:nvSpPr>
          <p:spPr>
            <a:xfrm>
              <a:off x="6874600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4D126E-A428-30BC-F5BE-FDB235FDBB28}"/>
                </a:ext>
              </a:extLst>
            </p:cNvPr>
            <p:cNvSpPr txBox="1"/>
            <p:nvPr/>
          </p:nvSpPr>
          <p:spPr>
            <a:xfrm>
              <a:off x="7408000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0968AA-7F88-E791-E5F7-88DF4401112E}"/>
                </a:ext>
              </a:extLst>
            </p:cNvPr>
            <p:cNvSpPr txBox="1"/>
            <p:nvPr/>
          </p:nvSpPr>
          <p:spPr>
            <a:xfrm>
              <a:off x="7907244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29E61-DF41-C186-5CC6-BCCC84AE1B02}"/>
                </a:ext>
              </a:extLst>
            </p:cNvPr>
            <p:cNvSpPr txBox="1"/>
            <p:nvPr/>
          </p:nvSpPr>
          <p:spPr>
            <a:xfrm>
              <a:off x="849899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E14B2A-1E62-4CA1-FAB8-3A2E770A1080}"/>
                </a:ext>
              </a:extLst>
            </p:cNvPr>
            <p:cNvSpPr txBox="1"/>
            <p:nvPr/>
          </p:nvSpPr>
          <p:spPr>
            <a:xfrm>
              <a:off x="9032395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F70415-63E3-60D2-602A-0723249F2C7A}"/>
                </a:ext>
              </a:extLst>
            </p:cNvPr>
            <p:cNvSpPr/>
            <p:nvPr/>
          </p:nvSpPr>
          <p:spPr>
            <a:xfrm>
              <a:off x="5715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808591-0946-6151-BEE9-DCB1F69336F4}"/>
                </a:ext>
              </a:extLst>
            </p:cNvPr>
            <p:cNvSpPr/>
            <p:nvPr/>
          </p:nvSpPr>
          <p:spPr>
            <a:xfrm>
              <a:off x="5181600" y="4662079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5CB3EC-A71F-D8CE-A8B0-81A8F228A734}"/>
                </a:ext>
              </a:extLst>
            </p:cNvPr>
            <p:cNvSpPr txBox="1"/>
            <p:nvPr/>
          </p:nvSpPr>
          <p:spPr>
            <a:xfrm>
              <a:off x="957442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80DEBB-C234-71D7-F3E1-DA086A8B5893}"/>
                </a:ext>
              </a:extLst>
            </p:cNvPr>
            <p:cNvSpPr txBox="1"/>
            <p:nvPr/>
          </p:nvSpPr>
          <p:spPr>
            <a:xfrm>
              <a:off x="1011660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8934FF-C8AB-D781-D815-713828A58097}"/>
              </a:ext>
            </a:extLst>
          </p:cNvPr>
          <p:cNvGrpSpPr/>
          <p:nvPr/>
        </p:nvGrpSpPr>
        <p:grpSpPr>
          <a:xfrm>
            <a:off x="503842" y="5962559"/>
            <a:ext cx="8561464" cy="849868"/>
            <a:chOff x="1752600" y="2743200"/>
            <a:chExt cx="8561464" cy="84986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6C8016D-7B0B-A436-E8B1-2B87C5834C4D}"/>
                </a:ext>
              </a:extLst>
            </p:cNvPr>
            <p:cNvGrpSpPr/>
            <p:nvPr/>
          </p:nvGrpSpPr>
          <p:grpSpPr>
            <a:xfrm>
              <a:off x="1752600" y="2743200"/>
              <a:ext cx="4268338" cy="849868"/>
              <a:chOff x="2361062" y="2743200"/>
              <a:chExt cx="4268338" cy="849868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755D94F-2867-A4B9-F6AC-E9F1886F3771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514DDEF-0799-B04F-5B56-64D468AAAEE6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018</a:t>
                  </a: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AAB3906E-2D52-9AD8-0556-772ABCB5C5D9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101</a:t>
                  </a: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DF0407A3-97AC-D294-9073-A3C5C3C52C0D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103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5B1E89E9-CD9C-EDED-9F75-F613D3AB91A0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113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4CEFA199-8AEF-A65C-B1DF-DB1BD53B7D4B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121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72314B16-133A-0F38-E912-090D0B52981D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245</a:t>
                  </a: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1F53B560-510C-CE26-6FD0-9126FC5E6EE5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255</a:t>
                  </a: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96B9D8C3-45D5-97A3-0477-A8C14C88AA95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323</a:t>
                  </a:r>
                </a:p>
              </p:txBody>
            </p: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D59D340-F86D-62B2-AE74-933A408B6C2B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4369803-FF3D-71C4-321A-534AEA695271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8CF6890-2735-7463-9DA0-D55F9D0A85CA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DE0E5BC-B5BB-CFC8-BC80-B3CEBD2B4439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A6340E6-115E-DFF8-F7E4-8EBA440A3683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8B0F7F2-8B83-8BD0-81C0-AA08A21A6314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B3C70A-1F9D-1759-D960-6B5816CDF9D2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49A2D-6D5E-1096-7255-84F4793E32CE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D413D70-40DF-D119-7511-B9F9F3C5A188}"/>
                </a:ext>
              </a:extLst>
            </p:cNvPr>
            <p:cNvGrpSpPr/>
            <p:nvPr/>
          </p:nvGrpSpPr>
          <p:grpSpPr>
            <a:xfrm>
              <a:off x="6020939" y="2743200"/>
              <a:ext cx="4293125" cy="849868"/>
              <a:chOff x="2361062" y="2743200"/>
              <a:chExt cx="4293125" cy="84986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04D5F06-57C0-9561-8DFB-97B713327871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50AB95D-A4E6-71A1-23FE-1422E35E9DB0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401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6244BB98-1673-3E2D-1F18-41CA51F31C20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512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EF048AD2-88EF-B37F-B639-FCDFE3693E59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555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999EC23D-1356-7C68-7368-D59878A983F4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800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1497E028-C52E-675E-3CD6-CCD3F28302F7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801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13F32CD9-19E1-834C-26B7-A8F3D2CEE006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823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F675C80F-5B7A-BBA8-130A-B3CF5AD7FC84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901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19F6413-A167-1DFB-2A37-A3D51542BA28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999</a:t>
                  </a: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13F22D5-36EF-BD52-DD4A-012D7F9C3B19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8AE7A7-92D6-4BF5-76F1-0BA807B9981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B441F66-DC45-EE7B-7A4B-9574148133B9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10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19A5E20-A9BA-2C6A-A149-F0F458A67F9C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11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419C7F8-2A62-E3D0-DAE0-473ABBD1B157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12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3815E93-ACC1-5FFF-BD91-42D18964DD18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13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69515A-5AB2-AE1D-CB3B-DA3BB84E0EBD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14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1D7BE6C-86B0-F51C-9E53-5ED83D0CFDAD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15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DA5DFFD-8CD0-F1BE-4F87-F4235D510D05}"/>
                  </a:ext>
                </a:extLst>
              </p14:cNvPr>
              <p14:cNvContentPartPr/>
              <p14:nvPr/>
            </p14:nvContentPartPr>
            <p14:xfrm>
              <a:off x="6369480" y="590760"/>
              <a:ext cx="1635120" cy="735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DA5DFFD-8CD0-F1BE-4F87-F4235D510D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60120" y="581400"/>
                <a:ext cx="1653840" cy="75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051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91A-165A-A4B2-5211-40C5459F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r>
              <a:rPr lang="en-US" dirty="0"/>
              <a:t>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Suppose largest value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Choose a radix (base of representation)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BucketSort</a:t>
                </a:r>
                <a:r>
                  <a:rPr lang="en-US" dirty="0"/>
                  <a:t>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things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buckets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Repeat once per each digit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dirty="0"/>
                  <a:t> iterations</a:t>
                </a:r>
              </a:p>
              <a:p>
                <a:r>
                  <a:rPr lang="en-US" dirty="0"/>
                  <a:t>Overall: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 practice, you can select the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to optimize running time</a:t>
                </a:r>
              </a:p>
              <a:p>
                <a:r>
                  <a:rPr lang="en-US" dirty="0"/>
                  <a:t>When is this better than </a:t>
                </a:r>
                <a:r>
                  <a:rPr lang="en-US" dirty="0" err="1"/>
                  <a:t>mergesort</a:t>
                </a:r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D03129-41C4-AFA6-341E-E81258B9A5A7}"/>
                  </a:ext>
                </a:extLst>
              </p14:cNvPr>
              <p14:cNvContentPartPr/>
              <p14:nvPr/>
            </p14:nvContentPartPr>
            <p14:xfrm>
              <a:off x="2037240" y="3300480"/>
              <a:ext cx="4882680" cy="1935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D03129-41C4-AFA6-341E-E81258B9A5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7880" y="3291120"/>
                <a:ext cx="4901400" cy="19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697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ARPANET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11</a:t>
            </a:fld>
            <a:endParaRPr lang="en-US"/>
          </a:p>
        </p:txBody>
      </p:sp>
      <p:pic>
        <p:nvPicPr>
          <p:cNvPr id="1026" name="Picture 2" descr="Image result for UCL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4114801"/>
            <a:ext cx="8667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SRI Internationa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09800"/>
            <a:ext cx="1295400" cy="95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UCS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691" y="1694568"/>
            <a:ext cx="957755" cy="50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University of Utah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074" y="4419600"/>
            <a:ext cx="1042326" cy="104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harvar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62" y="4850938"/>
            <a:ext cx="678862" cy="66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yal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930" y="2590800"/>
            <a:ext cx="674276" cy="70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cmu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135" y="3216885"/>
            <a:ext cx="994129" cy="99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mit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399" y="3227427"/>
            <a:ext cx="737119" cy="37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/>
          <p:cNvCxnSpPr>
            <a:cxnSpLocks/>
          </p:cNvCxnSpPr>
          <p:nvPr/>
        </p:nvCxnSpPr>
        <p:spPr>
          <a:xfrm flipV="1">
            <a:off x="2624296" y="1948872"/>
            <a:ext cx="1214280" cy="6733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4676446" y="1807387"/>
            <a:ext cx="110924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  <a:stCxn id="1036" idx="2"/>
          </p:cNvCxnSpPr>
          <p:nvPr/>
        </p:nvCxnSpPr>
        <p:spPr>
          <a:xfrm>
            <a:off x="2342068" y="3294857"/>
            <a:ext cx="716596" cy="1029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  <a:stCxn id="1040" idx="1"/>
          </p:cNvCxnSpPr>
          <p:nvPr/>
        </p:nvCxnSpPr>
        <p:spPr>
          <a:xfrm flipH="1">
            <a:off x="3824008" y="3415704"/>
            <a:ext cx="882391" cy="91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cxnSpLocks/>
          </p:cNvCxnSpPr>
          <p:nvPr/>
        </p:nvCxnSpPr>
        <p:spPr>
          <a:xfrm flipH="1" flipV="1">
            <a:off x="3776917" y="4780959"/>
            <a:ext cx="1135672" cy="457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  <a:stCxn id="1040" idx="2"/>
            <a:endCxn id="1034" idx="0"/>
          </p:cNvCxnSpPr>
          <p:nvPr/>
        </p:nvCxnSpPr>
        <p:spPr>
          <a:xfrm>
            <a:off x="5074959" y="3603980"/>
            <a:ext cx="118834" cy="124695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cxnSpLocks/>
          </p:cNvCxnSpPr>
          <p:nvPr/>
        </p:nvCxnSpPr>
        <p:spPr>
          <a:xfrm flipV="1">
            <a:off x="5193794" y="2318202"/>
            <a:ext cx="787515" cy="9766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cxnSpLocks/>
            <a:stCxn id="1034" idx="3"/>
          </p:cNvCxnSpPr>
          <p:nvPr/>
        </p:nvCxnSpPr>
        <p:spPr>
          <a:xfrm>
            <a:off x="5533224" y="5181601"/>
            <a:ext cx="140097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cxnSpLocks/>
          </p:cNvCxnSpPr>
          <p:nvPr/>
        </p:nvCxnSpPr>
        <p:spPr>
          <a:xfrm flipH="1" flipV="1">
            <a:off x="6249637" y="2412816"/>
            <a:ext cx="836964" cy="231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cxnSpLocks/>
          </p:cNvCxnSpPr>
          <p:nvPr/>
        </p:nvCxnSpPr>
        <p:spPr>
          <a:xfrm flipH="1" flipV="1">
            <a:off x="6637383" y="2238828"/>
            <a:ext cx="449218" cy="2317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7410450" y="2942829"/>
            <a:ext cx="171450" cy="16053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cxnSpLocks/>
          </p:cNvCxnSpPr>
          <p:nvPr/>
        </p:nvCxnSpPr>
        <p:spPr>
          <a:xfrm flipH="1" flipV="1">
            <a:off x="8013242" y="2872266"/>
            <a:ext cx="469440" cy="4563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cxnSpLocks/>
          </p:cNvCxnSpPr>
          <p:nvPr/>
        </p:nvCxnSpPr>
        <p:spPr>
          <a:xfrm flipH="1">
            <a:off x="7772400" y="4163760"/>
            <a:ext cx="850482" cy="8178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030" idx="2"/>
            <a:endCxn id="1026" idx="0"/>
          </p:cNvCxnSpPr>
          <p:nvPr/>
        </p:nvCxnSpPr>
        <p:spPr>
          <a:xfrm flipH="1">
            <a:off x="3405188" y="2203174"/>
            <a:ext cx="792380" cy="191162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University of Washington - Wikipedia">
            <a:extLst>
              <a:ext uri="{FF2B5EF4-FFF2-40B4-BE49-F238E27FC236}">
                <a16:creationId xmlns:a16="http://schemas.microsoft.com/office/drawing/2014/main" id="{A9A49F51-0866-954E-BFF9-1DE70B880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628" y="1521214"/>
            <a:ext cx="994130" cy="99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BF86C0E-DE3B-3C5D-4DC5-331BD1F58517}"/>
                  </a:ext>
                </a:extLst>
              </p14:cNvPr>
              <p14:cNvContentPartPr/>
              <p14:nvPr/>
            </p14:nvContentPartPr>
            <p14:xfrm>
              <a:off x="482400" y="771480"/>
              <a:ext cx="9122760" cy="4736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BF86C0E-DE3B-3C5D-4DC5-331BD1F5851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3040" y="762120"/>
                <a:ext cx="9141480" cy="475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327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Undirected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12</a:t>
            </a:fld>
            <a:endParaRPr lang="en-US"/>
          </a:p>
        </p:txBody>
      </p:sp>
      <p:grpSp>
        <p:nvGrpSpPr>
          <p:cNvPr id="2070" name="Group 2069"/>
          <p:cNvGrpSpPr/>
          <p:nvPr/>
        </p:nvGrpSpPr>
        <p:grpSpPr>
          <a:xfrm>
            <a:off x="1524000" y="2625729"/>
            <a:ext cx="7044346" cy="3888478"/>
            <a:chOff x="0" y="3020093"/>
            <a:chExt cx="7044346" cy="3888478"/>
          </a:xfrm>
        </p:grpSpPr>
        <p:cxnSp>
          <p:nvCxnSpPr>
            <p:cNvPr id="17" name="Straight Connector 16"/>
            <p:cNvCxnSpPr>
              <a:stCxn id="5" idx="7"/>
              <a:endCxn id="4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4" idx="6"/>
              <a:endCxn id="4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4"/>
              <a:endCxn id="4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47" idx="3"/>
              <a:endCxn id="4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50" idx="2"/>
              <a:endCxn id="4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47" idx="5"/>
              <a:endCxn id="5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7" idx="7"/>
              <a:endCxn id="4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50" idx="6"/>
              <a:endCxn id="5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51" idx="1"/>
              <a:endCxn id="4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54" idx="2"/>
              <a:endCxn id="4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51" idx="0"/>
              <a:endCxn id="54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53" idx="1"/>
              <a:endCxn id="54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3" idx="3"/>
              <a:endCxn id="5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44" idx="4"/>
              <a:endCxn id="4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4CFB6F-1361-AA56-757B-8F88D5009006}"/>
                  </a:ext>
                </a:extLst>
              </p14:cNvPr>
              <p14:cNvContentPartPr/>
              <p14:nvPr/>
            </p14:nvContentPartPr>
            <p14:xfrm>
              <a:off x="694440" y="995040"/>
              <a:ext cx="8296200" cy="3003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4CFB6F-1361-AA56-757B-8F88D50090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5080" y="985680"/>
                <a:ext cx="8314920" cy="302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3147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/>
              <p:cNvSpPr txBox="1"/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D4F64E0-3961-CFDA-3271-06B48D4D0B4D}"/>
              </a:ext>
            </a:extLst>
          </p:cNvPr>
          <p:cNvGrpSpPr/>
          <p:nvPr/>
        </p:nvGrpSpPr>
        <p:grpSpPr>
          <a:xfrm>
            <a:off x="1524000" y="2625729"/>
            <a:ext cx="7044346" cy="3888478"/>
            <a:chOff x="1524000" y="2625729"/>
            <a:chExt cx="7044346" cy="3888478"/>
          </a:xfrm>
        </p:grpSpPr>
        <p:grpSp>
          <p:nvGrpSpPr>
            <p:cNvPr id="2070" name="Group 2069"/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17" name="Straight Connector 16"/>
              <p:cNvCxnSpPr>
                <a:stCxn id="5" idx="7"/>
                <a:endCxn id="4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stCxn id="44" idx="6"/>
                <a:endCxn id="4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5" idx="4"/>
                <a:endCxn id="4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47" idx="3"/>
                <a:endCxn id="4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50" idx="2"/>
                <a:endCxn id="4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stCxn id="47" idx="5"/>
                <a:endCxn id="5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47" idx="7"/>
                <a:endCxn id="4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50" idx="6"/>
                <a:endCxn id="51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51" idx="1"/>
                <a:endCxn id="4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54" idx="2"/>
                <a:endCxn id="4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>
                <a:stCxn id="51" idx="0"/>
                <a:endCxn id="54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53" idx="1"/>
                <a:endCxn id="54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53" idx="3"/>
                <a:endCxn id="5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44" idx="4"/>
                <a:endCxn id="4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Oval 4"/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5017AB7-164A-F3E8-2283-B6D8043EC3F1}"/>
                </a:ext>
              </a:extLst>
            </p:cNvPr>
            <p:cNvCxnSpPr>
              <a:cxnSpLocks/>
              <a:stCxn id="51" idx="7"/>
              <a:endCxn id="54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F03C30C-4DA2-F5A0-18BB-7C9D45A12607}"/>
                </a:ext>
              </a:extLst>
            </p:cNvPr>
            <p:cNvCxnSpPr>
              <a:cxnSpLocks/>
              <a:stCxn id="50" idx="3"/>
              <a:endCxn id="4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724165-7E1B-D47B-C233-ADE9A886DE1D}"/>
                  </a:ext>
                </a:extLst>
              </p14:cNvPr>
              <p14:cNvContentPartPr/>
              <p14:nvPr/>
            </p14:nvContentPartPr>
            <p14:xfrm>
              <a:off x="2928240" y="3184200"/>
              <a:ext cx="6338880" cy="2721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724165-7E1B-D47B-C233-ADE9A886DE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18880" y="3174840"/>
                <a:ext cx="6357600" cy="274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9874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Self-Edges and Duplicate Edges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4F64E0-3961-CFDA-3271-06B48D4D0B4D}"/>
              </a:ext>
            </a:extLst>
          </p:cNvPr>
          <p:cNvGrpSpPr/>
          <p:nvPr/>
        </p:nvGrpSpPr>
        <p:grpSpPr>
          <a:xfrm>
            <a:off x="1524000" y="2625729"/>
            <a:ext cx="7044346" cy="3888478"/>
            <a:chOff x="1524000" y="2625729"/>
            <a:chExt cx="7044346" cy="3888478"/>
          </a:xfrm>
        </p:grpSpPr>
        <p:grpSp>
          <p:nvGrpSpPr>
            <p:cNvPr id="2070" name="Group 2069"/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17" name="Straight Connector 16"/>
              <p:cNvCxnSpPr>
                <a:stCxn id="5" idx="7"/>
                <a:endCxn id="4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stCxn id="44" idx="6"/>
                <a:endCxn id="4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5" idx="4"/>
                <a:endCxn id="4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47" idx="3"/>
                <a:endCxn id="4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50" idx="2"/>
                <a:endCxn id="4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stCxn id="47" idx="5"/>
                <a:endCxn id="5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47" idx="7"/>
                <a:endCxn id="4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cxnSpLocks/>
                <a:stCxn id="50" idx="6"/>
                <a:endCxn id="51" idx="2"/>
              </p:cNvCxnSpPr>
              <p:nvPr/>
            </p:nvCxnSpPr>
            <p:spPr>
              <a:xfrm flipV="1">
                <a:off x="3360148" y="6395303"/>
                <a:ext cx="1641019" cy="25663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51" idx="1"/>
                <a:endCxn id="4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54" idx="2"/>
                <a:endCxn id="4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>
                <a:stCxn id="51" idx="0"/>
                <a:endCxn id="54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53" idx="1"/>
                <a:endCxn id="54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53" idx="3"/>
                <a:endCxn id="5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44" idx="4"/>
                <a:endCxn id="4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Oval 4"/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5017AB7-164A-F3E8-2283-B6D8043EC3F1}"/>
                </a:ext>
              </a:extLst>
            </p:cNvPr>
            <p:cNvCxnSpPr>
              <a:cxnSpLocks/>
              <a:stCxn id="51" idx="7"/>
              <a:endCxn id="54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F03C30C-4DA2-F5A0-18BB-7C9D45A12607}"/>
                </a:ext>
              </a:extLst>
            </p:cNvPr>
            <p:cNvCxnSpPr>
              <a:cxnSpLocks/>
              <a:stCxn id="50" idx="3"/>
              <a:endCxn id="4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33CB24-50C7-D2CF-FAED-CF4F258497C8}"/>
              </a:ext>
            </a:extLst>
          </p:cNvPr>
          <p:cNvCxnSpPr>
            <a:cxnSpLocks/>
            <a:stCxn id="5" idx="6"/>
            <a:endCxn id="44" idx="3"/>
          </p:cNvCxnSpPr>
          <p:nvPr/>
        </p:nvCxnSpPr>
        <p:spPr>
          <a:xfrm flipV="1">
            <a:off x="2037268" y="3063831"/>
            <a:ext cx="1492916" cy="962604"/>
          </a:xfrm>
          <a:prstGeom prst="line">
            <a:avLst/>
          </a:prstGeom>
          <a:ln w="571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6B0E6A-605D-5996-9043-170D7CC5F07A}"/>
              </a:ext>
            </a:extLst>
          </p:cNvPr>
          <p:cNvCxnSpPr>
            <a:cxnSpLocks/>
            <a:stCxn id="51" idx="3"/>
            <a:endCxn id="50" idx="5"/>
          </p:cNvCxnSpPr>
          <p:nvPr/>
        </p:nvCxnSpPr>
        <p:spPr>
          <a:xfrm flipH="1">
            <a:off x="4808982" y="6182407"/>
            <a:ext cx="1791351" cy="256634"/>
          </a:xfrm>
          <a:prstGeom prst="line">
            <a:avLst/>
          </a:prstGeom>
          <a:ln w="571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49B9F7E4-6D03-3262-1E65-A6910025C7EF}"/>
              </a:ext>
            </a:extLst>
          </p:cNvPr>
          <p:cNvCxnSpPr>
            <a:cxnSpLocks/>
            <a:stCxn id="5" idx="0"/>
            <a:endCxn id="5" idx="2"/>
          </p:cNvCxnSpPr>
          <p:nvPr/>
        </p:nvCxnSpPr>
        <p:spPr>
          <a:xfrm rot="16200000" flipH="1" flipV="1">
            <a:off x="1524000" y="3769801"/>
            <a:ext cx="256634" cy="256634"/>
          </a:xfrm>
          <a:prstGeom prst="curvedConnector4">
            <a:avLst>
              <a:gd name="adj1" fmla="val -135735"/>
              <a:gd name="adj2" fmla="val 235735"/>
            </a:avLst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C3F99A2-D314-6EC0-C057-BC351C4F1666}"/>
              </a:ext>
            </a:extLst>
          </p:cNvPr>
          <p:cNvSpPr txBox="1"/>
          <p:nvPr/>
        </p:nvSpPr>
        <p:spPr>
          <a:xfrm>
            <a:off x="3108113" y="1460924"/>
            <a:ext cx="104071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 graphs may have duplicate edges (e.g. here we have the edge (1,2) twice).</a:t>
            </a:r>
          </a:p>
          <a:p>
            <a:r>
              <a:rPr lang="en-US" sz="2000" dirty="0"/>
              <a:t>Some may also have self-edges/loops (e.g. here there is an edge from 1 to 1).</a:t>
            </a:r>
          </a:p>
          <a:p>
            <a:r>
              <a:rPr lang="en-US" sz="2000" dirty="0"/>
              <a:t>Graph with neither self-edges nor duplicate edges are called </a:t>
            </a:r>
            <a:r>
              <a:rPr lang="en-US" sz="2000" b="1" dirty="0">
                <a:solidFill>
                  <a:srgbClr val="FF00FF"/>
                </a:solidFill>
              </a:rPr>
              <a:t>simple graphs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9E8FBCC-8FB0-28EC-80B1-12BC12B793CB}"/>
                  </a:ext>
                </a:extLst>
              </p14:cNvPr>
              <p14:cNvContentPartPr/>
              <p14:nvPr/>
            </p14:nvContentPartPr>
            <p14:xfrm>
              <a:off x="826560" y="2363400"/>
              <a:ext cx="9165960" cy="1999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9E8FBCC-8FB0-28EC-80B1-12BC12B793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7200" y="2354040"/>
                <a:ext cx="9184680" cy="201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8788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/>
          </a:p>
        </p:txBody>
      </p:sp>
      <p:grpSp>
        <p:nvGrpSpPr>
          <p:cNvPr id="2070" name="Group 2069"/>
          <p:cNvGrpSpPr/>
          <p:nvPr/>
        </p:nvGrpSpPr>
        <p:grpSpPr>
          <a:xfrm>
            <a:off x="1524000" y="2743200"/>
            <a:ext cx="7044346" cy="4072018"/>
            <a:chOff x="0" y="2862182"/>
            <a:chExt cx="7044346" cy="4072018"/>
          </a:xfrm>
        </p:grpSpPr>
        <p:cxnSp>
          <p:nvCxnSpPr>
            <p:cNvPr id="17" name="Straight Connector 16"/>
            <p:cNvCxnSpPr>
              <a:stCxn id="5" idx="7"/>
              <a:endCxn id="4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4" idx="6"/>
              <a:endCxn id="4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4"/>
              <a:endCxn id="4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47" idx="3"/>
              <a:endCxn id="4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50" idx="2"/>
              <a:endCxn id="4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47" idx="5"/>
              <a:endCxn id="5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7" idx="7"/>
              <a:endCxn id="4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50" idx="6"/>
              <a:endCxn id="5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51" idx="1"/>
              <a:endCxn id="4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54" idx="2"/>
              <a:endCxn id="4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51" idx="0"/>
              <a:endCxn id="54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53" idx="1"/>
              <a:endCxn id="54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3" idx="3"/>
              <a:endCxn id="5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7" name="TextBox 2056"/>
            <p:cNvSpPr txBox="1"/>
            <p:nvPr/>
          </p:nvSpPr>
          <p:spPr>
            <a:xfrm>
              <a:off x="886366" y="333144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5562" y="409903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895875" y="6564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047348" y="590515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004912" y="47172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119679" y="44627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82463" y="32991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058462" y="554633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064048" y="38531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051034" y="52242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885966" y="64043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830979" y="28621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56634" y="509652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69" name="Straight Connector 68"/>
            <p:cNvCxnSpPr>
              <a:stCxn id="44" idx="4"/>
              <a:endCxn id="4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1414258" y="426242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496650" y="1981200"/>
                <a:ext cx="50471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B050"/>
                        </a:solidFill>
                        <a:latin typeface="Cambria Math"/>
                      </a:rPr>
                      <m:t>𝑤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3200" i="1">
                        <a:latin typeface="Cambria Math"/>
                      </a:rPr>
                      <m:t>=</m:t>
                    </m:r>
                  </m:oMath>
                </a14:m>
                <a:r>
                  <a:rPr lang="en-US" sz="4000" dirty="0"/>
                  <a:t> </a:t>
                </a:r>
                <a:r>
                  <a:rPr lang="en-US" sz="4000" dirty="0">
                    <a:solidFill>
                      <a:srgbClr val="00B050"/>
                    </a:solidFill>
                  </a:rPr>
                  <a:t>weight</a:t>
                </a:r>
                <a:r>
                  <a:rPr lang="en-US" sz="4000" dirty="0"/>
                  <a:t> of </a:t>
                </a:r>
                <a:r>
                  <a:rPr lang="en-US" sz="4000" dirty="0">
                    <a:solidFill>
                      <a:srgbClr val="FF0000"/>
                    </a:solidFill>
                  </a:rPr>
                  <a:t>edge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rgbClr val="FF0000"/>
                        </a:solidFill>
                        <a:latin typeface="Cambria Math"/>
                      </a:rPr>
                      <m:t>𝑒</m:t>
                    </m:r>
                  </m:oMath>
                </a14:m>
                <a:endParaRPr lang="en-US" sz="4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650" y="1981200"/>
                <a:ext cx="5047151" cy="707886"/>
              </a:xfrm>
              <a:prstGeom prst="rect">
                <a:avLst/>
              </a:prstGeom>
              <a:blipFill>
                <a:blip r:embed="rId3"/>
                <a:stretch>
                  <a:fillRect l="-251" t="-14286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789982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789982"/>
                <a:ext cx="2651623" cy="400110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3214708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3214708"/>
                <a:ext cx="3120470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1BACAF0-9275-CA8D-BFD2-0B0C7DED7F0C}"/>
                  </a:ext>
                </a:extLst>
              </p14:cNvPr>
              <p14:cNvContentPartPr/>
              <p14:nvPr/>
            </p14:nvContentPartPr>
            <p14:xfrm>
              <a:off x="1905120" y="1463400"/>
              <a:ext cx="3161880" cy="2275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1BACAF0-9275-CA8D-BFD2-0B0C7DED7F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5760" y="1454040"/>
                <a:ext cx="3180600" cy="22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5300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A2D5-C737-A39E-7E2E-D192CB64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0B705-15E4-A291-8248-D337DB23F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For each application below, consider:</a:t>
            </a:r>
          </a:p>
          <a:p>
            <a:pPr lvl="1"/>
            <a:r>
              <a:rPr lang="en-US" dirty="0"/>
              <a:t>What are the nodes, what are the edges?</a:t>
            </a:r>
          </a:p>
          <a:p>
            <a:pPr lvl="1"/>
            <a:r>
              <a:rPr lang="en-US" dirty="0"/>
              <a:t>Is the graph directed?</a:t>
            </a:r>
          </a:p>
          <a:p>
            <a:pPr lvl="1"/>
            <a:r>
              <a:rPr lang="en-US" dirty="0"/>
              <a:t>Is the graph simple?</a:t>
            </a:r>
          </a:p>
          <a:p>
            <a:pPr lvl="1"/>
            <a:r>
              <a:rPr lang="en-US" dirty="0"/>
              <a:t>Is the graph weighted?</a:t>
            </a:r>
          </a:p>
          <a:p>
            <a:r>
              <a:rPr lang="en-US" dirty="0"/>
              <a:t>LinkedIn Connections</a:t>
            </a:r>
          </a:p>
          <a:p>
            <a:pPr lvl="1"/>
            <a:r>
              <a:rPr lang="en-US" dirty="0"/>
              <a:t>Nodes: person, Edges: “connection”, undirected, simple, unweighted</a:t>
            </a:r>
          </a:p>
          <a:p>
            <a:r>
              <a:rPr lang="en-US" dirty="0"/>
              <a:t>Twitter/X Followers</a:t>
            </a:r>
          </a:p>
          <a:p>
            <a:pPr lvl="1"/>
            <a:r>
              <a:rPr lang="en-US" dirty="0"/>
              <a:t>Nodes: accounts, Edges: following, directed, simple, unweighted </a:t>
            </a:r>
          </a:p>
          <a:p>
            <a:r>
              <a:rPr lang="en-US" dirty="0"/>
              <a:t>Java Inheritance</a:t>
            </a:r>
          </a:p>
          <a:p>
            <a:pPr lvl="1"/>
            <a:r>
              <a:rPr lang="en-US" dirty="0"/>
              <a:t>Nodes: classes, edges: implements/extends, directed, simple, unweighted</a:t>
            </a:r>
          </a:p>
          <a:p>
            <a:r>
              <a:rPr lang="en-US" dirty="0"/>
              <a:t>Airline Routes</a:t>
            </a:r>
          </a:p>
          <a:p>
            <a:pPr lvl="1"/>
            <a:r>
              <a:rPr lang="en-US" dirty="0"/>
              <a:t>Nodes: airports, edges: flight, directed, not simple, weighted</a:t>
            </a:r>
          </a:p>
          <a:p>
            <a:r>
              <a:rPr lang="en-US" dirty="0"/>
              <a:t>Course Prerequisites</a:t>
            </a:r>
          </a:p>
          <a:p>
            <a:pPr lvl="1"/>
            <a:r>
              <a:rPr lang="en-US" dirty="0"/>
              <a:t>Nodes: courses, edges: </a:t>
            </a:r>
            <a:r>
              <a:rPr lang="en-US" dirty="0" err="1"/>
              <a:t>prereq</a:t>
            </a:r>
            <a:r>
              <a:rPr lang="en-US" dirty="0"/>
              <a:t>, directed, simple, unweighted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656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1270-E0F8-A2B4-DC31-E1498BB4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Graph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5C73-AF4A-DFE5-A3D1-D1EC818DC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367570" cy="4525963"/>
          </a:xfrm>
        </p:spPr>
        <p:txBody>
          <a:bodyPr>
            <a:normAutofit/>
          </a:bodyPr>
          <a:lstStyle/>
          <a:p>
            <a:r>
              <a:rPr lang="en-US" dirty="0"/>
              <a:t>Adjacent/Neighbors</a:t>
            </a:r>
          </a:p>
          <a:p>
            <a:pPr lvl="1"/>
            <a:r>
              <a:rPr lang="en-US" dirty="0"/>
              <a:t>Nodes are adjacent/neighbors if they share an edge</a:t>
            </a:r>
          </a:p>
          <a:p>
            <a:r>
              <a:rPr lang="en-US" dirty="0"/>
              <a:t>Degree</a:t>
            </a:r>
          </a:p>
          <a:p>
            <a:pPr lvl="1"/>
            <a:r>
              <a:rPr lang="en-US" dirty="0"/>
              <a:t>Number of edges “touching” a vertex</a:t>
            </a:r>
          </a:p>
          <a:p>
            <a:r>
              <a:rPr lang="en-US" dirty="0"/>
              <a:t>Indegree</a:t>
            </a:r>
          </a:p>
          <a:p>
            <a:pPr lvl="1"/>
            <a:r>
              <a:rPr lang="en-US" dirty="0"/>
              <a:t>Number of incoming edges</a:t>
            </a:r>
          </a:p>
          <a:p>
            <a:r>
              <a:rPr lang="en-US" dirty="0"/>
              <a:t>Outdegree</a:t>
            </a:r>
          </a:p>
          <a:p>
            <a:pPr lvl="1"/>
            <a:r>
              <a:rPr lang="en-US" dirty="0"/>
              <a:t>Number of outgoing edges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7077EB-8563-0C5E-9AF2-6FB42457C3F5}"/>
              </a:ext>
            </a:extLst>
          </p:cNvPr>
          <p:cNvGrpSpPr/>
          <p:nvPr/>
        </p:nvGrpSpPr>
        <p:grpSpPr>
          <a:xfrm>
            <a:off x="7848600" y="846138"/>
            <a:ext cx="4301146" cy="2374232"/>
            <a:chOff x="0" y="3020093"/>
            <a:chExt cx="7044346" cy="388847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1C421F4-A457-DB86-1FD3-32D14A13BE0A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6D50B3-9D94-894A-AEF4-03C92A6437D5}"/>
                </a:ext>
              </a:extLst>
            </p:cNvPr>
            <p:cNvCxnSpPr>
              <a:stCxn id="20" idx="6"/>
              <a:endCxn id="23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F2AEC7-7C95-AF77-5085-BC18C20FED6C}"/>
                </a:ext>
              </a:extLst>
            </p:cNvPr>
            <p:cNvCxnSpPr>
              <a:stCxn id="19" idx="4"/>
              <a:endCxn id="21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91F591-A554-8D39-D9B1-E0EE5E18BBEA}"/>
                </a:ext>
              </a:extLst>
            </p:cNvPr>
            <p:cNvCxnSpPr>
              <a:stCxn id="22" idx="3"/>
              <a:endCxn id="21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DDE6CD8-5778-FAA9-5C53-CE46081CD71E}"/>
                </a:ext>
              </a:extLst>
            </p:cNvPr>
            <p:cNvCxnSpPr>
              <a:stCxn id="24" idx="2"/>
              <a:endCxn id="21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77BBA0-F365-074C-3764-5C12DEEB2E8F}"/>
                </a:ext>
              </a:extLst>
            </p:cNvPr>
            <p:cNvCxnSpPr>
              <a:stCxn id="22" idx="5"/>
              <a:endCxn id="24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0203ADB-430A-D65F-9723-DAA04ACAFB9C}"/>
                </a:ext>
              </a:extLst>
            </p:cNvPr>
            <p:cNvCxnSpPr>
              <a:stCxn id="22" idx="7"/>
              <a:endCxn id="23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8AE7B9-7053-F6F9-A0D3-5A043D505A2D}"/>
                </a:ext>
              </a:extLst>
            </p:cNvPr>
            <p:cNvCxnSpPr>
              <a:stCxn id="24" idx="6"/>
              <a:endCxn id="25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75ACCEC-0E1D-BF87-4D29-C9EFE7A95074}"/>
                </a:ext>
              </a:extLst>
            </p:cNvPr>
            <p:cNvCxnSpPr>
              <a:stCxn id="25" idx="1"/>
              <a:endCxn id="23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ADBF4-FB3C-D330-300D-00B6AF377E53}"/>
                </a:ext>
              </a:extLst>
            </p:cNvPr>
            <p:cNvCxnSpPr>
              <a:stCxn id="27" idx="2"/>
              <a:endCxn id="23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FFB4587-1690-02D4-BA3C-A0099E7358D5}"/>
                </a:ext>
              </a:extLst>
            </p:cNvPr>
            <p:cNvCxnSpPr>
              <a:stCxn id="25" idx="0"/>
              <a:endCxn id="27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13D604-B112-B9D1-2FB0-D426EB51FDB5}"/>
                </a:ext>
              </a:extLst>
            </p:cNvPr>
            <p:cNvCxnSpPr>
              <a:stCxn id="26" idx="1"/>
              <a:endCxn id="27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8B21677-B01D-DF4C-8F76-B4A4CCE81DFF}"/>
                </a:ext>
              </a:extLst>
            </p:cNvPr>
            <p:cNvCxnSpPr>
              <a:stCxn id="26" idx="3"/>
              <a:endCxn id="25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2EE3B9-2788-3830-4E73-9DF1652682FE}"/>
                </a:ext>
              </a:extLst>
            </p:cNvPr>
            <p:cNvCxnSpPr>
              <a:stCxn id="20" idx="4"/>
              <a:endCxn id="21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2ECF91-9510-823B-C909-5F0EB0CA3147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8B09655-F346-B1A3-1410-FB8E825C8643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9E88022-25E7-86C7-8B92-34447DB1CB81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EB710F6-6934-006D-D44B-6C316E606C86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2B6EF87-9ED8-0DE9-D60E-95BDFA88858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1E8C970-DD24-1453-11B9-B8ACAA2F93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5E1A8BB-249C-43D9-96A3-202B7BEE668A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A1B0CD1-8132-C3B4-B8C7-CDDC25E0B19D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56E15FE-2AC2-BAA6-9B20-EDB3AA8EE9EF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9BC2B0C-3F8F-E385-9C36-453724DCBB67}"/>
              </a:ext>
            </a:extLst>
          </p:cNvPr>
          <p:cNvGrpSpPr/>
          <p:nvPr/>
        </p:nvGrpSpPr>
        <p:grpSpPr>
          <a:xfrm>
            <a:off x="7752750" y="3494747"/>
            <a:ext cx="4385159" cy="2420607"/>
            <a:chOff x="1524000" y="2625729"/>
            <a:chExt cx="7044346" cy="3888478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1311A56-0703-B4CB-4DF3-E964A1EBFC91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08BE01B-5DBC-5EE1-D933-A8EB34AAAF91}"/>
                  </a:ext>
                </a:extLst>
              </p:cNvPr>
              <p:cNvCxnSpPr>
                <a:stCxn id="94" idx="7"/>
                <a:endCxn id="95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8838333-99B5-EDB2-E636-E37A3041178D}"/>
                  </a:ext>
                </a:extLst>
              </p:cNvPr>
              <p:cNvCxnSpPr>
                <a:stCxn id="95" idx="6"/>
                <a:endCxn id="9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90C3336-FD01-DDE1-F0D0-03F55BFFCE28}"/>
                  </a:ext>
                </a:extLst>
              </p:cNvPr>
              <p:cNvCxnSpPr>
                <a:stCxn id="94" idx="4"/>
                <a:endCxn id="96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12F9B32-568D-6074-BFD1-06C1C822970C}"/>
                  </a:ext>
                </a:extLst>
              </p:cNvPr>
              <p:cNvCxnSpPr>
                <a:stCxn id="97" idx="3"/>
                <a:endCxn id="96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927DFB4-FE48-C8DF-70F7-FA2E1E749276}"/>
                  </a:ext>
                </a:extLst>
              </p:cNvPr>
              <p:cNvCxnSpPr>
                <a:stCxn id="99" idx="2"/>
                <a:endCxn id="96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F6211A5-2B55-D230-16B2-2AD51EA7A0D9}"/>
                  </a:ext>
                </a:extLst>
              </p:cNvPr>
              <p:cNvCxnSpPr>
                <a:stCxn id="97" idx="5"/>
                <a:endCxn id="99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AC54169-CBFA-C7E2-BC2E-33184A527D9D}"/>
                  </a:ext>
                </a:extLst>
              </p:cNvPr>
              <p:cNvCxnSpPr>
                <a:stCxn id="97" idx="7"/>
                <a:endCxn id="9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ECDD1BC-741B-9CAD-1105-09E397EE3B17}"/>
                  </a:ext>
                </a:extLst>
              </p:cNvPr>
              <p:cNvCxnSpPr>
                <a:stCxn id="99" idx="6"/>
                <a:endCxn id="100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0CE11B8-8F5D-C7A3-14F8-FBE2BD41B155}"/>
                  </a:ext>
                </a:extLst>
              </p:cNvPr>
              <p:cNvCxnSpPr>
                <a:stCxn id="100" idx="1"/>
                <a:endCxn id="9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D4A98BB-84E0-53EA-CAB6-B34746A23FB1}"/>
                  </a:ext>
                </a:extLst>
              </p:cNvPr>
              <p:cNvCxnSpPr>
                <a:stCxn id="102" idx="2"/>
                <a:endCxn id="9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3DFE9DAC-A92C-CC96-A200-12881D3F5556}"/>
                  </a:ext>
                </a:extLst>
              </p:cNvPr>
              <p:cNvCxnSpPr>
                <a:stCxn id="100" idx="0"/>
                <a:endCxn id="102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253C9770-FA50-C8A2-029D-50072B26B7AA}"/>
                  </a:ext>
                </a:extLst>
              </p:cNvPr>
              <p:cNvCxnSpPr>
                <a:stCxn id="101" idx="1"/>
                <a:endCxn id="102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E368074D-3071-983E-D9B7-5D8BED13FAD1}"/>
                  </a:ext>
                </a:extLst>
              </p:cNvPr>
              <p:cNvCxnSpPr>
                <a:stCxn id="101" idx="3"/>
                <a:endCxn id="100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DDF72EC-73F5-C92E-7376-748E30BB74C1}"/>
                  </a:ext>
                </a:extLst>
              </p:cNvPr>
              <p:cNvCxnSpPr>
                <a:stCxn id="95" idx="4"/>
                <a:endCxn id="96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F5FC2285-020A-878E-90CE-2ACC450330AE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8AA52F75-BA01-66A5-EF54-E52D90EDD432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C0E6879E-1525-AA65-2114-574042CBEEB6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DC3F494-6211-1948-0CDB-6CD123A25C3C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3BE19C25-5170-64E5-46A0-C59958E021A7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B48AE5A-C4EE-BA50-885A-F30C09797C9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587E7852-F9BC-8B04-BCFA-082683DAC53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FE98C314-CBA0-EA5B-6C6F-13F8858E0BBD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C9C4FAAE-5AE5-4514-0BA9-55334F0335B1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A80272A-3CC3-702F-8EA2-DA7404D25FFB}"/>
                </a:ext>
              </a:extLst>
            </p:cNvPr>
            <p:cNvCxnSpPr>
              <a:cxnSpLocks/>
              <a:stCxn id="100" idx="7"/>
              <a:endCxn id="102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F2BA105-F684-B473-14DF-7C5E0517E06F}"/>
                </a:ext>
              </a:extLst>
            </p:cNvPr>
            <p:cNvCxnSpPr>
              <a:cxnSpLocks/>
              <a:stCxn id="99" idx="3"/>
              <a:endCxn id="96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1303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Complete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an edge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72" t="-6410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1E0F26B5-366A-711E-D723-7F1979D24DA8}"/>
              </a:ext>
            </a:extLst>
          </p:cNvPr>
          <p:cNvSpPr txBox="1"/>
          <p:nvPr/>
        </p:nvSpPr>
        <p:spPr>
          <a:xfrm>
            <a:off x="571923" y="4916821"/>
            <a:ext cx="29083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Undirected Graph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CCB78-25D1-DA64-D181-C086C657BD95}"/>
              </a:ext>
            </a:extLst>
          </p:cNvPr>
          <p:cNvSpPr txBox="1"/>
          <p:nvPr/>
        </p:nvSpPr>
        <p:spPr>
          <a:xfrm>
            <a:off x="3899919" y="4920228"/>
            <a:ext cx="31354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</a:t>
            </a:r>
          </a:p>
          <a:p>
            <a:r>
              <a:rPr lang="en-US" sz="2800" dirty="0"/>
              <a:t>Directed Graph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FBE9801-D0B3-6EF8-63EA-B9DCCBFB1CE6}"/>
              </a:ext>
            </a:extLst>
          </p:cNvPr>
          <p:cNvGrpSpPr/>
          <p:nvPr/>
        </p:nvGrpSpPr>
        <p:grpSpPr>
          <a:xfrm>
            <a:off x="718434" y="3206160"/>
            <a:ext cx="1729793" cy="1622043"/>
            <a:chOff x="1378834" y="3116577"/>
            <a:chExt cx="1729793" cy="162204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737F504-B85A-1520-E7F4-8989BE84231C}"/>
                </a:ext>
              </a:extLst>
            </p:cNvPr>
            <p:cNvGrpSpPr/>
            <p:nvPr/>
          </p:nvGrpSpPr>
          <p:grpSpPr>
            <a:xfrm>
              <a:off x="1378834" y="3116577"/>
              <a:ext cx="1729793" cy="1622043"/>
              <a:chOff x="-388725" y="3020093"/>
              <a:chExt cx="2833027" cy="2656555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E1BD8B7-4CC3-76C2-B59D-BB8E9AB4F6AB}"/>
                  </a:ext>
                </a:extLst>
              </p:cNvPr>
              <p:cNvCxnSpPr>
                <a:cxnSpLocks/>
                <a:stCxn id="85" idx="6"/>
                <a:endCxn id="86" idx="2"/>
              </p:cNvCxnSpPr>
              <p:nvPr/>
            </p:nvCxnSpPr>
            <p:spPr>
              <a:xfrm>
                <a:off x="166749" y="3276727"/>
                <a:ext cx="1764268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0A5863F-100D-A240-865D-33C97E04E063}"/>
                  </a:ext>
                </a:extLst>
              </p:cNvPr>
              <p:cNvCxnSpPr>
                <a:cxnSpLocks/>
                <a:stCxn id="86" idx="4"/>
                <a:endCxn id="88" idx="0"/>
              </p:cNvCxnSpPr>
              <p:nvPr/>
            </p:nvCxnSpPr>
            <p:spPr>
              <a:xfrm>
                <a:off x="2187651" y="3533361"/>
                <a:ext cx="16" cy="160181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CEE1F91-DED4-E4D4-2B84-54D4FDE1057A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 flipH="1">
                <a:off x="-132091" y="3533361"/>
                <a:ext cx="42206" cy="163001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DFEBBBC-BC80-BAFB-02A9-944572FA7FA8}"/>
                  </a:ext>
                </a:extLst>
              </p:cNvPr>
              <p:cNvCxnSpPr>
                <a:cxnSpLocks/>
                <a:stCxn id="88" idx="2"/>
                <a:endCxn id="87" idx="6"/>
              </p:cNvCxnSpPr>
              <p:nvPr/>
            </p:nvCxnSpPr>
            <p:spPr>
              <a:xfrm flipH="1">
                <a:off x="124543" y="5391811"/>
                <a:ext cx="1806490" cy="28203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75438BD-A475-6206-0EF0-890B3A937474}"/>
                  </a:ext>
                </a:extLst>
              </p:cNvPr>
              <p:cNvCxnSpPr>
                <a:cxnSpLocks/>
                <a:stCxn id="86" idx="3"/>
                <a:endCxn id="87" idx="7"/>
              </p:cNvCxnSpPr>
              <p:nvPr/>
            </p:nvCxnSpPr>
            <p:spPr>
              <a:xfrm flipH="1">
                <a:off x="49377" y="3458195"/>
                <a:ext cx="1956808" cy="178035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433C72C6-1468-0C1C-DAFA-E75622DA098E}"/>
                  </a:ext>
                </a:extLst>
              </p:cNvPr>
              <p:cNvSpPr/>
              <p:nvPr/>
            </p:nvSpPr>
            <p:spPr>
              <a:xfrm>
                <a:off x="-346519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5C6235E6-E60A-062C-E312-5D5F0758C46F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266721D1-8A4C-2F76-CAA9-FEE941202C62}"/>
                  </a:ext>
                </a:extLst>
              </p:cNvPr>
              <p:cNvSpPr/>
              <p:nvPr/>
            </p:nvSpPr>
            <p:spPr>
              <a:xfrm>
                <a:off x="-388725" y="516338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A11DC63D-5D3B-50C2-0184-D0A5C0983F41}"/>
                  </a:ext>
                </a:extLst>
              </p:cNvPr>
              <p:cNvSpPr/>
              <p:nvPr/>
            </p:nvSpPr>
            <p:spPr>
              <a:xfrm>
                <a:off x="1931034" y="513517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2E320C1-342B-2917-1FF6-23EADE44AF82}"/>
                </a:ext>
              </a:extLst>
            </p:cNvPr>
            <p:cNvCxnSpPr>
              <a:cxnSpLocks/>
              <a:stCxn id="85" idx="5"/>
              <a:endCxn id="88" idx="1"/>
            </p:cNvCxnSpPr>
            <p:nvPr/>
          </p:nvCxnSpPr>
          <p:spPr>
            <a:xfrm>
              <a:off x="1672101" y="3384074"/>
              <a:ext cx="1169029" cy="106982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CA9F77F-1A5A-D413-FF40-26A41279BB85}"/>
              </a:ext>
            </a:extLst>
          </p:cNvPr>
          <p:cNvGrpSpPr/>
          <p:nvPr/>
        </p:nvGrpSpPr>
        <p:grpSpPr>
          <a:xfrm>
            <a:off x="3940430" y="3110592"/>
            <a:ext cx="1729793" cy="1622043"/>
            <a:chOff x="8610600" y="3884345"/>
            <a:chExt cx="1729793" cy="162204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5E6465E-23D4-7A78-2D90-033B0364F71F}"/>
                </a:ext>
              </a:extLst>
            </p:cNvPr>
            <p:cNvGrpSpPr/>
            <p:nvPr/>
          </p:nvGrpSpPr>
          <p:grpSpPr>
            <a:xfrm>
              <a:off x="8610600" y="3884345"/>
              <a:ext cx="1729793" cy="1622043"/>
              <a:chOff x="-388725" y="3020093"/>
              <a:chExt cx="2833027" cy="2656555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DD0BA37-2B83-48D8-E26B-B217259C66A7}"/>
                  </a:ext>
                </a:extLst>
              </p:cNvPr>
              <p:cNvCxnSpPr>
                <a:cxnSpLocks/>
                <a:stCxn id="74" idx="6"/>
                <a:endCxn id="75" idx="2"/>
              </p:cNvCxnSpPr>
              <p:nvPr/>
            </p:nvCxnSpPr>
            <p:spPr>
              <a:xfrm>
                <a:off x="166749" y="3276727"/>
                <a:ext cx="1764268" cy="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9CF37D2-E27F-7A71-AA33-5320E9514E61}"/>
                  </a:ext>
                </a:extLst>
              </p:cNvPr>
              <p:cNvCxnSpPr>
                <a:cxnSpLocks/>
                <a:stCxn id="75" idx="4"/>
                <a:endCxn id="77" idx="0"/>
              </p:cNvCxnSpPr>
              <p:nvPr/>
            </p:nvCxnSpPr>
            <p:spPr>
              <a:xfrm>
                <a:off x="2187651" y="3533361"/>
                <a:ext cx="16" cy="160181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4B9CD13-FF66-A5D2-1F8C-EA4244CE544E}"/>
                  </a:ext>
                </a:extLst>
              </p:cNvPr>
              <p:cNvCxnSpPr>
                <a:cxnSpLocks/>
                <a:stCxn id="74" idx="4"/>
                <a:endCxn id="76" idx="0"/>
              </p:cNvCxnSpPr>
              <p:nvPr/>
            </p:nvCxnSpPr>
            <p:spPr>
              <a:xfrm flipH="1">
                <a:off x="-132091" y="3533361"/>
                <a:ext cx="42206" cy="1630019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AAAAFF1-1B6F-502F-3C12-C0947F002D01}"/>
                  </a:ext>
                </a:extLst>
              </p:cNvPr>
              <p:cNvCxnSpPr>
                <a:cxnSpLocks/>
                <a:stCxn id="77" idx="2"/>
                <a:endCxn id="76" idx="6"/>
              </p:cNvCxnSpPr>
              <p:nvPr/>
            </p:nvCxnSpPr>
            <p:spPr>
              <a:xfrm flipH="1">
                <a:off x="124543" y="5391811"/>
                <a:ext cx="1806490" cy="2820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2F468B2-2AA2-16F2-91D4-FBD14E916986}"/>
                  </a:ext>
                </a:extLst>
              </p:cNvPr>
              <p:cNvCxnSpPr>
                <a:cxnSpLocks/>
                <a:stCxn id="75" idx="3"/>
                <a:endCxn id="76" idx="7"/>
              </p:cNvCxnSpPr>
              <p:nvPr/>
            </p:nvCxnSpPr>
            <p:spPr>
              <a:xfrm flipH="1">
                <a:off x="49377" y="3458195"/>
                <a:ext cx="1956808" cy="178035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FBBC902-CBD4-4CB0-72AA-AE5F4733DCCB}"/>
                  </a:ext>
                </a:extLst>
              </p:cNvPr>
              <p:cNvSpPr/>
              <p:nvPr/>
            </p:nvSpPr>
            <p:spPr>
              <a:xfrm>
                <a:off x="-346519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4FC3465-BB6F-A32D-08ED-ABA63E4E3C5C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32A27BB-C4B2-C204-190D-230D1EDFACFD}"/>
                  </a:ext>
                </a:extLst>
              </p:cNvPr>
              <p:cNvSpPr/>
              <p:nvPr/>
            </p:nvSpPr>
            <p:spPr>
              <a:xfrm>
                <a:off x="-388725" y="516338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C3F8BBE-8F1A-CB36-09BD-AAC71BEE1AFE}"/>
                  </a:ext>
                </a:extLst>
              </p:cNvPr>
              <p:cNvSpPr/>
              <p:nvPr/>
            </p:nvSpPr>
            <p:spPr>
              <a:xfrm>
                <a:off x="1931034" y="513517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43D3B1D-6E15-D403-70FD-A1D85F4CE5E3}"/>
                </a:ext>
              </a:extLst>
            </p:cNvPr>
            <p:cNvCxnSpPr>
              <a:cxnSpLocks/>
              <a:stCxn id="74" idx="5"/>
              <a:endCxn id="77" idx="1"/>
            </p:cNvCxnSpPr>
            <p:nvPr/>
          </p:nvCxnSpPr>
          <p:spPr>
            <a:xfrm>
              <a:off x="8903867" y="4151842"/>
              <a:ext cx="1169029" cy="1069829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DEF3C5F-5BD2-C41A-AD2D-7FDA50A70D73}"/>
              </a:ext>
            </a:extLst>
          </p:cNvPr>
          <p:cNvSpPr txBox="1"/>
          <p:nvPr/>
        </p:nvSpPr>
        <p:spPr>
          <a:xfrm>
            <a:off x="7293345" y="5015796"/>
            <a:ext cx="3008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Directed Non-simple Graph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2359349-EE97-3770-8BAC-38168D0EF38B}"/>
              </a:ext>
            </a:extLst>
          </p:cNvPr>
          <p:cNvGrpSpPr/>
          <p:nvPr/>
        </p:nvGrpSpPr>
        <p:grpSpPr>
          <a:xfrm>
            <a:off x="7932896" y="3188940"/>
            <a:ext cx="1729793" cy="1622043"/>
            <a:chOff x="7333856" y="3206160"/>
            <a:chExt cx="1729793" cy="1622043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A94A04F-CBDC-2DFF-3B03-A6FD1C79CAF6}"/>
                </a:ext>
              </a:extLst>
            </p:cNvPr>
            <p:cNvGrpSpPr/>
            <p:nvPr/>
          </p:nvGrpSpPr>
          <p:grpSpPr>
            <a:xfrm>
              <a:off x="7333856" y="3206160"/>
              <a:ext cx="1729793" cy="1622043"/>
              <a:chOff x="8610600" y="3884345"/>
              <a:chExt cx="1729793" cy="1622043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CE6C9A5B-FF03-AA04-A4AE-24D89402B256}"/>
                  </a:ext>
                </a:extLst>
              </p:cNvPr>
              <p:cNvGrpSpPr/>
              <p:nvPr/>
            </p:nvGrpSpPr>
            <p:grpSpPr>
              <a:xfrm>
                <a:off x="8610600" y="3884345"/>
                <a:ext cx="1729793" cy="1622043"/>
                <a:chOff x="-388725" y="3020093"/>
                <a:chExt cx="2833027" cy="2656555"/>
              </a:xfrm>
            </p:grpSpPr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10B5200E-1448-31F4-AA7A-88645C9AD2BD}"/>
                    </a:ext>
                  </a:extLst>
                </p:cNvPr>
                <p:cNvCxnSpPr>
                  <a:cxnSpLocks/>
                  <a:stCxn id="102" idx="6"/>
                  <a:endCxn id="103" idx="2"/>
                </p:cNvCxnSpPr>
                <p:nvPr/>
              </p:nvCxnSpPr>
              <p:spPr>
                <a:xfrm>
                  <a:off x="166749" y="3276727"/>
                  <a:ext cx="1764268" cy="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D0C0BF86-1F58-EDBC-66CF-FE1283DDCE59}"/>
                    </a:ext>
                  </a:extLst>
                </p:cNvPr>
                <p:cNvCxnSpPr>
                  <a:cxnSpLocks/>
                  <a:stCxn id="103" idx="4"/>
                  <a:endCxn id="105" idx="0"/>
                </p:cNvCxnSpPr>
                <p:nvPr/>
              </p:nvCxnSpPr>
              <p:spPr>
                <a:xfrm>
                  <a:off x="2187651" y="3533361"/>
                  <a:ext cx="16" cy="160181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8EDC5ECE-C857-8E84-F3DE-369A603DE929}"/>
                    </a:ext>
                  </a:extLst>
                </p:cNvPr>
                <p:cNvCxnSpPr>
                  <a:cxnSpLocks/>
                  <a:stCxn id="102" idx="4"/>
                  <a:endCxn id="104" idx="0"/>
                </p:cNvCxnSpPr>
                <p:nvPr/>
              </p:nvCxnSpPr>
              <p:spPr>
                <a:xfrm flipH="1">
                  <a:off x="-132091" y="3533361"/>
                  <a:ext cx="42206" cy="1630019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CE939F5E-DEAF-A9A8-7B5D-E05002EB01D4}"/>
                    </a:ext>
                  </a:extLst>
                </p:cNvPr>
                <p:cNvCxnSpPr>
                  <a:cxnSpLocks/>
                  <a:stCxn id="105" idx="2"/>
                  <a:endCxn id="104" idx="6"/>
                </p:cNvCxnSpPr>
                <p:nvPr/>
              </p:nvCxnSpPr>
              <p:spPr>
                <a:xfrm flipH="1">
                  <a:off x="124543" y="5391811"/>
                  <a:ext cx="1806490" cy="28203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214D2943-F575-CC14-FDFC-39D72AABD608}"/>
                    </a:ext>
                  </a:extLst>
                </p:cNvPr>
                <p:cNvCxnSpPr>
                  <a:cxnSpLocks/>
                  <a:stCxn id="103" idx="3"/>
                  <a:endCxn id="104" idx="7"/>
                </p:cNvCxnSpPr>
                <p:nvPr/>
              </p:nvCxnSpPr>
              <p:spPr>
                <a:xfrm flipH="1">
                  <a:off x="49377" y="3458195"/>
                  <a:ext cx="1956808" cy="1780351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B21E3DC6-38B7-146E-1A6C-437B5A9E20EA}"/>
                    </a:ext>
                  </a:extLst>
                </p:cNvPr>
                <p:cNvSpPr/>
                <p:nvPr/>
              </p:nvSpPr>
              <p:spPr>
                <a:xfrm>
                  <a:off x="-346519" y="3020093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4ED45FA7-5323-F739-FF16-46247FADD7CB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57E6E620-E580-606F-5183-439E2E75E879}"/>
                    </a:ext>
                  </a:extLst>
                </p:cNvPr>
                <p:cNvSpPr/>
                <p:nvPr/>
              </p:nvSpPr>
              <p:spPr>
                <a:xfrm>
                  <a:off x="-388725" y="5163380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299B76C7-479F-7E2A-8439-49539F65348C}"/>
                    </a:ext>
                  </a:extLst>
                </p:cNvPr>
                <p:cNvSpPr/>
                <p:nvPr/>
              </p:nvSpPr>
              <p:spPr>
                <a:xfrm>
                  <a:off x="1931034" y="5135177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</p:grp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E849EE9E-1689-9D70-42AC-4990CC1047BC}"/>
                  </a:ext>
                </a:extLst>
              </p:cNvPr>
              <p:cNvCxnSpPr>
                <a:cxnSpLocks/>
                <a:stCxn id="102" idx="5"/>
                <a:endCxn id="105" idx="1"/>
              </p:cNvCxnSpPr>
              <p:nvPr/>
            </p:nvCxnSpPr>
            <p:spPr>
              <a:xfrm>
                <a:off x="8903867" y="4151842"/>
                <a:ext cx="1169029" cy="1069829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Connector: Curved 108">
              <a:extLst>
                <a:ext uri="{FF2B5EF4-FFF2-40B4-BE49-F238E27FC236}">
                  <a16:creationId xmlns:a16="http://schemas.microsoft.com/office/drawing/2014/main" id="{EAB280D5-8B38-1A02-1A1E-6AAFBCBDFF3C}"/>
                </a:ext>
              </a:extLst>
            </p:cNvPr>
            <p:cNvCxnSpPr>
              <a:cxnSpLocks/>
              <a:stCxn id="102" idx="2"/>
              <a:endCxn id="102" idx="0"/>
            </p:cNvCxnSpPr>
            <p:nvPr/>
          </p:nvCxnSpPr>
          <p:spPr>
            <a:xfrm rot="10800000" flipH="1">
              <a:off x="7359626" y="3206160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: Curved 112">
              <a:extLst>
                <a:ext uri="{FF2B5EF4-FFF2-40B4-BE49-F238E27FC236}">
                  <a16:creationId xmlns:a16="http://schemas.microsoft.com/office/drawing/2014/main" id="{EC8AAE19-B417-E8DA-AF16-7D2A38B228B3}"/>
                </a:ext>
              </a:extLst>
            </p:cNvPr>
            <p:cNvCxnSpPr>
              <a:cxnSpLocks/>
              <a:stCxn id="103" idx="6"/>
              <a:endCxn id="103" idx="0"/>
            </p:cNvCxnSpPr>
            <p:nvPr/>
          </p:nvCxnSpPr>
          <p:spPr>
            <a:xfrm flipH="1" flipV="1">
              <a:off x="8906943" y="3206160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: Curved 115">
              <a:extLst>
                <a:ext uri="{FF2B5EF4-FFF2-40B4-BE49-F238E27FC236}">
                  <a16:creationId xmlns:a16="http://schemas.microsoft.com/office/drawing/2014/main" id="{DEDD00C3-0088-64FE-A5C8-A608B44F7253}"/>
                </a:ext>
              </a:extLst>
            </p:cNvPr>
            <p:cNvCxnSpPr>
              <a:cxnSpLocks/>
              <a:stCxn id="105" idx="6"/>
              <a:endCxn id="105" idx="4"/>
            </p:cNvCxnSpPr>
            <p:nvPr/>
          </p:nvCxnSpPr>
          <p:spPr>
            <a:xfrm flipH="1">
              <a:off x="8906953" y="4654287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: Curved 118">
              <a:extLst>
                <a:ext uri="{FF2B5EF4-FFF2-40B4-BE49-F238E27FC236}">
                  <a16:creationId xmlns:a16="http://schemas.microsoft.com/office/drawing/2014/main" id="{81CBC10A-9968-CBFF-40CB-013C222F0918}"/>
                </a:ext>
              </a:extLst>
            </p:cNvPr>
            <p:cNvCxnSpPr>
              <a:cxnSpLocks/>
              <a:stCxn id="104" idx="4"/>
              <a:endCxn id="104" idx="2"/>
            </p:cNvCxnSpPr>
            <p:nvPr/>
          </p:nvCxnSpPr>
          <p:spPr>
            <a:xfrm rot="5400000" flipH="1">
              <a:off x="7333856" y="4671507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6869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24000" y="1687612"/>
            <a:ext cx="4600060" cy="2787240"/>
            <a:chOff x="0" y="2862182"/>
            <a:chExt cx="7044346" cy="4268266"/>
          </a:xfrm>
        </p:grpSpPr>
        <p:cxnSp>
          <p:nvCxnSpPr>
            <p:cNvPr id="6" name="Straight Connector 5"/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42" idx="2"/>
              <a:endCxn id="3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40" idx="0"/>
              <a:endCxn id="42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41" idx="1"/>
              <a:endCxn id="42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32" name="Straight Connector 31"/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4818101" y="1135560"/>
                <a:ext cx="549246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 </a:t>
                </a:r>
                <a:r>
                  <a:rPr lang="en-US" sz="2800" dirty="0">
                    <a:solidFill>
                      <a:srgbClr val="7030A0"/>
                    </a:solidFill>
                  </a:rPr>
                  <a:t>sequence of nodes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</a:rPr>
                  <a:t> </a:t>
                </a:r>
                <a:endParaRPr lang="en-US" sz="2800" dirty="0"/>
              </a:p>
              <a:p>
                <a:r>
                  <a:rPr lang="en-US" sz="2800" dirty="0" err="1"/>
                  <a:t>s.t.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∀1≤</m:t>
                    </m:r>
                    <m:r>
                      <a:rPr lang="en-US" sz="2800" i="1">
                        <a:latin typeface="Cambria Math"/>
                      </a:rPr>
                      <m:t>𝑖</m:t>
                    </m:r>
                    <m:r>
                      <a:rPr lang="en-US" sz="2800" i="1">
                        <a:latin typeface="Cambria Math"/>
                      </a:rPr>
                      <m:t>≤</m:t>
                    </m:r>
                    <m:r>
                      <a:rPr lang="en-US" sz="2800" i="1">
                        <a:latin typeface="Cambria Math"/>
                      </a:rPr>
                      <m:t>𝑘</m:t>
                    </m:r>
                    <m:r>
                      <a:rPr lang="en-US" sz="2800" i="1"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∈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101" y="1135560"/>
                <a:ext cx="5492466" cy="954107"/>
              </a:xfrm>
              <a:prstGeom prst="rect">
                <a:avLst/>
              </a:prstGeom>
              <a:blipFill>
                <a:blip r:embed="rId2"/>
                <a:stretch>
                  <a:fillRect l="-2074" t="-5195"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/>
          <p:cNvSpPr txBox="1"/>
          <p:nvPr/>
        </p:nvSpPr>
        <p:spPr>
          <a:xfrm>
            <a:off x="1783389" y="4800601"/>
            <a:ext cx="4108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Simple Path:</a:t>
            </a:r>
          </a:p>
          <a:p>
            <a:r>
              <a:rPr lang="en-US" sz="2800" dirty="0"/>
              <a:t>A path in which each node appears at most once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59680" y="4800600"/>
            <a:ext cx="4108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Cycle:</a:t>
            </a:r>
          </a:p>
          <a:p>
            <a:r>
              <a:rPr lang="en-US" sz="2800" dirty="0"/>
              <a:t>A path which starts and ends in the same place</a:t>
            </a:r>
          </a:p>
        </p:txBody>
      </p:sp>
    </p:spTree>
    <p:extLst>
      <p:ext uri="{BB962C8B-B14F-4D97-AF65-F5344CB8AC3E}">
        <p14:creationId xmlns:p14="http://schemas.microsoft.com/office/powerpoint/2010/main" val="1054982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(Strongly)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55" t="-657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7066996" y="2971845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37F504-B85A-1520-E7F4-8989BE84231C}"/>
              </a:ext>
            </a:extLst>
          </p:cNvPr>
          <p:cNvGrpSpPr/>
          <p:nvPr/>
        </p:nvGrpSpPr>
        <p:grpSpPr>
          <a:xfrm>
            <a:off x="1616182" y="3116577"/>
            <a:ext cx="4301146" cy="2374232"/>
            <a:chOff x="0" y="3020093"/>
            <a:chExt cx="7044346" cy="38884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1BD8B7-4CC3-76C2-B59D-BB8E9AB4F6AB}"/>
                </a:ext>
              </a:extLst>
            </p:cNvPr>
            <p:cNvCxnSpPr>
              <a:stCxn id="85" idx="7"/>
              <a:endCxn id="86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A5863F-100D-A240-865D-33C97E04E063}"/>
                </a:ext>
              </a:extLst>
            </p:cNvPr>
            <p:cNvCxnSpPr>
              <a:stCxn id="86" idx="6"/>
              <a:endCxn id="89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EE1F91-DED4-E4D4-2B84-54D4FDE1057A}"/>
                </a:ext>
              </a:extLst>
            </p:cNvPr>
            <p:cNvCxnSpPr>
              <a:stCxn id="85" idx="4"/>
              <a:endCxn id="87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EBBBC-BC80-BAFB-02A9-944572FA7FA8}"/>
                </a:ext>
              </a:extLst>
            </p:cNvPr>
            <p:cNvCxnSpPr>
              <a:stCxn id="88" idx="3"/>
              <a:endCxn id="87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ECCA56-B715-95D0-83A6-60AF5A7297FF}"/>
                </a:ext>
              </a:extLst>
            </p:cNvPr>
            <p:cNvCxnSpPr>
              <a:stCxn id="90" idx="2"/>
              <a:endCxn id="87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590685-BC32-4A6F-5A37-D6428C971D84}"/>
                </a:ext>
              </a:extLst>
            </p:cNvPr>
            <p:cNvCxnSpPr>
              <a:stCxn id="88" idx="5"/>
              <a:endCxn id="9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2BE66F-CBDB-9CEF-9F06-ADB5F68BD1CB}"/>
                </a:ext>
              </a:extLst>
            </p:cNvPr>
            <p:cNvCxnSpPr>
              <a:stCxn id="88" idx="7"/>
              <a:endCxn id="89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D1E064-189B-F03C-1A06-B7A4627BCB55}"/>
                </a:ext>
              </a:extLst>
            </p:cNvPr>
            <p:cNvCxnSpPr>
              <a:stCxn id="90" idx="6"/>
              <a:endCxn id="9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FDEE05-0F64-09AD-162E-CEBA1DE2EEA0}"/>
                </a:ext>
              </a:extLst>
            </p:cNvPr>
            <p:cNvCxnSpPr>
              <a:stCxn id="91" idx="1"/>
              <a:endCxn id="89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AC6570-6D5A-48F4-4C13-5FEA4B295FA6}"/>
                </a:ext>
              </a:extLst>
            </p:cNvPr>
            <p:cNvCxnSpPr>
              <a:stCxn id="93" idx="2"/>
              <a:endCxn id="89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429117-4959-566E-2650-71AFD0E1BBAA}"/>
                </a:ext>
              </a:extLst>
            </p:cNvPr>
            <p:cNvCxnSpPr>
              <a:stCxn id="91" idx="0"/>
              <a:endCxn id="93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EDC6FD-F830-449D-BEA8-3A01CC00C88D}"/>
                </a:ext>
              </a:extLst>
            </p:cNvPr>
            <p:cNvCxnSpPr>
              <a:stCxn id="92" idx="1"/>
              <a:endCxn id="93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325B0E-E771-8B2A-813B-1C9C414A2711}"/>
                </a:ext>
              </a:extLst>
            </p:cNvPr>
            <p:cNvCxnSpPr>
              <a:stCxn id="92" idx="3"/>
              <a:endCxn id="9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5438BD-A475-6206-0EF0-890B3A937474}"/>
                </a:ext>
              </a:extLst>
            </p:cNvPr>
            <p:cNvCxnSpPr>
              <a:stCxn id="86" idx="4"/>
              <a:endCxn id="87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33C72C6-1468-0C1C-DAFA-E75622DA098E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C6235E6-E60A-062C-E312-5D5F0758C46F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66721D1-8A4C-2F76-CAA9-FEE941202C62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1DC63D-5D3B-50C2-0184-D0A5C0983F41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85C5B94-C7C8-EF44-98C4-BE12B03F5982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2B540B4-CB17-9AE6-4BB0-4C37019F57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3EC8594-8ABF-2A8A-5F6C-A051BCCEB0DB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BEDAF14-D53E-75A5-E285-6B0F2B4BACC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3638133-CC72-9171-3757-AEDA085786C7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7997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(Strongly)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55" t="-657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7066996" y="2971845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37F504-B85A-1520-E7F4-8989BE84231C}"/>
              </a:ext>
            </a:extLst>
          </p:cNvPr>
          <p:cNvGrpSpPr/>
          <p:nvPr/>
        </p:nvGrpSpPr>
        <p:grpSpPr>
          <a:xfrm>
            <a:off x="1616182" y="3116577"/>
            <a:ext cx="4301146" cy="2374232"/>
            <a:chOff x="0" y="3020093"/>
            <a:chExt cx="7044346" cy="38884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1BD8B7-4CC3-76C2-B59D-BB8E9AB4F6AB}"/>
                </a:ext>
              </a:extLst>
            </p:cNvPr>
            <p:cNvCxnSpPr>
              <a:stCxn id="85" idx="7"/>
              <a:endCxn id="86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A5863F-100D-A240-865D-33C97E04E063}"/>
                </a:ext>
              </a:extLst>
            </p:cNvPr>
            <p:cNvCxnSpPr>
              <a:stCxn id="86" idx="6"/>
              <a:endCxn id="89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EE1F91-DED4-E4D4-2B84-54D4FDE1057A}"/>
                </a:ext>
              </a:extLst>
            </p:cNvPr>
            <p:cNvCxnSpPr>
              <a:stCxn id="85" idx="4"/>
              <a:endCxn id="87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EBBBC-BC80-BAFB-02A9-944572FA7FA8}"/>
                </a:ext>
              </a:extLst>
            </p:cNvPr>
            <p:cNvCxnSpPr>
              <a:stCxn id="88" idx="3"/>
              <a:endCxn id="87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ECCA56-B715-95D0-83A6-60AF5A7297FF}"/>
                </a:ext>
              </a:extLst>
            </p:cNvPr>
            <p:cNvCxnSpPr>
              <a:stCxn id="90" idx="2"/>
              <a:endCxn id="87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590685-BC32-4A6F-5A37-D6428C971D84}"/>
                </a:ext>
              </a:extLst>
            </p:cNvPr>
            <p:cNvCxnSpPr>
              <a:stCxn id="88" idx="5"/>
              <a:endCxn id="9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2BE66F-CBDB-9CEF-9F06-ADB5F68BD1CB}"/>
                </a:ext>
              </a:extLst>
            </p:cNvPr>
            <p:cNvCxnSpPr>
              <a:stCxn id="88" idx="7"/>
              <a:endCxn id="89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D1E064-189B-F03C-1A06-B7A4627BCB55}"/>
                </a:ext>
              </a:extLst>
            </p:cNvPr>
            <p:cNvCxnSpPr>
              <a:stCxn id="90" idx="6"/>
              <a:endCxn id="9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FDEE05-0F64-09AD-162E-CEBA1DE2EEA0}"/>
                </a:ext>
              </a:extLst>
            </p:cNvPr>
            <p:cNvCxnSpPr>
              <a:stCxn id="91" idx="1"/>
              <a:endCxn id="89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AC6570-6D5A-48F4-4C13-5FEA4B295FA6}"/>
                </a:ext>
              </a:extLst>
            </p:cNvPr>
            <p:cNvCxnSpPr>
              <a:stCxn id="93" idx="2"/>
              <a:endCxn id="89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429117-4959-566E-2650-71AFD0E1BBAA}"/>
                </a:ext>
              </a:extLst>
            </p:cNvPr>
            <p:cNvCxnSpPr>
              <a:stCxn id="91" idx="0"/>
              <a:endCxn id="93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EDC6FD-F830-449D-BEA8-3A01CC00C88D}"/>
                </a:ext>
              </a:extLst>
            </p:cNvPr>
            <p:cNvCxnSpPr>
              <a:stCxn id="92" idx="1"/>
              <a:endCxn id="93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325B0E-E771-8B2A-813B-1C9C414A2711}"/>
                </a:ext>
              </a:extLst>
            </p:cNvPr>
            <p:cNvCxnSpPr>
              <a:stCxn id="92" idx="3"/>
              <a:endCxn id="9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5438BD-A475-6206-0EF0-890B3A937474}"/>
                </a:ext>
              </a:extLst>
            </p:cNvPr>
            <p:cNvCxnSpPr>
              <a:stCxn id="86" idx="4"/>
              <a:endCxn id="87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33C72C6-1468-0C1C-DAFA-E75622DA098E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C6235E6-E60A-062C-E312-5D5F0758C46F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66721D1-8A4C-2F76-CAA9-FEE941202C62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1DC63D-5D3B-50C2-0184-D0A5C0983F41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85C5B94-C7C8-EF44-98C4-BE12B03F5982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2B540B4-CB17-9AE6-4BB0-4C37019F57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3EC8594-8ABF-2A8A-5F6C-A051BCCEB0DB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BEDAF14-D53E-75A5-E285-6B0F2B4BACC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3638133-CC72-9171-3757-AEDA085786C7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E0F26B5-366A-711E-D723-7F1979D24DA8}"/>
              </a:ext>
            </a:extLst>
          </p:cNvPr>
          <p:cNvSpPr txBox="1"/>
          <p:nvPr/>
        </p:nvSpPr>
        <p:spPr>
          <a:xfrm>
            <a:off x="2548407" y="5745189"/>
            <a:ext cx="1756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Connected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CCB78-25D1-DA64-D181-C086C657BD95}"/>
              </a:ext>
            </a:extLst>
          </p:cNvPr>
          <p:cNvSpPr txBox="1"/>
          <p:nvPr/>
        </p:nvSpPr>
        <p:spPr>
          <a:xfrm>
            <a:off x="7493777" y="5776040"/>
            <a:ext cx="38466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 (strongly) Connected</a:t>
            </a:r>
          </a:p>
        </p:txBody>
      </p:sp>
    </p:spTree>
    <p:extLst>
      <p:ext uri="{BB962C8B-B14F-4D97-AF65-F5344CB8AC3E}">
        <p14:creationId xmlns:p14="http://schemas.microsoft.com/office/powerpoint/2010/main" val="2162532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Weakly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ignoring direction of edges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blipFill>
                <a:blip r:embed="rId2"/>
                <a:stretch>
                  <a:fillRect l="-1872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1345045" y="3509073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E1BE191-9ADF-A0F9-9404-022D8FA417F2}"/>
              </a:ext>
            </a:extLst>
          </p:cNvPr>
          <p:cNvSpPr txBox="1"/>
          <p:nvPr/>
        </p:nvSpPr>
        <p:spPr>
          <a:xfrm>
            <a:off x="2038851" y="6080427"/>
            <a:ext cx="2900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Weakly Connected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84C5F6F-58DE-3FC1-BB80-93719F85BC73}"/>
              </a:ext>
            </a:extLst>
          </p:cNvPr>
          <p:cNvGrpSpPr/>
          <p:nvPr/>
        </p:nvGrpSpPr>
        <p:grpSpPr>
          <a:xfrm>
            <a:off x="6788205" y="3626901"/>
            <a:ext cx="4385159" cy="2420607"/>
            <a:chOff x="1524000" y="2625729"/>
            <a:chExt cx="7044346" cy="388847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8CB4F3E-CB23-97A6-EFAF-F9BD45269D39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2DF5C0A-E8F2-69C9-D8DE-36C592DB1F35}"/>
                  </a:ext>
                </a:extLst>
              </p:cNvPr>
              <p:cNvCxnSpPr>
                <a:stCxn id="65" idx="7"/>
                <a:endCxn id="66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36BDB3A-6A37-BF11-EE32-6CDC3F572EC1}"/>
                  </a:ext>
                </a:extLst>
              </p:cNvPr>
              <p:cNvCxnSpPr>
                <a:stCxn id="66" idx="6"/>
                <a:endCxn id="69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0D29429-F6EA-7784-1BA6-CCC4A20D5296}"/>
                  </a:ext>
                </a:extLst>
              </p:cNvPr>
              <p:cNvCxnSpPr>
                <a:stCxn id="65" idx="4"/>
                <a:endCxn id="67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9F6D26E9-C424-E5E0-5828-DC247F0AE23F}"/>
                  </a:ext>
                </a:extLst>
              </p:cNvPr>
              <p:cNvCxnSpPr>
                <a:stCxn id="68" idx="5"/>
                <a:endCxn id="7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E300FF0-365B-494E-20E5-01CB17669309}"/>
                  </a:ext>
                </a:extLst>
              </p:cNvPr>
              <p:cNvCxnSpPr>
                <a:stCxn id="70" idx="6"/>
                <a:endCxn id="71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B2ACCC7-4379-03F2-199D-6BA7A3ABBDB0}"/>
                  </a:ext>
                </a:extLst>
              </p:cNvPr>
              <p:cNvCxnSpPr>
                <a:stCxn id="71" idx="0"/>
                <a:endCxn id="73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EFA6315-8521-AC29-8B30-A0CA8E3B459C}"/>
                  </a:ext>
                </a:extLst>
              </p:cNvPr>
              <p:cNvCxnSpPr>
                <a:stCxn id="72" idx="1"/>
                <a:endCxn id="73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5F159AA-0EEA-ADC5-8921-C9C56BA6C0DF}"/>
                  </a:ext>
                </a:extLst>
              </p:cNvPr>
              <p:cNvCxnSpPr>
                <a:stCxn id="72" idx="3"/>
                <a:endCxn id="7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7F9E7C5-BC15-996A-D145-12AEB7E95473}"/>
                  </a:ext>
                </a:extLst>
              </p:cNvPr>
              <p:cNvCxnSpPr>
                <a:stCxn id="66" idx="4"/>
                <a:endCxn id="67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CF46F7D-3C0A-7812-5BC4-CD5BDEA859BB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41D961C-8CE3-DBC7-EE64-675C6FF1BF1B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4CF45A4-1E9B-24B3-185C-1ADC7D62BEFF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5B9325F-60F2-4882-622D-1D708738D72E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458B5D4-3984-6FCD-0CF4-D6AD24A19202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C8E179C-59A4-27DB-665D-DC9BAB2B8C9B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0B9E416-A418-F46B-9E32-E1B19FA507AF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90DCD95A-6DC3-DEE9-8A08-6540DC6B46EA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BB8AC4A4-A928-9D1A-72E3-E11A496D8848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AEFFE30-A635-FC0A-A611-D53C6175AA53}"/>
                </a:ext>
              </a:extLst>
            </p:cNvPr>
            <p:cNvCxnSpPr>
              <a:cxnSpLocks/>
              <a:stCxn id="71" idx="7"/>
              <a:endCxn id="73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CD567A0-55DE-E659-0F5F-1C52C0C2E415}"/>
              </a:ext>
            </a:extLst>
          </p:cNvPr>
          <p:cNvSpPr txBox="1"/>
          <p:nvPr/>
        </p:nvSpPr>
        <p:spPr>
          <a:xfrm>
            <a:off x="7482011" y="6198255"/>
            <a:ext cx="3524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 Weakly Connected</a:t>
            </a:r>
          </a:p>
        </p:txBody>
      </p:sp>
    </p:spTree>
    <p:extLst>
      <p:ext uri="{BB962C8B-B14F-4D97-AF65-F5344CB8AC3E}">
        <p14:creationId xmlns:p14="http://schemas.microsoft.com/office/powerpoint/2010/main" val="2921561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3AC3-3AA8-E27B-FB78-7759EBA9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Density, Data Structures,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155EE9-7CE2-D431-734A-223076BAE2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maximum number of edges in a graph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Undirected and simple: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|(|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Directed and simple: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|(|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|−1)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Direct and non-simple (but no duplicates):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If the graph is connected, the minimum number of edges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say the graph is </a:t>
                </a:r>
                <a:r>
                  <a:rPr lang="en-US" b="1" dirty="0"/>
                  <a:t>dense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lang="en-US" dirty="0"/>
                  <a:t> we say the graph is </a:t>
                </a:r>
                <a:r>
                  <a:rPr lang="en-US" b="1" dirty="0"/>
                  <a:t>sparse</a:t>
                </a:r>
                <a:endParaRPr lang="en-US" dirty="0"/>
              </a:p>
              <a:p>
                <a:r>
                  <a:rPr lang="en-US" dirty="0"/>
                  <a:t>Because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is not always near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we do not typically substitute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in running times, but leave it as a separate variable</a:t>
                </a:r>
              </a:p>
              <a:p>
                <a:pPr lvl="1"/>
                <a:r>
                  <a:rPr lang="en-US" dirty="0"/>
                  <a:t>However,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155EE9-7CE2-D431-734A-223076BAE2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574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is a tree if it is undirect, connected, and has no cycles (i.e. is acyclic).</a:t>
                </a:r>
              </a:p>
              <a:p>
                <a:r>
                  <a:rPr lang="en-US" sz="2800" dirty="0"/>
                  <a:t>Often one node is identified as the “root”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blipFill>
                <a:blip r:embed="rId2"/>
                <a:stretch>
                  <a:fillRect l="-1872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CB26A4FB-1FF3-22E3-008F-C86C19A60FCA}"/>
              </a:ext>
            </a:extLst>
          </p:cNvPr>
          <p:cNvSpPr txBox="1"/>
          <p:nvPr/>
        </p:nvSpPr>
        <p:spPr>
          <a:xfrm>
            <a:off x="1347968" y="5626650"/>
            <a:ext cx="290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Tree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5759540-9AC3-0DDB-F03A-ACDE045114E3}"/>
              </a:ext>
            </a:extLst>
          </p:cNvPr>
          <p:cNvGrpSpPr/>
          <p:nvPr/>
        </p:nvGrpSpPr>
        <p:grpSpPr>
          <a:xfrm>
            <a:off x="222637" y="3116577"/>
            <a:ext cx="4301146" cy="2374232"/>
            <a:chOff x="0" y="3020093"/>
            <a:chExt cx="7044346" cy="3888478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579F93B-7403-10DF-E95E-AAEF3BA6A367}"/>
                </a:ext>
              </a:extLst>
            </p:cNvPr>
            <p:cNvCxnSpPr>
              <a:stCxn id="118" idx="7"/>
              <a:endCxn id="119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D78E9FC-207A-E53D-7517-EEF9FF99AAF2}"/>
                </a:ext>
              </a:extLst>
            </p:cNvPr>
            <p:cNvCxnSpPr>
              <a:stCxn id="118" idx="4"/>
              <a:endCxn id="120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86C4985-38E1-46D6-CB4D-A6A98BD9ED77}"/>
                </a:ext>
              </a:extLst>
            </p:cNvPr>
            <p:cNvCxnSpPr>
              <a:stCxn id="121" idx="3"/>
              <a:endCxn id="120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D22C930-0352-6899-1E98-8A3AA06731A6}"/>
                </a:ext>
              </a:extLst>
            </p:cNvPr>
            <p:cNvCxnSpPr>
              <a:stCxn id="121" idx="5"/>
              <a:endCxn id="123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6F78A95-92D3-3C83-2D08-884970B4C01A}"/>
                </a:ext>
              </a:extLst>
            </p:cNvPr>
            <p:cNvCxnSpPr>
              <a:stCxn id="121" idx="7"/>
              <a:endCxn id="122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29927E5-909C-C044-BEFF-60F1FEE460A4}"/>
                </a:ext>
              </a:extLst>
            </p:cNvPr>
            <p:cNvCxnSpPr>
              <a:stCxn id="126" idx="2"/>
              <a:endCxn id="122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423522A-4F24-8A79-8AED-C46B27D17E35}"/>
                </a:ext>
              </a:extLst>
            </p:cNvPr>
            <p:cNvCxnSpPr>
              <a:stCxn id="124" idx="0"/>
              <a:endCxn id="126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7937C5B-8522-FE68-C63F-72C9C051B3D7}"/>
                </a:ext>
              </a:extLst>
            </p:cNvPr>
            <p:cNvCxnSpPr>
              <a:stCxn id="125" idx="1"/>
              <a:endCxn id="126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A6C4D89C-3C85-56BA-4BFC-56F1024D1EBA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9B2B4FA-C1C9-855B-2015-97144E4F2FAB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1D38388-C86D-1D9F-3601-C3BD0D65BAAE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DB4CA7F-D981-B1C6-AD3C-CD1E9E7E4C56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8C583B9-6AFF-9308-7CA5-EB8DD9BA17F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057C619-BB2D-5ED4-80D6-6576D285508F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269B7C16-C0D7-3D0C-6AB3-4D7B9EBFF8B7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C7ABB57-BAD7-A7C2-0130-69898A09FBD7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C278552-0929-7F80-E4A2-BC45124A87DB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56204DC0-5532-D2DD-0951-4ED40E184A8D}"/>
              </a:ext>
            </a:extLst>
          </p:cNvPr>
          <p:cNvSpPr txBox="1"/>
          <p:nvPr/>
        </p:nvSpPr>
        <p:spPr>
          <a:xfrm>
            <a:off x="7891433" y="6056177"/>
            <a:ext cx="290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Rooted Tree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B85FD0C-A578-1C23-26A0-A573C8E06253}"/>
              </a:ext>
            </a:extLst>
          </p:cNvPr>
          <p:cNvGrpSpPr/>
          <p:nvPr/>
        </p:nvGrpSpPr>
        <p:grpSpPr>
          <a:xfrm>
            <a:off x="7972595" y="3069482"/>
            <a:ext cx="1931460" cy="2875894"/>
            <a:chOff x="1975975" y="3234315"/>
            <a:chExt cx="3163313" cy="4710092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0C46145-3AED-D952-D22E-5CD74086CFE4}"/>
                </a:ext>
              </a:extLst>
            </p:cNvPr>
            <p:cNvCxnSpPr>
              <a:cxnSpLocks/>
              <a:stCxn id="137" idx="4"/>
              <a:endCxn id="138" idx="0"/>
            </p:cNvCxnSpPr>
            <p:nvPr/>
          </p:nvCxnSpPr>
          <p:spPr>
            <a:xfrm flipH="1">
              <a:off x="2232609" y="6436506"/>
              <a:ext cx="18769" cy="70534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FBDAA7A-E23D-7B4C-9341-DEC0ABC0901B}"/>
                </a:ext>
              </a:extLst>
            </p:cNvPr>
            <p:cNvCxnSpPr>
              <a:cxnSpLocks/>
              <a:stCxn id="137" idx="0"/>
              <a:endCxn id="139" idx="4"/>
            </p:cNvCxnSpPr>
            <p:nvPr/>
          </p:nvCxnSpPr>
          <p:spPr>
            <a:xfrm flipH="1" flipV="1">
              <a:off x="2242545" y="5375694"/>
              <a:ext cx="8833" cy="547544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ABF3FBD-AAF8-E87C-0AE3-3C7987960345}"/>
                </a:ext>
              </a:extLst>
            </p:cNvPr>
            <p:cNvCxnSpPr>
              <a:cxnSpLocks/>
              <a:stCxn id="140" idx="3"/>
              <a:endCxn id="139" idx="7"/>
            </p:cNvCxnSpPr>
            <p:nvPr/>
          </p:nvCxnSpPr>
          <p:spPr>
            <a:xfrm flipH="1">
              <a:off x="2424013" y="3672417"/>
              <a:ext cx="533541" cy="1265175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53F4EC0-D1D9-B03F-5C30-B3D5412FCFB0}"/>
                </a:ext>
              </a:extLst>
            </p:cNvPr>
            <p:cNvCxnSpPr>
              <a:cxnSpLocks/>
              <a:stCxn id="140" idx="4"/>
              <a:endCxn id="142" idx="0"/>
            </p:cNvCxnSpPr>
            <p:nvPr/>
          </p:nvCxnSpPr>
          <p:spPr>
            <a:xfrm flipH="1">
              <a:off x="3113923" y="3747583"/>
              <a:ext cx="25099" cy="1221204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44D2C2C-BFA5-F796-EEBA-B1BE3FD52820}"/>
                </a:ext>
              </a:extLst>
            </p:cNvPr>
            <p:cNvCxnSpPr>
              <a:cxnSpLocks/>
              <a:stCxn id="140" idx="5"/>
              <a:endCxn id="141" idx="1"/>
            </p:cNvCxnSpPr>
            <p:nvPr/>
          </p:nvCxnSpPr>
          <p:spPr>
            <a:xfrm>
              <a:off x="3320490" y="3672417"/>
              <a:ext cx="478336" cy="1281176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7B95E0A-9DDF-6B65-B8CC-4BA742F228DA}"/>
                </a:ext>
              </a:extLst>
            </p:cNvPr>
            <p:cNvCxnSpPr>
              <a:cxnSpLocks/>
              <a:stCxn id="145" idx="0"/>
              <a:endCxn id="141" idx="4"/>
            </p:cNvCxnSpPr>
            <p:nvPr/>
          </p:nvCxnSpPr>
          <p:spPr>
            <a:xfrm flipH="1" flipV="1">
              <a:off x="3980294" y="5391695"/>
              <a:ext cx="244352" cy="899002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3EB0404-14D3-1B52-3A0F-886A0478956C}"/>
                </a:ext>
              </a:extLst>
            </p:cNvPr>
            <p:cNvCxnSpPr>
              <a:stCxn id="143" idx="0"/>
              <a:endCxn id="145" idx="3"/>
            </p:cNvCxnSpPr>
            <p:nvPr/>
          </p:nvCxnSpPr>
          <p:spPr>
            <a:xfrm flipV="1">
              <a:off x="3816291" y="6728800"/>
              <a:ext cx="226887" cy="702339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C045A29-1865-0404-CBBC-2A9A656F44C8}"/>
                </a:ext>
              </a:extLst>
            </p:cNvPr>
            <p:cNvCxnSpPr>
              <a:cxnSpLocks/>
              <a:stCxn id="144" idx="0"/>
              <a:endCxn id="145" idx="5"/>
            </p:cNvCxnSpPr>
            <p:nvPr/>
          </p:nvCxnSpPr>
          <p:spPr>
            <a:xfrm flipH="1" flipV="1">
              <a:off x="4406115" y="6728800"/>
              <a:ext cx="476539" cy="60277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3DAB289-ACE3-40AF-161A-F60C3F5C8E6D}"/>
                </a:ext>
              </a:extLst>
            </p:cNvPr>
            <p:cNvSpPr/>
            <p:nvPr/>
          </p:nvSpPr>
          <p:spPr>
            <a:xfrm>
              <a:off x="1994744" y="5923238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DF763AAF-F20B-3CCC-54B3-571FE59D285C}"/>
                </a:ext>
              </a:extLst>
            </p:cNvPr>
            <p:cNvSpPr/>
            <p:nvPr/>
          </p:nvSpPr>
          <p:spPr>
            <a:xfrm>
              <a:off x="1975975" y="714184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AC2FA7B-BA61-4C22-2789-214F7D17EA4F}"/>
                </a:ext>
              </a:extLst>
            </p:cNvPr>
            <p:cNvSpPr/>
            <p:nvPr/>
          </p:nvSpPr>
          <p:spPr>
            <a:xfrm>
              <a:off x="1985911" y="486242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A38AE445-8301-A81B-8E6A-74DCDE903058}"/>
                </a:ext>
              </a:extLst>
            </p:cNvPr>
            <p:cNvSpPr/>
            <p:nvPr/>
          </p:nvSpPr>
          <p:spPr>
            <a:xfrm>
              <a:off x="2882388" y="32343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3634F20-61B8-01BA-265B-6D53BFED478F}"/>
                </a:ext>
              </a:extLst>
            </p:cNvPr>
            <p:cNvSpPr/>
            <p:nvPr/>
          </p:nvSpPr>
          <p:spPr>
            <a:xfrm>
              <a:off x="3723660" y="487842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F0FE370C-E9B0-5F3C-D304-503B3A904DC1}"/>
                </a:ext>
              </a:extLst>
            </p:cNvPr>
            <p:cNvSpPr/>
            <p:nvPr/>
          </p:nvSpPr>
          <p:spPr>
            <a:xfrm>
              <a:off x="2857289" y="496878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E4375051-9540-4F0A-98CC-A806591EFAC1}"/>
                </a:ext>
              </a:extLst>
            </p:cNvPr>
            <p:cNvSpPr/>
            <p:nvPr/>
          </p:nvSpPr>
          <p:spPr>
            <a:xfrm>
              <a:off x="3559657" y="743113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85A1BCB-B54D-AFFF-3E9E-3D242BD2890D}"/>
                </a:ext>
              </a:extLst>
            </p:cNvPr>
            <p:cNvSpPr/>
            <p:nvPr/>
          </p:nvSpPr>
          <p:spPr>
            <a:xfrm>
              <a:off x="4626020" y="733157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C99D7300-F782-0F13-A601-B867BFB18170}"/>
                </a:ext>
              </a:extLst>
            </p:cNvPr>
            <p:cNvSpPr/>
            <p:nvPr/>
          </p:nvSpPr>
          <p:spPr>
            <a:xfrm>
              <a:off x="3968012" y="6290698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3796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25564</TotalTime>
  <Words>1632</Words>
  <Application>Microsoft Office PowerPoint</Application>
  <PresentationFormat>Widescreen</PresentationFormat>
  <Paragraphs>602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Calibri Light</vt:lpstr>
      <vt:lpstr>Calibri</vt:lpstr>
      <vt:lpstr>Cambria Math</vt:lpstr>
      <vt:lpstr>Aptos</vt:lpstr>
      <vt:lpstr>Arial</vt:lpstr>
      <vt:lpstr>Office Theme</vt:lpstr>
      <vt:lpstr>CSE 332 Winter 2026 Lecture 14: Graphs</vt:lpstr>
      <vt:lpstr>“Linear Time” Sorting Algorithms</vt:lpstr>
      <vt:lpstr>BucketSort</vt:lpstr>
      <vt:lpstr>BucketSort Running Time</vt:lpstr>
      <vt:lpstr>Properties of BucketSort</vt:lpstr>
      <vt:lpstr>RadixSort</vt:lpstr>
      <vt:lpstr>RadixSort</vt:lpstr>
      <vt:lpstr>RadixSort</vt:lpstr>
      <vt:lpstr>RadixSort</vt:lpstr>
      <vt:lpstr>RadixSort Running Time</vt:lpstr>
      <vt:lpstr>ARPANET</vt:lpstr>
      <vt:lpstr>Undirected Graphs</vt:lpstr>
      <vt:lpstr>Directed Graphs</vt:lpstr>
      <vt:lpstr>Self-Edges and Duplicate Edges</vt:lpstr>
      <vt:lpstr>Weighted Graphs</vt:lpstr>
      <vt:lpstr>Graph Applications</vt:lpstr>
      <vt:lpstr>Some Graph Terms</vt:lpstr>
      <vt:lpstr>Definition: Complete Graph</vt:lpstr>
      <vt:lpstr>Definition: Path</vt:lpstr>
      <vt:lpstr>Definition: (Strongly) Connected Graph</vt:lpstr>
      <vt:lpstr>Definition: (Strongly) Connected Graph</vt:lpstr>
      <vt:lpstr>Definition: Weakly Connected Graph</vt:lpstr>
      <vt:lpstr>Graph Density, Data Structures, Efficiency</vt:lpstr>
      <vt:lpstr>Definition: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244</cp:revision>
  <dcterms:created xsi:type="dcterms:W3CDTF">2023-10-13T16:06:42Z</dcterms:created>
  <dcterms:modified xsi:type="dcterms:W3CDTF">2026-02-09T20:08:33Z</dcterms:modified>
</cp:coreProperties>
</file>