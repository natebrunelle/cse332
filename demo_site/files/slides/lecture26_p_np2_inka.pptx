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7" r:id="rId2"/>
    <p:sldId id="275" r:id="rId3"/>
    <p:sldId id="274" r:id="rId4"/>
    <p:sldId id="276" r:id="rId5"/>
    <p:sldId id="927" r:id="rId6"/>
    <p:sldId id="912" r:id="rId7"/>
    <p:sldId id="913" r:id="rId8"/>
    <p:sldId id="916" r:id="rId9"/>
    <p:sldId id="917" r:id="rId10"/>
    <p:sldId id="923" r:id="rId11"/>
    <p:sldId id="924" r:id="rId12"/>
    <p:sldId id="925" r:id="rId13"/>
    <p:sldId id="969" r:id="rId14"/>
    <p:sldId id="932" r:id="rId15"/>
    <p:sldId id="890" r:id="rId16"/>
    <p:sldId id="905" r:id="rId17"/>
    <p:sldId id="933" r:id="rId18"/>
    <p:sldId id="934" r:id="rId19"/>
    <p:sldId id="938" r:id="rId20"/>
    <p:sldId id="964" r:id="rId21"/>
    <p:sldId id="965" r:id="rId22"/>
    <p:sldId id="940" r:id="rId23"/>
    <p:sldId id="941" r:id="rId24"/>
    <p:sldId id="942" r:id="rId25"/>
    <p:sldId id="966" r:id="rId26"/>
    <p:sldId id="967" r:id="rId27"/>
    <p:sldId id="968" r:id="rId28"/>
    <p:sldId id="797" r:id="rId29"/>
    <p:sldId id="798" r:id="rId30"/>
    <p:sldId id="79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Ravie" panose="04040805050809020602" pitchFamily="82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33:04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7374 9159 0,'0'0'0,"0"0"0,0 0 15,0 0 1,0 0-16,0 0 16,0 0-1,0 9 1,-8 16-16,-1 9 15,-8 17 1,0-8-16,0-18 16,17 1-1,0-18-15,0 1 16,8-1 0,1 1-16,8-9 15,9-9 1,16 1-16,10-1 15,-1 1 1,17-9-16,26 0 16,8 0-1,1 8-15,-1 1 16,1-1 0,33 9-16,1 0 15,-1 0 1,18 0-16,0 0 15,8 9 1,-26-9-16,18 0 16,-9 8-1,-17 9-15,-9-8 16,18 8 0,25 8-16,-8-16 15,17-1 1,-1-8-16,-16 0 15,-18 0 1,18 0-16,17 0 16,-18 0-1,18 0-15,17-8 16,-9-1 0,9 9-16,0 0 15,-26 9 1,-9-1-16,-7 9 15,-27 0-15,-8 0 16,-17 0 0,-17 0-1,-9 0-15,-8-8 16,-9-1 0,-8 1-16,-18 0 15,1-9 1,-9 0-16,-9 0 15,9 0 1,1-9 0,-1 0-16,0-16 15,17-9-15,-9-26 16,10-8 0,-18 34-16</inkml:trace>
  <inkml:trace contextRef="#ctx0" brushRef="#br0" timeOffset="9140.2">13093 9448 0,'0'0'0,"0"0"0,0 0 16,0 0-1,0 0 1,0 0-16</inkml:trace>
  <inkml:trace contextRef="#ctx0" brushRef="#br0" timeOffset="9973.24">13118 9363 0,'0'0'0,"0"0"15,0 0-15,0 0 16,0 0 0,0 0-16,0 0 15,-8 9-15,8-1 16,-9-8-1,1 9 1,8-1-16,-9-8 16,-8 9-16,0-1 15,-9 1 1,1-1 0,-1 1-16,1-1 15,-1 1 1,0-9-16,1 8 15,-9 1-15,-9-1 16,-17 9 0,-17 0-1,9 1-15,0 7 16,8 1-16,9-9 16,17 0-1,0-9-15,8 1 16,0-1-1,1 9 1,-9 26-16,-18 8 16,10-9-1,16-8-15,9-8 16,0-1 0,17 1-1,0 8-15,0-9 16,8 9-16,10 0 15,-1 0 1,0 0-16,0 0 16,0 0-1,8 0-15,10 0 16,-1-8-16,0-9 16,26-17-1,16-17 1,10-9-1,-1-8-15,9-8 16,-9-1 0,9-8-16,-17 0 15,0 0-15,-17 0 16,-9 9-16,-17 8 31,-8 0-31,-18 8 16,-8 1-1,-26-9-15,-33 0 16,-44 17 0,-50 8-16,-35 43 15,-8 9-15,-112 8 16</inkml:trace>
  <inkml:trace contextRef="#ctx0" brushRef="#br0" timeOffset="32614.35">9030 11923 0,'0'0'0,"0"0"0,0 17 15,0 9-15,0 8 16,0 8 0,-9 9-1,1 17-15,-1-8 16,1-9 0,8-9-16,0-16 15,0-9 1,0 0-16,0-9 15,0 1 1,8 0-16,1-1 16,8 1-1,0-1-15,0 1 16,17-1 0,26 1-16,42-18 15,-8 9 1,-8-8-16,-1-1 15,26 1 1,17-9-16,9-9 16,16-17-1,26 1 1,9 8-16,-34 0 16,16 8-16,10 9 15,-18 17 1,26 9-16,8 8 15,-25-9 1,34 1-16,16-1 16,1-8-1,-17 0 1,-26 0-16,18 17 16,8 9-16,-43 8 15,43 0 1,-9 8-16,-34-7 15,43 7 1,17-16-16,-34-9 16,16 0-1,-16 0 1,-51-9-16,8-8 0,-9 0 16,-50 0-16,-27 0 31,-16-8-16,-17-1-15,-1 1 16,-8-9 0,-8-26-16,-1-8 15,-16-9 1,-9-8-16,8 26 16</inkml:trace>
  <inkml:trace contextRef="#ctx0" brushRef="#br0" timeOffset="50885.93">18734 7042 0,'0'0'0,"0"0"0,0 0 15,0 0-15,0 0 16,26-9 0,25 1-16,17 8 15,1 8-15,16 9 32,17 17-32,-33 9 0,-10-1 15,-16 18 1,-9 16-1,-17 18-15,-25 16 16,-26 18 0,-26 17-16,-8-1 15,16 1 1,10-1-16,-1 1 16,17-9-1,18-17-15,25-25 16,17 8-1,68 8-15,44-16 16,-35-35 0,-26-16-16,9-9 15,-9 0 1,-34-17-16,-17-9 16,-8 1-1,-17-1-15,-9 1 16,-35 8-16,-50 0 15,-34 17 1,-18-9 0,18 1-16,33-1 0,44 1 31,7 8-15,1 8-16,17 35 15,9 8-15,42 34 16,43 43-1,34 16-15,0-16 16,-9 8 0,-34 0-1,-34 9-15,-25 16 16,-52-16 0,-145 33-16,-153 35 15,0-51-15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34:27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13127 4099 0,'0'0'0,"0"0"0,0-8 15,-17-18-15,-17-16 16,-18-1 0,-7 9-1,-1 0-15,-8 0 16,8 17-16,17 0 15,18 17 1,7 0 0,-7 0-16,-9 26 15,-9 25 1,-17 34-16,1 25 16,16-25-16,9-8 31,17-9-31,0 8 15,8 1-15,9-1 32,0-16-32,9-1 15,-1-16-15,9 0 0,0-9 16,17-9 0,-8-8-1,0-8 1,-9-1-16,17 1 15,17-9 1,9 8-16,0-8 16,-18 0-1,1 0-15,-26 9 0</inkml:trace>
  <inkml:trace contextRef="#ctx0" brushRef="#br0" timeOffset="256.77">12512 4422 0,'0'0'0,"0"0"31,0 0-31,0 0 15,9 0 1,33 0-16,35 9 16,9-9-1,16 0-15,-51 0 16</inkml:trace>
  <inkml:trace contextRef="#ctx0" brushRef="#br0" timeOffset="522.03">13391 4414 0,'0'0'0,"0"0"15,0 8 1,17 9-16,26 26 15,17 25 1,-9-17-16,-17-9 16,0 1-1,9-18-15,8-16 16,9-60 0,-17 17-16</inkml:trace>
  <inkml:trace contextRef="#ctx0" brushRef="#br0" timeOffset="728.3">14168 4065 0,'-9'0'0,"-25"34"16,-34 26-16,-43 50 16,-8 18-1,-18 16 1,-34 9-16,18-16 15,42-10 1,42-25-16,10-17 16,42-42-16</inkml:trace>
  <inkml:trace contextRef="#ctx0" brushRef="#br0" timeOffset="1058.96">14586 4422 0,'0'0'0,"0"0"0,17 0 15,0 9 1,52-9-16,67-9 16,35-16-1,-9-35 1,51-67-16,95-77 15</inkml:trace>
  <inkml:trace contextRef="#ctx0" brushRef="#br0" timeOffset="1686.02">16515 3776 0,'0'0'0,"0"0"16,0 17-16,-25 43 15,-18 59 1,-8 34-16,-26 8 16,-34 1-16,-9-9 31,26-51-31,43-34 16,17-17-16,17-17 0,0-8 15,17-18 16,0-8-31,9-34 16,59-85-16,85-51 16,-25-9-1,9-16-15,17 25 16,-9 34-16,-26 33 16,-25 35-16,26 17 31,-18 26-16,-8 25-15,-17 17 16,-35 0 0,-16 0-16,-9 34 15,-25 26 1,-69 25-16,-60 17 16,-76-17-16,-43-26 15,-17-33 1,-86-9-1</inkml:trace>
  <inkml:trace contextRef="#ctx0" brushRef="#br0" timeOffset="12713.84">14603 3861 0,'0'0'0,"-8"0"16,-1-8-16,1-1 16,-1 1-1,-8-1-15,9 1 16,-1-1-1,0 0-15,1 1 16,8 8 0,0 0-1,0 0-15,-9 0 16,1 17-16,-1 17 16,-16 17-1,-1 26-15,-17 16 16,1-16-1,-1 8-15,9-9 16,0-16 0,17-9-1,0-9 1,0-8-16,8-8 16,9-18-16,0 1 15,0-9-15,0 0 16,-8-17-1,8-43-15,8-33 16,9-18 0,26-8-16,8 9 15,0 8 1,9 8-16,8 17 16,-8 9-1,-9 17-15,-8 17 16,0 0-1,8 17-15,0 17 16,9 9 0,-9 8-16,-8 17 15,-18 25 1,-25 18-16,-34 25 16,-17 0-1,-9-17 1,9-17-16,-9-34 15,0-17-15,-8-34 16,34-8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35:55.2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5505 3104 0,'0'0'0,"0"0"0,0 0 0,0 0 0,0 0 15,0 0-15,-8 26 16,-1 33 0,0 9-16,9-8 15,0-18 1,-8 1-1,8-1 1,0 1-16,0-9 16,0 8-16,17 9 15,17 0 1,17-8 0,1-1-16,24-8 15,18 9-15,34-17 16,34-9-1,18 0 1,33-17-16,17 8 16,-8 1-16,17 8 15,-8 8 1,-1 9 0,-25 0-16,-51 0 15,-52 0-15,-25-8 16,-26-1-1,-25-8 1,-1-8-16,-8-1 16,-8 1-16,0-9 15,-9 0 1,0-17 0,0-26-16,0-67 15,17-43-15,8-35 16,1-126-1</inkml:trace>
  <inkml:trace contextRef="#ctx0" brushRef="#br0" timeOffset="21501.45">3201 13522 0,'0'0'0,"0"0"16,0 0-16,-9 0 15,1 9-15,-10 8 16,-7 8-1,-18 26 1,1 26-16,7-1 16,1-25-1,17-17-15,0-8 16,9-9 0,8-9-1,0 1-15,0-1 16,0 1-1,0-9-15,0 0 16,0 8-16,0-8 16,0 0-16,0 0 31,0 9-31,0 8 16,8 0-16,1 8 15,8 9 1,8-8-16,9-1 15,9 1 1,8-1-16,26 1 16,17-1-1,8 1-15,26-18 16,26-8 0,25-8-1,9-1-15,0 1 16,17-1-16,-9 9 15,-8 0 1,8 9 0,-25 8-16,-9 17 15,0 9 1,-17-1-16,0 1 16,9-1-1,-26-16-15,-9-1 16,1-16-1,8-9-15,-34-9 16,-26 1 0,-17 8-16,-17-9 15,-8 9 1,-17 0-16,-1 0 16,1 0-1,-9-8-15,0-1 16,-17-42-1,8 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37:56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13408 9338 0,'0'0'0,"0"0"15,0 0-15,-8-9 16,-1 1 0,9 8-16,0-9 15,0 9 1,0 0-16,-8 0 15,-18 9 1,-34 16-16,9 35 16,-17 33-1,-34 27-15,-9 16 16,0 0 0,8-26-16,43-8 15,9-8 1,9-1-16,-18 1 15,9 0 1,-1-1-16,18 1 16,0-18-1,17 9-15,0 0 16,0 0 0,17-8-1,8-1-15,10 1 16,7-1-1,26 9-15,-8 1 0,0-27 16,8 18 0,26-1-1,17-16-15,8-9 16,-8-9 0,-9 1-16,26-1 15,51 1 1,-25-1-16,-9-8 15,34-8 1,26-9 0,-26 0-16,0-9 15,35-8 1,-52 0-16,-9-8 16,69-1-16,-51-16 15,-9-9 1,43-26-16,-26 1 15,-43-1 1,18-25 0,16-17-1,-16 9-15,-26-1 16,-43 9-16,-17-9 16,-8 9-16,0-8 15,-18-9 1,-25-9-1,-17 18-15,-8-1 16,-35 1 0,-25-9-16,-26-18 15,-9 18 1,-25 17-16,-43 0 16,-17 9-1,-25-9-15,-43 0 16,-34-9-1,-69 9-15,-76 43 16,8 50 0,60 18-16</inkml:trace>
  <inkml:trace contextRef="#ctx0" brushRef="#br0" timeOffset="16513.65">15807 7637 0,'0'0'0,"0"0"16,0 0-16,-9 0 15,1-8 1,-1-1-16,-16 0 16,-10 1-1,1-1-15,0 1 16,-9-1 0,-16-8-16,-1 0 15,9 17 1,8 0-16,-25 0 15,-9 0-15,9 0 16,-1 9 0,-7-9-1,7 0-15,10 17 16,24-9-16,1 9 16,0 0-1,9 1 1,7-1-16,1 8 15,0-8-15,9 17 16,8 0 0,0 0-16,8 9 15,9 8 1,18 0 0,16 0-16,0 17 15,9-9 1,17-8-16,-1-8 15,18-9 1,26-9-16,16 1 16,-8-18-1,-25 1-15,25-1 16,17 1 0,-9-9-16,-16 8 15,8-8 1,17 9-16,-8-9 15,-18 8 1,9-8-16,26 9 16,-9-9-1,-26 0-15,18 0 16,25 0 0,-25 0-1,25 0-15,17-9 16,-8 1-16,8-1 15,9-8-15,-26 0 16,-17 0 0,9 0-1,8 9-15,-34-9 16,-17-9 0,0 1-16,-9-9 15,-17 17 1,-25 0-16,0 0 15,-17 8 1,-1 1-16,-16-1 16,-1 1-1,-16-1 1,0 1-16,-1-1 16,-8 1-1,-8-9-15,-18-9 16,-8-16-16,-17-1 15,-35-16 1,-8-18-16,0 1 16,1-1-1,-1 17 1,-17 9-16,-9 0 16,1 9-16,-18 8 15,-59 0 1,0 8-1,25 26-15,-42-8 0,-1 8 16,-8-9 0,9 9-1,17 9 1,-18-18-16,1 9 16,-18 0-1,-8 17-15,9 0 16,-18 9-16,18-9 15,-26 8 1,0 9-16,-17 26 16,-86 16-16,-33-16 15</inkml:trace>
  <inkml:trace contextRef="#ctx0" brushRef="#br0" timeOffset="62887.83">25622 3980 0,'0'0'0,"-9"0"0,-8 9 0,-153 42 0,84-26 15,1 9 1,0 9-16,-18 42 16,-8 25-16,0 18 15,9-1 1,-1 26-1,18 9-15,0 0 16,-9-9 0,26-17-16,8 17 15,9-9 1,16-16 0,18 8-16,17 0 15,17-8-15,26-9 16,34-9-1,34-16-15,77-9 16,-1-26 0,35-7-16,43-1 15,-18-26 1,27-25-16,-18-17 16,0-17-1,-17-34-15,-26-26 16,-8-8-1,-17-17-15,-35-25 16,-25-9 0,-17-17-16,-43-35 15,-33-16-15,-44 0 16,-42-17 0,-43 8-1,-60-16-15,-33 16 16,-61-8-1,-59 9-15,-52 67 16,-59 34 0,-17 43-16,42 26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39:56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4267 6795 0,'0'0'0,"0"0"0,0 0 0,0 0 16,0 0-1,0 0 1,0 0-16,0 0 16,0 0-1,0 9-15,0-9 16,0 0 0,0 0-16,0 8 0,0-8 31,0 9-31,0 8 15,0 0 1,0 0-16,0 17 16,0 8-1,0 1-15,0-1 16,0 9 0,-8 9-1,-1 8-15,1-9 16,8 1-1,0-9-15,0 0 16,0 0 0,0-9-16,8-16 15,9-1 1,1 1-16,16-18 16,42-8-1,35-25-15,26-18 16,8 1-1,26-26-15,25 8 16,-25 18-16,8 16 16,34 26-1,-50 9 1,-27 25-16,9 8 16,-42 9-16,-18 0 15,-17-8 1,-25-1-1,-17-16-15,-9 0 16,-9-18 0,1 1-16,-9-18 15,8-17 1,-8-50-16,-8-86 16,-1-152-1</inkml:trace>
  <inkml:trace contextRef="#ctx0" brushRef="#br0" timeOffset="11939.5">7314 9185 0,'0'0'0,"0"0"0,0 0 16,0 0-16,-8 8 16,-1 18-1,-16 25 1,8 25-16,0 1 15,0-1 17,8 1-32,9-17 0,0-18 15,17-8-15,9 9 16,8-1 0,26 1-16,16-18 15,27-8 1,25-8-16,17-9 15,9-9 1,8-8-16,8 0 16,10 0-1,25 0-15,8 9 16,0-1 0,-8 9-16,8 9 15,9-1 1,9 1-16,-1-18 15,9 9 1,0 0-16,0 9 16,-8-1-1,-18 9-15,0-8 16,-16-1 0,-1 9-16,0 9 15,-42-9 1,-9 8-16,-17 1 15,-26-1 1,-25 1-16,-8-18 16,-18 1-1,-9-1-15,-16-8 16,0-8 0,-9-9-1,17-26-15,17-59 16,9-17-16,-18 26 15,-24 8 1,-10 42-16</inkml:trace>
  <inkml:trace contextRef="#ctx0" brushRef="#br0" timeOffset="12479.48">17300 9993 0,'0'0'0,"0"0"0,9 0 0,51 17 16,187-17 0,188-9-1,1 1-15,-52-1 16</inkml:trace>
  <inkml:trace contextRef="#ctx0" brushRef="#br0" timeOffset="16185.92">9653 11090 0,'0'0'0,"0"0"0,-9-9 16,1 1-1,-1-1-15,9 9 16,0 0 0,9-8-16,34-18 15,102-8 1,85 0-1,9 26-15,51-26 16,86-26 0</inkml:trace>
  <inkml:trace contextRef="#ctx0" brushRef="#br0" timeOffset="17206.11">12504 11141 0,'0'0'0,"0"0"0,8 0 31,78 0-31,135-9 16,172-33 0,94-52-16,-86 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40:5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4438 6948 0,'0'0'0,"0"0"0,0 0 16,0 0-1,0 0-15,0 0 16,0 0 0,0 0-1,0 0-15,-8 0 16,-1 17 0,1 17-16,-10 17 15,-7 26 1,-9-1-16,8 1 31,1-26-31,7-9 0,1-16 16,9-1-16,-1-8 15,9-8 1,0-1 0,0 1-16,0-1 15,17 9 1,26-8-16,8-1 15,35-8-15,16 0 16,26 0 0,9 0-1,-1 9-15,26 8 16,9-9 0,0 1-16,-9 8 15,-8 8 1,-18-8-16,-8-8 15,0-18 1,-34 1-16,-9-1 16,-16-8-1,-18-8-15,-8-1 16,-18-16-16,1-1 16,-18-16-1,1 25 1</inkml:trace>
  <inkml:trace contextRef="#ctx0" brushRef="#br0" timeOffset="7844.06">9337 10095 0,'0'0'0,"0"0"0,0 0 16,9 8-16,42 9 15,68 0 1,44-8 0,33-9-16,43-9 15,102-8-15,26-8 16,-17-9 0</inkml:trace>
  <inkml:trace contextRef="#ctx0" brushRef="#br0" timeOffset="8420.12">17599 10435 0,'0'0'0,"0"0"16,26-9-1,42-8-15,60-8 16,68-1-1,94 9-15,86 9 16,17 16 0</inkml:trace>
  <inkml:trace contextRef="#ctx0" brushRef="#br0" timeOffset="10499.62">6137 11175 0,'8'-9'0,"26"-8"0,43-34 16,26 0 0,42-8-16,25-1 15,103-33 1</inkml:trace>
  <inkml:trace contextRef="#ctx0" brushRef="#br0" timeOffset="10996.81">9747 11107 0,'102'-60'0,"317"-135"0,-104 59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41:30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12589 4006 0,'0'0'0,"0"0"0,68 0 16,180-17-1,204-51-15,103 0 16,-145 34-1</inkml:trace>
  <inkml:trace contextRef="#ctx0" brushRef="#br0" timeOffset="1202.35">19084 4057 0,'0'0'0,"0"-9"0,0-8 16,0-8-16,9 16 15</inkml:trace>
  <inkml:trace contextRef="#ctx0" brushRef="#br0" timeOffset="1510.51">18478 3853 0,'0'-9'0,"9"-8"0,196-51 16,153-34-1,60 8 1,103-8-16,-120 26 15</inkml:trace>
  <inkml:trace contextRef="#ctx0" brushRef="#br0" timeOffset="11465.58">11505 8317 0,'0'0'15,"0"0"-15,0-8 16,0-9-16,0-9 15,17-50-15,51-111 16,9 25 0,-8 60-1,-10-8-15,-7-1 16,-27 34 0,-16 52-16</inkml:trace>
  <inkml:trace contextRef="#ctx0" brushRef="#br0" timeOffset="11669.89">11701 7637 0,'0'0'0,"0"0"16,0 9-16,17 8 15,43 0-15,77-26 32,51-25-17,16-34-15,-24-51 16,-10-17-16,-16 34 15,-43 34 1,-26 17-16,-42 25 16,-26 18-1</inkml:trace>
  <inkml:trace contextRef="#ctx0" brushRef="#br0" timeOffset="11887.16">12401 7748 0,'0'17'0,"0"93"0,0 60 15,34 0-15,26 0 16,-9-51-1,-25-76 1</inkml:trace>
  <inkml:trace contextRef="#ctx0" brushRef="#br0" timeOffset="15140.67">13571 7697 0,'0'0'0,"0"0"15,25 0 1,35 0 0,17 8-16,-18 1 0,1-1 15,0 9 16,-17-8-31,-18-1 16</inkml:trace>
  <inkml:trace contextRef="#ctx0" brushRef="#br0" timeOffset="15405.96">13468 8241 0,'0'0'0,"0"0"16,0 0 0,17 0-16,17 8 15,35 9 1,42-8-16,17-1 15,-9 1 1,-34-1-16,-59-8 16</inkml:trace>
  <inkml:trace contextRef="#ctx0" brushRef="#br0" timeOffset="16032.19">15090 7339 0,'0'0'0,"0"0"15,-9 0-15,-8 17 16,-17 26 0,-17 25-16,-9 25 15,0 10 1,18 16-1,8 25-15,16 1 16,10-18 0,8 1-16,0 8 15,8-26 1,35-24-16,25-1 16,26-26-1,0-16-15,-8-26 16,24-17-16,10-26 15,-18-16 1,-16-18-16,-35 1 16,-17-1-1,-34 0 1,-17 1-16,-34-1 16,-35 1-1,-16 25-15,-26 17 16,-26 17-16,26 0 15,86 8 1</inkml:trace>
  <inkml:trace contextRef="#ctx0" brushRef="#br0" timeOffset="24116.47">24282 6957 0,'0'0'16,"0"0"-16,0 0 15,0 8-15,0 18 16,8 25 0,10 76-16,-1 52 15,-9-69 1,1-8-16,-1 52 16,1-1-1,-9-51-15,0-51 16,0 0-1,8 17-15,9-9 16,-8-16 0,-1-9-16,1-9 15,-1-16 1,-8-18-16,18-8 16,-1-17-1,34-102-15,34-68 16,18-17-1,8-26-15,-9 35 16,-17 33 0,-16 9-16,-10 51 15,-7 51 1,-27 34-16,-8 17 16,-8 0-1,-1 17-15</inkml:trace>
  <inkml:trace contextRef="#ctx0" brushRef="#br0" timeOffset="24528.35">25323 7637 0,'0'0'0,"0"0"16,0 0-16,0 0 16,0 0-1,0 0-15,9 0 16,25 0 0,43-8-16,25-1 15,26-8-15,9 0 16,-35 0-1,-42 0 1,-35 17-16</inkml:trace>
  <inkml:trace contextRef="#ctx0" brushRef="#br0" timeOffset="24937.49">26125 8258 0,'0'0'0,"0"0"16,0 0-1,0-9-15,0 1 16,0-1 0,0 1-16,18-18 15,16-16 1,8-18-16,10-16 15,7-9 1,27 0-16,-18 8 16,-8 18-1,-18 8-15,-25 25 16</inkml:trace>
  <inkml:trace contextRef="#ctx0" brushRef="#br0" timeOffset="25155.12">26450 7909 0,'0'0'0,"0"26"0,25 16 16,18 1 0,34-18-16,68-8 15,34-42 1,-42-26-16,-18-26 15,1-16 1,-52 33-16,-42 43 16</inkml:trace>
  <inkml:trace contextRef="#ctx0" brushRef="#br0" timeOffset="25326.9">26962 7969 0,'-9'17'0,"-8"59"0,-8 94 16,16 17-1,9-59-15,34-34 16,-8-52 0</inkml:trace>
  <inkml:trace contextRef="#ctx0" brushRef="#br0" timeOffset="35576.76">27858 7450 0,'0'0'0,"0"0"0,0 0 15,26 0 1,25-9-16,34 1 15,-8-1 1,-26 9 0,35 0-1,59-8-15,17-18 16,120-16-16</inkml:trace>
  <inkml:trace contextRef="#ctx0" brushRef="#br0" timeOffset="35843.04">27909 8139 0,'0'0'0,"0"0"16,26 0-16,51 17 16,8-9-1,9-8 1,60-25 0,42-26-16,103-51 15</inkml:trace>
  <inkml:trace contextRef="#ctx0" brushRef="#br0" timeOffset="36436.4">30461 6574 0,'0'0'0,"0"0"15,-17 8-15,-34 18 16,-17 34-1,-52 42-15,-8 34 16,26 17 0,-1 8-1,1 26-15,-1 17 16,10-8-16,16 8 16,43-8-1,51-26-15,42-26 16,52-24-1,9-35-15,34-51 16,50-17 0,-76-26-16,-25-33 15,8-35 1,-17-17-16,-35 1 16,-50-9-1,-43-9-15,-69 1 16,-110-1-1,8 52 1,9 50-16,-9 18 16,17 33-1,-119 52-15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41:34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12299 4142 0,'0'0'0,"0"0"0,0 0 16,0 0-16,8-9 15,35-8 1,77-17-16,101-8 16,112-18-1,34 1-15,52 16 16,110 35-1,-111 16-15</inkml:trace>
  <inkml:trace contextRef="#ctx0" brushRef="#br0" timeOffset="928.68">18427 3938 0,'0'0'0,"8"0"0,78-17 16,264-34-16,239 25 31,153 52-31,-306-1 16</inkml:trace>
  <inkml:trace contextRef="#ctx0" brushRef="#br0" timeOffset="48450.59">10609 7543 0,'0'0'0,"0"0"15,0 0-15,17-25 16,77-94-1,0-9 1,-17 35-16,59-103 16,-8 1-16,-51 110 15,-17 33 1,-18 1-16,-25 34 16</inkml:trace>
  <inkml:trace contextRef="#ctx0" brushRef="#br0" timeOffset="48613.41">11053 6582 0,'-9'0'0,"1"17"0,-1 43 16,35 34 0,51-1-16,42-33 15,1-43 1,59-43-16,34-50 16,-76-1-1,-18 9-15,26 25 16,-76 26-1</inkml:trace>
  <inkml:trace contextRef="#ctx0" brushRef="#br0" timeOffset="48862.09">11403 7186 0,'0'0'0,"0"17"0,8 51 15,1 34 1,-1-17-16,9-8 16,9-1-1,-17-7-15,-1-10 16,1-25-1</inkml:trace>
  <inkml:trace contextRef="#ctx0" brushRef="#br0" timeOffset="49133.92">12717 7025 0,'9'0'0,"25"17"16,51-9-1,0-8-15,1 0 16,8 0-1,-18 0 1,-41 9-16</inkml:trace>
  <inkml:trace contextRef="#ctx0" brushRef="#br0" timeOffset="49424.12">12726 7509 0,'0'0'0,"0"0"0,0 0 15,8 0 1,18 9-16,25 8 16,34-9-1,9-16-15,-51 8 16</inkml:trace>
  <inkml:trace contextRef="#ctx0" brushRef="#br0" timeOffset="49958.65">14177 7093 0,'0'0'0,"-9"0"16,0 25-16,-33 43 16,-26 51-1,-1 0-15,1-25 16,0-18 0,16-16-16,27-26 15,8-8 1,8-18-16,9 1 15,9-18 1,25-8-16,34 0 16,26-8-1,-17-9-15,-9 16 16,18 10 0,-10 8-16,-16 17 15,-17 9 1,-9 16-16,-17 26 15,-26 34 1,-25-8-16,0-26 16,0-26-1,0-8-15,8-8 16,1-18 0,16 1-1</inkml:trace>
  <inkml:trace contextRef="#ctx0" brushRef="#br0" timeOffset="50197.49">14364 6931 0,'9'9'16,"42"42"-16,77 17 0,120 8 15,119 1-15</inkml:trace>
  <inkml:trace contextRef="#ctx0" brushRef="#br0" timeOffset="52642.91">25656 6812 0,'0'0'0,"0"26"15,17 33 1,-8 35-16,8 50 16,-9 26-16,1-17 15,-18 35 1,-8-18 0,9-51-16,8-43 15,0-25 1,0-25-16,0-1 15,0-16-15,17-9 16,17-34 0,51-68-1,9-43-15,9-25 16,-10 0-16,-16 17 16,-26 51-1,-8 17 1,-9 8-16,0 9 15,-17 34 1</inkml:trace>
  <inkml:trace contextRef="#ctx0" brushRef="#br0" timeOffset="52881.96">26689 7671 0,'0'0'0,"0"0"16,34-8 0,43-1-16,51-8 15,17 0 1,-17 0-1,0-9-15,-68 18 16</inkml:trace>
  <inkml:trace contextRef="#ctx0" brushRef="#br0" timeOffset="53323.78">28225 8003 0,'0'0'0,"9"-17"0,8-34 15,42-43 1,35 9-16,0 9 16,17-27-1,-26 10-15,-50 8 16,-10 8 0,-16 35-16</inkml:trace>
  <inkml:trace contextRef="#ctx0" brushRef="#br0" timeOffset="53486.83">28370 7535 0,'0'0'0,"34"17"15,77 17-15,43 0 16,17-8 0,-9-9-16,-43-9 15,-50-16 1,-18-1-16,-34 9 15</inkml:trace>
  <inkml:trace contextRef="#ctx0" brushRef="#br0" timeOffset="53647.7">28669 8037 0,'-9'17'0,"-16"68"0,-9 93 15,8-25 1,35-76-16,-1-43 16</inkml:trace>
  <inkml:trace contextRef="#ctx0" brushRef="#br0" timeOffset="57628.55">30043 7663 0,'0'0'0,"9"0"0,16 0 16,35 17-1,25 0-15,-8-9 16,-17 1-1,0-18-15,-35 9 16</inkml:trace>
  <inkml:trace contextRef="#ctx0" brushRef="#br0" timeOffset="57879.69">30017 8147 0,'9'0'0,"17"0"0,59 17 16,17-8-16,-16-9 15,8 0 1,-35 0-1</inkml:trace>
  <inkml:trace contextRef="#ctx0" brushRef="#br0" timeOffset="58508.78">31528 7637 0,'0'0'0,"0"0"0,0 9 15,-8 8-15,-1 25 16,0 18 0,-8 16-16,-8 9 15,-1-8 1,1-9 0,8-9-16,-1-16 15,10-18-15,-1 1 16,9-1-1,0-8-15,26 9 16,8-1 0,17-8-16,43 9 15,43-18 1,-9-8-16,-34-8 16,8-1-1,1 1-15,-35-1 16,-17 1-1,-25-9-15,-18 0 16</inkml:trace>
  <inkml:trace contextRef="#ctx0" brushRef="#br0" timeOffset="58714.09">32083 8062 0,'0'0'0,"0"0"0,-9 26 15,1 50 1,-1 52-16,-8 67 16,9 44-1,8 101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43:08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20262 8096 0,'8'0'0,"61"9"0,67-1 0,812 1 0,-470 8 0,51 8 16,-17 18-16,43 8 16,-9-9-1,0 9 1,26 9-16,-154-26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43:39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663 0,'0'0'0,"0"0"0,0 0 16,0 0 0,0 17-16,0 43 15,0 25 1,0 42-16,0-41 16,0 16-1,0 25-15,0-8 16,0-25-1,0-35-15,0-33 16,0-9 0,0-9-16,0-16 15,34-26 1,43-43-16,-9-8 16,0 26-1,0 16-15,-8 18 16,-17 8-1,-18 0-15,10 8 16,7 9 0,-16 9-16,-9 33 15,-8 35 1,-1 16-16,1-25 16,-1-25-1,9-9-15,0-9 16,9 1-1,25-26-15,60-51 16,0-60 0,-17-8-16,25-8 15,-16-26 1,-26 16-16,-18 44 16,-16 42-1,0 17-15,-18 17 16,-8 17-1</inkml:trace>
  <inkml:trace contextRef="#ctx0" brushRef="#br0" timeOffset="752.57">4199 1157 0,'0'0'0,"0"0"0,0 0 15,0 0 1,-8-9-16,-35 1 15,-8-1-15,-18 18 16,-33 8 0,0 17-1,-1 59-15,9 35 16,43-26-16,43-43 16,16-8-1,26 0-15,35-8 16,7-18-1,35-33-15,26-35 16,8-84 0,-34-18-1,-43 43-15,-25 9 16,-18 25-16,-16 25 16,0 9-1,-1 26 1,-8 8-16,0 8 0,0 18 31,0 42-31,9 17 16,-1 8-1,1-16-15,-9-18 16,0 1 0,0-18-16,17-16 15,8-1 1,-8-8-16</inkml:trace>
  <inkml:trace contextRef="#ctx0" brushRef="#br0" timeOffset="1238.71">5198 1191 0,'0'0'0,"0"0"0,0 0 15,0 0 1,0 0-16,-34 25 15,-18 60 1,1 34-16,17-8 16,0-26-1,-9 0-15,9 0 16,9-34 0,7-17-16,10-17 15,8-9 1,8-25-16,18-25 15,25-43-15,60-77 16,9 1 0,-18 59-1,-8 17-15,-9 17 16,-8 17 0,-9 17-16,-16 17 15,-10 17 1,-16 17-16,-9 34 15,-17 59 1,-17 43-16,-9-42 16,-8-26-1,9-26-15,8-25 16,17-17 0,0-8-16,25-9 15,1 0-15</inkml:trace>
  <inkml:trace contextRef="#ctx0" brushRef="#br0" timeOffset="1459.98">6768 1080 0,'0'0'0,"0"9"15,-17 42 1,-17 51-16,-26 59 15,9-8-15,0-25 16,17-26 0,0-43-1,16-25 1,1-17-16,17-17 16</inkml:trace>
  <inkml:trace contextRef="#ctx0" brushRef="#br0" timeOffset="1644.26">6171 1267 0,'17'0'0,"60"26"0,34 16 16,42-8-16,78-17 15,119 0 1</inkml:trace>
  <inkml:trace contextRef="#ctx0" brushRef="#br0" timeOffset="12524.87">23531 1063 0,'0'0'0,"-9"9"0,1 33 16,-1 18 0,9 42-1,9 0-15,16-26 16,1-16-1,0-18-15,-1 1 16,18-18 0,17-8-16,16-34 15,35-51-15,17-34 16,-8 9 0,-18-1-1,-8 9-15,-43 17 16,-25 26-1,-17 8-15,-1 25 16,1-16-16,-1 25 16,-8 0-1,0 25-15,0 26 16,0 17 0,0 34-1,0 26 1,9-35-16,-9-25 15,8-25-15,1-26 16</inkml:trace>
  <inkml:trace contextRef="#ctx0" brushRef="#br0" timeOffset="12953.65">25511 519 0,'0'0'0,"-17"8"16,-26 52-16,-8-9 16,8 8-1,-16 35 1,7-1-16,18-16 15,17-9-15,0-17 16,17 0 0,17 0-16,0-8 15,17 8 1,18 0-16,-1 8 16,0-8-1,-8-8-15,-18-9 16,-16 0-1,-9 0-15,-17 8 16,-17 9 0,-26 0-16,-34-8 15,34-35 1,43-8-16</inkml:trace>
  <inkml:trace contextRef="#ctx0" brushRef="#br0" timeOffset="13389.94">26279 1063 0,'0'0'0,"0"0"0,9 17 16,8 9-1,0 8-15,8 0 16,35 8 0,0-16-16,0-9 15,16-17 1,1-17-16,0-9 16,-17-16-1,-26-9-15,-17-9 16,-34 9-1,-17 0 1,-26 8-16,-17 18 16,9 16-1,0 18-15,16 16 16,1 35-16,17 34 16,34 33-1,34 1 1,43-18-16,77-25 15,144 34-15</inkml:trace>
  <inkml:trace contextRef="#ctx0" brushRef="#br0" timeOffset="20766.88">2287 6770 0,'0'0'0,"0"0"16,17 25-16,1 18 16,7 16-1,-16 18-15,-9 50 16,-9 52-1,-16-1 1,7 1-16,1 8 16,-17-25-1,17-26-15,0-9 16,-9-8 0,9-25-16,9-35 15,8-16 1,0-17-16,8-9 15,18 0 1,25 0-16,43-9 16,43-25-16,-1-8 15,1-10 1,33 1 0,1 9-16,-9 16 15,35 9-15,-1 9 16,17-1-1,35 18-15,8 8 16,26 9 0,-1-18-1,1 1-15,34 8 16,17 0 0,8 8-16,-8 18 15,-35-9 1,78 8-16,-18 9 15,-42-25 1,17-1-16,-34 1 16,8-9-16,-17-9 15,-34-8 1,-8-8 0,-26-9-16,-9 8 15,-51 1 1,-25-18-16,-35 9 15,-33 0-15,-27 0 16,-16 0 0,-9-8-1,0-9-15,9-43 16,8-42 0,-9-25-1,-8-43-15,9-43 16,0 17-16,8-16 15,8-120-15</inkml:trace>
  <inkml:trace contextRef="#ctx0" brushRef="#br0" timeOffset="26172.04">22063 6412 0,'0'9'0,"-9"16"0,1 26 16,-1 26-1,-16 34 1,-1 8 0,-8-9-16,0 1 15,-9-1-15,9-25 16,17-17-1,0-8-15,17-18 16,8 1-16,9-9 16,9-9-1,17 1-15,25-1 16,34-8 0,26-8-1,35-18-15,41-8 16,27-17-1,8 9-15,8-1 16,35 9 0,0 9-16,8 8 15,26 17 1,8 8-16,26 9 16,-17 0-1,-9 0-15,17 9 16,9 0-1,9-9-15,-1 8 16,9 1 0,-8 8-16,8-9 15,-9 18 1,1-26-16,-26-9 16,-43 1-1,17-1-15,-17 9 16,-34-8-1,-25 8-15,-1-9 16,-42-8 0,-34-8-1,-26-18-15,-26 1 16,-42-1-16,-26 1 16,-8-1-1,-9 1-15,-9-18 16,-8-33-1,-17-26-15,-17-51 16,0-26-16,-17-119 16</inkml:trace>
  <inkml:trace contextRef="#ctx0" brushRef="#br0" timeOffset="33045.91">26407 8862 0,'0'0'0,"0"0"16,-8 0 0,-1 17-16,-25 42 15,-26 60-15,-25 43 16,-1 33 0,27-24-1,8-18-15,8 17 16,17-26-1,9-16-15,0 8 16,0-9 0,17-33-16,0-26 15,9-8 1,16-9-16,9-9 16,26 1-1,17-9-15,25-9 16,9-8-1,17-8-15,34 8 16,26-9 0,9 1-16,33-1 15,0 1 1,35 8-16,17 0 16,-18 0-16,1-17 15,8 0 1,-9 0-1,-16 0-15,8 8 0,-17 1 16,9-18 0,-35 1-1,-8-1 1,-9-8-16,-42 9 16,-18-9-1,-16 0-15,-52 8 16,-25 1-1,-18-1-15,-16 1 16,-1-1 0,9-16-16,1-35 15,16-76 1,17-17-16,9-17 16,8-26-1,9 1-15,17-1 16,-1 1-16,-7 33 15,-9 34 1,-26 35 0,-26 33-16,-16 26 15,0 17 1,-1 0-16,-8 9 16,-8-1-1,-1 9-15,-34 0 16,-34 0-1,-68 9 1,-34 8-16,8 0 16,-42-9-16,-26 1 15,-25-26 1,-18-9-16,-60-16 16,-84-9-1,-44 8 1,-8 18-16,-76 33 15,-44 9 1,9 34-16,-34 60 16,213-18-1</inkml:trace>
  <inkml:trace contextRef="#ctx0" brushRef="#br0" timeOffset="36322.56">24427 13692 0,'0'0'0,"-9"60"0,-8 101 16,0 111-1,9 18-15,8 7 16,-17 86 0,-17-51-16,-26 16 15,-8 18 1,25-111-16,0 9 16,26-18-1,17-93-15,9 26 16,25 8-1,-9-68-15,10-42 16,33-9 0,26 0-16,51-26 15,68-33 1,60-26-16,26 0 16,60 0-1,-27 0-15,-24-9 16,42 18-1,-60 8-15,34 17 16,-42 0 0,-43-9-16,0 1 15,-94-9 1,-26 0-16,-8 0 16,-8-9-1,-9-25-15,-1-42 16,-7-60-1,8-43-15,17-85 16,-18-42 0,-7 0-16,-9-51 15,8-17 1,0-9-16,-8 17 16,-34 43-1,0 17-15,-9 25 16,-9 35-1,-16 25 1,-9 34-16,-9 68 16,-16 16-1,8 27-15,-9 8 16,-8 17-16,-34 0 16,-35 17-1,-50 17 1,-78 25-16,-34 9 15,-84 26 1,-70 16-16,-24 1 16,24-18-16,18 9 15,-102 43 1,101 8-16</inkml:trace>
  <inkml:trace contextRef="#ctx0" brushRef="#br0" timeOffset="37615.42">23795 15912 0,'0'0'0,"-8"0"0,-9 0 15,-17 25-15,-9 9 16,-17 17 0,-8 0-16,-9 0 15,-8 0 1,-35 26 0,-16 8-16,-9 0 15,-9 9 1,-42-9-16,-1-17 15,-7-26 1,-27 1-16,-42-1 16,-9 1-1,-25-9-15,-9-9 16,1-8 0,-35-8-16,8-9 15,-42 8 1,-17 9-16,17-8 15,0-18-15,-17-25 16,-9-8 0,9 8-1,-17-9-15,17 9 16,16 9 0,-16-9-16,0 8 0,43 18 31,-1-18-31,9 9 15,52 9 1,16-18-16,34 1 16,44-9-1,24-9-15,44-8 16,25 17 0,34 17-16,34 0 15,9 9 1,17 8-16,17 0 15,0 0 1,0 8-16,17 18 16,0 16-1,9 9-15,-1-8 16,1-1 0,-17-16-16,-1-1 15,1-16 1,-18-1-16,1 1 15,-27-1 1,-16 1-16,-34-9 0,-35-34 31,1-9-31,17-16 16,25-1 0,17 9-16,17 0 15,18 26 1,8 8-16,17 0 15,0 8 1,25 9-16,26 0 16,35 9-1,25-1 1,25 1-16,35-26 16,25-17-16,35-17 15,110-18 1</inkml:trace>
  <inkml:trace contextRef="#ctx0" brushRef="#br0" timeOffset="70403.96">12888 9159 0,'25'0'0,"44"9"0,144 16 16,871 1-16,-657-52 0,25-16 0,35 8 15,42 17 1,8 8-16,-24 26 16,-1 26-1,17-1 1,-17-16-16,-43-9 15,35-9 1,-86-8-16</inkml:trace>
  <inkml:trace contextRef="#ctx0" brushRef="#br0" timeOffset="71126.64">13229 16694 0,'0'-8'0,"34"-26"0,35-43 15,7-8-15,-7 17 16,-18 26 0,-8 8-16,33 0 15,69 0 1,9 17-16,77 0 15,59 8 1,77 1-16,42-9 16,-33 8-1,59 0-15,60 1 16,94-1 0,85-16-16,69-9 15,-52 25 1,95 18-16,-309 8 15</inkml:trace>
  <inkml:trace contextRef="#ctx0" brushRef="#br0" timeOffset="84229.68">22729 9057 0,'0'0'0,"0"-8"16,25-18-16,35-8 15,42-8 1,18-9-1,33 0-15,27 0 16,-35 25-16,-17 9 16,0 9-1,-9 8-15,-33 17 16,-35 0 0,-8 17-16,-18 8 15,-16 26 1,-9 34-16,-43 26 15,-25-1 1,8 9-16,0 26 16,18-17-1,16-18-15,34-16 16,27-18-16,7-25 31,-25-42-31</inkml:trace>
  <inkml:trace contextRef="#ctx0" brushRef="#br0" timeOffset="84383.18">23992 11030 0,'-9'9'0,"9"-1"0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53:09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4967 7637 0,'0'0'0,"0"0"0,0 0 15,0 0 1,0 0-16,0 0 15,0 0 1,0 0 0,0 9-16,52 8 15,67 8-15,9-8 16,-43-8 0,26-1-16,94-8 15,-43 0 1,-8 0-16,85 0 15,-60 9 1,43-1-16,34 1 16,-25-9-1,33 17-15,-8-9 16,17-8-16,35 0 16,-44 0-1,120-8-15,-25-1 16,-86 9-1,77-8-15,-86 8 32,138-9-32,-10 1 15,-144 8-15,178-9 16,-50-8-16,-103 9 16,103-1-1,-86 9-15,43-8 16,-26 8-1,-60 8-15,18 9 16,17 0 0,8 0-1,-17-17 1,34 0-16,-25-8 16,0 8-16,-9 0 15,-9-9-15,-8 9 16,-42 9-1,16-9 1,-17 8-16,18-16 16,33 8-1,-50 8-15,42-16 16,-51-1 0,42-8-16,-8 0 15,-25-8-15,25-1 16,-18 9-1,18 0 1,-51 0-16,-17 8 16,42 1-1,-59-1 1,-26 9-16,9-8 16,-69-1-1</inkml:trace>
  <inkml:trace contextRef="#ctx0" brushRef="#br0" timeOffset="1734.84">21807 7935 0,'0'0'0,"8"0"0,26 17 16,69 17 0,51 0-1,84 0-15,78-9 16,43-25-16,85-8 16,-1-18-16,18-8 15,34 26 1,9 16-1,68 1-15,51 8 16,111 8 0,17 18-16,26 50 15,33 26 1,35-34-16,-367-42 16</inkml:trace>
  <inkml:trace contextRef="#ctx0" brushRef="#br0" timeOffset="12717.47">9303 8853 0,'0'0'0,"0"0"16,0 0-16,0 17 15,0 17 1,-8 17-16,-1 0 15,0 0 1,1-8-16,8-9 16,0 0-1,0-9-15,17 1 16,9-9 0,25 0-16,9-9 15,8 1 1,26-9-16,0-9 15,25 1 1,18 8-16,-1-9 16,1 9-1,-1 0-15,18 0 16,0 26 0,33 8-16,52-9 15,-8 1 1,16-9-16,1-9 15,-26 1 1,8 8-16,-42 0 16,-9-9-16,-8 1 15,-52-9 1,-25 0 0,-8 0-16,-18-9 15,-8-16 1,-18-9-16,1-17 15,-17-17 1,-1-17-16,-8-17 16,-8 0-1,-1 0-15,-8 51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54:45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13724 11966 0,'0'0'0,"0"0"0,0 0 16,0 0-16,0 0 15,-8 0-15,-1-9 16,-8 9 0,-43 0-1,-42 17-15,-35 43 16,9 42 0,-17 34-16,-94 68 15,60 26 1,94-35-16,8 52 0,17-60 31,60-85-31,34 68 16,0 0-1,9-68-15,94-8 0,25-9 16,-9-17 0,95-9-1,-69-33 1,-42-52-16,76-25 15,-51 9 1,-59-43-16,33-94 16,-8-33-1,-59-35-15,-27-17 16,-42-8 0,-42 9-1,-35 33-15,-43 0 16,-93 18-16,-94 50 15,-35 60 1</inkml:trace>
  <inkml:trace contextRef="#ctx0" brushRef="#br0" timeOffset="14183.16">25050 7909 0,'0'0'0,"0"9"0,9 33 16,33 69-16,35 8 16,34 0-16,9 25 15,-10-7 1,44 16 0,34 8-16,-9 1 15,0-9 1,18 0-16,25 17 15,34 26 1,-43-26-16,-8 25 16,8 9-1,-8-16-15,51 33 16,-51-17 0,-43-26-16,51 26 15,-8-8 1,-8-34-16,-10-9 15,1 8 1,34-16-16,-68-35 16,-18 1-1,1 0-15,-43-26 16,-26-26 0,-17 1-1,-17-18-15,-8-16 16,-9-1-1,-8-8-15,-1-8 16,1-1-16,-1 1 16,9-18-1,0-8 1,43-25-16,51-52 16,51-42-16,-17 17 15,-34 0 1,26-17-16,-1 0 15,-16 17 1,-35 25 0,-25 9-16,8-8 15,-8-1-15,-26 35 16,-8 24 0,-18 1-16,-8 9 15,-8 8 1,-1-9-1,-8 1-15,-9 8 16,-16-9 0,-35 1-16,-8-1 15,-35 1 1,1-9-16,-1-9 16,-51-42-1,1-17-15,-9-17 16,-35-17-16,9 0 15,0-26 1,-25-8 0,8 9-16,-25-26 15,33 8 1,1 9-16,-18-17 16,18 8-1,-34 1-15,59 16 16,26-16-1,-52-10-15,52 35 16,17-8 0,-60-9-16,34 34 15,26 8 1,-17 9-16,17 25 16,34 9-1,60 26-15,0-18 16,-9 1-1,9 8-15,17 17 16,-1 17 0,18 0-16,0 17 15,0 0 1,9 8-16,-1 1 16,1 8-1,-1 0-15,1 0 16,-35 25-1,-42 60-15,-52 68 16,-119 111 0,8 17-16,69-18 15,-43 43 1</inkml:trace>
  <inkml:trace contextRef="#ctx0" brushRef="#br0" timeOffset="40085.21">28840 13709 0,'0'0'0,"0"0"0,0 0 15</inkml:trace>
  <inkml:trace contextRef="#ctx0" brushRef="#br0" timeOffset="41892.47">28840 13590 0,'0'0'0,"0"0"0,0 0 16,0 0-16,0 0 15,0 0 1,0 0-1,0 0-15,0 0 16,0 0 0,-9 0-16,1 0 15,-1 9 1,0-9-16,-16 0 16,-1 0-1,1 8-15,-10 1 16,1-1-1,0 1-15,0-1 16,-9 9 0,-16 9-16,7 8 15,-7 0 1,-1 8-16,-8 35 16,-9 25-1,9 8-15,-1 1 16,10-9-1,-1 9-15,9-1 16,-1-16 0,18-18-16,17 1 15,0 8 1,0 8 0,0-8-16,17-8 15,9-1-15,16 1 16,9 0-1,9-1-15,0-8 16,-1 17 0,1-8-1,0-9-15,8 0 16,0-9-16,17 9 16,1-8-1,7-1-15,1 9 16,0 9-1,0-17-15,0-1 16,-1 1 0,18-1-16,-8 1 15,-1-9 1,0 0-16,9 17 16,0-9-16,9-8 31,-10 9-31,1-1 15,-17-16 1,9 8-16,7 0 16,1-9-16,-8 1 31,-1-9-31,0 9 16,9-1-16,-17 1 15,0-9-15,-9 0 16,9 0-1,-17-9 1,-1 1-16,1-1 16,0 1-1,0-9-15,-1 0 16,18 0 0,9 0-16,-10-9 15,1 1 1,9-1-16,-10 1 15,-16-1 1,17 1-16,17-1 16,-9-8-16,-25 0 15,0 0 1,-9 0 0,0 0-16,-8 0 15,-1 0 1,-7 0-16,16-8 15,17-1-15,0 1 16,1-18 0,-1 1-1,-8-1-15,8 1 16,-8-18 0,8-8-16,0 0 15,-8 0 1,0-8-16,-9-10 15,0-7 1,-8-1-16,-1-8 16,1-8-1,-17 16-15,-18 18 16,1-1 0,-1 1-1,-8 8-15,0 0 0,-8-17 31,-1-9-31,1 9 16,-1 0-16,1 8 16,-1-8-16,-8 9 15,0 8 1,-9-17 0,-16-9-16,-1 9 15,0 0 1,1 9-16,-18-9 15,0 8-15,0 1 32,-8-1-32,-17-8 15,-18-17-15,1 8 16,-9 9 0,9 0-1,-9-8-15,-9-9 16,-25-26-16,0 1 15,17 25 1,-51-9-16,0 9 16,16-9-1,-59-33 1,1 16-16,7 18 16,-33 8-16,-26 8 15,-18 18 1,-7 8-16,-1 17 0,-8 17 31,-69 8-15,-8-8-16</inkml:trace>
  <inkml:trace contextRef="#ctx0" brushRef="#br0" timeOffset="90277.12">28925 13326 0,'0'0'0,"0"0"15,0 0-15,0 0 16,0 0-1,0 0-15,0 0 16,0 0 0,0 0-16,-9-8 15,-16-1 1,-9 1-16,0 8 16,-1 8-1,-41 27-15,-52 50 16,-43 59-16,9 9 15,25 0 1,1-8 0,25-18-16,34-16 15,17-9 1,17-25-16,9-9 16,0-9-16,17-8 15,0 17 1,8 0-16,9 17 31,17 9-31,9 8 16,8-9-1,0 9-15,18 18 16,7-10 0,1 9-16,8-8 15,9-1 1,26 1-16,8-1 15,17 1 1,17-9-16,-9 9 16,18-1-1,8 1-15,0-9 16,-17-9 0,34 9-16,26 0 15,0-8 1,26-9-16,-9-25 15,-1-18-15,1-8 16,0-8 0,9 16-1,-78-16-15,18 25 16,25 17-16,-68-17 16,-17-17-1,34 0 1,18-9-16,-35-25 15,-52-8 1,-24-18-16,7-8 16,27-42-1,-1-9-15,-8-34 16,-9-52 0,-25-7-16,-18-9 15,-25-17 1,-17 0-16,-17-9 15,-43-17 1,-16 9-16,-27 9 16,-34-9-1,-33 8-15,-27-8 16,-25 8 0,-25 26-16,-44 42 15,-33-8 1,-17-8-16,-44 33 15,-16 26 1,-26 9-16,-119 25 16,145 42-1</inkml:trace>
  <inkml:trace contextRef="#ctx0" brushRef="#br0" timeOffset="105470.37">23702 7969 0,'0'0'0,"0"0"0,0 0 0,0 0 31,0 0-31,0 0 0,0 0 32,-9 8-32,-17 18 15,-33 33-15,-18 26 16,-26 51 0,-33 51-1,-26 18-15,34-10 16,68-8-1,17 17 1,18-8-16,16-26 31,9-34-31,51-8 16,120-1 0,34-59-16,85-102 0,26-51 15,-52-17-15,-33-17 16,-35-34-1,-8-17 1,-69 8-16,-67 26 16,-44 17-16,-59-51 15,-51-8 1,-112 33-16,-178 17 16,-129 69-1,-94 110-15,197 8 16</inkml:trace>
  <inkml:trace contextRef="#ctx0" brushRef="#br0" timeOffset="107279.54">28908 13845 0,'0'0'0,"-9"0"16,-8 0-16,-8 0 15,-1 0 1,-17 0-16,-33 0 15,-52 17 1,-52 17-16,18 17 16,17 0-16,26 0 15,33-8 1,35 8 0,-9 8-16,-17 27 15,9 24 1,0 18-16,17 25 15,17 8 1,25-8-16,35 34 16,25 9-1,9-34-15,-9-35 16,34 43 0,60 0-16,17-25 15,1 25 1,58 43-16,-24-60 15,33 0 1,35 17-16,8-25 16,9-18-1,76 1 1,-25-9-16,-77-26 16,43-8-16,-43-25 15,-26-26 1,-25-9-16,-17-8 15,0-25 1,16-18-16,-41-8 16,-44-8-1,9-26-15,-8-9 16,-35-8 0,-17-25-16,-17-35 15,-42-25 1,-35-26-16,-59-50 15,-26-18 1,-17 9-16,-43-17 16,-8 8-1,0-25-15,0 0 16,-1 17 0,-16 8-1,-51-8-15,-27 8 16,-67 35-16,-94-9 15,-43 67-15,-60 61 32,-8 16-32,136 26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19:57:00.4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3844 0,'0'0'0,"0"0"16,0 0-16,0 0 16,0 0-16,0 0 15,35-8 1,75-1-16,61-25 15,171 0 1,42-9-16,34 26 16,68 26-1,9 16 1,52 9-16,84 26 16,86 0-1,-290-35-15</inkml:trace>
  <inkml:trace contextRef="#ctx0" brushRef="#br0" timeOffset="11330.46">12009 8709 0,'0'0'0,"0"0"16,0 0-16,0 0 16,0 0-1,0 0-15,0 0 16,-9 0 0,1 17-16,-9 17 15,-1 17-15,1 8 16,0 1-1,9-1 1,-1 1-16,9-9 16,9-9-1,8 1-15,0-18 16,0 1 0,17-9-16,34 0 15,26-9 1,26 1-16,-18-9 15,9-9 1,34-8-16,9 9 16,17-1-1,-1-8-15,35 9 16,17-1-16,26 1 16,-9-1-1,-9 1 1,-8-1-1,17 9-15,17 0 16,17 0-16,-8 9 16,-1-9-1,-8 0-15,0 8 16,9 1 0,-35 16-16,-25 9 15,-26-8 1,1 16-16,-1-8 15,-34 0 1,-43-8-16,-8-9 16,-8 8-1,-27-16-15,-16-1 16,-17-8 0,-1 0-16,1-8 15,-1-1 1,1-8-1,-9-8-15,0-9 16,0-17-16,0-17 16,-8 17-1,-1 25-15</inkml:trace>
  <inkml:trace contextRef="#ctx0" brushRef="#br0" timeOffset="20387.25">5864 10486 0,'0'0'0,"0"0"15,0 0 1,-9-8-16,0-1 15,1 0 1,8 1-16,0 8 16,0 0-16,0 0 15,0 0 1,0 0-16,0 0 16,26 0-1,25-9-15,51 9 16,52-8-1,8-9-15,51 8 16,52 1 0,34-9-16,42-9 15,43 18 1,0 16 0,9 1-16,25-9 15,26-26 1,-43-8-16</inkml:trace>
  <inkml:trace contextRef="#ctx0" brushRef="#br0" timeOffset="25112.53">6094 11209 0,'0'0'0,"0"0"16,0 0-1,8 0-15,1 0 16,-9 0-16,9-9 15,16 1 1,26 8-16,35 0 16,67 25-1,44 9 1,16 17-16,60 0 16,86-8-1</inkml:trace>
  <inkml:trace contextRef="#ctx0" brushRef="#br0" timeOffset="26649.09">10430 11311 0,'0'0'0,"0"0"16,0 0-16,0 0 15,0 0 1,17 0-16,17 0 16,0 0-1,26 0-15,42 0 16,9-9-1,94 1-15,68-9 16,77 0 0,26 0-16,8 8 15,25 1 1,69 8-16,51 25 16,-25 1-1,-94-1-15</inkml:trace>
  <inkml:trace contextRef="#ctx0" brushRef="#br0" timeOffset="48771.62">6222 12952 0,'0'0'0,"0"0"0,0 0 16,0 0-16,0 0 16,0 0-1,0 0-15,0 0 16,0 17 0,0 26-1,0 25-15,-9 8 16,9-8-1,0-8 1,-8 0-16,-1 8 0,-16 0 16,8-9-1,0-8-15,0-8 32,17-18-32,0-8 15,0-8-15,0-1 16,0 1-16,0-1 15,0 1 1,8-1 0,9 1-16,17-1 15,18-16 1,33-1 0,0 1-16,18-9 15,25 0-15,17 8 16,0 1-1,17-9-15,26 8 16,-18 1 0,1 8-16,8 0 15,-16 8 1,-18 9 0,-9 0-16,1 0 15,-18 17 1,-16-8-16,-18 8 15,-8 8-15,-9-16 16,-17-9 0,-17-9-16,-8 1 15,-17-9 1,8-9-16,0-25 16,8-34-1,1-42 1,8-35-16,43-136 15</inkml:trace>
  <inkml:trace contextRef="#ctx0" brushRef="#br0" timeOffset="52387.28">27841 12901 0,'0'0'0,"0"0"15,0 0-15,0 0 16,0-17-16,17-34 15,17-34 1,0 0 0,-8 17-1,17-25-15,25-52 16,0 0-16,-17 43 16,-8 26-1,8-1 1,0 9-16,-8 9 15,-9 16-15,-8 9 16,-9 17 0,-8 9-16,-1 8 15,-8 8-15,9 26 32,-9 26-32,-9 59 15,1 8-15,8-25 16,8-34-1,9-25-15,9-18 16,25-25 0,43-51-1,25-42-15,-8-1 16,-17-8-16,9-25 0,-10-9 31,-16 25-31,-43 69 16</inkml:trace>
  <inkml:trace contextRef="#ctx0" brushRef="#br0" timeOffset="53361.54">29795 11643 0,'0'0'0,"-8"8"15,-9 35 1,-26 25 0,-8 8-16,-17 43 15,-9 9 1,26-26-16,8-34 15,17-26 1,9-16-16,0-1 16,17-16-1,0-9-15,9-9 16,25-42-16,43-59 16,17-9-1,0 0 1,-9-9-16,0 9 15,9 17-15,-26 34 16,-8 26 0,0 8-1,8 17-15,-8 17 0,-17 17 32,-9 17-32,0 34 15,-26 25 1,-33 1-16,-35-18 15,-17-8 1,-8-8 0,8-18-16,9-16 15,0-18-15,-1-8 16,9-17 0,35 9-16</inkml:trace>
  <inkml:trace contextRef="#ctx0" brushRef="#br0" timeOffset="53641.23">30845 12068 0,'0'0'0,"0"0"15,17 8-15,0 9 16,1 0 0,7 0-16,-8-8 15,-8-1-15</inkml:trace>
  <inkml:trace contextRef="#ctx0" brushRef="#br0" timeOffset="53979.67">32143 11379 0,'0'0'0,"-9"8"0,1 26 16,-1 69-1,-25 33 1,-17 8-1,-18 52-15,-7-1 0,7-76 32,-8 9-32,9 0 15,34-26-15,17-34 16,17-34 0</inkml:trace>
  <inkml:trace contextRef="#ctx0" brushRef="#br0" timeOffset="54270.88">32672 11728 0,'0'0'0,"-17"34"15,-26 59-15,-25 43 16,-1 34 0,10-25-16,-1-17 15,-8 16 1,8-25-16,26-34 16,8-34-1,9-17-15,9-17 16,8-8-1</inkml:trace>
  <inkml:trace contextRef="#ctx0" brushRef="#br0" timeOffset="54458.18">31793 11983 0,'0'0'0,"0"0"0,17 17 16,51 25-16,86 43 15,153 60 1</inkml:trace>
  <inkml:trace contextRef="#ctx0" brushRef="#br0" timeOffset="56255.88">24214 12893 0,'0'0'0,"0"0"16,0 0-16,0 0 15,0 0 1,-9 25-16,1 18 16,-1 33-1,-8 35-15,0 33 16,8 18-1,1 34 1,-9 33-16,8 35 16,-25 42-1,-17 26-15,0-18 16,17-16-16,-1 8 16,10-17-1,8-16-15,8-27 16,9-25-1,0-25 1,0-26-16,-8-25 16,8-9-1,0-9-15,8-42 16,9-34 0,9-34-16,-18-8 15</inkml:trace>
  <inkml:trace contextRef="#ctx0" brushRef="#br0" timeOffset="57502.15">24273 13088 0,'0'0'0,"0"0"15,17 0-15,77-17 16,51-8 0,9-9-16,42-9 15,1 9 1,16 0-1,-8 9-15,-43 8 16,26 17-16,-9 0 16,-59 8-1,-18 9-15,-17 0 16,-8 0 0,0 0-1,-17 9-15,-9-9 16,-26-9-1,1 1-15,-9-1 16,-8 1 0,-1-1-16,1 1 15,-1-1-15,1 9 16,-1 26 0,-8 42-16,-17 51 15,-8 43 1,-9 50-1,-1 35-15,1 34 16,0 25 0,0-9-1,8 10-15,9-10 0,9-42 16,8-17 0,8-16-1,1-27-15,-9-42 16,0-25-1,0-18-15,8-33 16,1-26-16,-1-17 16,-8-8-1,0-18-15,0-8 16,0-8 0,0-1-1,0 1-15,0-1 16,0-8-1,0 0-15,0 0 16,0 0 0,0 9-16,-8-1 15,8 1 1,-9-1-16,1 1 16,-1-1-16,-8 1 15,-8-1 1,-27 1-1,-50-9-15,-35 8 16,-16-16 0,-78-1-16,-16 9 15,-9 0-15,0 0 16,25-8 0,35-9-1,136 8-15</inkml:trace>
  <inkml:trace contextRef="#ctx0" brushRef="#br0" timeOffset="58674.41">20817 12417 0,'0'0'0,"-9"0"0,1 0 0,-1 0 15,9 8 1,-8-8 0,-1 0-1,1 0 1,8 0-16,0 0 15,0 0-15,0 0 16,0 0 0,0 0-16,17-8 15,8-27 1,26-33-16,18-25 16,-1 8-1,0 17-15,9 0 16,8 8-1,-25 26 1,-9 0-16,-8 9 16,-17 8-16,-1 17 15,1 0 1,-1 8 0,1 35-16,0 8 15,-1 17-15,-8 0 16,0 8-1,-8 9-15,-1-17 16,1-25 0,8-9-16,0-8 15,26-9 1,25-17-16,17-43 16,26-59-1,17-34 1,0 0-16,-17 8 15,-34 26 1,-51 68-16</inkml:trace>
  <inkml:trace contextRef="#ctx0" brushRef="#br0" timeOffset="59554.76">22985 11643 0,'0'0'0,"0"8"0,0 26 16,-9 43-1,-25 59-15,-26 68 16,-17-9-16,9-41 16,0-1-1,17-43 1,25-42-16,9-34 15,8-8 1,9-18-16,0-25 16,17-59-1,26-35-15,25-42 16,26-60 0,9 43-16,-9 34 15,-1 0 1,-7 17-16,-1 26 15,1 25 1,-18 25-16,-8 18 16,-9 25-16,0 17 15,0 25 1,-8 35 0,-26-9-16,-17-9 15,-17 1 1,-43-1-16,-34 1 15,-25-26 1,59-17 0</inkml:trace>
  <inkml:trace contextRef="#ctx0" brushRef="#br0" timeOffset="60305.71">18265 12170 0,'0'0'0,"8"-9"16,35 1-16,34-18 16,17-8-1,-9 0-15,-17 0 16,-25 0 0,-17-8-1,-9-1-15,-17-8 16,-26-8-16,-34-9 15,-16 25 1,-1 26 0,-17 26-16,8 25 15,-24 51-15,7 34 16,43 0 0,52 8-16,42-8 15,26-25 1,42 0-16,26-26 15,9-17 1,16-34 0,129-9-16</inkml:trace>
  <inkml:trace contextRef="#ctx0" brushRef="#br0" timeOffset="60733.38">19408 11864 0,'0'0'0,"0"0"0,-17 17 15,-8 34 1,-18 42-16,9 26 16,8-8-1,9-26-15,17-25 16,0-18 0,9-16-16,8-18 15,17-16 1,26-26-16,25-60 15,0-34 1,-8 18 0,-8 33-16,-18 18 0,-9 8 31,1 8-31,-9 26 16,-17 9-1</inkml:trace>
  <inkml:trace contextRef="#ctx0" brushRef="#br0" timeOffset="61339.03">20151 11923 0,'0'0'0,"0"0"0,26-8 15,8-1 1,8 1-16,10-18 15,-10-8 1,1-8 0,-9-9-16,-17 0 15,-8 17 1,-18 0-16,-8 17 16,-26 8-1,-25 35-15,-17 42 16,8 25-1,34 1-15,18 33 16,25 1-16,17-52 16,0-42-1,0-8 1,17-26 0,17-26-16,9-25 15,-17-8-15,-1 8 16,-7 0-1,-1 8 1,8-8-16,1-8 16,0-1-16,-1-8 15,1 0 1,8 9-16,0 8 16,1 17-1,-1 0-15,-8 8 16,8 9-1,-9 0-15,1 9 16,0-1 0,-1 0-1,-16 1-15,-17 8 16</inkml:trace>
  <inkml:trace contextRef="#ctx0" brushRef="#br0" timeOffset="61567.48">21346 11234 0,'0'0'0,"0"0"16,8 0-1,10 17-15,16 0 16,25 0-16,10 0 15,-10-25 1,-24-1 0</inkml:trace>
  <inkml:trace contextRef="#ctx0" brushRef="#br0" timeOffset="61699.97">22097 10996 0,'-9'9'0,"-16"59"15,-69 59-15,-51 60 16,-34 35 0,-18 33-16,-42 34 15</inkml:trace>
  <inkml:trace contextRef="#ctx0" brushRef="#br0" timeOffset="63624.32">24342 14236 0,'0'0'0,"8"-8"0,43-18 15,43-16-15,60-9 31,0 8-31,16 18 16,44 16 0,-44 1-16,1 8 15,0 17 1,-35 8-16,-42-16 16,-43-1-1,-34-8-15</inkml:trace>
  <inkml:trace contextRef="#ctx0" brushRef="#br0" timeOffset="63988.73">25554 13786 0,'0'0'0,"0"0"16,8 8 0,52 18-16,42 8 15,26 8-15,0 1 16,0-1 0,-8-8-1,-35 0-15,-16 0 16,-35 0-16,-17 9 15,-34 25 1,-52 34 0,-42 17-1,-25-17-15,8-17 16,8-25-16,35-9 16,59-34-1</inkml:trace>
  <inkml:trace contextRef="#ctx0" brushRef="#br0" timeOffset="64406.35">26040 16082 0,'0'0'0,"-8"0"15,-9-9-15,-26-8 16,-51-8-1,-26-1-15,-25 18 16,-17 8 0,9 8-16,16-8 15,9 9 1,43-9-16,33-9 16,27-8-1,42-34-15,34-34 16,-17 34-1</inkml:trace>
  <inkml:trace contextRef="#ctx0" brushRef="#br0" timeOffset="64699.83">24760 15572 0,'0'0'0,"-9"0"15,1 0-15,-1 8 16,1 9-16,-1 9 16,-8 25-1,9 25 1,-9 18-16,-1 8 16,10 0-16,8-17 15,0-17 1,17-8-1,17-9-15,9-9 16,51 1-16,85-9 31,154 0-31</inkml:trace>
  <inkml:trace contextRef="#ctx0" brushRef="#br0" timeOffset="175297.85">8876 2373 0,'0'0'0,"34"0"0,43 8 0,248 26 0,-146-34 0,-34 0 16,-51 0-16,17 9 15,17-1 1,-43 1-16,-17 8 15,-16 0 1,-27 0-16,-16 0 16,-9 0-1,-26 17-15,-42 25 0,-17 9 32,-18-8-32,-8-1 15,-8-16 1,-1-17-1,43-9-15,52-9 16</inkml:trace>
  <inkml:trace contextRef="#ctx0" brushRef="#br0" timeOffset="175704.43">9312 3385 0,'0'0'0,"0"0"0,0 0 16,0 0-1,0 0-15,17 8 16,51 9-16,69 0 15,-9 0 1,51-25 0,68-1-16,-42-16 15,102-26 1</inkml:trace>
  <inkml:trace contextRef="#ctx0" brushRef="#br0" timeOffset="176512.36">11104 3342 0,'0'0'0,"0"0"15,0 0-15,17-8 16,17-9 0,43-43-16,25-42 15,-42 0 1,-9 9-16,43-9 16,51-43-1,-17 26-15,-51 42 16,-34 35-16,-18 16 15,-16 9 1,0 17 0,8 26-16,-9 50 0,-8 43 15,-25 17 1,-10 26 0,10-17-1,8-52-15,25-8 16,18-8-1,-1-9-15,-7-34 16,-10-26 0,43-33-16,77-18 15,34-33 1,-42-43 0,-35-17-16,1 25 15,-18 26-15,-34 42 16</inkml:trace>
  <inkml:trace contextRef="#ctx0" brushRef="#br0" timeOffset="177178.71">13485 2798 0,'0'0'0,"0"0"0,0 0 0,0 0 31,0 0-31,0 0 16,-8 8-16,-9 18 16,-18 25-16,-41 26 15,-10 42 1,18 0-1,0-17-15,-18 0 16,18-17 0,25-34-1,26-26-15,0 1 16,9-18-16,8 1 16,0-9-1,17-26 1,26-25-16,8-17 15,34-51 1,60-42-16,26 8 16,-60 51-16,-43 25 15,43-34 1,26 1-16,-9 33 16,-43 35-16,-34 8 15,9 17 1,8 17-16,-8 8 31,-17 9-31,-9 17 16,-9 9-1,-16 16-15,-35 18 16,-16-1 0,8-16-16,-18 0 15,-33-18-15,0-8 16,-35-34-1,18-8 1,42-26-16,26 17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00:28.0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4387 3232 0,'0'0'16,"0"0"-16,0 0 16,0 0-16,0 0 15,0 0-15,-9 8 16,-25 35 0,-34 67-1,-43 69 1,-8 25-16,16 17 15,1-17 1,8-17-16,26-8 0,33-52 16,18-50 15,17-9-31,26 0 0,34 9 16,-1-9-16,61-9 15,93-8 1,9-17-1,60-25-15,8-9 16,-17 17 0,34 0-1,-42 8 1,153 18-16,-42-1 16,-120-16-16,188 8 15,-60-9-15,-111-8 16,85 0-1,-59 0-15,0 9 16,-43-1 0,-103-8-1,10 9-15,-70-9 16,-41-9 0,-27 1-16,-16-1 0,-1-8 31,-8 0-16,-8-25-15,-9-26 16,-9-34-16,-17-34 16,18-34-1,25 0 1,34-17-16,51-43 0,18 0 16,-18 18-1,9 16 1,17 26-16,-26 51 15,-25 25 1,-26 35 0,-8 16-16,-18 9 15,-8 9 1,-17-1-16,-68-8 16,-111 0-1,-129-8-15,-110 8 16,-77 0-1,-86 8-15,-67 35 16,-78 16 0,-85 9-16,-59 43 15,417-26-15</inkml:trace>
  <inkml:trace contextRef="#ctx0" brushRef="#br0" timeOffset="2985.51">16737 3070 0,'0'0'0,"-9"0"0,-8 0 16,-17 0 0,-34 0-16,8 0 15,-25 26 1,-35 16-1,-42 43-15,0 17 16,8 26-16,9 8 16,-17 25-1,34 1-15,43-9 16,-1 34 0,27 9-16,25-1 15,34-16 1,34 0-16,17-18 15,43-16 1,85-1-16,17-25 16,69-34-1,8-25-15,17-34 16,26-26 0,-60-26-16,103-34 15,-35-16 1,-51-18-1,-25-16-15,-61-9 16,27-43 0,-78 9-16,-59 17 15,-43-51-15,-59-26 16,-69-8 0,-60-25-16,-76 24 15,-112 1 1,-85 26-1,-93 67-15,-129 52 16,-127 76-16,33 144 16,-85 111-1,316-110-15</inkml:trace>
  <inkml:trace contextRef="#ctx0" brushRef="#br0" timeOffset="4160.45">21252 5077 0,'0'0'0,"0"0"16,0 0-16,0 0 0,9-8 31,42-9-15,34 0-16,26-9 16,-26 9-1,35 9-15,76 8 16,-25 17-1,119 8-15,69 9 16,-44 0 0,189-8-16,51-26 15,42-17 1,120-34-16,85-17 16,-349 34-1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01:39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14211 4924 0,'0'0'0,"0"0"16,0-8-1,0 8-15,0-9 0,0 1 16,0 8 0,0 0-1,0 0 1,0 0-16,0 0 15,0 0 1,17 0-16,8 0 16,10 0-1,24 17-15,52 8 16,43 1 0,59-18-1,69-16-15,68-43 16,68-17-1,-8-9-15,16 0 16,27 9-16,42 17 0,0-25 31,-103-9-15</inkml:trace>
  <inkml:trace contextRef="#ctx0" brushRef="#br0" timeOffset="11694.87">14142 3870 0,'0'0'0,"0"0"0,0 0 0,-8 17 16,-1 8-1,1 43 1,-1 34-16,1 17 16,-1-8-16,9-9 15,0-9 1,9-25-16,8-8 15,-9-18-15,9-8 16,18-8 0,7 8-16,27-17 31,33-8-15,17-9-16,18-26 15,42 0-15,-8-16 0,34-9 31,25 0-15,-8 17-16,17 0 16,17 17-16,17 17 15,-25 17 1,-1 8 0,-8 18-16,0-1 15,17 18-15,-59-18 16,-35 1-1,26-17-15,-35-1 16,-25-8 0,-8-8-1,-18-1-15,-8 1 16,-26-1-16,-17-8 16,-8 0-1,-17 0-15,-9 0 16,-9 0-1,1-8 1,8-26-16,9-34 16,8-43-1,17-8-15,-8-9 16,-1 1 0,1 8-16,-17 25 15,-18 35-15,1 16 16,-1 18-1,-8 8-15,0 0 16,0 8 0,0 9-16,0 0 15,-8-8-15,-27-1 16,-33 1 0,-43-1-1,-34-8 1,-94-8-16,-34-1 15,-43 0 1,-59 1-16,25 8 0,-60 8 16,-59-8-1,-1 17 1,-33 17 0,16 0-16,103 9 15,26-1-15,-1-7 16,129-10-1,-69 9 1</inkml:trace>
  <inkml:trace contextRef="#ctx0" brushRef="#br0" timeOffset="13235.07">27278 3342 0,'0'0'0,"0"0"16,8 0-16,1 0 15,-9 9 1,-9 16-16,-16 35 15,-10 33-15,-24 52 16,-10 17 0,18-9-16,9-9 15,16-25 1,9-8-16,17-26 16,0-26-1,0-16 1,17-1-16,17-8 15,51 17 1,43-17-16,18-17 16,41-8-1,10-18 1,-1 1-16,9-1 0,-9 9 16,-8 0-1,34 0 1,8 9-16,18 8 15,-1 0-15,26 17 16,0-17 0,1 0-16,-1 0 15,0 0 1,0 0-16,-17 9 31,0-18-31,17 9 0,-8 0 16,-26 0-1,0 0-15,-43 0 16,-34 9 0,-17-9-1,-42 0-15,-52-9 16,0 1-16,-8-1 31,-26-8-31,-9 0 0,-8 0 16,9-8-1,25-35-15,0-16 16,-17-1-16,0-8 16,-8-17-1,-1 0-15,-16-9 32,-1-33-17,-8 25-15,-8 25 16,8 9-16,8 9 15,-8-1 1,0 9 0,8 17-16,1 9 0,-1 8 15,1 0-15,8 8 32,0 9-17,-9-8-15,1-1 0,-18 9 31,-68 26-31,-8-1 0,8-16 32,-128 8-32,-51-17 15,-69-34 1,-101-17-16,-35-17 16,0-9-16,-34 9 0,-77 25 31,-34 9-16,-17 26-15,-60 16 16,-120 9 0,-59 26-16,427-18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03:39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2100 2917 0,'0'0'0,"0"0"0,0 0 16,0 0 0,0 0-16,0 0 15,0 0 1,0 0-16,0 26 15,17 16 1,0 26-16,17 17 16,-26 0-1,9 26 1,1 8-16,-10-9 16,1-16-1,8-18-15,0-16 16,17 0-16,26 8 15,34-17 1,25-17 0,43-9-16,43-25 15,-34-8-15,34-1 16,51 1 0,59 8-1,44 0-15,-1 17 16,86 0-1,17 8-15,-9 1 16,9-1-16,-8 9 16,8-8-1,8-1-15,-42 9 16,-35 9 0,9-9-1,-34 0-15,-51-26 16,-43-8-1,-42 0-15,-61-17 16,-67 0 0,-26 0-16,-43 17 15,-17 0 1,-9-8-16,-16-9 16,-18-43-1,-16-25-15,-10-34 16,18 0-1,34 0-15,34-34 16,52-136-16</inkml:trace>
  <inkml:trace contextRef="#ctx0" brushRef="#br0" timeOffset="5230.93">7169 10401 0,'0'0'0,"0"0"15,-8 0-15,-1 17 16,1 0 0,-1 17-1,-16 0-15,8 9 16,-1 8 0,-7 8-16,-1 9 15,1 17-15,-1 17 16,0-8-1,1-1-15,8 1 16,0-9 0,0-17-1,0-9-15,17-16 16,0-9 0,0 0-16,0-8 15,0-1-15,8 1 16,9-9-1,0 8 1,17 1-16,18-18 16,24 1-16,18-1 15,17-16 1,-8 8-16,8 0 16,-9 0-1,9 8 1,0 9-16,0 0 15,0 0 1,-26 0-16,-17 0 16,-8 9-1,-17-9-15,-17 0 16,-1-9 0,-8 1-16,-8-1 15,-1 1 1,1-1-16,-1 1 15,-8-9 1,0 0-16,0 0 16,9-17-1,8-17-15,0-17 16,9-26 0,-1-16-16,1-18 15,-1 9 1,10 8-16,-10 1 15,1 16 1,-9 1-16,0 8 16,0 8-16,-8 9 15,-1 9 1,1 8 0,-9 0-16,0 17 15,0 0 1,0 0-16,0 8 15,0 1 1,0 8-16,0 0 16,0 0-1,0 0-15,0-9 16,0 1 0,-9-1-16,1 1 15,-1-1 1,0 1-16,1-1 15,-18 1-15,1-1 16,-18-8 0,-17 9-1,-34-18-15,-17 9 16,-17 9 0,-59-1-16,-1 1 15,17-1 1,-34-8-16,-128-17 15</inkml:trace>
  <inkml:trace contextRef="#ctx0" brushRef="#br0" timeOffset="8103.73">9926 10044 0,'0'0'0,"0"0"0,0 0 15,0 0-15,-8 0 16,-1 8 0,1 1-16,-10 8 15,1 0 1,-8 17 0,-1 17-16,-8 0 15,8 8 1,-16 26-16,8 9 15,-1 0 1,10 16-16,8 9 16,0-17-1,0 0-15,0 0 16,0-25 0,8-9-16,-8 8 15,0-8-15,8-8 16,-8 0-1,9-18-15,-9-8 16,8-8 0,9-9-1,0-9-15,0 1 16,0-1 0,9 1-16,8-1 15,25 1 1,18-18-16,43-8 15,25-8 1,8 8-16,-8 0 16,17 0-1,9 8-15,-9 18 16,9 8-16,8 8 31,17 9-31,0 0 16,0 0-1,1 0-15,-1-8 16,17-1 0,1-8-16,-1-17 15,-8 0-15,-35-8 0,-16-1 16,-9-8 0,-26 9-1,-51 8 1,-16 0-16,-10-9 15,-8 1 1,0-9-16,0-26 16,0-25-1,1-25-15,-10-18 16,9-17 0,17-8-16,-8-8 15,8 8 1,9 0-16,-1 8 0,-7 26 31,-10 17-31,1 8 16,-9 26-1,-9 9-15,1 25 16,-1 0 0,-8 0-16,0 8 15,0 9-15,-8-8 16,-9-1-1,-43 9 1,-85 17-16,-60 17 16,-42 26-1,-26-1-15,-52-16 16,-16-1 0,-43-7-16,-43-18 15,-25 0 1,-43 0-16,93 8 15</inkml:trace>
  <inkml:trace contextRef="#ctx0" brushRef="#br0" timeOffset="21447.77">1331 7059 0,'0'0'0,"0"0"16,0 0-16,0 0 15,0 0 1,0 0-16,0 0 0,0 0 15,0 0 1,0 0 0,0 0-1,0 17-15,0 8 16,0 1 0,0 8-16,0 17 15,0 0 1,0 0-16,0-9 15,0 1 1,0 8-16,0-9 16,0-8-1,0 0-15,0-8 16,9-1 0,0 1-16,8 0 15,8-9 1,9 8-16,26-8 15,0 0 1,17 0-16,25 9 16,0-18-1,18 1-15,8-1 16,26-8 0,16 0-16,10 0 15,24 0-15,27 0 16,8-8-1,8-1 1,9 1-16,0-1 16,9 9-1,0 0-15,16 9 16,18-1 0,8 1-16,26-1 15,-9-16 1,18-9-16,-1 8 15,9-16 1,34-1-16,-25 1 16,8-9-1,34 0-15,9-1 16,-26 1 0,0 9-16,25 16 15,-8-8 1,-16 9-16,-10-1 15,9-8 1,-8 0-16,-1-8 16,1-1-1,-26 1-15,-9-1 16,-17 18 0,-25-9-16,-34 8 15,-18 9 1,-25 9-16,-43-1 15,-8 18 1,-26-1-16,0-8 16,-17 9-1,-25-1-15,-35-8 16,-17-8 0,-25-1-16,-1 1 15,-16-9 1,-1 0-16,10 0 15,-1-9 1,8 1-16,9-18 16,1 1-1,-10 8-15,1 0 16,-9 8 0,0 1-16,0-1 15,0 1-15</inkml:trace>
  <inkml:trace contextRef="#ctx0" brushRef="#br0" timeOffset="41860.37">11420 12553 0,'0'0'0,"0"0"0,0 0 0,0 0 0,0 0 16,-9 0-1,9 0-15,0 0 31,-8 0-31,-1 0 16,9 8-16,-8-8 16,8 9-1,-9 8 1,9 0-16,0 17 16,0 17-16,17 8 15,0 9 1,0 0-1,0-17-15,0-8 16,1-1 0,-1-8-16,0 0 15,8 9 1,1-18-16,-9 1 16,0-1-16,17 9 15,9-8 1,-1-1-1,10 1-15,33-9 16,26-8-16,0-18 16,8-8-1,18-9 1,17-8-16,-1 0 16,-25 9-16,0 8 15,9 8 1,-43 9-1,-17 9-15,-18 8 16,1 0 0,-17 8-16,25 1 15,34 8 1,26 0-16,18-8 16,58-9-1,44-9-15,16-8 16,35-17-1,68-26-15,26 9 16,-26-8-16,34-1 16,-8 18-1,-52 8-15,0 17 16,-25 8 0,-60 9-1,-34-8-15,-34 8 16,-34 0-16,-61 8 15,-50-8 1</inkml:trace>
  <inkml:trace contextRef="#ctx0" brushRef="#br0" timeOffset="44227.79">8663 9236 0,'0'0'0,"-9"0"0,-8 25 16,-34 35-16,-17 50 15,-26 44 1,9 7-16,33 1 16,1-18-1,9-59 1,16-34-16,9-25 16,0-1-16,8-16 15,1-1 1,-1-16-1,-8-9-15,-8-9 16,-18-8-16,9 0 16,0 17-1,17 0 1,-1 9-16,1 8 16,9 0-16,-1 0 15,-16 25-15,-1 26 31,-8 17-31,17 0 16,17 0 0,17-8-16,17-26 15,34-17 1,35-43-16,-1-25 16,26-17-16,0-8 15,9-9 1,119-68-1</inkml:trace>
  <inkml:trace contextRef="#ctx0" brushRef="#br0" timeOffset="44894.55">11112 9219 0,'0'0'0,"0"0"0,0 0 16,0 0-1,0 0-15,-8 8 16,-18 43 0,-25 43-16,0 16 31,-17 10-31,-1-1 15,1-9-15,8-16 16,18-43-16,16-17 16,9-17-1,0-9 1,8-25-16,9-42 16,0-9-1,9-9-15,-1 18 16,-8 25-1,-8 8-15,-9 35 16,-34 33-16,-26 60 16,0 43-1,0 8 1,26-26-16,17-25 16,17-25-1,17-26-15,17-17 16,26-17-1,85-34-15,76-51 16,1-26 0,94-42-16</inkml:trace>
  <inkml:trace contextRef="#ctx0" brushRef="#br0" timeOffset="46337.27">7169 14194 0,'0'0'15,"0"0"-15,17-9 0,35 1 16,33 8 0,26 0-1,77 0-15,85 8 16,77 1 0,102 8-16,26-17 15,-77 0-15</inkml:trace>
  <inkml:trace contextRef="#ctx0" brushRef="#br0" timeOffset="53709.13">5582 15759 0,'0'0'15,"0"0"-15,0 0 16,0 0-16,0 0 15,0 0 1,0 0-16,0 17 16,0 17-1,8 0-15,1 0 16,8 8 0,-8 1-16,8-9 15,-9 8 1,1 1-16,-1 8 15,1 17 1,-1-8-16,1-18 16,-1 1-1,9-18-15,0 1 16,1-18 0,7 1-16,9-1 15,18-8 1,7-8-16,18-1 15,25 1 1,1-9-16,16-9 16,9 1-1,18 8-15,-10 0 16,1 0 0,16 8-16,1 9 15,-9 0 1,17 0-16,17-8 15,-8-1 1,-9 1-16,9-1 16,-43-8-1,-26 9-15,-8-1 16,-8 0 0,-18 1-16,-17-1 15,-25 1 1,-1 8-16,-8 0 15,-8 0 1,-1 0-16,1 0 16,-9-9-1,-9-25-15,-16-25 16,-1-35 0,18-25-16,33-51 15,44-51-15,50-94 16</inkml:trace>
  <inkml:trace contextRef="#ctx0" brushRef="#br0" timeOffset="55264.49">15303 15129 0,'0'0'0,"0"0"0,0 0 16,0 0-1,0 0-15,0 0 16,0 0-16,-8 34 31,-18 34-31,0 35 16,-16 7 0,8-25-16,-18 17 15,1 9-15,9-9 16,7-34-16,18-17 15,0-26 1,9-8 0,-1-8-1</inkml:trace>
  <inkml:trace contextRef="#ctx0" brushRef="#br0" timeOffset="55522.59">14765 15818 0,'0'0'0,"0"0"0,0 0 16,0 0 0,0 17-16,0 9 15,0 25 1,0 0 0,0 8-16,0-16 15,18-18-15,7 1 31,18-1-31,42-16 16,43-18-16,26-50 16,110-69-16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05:08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4286 0,'0'0'0,"0"0"0,0 0 0,-51 111 0,-26 16 0,-17 1 16,9-26-1,0 0-15,25-17 16,26-25-1,17-1-15,0-8 16,8-17 0,9 0-16,0-8 15,0-1 1,26 1 0,16-1-16,35-16 15,34-9 1,-17-17-16,51-17 15,77-17 1,-26 0-16,26 8 0,17 9 31,43 17-31,8 9 0,26 8 32,17 8-32,-43-16 0,85-1 31,9-8-31,-68 0 15,34 9 1,-17-1-16,17 9 16,8 9-16,-84-9 31,41 8-31,-16 1 0,-17 8 16,-18-9-16,-33 18 15,-1 8 1,-93-9-1,-26 1 1,17-1-16,-43-16 0,-17-1 16,-8 1-1,-9-1 1,-8-8 0,-17 0-16,-1-8 15,-8-9 1,9-17-16,8-43 0,0-25 31,0 9-31,9-1 0,0 9 16,-9 0-1,-9 17 1,-16 25 0,0 9-16,-1 9 15,1 8 1,-9 8-16,0 1 15,0-1 1,0 1-16,0 8 16,-9-9-1,1 1-15,-27-18 16,-41-8 0,-27 9-16,-42-1 15,-51 1 1,-35-9-16,-42 0 15,-8 0 1,-27 0-16,-84-9 16,50 9-1,-33 9-15,-86-1 16,-17 18 0,-26 16-1,-59 26-15,-52 17 16,-25 26-16,-136 33 15,349-33 1</inkml:trace>
  <inkml:trace contextRef="#ctx0" brushRef="#br0" timeOffset="4559.54">11386 4414 0,'0'0'0,"0"0"0,0 0 16,0 0-16,0 0 15,0 0 1,-9 0-16,1 0 16,-1 0-1,0 0-15,1 0 16,8 0 0,0 0-16,0 0 15,0 0 1,0 0-1,0 0-15,17-9 16,9-8-16,-1-17 16,9-17-1,18-8-15,24-1 16,18-8 0,9 9-1,-9 8-15,17 0 16,42 0-16,18-9 15,-9 0 1,17-8-16,18-8 16,-1 16-1,43 9 1,-34 0-16,17 9 16,17 16-16,34 9 15,25-8 1,35-1-16,17 1 15,-25-1 1,76-8 0,-17 17-16,-60 0 15,60 9 1,-17 8-16,-25 8 0,42 18 16,-17 8-1,-43 0 1,34 17-1,-8 0-15,-51 0 16,-9 8-16,-17 1 31,-42-1-31,-43 1 16,-18 8-16,-42-17 0,-17 0 16,-8 0-1,-26-17 1,-18-8-16,-16-9 15,-17-9-15,-1 1 32,-16-1-32,-1-8 15,-8 0 1,0 0-16,0-17 16,-17-25-1,-8-35-15,-27 1 16,1 7-16,8 10 0,9 25 31,17 0-15,0 17-16,9 0 15,-1 8 1,9 1-16,0 8 16,0 0-1,0 0-15,0 0 16,9 0-1,33 17-15,18 0 16,17 17 0,17 25-16,-9 9 15,-8-8 1,-17-9-16,-26-17 16,-9-8-16,-16-18 15,-1 1 1,1-1-1,0 1 1,-18-9-16,-25 8 16,-69 9-16,-67 9 15,8-18-15,93-8 16</inkml:trace>
  <inkml:trace contextRef="#ctx0" brushRef="#br0" timeOffset="17898.46">10071 6319 0,'0'0'0,"0"0"0,0 0 16,0 0 0,0 0-16,0 0 15,0 0 1,-17 0-16,-8 0 16,-10 8-1,10 18 1,-26 16-16,-18 9 15,-16 0 1,0 17-16,-1 9 16,18 0-16,25-26 15,26 0 1,26 0-16,25 0 0,43 0 31,8-17-31,-34-26 16,26-8-1,60 0-15,16-8 16,137-26 0</inkml:trace>
  <inkml:trace contextRef="#ctx0" brushRef="#br0" timeOffset="18220.15">9696 6582 0,'0'0'0,"0"0"16,0 0-16,0 0 15,25 9 1,1 8-16,34 17 16,42 17-1,60 0-15,137 26 16</inkml:trace>
  <inkml:trace contextRef="#ctx0" brushRef="#br0" timeOffset="19239.32">10609 7552 0,'0'0'0,"0"0"0,0 0 15,0 0 1,17-26-16,34-67 16,17-26-1,-8 34 1,-9-9-16,-8-59 16,-17 0-1,8 34-15,9 17 16,-1 17-16,1 8 15,-18 35 1,-16 16-16,0 9 16,-1 17-1,-8 9-15,-8 33 16,-18 69 0,-25 51-16,17-1 15,8-16-15,9-18 16,8-16-1,9-43 1,0-17-16,17-26 16,9-8-1,68-59-15,43-52 16,-18-42 0,-17-25-16,1 8 15,-26 51 1,-43 16-1,-17 52-15</inkml:trace>
  <inkml:trace contextRef="#ctx0" brushRef="#br0" timeOffset="19797.45">12043 6863 0,'0'0'0,"0"0"0,0 17 16,-9 17 0,-8 34-16,-34 51 15,-26 26 1,9-18-1,-17-25-15,-1-8 16,35-34 0,17-26-16,17-9 15,0-16 1,8-1-16,9-25 16,9-51-1,59-77-15,60-33 16,0 33-1,-34 26-15,8 0 16,1 26 0,-18 33-16,-8 18 15,-17 25 1,-18 0-16,-16 17 0,0 17 16,-1 0-1,-8 25 1,9 9-1,-18 9-15,-8-1 16,-17-8 0,-34-8-16,-34-18 15,-43 1 1,-145-1-16</inkml:trace>
  <inkml:trace contextRef="#ctx0" brushRef="#br0" timeOffset="24736.18">27756 5877 0,'0'0'0,"0"0"16,-9-9 0,-8 1-16,-34-9 15,-26 8 1,-34 9 0,17 9-1,17 25-15,-25 8 16,-18 18-16,10 25 15,16 8 1,42-8-16,27-8 16,25-1-16,25 1 15,18 8 1,42-9-16,-8-16 16,-26-34-1,60-26 1,60-17-16,-34-26 15,-86 26 1</inkml:trace>
  <inkml:trace contextRef="#ctx0" brushRef="#br0" timeOffset="25073.83">26774 6404 0,'0'0'0,"0"0"15,9 0-15,25 0 16,34-9-1,26 1 1,-26-1-16,-17 1 16,35-1-1,50 1-15,18-9 16,-52 0 0,-76 0-16</inkml:trace>
  <inkml:trace contextRef="#ctx0" brushRef="#br0" timeOffset="25349.48">28302 6957 0,'0'0'0</inkml:trace>
  <inkml:trace contextRef="#ctx0" brushRef="#br0" timeOffset="25870.67">28054 6846 0,'0'0'0,"0"0"0,0 0 16,0 0-1,0 0-15,17-17 16,35-34-1,-1-17 1,26-26-16,42-33 16,9-9-1,-17 17-15,-34 34 16,-17 8-16,-1 26 16,1 17-1,-17 17 1,-18 9-16,1 8 15,0 25 1,-1 26-16,-25 51 16,-25 9-1,-9-1-15,-1 1 16,10-18 0,8-25-16,17-16 15,0-10 1,8-16-1,26-9-15,60-43 16,34-42-16,0-26 16,17-67-1,9-9 1,-9 17-16,-42 17 16,-18 25-16,-17 26 15,-17 25 1,-16 18-16,-27 25 15</inkml:trace>
  <inkml:trace contextRef="#ctx0" brushRef="#br0" timeOffset="26406.4">30461 5928 0,'0'0'0,"0"0"0,0 0 15,-8 25 1,-26 35-16,-43 42 16,-26 25-1,-8 9-15,17-25 16,18-26 0,7 0-1,10-34-15,24-17 16,18-8-1,0-18-15,17 1 16,0-9 0,17-26-16,26-50 0,25-27 31,77-75-31,35-18 16,-61 69-16,-16 33 15,8 18 1,8 8-16,-8 25 15,-51 18 1,-18 16 0,-16 9-16,0 0 15,-18 9-15,1 16 16,-43 43 0,-60 26-1,-26-9-15,35-26 16,34-33-1,17-1-15,-1-16 16,18-18-16,9 1 16</inkml:trace>
  <inkml:trace contextRef="#ctx0" brushRef="#br0" timeOffset="26703.9">31144 6633 0,'0'0'0,"0"0"0,0 0 16,17 9-16,26-1 16,34 1-1,-9-9 1,0-17-16,9-9 16,-34 18-1</inkml:trace>
  <inkml:trace contextRef="#ctx0" brushRef="#br0" timeOffset="27027.03">32578 6140 0,'0'0'0,"0"0"0,0 34 15,0 43 1,-9 50-16,-16 9 16,-9-8-1,-18-9-15,1-17 16,17-25-16,0-26 31,17-17-31,17-26 16,0-8-16</inkml:trace>
  <inkml:trace contextRef="#ctx0" brushRef="#br0" timeOffset="27297.63">33312 6225 0,'0'0'0,"-17"26"0,-17 33 0,-18 60 0,-7 60 16,-18 25-16,17-17 0,9-17 0,17-25 15,0-52-15,17-42 16,-9-17 0,9-17-16</inkml:trace>
  <inkml:trace contextRef="#ctx0" brushRef="#br0" timeOffset="27506.69">32313 6557 0,'0'0'0,"26"0"16,51 8-1,76 26-15,52 26 16,111 25-1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10:53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7169 5630 0,'0'0'0,"0"0"0,0 0 15,0 0 1,0 17-16,0 8 15,0 9 1,0 26-16,0 17 16,0-1-1,0 18 1,-8 16-16,-1 1 16,-16-18-16,8-25 15,8-25 1,1-18-16,8 1 15,0-1 1,0-8 0,8-8-16,9-1 15,17 1 1,35-1-16,16 1 16,9-9-1,0-9-15,17-8 16,25 0-16,26-8 15,-8 8 1,-17 0 0,50 0-16,-16 0 15,8 8 1,43 1-16,-17 8 16,-26-9-1,35 1-15,8-1 16,25 18-1,-17-9-15,-8 0 16,0-9 0,26 9-16,8-8 15,-17-1 1,25 1-16,-16-9 16,25 0-1,-8-9-15,-1 1 16,1-9-1,-9 8-15,-34 9 16,-26 9 0,9 8-16,-9 0 15,1 8 1,-35-8-16,-43 9 16,-42-1-1,-9 1-15,-25-1 16,-17-8-1,-18 0-15,1 0 16,-9 0 0,0-8-16,-9-35 15,1-67 1,-18-171-16</inkml:trace>
  <inkml:trace contextRef="#ctx0" brushRef="#br0" timeOffset="2391.15">20731 5851 0,'0'0'0,"0"0"0,0 17 16,0 9-16,0 16 15,0 9 1,0 0-16,9 9 16,-18-1-1,1 1 1,-1-9-16,1-9 15,8-8 1,0-8-16,0-18 16,8 1-1,9-1 1,0 1-16,1-9 16,24 0-16,18 0 15,17 0-15,68 0 16,26-9-1,-9 1 1,51-1 0,18 1-16,25 8 15,8 8 1,9 1-16,9-1 0,-9 9 31,26 9-31,-1-9 0,1 8 31,-34 1-31,-9-1 16,-9-8-16,-16 17 16,-52-8-1,9-9 1,-35 0-16,-42-9 0,-42 1 31,-27-9-31,-16 0 16,-9 0-1,-8 0-15,-1-9 0,1-25 16,-1-34 0,-16-17-1,-9-17 1,-9-59-16,17-43 16,18-111-16</inkml:trace>
  <inkml:trace contextRef="#ctx0" brushRef="#br0" timeOffset="10743.86">11505 6778 0,'0'0'0,"0"0"16,0 0-1,0 0-15,0 17 16,0 17 0,0 17-16,-8 0 15,-1 0 1,9-8-16,0-1 16,0-8-1,0 0-15,0-8 16,0-1-1,0 1-15,0-1 16,0 1 0,0-1-16,0-16 15,9 8 1,16 0 0,35 0-16,34-9 15,17 1-15,-26-1 16,35-8-1,67 0-15,-24 9 16,-70-1 0,27 9-16,25 9 15,-17-9 1,-34-9 0,-43 1-16,-25-1 15,-1 1 1,-8-1-16,-8-8 15,-1 0 1,1-8-16,0-9 16,-1-26-16,1-42 15,-1 26 1</inkml:trace>
  <inkml:trace contextRef="#ctx0" brushRef="#br0" timeOffset="24605.04">15696 7399 0,'0'0'0,"0"0"16,0 0-16,0 0 16,0 0-1,8 0-15,35 0 16,59-9 0,61-16-16,50-9 15,17 0 1,-8 0-16,17 17 15,43 8 1,25 18-16,18 16 16,16 26-1,103 9-15,-35-1 16</inkml:trace>
  <inkml:trace contextRef="#ctx0" brushRef="#br0" timeOffset="27111.1">8885 8164 0,'0'0'0,"0"0"0,0 0 15,0 0-15,0 0 16,0 0 0,8 0-16,9 0 15,26 17 1,17 0-16,17 0 16,51 17-1,34 0 1,17-8-16,52-9 15,25 0-15,51-17 16,43-9 0,34-8-1,68 0-15,77-17 16,-119 0 0</inkml:trace>
  <inkml:trace contextRef="#ctx0" brushRef="#br0" timeOffset="48741.47">7144 10316 0,'0'0'0,"0"0"16,0 0-16,0 0 15,0 0 1,0 0-16,0 0 15,-9 0 1,1 0 0,-1 17-16,1 0 15,-9 17-15,-1 0 16,1 8 0,0 1-16,0-9 15,9 0 1,-1 0-1,9 9-15,0-1 16,0 1 0,9-18-16,8 1 15,0-1-15,17 1 16,17 8 0,35-9-16,7 1 15,18-9 1,26 0-1,17-9-15,25 1 16,17-18-16,0 1 16,18-1-1,16-8 1,-8 17-16,-8-8 16,-10 8-1,-16 0-15,26 8 16,-1 1-16,0-9 15,9 8 1,-8 1 0,7-18-16,10 9 15,-1-8 1,-8-9-16,-17 8 16,26 1-1,-27-1-15,-24 9 16,-10 0-1,-16 9-15,-26-1 16,-9 1 0,9-9-16,0 0 15,-17 0-15,-17-9 16,-8 1-16,-10-1 16,-24 1-1,-18-1 1,-9 9-1,-7-8-15,-10-1 16,9-8-16,-8-17 16,8-25-1,-9-77 1,1-171-16</inkml:trace>
  <inkml:trace contextRef="#ctx0" brushRef="#br0" timeOffset="67355.56">4378 10988 0,'0'0'0,"0"0"0,0 0 0,0 0 32,0 8-32,0 9 15,17 26-15,1 8 16,-1 0-1,0 17-15,-9-9 32,1-8-32,-9 0 15,8 1-15,1-1 16,8 0 0,0 0-1,0-9-15,9-16 16,8-1-16,0 1 15,26-9 1,16-9-16,10-16 16,16-1-1,18-16-15,25-1 16,-9 9 0,18-8-16,42-1 15,1 9 1,-1 0-16,17 0 15,9 9 1,17-1-16,9 9 16,-1 0-1,1 0-15,-1 17 16,-8 0 0,-8 17-16,8 0 15,0 0 1,17 9-16,8-9 15,1 0 1,8-9-16,9 1 16,-1-1-1,1 9-15,17-8 16,-9-1 0,17 1-16,35-18 15,7-16 1,-7-9-16,-1-9 15,18-8 1,-9 0-16,0 0 16,-18 9-1,-7-9-15,-9 8 16,-9 1 0,-26-1-1,1-8-15,-17 9 16,-1-1-16,-25 9 15,-8-8 1,-26 8 0,-43 0-16,0 8 0,-17 9 15,-34-8 1,-26 8 0,-34-9-16,-25 9 15,0 0 1,-18 0-1,1 0-15,-1 0 0,-8-17 32,9-17-32,-9-17 15,0 25 1</inkml:trace>
  <inkml:trace contextRef="#ctx0" brushRef="#br0" timeOffset="73409.03">4378 12136 0,'0'0'0,"0"0"0,0 0 32,0 0-32,0 0 15,0 0 1,-8 0-16,-1 25 0,-16 26 15,8 9 1,0-1 0,0-16-1,8 0 1,0-9-16,9-9 16,0 1-16,0 8 15,0 0 1,9 0-16,8 0 15,9 0 1,25 8-16,0-16 16,0-1-1,18-8-15,16-8 16,34-18 0,35-8-1,17-25-15,34-18 16,17 9-16,-1 0 15,27 0 1,-9 9-16,17 8 16,26 0-1,8 16-15,9 18 16,-9 18 0,0-1-16,-17 0 15,-8 8 1,16 18-16,-25-18 15,-8 9 1,-9-8-16,-9-9 16,-16 8-1,-35-8-15,-17 9 16,-34-1-16,-34-8 16,-17 0-1,-18 9-15,-16-18 16,-17 1-1,-1-1-15,1 1 16,-18-1 0,1-8-1,0 0-15,-9-8 16,17-26 0,0-17-1,17-43-15,9-16 16,-26 59-1</inkml:trace>
  <inkml:trace contextRef="#ctx0" brushRef="#br0" timeOffset="75757.82">20168 12757 0,'0'0'0,"0"0"15,0 0-15,0 0 16,0 0-16,0 0 0,0 0 31,26 0-15,16 8 0,18-8-16,25 0 15,18 9 1,-26-1-16,34 1 15,59-1-15,-16 1 16,25-9 0,77 0-16,-8 8 15,25-8 1,26 0-16,-9-8 16,77-1-1,8 18 1,-25-18-16,94-8 15,43 9-15,-44 8 16,10 0 0,-9 0-16,-43 0 15,34 0 1,-94-9 0,1 1-16</inkml:trace>
  <inkml:trace contextRef="#ctx0" brushRef="#br0" timeOffset="76875.67">4745 13403 0,'0'0'0,"0"0"0,0 0 0,0 0 16,0 0 0,26 0-1,8 9-15,9-1 16,8 1 0,34 8-1,18-9 1,33 1-16,18-18 15,25-16-15,35-9 16,42-9 0,17 0-16,43 9 15,8 17-15,34 26 16,44 8 0</inkml:trace>
  <inkml:trace contextRef="#ctx0" brushRef="#br0" timeOffset="82853.97">13127 13207 0,'0'0'16,"0"0"-16,0 0 16,0 0-16,0 0 15,-9 0 1,-8 0-16,-17 0 16,-9 0-1,-16 17-15,-18 0 16,0 9 15,17-1-31,0 9 16,-25 9-16,-17 0 0,8-1 15,-9 9 1,10 0-16,24 0 16,9 9-1,1-1-15,16-16 16,9-9-1,17-9-15,0 1 16,0 8 0,17 0-16,0 0 15,17 0 1,0 0 0,8 0-16,10 8 15,33 9 1,17 9-16,26-1 15,-8-7-15,-10-10 16,10-8 0,16 9-1,18-9-15,-9-17 16,0 0-16,17 0 16,0-9-1,0 1-15,0-9 16,26 8-1,-9-8 1,-17 0-16,26 0 16,-9 0-1,0-8-15,1-1 16,33-16 0,-8 8-16,-9-9 15,9-8 1,-26 17-16,-9 0 15,27 0 1,-35 9-16,8-9 16,44-9-16,-35 1 15,17-1-15,51-8 16,-33 8 0,-9 9-1,8 0 1,-34 0-16,0 0 15,17 9 1,-42-1-16,-18 1 16,10-9-1,-19 8-15,-16 1 16,-17-1-16,-26 9 16,-16-8-16,-10 8 31,-8 0-31,-8 0 15,-1 0 1,1-9-16,-18-8 16,-25-17-1,-26-17-15,-42-17 16,-35 0 0,-16 0-16,-35 0 15,-8 0 1,-1 0-16,-25 0 15,-17 9 1,-8-1-16,8 17 16,-26 1-1,-16 8-15,-1 8 16,-8 1 0,-17 8-16,-18 0 15,10 8 1,-18 9-16,17 0 15,-8 9 1,-43 16-16,-18 26 16,-67 60-1,68 25-15</inkml:trace>
  <inkml:trace contextRef="#ctx0" brushRef="#br0" timeOffset="90667.02">5479 15470 0,'0'0'16,"0"0"-16,0 0 0,18-9 15,58-8 1,78 0-16,-9 0 16,26 17-1,76 9-15,43-1 16,9 1 0,102-1-1,-8-8-15,-111 17 16,144 9-16,-16-1 15</inkml:trace>
  <inkml:trace contextRef="#ctx0" brushRef="#br0" timeOffset="92474.83">21175 15231 0,'0'0'0,"0"0"0,0 0 15,0 0 1,0 0-16,17 0 15,52 0 1,50 0-16,18 0 16,-18 0-16,-8 9 15,-43 0 1</inkml:trace>
  <inkml:trace contextRef="#ctx0" brushRef="#br0" timeOffset="93686.58">25042 13879 0,'0'0'0,"-9"0"15,-8 0 1,-9 0-16,-25 9 15,-26 8 1,-34 34-16,-8 8 16,-1 18-1,-8 25-15,0 17 16,34-17 0,35-34-16,16 0 15,9 17 1,17 9-1,8-1-15,18-16 16,33-9-16,10-17 16,16 0-1,0 0-15,9-9 16,-17 1 0,59 17-16,95-9 15,-18-17 1,51-9-16,-25-8 15,9-8 1,16-1-16,-50 1 16,59-9-16,-51-9 31,16-8-31,-7 0 16,-26-8-16,34-1 15,-69 1 1,-42-1-1,26-8-15,-35 0 16,-42 8-16,0-8 16,-18-8-1,-16-18 1,-18-16-16,-16-9 16,-35-17-1,-34-9-15,-25 9 16,-43-8-1,-34-1-15,-9 17 16,-43-16 0,-33 8-16,-26 17 15,-35 17 1,-33 42-16,-60 35 16,-35 25-1,35 25-15,43 18 16,-27 16-16,27-8 15</inkml:trace>
  <inkml:trace contextRef="#ctx0" brushRef="#br0" timeOffset="96349.38">4848 16218 0,'0'0'0,"0"0"0,0 0 15,0 0 1,0 0-16,0 0 15,0 0-15,17 0 16,0 0 0,9 9-1,42-9-15,43 0 16,34 0 0,-17 0-1,26 8-15,59-8 16,17-8-16,44-1 15,-18 9 1,17 9 0,-9-9-16,1 0 15,-9 8 1,17-16-16,9 8 16,-1-9-1,27-8-15,-18 8 0,8 9 16,-33 0-1,25 0 1,-8 9-16,8 0 16,-8-1-1,42-16 1</inkml:trace>
  <inkml:trace contextRef="#ctx0" brushRef="#br0" timeOffset="97391.93">12043 16192 0,'0'0'0,"0"0"16,0 0-16,0 0 15,0 0 1,17 0-16,26 9 15,8 8 1,26 0 0,16 0-16,-16 9 31,26-9-31,76-9 0,-8 1 16,16-18-1,69 9-15,-8-8 16,34 8-1,33 8-15,-24-8 16,101 9 0,-25-9-16,-85 17 15,68 0 1,-77-9-16,51-25 16,77-17-1</inkml:trace>
  <inkml:trace contextRef="#ctx0" brushRef="#br0" timeOffset="98157.65">19246 16439 0,'0'0'0,"0"0"15,0 0 1,0 0-16,0 0 16,0 0-1,17-8-15,35-1 16,24-8-1,87 0-15,93 17 16,59 9 0,52 8-16,17 0 15,120-9 1,51 1-16,-154-9 16</inkml:trace>
  <inkml:trace contextRef="#ctx0" brushRef="#br0" timeOffset="100143.48">25989 15342 0,'0'0'0,"0"0"0,0 0 15,-9-8 1,1-1 0,-1 1-16,-16-1 15,-27 1 1,-33 8-16,0 0 15,-1 17 1,-16 0-16,-9 17 16,9-9-1,25 1-15,26-1 16,-1 9 0,10 0-16,-1 0 15,9 9 1,0 8-1,17 0-15,0 8 16,17 9-16,8-8 16,9-1-1,17 1 1,18 8-16,24 0 0,44 9 16,8-9-1,43 8 1,51 9-1,-18-25-15,1-18 16,26-8-16,-1 0 16,18-8-1,-1-9 1,18-17-16,-35 0 16,-16-17-1,-27-9-15,-16-16 31,-9-18-31,-42 1 16,-35 8-16,-17-17 0,-17-9 0,-16 0 31,-35-8-31,-26-17 16,-42-17 0,-35-8-1,-42 8-15,-25 25 0,-27 9 31,1 9-31,-26 16 16,-25 18-16,-35 16 16,-25 26-16,-1 26 15,18 16 1,26 26 0,33 34-1,-51 77-15</inkml:trace>
  <inkml:trace contextRef="#ctx0" brushRef="#br0" timeOffset="101752.74">30060 15266 0,'0'0'0,"0"0"0,0 17 16,-8 17-16,-1 17 15,-8 8 1,-9 18-16,1-1 16,-18 18-1,-8 33-15,-9-8 16,9-25-1,8-18-15,1-8 16,7 1 0,1-10-16,0 1 15,9-18 1,7-16-16,1-9 16,9-9-1,8 1 1,0-18-16,0-25 15,8-8 1,18-35-16,17-42 16,25-26-1,-8 18-15,8 33 16,9-8 0,8-8-16,9-1 15,-17 18-15,0 33 16,-9 9-1,9 8 1,17 9-16,-9 9 16,-8 16-1,0 9-15,-9 17 16,-17 0-16,-8 0 16,-18 18-1,-8 24-15,-25 9 16,-18-8-1,-16-1 1,-35-8-16,-43-8 16,-25-18-1,0-25-15,26-25 16,33-1-16,52 9 16</inkml:trace>
  <inkml:trace contextRef="#ctx0" brushRef="#br0" timeOffset="102619.28">31835 15580 0,'0'0'0,"0"0"0,0 0 16,0-8-1,-8-1 1,-9 1-16,-26-18 16,-17 9-1,-8 0-15,-26 17 32,-17 9-32,-17 25 0,9 8 15,16 9 1,9 9-16,9 8 15,8 8 1,35-8-16,16-8 16,17-1-1,9-8-15,35 0 16,16 9 0,26-17-1,34-9-15,25-17 16,1-17-16,-9-17 15,0-17 1,-17 8-16,-17 0 16,-18 9-1,-16 0-15,-26 0 16,-17 17-16</inkml:trace>
  <inkml:trace contextRef="#ctx0" brushRef="#br0" timeOffset="103601.93">32126 16490 0,'0'0'0,"0"0"16,0 0-16,0-8 15,0-26 1,25-17-16,9-9 16,35-50-1,24-61 1,-16 35-16,-17 43 16,-9 16-1,-25 9-15,-1 17 16,-16 9-1,-1 16-15,1 9 16,-9 0-16,0 17 16,-9 17-1,-16 26 1,-9 59-16,-9 42 16,17-8-1,9-59-15,17-9 16,0-9-1,17-7-15,1-10 16,-1-16 0,0-18-16,-9 1 15,9-18 1,9-16-16,25-35 16,26-34-16,8-25 15,-16 26 1,-1 16-1,-8 9-15,-18 26 16,-8 8-16,-8 8 16,-17 18-1</inkml:trace>
  <inkml:trace contextRef="#ctx0" brushRef="#br0" timeOffset="104199.11">33372 15716 0,'0'0'0,"-17"9"0,-18 25 0,1 8 0,0 18 0,0 25 0,-26 17 0,1 0 0,-10 26 0,1 8 16,17-34 0,0-34-16,16-26 15,18-16 1,0-9-16,9-9 16,8 1-1,0-9-15,8-17 16,18-43-1,17-33-15,8-9 16,0 0-16,9 0 16,-9 8-1,-17 9 1,9 0-16,34 8 16,-1 18-16,1-1 15,17 18 1,-43 25-1,-8 8-15,-17 9 16,-9 17 0,-9 0-16,-25 34 15,-17 34-15,-9-8 16,1-18 0,25-33-16,-1-1 15,1-8 1,17-8-1,-25-26-15,-43-34 16,-43-51-16,51 42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14:42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5638 0,'0'0'0,"0"0"0,0 0 15,0 0-15,0 9 16,0-1 0,9 9-16,33 9 15,10-9 1,33-8 0,17-1-16,-25 1 15,-9-18-15,60 1 16,52 8-1,-44 0 1,35-9-16,76 0 16,9 1-1,9-1-15,59-8 16,18 0 0,33 9-16,18-1 15,-9 1 1,26 16-16,85-8 15,102-17 1,-179 9-16</inkml:trace>
  <inkml:trace contextRef="#ctx0" brushRef="#br0" timeOffset="4749.87">21312 5689 0,'111'-8'0,"145"-1"15,42 1-15,172-1 16,33 18-1,-50-9-15,119 8 16,-154-8 0</inkml:trace>
  <inkml:trace contextRef="#ctx0" brushRef="#br0" timeOffset="8524.7">6888 6599 0,'0'0'0,"0"0"16,0 0-16,25 17 15,35-8 1,94-1-16,85-8 16,42 0-1,27-17-15,93 34 16,68 0-1,-68-8-15</inkml:trace>
  <inkml:trace contextRef="#ctx0" brushRef="#br0" timeOffset="14076.12">8014 7509 0,'0'0'0,"0"0"0,0 0 15,9 0 1,25 9-16,26-1 15,68 9 1,94-17 0,119-8-16,60-18 15,-25 1 1,85-9-16,42 8 16,35 35-16,-120 16 15</inkml:trace>
  <inkml:trace contextRef="#ctx0" brushRef="#br0" timeOffset="23226.33">7169 8598 0,'0'0'0,"0"0"0,0 9 15,0-1 1,0 77-16,0-85 16,-8-8-1,-1-9 1,1-9-16,-9 9 15,0 0 1,8 0-16,1 9 16,-1-1-16,9 9 15,0 0 1,0 0-16,0 0 16,0 0-1,0-9-15,17 1 16,34 8-1,43 0 1,85 8-16,60 1 16,60 8-16,17 0 15,42-8 1,69-1 0,34 9-16,43 9 15,25 25 1,8-43-16,-127-33 15</inkml:trace>
  <inkml:trace contextRef="#ctx0" brushRef="#br0" timeOffset="35926.97">7169 9755 0,'0'0'0,"0"0"16,0 0-1,0 0-15,0 0 16,0 0 0</inkml:trace>
  <inkml:trace contextRef="#ctx0" brushRef="#br0" timeOffset="36121.51">7186 9780 0,'0'0'0,"0"0"0,9 0 16,17 0 0,25 9-16,43-1 15,59-16 1,44-18 0,67 1-16,61-1 0,50 9 31,77 0-31,1-8 15,25 16 1,-69 18-16</inkml:trace>
  <inkml:trace contextRef="#ctx0" brushRef="#br0" timeOffset="39507.57">12589 5766 0,'0'0'0,"0"0"0,0 0 16,9 9-1,33 8-15,27 0 16,41 17-16,1-9 31,0 1-31,9 16 16,-1-8-1,-8 17-15,-17-8 16,-43-9-16,-25 0 0,0 0 16,-1 17 15,-16 25-31,-35 18 15,-34 16 1,-8-8-16,0-16 16,17-18-1,17-26-15,16-8 16,10 0 0,8 0-16,17 0 15,9 0 1,33 9-16,10-18 15,-18-16 1,-17-1-16,-8-8 16,-1 0-1,-16 0-15,-1 0 16,1 0 0,-18 0-16,1 17 15,-18 17 1,-17 0-16,9 9 15,0-9-15,0 17 16,17 8 0,8 18-1,35 8 1,34 8-16,25 18 16,18 0-16,-10-9 15,-24-17 1,-35-17-16,-60 17 15,-196 110 1,-273 43-16,94-101 16</inkml:trace>
  <inkml:trace contextRef="#ctx0" brushRef="#br0" timeOffset="79034.41">21790 12382 0,'0'0'0,"0"0"15,0 0-15,0 0 16,0-8-16,34-1 16,60-8-1,42-8 1,61-1 0,76 1-16,34-1 15,51 1 1,35-9-16,111 0 15,50 8 1,1 1-16,119 33 16,-8 26-16,77-25 15,-299-9 1</inkml:trace>
  <inkml:trace contextRef="#ctx0" brushRef="#br0" timeOffset="87111.75">14458 6574 0,'0'0'0,"0"0"16,0 0-16,0 0 16,43 0-1,59 8 1,69-8-16,34 9 15,17-26 1,8-9-16,-51 1 16,-25 8-1,-9 8-15,-51 9 16,-34 0 0,-35 0-16,-16 17 15,-43 26 1,-60 68-16,-77 50 15,-42 26 1,25-8-16,51-35 16,18-8-1,51-34-15,25-50 16,17-18 0,9-9-16,9-16 15,8-1 1,0-16-1,8-60-15,18-86 16,17-84-16,8-17 16,0 9-1,-8 33 1,-9 51-16,0 26 16,0 26-16,-8 50 15,-18 26-15,1 17 16,-1 9-16,18 25 31,8 42-15,26 77-16,17 85 15,-9 26 1,-17-9-16,-8 0 16,-18-25-1,-7-43-15,-10-76 16,-8-43-16,0-17 15,0-9 1,-8-16 0,-1-1-16,-25-42 15,-52-68 1,-84-94-16,-18-59 16,9-8-1,-43-18-15,0 51 16,-17 35-1,-68-26-15</inkml:trace>
  <inkml:trace contextRef="#ctx0" brushRef="#br0" timeOffset="140496.01">2834 14339 0,'0'0'0,"0"0"0,0 0 15,0 0-15,0 0 16,8 17 0,1 8-1,-1 26 1,-8 17-16,-8 0 16,-9-17-16,17-8 31,0-18-31,0 1 15,0-9-15,0-9 0,17 1 32,8-9-32,9-9 0,18 1 31,16-18-31,17 9 16,9-8-1,34-1-15,0 9 16,17 17-16,9 0 15,0 0 1,8 9 0,17-1-16,17-8 15,9 0 1,17 0-16,-26 0 16,9 0-1,17 9-15,-17-1 16,8 9-1,9 0-15,-17 0 16,25 0 0,9 9-16,0-9 15,9 8 1,-18 1-16,1 8 16,-1 8-1,1 1-15,8-1 16,8 1-1,-16-1-15,16-8 16,-8 0-16,-26 0 16,1 0-1,-1-8 1,-16 0-16,-18-1 16,-26-8-1,-8 0-15,9-8 16,-9-1-1,-17-16-15,-25-1 16,-18 1 0,-17-1-16,-25 1 15,-17 8 1,-9 0-16,-9 0 16,1-9-1,-1 1-15,1-9 16,-9-35-1,-9-33-15,9 26 16</inkml:trace>
  <inkml:trace contextRef="#ctx0" brushRef="#br0" timeOffset="186304.08">3209 15878 0,'0'0'16,"0"0"-16,0 0 0,0 0 15,0 0 1,0 0-16,-8 25 15,-18 26 1,-8 9-16,-9 16 16,9 1-1,0-17-15,17-1 16,0 1 0,0-18-16,8-16 15,9 8 1,0 0-1,0 0-15,9-9 16,8 1-16,0-1 16,0 1-1,0-1-15,9 1 16,16-1-16,27 1 31,33-1-31,17 1 16,27-18-1,24-8-15,27 0 16,7 0 0,18-17-16,0 9 15,9-1 1,-1 1-16,9-1 16,9 9-1,-9 0 1,0-8-16,-9-1 15,17 1-15,-8-9 16,9 0-16,-26 0 16,0 8-1,-17-8-15,-35 0 32,10-8-32,-10 8 15,-33 0-15,-35 0 16,-16 8-1,-35 1-15,-9-1 16,-16 9 0,-17 0-16,-1 0 15,1-8 1,-1-9-16,-8 8 16</inkml:trace>
  <inkml:trace contextRef="#ctx0" brushRef="#br0" timeOffset="-191112.54">3294 17290 0,'0'0'16,"0"0"-16,0-9 16,0 1-16,0 8 0,0 0 15,0-9 1,0 9-1,0 0 1,0 0 0,0 0-16,0 0 15,0 0-15,0 0 16,0 17 0,0 17-1,0 0-15,9 17 16,0 0-16,-1 9 15,1-1 1,-9-8 0,0 9-16,0-1 15,0-16 1,0-18-16,0 1 16,0-18-1,0 1-15,0-1 16,0 1-16,0-9 15,17 8 1,8-8 0,18 0-16,25-8 0,18-1 31,16-8-31,26 0 16,0 0-1,-8 9-15,16-1 16,18 9-1,-1 0-15,1 0 16,25 0 0,0 0-16,1 0 15,16 0 1,-8 0-16,8 0 16,0 0-1,-25-8-15,-9 8 16,-8 0-1,-18 0-15,-16 0 16,-18 0-16,-8 8 16,-8-8-1,-10 0-15,-7-8 16,-1-1 0,-8-8-1,-1-8-15,1-1 16,-9 1-16,1-1 15,-10-8 1,1 0 0,-9 0-16,0 9 15,-8 8 1,-9 0-16,-9 8 16,1 1-1,0 8-15,-1 0 16,1 0-16,-1 0 15,-8-9 1,0-8-16,0 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1T20:19:36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8253 5502 0,'0'0'0,"52"9"0,110 8 16,68 0-1,52 0-15,68 0 16,17-9 0,59 1-1,155 16-15,102 9 16,93 0 0,-8 18-1,43-1-15,-341-26 16</inkml:trace>
  <inkml:trace contextRef="#ctx0" brushRef="#br0" timeOffset="35249.04">2902 13573 0,'34'-8'0,"111"-43"0,137-43 0,750-93 0,-665 170 0</inkml:trace>
  <inkml:trace contextRef="#ctx0" brushRef="#br0" timeOffset="35779.85">3371 15708 0,'17'0'0,"52"0"0,101 17 16,172 0-1,170-17-15,119-26 16,189-8-1,-359 17-15</inkml:trace>
  <inkml:trace contextRef="#ctx0" brushRef="#br0" timeOffset="39783.67">2817 8607 0,'0'0'0,"0"0"16,-9 0-16,0 17 15,1 0 1,-9 8-1,0 1-15,0 8 16,0 17 0,0 25-16,0 18 15,-9 16 1,0 9-16,1-8 16,-1-1-1,9-8-15,0-8 16,17-9-16,0-25 15,17-9 1,0-9-16,9-8 16,8 0-1,17 0 1,17-8-16,26-1 16,17-16-1,26-1-15,42-8 16,9-8-1,25-1-15,18 1 16,-10 8 0,10 0-16,8-9 15,0 1-15,-9-1 16,1-8 0,-9 0-1,-26 9-15,-25-1 16,-18 9-1,-42 0-15,-42 0 16,-18 0-16,-26 0 31,-8 0-31,-8 0 16,-1 0-16,1-8 16,-9-26-1,0-51-15,26-51 16,16-69-1,27-24-15,16-9 16,9 17-16,-26 42 16,0 34-1,-25 26 1,-17 51-16,-18 26 16,1 8-1,-1 17-15,-16 0 16,-1 0-1,-16 8 1,-52-8-16,-68 0 16,-52 26-16,-84 25 15,-95 25 1,-42 9-16,-17 9 16,-69-1-1,-51 26-15,-68 9 16,-17-9-1,230-59-15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2.png"/><Relationship Id="rId7" Type="http://schemas.openxmlformats.org/officeDocument/2006/relationships/customXml" Target="../ink/ink4.xml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5" Type="http://schemas.openxmlformats.org/officeDocument/2006/relationships/customXml" Target="../ink/ink7.xml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1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customXml" Target="../ink/ink10.xml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5" Type="http://schemas.openxmlformats.org/officeDocument/2006/relationships/image" Target="../media/image1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29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jpeg"/><Relationship Id="rId10" Type="http://schemas.openxmlformats.org/officeDocument/2006/relationships/image" Target="../media/image33.jpeg"/><Relationship Id="rId4" Type="http://schemas.openxmlformats.org/officeDocument/2006/relationships/image" Target="../media/image30.jpeg"/><Relationship Id="rId9" Type="http://schemas.openxmlformats.org/officeDocument/2006/relationships/image" Target="../media/image4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10" Type="http://schemas.openxmlformats.org/officeDocument/2006/relationships/image" Target="../media/image36.png"/><Relationship Id="rId4" Type="http://schemas.openxmlformats.org/officeDocument/2006/relationships/image" Target="../media/image4800.png"/><Relationship Id="rId9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38.png"/><Relationship Id="rId5" Type="http://schemas.openxmlformats.org/officeDocument/2006/relationships/image" Target="../media/image92.png"/><Relationship Id="rId10" Type="http://schemas.openxmlformats.org/officeDocument/2006/relationships/customXml" Target="../ink/ink14.xml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customXml" Target="../ink/ink15.xml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Relationship Id="rId10" Type="http://schemas.openxmlformats.org/officeDocument/2006/relationships/image" Target="../media/image40.png"/><Relationship Id="rId9" Type="http://schemas.openxmlformats.org/officeDocument/2006/relationships/customXml" Target="../ink/ink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10" Type="http://schemas.openxmlformats.org/officeDocument/2006/relationships/image" Target="../media/image41.png"/><Relationship Id="rId4" Type="http://schemas.openxmlformats.org/officeDocument/2006/relationships/image" Target="../media/image911.png"/><Relationship Id="rId9" Type="http://schemas.openxmlformats.org/officeDocument/2006/relationships/customXml" Target="../ink/ink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26: P and NP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68B6B9-58FC-AE27-6AAD-B128C55EBB9C}"/>
                  </a:ext>
                </a:extLst>
              </p14:cNvPr>
              <p14:cNvContentPartPr/>
              <p14:nvPr/>
            </p14:nvContentPartPr>
            <p14:xfrm>
              <a:off x="2630160" y="2529000"/>
              <a:ext cx="4501800" cy="198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68B6B9-58FC-AE27-6AAD-B128C55EBB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00" y="2519640"/>
                <a:ext cx="4520520" cy="200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3495DA-3C36-415C-EFC3-54EA64F229E8}"/>
                  </a:ext>
                </a:extLst>
              </p14:cNvPr>
              <p14:cNvContentPartPr/>
              <p14:nvPr/>
            </p14:nvContentPartPr>
            <p14:xfrm>
              <a:off x="4446000" y="1276560"/>
              <a:ext cx="1803960" cy="59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3495DA-3C36-415C-EFC3-54EA64F229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6640" y="1267200"/>
                <a:ext cx="1822680" cy="61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68D789-7A35-3845-631C-20BFE7449E16}"/>
                  </a:ext>
                </a:extLst>
              </p14:cNvPr>
              <p14:cNvContentPartPr/>
              <p14:nvPr/>
            </p14:nvContentPartPr>
            <p14:xfrm>
              <a:off x="1060200" y="1117440"/>
              <a:ext cx="1954440" cy="410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68D789-7A35-3845-631C-20BFE7449E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0840" y="1108080"/>
                <a:ext cx="1973160" cy="41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E28029-3979-1E58-BCFF-3D74199FAC0B}"/>
                  </a:ext>
                </a:extLst>
              </p14:cNvPr>
              <p14:cNvContentPartPr/>
              <p14:nvPr/>
            </p14:nvContentPartPr>
            <p14:xfrm>
              <a:off x="4433760" y="1218600"/>
              <a:ext cx="5512680" cy="314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E28029-3979-1E58-BCFF-3D74199FAC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24400" y="1209240"/>
                <a:ext cx="553140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7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CB5261-FEE0-1188-48A0-EF67D7333916}"/>
                  </a:ext>
                </a:extLst>
              </p14:cNvPr>
              <p14:cNvContentPartPr/>
              <p14:nvPr/>
            </p14:nvContentPartPr>
            <p14:xfrm>
              <a:off x="1527120" y="2446200"/>
              <a:ext cx="5266800" cy="156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CB5261-FEE0-1188-48A0-EF67D7333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7760" y="2436840"/>
                <a:ext cx="5285520" cy="15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7B5B5F-7470-D78B-6F8B-A448F18777DF}"/>
                  </a:ext>
                </a:extLst>
              </p14:cNvPr>
              <p14:cNvContentPartPr/>
              <p14:nvPr/>
            </p14:nvContentPartPr>
            <p14:xfrm>
              <a:off x="1523880" y="2501280"/>
              <a:ext cx="5343840" cy="1522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7B5B5F-7470-D78B-6F8B-A448F18777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4520" y="2491920"/>
                <a:ext cx="5362560" cy="15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349549-5C44-59F9-2E45-E9D8C5779BA1}"/>
                  </a:ext>
                </a:extLst>
              </p14:cNvPr>
              <p14:cNvContentPartPr/>
              <p14:nvPr/>
            </p14:nvContentPartPr>
            <p14:xfrm>
              <a:off x="4141800" y="1218600"/>
              <a:ext cx="6886080" cy="1972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349549-5C44-59F9-2E45-E9D8C5779B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32440" y="1209240"/>
                <a:ext cx="6904800" cy="19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05434B-8AFF-98D5-EACA-460B306F1C0E}"/>
                  </a:ext>
                </a:extLst>
              </p14:cNvPr>
              <p14:cNvContentPartPr/>
              <p14:nvPr/>
            </p14:nvContentPartPr>
            <p14:xfrm>
              <a:off x="3819240" y="1383840"/>
              <a:ext cx="7801560" cy="1880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05434B-8AFF-98D5-EACA-460B306F1C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9880" y="1374480"/>
                <a:ext cx="7820280" cy="18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F9DD87-5650-2B4F-071A-70C0F6787B45}"/>
                  </a:ext>
                </a:extLst>
              </p14:cNvPr>
              <p14:cNvContentPartPr/>
              <p14:nvPr/>
            </p14:nvContentPartPr>
            <p14:xfrm>
              <a:off x="7294320" y="2914560"/>
              <a:ext cx="1914480" cy="12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F9DD87-5650-2B4F-071A-70C0F6787B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4960" y="2905200"/>
                <a:ext cx="1933200" cy="1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AC667F-1E03-A294-4EAA-DE2E42895247}"/>
                  </a:ext>
                </a:extLst>
              </p14:cNvPr>
              <p14:cNvContentPartPr/>
              <p14:nvPr/>
            </p14:nvContentPartPr>
            <p14:xfrm>
              <a:off x="630000" y="186840"/>
              <a:ext cx="10892520" cy="6246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AC667F-1E03-A294-4EAA-DE2E428952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20640" y="177480"/>
                <a:ext cx="10911240" cy="626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DEF6FD-E64C-7682-050D-59A12F984F04}"/>
                  </a:ext>
                </a:extLst>
              </p14:cNvPr>
              <p14:cNvContentPartPr/>
              <p14:nvPr/>
            </p14:nvContentPartPr>
            <p14:xfrm>
              <a:off x="1788120" y="2715480"/>
              <a:ext cx="9356400" cy="68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DEF6FD-E64C-7682-050D-59A12F984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8760" y="2706120"/>
                <a:ext cx="9375120" cy="7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CCA0C61-DEDF-BD24-BCFA-EF6E3035A7F6}"/>
                  </a:ext>
                </a:extLst>
              </p14:cNvPr>
              <p14:cNvContentPartPr/>
              <p14:nvPr/>
            </p14:nvContentPartPr>
            <p14:xfrm>
              <a:off x="4492080" y="2486160"/>
              <a:ext cx="7411320" cy="3937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CCA0C61-DEDF-BD24-BCFA-EF6E3035A7F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82720" y="2476800"/>
                <a:ext cx="7430040" cy="395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72ACC2-84BC-7651-2218-3027432215F0}"/>
                  </a:ext>
                </a:extLst>
              </p14:cNvPr>
              <p14:cNvContentPartPr/>
              <p14:nvPr/>
            </p14:nvContentPartPr>
            <p14:xfrm>
              <a:off x="823320" y="854280"/>
              <a:ext cx="10938960" cy="550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72ACC2-84BC-7651-2218-3027432215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3960" y="844920"/>
                <a:ext cx="10957680" cy="55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93364D-1F04-9F04-864A-89D2B1D964A2}"/>
                  </a:ext>
                </a:extLst>
              </p14:cNvPr>
              <p14:cNvContentPartPr/>
              <p14:nvPr/>
            </p14:nvContentPartPr>
            <p14:xfrm>
              <a:off x="1305720" y="1105200"/>
              <a:ext cx="8296560" cy="96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93364D-1F04-9F04-864A-89D2B1D964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6360" y="1095840"/>
                <a:ext cx="8315280" cy="98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F2F4DC-4EB5-5752-5983-514AC1665A6D}"/>
                  </a:ext>
                </a:extLst>
              </p14:cNvPr>
              <p14:cNvContentPartPr/>
              <p14:nvPr/>
            </p14:nvContentPartPr>
            <p14:xfrm>
              <a:off x="4836240" y="1203120"/>
              <a:ext cx="7245360" cy="624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F2F4DC-4EB5-5752-5983-514AC1665A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26880" y="1193760"/>
                <a:ext cx="7264080" cy="6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FBD118-B13B-3CD0-B9A4-DD16E99C0F88}"/>
                  </a:ext>
                </a:extLst>
              </p14:cNvPr>
              <p14:cNvContentPartPr/>
              <p14:nvPr/>
            </p14:nvContentPartPr>
            <p14:xfrm>
              <a:off x="479160" y="1050120"/>
              <a:ext cx="6253200" cy="486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FBD118-B13B-3CD0-B9A4-DD16E99C0F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800" y="1040760"/>
                <a:ext cx="6271920" cy="48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9FB769-A2B4-991B-8CCE-72C7835C4400}"/>
                  </a:ext>
                </a:extLst>
              </p14:cNvPr>
              <p14:cNvContentPartPr/>
              <p14:nvPr/>
            </p14:nvContentPartPr>
            <p14:xfrm>
              <a:off x="1413360" y="1157400"/>
              <a:ext cx="10579320" cy="161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9FB769-A2B4-991B-8CCE-72C7835C44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4000" y="1148040"/>
                <a:ext cx="10598040" cy="16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631F7B-10DC-E95D-DC43-8B4FEDE9DE8E}"/>
                  </a:ext>
                </a:extLst>
              </p14:cNvPr>
              <p14:cNvContentPartPr/>
              <p14:nvPr/>
            </p14:nvContentPartPr>
            <p14:xfrm>
              <a:off x="1536120" y="2026800"/>
              <a:ext cx="10567080" cy="3980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631F7B-10DC-E95D-DC43-8B4FEDE9DE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6760" y="2017440"/>
                <a:ext cx="10585800" cy="399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3744AC-A7DE-6613-9D7F-D5C195B1BA30}"/>
                  </a:ext>
                </a:extLst>
              </p14:cNvPr>
              <p14:cNvContentPartPr/>
              <p14:nvPr/>
            </p14:nvContentPartPr>
            <p14:xfrm>
              <a:off x="1020240" y="2020680"/>
              <a:ext cx="8960040" cy="4415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3744AC-A7DE-6613-9D7F-D5C195B1BA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0880" y="2011320"/>
                <a:ext cx="8978760" cy="443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71EE66-8188-EE68-5A0F-F8FE38A7CE20}"/>
                  </a:ext>
                </a:extLst>
              </p14:cNvPr>
              <p14:cNvContentPartPr/>
              <p14:nvPr/>
            </p14:nvContentPartPr>
            <p14:xfrm>
              <a:off x="789480" y="1980720"/>
              <a:ext cx="4326840" cy="368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71EE66-8188-EE68-5A0F-F8FE38A7CE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0120" y="1971360"/>
                <a:ext cx="4345560" cy="370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55286</TotalTime>
  <Words>1673</Words>
  <Application>Microsoft Office PowerPoint</Application>
  <PresentationFormat>Widescreen</PresentationFormat>
  <Paragraphs>287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Ravie</vt:lpstr>
      <vt:lpstr>Calibri Light</vt:lpstr>
      <vt:lpstr>Arial</vt:lpstr>
      <vt:lpstr>Calibri</vt:lpstr>
      <vt:lpstr>Cambria Math</vt:lpstr>
      <vt:lpstr>Office Theme</vt:lpstr>
      <vt:lpstr>CSE 332 Winter 2026 Lecture 26: P and NP 2</vt:lpstr>
      <vt:lpstr>Studying Complexity and Tractability</vt:lpstr>
      <vt:lpstr>Some problems in EXP seem “easier”</vt:lpstr>
      <vt:lpstr>Class NP</vt:lpstr>
      <vt:lpstr>EXP⊃NP⊇P </vt:lpstr>
      <vt:lpstr>Party Problem</vt:lpstr>
      <vt:lpstr>Independent Set</vt:lpstr>
      <vt:lpstr>Generalized Baseball</vt:lpstr>
      <vt:lpstr>Vertex Cover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384</cp:revision>
  <dcterms:created xsi:type="dcterms:W3CDTF">2023-10-13T16:06:42Z</dcterms:created>
  <dcterms:modified xsi:type="dcterms:W3CDTF">2026-03-11T22:23:17Z</dcterms:modified>
</cp:coreProperties>
</file>