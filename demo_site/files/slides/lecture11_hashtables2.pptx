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2"/>
    <p:sldId id="337" r:id="rId3"/>
    <p:sldId id="336" r:id="rId4"/>
    <p:sldId id="346" r:id="rId5"/>
    <p:sldId id="349" r:id="rId6"/>
    <p:sldId id="378" r:id="rId7"/>
    <p:sldId id="352" r:id="rId8"/>
    <p:sldId id="353" r:id="rId9"/>
    <p:sldId id="354" r:id="rId10"/>
    <p:sldId id="355" r:id="rId11"/>
    <p:sldId id="356" r:id="rId12"/>
    <p:sldId id="379" r:id="rId13"/>
    <p:sldId id="380" r:id="rId14"/>
    <p:sldId id="357" r:id="rId15"/>
    <p:sldId id="358" r:id="rId16"/>
    <p:sldId id="359" r:id="rId17"/>
    <p:sldId id="381" r:id="rId18"/>
    <p:sldId id="382" r:id="rId19"/>
    <p:sldId id="383" r:id="rId20"/>
    <p:sldId id="360" r:id="rId21"/>
    <p:sldId id="361" r:id="rId22"/>
    <p:sldId id="362" r:id="rId23"/>
    <p:sldId id="363" r:id="rId24"/>
    <p:sldId id="365" r:id="rId25"/>
    <p:sldId id="370" r:id="rId26"/>
    <p:sldId id="371" r:id="rId27"/>
    <p:sldId id="384" r:id="rId28"/>
    <p:sldId id="385" r:id="rId29"/>
    <p:sldId id="373" r:id="rId30"/>
    <p:sldId id="375" r:id="rId31"/>
    <p:sldId id="374" r:id="rId32"/>
    <p:sldId id="366" r:id="rId33"/>
    <p:sldId id="368" r:id="rId34"/>
    <p:sldId id="369" r:id="rId35"/>
    <p:sldId id="376" r:id="rId36"/>
    <p:sldId id="377" r:id="rId37"/>
  </p:sldIdLst>
  <p:sldSz cx="12192000" cy="6858000"/>
  <p:notesSz cx="6858000" cy="9144000"/>
  <p:embeddedFontLst>
    <p:embeddedFont>
      <p:font typeface="Cambria Math" panose="02040503050406030204" pitchFamily="18" charset="0"/>
      <p:regular r:id="rId40"/>
    </p:embeddedFont>
    <p:embeddedFont>
      <p:font typeface="Consolas" panose="020B0609020204030204" pitchFamily="49" charset="0"/>
      <p:regular r:id="rId41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2" Type="http://schemas.openxmlformats.org/officeDocument/2006/relationships/image" Target="../media/image11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3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11: hashing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pic>
        <p:nvPicPr>
          <p:cNvPr id="1026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A711E177-0A03-6A78-A571-9F53531A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64328"/>
            <a:ext cx="1252220" cy="751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5CEE9F9-2EBE-4CC1-9403-3C322B3D011A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1470660" y="4001294"/>
            <a:chExt cx="5120640" cy="6400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15F891-EABE-C715-0CC0-B077530D6B06}"/>
                </a:ext>
              </a:extLst>
            </p:cNvPr>
            <p:cNvSpPr/>
            <p:nvPr/>
          </p:nvSpPr>
          <p:spPr>
            <a:xfrm>
              <a:off x="14706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16793F-F73D-8588-59C0-B5CD1713D13C}"/>
                </a:ext>
              </a:extLst>
            </p:cNvPr>
            <p:cNvSpPr/>
            <p:nvPr/>
          </p:nvSpPr>
          <p:spPr>
            <a:xfrm>
              <a:off x="21107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F5FE7C-60F8-DCCD-71CA-23CCA50514E5}"/>
                </a:ext>
              </a:extLst>
            </p:cNvPr>
            <p:cNvSpPr/>
            <p:nvPr/>
          </p:nvSpPr>
          <p:spPr>
            <a:xfrm>
              <a:off x="27508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08263-8B67-5D74-ACF7-D2EF2DE9F6C9}"/>
                </a:ext>
              </a:extLst>
            </p:cNvPr>
            <p:cNvSpPr/>
            <p:nvPr/>
          </p:nvSpPr>
          <p:spPr>
            <a:xfrm>
              <a:off x="339090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C47B54-CFE9-D28C-B605-0944181CD613}"/>
                </a:ext>
              </a:extLst>
            </p:cNvPr>
            <p:cNvSpPr/>
            <p:nvPr/>
          </p:nvSpPr>
          <p:spPr>
            <a:xfrm>
              <a:off x="403098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809D88-9346-16AB-47D9-15E1AB178F52}"/>
                </a:ext>
              </a:extLst>
            </p:cNvPr>
            <p:cNvSpPr/>
            <p:nvPr/>
          </p:nvSpPr>
          <p:spPr>
            <a:xfrm>
              <a:off x="46710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0064F-7EE5-1285-D430-ECA89FA194B5}"/>
                </a:ext>
              </a:extLst>
            </p:cNvPr>
            <p:cNvSpPr/>
            <p:nvPr/>
          </p:nvSpPr>
          <p:spPr>
            <a:xfrm>
              <a:off x="53111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5BB3CB-8E1A-CB22-7ACF-36852255E9A8}"/>
                </a:ext>
              </a:extLst>
            </p:cNvPr>
            <p:cNvSpPr/>
            <p:nvPr/>
          </p:nvSpPr>
          <p:spPr>
            <a:xfrm>
              <a:off x="59512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8BC6414-62CE-EA22-FB80-F74A3FDF0CD2}"/>
              </a:ext>
            </a:extLst>
          </p:cNvPr>
          <p:cNvSpPr txBox="1"/>
          <p:nvPr/>
        </p:nvSpPr>
        <p:spPr>
          <a:xfrm>
            <a:off x="713741" y="5942568"/>
            <a:ext cx="119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Object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59360" y="5078329"/>
            <a:ext cx="1422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 between 0 and length-1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pic>
        <p:nvPicPr>
          <p:cNvPr id="18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54070E1C-8E07-4C18-0042-FC895ADDB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118" y="5185664"/>
            <a:ext cx="513663" cy="30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BAE7921-37C6-D987-ECCC-13611CBD6373}"/>
              </a:ext>
            </a:extLst>
          </p:cNvPr>
          <p:cNvSpPr txBox="1"/>
          <p:nvPr/>
        </p:nvSpPr>
        <p:spPr>
          <a:xfrm>
            <a:off x="8100060" y="5435076"/>
            <a:ext cx="8148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&amp; value</a:t>
            </a:r>
          </a:p>
        </p:txBody>
      </p:sp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table[h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91ECDB6-DBDB-A8C5-13B8-D40E0B56F6CF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AA78154-D2A0-BF2C-9B37-89A4A1379974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B331FF7-4ADF-F5C5-5A92-E2E26C322D8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43150A1-3A0C-0E2E-806A-D901BAA46E5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7FA6F73-9326-7623-286F-F79D18C948C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0C70B-769B-1252-448C-DD9A7F25B82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2345D6-30A8-DE1D-1642-CCCCDFD9C13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9FD4096-164B-4E14-BE95-4D30896294A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85C0D695-3EA8-5B0F-C8B5-F6B37DA781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64378A1-329E-3EB3-A369-D972CA452FA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1D4BB78-3629-F57F-7936-EEB4230E311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5268C3D-BFFE-225B-A692-AF99650934D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B1FA29-7E34-0841-EC22-1222491D9C3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02254A-91CA-3383-8EF6-F5AAF94312F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117B7E3-7CA7-C371-0E02-C5C5A9B5A6B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1CDC39D-5234-7CFE-F9A7-BFA74A9CBB8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7FECAC9-D12D-95A0-AB8A-DD19A4DFF49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31F0E9C-6E2C-32C5-2754-D26A3538B18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D4FDA9-756B-31B1-096F-002F125364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B26DF93-8ABD-57E7-3342-E8BB1220BBE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BDE1C0-1567-F432-BFC9-5D6917EBB1F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4E56DA0-CB51-CD5D-0F83-6A455B6DB6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FA49A12-E978-D7D8-6386-D6286151FBC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8BF4F05-1F9D-06B3-2DDC-C289E853CCE0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787E9B0-35F3-4A63-957F-9FA7F2B518A2}"/>
              </a:ext>
            </a:extLst>
          </p:cNvPr>
          <p:cNvCxnSpPr>
            <a:cxnSpLocks/>
            <a:stCxn id="48" idx="0"/>
            <a:endCxn id="56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8099790F-4528-AB94-CDB3-F6CC4231DE2C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0104CAB-B7CB-EF56-EAD8-BC0CD889224E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E13C852-F822-AC77-8026-CE353C7665DD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1ADFC5-0306-0154-E32F-D9B258F02E0B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48504-CA46-CA67-A734-8DDC6861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4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/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blipFill>
                <a:blip r:embed="rId10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772FA18-6A5B-A1AF-51F3-05EBCDEAB760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4608512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/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blipFill>
                <a:blip r:embed="rId11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F82035-F31B-DDB2-87BB-A0A1AEB721D2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841681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/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blipFill>
                <a:blip r:embed="rId1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0D314E1-854A-65E6-9B7F-C273F6FDE7DA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7827325" y="303069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/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blipFill>
                <a:blip r:embed="rId13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A668F0C-0B35-AA65-2737-CBC7BE8228E2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3360736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/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blipFill>
                <a:blip r:embed="rId14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63374C-DE0C-C5B4-3F72-3B27EC9BC23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827325" y="2315209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/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blipFill>
                <a:blip r:embed="rId1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0B7F36-8C50-B7B5-8D5D-F7C2197D449B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8447405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/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blipFill>
                <a:blip r:embed="rId1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8F43A32-977F-43FE-EAAB-FDBF4149C224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7811450" y="160178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0C561-7C0A-77D5-7D16-0EEEF8EC7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32C67-A348-85FC-F378-49B7E5A90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F30BEF-7C18-0791-2451-C3D03B082D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7968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13CD2-C515-235D-16B5-A9138D97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B8F5-FC65-0B0C-8CF3-A7E7353D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865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7498-9DAE-DEB6-261A-D13AF09F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C831-F25F-B861-FC1F-B53A6412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D415C-0036-C33E-EC5B-DC3A8160F6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77084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insert A, B, C, D, and E in that order, where all map to 3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317F43-9CD7-8DA0-A5D0-001E0001053F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1202B14-1CA9-7427-2AFA-FA1DD7757A51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A3C04AB-11E3-0E1D-5512-CF9905E76CA3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505F905-78AC-0FED-63A8-D158F9F6DB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6C3C739-190D-77AE-094B-B5A1ABEDD15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DB671C4-36E4-5759-BD56-4B984DE8E14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E106D1-7203-82F6-280F-7E853F2B0A6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048179-5B5B-1D84-4BEE-B63E119BE51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1E2D4-BFD0-E7A3-64D2-1DB262FEE5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9BCC972-4F49-985D-FF80-F251AC88896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F5EC299-2C81-C998-0B48-905B653F207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35EE393-F261-7112-0EE4-348AA0A1637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74D851-AE84-7BB2-15D2-B8B3FDBD30F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D037339-333A-C3D8-3E6C-65B8FAD063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D452F40-2861-0C61-C782-DA10FBC1BF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DF1C0F-B926-C860-D53D-B0773489824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466C9CD-1D81-A75D-F1FC-9BF215023E2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5135D2-4A37-6E73-2735-7DD762D195B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4DAB7D0-ACAD-CF90-8FD1-642768251F9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6C6D38-B5FA-0844-809D-ECE94165422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8481B7C-6E6D-1241-B31F-BBD1206BCAC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7E7B75A-56BD-E34F-5441-E945C702414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10EF039-58EA-D1AF-24E2-766AB95BFBA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116AA1-79E7-7B8F-6B63-5AD080903693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E2BEEE4-F2F5-4A6D-A7F1-74E5F59B87C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6E892C7-4BB7-7892-D8EF-72CBDED3855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C937C9A-A150-3B3B-5F5D-A46B057E77E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14F1BB8-CD89-6CC4-271E-B54E8B76D92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B063377-763D-7E6B-A2E2-168A8418FD9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DC69C8-0C62-202A-1D29-F6FA1961746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2C24F4D-45E7-429F-1A5A-E2F8B8908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CAD924-3E43-437B-0227-B82DCA6BCC6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082242E-03C9-DAC8-4F5A-35CBD59C5E6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CCBA9C-3E8E-4B95-CA6E-01032FF83852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792AA63-0871-0F41-E9F2-588857F0A4F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509C928-E94D-95A9-C016-C6809689E49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2AA9EB9-788C-B4ED-3ADA-785D5BE1408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BF553E-1BDD-5C2E-6BB1-8C3C791134B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8A8E60-CF0C-00C6-275F-9CBAE91141F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C89A41F-BF8D-9B3D-B3C1-AA50B5DDCE1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7892DC-2FA8-A5BA-5797-5FBAD88AFA6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EF67158-5307-F23C-E512-778B1FDB75D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788CA28-DB30-5C22-5B10-37895107B11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AF9FD98-F08E-74AD-B4D7-CC0C2EDE31F7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5B24D09-3912-D852-0607-0B6184BE452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A771A6-FE79-3EE8-742B-09A1A7CE80E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70D4F65-1C9F-2430-9212-AF08A10A5B82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D923D7-3737-D6A6-A7FB-34380866D88E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insert A, B, C, D, and E in that order, where A,B,E all map to 3 and C,D map to 5.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insert A, B, C, D, and E in that order, where A,E map to 3 and B,C,D map to 4.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211498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D7093-3B10-1E12-5389-25407E74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E4181-C432-05F1-0F20-649E4D56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2F6E8-C888-0E1D-462A-70AD35490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insert A, B, C, D, and E in that order, where A,B,D,E map to 3 and C maps to 4.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F83E2A-20F8-CCD5-B64E-46D42C5AB5AB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B6D3714-790D-E477-C325-6731F02CD41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7743B14-8AB2-D29B-6422-DBC5FC8A771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249E0B8F-F485-813B-A1D8-6DC71E68113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49C0502-8BBD-5C16-3DAB-1B406A60B34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AB0C0BE-7432-51E7-9B88-2E80CEBB0FC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5281922-A894-AC43-5DA2-84321EB4EE1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9E7ABD1-F958-14FA-B3F8-29FAC775F5C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770226E-EFF7-E247-F830-F9AF834D1E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CDFE54A1-3936-2012-1BC3-DBEF456F26A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259E99AA-8338-B7C9-FF99-3B2D80D29B11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5592070-621B-83EB-22F0-EA69071BCF6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1E4928A-52FA-A087-6F92-61528643FEB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8A7E6AF-1C0F-B6C4-5E46-120A91EA4F9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5844672-1895-BB3C-5084-DF6CD884E1A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7DAF729-E7BF-E511-7FB5-E2BA900497B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612562-898D-FB59-6AE8-A3B342117CC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6CF9AC8-17A8-01FD-D14C-076EC8F509F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CAE27283-359F-586B-1BCD-8CE4F2027A6E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272897A-EB73-3EC9-0FE0-6F81BCDFFA0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8502FA8-93C0-FDA1-57B9-29E666987FC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9D25ABE-2F6C-8D42-E24F-EA3F7F3EA73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1F537B1-F08A-FF2A-08CA-741B553DD20A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6261FD0-EBE5-D521-8147-CCEBF33528F5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C9C6885-8F71-2192-9F9E-542A8711C3C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0CD6BFE-64C6-BEF7-B578-3555E62DADA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527B4F7-0112-3A05-5D5F-9185BCA6F42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5B77F30-516E-9E83-3F53-ED035CA9BD7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8158A049-842B-52E2-E99F-0AF09FBD645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2E2B4D6-D849-0C62-AEE4-736C4F87154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FD7ED1A-3D6A-4E80-EE91-FE418EC84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1F49E286-A87A-EEBC-2F99-B2C96CF738BB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5D51BF-5078-F0DF-1204-B7432B028A6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292524A-E0B5-719D-98C6-037803454A4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78D85298-2A76-FD85-BE0F-D85530687DF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5773717-162C-7802-AF31-AC60C4B19451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DFA770E-6736-B550-44B0-A17D7F4FD4F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D28DF7EB-E9EF-D4E5-2781-D02AA4B8773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9B93CC4-E5C1-F65E-CAE5-EC54743081D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17C5466-5B88-207E-6588-DFA192BFF44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19CB7D8-E78D-EB51-8D7D-AC12970CA7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1FFDD49E-FCD7-DDFF-5DA8-FD0219A6235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EA423898-F272-F3E5-D384-DC3F1566406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011EB6B-DB2A-39B5-867C-BC62412C56E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D765694-2CDF-A5FE-F737-A45F116ABB3D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877046A-FFCF-2DF6-1EF0-B15986FCB16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F9DDE14-377B-C874-6026-CB443F14458E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AC5C288-67D0-60E0-A3AF-DBA36CB07A9C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2060549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E5DD-0241-AAC9-05EF-BE9B3FAF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E969-C6E3-F2A6-CF07-ECADF7E61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65E61-D29B-A7D5-C396-7B1D90B64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insert A, B, C, D, and E in that order, where A,B,E map to 8 and C,D map to 0.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23A5FE-B46B-7803-BC5F-9933F002C54E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3BEBE46-C409-08C2-4633-1B9F75B40BF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28BE05D-FFD4-0D23-EE41-F863480DF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9B77BD6-D4D6-F96D-A643-7D023C6BA1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F86643F-0197-1381-A207-92F9B33D83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E6ECC5-9577-9E4D-7894-A5122BB13885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56CEA7E-F52A-707F-5E0B-2BF525A820B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38EF8A4-58C7-5DCA-BCDA-CE133FD7893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4B3E3FD-6828-FB97-49B4-B1A61C233E5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B663BA4-8B11-2C81-5EC9-3EF1FD064EA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F65CE64-91B6-D81F-268B-1BCF19DA8D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C5AEBC5-1236-C8E2-2FF8-B7B617A5F87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2DFE1540-F518-F37D-2149-5BEDFB9699F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7E2EBA3-9757-2C96-FF5B-9A5BB1AC3EA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8371EB5-0D7E-70D5-14D6-21F88250DE62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C7A54A7-B6E8-FFAA-48D6-204FB853BF12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2740EEB-B5A9-2B09-76E5-7412C270764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08CABA42-6D38-5BF5-3A74-B8DF0B2ACA3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B915538-D60E-B471-8BA0-C90825A331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A301906-59BF-9CAC-83A3-79B4A281E0E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3BC5E6F-C6F6-9CE6-19D9-6CBC5A67A40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B137083-8592-7270-719E-A8BC57EBE4B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F13F882-19CB-9403-D71A-C096C179BCB9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7BBB44-5F2E-A8DA-5DC0-E11ADCCCE600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4A88986-A58B-B4C4-FBDF-0195A1F6973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0E1C9E6-B1CC-BFEE-EB66-166EC1C67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A826B72-7EAE-B7C0-2111-33121B87BC0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814FF9D-834B-E79E-BA53-02E0A26701E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2F1422A-81B7-5F67-2831-2DB9C97411C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57D0398-0DC7-E8DD-8DF8-49DFE3DB797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C811B8FF-2F06-6DAD-9256-E34EC47CC2D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3F16650-5C60-3259-1AC5-26E39BA0AEBB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A7BE5A4-87FB-933A-29C5-33DA5D08D9B9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C0709E10-8B22-5E4B-89A7-9063A6887C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0B9EA6A-C763-551F-88E2-6EC4EBD5C6F9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FBABD74-6667-6A86-1B23-FD88797528C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F9F6EBD8-02C0-558D-0F20-D2CB03D443E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5A8ABF1-B84D-32C4-314D-5D58013302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B05E08F2-55F4-729C-74B8-173ADDAD18EB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A5FD097-3399-840F-E8C5-D06899B7A94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8E6677F-16EC-C7CC-D577-3664FA67D96E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DC911A1-D33F-7899-9FCA-1BB73A60A9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5B62B5D-4D30-358B-B837-70A2CAB4563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F990708-C698-45CE-9287-1A6692A87EF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DEA605A-CD21-C44E-B987-EEC2D8D7AA7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40335E9-56DE-363B-28B9-958B228DA45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B7DB9724-7F37-6817-5C27-758E678C8A0E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7FB319-D6DF-2C6D-52DD-B9E7AEF39FAC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24038309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36100"/>
                <a:ext cx="10515600" cy="4351338"/>
              </a:xfrm>
            </p:spPr>
            <p:txBody>
              <a:bodyPr/>
              <a:lstStyle/>
              <a:p>
                <a:r>
                  <a:rPr lang="en-US" b="1" dirty="0"/>
                  <a:t>Option 1 (harder)</a:t>
                </a:r>
                <a:r>
                  <a:rPr lang="en-US" dirty="0"/>
                  <a:t>: Plug the hole with other items in a way that makes probes behave correctly</a:t>
                </a:r>
              </a:p>
              <a:p>
                <a:pPr lvl="1"/>
                <a:r>
                  <a:rPr lang="en-US" dirty="0"/>
                  <a:t>Something like: to delete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starting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going until we find an empty index, if probe path of the key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has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move the key-value pair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to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then repeat on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Option 2 (easier)</a:t>
                </a:r>
                <a:r>
                  <a:rPr lang="en-US" dirty="0"/>
                  <a:t>: “Tombstone” deletion. Leave a special object that indicates an something was deleted from there</a:t>
                </a:r>
              </a:p>
              <a:p>
                <a:pPr lvl="1"/>
                <a:r>
                  <a:rPr lang="en-US" dirty="0"/>
                  <a:t>The tombstone does not act as an open space when finding (so keep looking after its reached)</a:t>
                </a:r>
              </a:p>
              <a:p>
                <a:pPr lvl="1"/>
                <a:r>
                  <a:rPr lang="en-US" dirty="0"/>
                  <a:t>When inserting you can replace a tombstone with a new item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36100"/>
                <a:ext cx="10515600" cy="4351338"/>
              </a:xfrm>
              <a:blipFill>
                <a:blip r:embed="rId2"/>
                <a:stretch>
                  <a:fillRect l="-1043" t="-224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28829</TotalTime>
  <Words>2717</Words>
  <Application>Microsoft Office PowerPoint</Application>
  <PresentationFormat>Widescreen</PresentationFormat>
  <Paragraphs>626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Cambria Math</vt:lpstr>
      <vt:lpstr>Calibri</vt:lpstr>
      <vt:lpstr>Consolas</vt:lpstr>
      <vt:lpstr>Arial</vt:lpstr>
      <vt:lpstr>Aptos</vt:lpstr>
      <vt:lpstr>Calibri Light</vt:lpstr>
      <vt:lpstr>Office Theme</vt:lpstr>
      <vt:lpstr>CSE 332 Winter 2026 Lecture 11: hashing 2</vt:lpstr>
      <vt:lpstr>Dictionary (Map) ADT</vt:lpstr>
      <vt:lpstr>Next topic: Hash Tables</vt:lpstr>
      <vt:lpstr>Hash Tables</vt:lpstr>
      <vt:lpstr>Properties of a “Good” Hash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</vt:lpstr>
      <vt:lpstr>Rehashing</vt:lpstr>
      <vt:lpstr>Load Factor?</vt:lpstr>
      <vt:lpstr>Load Factor?</vt:lpstr>
      <vt:lpstr>Load Factor?</vt:lpstr>
      <vt:lpstr>Formal Running Time Analysis</vt:lpstr>
      <vt:lpstr>Formal Running Time Analysis</vt:lpstr>
      <vt:lpstr>Rehashing</vt:lpstr>
      <vt:lpstr>Collision Resolution: Linear Probing</vt:lpstr>
      <vt:lpstr>Linear Probing: Insert Procedure</vt:lpstr>
      <vt:lpstr>Linear Probing: Find</vt:lpstr>
      <vt:lpstr>Linear Probing: Find</vt:lpstr>
      <vt:lpstr>Linear Probing: Delete is Hard (Example 1)</vt:lpstr>
      <vt:lpstr>Linear Probing: Delete is Hard (Example 2)</vt:lpstr>
      <vt:lpstr>Linear Probing: Delete is Hard (Example 3)</vt:lpstr>
      <vt:lpstr>Linear Probing: Delete is Hard (Example 3)</vt:lpstr>
      <vt:lpstr>Linear Probing: Delete is Hard (Example 4)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140</cp:revision>
  <dcterms:created xsi:type="dcterms:W3CDTF">2023-09-26T20:08:20Z</dcterms:created>
  <dcterms:modified xsi:type="dcterms:W3CDTF">2026-04-20T17:26:43Z</dcterms:modified>
</cp:coreProperties>
</file>