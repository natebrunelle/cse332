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478" r:id="rId3"/>
    <p:sldId id="479" r:id="rId4"/>
    <p:sldId id="480" r:id="rId5"/>
    <p:sldId id="287" r:id="rId6"/>
    <p:sldId id="481" r:id="rId7"/>
    <p:sldId id="288" r:id="rId8"/>
    <p:sldId id="482" r:id="rId9"/>
    <p:sldId id="483" r:id="rId10"/>
    <p:sldId id="468" r:id="rId11"/>
    <p:sldId id="484" r:id="rId12"/>
    <p:sldId id="469" r:id="rId13"/>
    <p:sldId id="291" r:id="rId14"/>
    <p:sldId id="292" r:id="rId15"/>
    <p:sldId id="293" r:id="rId16"/>
    <p:sldId id="470" r:id="rId17"/>
    <p:sldId id="485" r:id="rId18"/>
    <p:sldId id="471" r:id="rId19"/>
    <p:sldId id="295" r:id="rId20"/>
    <p:sldId id="296" r:id="rId21"/>
    <p:sldId id="297" r:id="rId22"/>
    <p:sldId id="472" r:id="rId23"/>
    <p:sldId id="486" r:id="rId24"/>
    <p:sldId id="487" r:id="rId25"/>
    <p:sldId id="488" r:id="rId26"/>
    <p:sldId id="301" r:id="rId27"/>
    <p:sldId id="473" r:id="rId28"/>
    <p:sldId id="302" r:id="rId29"/>
    <p:sldId id="474" r:id="rId30"/>
    <p:sldId id="303" r:id="rId31"/>
    <p:sldId id="475" r:id="rId32"/>
    <p:sldId id="305" r:id="rId33"/>
    <p:sldId id="476" r:id="rId34"/>
    <p:sldId id="477" r:id="rId35"/>
  </p:sldIdLst>
  <p:sldSz cx="12192000" cy="6858000"/>
  <p:notesSz cx="6858000" cy="9144000"/>
  <p:embeddedFontLst>
    <p:embeddedFont>
      <p:font typeface="Cambria Math" panose="02040503050406030204" pitchFamily="18" charset="0"/>
      <p:regular r:id="rId37"/>
    </p:embeddedFont>
    <p:embeddedFont>
      <p:font typeface="Consolas" panose="020B0609020204030204" pitchFamily="49"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8585"/>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font" Target="fonts/font5.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3:45.272"/>
    </inkml:context>
    <inkml:brush xml:id="br0">
      <inkml:brushProperty name="width" value="0.05292" units="cm"/>
      <inkml:brushProperty name="height" value="0.05292" units="cm"/>
      <inkml:brushProperty name="color" value="#FF0000"/>
    </inkml:brush>
  </inkml:definitions>
  <inkml:trace contextRef="#ctx0" brushRef="#br0">1331 14840 0,'0'0'0,"0"0"16,0 0-1,0 0-15,0 0 16,18-8 0,41-9-16,35-17 15,68-26 1,43-8-16,0-8 15,8 8 1,-25 8-16,0 9 16,-34 9-16,-9-1 15,-26 9 1,-25 17 0,-26 0-16,-17 0 15,-33 0 1,-10 17-16</inkml:trace>
  <inkml:trace contextRef="#ctx0" brushRef="#br0" timeOffset="308.33">2595 13939 0,'0'0'0,"0"0"31,0 0-31,0 0 15,17-9-15,42 1 16,35 8 0,26 17-16,8 0 15,-17 17-15,-9 0 16,-34-9 0,-25 9-1,-9-8 1,-8-1-16,-35 18 15,-93 68 1,-120 76-16,-77 51 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4:18.281"/>
    </inkml:context>
    <inkml:brush xml:id="br0">
      <inkml:brushProperty name="width" value="0.05292" units="cm"/>
      <inkml:brushProperty name="height" value="0.05292" units="cm"/>
      <inkml:brushProperty name="color" value="#FF0000"/>
    </inkml:brush>
  </inkml:definitions>
  <inkml:trace contextRef="#ctx0" brushRef="#br0">2876 5962 0,'0'0'0,"0"0"0,9 0 15,25 17 1,43 25-16,42 9 16,52 26-1,85-1-15,26-25 16,-1-42-16,155-35 16,33-16-1,35-18-15,84-16 16,-169 16-1</inkml:trace>
  <inkml:trace contextRef="#ctx0" brushRef="#br0" timeOffset="4896.35">4643 8615 0,'0'0'0,"0"0"0,0 0 16,0-8 0,17-18-16,0 0 15,26-8 1,17 0 0,-18 9-16,1 8 15,-17 0 1,-9 8-16,42-8 15,35-8-15,9-1 16,-1 9 0,-25 9-16,-17-1 31,42 1-31,26-9 16,0 17-16,-17-9 15,9 1 1,50-1-1,-8 1-15,35-1 0,50-8 16,9 0 0,26 0-16,25 0 15,0 0 1,112 26 0,-1-1-16,-8 1 15,42 16 1,-34 18-16,94-9 15,-102-17-15</inkml:trace>
  <inkml:trace contextRef="#ctx0" brushRef="#br0" timeOffset="7158.85">13673 8521 0,'0'0'0,"0"0"0,0 0 16,0 0-1,0 0 1,0 0-16,0 0 0,0 0 31,0 0-31,0 0 16,0 0-16,17 0 16,34-8-16,69-9 15,8 0 1,0 0-1,85 0 1,-25 0-16,8 0 16,60 17-1,43 8-15,34 9 16,25 0-16,78-17 16,25 9-1,68-18 1,68 1-16,35-1 15,8 1 1,0 16-16,-213 9 0</inkml:trace>
  <inkml:trace contextRef="#ctx0" brushRef="#br0" timeOffset="9358.19">24948 8785 0,'0'0'0,"8"0"0,78 0 16,118 0 0,172 9-16,34-35 15,-18-8 1,9 9-16</inkml:trace>
  <inkml:trace contextRef="#ctx0" brushRef="#br0" timeOffset="42346.93">9994 15827 0,'0'0'0,"-8"-9"0,-1 1 15,1-1 1,-1 1-16,9-1 15,9 1-15,42-18 16,77-8 0,137-17-16,93-8 15,77-9 1,86-9-16,17 9 16,-129 34-1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5:19.208"/>
    </inkml:context>
    <inkml:brush xml:id="br0">
      <inkml:brushProperty name="width" value="0.05292" units="cm"/>
      <inkml:brushProperty name="height" value="0.05292" units="cm"/>
      <inkml:brushProperty name="color" value="#FF0000"/>
    </inkml:brush>
  </inkml:definitions>
  <inkml:trace contextRef="#ctx0" brushRef="#br0">23488 5809 0,'0'0'0,"-8"-9"0,-1 1 16,9 8-16,-8-9 15,-10 1 1,-33-1-1,-26 1-15,-16 8 16,-10 8-16,26 1 16,1 8-1,-44 8-15,-25 1 16,17-9-16,34 8 31,9 1-31,-9-1 16,17-8-1,26 0-15,17 0 16,0 0-16,8 0 16,9 0-1,0 17 1,0 0-16,0 9 16,17-9-1,0 8-15,17-8 0,17 0 16,26 9-1,-9-9 1,9-9-16,33 9 16,44-8-1,8-1-15,-17-16 16,0-9 0,43 8-1,-26 1-15,-17-9 16,26 0-16,16 0 15,-42-9 1,-34 1 0,17 8-16,17 8 15,9 1-15,-26-18 16,8 9 0,26-8-1,9 8-15,-35-9 16,-16 1-16,25-1 15,8 1-15,-16-1 32,-26 1-32,17-1 15,8-8 1,9 0-16,-25 0 16,-44 0-1,-7 0-15,-1 9 0,9-1 31,-18 1-31,-16-1 16,-1 1 0,-8-1-16,-8 1 15,0-1 1,-1 1-16,-16-1 16,-10-16-1,-7-9-15,-26-17 16,-43-17-1,-26 8-15,1 1 16,-26 8 0,8 8-16,-16 9 15,7 0 1,-7 0 0,-1 17-16,-17 9 15,-33 8-15,-44 17 16,26 0-1,-8 8-15,-9 1 16,-17-9 0,-9-9-1,-51 9-15</inkml:trace>
  <inkml:trace contextRef="#ctx0" brushRef="#br0" timeOffset="33858.1">29386 5987 0,'0'0'0,"0"0"15,0 0-15,-9 0 16,-33 0-16,-35 0 16,-51 17-1,0 9 1,0-9-16,-69 0 15,27 0 1,16-9-16,-8-8 16,17 0-1,34 0-15,60 9 16,-1-1 0,1-8-16,17 0 15,9 0 1,7 0-16,10 0 0,8-8 15,0-1 1,0 1 0,8-9-16,1 0 15,0 0-15,-1 0 32,-8 0-32,0 8 0,0 1 31,0-1-31,-8 1 15,-27 8 1,-16 0-16,-26 17 16,-25 8-1,17 9-15,16-8 16,27-9 0,7-9-16,18 1 15,17 8 1,9 8-16,59 18 0,94 33 15,18 9 1,84 60 0</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6:19.410"/>
    </inkml:context>
    <inkml:brush xml:id="br0">
      <inkml:brushProperty name="width" value="0.05292" units="cm"/>
      <inkml:brushProperty name="height" value="0.05292" units="cm"/>
      <inkml:brushProperty name="color" value="#FF0000"/>
    </inkml:brush>
  </inkml:definitions>
  <inkml:trace contextRef="#ctx0" brushRef="#br0">15295 3904 0,'25'-9'0,"146"-8"0,94 0 16,8 0-16,153 34 16,-16 0-1,-86-8-15,95 16 16,84 26 0,18 0-16,-9-25 15,43-18 1,25-50-16,-162 8 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6:52.241"/>
    </inkml:context>
    <inkml:brush xml:id="br0">
      <inkml:brushProperty name="width" value="0.05292" units="cm"/>
      <inkml:brushProperty name="height" value="0.05292" units="cm"/>
      <inkml:brushProperty name="color" value="#FF0000"/>
    </inkml:brush>
  </inkml:definitions>
  <inkml:trace contextRef="#ctx0" brushRef="#br0">17556 4950 0,'0'0'0,"0"0"15,0 0 1,0 0-16,9 0 16,51 0-16,42 0 15,-17 0 1,-16-9 0,59 1-16,60-1 15,-60 1-15,-69 8 16,-16 0-1,17 0 1,-1 8-16,-7 18 16,-18 33-16,-34 35 15,-17 25 1,-9 17 0,9 34-16,0 17 15,17-59 1,9-18-16,42 35 15,51-1 1,18-33-16,-35-43 16,-34-34-16,17-9 15,18 1 1,-35-18 0,-8 1-16,-18-1 15,-16 1 1,-1-9-1,-8 0-15,-17 0 16,-8 8 0,-18 9-16,-8 17 0,-9 17 15,0 18-15,18 7 16,25 9 0,34 9-16,17 25 15,60 42 1,34 1-1,8-18 1,-16 10-16,-52-1 16,-42-9-16,-78 43 15,-118 34 1,-248 26 0,33-77-16</inkml:trace>
  <inkml:trace contextRef="#ctx0" brushRef="#br0" timeOffset="12412.75">18546 9066 0,'0'0'0,"0"0"16,0 0-16,0 0 16,0 0-1,0 0-15,0 0 16,0 0-16,9 0 16,25 0-1,26-9 1,42 1-16,1 8 15,-44 0 1,-16 0-16,8 17 16,26 8-1,-9 9-15,-25-8 16,-17-9-16,-1 25 16,-8 35-1,-42 42-15,-26 17 16,8-8-1,9-1 1,17-8-16,17-17 16,0-34-1,8-8-15,43-18 16,26 1 0,34-18-16,-25-8 15,-18-17 1,9-8-16,-1-9 15,-24 8 1,-27 9-16,1 0 16,-18 0-16,1 0 15,-18 0-15,-16 17 16,-1 9 0,-16 42-1,-10 34 1,10 9-16,16-26 15,26-9-15,17 35 16,0 8 0,0 8-1,-8-25-15,-9 0 16,-17 26 0,-60 42-16,-94 17 15,-153 60 1,-18-18-16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7:29.776"/>
    </inkml:context>
    <inkml:brush xml:id="br0">
      <inkml:brushProperty name="width" value="0.05292" units="cm"/>
      <inkml:brushProperty name="height" value="0.05292" units="cm"/>
      <inkml:brushProperty name="color" value="#FF0000"/>
    </inkml:brush>
  </inkml:definitions>
  <inkml:trace contextRef="#ctx0" brushRef="#br0">3619 7594 0,'0'0'0,"0"0"0,-17 0 15,-26 17 1,-8 9 0,8 17-16,-34 42 15,-25 25 1,17-8-16,-18-8 16,9-9-1,35 0-15,16 25 16,0 1-1,1-26-15,-1-17 16,9 0 0,8 17-16,9 0 15,17 9-15,17-9 16,0-17 0,9-17-16,-1 0 15,35 25 1,51 9-1,26-8-15,-9-9 16,17 0 0,60 9-16,-43-35 15,8-8-15,61 0 16,8-8 0,34-9-1,-17 8-15,17-8 16,9 9-1,-9-1-15,26 1 16,-35-1 0,26 18-16,1-1 15,33 9 1,-25-8-16,8-1 16,0-8-16,-17-8 15,35-1 1,-27-16-16,104 8 15,-35 0 1,-69-17 0,121 17-16,-52 0 15,-77-9 1,111 18-16,-26-9 16,-84-17-1,93 0-15,0-9 16,-77-8-16,86-17 15,-18 0 1,-68-8 0,60-1-16,-51 9 0,17 0 15,-17 0 1,-43-8 0,26-18-1,-26 1-15,-26-18 16,1-8-1,-52 0-15,-51 26 16,-8-1 0,-35 9-16,-34 8 15,-25 1-15,-17-9 32,-26-17-32,-17-17 15,-60-9-15,-60-8 16,-50 9-1,-70-9 1,-33-9-16,-34 9 16,-17 17-16,-1 25 15,-42 9 1,-17 0-16,-9 9 0,-25-18 31,-9 18-31,-25-1 16,-18 9-1,-42 17 1,-34 9-16,-26 8 16,-43 8-16,-50 18 0,-10-18 31,-76 26-15,0 17-16,0 0 15,-52-8 1,61 8-16,332-17 0</inkml:trace>
  <inkml:trace contextRef="#ctx0" brushRef="#br0" timeOffset="3756.54">4447 9244 0,'0'0'0,"-9"0"16,-16 0-16,-27 0 16,-7 0-1,-18 0-15,-17 17 16,26 0 0,-9 17-16,-34 26 15,-34 25 1,17 9-1,17-1-15,-26 26 16,-25 43 0,26-9-16,42-60 15,42 1 1,-16 25-16,-9 26 16,18-26-1,24-34-15,1 25 16,17 18-1,17-1-15,17-33 16,17-26-16,1 8 16,-1 1-1,25 8 1,44 0-16,42-8 16,-26-35-16,18 1 15,68 8-15,-34-17 0,-18-17 31,69 17-15,-51-17 0,-9-17-1,77 8-15,-68 1 0,8 8 16,60 8 0,-26 1-16,43 8 15,-51-9 1,0 1-1,25-1-15,-25 9 16,68-8-16,-68-1 16,-17-8-1,25-8 1,-25-1-16,43 1 16,-52-1-16,-17-8 15,94 9 1,-60-1-1,9-16 1,17-9-16,-43 17 16,35-9-1,-35 1-15,-34 8 16,77-9 0,-34-8-16,-26 0 0,85 9 15,-50-9-15,7-9 16,27 9-1,-60 0 1,76-8 0,-33-1-16,-18 1 15,34-1-15,-25 1 32,34-18-32,-51 9 15,-26 9 1,60-18-16,-60 1 15,-77 8 1,9-9-16,-8 9 16,-27-8-1,-16-1-15,-17 1 0,-26-18 16,-26-8 0,-17 0-1,-42-17 1,-43-9-16,-34 9 15,-17-8-15,8 8 16,-17 0 0,-17 17-16,-34 0 0,9 0 31,-1 0-15,-16-9-16,-26 0 15,-34-16 1,-9 16-16,0 18 15,-60 8 1,-50 8-16,-18 18 16,9 8-1,-77 8-15,-60 9 16,-77 17 0,52 0-16,25 17 15,-94 9-15,-85 25 16,324-17-1</inkml:trace>
  <inkml:trace contextRef="#ctx0" brushRef="#br0" timeOffset="12596.28">21773 12400 0,'0'0'0,"0"0"15,-9-9-15,9 9 32,0 0-17,0 0-15,0-9 16,0 1-1,26-18-15,33 1 16,35 8-16,17 0 31,-25 17-31,-1 8 16,26 26-16,0 9 16,-9 17-1,1 16-15,-18 9 16,-25 26-1,-26 8-15,-8 8 16,-9 26-16,17-8 16,-9-26-1,10-8 1,-1-1-16,8-25 16,-8-17-1,18-8-15,-1-18 16,-8-8-1,-1-17-15,-8-8 16,-8-1 0,-9-8-16,-8 0 15,-1 0 1,-8 0-16,-8 0 16,-18 17-1,-17 17-15,-16 17 0,-1 26 16,0 25-1,17 17 1,18-25 0,16 8-16,18 8 0,16 26 31,18-8-31,17-9 16,25 0-1,26 34-15,-8 0 16,-35-42-1,-8 8-15,-26 25 16,-17 1 0,-51-35-1,-94 61-15,-120 41 16,-85-42-16,-162-68 16,86-59-1</inkml:trace>
  <inkml:trace contextRef="#ctx0" brushRef="#br0" timeOffset="40728.1">27090 14075 0,'0'0'0,"0"0"0,0 0 15,0 0 1,0 0-16,0 0 15,0 0 1,0 0-16,0 17 16,0 25-1,17 9-15,0 17 16,0 9 0,-8 0-1,-1-1-15,-16 1 16,-1-1-1,-16 18-15,-18 8 16,-8 8-16,-9 9 16,-17 0-1,-8-16 1,-1-1-16,-16 8 16,-9-8-1,-8 0-15,-18 9 16,0-9-16,-33 17 15,-10-9 1,10 10-16,-9-1 16,16-26-1,10-8-15,8 9 16,-9-9 0,0-9-16,9-8 15,-34-8 1,-26-1-16,9-8 15,0-8 1,-26-18-16,8 10 16,1-10-1,-9 1 1,-25-1-16,-18-8 16,-25-8-16,-17-9 15,-26-26 1,-77 18-16,-25-1 15,8 1 1,9-1 0,-9 1-16,9 8 15,-26-9-15,9 9 16,42-8 0,0-9-16,1 8 15,33-8-15,44 8 16,33-8-1,34 9 1,18-9 0,42 17-16,18-9 15,33 9-15,35 17 16,59-8-16</inkml:trace>
  <inkml:trace contextRef="#ctx0" brushRef="#br0" timeOffset="41127.76">15013 16703 0,'0'0'0,"-9"0"15,-16 8-15,-52 26 16,-25 9 0,-1 8-16,-8 0 15,-17 0 1,-8-9-16,42 1 15,34-18 1,17 1 0,18-9-16,8 8 15,42 27-15,78 50 16,76 8-16,34-8 31,9-17-31,-17-8 16,102 42-1</inkml:trace>
  <inkml:trace contextRef="#ctx0" brushRef="#br0" timeOffset="44596.22">24376 10971 0,'0'0'0,"-9"17"15,-16 42-15,8 18 16,0-9-1,8-26-15,0-8 16,1 0 0,8 9-16,0-26 15,0-9 1,0-8-16</inkml:trace>
  <inkml:trace contextRef="#ctx0" brushRef="#br0" timeOffset="44803.04">24470 10061 0,'0'0'0,"0"0"15,0 8-15,17 18 16,17 25 0,-8-9-16,-9-25 15</inkml:trace>
  <inkml:trace contextRef="#ctx0" brushRef="#br0" timeOffset="45251.84">25050 11166 0,'0'0'0,"0"0"16,0-17-1,0-34-15,0-8 16,0 16 0,9-8-1,16-34-15,35-68 16,8 0-16,-25 68 16,17 8-1,16-16 1,-7-1-16,-35 18 0,0 25 15,-8 8 1,8 26 0,0 26-16,0 42 15,0 17-15,-17-26 32,-8 26-32,-1 26 15,-16-9 1,8-42-16</inkml:trace>
  <inkml:trace contextRef="#ctx0" brushRef="#br0" timeOffset="45495.87">24879 10537 0,'0'0'0,"17"26"0,18 8 15,50 8 1,43 9 0,17-34-1,-8-8-15,-86-9 0</inkml:trace>
  <inkml:trace contextRef="#ctx0" brushRef="#br0" timeOffset="46075.38">26749 9593 0,'0'0'0,"0"0"15,-9 0 1,-25 34 0,-26 26-1,-25 33-15,-26 69 16,0 16 0,8-8-16,1 35 15,25-27-15,17-8 16,26 17-1,26-59 1,33-26-16,18-17 16,0-17-1,-26-42-15</inkml:trace>
  <inkml:trace contextRef="#ctx0" brushRef="#br0" timeOffset="47521.05">26672 10937 0,'0'0'0,"0"-9"0,17 1 16,8-18-1,10-8-15,16-42 16,8-26-1,10 0-15,-9 17 16,-9 33 0,-17 18-16,-9 17 15,1 0 1,-9 9-16,17-1 16,17 1-1,9-1-15,17 1 16,17-1-1,-9 9-15,-51 0 16</inkml:trace>
  <inkml:trace contextRef="#ctx0" brushRef="#br0" timeOffset="47849.6">27585 10826 0,'-9'0'0,"-8"0"16,-8 17-16,-1 0 16,9 9-1,9-1-15,16 1 16,26-18 0,17-8-1,35-17-15,33-17 16,-8 17-1,-8-17-15,-18-8 16,-34-18-16,-17-8 16,-25-8-1,-43-1 1,-9 17-16,-42 9 16,-43 17-16,68 17 15</inkml:trace>
  <inkml:trace contextRef="#ctx0" brushRef="#br0" timeOffset="48316.43">28891 10767 0,'0'0'0,"0"0"16,-17 8-16,-34 9 16,-18 0-1,1-8-15,17-1 16,0 9-1,16 0 1,18 9 0,17-1-16,9-8 0,34-8 31,16-1-31,-8-16 16,26-9-1,17 0-15,-26 0 16,-8-17-1,-17-17 1,-9-17-16,-25-17 0,-35-17 16,-34 25-16,35 51 31</inkml:trace>
  <inkml:trace contextRef="#ctx0" brushRef="#br0" timeOffset="48659.89">29625 10639 0,'0'0'0,"0"0"0,0 0 16,0 0 0,-9 9-16,-25 25 15,-17 8 1,8 9-16,1 17 16,-10 26-1,1-9-15,17-17 16,17-26-16,8-25 31,9-8-31,0-9 16</inkml:trace>
  <inkml:trace contextRef="#ctx0" brushRef="#br0" timeOffset="48892.41">29061 10554 0,'0'0'0,"0"0"15,0 9-15,26 16 16,42 26 0,9-8-16,9-1 15,33 1-15,18-18 16,-18 1-1,-51-18 1,-51 1-16</inkml:trace>
  <inkml:trace contextRef="#ctx0" brushRef="#br0" timeOffset="49253.37">30419 10920 0,'0'0'0,"0"0"0,-9 8 16,-8 18-16,-9 25 15,-16 8 1,-1 18-16,0-9 16,26-34-1,9-9 1,8-16-16</inkml:trace>
  <inkml:trace contextRef="#ctx0" brushRef="#br0" timeOffset="49467.65">30888 10341 0,'0'0'0,"0"0"15,-9 0 1,9 9 0,0-1-1,18 1-15,-10-1 16</inkml:trace>
  <inkml:trace contextRef="#ctx0" brushRef="#br0" timeOffset="49832">31323 10452 0,'0'0'0,"-8"8"15,-35 27-15,-25 16 16,-1 17 0,1-9-16,17-8 15,0-8 1,17-18-16,17 1 15,8 8 1,9-9-16,17 9 16,0 0-1,0 0-15,17 17 16,1 0 0,7-8-16,1-1 15,-18-8 1,-16-8-16,0-1 15,-18 1 1,-17-9 0,1 8-16,-1-8 15,1 0-15,8-8 16,17-9 0</inkml:trace>
  <inkml:trace contextRef="#ctx0" brushRef="#br0" timeOffset="50270.37">31699 10954 0,'0'0'0,"0"0"0,-17 34 15,-9 42 1,-8 18-16,0-26 15,8-26 1,9-16-16,0-1 16,9-16-1,8-1-15,0-8 16,0 0 0,8-8-16,9-18 15,26-25 1,17 0-16,-18 9 15,-16 16 1,-1 9 0,-7 17-16,7 9 15,-8 25-15,0 17 16,-8-17 0,-1 0-1,9 8-15,-8 1 16,-1-18-16,1-16 15,0-1 1</inkml:trace>
  <inkml:trace contextRef="#ctx0" brushRef="#br0" timeOffset="50510.28">32433 10588 0,'0'0'0,"0"9"0,0 16 16,17 26 0,0-17-16,0-8 15,0-1 1,0 1-1,-8-18-15</inkml:trace>
  <inkml:trace contextRef="#ctx0" brushRef="#br0" timeOffset="50770.28">32766 11387 0,'-9'0'0,"-16"43"0,-10 59 15,1 17 1,17-34-16,-8-34 16,7-17-1,1-17-15,9-8 16,8-1-1,0-8-15,0 0 16</inkml:trace>
  <inkml:trace contextRef="#ctx0" brushRef="#br0" timeOffset="50997.07">32569 11396 0,'0'0'0,"0"0"15,0 0 1,0 0 0,9 8-16,16 18 15,27 17 1,42 8-16,34 8 16,-26-8-1,-68-25-15</inkml:trace>
  <inkml:trace contextRef="#ctx0" brushRef="#br0" timeOffset="51848.45">26911 11889 0,'0'0'0,"0"0"31,0 0-31,0 0 0,-9 0 31,-16 34-31,-27 60 16,-16 33-1,17-16 1,8-43-16,0-9 16,1 1-16,8-17 15,17-18 1,0-8-16,17-8 16,8-18-1,9 1 1,17-1-16,26-16 15,17 8-15,-17 0 16,-9 17 0,-9 0-16,-16 0 15,-17 0 1,-1 25 0,-8 26-16,-25 34 15,-35 17-15,9-34 16,8-17-1,9-17-15,0-17 16,-9-8 0,9-26-16,0-26 15,8-59 1,18 34 0</inkml:trace>
  <inkml:trace contextRef="#ctx0" brushRef="#br0" timeOffset="52321.36">27824 12204 0,'0'0'0,"0"0"0,-9 0 15,1 8 1,-26 35-16,-43 16 15,0-8-15,0-16 16,9 7 0,17-16-16,17-1 15,17-16 1,17-1-16,0 1 16,34-18-16,25 1 31,10-9-31,-18 8 15,0 1-15,-8-18 16,0 9-16,-18 0 16,-8 9-1,-8 8-15,-1 0 32,-8 0-32,-8 34 15,-1 51 1,-8 59-16,0-25 0,17-59 15,0-26 1,0-9 0,0-16-1</inkml:trace>
  <inkml:trace contextRef="#ctx0" brushRef="#br0" timeOffset="52654.66">28763 12008 0,'0'0'0,"0"0"0,-9 9 16,1 16 0,-18 26-16,-17 51 15,9-8 1,-17 8-16,-17 60 0,0-9 16,25-51 15,17-51-31,9-26 15,17-8-15,0-8 0</inkml:trace>
  <inkml:trace contextRef="#ctx0" brushRef="#br0" timeOffset="53092.67">29096 12519 0,'0'0'0,"-26"8"16,-25 18 0,0 16-16,-1 26 15,1 9 1,9-18 0,16-16-16,17-9 15,9-9 1,0-16-16,17-1 15,18 1 1,16-9-16,26-26 16,8-16-16,-17-9 15,-17 8 1,-25 26 0,-17 0-16,-1 17 15,-8 17 1,-8 26-16,-9 8 15,-1 0 1,1 8-16,9 1 0,25-9 16,17-34-1,0-26 1,-17 1 0</inkml:trace>
  <inkml:trace contextRef="#ctx0" brushRef="#br0" timeOffset="53457.48">29898 12510 0,'0'0'0,"-9"9"16,-8 33-16,-42 52 16,-10 16-1,18-33-15,17-35 16,0-8-16,17-8 15,17-1 1,0-16-16,17-1 16,25 1-1,18-9-15,-9-9 16,9-8 0,8 0-16,-8 17 15,-17 0 1,0 0-1,-18 9-15,-8 16 16,-8 35 0,-18 42-16,-8 17 15,0-42 1,0-26-16,17-34 16</inkml:trace>
  <inkml:trace contextRef="#ctx0" brushRef="#br0" timeOffset="53768.4">30700 12833 0,'-8'0'0,"-9"17"0,-9 17 16,-17 0 0,1 17-1,8 34-15,8 17 16,9 0-16,17-34 31,17-16-31,17-10 16,34-8-1,35-17-15,-9-34 16,-60 0-16</inkml:trace>
  <inkml:trace contextRef="#ctx0" brushRef="#br0" timeOffset="54192.67">31315 13003 0,'0'0'0,"0"0"16,17 0-16,0 0 16,8 0-1,-16 0-15,0 0 16,-1 0-1,-8 0 1,-8 0-16,-1 0 16,-17 0-1,-25 0 1,-26 17-16,9 0 16,25 26-1,9 33-15,0 9 16,17 0-1,9-33-15,8-27 16,17 1 0,34-1-16,51 1 15,180 33 1</inkml:trace>
  <inkml:trace contextRef="#ctx0" brushRef="#br0" timeOffset="54695.99">32211 12782 0,'0'0'0,"-9"26"0,1 8 31,-1 8-31,1 18 16,-9 42 0,8 0-16,1-17 15,8-26 1,0-16-16,0-17 16,0-1-1,0-16-15,0-9 16,-9-9-1,1-16-15,-1-18 16,-8 9 0,8 17-16,-16 0 15,-9 17 1,-18 25-16,-24 26 16,7 9-1,18 0-15,17-9 16,25 25-1,35 9-15,42 0 16,9-34 0,-9-59-16,103-52 15,8-16 1,-119 50-16</inkml:trace>
  <inkml:trace contextRef="#ctx0" brushRef="#br0" timeOffset="55016.05">32621 12604 0,'0'0'0,"0"0"16,25 25-16,18 43 31,0 17-31,-1 26 16,-25 50-16,-25 35 16,-43-17-1,-52 110-15,-102-17 16,-119 8-1,34 10 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8:55.027"/>
    </inkml:context>
    <inkml:brush xml:id="br0">
      <inkml:brushProperty name="width" value="0.05292" units="cm"/>
      <inkml:brushProperty name="height" value="0.05292" units="cm"/>
      <inkml:brushProperty name="color" value="#FF0000"/>
    </inkml:brush>
  </inkml:definitions>
  <inkml:trace contextRef="#ctx0" brushRef="#br0">20928 9023 0,'0'0'0,"-9"0"16,-8 26-16,-17 16 16,-9 1-16,1 25 15,-18 51 1,-17 34 0,17-42-16,26-60 15,9-17-15,25-26 16</inkml:trace>
  <inkml:trace contextRef="#ctx0" brushRef="#br0" timeOffset="1112.5">20689 9831 0,'0'0'0,"0"0"16,0 0-16,0 0 0,0 0 16,-9 0-1,-8-8 1,-8-1 0,-18 1-1,9 8-15,-9 0 16,-34 17-1,0 0-15,18 8 16,16 18-16,-34 16 16,-17 26-1,9 0 1,0-8-16,-18 33 16,18 26-1,42 1-15,26-35 16,26 25-16,50 35 15,52-26 1,9-51 0,33-26-16,78-25 15,-52-42 1,-8-52-16,25-33 16,-51-1-16,-34 9 15,9-8 1,-26-9-1,-26-17-15,-34 8 16,-17 17-16,-34 9 16,-34-17-1,-26 0 1,-26 26-16,-42-1 16,0 18-16,34 16 15,69 26 1</inkml:trace>
  <inkml:trace contextRef="#ctx0" brushRef="#br0" timeOffset="1592.28">20407 10350 0,'0'0'0,"0"0"0,0 0 16,-8 8-1,-10 26-15,-33 43 16,-9 34 0,18-9-16,8-26 15,17-16 1,0-18-16,17-16 16,0-9-1</inkml:trace>
  <inkml:trace contextRef="#ctx0" brushRef="#br0" timeOffset="1959.96">20714 10563 0,'0'0'0,"0"0"0,-8 17 16,-9 34-16,-17 8 15,-18-8 1,1 17 0,17-8-16,8-18 15,18-16 1,25-18-16,26-8 16,51-34-1,51-25-15,8-60 16,-16-9-16,-69 26 15,-8 17 1,-26 8 0,-26 9-16,-16 17 15,-1 34 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39:01.847"/>
    </inkml:context>
    <inkml:brush xml:id="br0">
      <inkml:brushProperty name="width" value="0.05292" units="cm"/>
      <inkml:brushProperty name="height" value="0.05292" units="cm"/>
      <inkml:brushProperty name="color" value="#FF0000"/>
    </inkml:brush>
  </inkml:definitions>
  <inkml:trace contextRef="#ctx0" brushRef="#br0">21252 8309 0,'0'0'0,"0"-9"0,0 1 16,-9-9 0,1-9-16,-1 1 15,-8-1 1,0-8 0,-8 0-16,-1 0 15,-8 17 1,-9 0-16,-8 0 15,-26 17 1,-25 26-16,-18 8 16,-16 17-16,-9 8 15,8 26 1,1 26 0,8 8-16,-1 9 15,10 25 1,42 8-16,17 18 15,18 16 1,16-25-16,26-33 16,17 16-16,34 25 15,18-25 1,25 0 0,34 17-16,17-8 15,8-51-15,35-9 16,34 0-1,43 0 1,-43-26-16,-1-25 16,-7-25-1,-35-35-15,60-25 16,-68-25-16,-26-26 16,26-9-1,-26-8 1,-26-51-16,-42-25 15,-26-10-15,-8 1 16,-26 0 0,-34-17-16,-34 8 15,-35 9 1,-25 0-16,-25 26 16,-9 8-1,-9 0-15,-34 16 16,-8 35-1,-9 26 1,-34 16-16,-17 26 16,34 26-1,60-1-15,-111-16 16</inkml:trace>
  <inkml:trace contextRef="#ctx0" brushRef="#br0" timeOffset="884.14">23906 6293 0,'-8'0'0,"-26"0"15,-77 26-15,-34 8 16,-9 17-1,9 8-15,-9 26 16,-8 17 0,0 35-16,17 16 15,8 8 1,1 18-16,25 8 16,8 17-16,35 0 15,25-17 1,26 9-16,34-9 15,35-34-15,24-8 16,52 16 0,60-25-1,26-42 1,25-35-16,-9-16 16,18-18-1,-9-16-15,-35-18 16,35-25-1,-68-17-15,-17-34 16,-1-34-16,-16-8 16,-26-18-1,-34-25 1,-18-26-16,-24-8 16,-35-8-1,-18-9-15,-33 25 16,-34-17-1,-35 18-15,-25 25 16,-34-9 0,-9 17-16,-17 9 15,-85-42 1</inkml:trace>
  <inkml:trace contextRef="#ctx0" brushRef="#br0" timeOffset="1633.7">19374 4490 0,'-8'0'0,"-18"-8"0,-51-18 0,-42-8 32,-9 9-32,17 8 15,-17 17 1,0 8-16,-9 18 0,1 25 16,-9 8-1,-9 35-15,0 33 16,-16 61-1,8 24 1,33 35-16,1 59 16,9 17-1,42-42 1,52 16-16,50-33 16,69-51-1,60-1-15,51-42 16,51-51-1,42-50-15,27-44 16,25-42 0,42-51-16,-50-51 15,-52-43 1,-9-42-16,-59-17 16,-60-26-1,-59-16-15,-69-18 16,-60 9-1,-93 0-15,-103 0 16,-119 0 0,-129 16-16,86 95 15</inkml:trace>
  <inkml:trace contextRef="#ctx0" brushRef="#br0" timeOffset="17264.77">17309 7237 0,'-9'0'0,"-42"0"0,-51 9 15,-26 8-15,-52 34 16,-7 17 0,-35 25-1,-51 35-15,-9 42 16,-17 51-16,-59 60 15,-9 16 1,-9 86 0,-102 119-16,69-9 15,7 9-15,-7 0 16,-18-35 0,52-16-1,110-9-15,-17-16 16,18 7-1,93-67-15,111-145 16,9-76-16,25-77 16,18-17-1,16-43 1</inkml:trace>
  <inkml:trace contextRef="#ctx0" brushRef="#br0" timeOffset="18381.3">17283 7254 0,'0'9'0,"26"25"15,25 42-15,51 35 16,44 25-1,16 26-15,43 25 16,34 8 0,25 9-16,18 18 15,25 7 1,-8 18-16,34 25 16,0 17-1,-18-17-15,35 34 16,0-16-1,-8-18-15,-10 8 16,-41-16 0,7-9-16,-7 0 15,-27-25 1,-16-18-16,-18-16 16,-34-34-1,-33-1-15,-27-25 16,-25-25-1,-26-1-15,-16-25 16,-27-8 0,-16-9-16,0-8 15,-9-26 1,-9-9-16,1-8 16,-9-8-1,0-1 1,0 1-16,-9-9 15,1 8-15,-9-8 16,-26-8 0,-42-1-1,-9-8-15,-9-8 16,1 8-16,-60-9 16,-26 9-1,17 0-15,-85 9 16,-51-9-1,-17 0-15,-52-9 16,-34 0 0,26 1-1,-60-9-15,-76 0 16,8-9 0,0 1-16,0-9 15,-18 0 1,-33-9-16,-162 52 15,-69 67 1,51 9-16,-68 9 16,77 16-16,52 10 15,-69 16 1,332-51 0</inkml:trace>
  <inkml:trace contextRef="#ctx0" brushRef="#br0" timeOffset="40137.76">25050 12459 0,'0'0'0,"0"0"0,26 0 16,-1 0 0,1 0-16,-9 0 15,-9 0 1,1 0-16,-9 0 15,-9 0 1,1 0 0,-18-8-16,-68-43 15,-59-43 1,-1-34-16,52 9 16,-18-25-1,-25-43-15,26 34 16,16 42-1,1-17-15,-26-8 16,-9 17 0,18 34-16,25 43 0,17 8 15,9 17 1,25 0 0,9 8-16,8 9 15,9 9 1,9 16-16,8 52 15,8 25 1,9-9 0,0-8-16,1 9 15,-10 0-15,1-26 16,-1-26 0,-8-16-1,0-9-15,0-9 16,0-8-1,-17-17-15,-17-34 16,-26-17 0,0-43-16,-8-50 0,17 16 15,25 60 1,1 0 0,8 9-16,8 16 15,9 18 1,17 16-16,34 9 15,52 9 1,68 25 0,76 34-16,-8-9 15,17-8 1,0-17-16,60 9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1:18.036"/>
    </inkml:context>
    <inkml:brush xml:id="br0">
      <inkml:brushProperty name="width" value="0.05292" units="cm"/>
      <inkml:brushProperty name="height" value="0.05292" units="cm"/>
      <inkml:brushProperty name="color" value="#FF0000"/>
    </inkml:brush>
  </inkml:definitions>
  <inkml:trace contextRef="#ctx0" brushRef="#br0">17462 7084 0,'0'0'0,"0"0"16,-8-8-16,-1-1 16,-16-16-1,-1-1-15,-16 1 16,-10-9-1,-7 0-15,-10 8 16,-33-8-16,-9 0 16,-26 17-16,-16 0 31,-26 17-15,-9 0-16,-9 17 0,1 17 15,17 9-15,-9 8 16,-8 17-1,17 8-15,8 9 16,9-8 0,25 8-1,18 8 1,-1 9 0,1 9-16,25 17 15,17-1 1,26-8-16,8 0 15,18 17 1,16 9-16,26-9 16,26 9-16,16 16 15,18-8 1,26-8 0,33-1-16,9 1 15,9-9 1,34-25-16,17-26 0,34-9 15,-18-8 1,1-8 0,26-9-16,-9-26 15,17-25 1,0-25-16,9-18 16,-1-25-1,-8-8-15,-51-1 16,-17-33-1,-9-18 1,-51 9-16,-43 0 16,-33-26-1,-18-8-15,-43-25 16,-42-26-16,-34-9 16,-43-8-1,-26 0 1,-34 8-16,-25-17 15,-1 35 1,18 16-16,-17 9 16,17 26-1,33 25-15,-7 8 16,25 34 0,34 26-16,8 9 15,9 16 1,43 9-16</inkml:trace>
  <inkml:trace contextRef="#ctx0" brushRef="#br0" timeOffset="979.91">15636 7076 0,'-9'0'0,"-8"0"16,-25 0 0,-18 8-16,9 1 15,17-9 1,0 0-1,-1 0-15,10 0 16,-1 0-16,9 0 16,0 0-1,0 0-15,8-17 16,9-51 0,0-68-16,9 25 15,17 9 1,42-111-16,17 18 15,9 67-15,17-25 16,-9-25-16,-8 33 31,9 26-31,16-26 16,1 9 0,-26 34-16,17 26 0,-18 8 31,10 17-31,8 0 15,-17 17 1,-9 17 0,-25 0-16,-26 8 15,-8 9 1,-9 0-16,-9 0 16,-8 0-1,-8-8-15,8-1 16</inkml:trace>
  <inkml:trace contextRef="#ctx0" brushRef="#br0" timeOffset="1323.35">16396 4499 0,'0'0'0,"0"0"0,0 0 16,17 8 0,25 9-16,27-8 15,25-1-15,-1 1 16,1-18 0,0 1-1,0-1-15,-17 1 16,-17-1-1,-9 9-15,-8 0 16,-18 0 0,1 0-16,-18 26 15,-16 50 1,-35 35-16,17-51 16</inkml:trace>
  <inkml:trace contextRef="#ctx0" brushRef="#br0" timeOffset="4950.85">19767 4337 0,'0'0'0,"0"0"16,-17 0-16,-26 0 16,-25 9-1,-26-1-15,-8 9 16,-35 9-16,0 8 15,9 0 1,-8 17 0,-35 8-16,-17 26 15,9 26 1,-34 34-16,-1 25 16,35 8-1,34 9-15,-9 43 16,18 17-1,25-1-15,34-8 16,43 18-16,34-27 16,51-25-1,60 34-15,51-93 16,69-35-16,136-24 16,-43-44-1,-8-50-15,34-26 16,-77-26-1,51-59 1,-42-43 0,-43-25-16,8-42 15,-84-1 1,-61-17-16,-42-8 16,-52 9-1,-59-18-15,-60 0 16,-42 1-1,-52 16-15,-9 43 16,-16 25 0,25 35-16,34 50 15,18 18 1,50 16-16,69 35 0</inkml:trace>
  <inkml:trace contextRef="#ctx0" brushRef="#br0" timeOffset="5771.72">20450 5468 0,'0'0'0,"0"0"0,0 0 16,0 0 0,0 0-16,25 0 15,18-8 1,42-9-16,35 0 16,16 0-1,18 0-15,-9 17 16,9 17-1,-1 8-15,-8 9 16,1 17-16,16 34 16,-9 9-1,-8 17 1,-25-1-16,-1 18 16,-16 25-1,-18 0-15,-17-9 16,-8 27-16,-26-10 15,-25-33 1,8-9 0,0 25-16,-8-16 15,-1-43-15,9-34 32,0-17-32,0-9 15,0-8 1,0-8-16,9-1 15,-17-8-15</inkml:trace>
  <inkml:trace contextRef="#ctx0" brushRef="#br0" timeOffset="6166.27">22464 7110 0,'0'0'0,"0"0"16,0 0-16,0 0 15,17 17 1,0 8 0,9 26-16,8 26 15,0 25 1,-8-17-16,-1-26 15,1 9 1,-1 18-16,-16 7 16,-1-25-1,1-17-15,8-8 16,0-18-16,0-8 16,9-8-1,34-18 1,33-25-16,1-34 15,-8 0 1,-9-8-16,-1-35 16,-42 43-16</inkml:trace>
  <inkml:trace contextRef="#ctx0" brushRef="#br0" timeOffset="10591.58">21047 10248 0,'-8'0'0,"-18"-9"0,-42-25 16,-1-8 0,18-1-16,-8-8 15,-35-8-15,-26-1 16,-8 9-1,34 17 1,26-8-16,-52-18 16,-42-16-16,9-1 15,16 9 1,-68-17 0,26 25-16,8 9 15,-42-8-15,51 25 16,-17 8-1,-43 1 1,51 16-16,9 9 16,-9 17-1,26 9-15,34 16 16,9 18 0,-18 25-16,26 8 15,17 18-15,1 25 16,16 17-1,26 0 1,25 26-16,26 25 16,26-25-1,8 8-15,26 17 16,0-26 0,-9-16-16,26 25 15,51 9-15,9-26 16,-9 8-1,17 1-15,43 0 16,-52-18 0,27 18-1,24-9-15,-24-9 16,33 26 0,-8-42-16,-17-26 0,68 34 31,-51-34-31,8 0 15,-17-17-15,1-25 16,42 8 0,-77-34-1,-17-17-15,43-17 16,-43-17 0,-51-17-16,17-17 15,17-17 1,-9-43-1,-8-25-15,-26-8 16,-16-52-16,-1-25 16,-17 17-1,0-17-15,-8-17 16,-26-9 0,-34-8-16,-26-9 15,-16 9 1,-35 9-1,-34-9-15,-43 16 16,-34-24-16,-17 8 16,-8 42-1,-43-8 1,-35 25-16,-16 43 16,-60 9-16,8 8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1:47.326"/>
    </inkml:context>
    <inkml:brush xml:id="br0">
      <inkml:brushProperty name="width" value="0.05292" units="cm"/>
      <inkml:brushProperty name="height" value="0.05292" units="cm"/>
      <inkml:brushProperty name="color" value="#FF0000"/>
    </inkml:brush>
  </inkml:definitions>
  <inkml:trace contextRef="#ctx0" brushRef="#br0">1750 3359 0,'0'0'0,"0"0"16,0 0-1,0 0 1,0 0-16,0 0 16,0 0-1,68 9-15,86 25 16,-9 8-16,119 18 16,18 8-1,25-43-15,137-16 16,-34 8-1,59 0 1,77 17-16,69 8 16,-188-16-1</inkml:trace>
  <inkml:trace contextRef="#ctx0" brushRef="#br0" timeOffset="5555.55">10899 9559 0,'0'0'0,"-8"-8"0,-27 8 15,-16 0 1,-43 8-16,0 1 16,-8 16-1,-77 9-15,-9 26 16,17-1-1,-33 18-15,16-9 16,68-9 0,9-8-16,0-8 15,43-18 1,25-16-16,18-9 16,8-17-1,17-34-15,17-9 16,17 1-1,9-9-15,-18 17 16,-8 17-16,-8 17 16,-1 0-1,-8 17 1,-17-9-16,-17 9 16,-17 17-1,-26 17-15,-17 26 0,34 8 16,26 0-1,9 0-15,8-9 32,25 1-32,43-1 15,77 9 1,0-25-16,52-1 16,170 18-1</inkml:trace>
  <inkml:trace contextRef="#ctx0" brushRef="#br0" timeOffset="19357.25">5539 12459 0,'0'0'0,"0"0"16,0 0-1,0 0 1,0 0 0,0-25-16,0-61 15,0-58 1,9 25-16,33-9 15,52-76 1,0 34-16,17 26 16,-8-52-16,-1 26 15,9 25 1,25-33 0,-25 8-16,-34 68 15,0 33 1,-9 10-16,-25 25 15,-17 17 1,-18 8-16,1 9 16,-9 0-1,-9 0-15,-8 9 16,-9 8 0,1-9-16,-18 1 15,1-1-15,-10 1 16,1-1-1,8-8-15,9 0 16,0 0 0,0 0-16,8 0 15,9 0 1,17 0 0,0 0-16,0 0 15,26-8 1,17-1-16,25-8 15,0 0 1,18-8-16,7-1 16,-7-8-1,-9 17-15,-18 0 16,-16 17-16,-17 0 16,-1 17-1,-16 17-15,-18 85 16,-33 60-1,7-26 1,18-93-16</inkml:trace>
  <inkml:trace contextRef="#ctx0" brushRef="#br0" timeOffset="21176.76">27730 12187 0,'0'0'0,"-8"-9"0,-18-25 0,-17-17 15,-8 0 1,0 17 0,0-8-1,-35-26-15,18-17 16,0 0-1,-35-17-15,-16 8 16,-1 26-16,18 17 16,17 8-1,-1 9 1,18 9-16,42 25 16</inkml:trace>
  <inkml:trace contextRef="#ctx0" brushRef="#br0" timeOffset="25014.59">7024 13378 0,'0'0'0,"-17"0"15,-17 8-15,-17 9 0,-26 9 32,-34 16-32,9 9 15,-9 17-15,0 34 16,8 0 0,9 0-1,9-8-15,0 25 16,-18 34-16,9-17 15,9-8 1,-26 16 0,9 9-16,16-8 15,18-9 1,8-9-16,26 1 0,9-17 31,8-26-31,-1 17 16,18 8-1,0-8-15,18-8 16,-1-26 0,17 0-16,17 8 15,0 10 1,35 7-16,7 9 16,1-8-1,9-18-15,8-16 16,8 8-1,9 8-15,9 9 16,-9-17 0,8-17-16,18 0 15,8-17 1,0-17-16,0-25 16,35-35-1,-1-16-15,9-26 16,-17 8-1,-18 1-15,-16-35 16,25-42 0,-8-8-16,-35 8 15,-8-26 1,-8-8-16,-9-17 16,-26 0-1,-34 8 1,-16-8-16,-27 8 15,-16 9-15,-35-17 16,-34 17 0,-8 17-16,-43 0 15,-17 17 1,0 25-16,-26 9 16,-17 26-1,-17 16-15,-25 26 16,16 17-1,18 42-15,-9 35 16,43 25 0,-111 68-16</inkml:trace>
  <inkml:trace contextRef="#ctx0" brushRef="#br0" timeOffset="26418.28">25963 13378 0,'0'0'0,"-8"-9"15,-1 1-15,-8-1 16,-8-17 0,-1 1-1,0-1-15,-16 1 16,8 8-16,-9 0 16,-8 0-1,8 17 1,-17 8-16,-17 18 15,1 33 1,-27 27-16,-8 33 16,9 34-1,-9 25-15,-17 18 16,0 16 0,8 1-16,9 17 0,17-9 31,9 0-31,17 9 15,17-18 1,8-8-16,17-25 16,35-43-1,17 26-15,33-1 16,18-33 0,-17-43-16,34 0 15,42 17 1,18-9-16,-26-8 15,17-8 1,43-9-16,-18-25 16,-7-9-1,50-17-15,-34-17 16,0-34-16,43-26 16,-25-25-1,8-17 1,-9 0-16,-43 17 15,27-60 1,7-25-16,-50 34 16,-43-26-1,0-25-15,-26 0 16,-42-42 0,-52-1-16,-25-51 15,-34 1 1,-95-18-16,-16 26 15,-17 42 1,-26-8-16,-17 26 16,-26-10-1,26 44-15,-17 16 16,-77-42 0,-9 26-16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2:21.133"/>
    </inkml:context>
    <inkml:brush xml:id="br0">
      <inkml:brushProperty name="width" value="0.05292" units="cm"/>
      <inkml:brushProperty name="height" value="0.05292" units="cm"/>
      <inkml:brushProperty name="color" value="#FF0000"/>
    </inkml:brush>
  </inkml:definitions>
  <inkml:trace contextRef="#ctx0" brushRef="#br0">2595 3249 0,'0'0'0,"0"0"0,0 0 16,0 0-1,0 0-15,0 0 16,-9 0 0,-8 8-16,-34 35 15,-26 42 1,0 34-1,-34 51-15,-68 26 16,8 16-16,43-16 0,-17 42 16,17-17 15,9-8-31,25-1 16,51-50-16,26-26 15,34-17 1,26 0-1,8-34-15,43-17 0,8-17 16,-16-8 0,16-1-1,9 1-15,0-9 16,-26 0 0,-25-9-1,-17 1-15,-9-1 0,-17-8 16,0 17-16,-8 9 31,-27 33-15,-50 35-16,-51 16 15,-1-16 1,1-17-16,8-18 16,34-25-16,26-17 0,17-8 31,25-18-16,-17 1-15,18-1 16,8 9 0,0 0-16,0 9 15,34 16 1,26 9-16,-9-8 16,0-1-1,-25 18-15,17 8 16,-18 25-1,-16 43-15,-26 35 16,-60 58-16,-34 1 16,17-18-1,51-7 1,120-10-16,145 1 16,256-52-16,-60-76 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3:06.513"/>
    </inkml:context>
    <inkml:brush xml:id="br0">
      <inkml:brushProperty name="width" value="0.05292" units="cm"/>
      <inkml:brushProperty name="height" value="0.05292" units="cm"/>
      <inkml:brushProperty name="color" value="#FF0000"/>
    </inkml:brush>
  </inkml:definitions>
  <inkml:trace contextRef="#ctx0" brushRef="#br0">24401 13539 0,'-8'0'0,"-1"-8"0,-8-1 0,-17 1 0,34 8 15,0 0-15,0 0 16,0 0-16,0 0 16,9 0-1,16 17-15,44 8 16,42 26-1,17 17 1,0 17 0,-9 0-16,9 9 15,0 8 1,9 0-16,-26-26 16,-77-42-1</inkml:trace>
  <inkml:trace contextRef="#ctx0" brushRef="#br0" timeOffset="878.82">26339 14509 0,'0'0'0,"0"0"0,0 0 16,0 0-1,0 0-15,0 0 16,0 17-1,0 25 1,-17 26-16,-26 34 16,-17 26-1,1-18-15,-35-16 16,-51 16 0,17-7-16,51-44 15,17-8-15,0-8 16,-8-18-1,17-16 1,8-18-16,9 1 16,17-18-1,0-16-15,8-1 16,9 9-16,0 9 16,9 8-1,8 0 1,17-1-16,0 1 15,9 17-15,25 17 16,26 26 0,8 34-1,1 25-15,-18-17 16,-34-26-16,1 18 16,24 8-1,18-17-15,-42-34 16</inkml:trace>
  <inkml:trace contextRef="#ctx0" brushRef="#br0" timeOffset="1277.93">27465 15410 0,'0'0'0,"-25"-8"16,-35 8-16,-34 8 15,-42 18-15,-9 25 32,8 17-32,43 0 15,34 8 1,18 18-16,33-1 15,43-8-15,77 0 16,60-25-16,68-52 31,17-33-31,-68-35 16,-35-8 0,-50-8-16,-61-1 15,-50-42 1,-112-68-16,-170-17 15,-60 17-15</inkml:trace>
  <inkml:trace contextRef="#ctx0" brushRef="#br0" timeOffset="35748">20492 11923 0,'0'0'0,"0"0"16,0 0-16,0 0 15,0 0-15,0 0 32,0 0-17,0 0-15,0 0 0,9 0 16,17 0-16,8 0 15,-9 0 17,18 0-32,25 0 15,18 0-15,7 0 16,18 0-16,-34 0 16,-34 0 15,-26 0-31</inkml:trace>
  <inkml:trace contextRef="#ctx0" brushRef="#br0" timeOffset="36047.58">21585 11762 0,'0'0'0,"0"0"15,0 0 1,0 0-16,0 0 16,0 0-1,-9 17-15,1 0 16,8 25-1,8 43-15,26 51 16,77 153 0</inkml:trace>
  <inkml:trace contextRef="#ctx0" brushRef="#br0" timeOffset="39024.54">25101 10299 0,'0'0'0,"0"0"0,0 0 16,-8 8 0,-1 52-1,-25 93-15,-9 51 16,-16 60-1,-10 93-15</inkml:trace>
  <inkml:trace contextRef="#ctx0" brushRef="#br0" timeOffset="54702.58">18709 9032 0,'0'0'0,"0"0"15,0 0-15,-9 0 16,1 0 0,-18 0-1,-8 8 1,-17 18-16,-18 16 0,10 1 31,7-9-31,18 8 16,17 9-1,9-8-15,16-1 16,26 1 0,17-9-16,9-9 15,26-8 1,-1-25-16,-8-26 16,-9 0-1,-17-9-15,-17 1 16,-8-18-16,-26-8 15,-17-17 1,-26 9 0,-42-1-16,-43-8 15,-137-68 1</inkml:trace>
  <inkml:trace contextRef="#ctx0" brushRef="#br0" timeOffset="56469.77">21798 8572 0,'0'0'0,"0"0"0,0 0 0,0 0 16,0 0-1,0 0 1,0 0 0,17 9-16,0 0 0,18 8 15,7 0 17,9 0-32,-8 0 15,8 0-15,-8-9 16,0 1-1,-18-1 1,1 1-16,-9-1 16,-9 9-16,1 9 0,-35 42 31,-25 25-15,0-8-16,0-25 15,17-18-15,17-16 0,-1-9 31,18-9-15,35 9-16,50-8 16,60-1-16,111-16 15,-17-9 1,60-17 0</inkml:trace>
  <inkml:trace contextRef="#ctx0" brushRef="#br0" timeOffset="74416.69">22891 9806 0,'0'0'0,"0"0"0,0 0 16,0 0 0,0 0-1,17 0-15,25-9 16,69 1 0,9-1-16,8-8 15,51-8 1,9-1-16,-60-8 15,-17-8 1,8 8-16,-33 0 16,-26 17-1,-35 8 1,-8 9-16,-8 0 16,-9 0-16,-17 26 15,-43 50 1,-43 60-1,-59 43-15,-25-1 16,41-50 0,35-1-16,9-16 15,34-26 1,25-34-16,26-25 16,0-9-1,17-9-15,0-16 16,34-35-1,17-50-15,18-44 16,24-58 0,10 8-16,-18 17 15,-8 17 1,-17 17-16,-26 25 16,-8 34-1,-9 18-15,-9 25 16,1 8-1,-9 9-15,0 9 0,0 8 32,0 8-32,8 43 15,9 68 1,-8 18-16,-9 7 16,8 35-16,-16-18 15,-9-67 1,8-35-1,1-16-15,-1-18 16,1 1 0,-1-18-16,-8 1 15,-17-26-15,-51-34 16,-43-68-16,17-17 16,0-9-1,8-16-15,-16-10 16,-69-84-1</inkml:trace>
  <inkml:trace contextRef="#ctx0" brushRef="#br0" timeOffset="86416.38">25050 8624 0,'0'0'0,"0"0"16,0-9-16,0-16 15,0-1 1,0-17-16,0-8 15,0 0 1,-8-8-16,-1-1 0,-8-8 31,-26-25-31,-25-1 16,-43-8 0,0 17-16,51 9 15,9-1 1,-43-17-16,-76-16 15,24 25 1,53 8-16,-44 1 16,-51 8-1,43 25-15,43 18 0,-35 8 16,-34 8 0,35 26-1,-9 9-15,-86 33 16,69 9-1,77 9-15,-18 25 16,-8 0-16,18 17 31,7 0-31,18-8 16,8-9 0,26-9-16,8-8 15,9 9-15,0-26 31,17-34-31</inkml:trace>
  <inkml:trace contextRef="#ctx0" brushRef="#br0" timeOffset="86656.59">21798 7986 0,'0'0'0,"0"0"16,0 17-16,0 8 15,0-8 1</inkml:trace>
  <inkml:trace contextRef="#ctx0" brushRef="#br0" timeOffset="87127.15">21739 7663 0,'0'0'0,"0"0"0,0 0 15,0 0-15,0 0 16,-9 0-1,0 25-15,-16 26 16,-9 43 0,-9 16-1,9-8 1,0-17-16,17-25 16,0-9-16,8 0 15,1-9 1,8 1-1,0-18-15,0 1 0,0-9 32,17-9-32,34-8 15,43-42-15,51-26 0,17-9 32,0-8-17,-8-42-15,76-94 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4:38.069"/>
    </inkml:context>
    <inkml:brush xml:id="br0">
      <inkml:brushProperty name="width" value="0.05292" units="cm"/>
      <inkml:brushProperty name="height" value="0.05292" units="cm"/>
      <inkml:brushProperty name="color" value="#FF0000"/>
    </inkml:brush>
  </inkml:definitions>
  <inkml:trace contextRef="#ctx0" brushRef="#br0">20100 12485 0,'0'0'0,"0"0"15,51 8-15,111 9 16,103-17-1,42-8-15,111-9 16,-8-9 0</inkml:trace>
  <inkml:trace contextRef="#ctx0" brushRef="#br0" timeOffset="3557.14">23966 11991 0,'0'0'0,"0"0"16,0 0-16,0 0 16,0 0-1,0 0 1,0 0-16,0 0 15,0 0 1,51-8-16,103-9 16,76-9-1,61-25-15,135 0 16,44 9 0,-69 42-16,-17 17 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4:48.337"/>
    </inkml:context>
    <inkml:brush xml:id="br0">
      <inkml:brushProperty name="width" value="0.05292" units="cm"/>
      <inkml:brushProperty name="height" value="0.05292" units="cm"/>
      <inkml:brushProperty name="color" value="#FF0000"/>
    </inkml:brush>
  </inkml:definitions>
  <inkml:trace contextRef="#ctx0" brushRef="#br0">23966 12459 0,'0'0'0,"0"0"16,0 0-16,0 0 0,0 0 31,0 0-31,0 0 0,0-8 16,17-1-1,26-16 1,17-10 0,-1-16-1,10-8-15,-10-9 16,-7 8 0,-10-8-16,1-8 0,-17-18 31,-1-8-31,-16 0 15,8-17 1,-9-8-16,1 24 16,-18 1-16,-8 0 15,-34-25-15,-17-1 32,-9 26-32,-25-17 15,16 17 1,35 17-16,-9-17 15,-8 17-15,0 8 16,-1 18 0,-7-1-1,-27 1-15,9 16 16,-25 9 0,-18 9-16,9 8 0,43 17 31,25-9-31,17 9 15,9-8 1,17 8-16,17-9 16,0 9-16</inkml:trace>
  <inkml:trace contextRef="#ctx0" brushRef="#br0" timeOffset="299.05">23377 9440 0,'0'0'0,"0"0"16,0 0-1,-8 0-15,-9 0 16,-18 17 0,-33 8-16,-34 9 15,-1 18 1,1 16-16,8 0 0,17-9 15,26-16 1,17-1 0,17 1-1,8 8-15,26 8 16,35 35 0,59 42-16,85 25 15,94 61 1</inkml:trace>
  <inkml:trace contextRef="#ctx0" brushRef="#br0" timeOffset="3046.05">21730 10852 0,'0'0'0,"0"0"16,-9 0-1,-16 0-15,-1 0 16,-34 25 0,-50 43-16,-1 43 15,34 8 1,-26-17-16,-76 68 15,17 26 1,60-60-16,-52 76 16,-42 26-1,76-110-15,35 25 0,-1 26 32,-59 93-32</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5:44.251"/>
    </inkml:context>
    <inkml:brush xml:id="br0">
      <inkml:brushProperty name="width" value="0.05292" units="cm"/>
      <inkml:brushProperty name="height" value="0.05292" units="cm"/>
      <inkml:brushProperty name="color" value="#FF0000"/>
    </inkml:brush>
  </inkml:definitions>
  <inkml:trace contextRef="#ctx0" brushRef="#br0">10029 9525 0,'-18'0'0,"-7"9"15,-18 16 1,-34 26-16,-8 0 15,25-8 1,-8 8-16,-17-9 16,25-16-1,26-18-15,17 1 16,17-9 0,0 0-1</inkml:trace>
  <inkml:trace contextRef="#ctx0" brushRef="#br0" timeOffset="82.4">9320 9695 0,'-8'0'0,"-27"9"16,-50 25 0,-17 17-16,33 8 15,52-8 1,26 0-16,68 26 15,17-9-15,59 8 16,69 9 0,0-25-1,102 8-15</inkml:trace>
  <inkml:trace contextRef="#ctx0" brushRef="#br0" timeOffset="3046.19">9986 12485 0,'0'0'0,"0"0"0,0 0 16,0 0-1,0 0 1,8 0-16,9 0 15,9-9-15,25 9 16,18 0 0,-1 0-1,-17-8-15,-25-1 16,-9 1 0,8-1-16,35-16 15,25-1 1,18-25-16,-9-17 15,-26 8 1,-17-8-16,-8-8 16,-17-18-1,-1 1-15,-25-18 16,-17 1 0,-26-1-16,-42-8 15,-26 0 1,17 8-16,34 35 15,-33-26 1,-70-9-16,18 35 16,68 33-1,-33 1-15,-53-1 16,18 9 0,60 17-16,42 9 15,-8-1 1,-9 1-16,9-1 15,34 9 1</inkml:trace>
  <inkml:trace contextRef="#ctx0" brushRef="#br0" timeOffset="3370.19">9337 10435 0,'0'0'0,"0"0"16,0 0-16,0 0 15,0 0-15,0 0 16,-8 0 0,-1 0-16,-16 0 15,-1 0 1,0 8-1,-8 9-15,0 1 16,-9-1-16,1 17 16,-1 0-1,9 0-15,17 0 16,25 17 0,9-26-1</inkml:trace>
  <inkml:trace contextRef="#ctx0" brushRef="#br0" timeOffset="10576.44">8612 13003 0,'0'0'0,"-9"0"0,1 0 16,-1 0-1,-8 0-15,-9 0 16,-16 9 0,-18 8-16,9 0 15,8 0 1,-17 25-16,-33 35 15,-1 16 1,8 1-16,-16-17 16,25 25-1,-8 42-15,-9 9 16,8-34 0,1 43-1,-9 25-15,17-34 16,18-8-16,16 33 15,17-25 1,9-17-16,0 60 16,0-34-16,9-69 15,8 18 1,8 42 0,1-17-16,-1-51 15,9-17 1,17 34-1,26 26-15,9-9 0,-1-9 16,0-33 0,-8-26-1,-9 0-15,34 25 16,35 9-16,16 0 16,-16-25-1,-18-26 1,35 0-1,34-26-15,-26-16 16,-9-18-16,69-25 16,-43 0-1,0-17-15,52 9 16,-35 8-16,-8 0 31,51-26-31,-43-25 16,-26-8-16,10 16 15,-35 26 1,-26 0 0,-34-9-16,-33-16 15,-10-1-15,-16-8 16,-35-25 0,-34-77-1,-17 0-15,-33-43 16,-10 0-1,1 35-15,-35-26 16,9 33 0,-26-7-16,0 25 15,1 34 1,-35 25-16,-8 26 16,-1 17-1,1 25-15,-18 43 16,-25 43-16,-8 68 15,-9 50 1,-26 52 0</inkml:trace>
  <inkml:trace contextRef="#ctx0" brushRef="#br0" timeOffset="11930.77">26399 13284 0,'0'0'0,"-9"-17"15,-8-9-15,-9-16 16,-8-9 0,0 8-16,-9 1 15,1-1 1,-9 9-16,-9 0 16,-17 17-1,0 17-15,-25 9 0,-9 16 16,0 9-1,8 0 1,1 26 0,0 16-16,-18 18 0,9 25 15,0 9 1,0 42 0,-17 8-16,9 9 15,-9 26 1,0 8-1,17 0 1,17-25-16,8-18 0,10 18 16,16-17-16,17-9 31,18 8-15,16-8-16,18-25 15,8 8 1,25 0-16,18-17 15,8-8-15,1 16 16,16-16 0,17-18-1,18-24-15,17-18 16,25-9 0,8-8-16,18-25 15,26-26 1,16-9-16,0 1 15,-16-18 1,-18-16-16,17-9 16,-42-9-16,-43-8 15,0 0 1,-34 0 0,-26 17-16,-25 0 15,-9 8 1,-8 1-16,-26-9 15,0 25 1</inkml:trace>
  <inkml:trace contextRef="#ctx0" brushRef="#br0" timeOffset="13421.76">26339 13029 0,'0'0'0,"-9"-9"16,-8-8-16,-25-8 15,-18-9 1,-17 0-16,0 0 16,-8 8-1,8 9-15,-25 9 16,-9 16 0,0 9-16,-17 34 0,-43 43 31,-25 50-31,16 18 15,1 17 1,9 33 0,33 1-16,26-1 15,9 18-15,8-17 16,34 8 0,26-34-1,8-9-15,26 18 16,17-26-1,9 9-15,17 8 16,8-43-16,0 1 16,17 17-1,1-1-15,-1-42 16,0-17 0,43 9-16,17-9 15,9-26 1,25-33-16,51-18 15,-8-33 1,17-35 0,8-33-16,-8-1 0,26-8 15,-26 0 1,0-59 0,-18-9-16,-33-9 15,0-42 1,-35-9-1,-25-25-15,-17-42 0,-17-10 32,-34-7-32,-26-9 0,-43-1 31,-42 10-31,-26 25 16,-25-18-16,-69 10 15,-51 42 1,-103 25-1,-101 51-15,50 77 0</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50:23.075"/>
    </inkml:context>
    <inkml:brush xml:id="br0">
      <inkml:brushProperty name="width" value="0.05292" units="cm"/>
      <inkml:brushProperty name="height" value="0.05292" units="cm"/>
      <inkml:brushProperty name="color" value="#FF0000"/>
    </inkml:brush>
  </inkml:definitions>
  <inkml:trace contextRef="#ctx0" brushRef="#br0">27773 9993 0,'0'0'0,"0"0"16,0 0-1,0 0-15,8 0 16,26 0-16,26 0 16,51 17-1,9 8 1,33 18-16,86 16 15,-17-8 1,43 9-16,-26-18 16,-171-33-16</inkml:trace>
  <inkml:trace contextRef="#ctx0" brushRef="#br0" timeOffset="707.61">29377 11107 0,'0'0'0,"0"0"0,0 0 16,0 0-16,9 0 16,33 17-1,69 0 1,43-9-16,128 1 15</inkml:trace>
  <inkml:trace contextRef="#ctx0" brushRef="#br0" timeOffset="83070.85">3918 9959 0,'0'0'0,"8"8"0,146 18 15,16-9 1,35-26-16,51 1 16,69-9-1,-27 8-15,-238 18 16</inkml:trace>
  <inkml:trace contextRef="#ctx0" brushRef="#br0" timeOffset="84345.48">30103 7526 0,'0'0'0,"0"0"15,0 0-15,-9 0 16,-8 17 0,-26 17-1,-8 26-15,-68 68 16,-69 50 0,43-42-16,25-17 15,-33 26 1,25-26-16,42-43 15,27-24 1,25-27-16,16-8 16,1-8-16,9-1 15,8 1 1,-9-18-16,1-25 16,-9-17-1,8-17 1,1 17-16,-1 17 15,1 0 1,-1 17 0,1 8-16,8 9 15,0 0-15,0 0 16,0 17-16,8 17 16,52 34-1,110 9 1,44-34-16,-9-35 15,-43-16-15,-102 8 16</inkml:trace>
  <inkml:trace contextRef="#ctx0" brushRef="#br0" timeOffset="85616.68">4660 11387 0,'0'0'0,"0"0"0,9 0 32,50 0-17,27 0-15,119 0 16,59-8-1,95-9-15,50 17 16,-76 8 0,43 9-16</inkml:trace>
  <inkml:trace contextRef="#ctx0" brushRef="#br0" timeOffset="86718.89">31622 9661 0,'0'0'0,"0"0"0,-9 9 15,-16 42 1,-26 17-16,-18 0 31,-16 17-31,-26 0 16,9 0 0,8 0-16,25-17 15,18-17-15,17-26 16,9-16-1,16-1 1</inkml:trace>
  <inkml:trace contextRef="#ctx0" brushRef="#br0" timeOffset="87014.07">30461 9967 0,'0'0'0,"0"0"16,0 0-16,0 17 15,17 26 1,9 25 0,25 34-16,26 8 0,8-8 31,1-8-31,-27-34 15,10-26-15,16 8 0,-8-25 32,-43-8-17</inkml:trace>
  <inkml:trace contextRef="#ctx0" brushRef="#br0" timeOffset="90928.07">3696 11387 0,'0'0'0,"0"0"16,0 0-16,0 0 16,0 0-1,-9 0-15,1 0 16,-1 0-16,-17-8 16,-8 8-16,-17 0 31,8 8-31,1 9 15,-27 9 1,-16 17-16,-9 16 16,-8 18-1,16-9-15,27-9 16,16-16 0,26-1-16,0-8 15,0 9-15,0-1 16,25 1-1,18 16 1,8 1-16,17-9 16,9 0-1,0 8-15,-9-8 16,-17-8-16,-8 0 16,-1 16-16,-16 18 31,-26 8-31,-17 17 15,-18-17-15,-7-26 16,-10-16 0,18-9-16,26-17 15,7-9 1,1 1 0,0-1-16,17-8 15,0 0 1,0 0-16,0 0 15,9-8-15,16-1 16,27 9 0,25 0-1,-9 9-15,-17-1 16,-8 9-16,-18 0 16,1 26-1,8 42-15,-25 25 16,-44 18-1,-67 68 1,17-18-16,42-76 16,17-42-16,52-1 15,59 1 1,60-35 0,120-25-16,111 9 15</inkml:trace>
  <inkml:trace contextRef="#ctx0" brushRef="#br0" timeOffset="92631.63">22805 17264 0,'0'0'0,"17"-8"0,43-9 16,68-9 15,34-16-15,18-1-16,50 0 15,9 18-15,34 8 16,34 8 0,1 1-16,59-1 15</inkml:trace>
  <inkml:trace contextRef="#ctx0" brushRef="#br0" timeOffset="93173.49">30453 16261 0,'0'0'0,"59"8"16,104 26-16,16 0 15,17 0-15,0-17 16,1-17 0,127-34-16</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49:24.562"/>
    </inkml:context>
    <inkml:brush xml:id="br0">
      <inkml:brushProperty name="width" value="0.05292" units="cm"/>
      <inkml:brushProperty name="height" value="0.05292" units="cm"/>
      <inkml:brushProperty name="color" value="#FF0000"/>
    </inkml:brush>
  </inkml:definitions>
  <inkml:trace contextRef="#ctx0" brushRef="#br0">13135 11192 0,'0'0'0,"0"0"0,0-9 15,0-16 1,0-1-16,0 1 16,-8-1-1,-1 9 1,-8-8-1,-34-1-15,-34 9 16,-26 17 0,0 26-16,-34 50 15,-35 9 1,35-8-16,26-1 16,-52 69-16,-34 42 15,60-34-15,-17 51 31,-17 17-31,25-50 16,9 33 0,0-9-16,0 9 15,8 17 1,43-50-16,9 24 16,0 9-1,16-34-15,18 43 16,26-17-1,8-18-15,-1 35 0,18-35 32,0-8-32,18 18 15,16-35-15,17 0 16,17 17 0,-8-17-1,0-34-15,34 17 16,16 34-16,10-17 15,-18-51-15,26-8 32,60 25-32,-26-26 15,-8-16-15,59-1 16,-16-25 0,7-25-1,18-17-15,0-18 0,26-17 31,-9-8-31,0-17 0,-9-17 32,-8-8-32,9-18 15,8 1 1,17-43-16,-17 0 16,-18-9-16,-33-8 31,-9-26-31,-8-8 15,-26-8-15,-25-26 16,-26-18 0,-26-33-16,-25 17 15,-26-34 1,-26-34 0,-34 8-16,-25 35 15,-17-18 1,-18-17-16,-16 43 15,-26 25 1,-17 18-16,17 50 16,-35 26-16,-24 0 15,-10 0 1,-16 42 0,-43 26-16,-9 17 15,-8 26-15,0 16 16,42 18-1,-102 25-15</inkml:trace>
  <inkml:trace contextRef="#ctx0" brushRef="#br0" timeOffset="6206.04">12162 13463 0,'0'0'0,"0"0"15,-8 0 1,-1 0-16,-8 0 16,9 0-1,-1 0-15,1 0 16,-1 0-16,-17 0 15,1-9-15,-1 1 16,-25-1 0,-9-8-1,1 9 1,-27-18-16,9 1 16,26 8-1,-9 17-15,-25 0 16,8 0-16,9 8 15,8 9 1,-8 9 0,0 8-16,-1 17 15,10 59 1,-18 60-16,17 0 16,17 17-1,1 35-15,8-10 16,16 26-1,36-42-15,33-1 16,9 10 0,-9-95-16,43-42 15,68 0 1,-9-17-16,27-42 16,42-9-1,-43-26-15,43-76 16,-17-59-1,-77 16-15,-17-59 16,-26-26 0,-25 1-16,-43-35 15,-69 9 1,-67 0-16,-52 51 16,-102 8-1,-94 26-15,9 25 16</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53:55.079"/>
    </inkml:context>
    <inkml:brush xml:id="br0">
      <inkml:brushProperty name="width" value="0.05292" units="cm"/>
      <inkml:brushProperty name="height" value="0.05292" units="cm"/>
      <inkml:brushProperty name="color" value="#FF0000"/>
    </inkml:brush>
  </inkml:definitions>
  <inkml:trace contextRef="#ctx0" brushRef="#br0">4959 11073 0,'-9'0'0,"-25"17"0,-17 8 16,17 1-1,0-9-15,17 0 16,-1 0 0,18 8-16,18 9 15,24-8 1,86-18-1,111-33-15,34-26 16,9-17 0,34-9-16,59-8 15</inkml:trace>
  <inkml:trace contextRef="#ctx0" brushRef="#br0" timeOffset="3377.97">5539 16881 0,'0'0'0,"0"0"16,0 0-1,-8 0-15,-18 0 16,-25-8-16,-26-1 15,-8-16 1,-1 8 0,18 0-16,0 0 15,-26 8-15,-43 9 16,1 9 0,25 16-16,-34 35 15,-35 33 1,27 9-1,50-25-15,1-26 16,-17 9 0,8 33-16,17 1 15,17-1-15,34-8 16,9-34 0,17-8-1,0-1-15,8 9 16,9 26-16,26 16 15,17 1 1,8-17 0,9-18-16,16-8 15,1-8 1,-8-9-16,50 17 16,52 17-16,-26-17 15,-9-9 1,52 18-1,0-9-15,-17 0 16,8 25 0,0 1-16,-17-26 15,17-9 1,9-16-16,9-18 16,7 1-1,18-1-15,0-8 16,9-8-16,-1 8 15,9-26 1,-9-33-16,-16-35 16,-9 1-1,-69-9 1,-25 0-16,-25 42 16,-27 26-1,1-25-15,0-60 16,-18-17-16,-24 25 15,-27-8 1,-25-34 0,-26-9-16,-17 43 15,-25 9 1,-52-9-16,-16 8 16,-10 17-1,-16 9-15,0 26 16,-18 8-1,-33 17-15,-9 0 16,-17 17 0,-26 8-16,-60 26 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53:38.412"/>
    </inkml:context>
    <inkml:brush xml:id="br0">
      <inkml:brushProperty name="width" value="0.05292" units="cm"/>
      <inkml:brushProperty name="height" value="0.05292" units="cm"/>
      <inkml:brushProperty name="color" value="#FF0000"/>
    </inkml:brush>
  </inkml:definitions>
  <inkml:trace contextRef="#ctx0" brushRef="#br0">21756 1896 0,'0'0'0,"-9"0"16,-17 26 0,1-9-16</inkml:trace>
  <inkml:trace contextRef="#ctx0" brushRef="#br0" timeOffset="1256.02">22566 1378 0,'0'0'0,"0"0"15,0 0 1,-8-9-1,8 1-15,0-9 16,0-9 0,8 9-16,1 0 15,-1 9-15,1-9 16,-9 8 0,-9-8-16,-8 0 15,-25 0 1,-1 9-16,-17 16 15,-59 26 1,-60 26 0,33 25-16,53 25 15,-10 9 1,1 9-16,8 16 16,34-7-16,17 16 15,26 42 1,26-25-16,17-8 15,42 51 1,0-18-16,-8-33 16,-9 8-1,-25 17 1,-1-9-16,1-16 16,-26 8-1,-9-8-15,1-18 16,-26-8-1,-43-25-15,-17-9 0,-17-17 32,26-25-32,33-18 15,1-16-15,-9-9 32,9-9-32,9 1 15,7-9-15,18 0 16,0 0-1,9 0-15,8 0 16,0 0 0,8 25-16,18 26 15,17 26 1,-9 25-16,-9 8 16,-8 18-1,18 33-15,16 18 16,-17 17-16,-17-18 0,-26-8 31,-25 9-15,0 25-1,-26-8-15,-42-1 16,8-16 0,60-60-16,60 17 15,50 9 1,198 42-16,75-43 15,-7-118-15,59-9 16</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54:26.594"/>
    </inkml:context>
    <inkml:brush xml:id="br0">
      <inkml:brushProperty name="width" value="0.05292" units="cm"/>
      <inkml:brushProperty name="height" value="0.05292" units="cm"/>
      <inkml:brushProperty name="color" value="#FF0000"/>
    </inkml:brush>
  </inkml:definitions>
  <inkml:trace contextRef="#ctx0" brushRef="#br0">2671 4210 0,'0'0'0,"0"0"16,9-9-16,8 9 15,9-8 1,50-26-16,129-26 16,-25 18-1,93 16-15,34 1 16,-17 33 0,188 26-16,-60 9 15,43-9 1,171 0-16,51-26 15,-18-16 1,155-35 0,110 18-16,-34 25 15,69-9-15,-462 1 16</inkml:trace>
  <inkml:trace contextRef="#ctx0" brushRef="#br0" timeOffset="5814.48">6085 6514 0,'0'0'0,"0"0"15,0 0-15,0 0 16,0 0 0,0 0-16,0 0 15,9 0 1,110 17 0,180 0-16,162-17 15,94-25-15,170 16 16,-272 9-16</inkml:trace>
  <inkml:trace contextRef="#ctx0" brushRef="#br0" timeOffset="11915.17">5855 7841 0,'9'0'0,"33"9"16,86 16-16,111 18 16,86-1-1,59 1 1</inkml:trace>
  <inkml:trace contextRef="#ctx0" brushRef="#br0" timeOffset="17060.33">15440 7850 0,'0'0'0,"8"-9"0,35-25 15,51-17-15,59-8 16,103 8 0,52 25-16,67 9 15,69 43 1,60 8-16,-86-17 15</inkml:trace>
  <inkml:trace contextRef="#ctx0" brushRef="#br0" timeOffset="24454.81">7647 9159 0,'0'0'0,"60"-8"0,171-18 15,195-33 1,78-1-1,51 1-15,-137 8 16</inkml:trace>
  <inkml:trace contextRef="#ctx0" brushRef="#br0" timeOffset="29507.58">4105 9210 0,'0'0'0,"0"0"16,-8 0-16,-9 0 15,-9 0 1,9 9-16,0-9 15,-9 0 1,-42 17-16,-34 8 16,-52 35-16,17 25 15,78 0 1,-18 9 0,-26-18-16,-16-25 15,-9 9 1,43 42-16,33 34 15,10-26 1,8-42-16,-9 51 16,-8 60-16,25-43 15,18-76 1,16-1-16,18 35 16,8 42-16,-9 0 31,-16-43-31,17-50 15,33 33 1,27 35-16,-9 8 16,-1-8-1,-24-26-15,-27-34 16,1-26 0,-18 1-16,1 8 15,-9 25 1,-26 26-16,-25 34 15,-26-17 1,0-25-16,18-43 16,24-9-1,10-7-15,8-10 16,0 1 0,0-1-16,17 1 15,0-9 1,0 0-16,8 0 15,43 0 1,52 17-16,16 17 16,-25 25-1,26 52-15,8 16 16,-43 1 0,-25 110-16,-43 68 15,-94 43 1,-51 76-16,17 26 15,26-145 1,34-77-16,68-33 16,42-85-1,180-52 1,145 1-16</inkml:trace>
  <inkml:trace contextRef="#ctx0" brushRef="#br0" timeOffset="38802.5">6231 10205 0,'0'0'0,"0"0"31,0 0-15,0 0-16,0 0 0,17 0 16,17-8-1,51-1 1,26-8-16,-51 9 0</inkml:trace>
  <inkml:trace contextRef="#ctx0" brushRef="#br0" timeOffset="39484.87">6418 11166 0,'0'0'0,"0"0"15,0 0-15,0 0 16,0 0 0,0 0-1,0 9 1,26 8-16,34 8 15,76 9 1,69 0-16,-43-25 16,-102-9-16</inkml:trace>
  <inkml:trace contextRef="#ctx0" brushRef="#br0" timeOffset="40097.11">6077 12425 0,'0'0'0,"0"0"16,0 0-16,0 0 15,34 0-15,51 0 31,43 17-31,43-8 0,68-9 16,111 8 0</inkml:trace>
  <inkml:trace contextRef="#ctx0" brushRef="#br0" timeOffset="40631.62">6418 14253 0,'0'0'0,"0"0"15,17-8 1,35-18 0,76-16-16,85 8 15,34 0 1,103 0-16</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3:00:44.103"/>
    </inkml:context>
    <inkml:brush xml:id="br0">
      <inkml:brushProperty name="width" value="0.05292" units="cm"/>
      <inkml:brushProperty name="height" value="0.05292" units="cm"/>
      <inkml:brushProperty name="color" value="#FF0000"/>
    </inkml:brush>
  </inkml:definitions>
  <inkml:trace contextRef="#ctx0" brushRef="#br0">14177 6829 0,'0'0'0,"0"0"15,0 0 1,0 0 0,0 0-16,0 0 15,-9 0 1,0 0 0,-33 26-16,-26 16 15,-52 35 1,18 8-1,33 0-15,-33 34 16,-9-9-16,43-33 16,16-26-1,18-17-15,9-9 16,8-16 0,0-1-1,0 1-15,8-18 16,0 1-1,1-9-15,-9 0 16,8 0-16,-8 0 16,0 8-1,0 18-15,-9 8 16,-8 17 0,-17 8-16,-17 18 15,25-17 1,18-9-16,16-9 15,26 1 1,60-26-16,145-26 16,51-25-1,43-17-15</inkml:trace>
  <inkml:trace contextRef="#ctx0" brushRef="#br0" timeOffset="4318.93">18692 12459 0,'0'0'0,"51"-8"16,43-9-16,34-17 16,76-26-1,10 9-15,85 17 16,33 17-1,-16 17-15,68 0 16</inkml:trace>
  <inkml:trace contextRef="#ctx0" brushRef="#br0" timeOffset="5414.49">18546 14730 0,'0'0'0,"9"0"0,85 8 15,68-8 1,171 0 0,68-8-16,-51-18 15,34-8 1</inkml:trace>
  <inkml:trace contextRef="#ctx0" brushRef="#br0" timeOffset="17776.09">3371 7620 0,'0'0'0,"0"0"16,0 0-16,-8 0 15,-18 0-15,-17 0 16,1 0-16,-18 9 31,-17 25-31,-25 42 16,25 52 0,26-18-16,-17 18 15,-52 101 1,9-33-16,0-9 15,9 43-15,59-52 16,9 77 0,-9-33-16,-8 7 15,-9 18 1,-8-1 0,0 1-1,-1 17-15,18-1 0,-9-25 16,18 26-1,25 0-15,0-1 16,17-33 0,0 42-1,0-34-15,0 9 16,0 0 0,0 16-1,17-16-15,-9-35 16,26 27-16,9-44 15,17 69-15,-9-60 16,9 8 0,8 10-1,9-44-15,-26 52 16,-17-69 0,17-67-16,60 51 15,34 33 1,-25-42-1,-43-59-15,51-9 0,43 34 32,-35 8-32,-8 9 15,60 0 1,-35-50-16,10-35 16,59 0-16,-43-17 15,17 0 1,43 8-16,-34-16 15,25-18 1,-25 1 0,26-9-16,25 8 15,0 1 1,17-1-16,-9 1 16,10-18-1,-1-8-15,0 9 16,0-9-1,0 8-15,9 0 0,-1-8 32,44 0-32,-1 0 15,-17-17 1,26 0-16,-34 9 16,59 16-1,-8 9-15,-43 0 16,26 0-1,-17 9-15,43 8 16,-27-9 0,-16 1-16,34 8 0,-25-9 31,24 1-31,-7-1 16,-26-16-16,51-9 15,-26 8 1,-25-8-16,25-8 15,-42 25-15,51-17 32,-9 0-32,-51-9 15,60-16 1,-17 8-16,17-9 16,0 9-16,-43 8 15,43-8 1,-8 0-1,-35-17-15,43-8 16,-43-1 0,-17-8-16,-16 9 15,-36-9 1,10-17-16,0-26 16,-1-17-1,-42-8-15,-9-34 16,0-17-16,-25 0 15,-17-17 1,-9 0 0,-43 8-16,-16-25 15,-35 9 1,-17-27-16,-25 10 16,-18 8-1,-17-1-15,-8 1 16,-8 9-16,-27 8 15,-8 8 1,-33 9 0,-18-17-16,-1 8 15,-24 35 1,-18-35-16,-8 26 0,-34 25 31,-18-16-31,26 16 16,-17 26-16,-25 8 15,-18 1 1,18 8 0,-18 8-16,-16 9 0,24 26 31,-24-9-31,8-9 16,8 9-1,-42 0-15,-9 8 16,26 18-16,-34-1 15,16 18-15,10-1 16,-35-8 0,-17 9-1,-17 8 1,42 8-16,-42 9 16,-25 9-1,42-1-15,-43 18 16,1 8-1,-9 0-15,25-9 16,26 9 0,-51 0-16,68-17 15,0 9 1,-51-1-16,51-16 16,9 8-1,-35 0-15,18-9 16,0 9-1,25-17-15,9-8 16,-26-1 0,8 1-16,-16-9 15,42 17 1,-16-9-16,-35 1 16,25-1-1,-42 1-15,-25-1 16,25 9-16,-34 0 15,-18 9 1,27 8 0,-1 17-1,-17 0-15,26 8 16,17 18 0</inkml:trace>
  <inkml:trace contextRef="#ctx0" brushRef="#br0" timeOffset="24415.28">6615 11464 0,'17'0'0,"136"0"15,240-34-15,17-9 16</inkml:trace>
  <inkml:trace contextRef="#ctx0" brushRef="#br0" timeOffset="29638.83">7903 16677 0,'0'0'0,"0"0"16,0 0-1,9 0-15,51-8 16,59-18-16,103-16 16,77 16-1,59 9 1,129 17-16,-69 26 16</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2:58:42.479"/>
    </inkml:context>
    <inkml:brush xml:id="br0">
      <inkml:brushProperty name="width" value="0.05292" units="cm"/>
      <inkml:brushProperty name="height" value="0.05292" units="cm"/>
      <inkml:brushProperty name="color" value="#FF0000"/>
    </inkml:brush>
  </inkml:definitions>
  <inkml:trace contextRef="#ctx0" brushRef="#br0">5027 7943 0,'0'0'0,"0"0"16,0 0-16,0 0 15,9-8 1,16-9-16,35-17 16,25-9-1,60 1 1,43 8-16,34 17 15,51 8 1,34 9-16,78 0 16,58 9-16,52 8 31,137-17-31,-205 0 16</inkml:trace>
  <inkml:trace contextRef="#ctx0" brushRef="#br0" timeOffset="2384.53">5770 9193 0,'0'0'0,"42"-8"0,78-1 16,170 1-1,111 16-15,43 9 16,119 9 0,-145-1-16</inkml:trace>
  <inkml:trace contextRef="#ctx0" brushRef="#br0" timeOffset="10320.36">7656 10316 0,'0'0'0,"0"0"16,43 8 0,76 1-1,69-9-15,102-9 16,77-8-1,51-8-15,-25-9 16</inkml:trace>
  <inkml:trace contextRef="#ctx0" brushRef="#br0" timeOffset="18766.59">4455 10078 0,'0'0'0,"0"0"0,0 0 16,0 0 0,-8 0-16,-1 0 15,1 0 1,-18 0-16,0 0 0,-8 0 15,-8 0-15,-10 0 32,-16 8-17,0 9-15,8 0 0,-8 17 16,-26 0 0,17 9-1,-8-1 1,-26 18-16,8 16 15,18 27 1,-17 16-16,8-17 16,17 0-1,9 42-15,8-16 16,26-43 0,17-17-16,17-9 15,25 9 1,18-8-16,34 0 15,0-9 1,-18-9-16,27 9 0,-1-8 31,-25-1-31,-18 1 16,-7-9 0,-10 0-16,-16 25 15,-9 18-15,-34 8 16,-9-9-1,0-25 1,1-8-16,-10-1 16,1-16-1,0-18-15,17 1 16,0-1-16,17 1 0,0-9 31,-1 0-15,10 0-16,8 0 15,0 0 1,0 0-16,8 0 0,27 8 16,-1 9-16,0 0 15,9 18 1,8 24 0,-9 26-1,-24 17-15,-27 17 0,-25 17 31,-17 26-15,-18 8-16,10-34 16,16-8-1,17-1-15,35-16 16,42-26 0,51-17-16,-42-43 15</inkml:trace>
  <inkml:trace contextRef="#ctx0" brushRef="#br0" timeOffset="31202.41">29181 9397 0,'0'0'0,"-9"-8"16,-8-1-16,-8 1 15,-1-1 1,1-8-1,-1 0 1,-8 9-16,0 8 0,0 0 16,-18 17-1,-42 17 1,-51 42-16,9 18 16,25-9-1,0-8-15,8-9 16,44-9-1,16-25-15,26-8 16,0-18 0,17-8-1,0-8-15,0-9 16,8-9-16,1-8 16,0 0-1,-9 9-15,0 8 16,0 0-1,0 17 1,-9 0-16,0 0 0,1 0 31,-18 25-31,1 26 16,-9 26 0,16-1-16,18-8 15,26-8 1,42-9-16,18-17 15,-44-26 1</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3:02:52.595"/>
    </inkml:context>
    <inkml:brush xml:id="br0">
      <inkml:brushProperty name="width" value="0.05292" units="cm"/>
      <inkml:brushProperty name="height" value="0.05292" units="cm"/>
      <inkml:brushProperty name="color" value="#FF0000"/>
    </inkml:brush>
  </inkml:definitions>
  <inkml:trace contextRef="#ctx0" brushRef="#br0">9277 4380 0,'0'0'0,"52"-9"0,135 1 15,78-1 1,94 1-1,101-1-15,104-8 16,67 9-16,78 33 16,-283 1-1</inkml:trace>
  <inkml:trace contextRef="#ctx0" brushRef="#br0" timeOffset="19160.54">31434 663 0,'0'0'0,"-8"0"0,-18 9 16,-25 16 0,-43 26-16,0 17 15,43 9 1,8 17-16,-17-18 15,-16-16 1,-1 42-16,17 34 16,43-17-16,51-43 31,9-25-31,51-8 16,128-1-1,-35-33-15,-59-26 16,86-43-16,-35-25 15,-102-8 1,-26-9 0,-17-26-16,-8-16 15,-18 24 1,-25 35-16,-51 26 0,17 25 16</inkml:trace>
  <inkml:trace contextRef="#ctx0" brushRef="#br0" timeOffset="19544.66">31007 1888 0,'0'0'0,"0"0"16,0 0-16,-8 0 15,-9 0 1,-26 0-1,-17 17-15,-25 9 16,-17-1 0,25 18-16,-17 25 15,-34 8 1,-9-16-16,18-9 16,51-9-16,33-25 15,27-8 1</inkml:trace>
  <inkml:trace contextRef="#ctx0" brushRef="#br0" timeOffset="19947.91">29386 2653 0,'0'0'0,"-9"17"31,1 9-31,8 8 16,0 0-1,25 17-15,95 9 16,25-26-1,26-34-15,59-17 16,-68-9 0,-76 0-16,-27 1 0,-16-18 15,-26-8 1,-17-17 0,-60-17-1,-93-17-15,-44 17 16,-25 26-1,60 33-15,111 26 16</inkml:trace>
  <inkml:trace contextRef="#ctx0" brushRef="#br0" timeOffset="20348.91">29548 2713 0,'0'0'0,"-17"0"0,-9 0 15,-42 17-15,-43 8 16,-43 18 0,9 8-16,-8 9 15,-18 16 1,26-8-16,34-17 15,26 9 1,8-9-16,51-26 16</inkml:trace>
  <inkml:trace contextRef="#ctx0" brushRef="#br0" timeOffset="20776.41">27841 3189 0,'-9'0'0,"1"0"15,-18 9-15,-16 8 16,-10 0 0,1 17-16,9 0 15,16 0 1,26 17 0,26 0-16,8-17 15,43-17-15,93-26 16,1-16-1,-52-9-15,1 0 16,-35-9 0,-16-8-16,-35 0 15,-60-17 1,0 26-16</inkml:trace>
  <inkml:trace contextRef="#ctx0" brushRef="#br0" timeOffset="21212.35">27525 3317 0,'0'0'0,"-8"0"16,-9 0-16,-52 25 15,-25 18 1,-17 25 0,-25 25-16,-9-8 15,17-8-15,17-18 16,8-16-1,10-17 1,50-9-16</inkml:trace>
  <inkml:trace contextRef="#ctx0" brushRef="#br0" timeOffset="21622.28">26117 4031 0,'-9'0'0,"-16"9"15,-43 16-15,-18 35 16,1-1-1,17 1 1,25-18-16,17-8 16,18-8-1,16-9-15,18 0 16,51 0-16,25 0 16,18-26-1,16-16 1,1-26-16,-9-9 15,-51 9 1,-43 17-16,-17 0 16,-17-8-1,-77-18-15,9 26 16</inkml:trace>
  <inkml:trace contextRef="#ctx0" brushRef="#br0" timeOffset="21968.53">26006 4516 0,'0'0'16,"-17"0"-16,-17-9 15,-17 9 1,-26 0 0,-9 26-16,-33 33 15,-26 43 1,-9 1-16,35-18 15,16 8 1,-8 18-16,52-52 16</inkml:trace>
  <inkml:trace contextRef="#ctx0" brushRef="#br0" timeOffset="22478.18">25007 5154 0,'0'0'0,"0"0"0,-17 0 15,-25 17 1,-52 17-16,-17 17 15,-9 17 1,9-9-16,26-16 16,25-1-1,35-8 1,25 0-16,25-8 16,52-18-1,85-16-15,9-9 16,-69 0-1,-25-9-15,-17-8 16,-34-8 0,-26-9-16,0 17 15</inkml:trace>
  <inkml:trace contextRef="#ctx0" brushRef="#br0" timeOffset="22788.04">24418 5928 0,'0'0'0,"0"0"0,0 0 15,0 0 1,-17 8 0,-34 9-16,-34 9 15,-18 8 1,18 8-16,0 1 16,42-26-1</inkml:trace>
  <inkml:trace contextRef="#ctx0" brushRef="#br0" timeOffset="23217.78">23531 6021 0,'-9'0'0,"-8"9"16,-25 33-1,-35 35-15,0-1 16,17 1-16,18-9 15,16-17 1,26-17 0,8 8-16,35-8 15,17-17 1,42-8-16,43-9 16,0-17-16,-42-34 15,-52-9 1,-17 1-16,-51-18 15,0 35 1</inkml:trace>
  <inkml:trace contextRef="#ctx0" brushRef="#br0" timeOffset="61002.19">23975 714 0,'0'0'0,"0"0"0,0 0 0,-26-17 0,-25 17 15,-17 0 1,-35 0-16,1 26 16,33 25-16,1 17 15,-17 42 1,-1-33-1,-16 17-15,-17 16 16,25 26 0,34-17-16,0-8 15,-17 8-15,9 8 16,25-7 0,18-18-1,25-34-15,17 17 16,26 17-1,8 8-15,-17-16 16,-8-18-16,-18 1 16,9 16-1,0 18-15,0 0 16,-25-1 0,-1 1-1,-8 8-15,-60 8 16,-34-8-16,-8-34 15,25-17 1,26-25 0,16-18-16,18-7 15,17-10 1,0 1-16,17-9 16,0 0-1,0 0-15,9 0 16,25-9-1,34 9-15,0 26 16,1 16 0,-10 35-16,-7 25 15,-35 42 1,-43 52-16,-51 50 16,-34 35-1,-8 0-15,16-43 16,52-51-1,60 0-15,59-17 16,128 9 0,103-35-16,42-8 15</inkml:trace>
  <inkml:trace contextRef="#ctx0" brushRef="#br0" timeOffset="71106.1">20236 3266 0,'0'0'0,"-8"0"0,-1 25 15,-16 18 1,-1 16-16,-8 18 15,-9 25 1,9-9 0,0-25-16,17-25 15,0-9 1,8-8-16,9-18 16,0 1-1,0-9-15,0 0 16,9-17-1,34-52-15,25-50 16,34-8 0,18 25-16,16-9 15,9 9 1,-17 43-16,-8 16 16,-9 35-1,0 42-15,-17 25 16,-26 94-1,-34 77-15,-42 76 16,-27-8 0,-33 25-16</inkml:trace>
  <inkml:trace contextRef="#ctx0" brushRef="#br0" timeOffset="133320.04">4797 7101 0,'0'0'0,"0"0"15,0 0-15,0 0 16,0 0-1,8 0 1,9 26-16,9 16 16,-18 43-1,-8 9-15,-8-18 16,-9-16 0,0-26-16,0 0 15,0 0-15,8-9 16,9 1-1,0-9 1,17 0-16,17 9 16,0-1-1,9-8-15,42 0 16,52-8-16,0-9 0,25-9 16,34 1-1,-8-9 1,17 8-1,25 1-15,-42 16 16,-35 1 0,1-1-16,-43 1 0,-43-1 15,-34 1 17,-16-1-32,-10-16 15,-16-9 1,8 0-16</inkml:trace>
  <inkml:trace contextRef="#ctx0" brushRef="#br0" timeOffset="150540.88">10344 7756 0,'0'0'0,"0"0"0,0 0 16,43 9-16,51 8 15,68 8 1,69 18 0,59-1-16,85 18 15,61-1-15,41-8 32,-67 0-17</inkml:trace>
  <inkml:trace contextRef="#ctx0" brushRef="#br0" timeOffset="180218.48">25588 12459 0,'0'0'0,"0"0"0,-9 0 15,-8 9 1,-26 8-1,-16 0-15,-1 17 16,-25 0 0,-9 17-16,0 8 15,0 9-15,-8 0 16,8 0 0,-26 9-1,18 16-15,8 18 16,0 8-16,17-25 15,9 16 1,0 35 0,16 8-16,18-34 15,9-9 1,16 18-16,35 8 16,8-34-1,34-25-15,26-1 16,51-8-16,26-17 15,8-17 1,43-25 0,26-26-16,-10-9 15,10-16-15,-35-1 16,-16-33 0,-10-18-16,-24-8 15,-27 0 1,-16-9-1,-9-42-15,-17 0 16,-35 0 0,-25-34-16,-34 17 15,-34 0 1,-34-26-16,-43 18 16,-51 33-1,-43 18-15,-51 16 16,-51 34-1,-18 60-15,-33 43 16</inkml:trace>
  <inkml:trace contextRef="#ctx0" brushRef="#br0" timeOffset="189840.49">26911 10120 0,'0'0'0,"0"0"0,0 0 16,0 0-1,0 0 1,0 0-1,0 0-15,0 0 16,0 9 0,-9 8-16,1 8 0,-1 18 15,-17 25 1,1 25 0,-9 18-16,0 8 15,-9-8 1,0 8-16,1 0 15,-1-9 1,9-25-16,0-8 16,8-9-1,-8-9 1,8 1-16,9-9 16,0-8-1,0-9-15,0-9 0,8 1 31,1-9-31,8-9 16,0 1-16,0-1 16,0-8-16,0 9 31,0-9-31,0-9 0,8-16 16,18-18-16,17-16 31,34-18-31,8 9 0,9 8 15,8-8 17,1 17-32,-1 26 15,-25 16 1,0 26-16,-1 17 0,-16 0 31,-17 26-31,0 16 16,-18 18-1,-16 8-15,-1-8 16,-8-52 0</inkml:trace>
  <inkml:trace contextRef="#ctx0" brushRef="#br0" timeOffset="200109.03">24256 14611 0,'0'0'0,"0"0"16,0 0-16,0 0 16,-8 0-1,-1 0-15,-16 0 16,-1 0-1,-8 0-15,-17 17 16,-26 25-16,-26 26 16,-16 34-1,-43 34-15,-26 9 16,-17 8 0,-8 0-1,17-17-15,8-17 16,34-17-1,43-17-15,17-25 16,35-18 0,33-25-16,17-8 15</inkml:trace>
  <inkml:trace contextRef="#ctx0" brushRef="#br0" timeOffset="201063.01">21628 16167 0,'0'0'0,"0"0"16,-9-9-16,0 1 16,1-1-1,-9 1-15,0-1 16,-9 1-1,1-1-15,-1 9 16,-17 0 0,-16 17-1,-18 9-15,0 16 16,-17 18 0,0 25-16,17-8 15,9-9-15,8 8 16,9 1-1,17-9-15,8 8 16,26 9 0,9 0-16,17-8 15,16-1 1,44 1-16,16-9 16,43-17-1,51 0 1,9-25-16,17-35 15,9 1 1,-10-26-16,-7 0 16,-18-17-16,-17-9 15,-25-17 1,-26-8 0,-34 9-16,-17-1 15,-26-16 1,-17-1-1,-34-16-15,-34-1 16,-43-8-16,-68-8 16,-51 16-1,-43 26-15,-9 25 16,9 26 0,9 17-16,42 9 15,9-1 1,51-8-16,94 9 15</inkml:trace>
  <inkml:trace contextRef="#ctx0" brushRef="#br0" timeOffset="201992.56">20160 13590 0,'0'0'0,"0"0"0,0 0 16,0 0-16,0 0 15,-9 0 1,-8 26-16,-9 25 16,-8 25-1,-8 26-15,7 0 16,-7 26 0,-1 16-16,9-7 15,8-27 1,-8 9-16,9 0 15,7-34 1,10-17-16,8-25 16,0-9-1,0-9-15,0-16 16,0-1 0,0-8-16,0-8 15,17-9 1,26-34-16,16-9 15,18-8 1,17 17-16,9 9 16,-10 16-1,-7 18-15,-1 16 16,-8 9 0,0 26-16,0 33 15,-9 18 1,-25-1-1,-9 1-15,-9-1 16,1-7-16,8-18 16,0-17-1,9-17 1,-18-17-16</inkml:trace>
  <inkml:trace contextRef="#ctx0" brushRef="#br0" timeOffset="202293.79">21312 14866 0,'0'0'0,"0"0"16,0 0-1,8-9 1,18 1-16,25-18 16,26-8-16,0 0 15,-9 0 1,-34 17-16</inkml:trace>
  <inkml:trace contextRef="#ctx0" brushRef="#br0" timeOffset="202555.25">22558 13641 0,'0'0'0,"-17"34"0,-34 68 15,-18 77 1,-33 101-16,8-7 16,17-10-1,35-25 1,24 52-16</inkml:trace>
  <inkml:trace contextRef="#ctx0" brushRef="#br0" timeOffset="-206284.15">26979 14534 0,'0'0'0,"0"0"16,0 0-1,0 0-15,0 0 16,17 17-16,17 9 16,9 16-1,42 26-15,60 34 16,35 9-1,118 42 1</inkml:trace>
  <inkml:trace contextRef="#ctx0" brushRef="#br0" timeOffset="-191937.68">28840 15146 0,'0'0'0,"0"0"0,-9 0 16,1 0-1,-1 0-15,-17-8 16,1-1-1,-1-16-15,-8-1 16,8-16 0,9 8-16,0 0 15,0 8 1,0 9 0,0 0-16,-9 9 15,-25 8 1,-17 8-16,-34 26 0,-9 17 15,8 0 1,-16 17 0,-18 34-1,-16 35-15,33-10 16,26-16 0,9 16-16,17 18 15,16-18 1,27-25-16,25 26 15,25 17-15,27-26 16,24-26 0,52-16-16,52-26 15,24-17 1,35-26 0,17-16-16,-17-35 15,-17-33 1,-17-43-16,-26 0 15,-51 17-15,-25-26 16,-18-34 0,-42-16-1,-35-18-15,-33-16 16,-52 7-16,-68 10 16,-60 25-1,-77 42 1,-76 35-16</inkml:trace>
  <inkml:trace contextRef="#ctx0" brushRef="#br0" timeOffset="-173439.59">29394 12918 0,'0'0'0,"0"0"15,0 0-15,0 0 16,0 0-1,0 0 1,-8 9-16,-1 16 16,-8 35-16,0 25 15,0 17 1,0 0 0,0-17-1,8-8 1,-8 25-16,-8 17 15,-1 0-15,9-26 16,-9-16 0,9-1-16,0-8 15,0-17-15,0-17 16,9-8-16,8-18 31,0 1-31,0-1 16,0 1-1,0-9-15,0-9 16,17-8 0,0-17-16,17-8 15,26-1 1,8-8 0,-17 17-16,-8 17 15,-1 0 1,1 9-16,-9 8 15,0 17 1,1 8-16,-1 18 16,-9 25-1,1 17-15,-9-8 16,-8-1 0,-1-25-16,1-8 15,8-9 1,0-9-16,-9-16 0</inkml:trace>
  <inkml:trace contextRef="#ctx0" brushRef="#br0" timeOffset="-173045.36">30291 14109 0,'0'0'0,"0"0"16,0 0-1,0 0-15,0 0 16,25 0 0,18 0-16,25-9 15,35 1-15,33-1 16,-16 1-1,-69 8-15</inkml:trace>
  <inkml:trace contextRef="#ctx0" brushRef="#br0" timeOffset="-172423.13">31383 13497 0,'0'0'0,"17"0"16,26 8-16,16 9 16,10 17-1,-9 9-15,-1 16 16,1 26 0,-17 9-16,-26-18 15,-9 9 1,-25 34-16,-34 26 15,-17-17 1,-1-26-16,10-26 16,7-8-1,27-34-15,8-8 16,17-18 0,0 1-16,25-1 15,52 1 1,68-18-16,0 1 15,-85-1 1</inkml:trace>
  <inkml:trace contextRef="#ctx0" brushRef="#br0" timeOffset="-108602.39">2834 11923 0,'0'0'0,"0"0"16,0 0-16,0 0 15,0 0 1,0 0-16,0 0 15,25 9 1,103 8-16,51 8 16,129 18-1,16-9-15,-42 17 16,127 34 0,-16 8-16</inkml:trace>
  <inkml:trace contextRef="#ctx0" brushRef="#br0" timeOffset="-102255.95">6623 12459 0,'0'0'0,"9"0"16,33 0-16,52 0 15,43-8 17,68-1-32,110-8 0,87-17 15,67 0-15,77 8 16,43 1-1,0 8-15,8 34 16,-178 8 15</inkml:trace>
  <inkml:trace contextRef="#ctx0" brushRef="#br0" timeOffset="-96960.72">11975 12382 0,'0'0'0,"0"0"0,0 0 16,34 0-1,42 9 1,87-9 0,93-9-16,94 1 15,-18 8-15,27 26 16,102 8 0,-34-9-1,-43-8-15</inkml:trace>
  <inkml:trace contextRef="#ctx0" brushRef="#br0" timeOffset="-92942.4">16583 12408 0,'0'0'16,"0"0"-16,17 0 0,69-17 31,144-34-15,163-17-16,-1-9 15</inkml:trace>
  <inkml:trace contextRef="#ctx0" brushRef="#br0" timeOffset="-83898.09">3149 10563 0,'0'0'0,"0"0"0,0 0 31,0 0-15,0 0-16,0 0 16,0 0-1,0 0-15,0 17 0,0 0 16,0 25 0,0 9-16,-8 17 31,-1 51-31,-16 43 15,-1-18 1,1 1-16,-10 42 16,18-34-1,9-68-15,-1-8 16,9-9 0,0-17-16,0-9 15,9-16 1,-9-1-16,8-8 15,9-8 1,0-1-16,18 1 16,7-18-1,9 1-15,26-18 16,26 9 0,-9 0-16,8 0 15,17 9 1,35-1-16,0 9 15,8 0-15,43-8 16,8-1 0,9 1-16,0 8 15,-9-9 1,18 1 0,-1-1-16,18 9 15,-18 0-15,1 9 16,8 8-1,-26 0-15,9 17 16,-9-9-16,9 9 31,17 0-31,0 17 16,9-8 0,16-9-16,-16 8 15,8-8-15,0 0 16,8-8-1,18-1 1,17-16-16,-9-9 0,0 0 31,17-9-31,-8 9 16,8 0 0,-16 0-16,33-8 15,-25 8 1,25 0-16,-17 8 15,-8 1-15,25 0 16,-16 16 0,-18 1-1,0-1-15,-8 1 16,-9 8 0,-9 0-16,-25-9 15,-17 1 1,-17 8-16,-17-9 15,-35 1 1,-25-1-16,9 1 16,-26-1-16,-26 1 15,-8-18 1,-26 1 0,-8-1-16,-17 1 15,-18-1 1,1-8-1,-1 0-15,1 0 16,-1 0-16,-8 0 0,0 0 16,0-8-1,17-9 1,0-17 0,9-17-16,8-26 15,26-25 1,8-17-16,9 17 15,-17 8 1,8-25-16,0-17 0,1 17 31,-10 0-31,1-8 16,25-18 0,-8 9-16,-26 17 15,-8 8 1,-17-8-16,-1 9 15,-16 25 1,-1 8 0,-8 9-16,0 17 15,-8-8-15,-1 8 16,9-1 0,-8 10-16,-1 8 15,1 8 1,-1 9-16,1 0 15,-1 9 1,1-1 0,-18 1-16,-8 8 0,-9 0 31,-17 8-31,-25 18 16,-86 16-16,-16 1 15,16-18 1,-51 1-1,-17 0-15,-17-18 0,0-8 32,8 9-32,-8-1 15,-17 1 1,0-9-16,0 8 0,-9-8 16,-8 9-16,0 8 15,17-9 1,0 1-1,0-18 1,-1 1-16,10-1 0,-1 1 31,-8-9-15,0 8-16,0-8 16,-9 9-16,1-1 15,-1 0 1,0 9-1,-16-8-15,24 8 16,-16-9 0,0 9-16,-17 0 15,17 0 1,-26 9-16,26-1 16,-9-8-1,9-8-15,0 8 16,-1 0-1,18-9-15,-17 1 16,0 8-16,-17 0 16,16 0-1,-16 8 1,26 1-16,-18-9 16,17-9-1,9 9-15,-9-8 16,9-9-1,0 8-15,-8 9 0,-18 9 32,-51-9-32</inkml:trace>
</inkml:ink>
</file>

<file path=ppt/ink/ink2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3:09:06.133"/>
    </inkml:context>
    <inkml:brush xml:id="br0">
      <inkml:brushProperty name="width" value="0.05292" units="cm"/>
      <inkml:brushProperty name="height" value="0.05292" units="cm"/>
      <inkml:brushProperty name="color" value="#FF0000"/>
    </inkml:brush>
  </inkml:definitions>
  <inkml:trace contextRef="#ctx0" brushRef="#br0">2834 6115 0,'0'0'0,"0"0"15,0 0 1,0 0-16,0 0 16,0 0-16,0 0 15,0 0-15,8-9 31,60-8-31,86-17 0,68 9 32,60 8-32,76 8 0,1 9 15,-1 0 17</inkml:trace>
  <inkml:trace contextRef="#ctx0" brushRef="#br0" timeOffset="11176.02">3397 4941 0,'0'0'0,"0"0"16,0 0 0,0 0-16,0 0 15,0 0 1,-9 34-16,-16 60 16,-18 42-1,9-26-15,-9-16 16,1 42-1,7 25-15,18-50 16,0-51-16,9 16 16,8 18-1,8 8 1,9-9-16,18-16 16,-1-26-16,-9-17 15,26-9 1,43 1-1,69-18-15,-1-25 16,-17-17 0,51 0-16,-34 9 15,-8-1-15,34 9 16,-18 9 0,-42 8-16,0 8 15,-8-8 1,-9 0-16,-34 9 15,-26-1 1,-26 1 0,-7-9-16,-10 0 15,1 0 1,-1 0-16,-8-9 16,9-25-1,-9-17-15,8-17 16,1-17-1,-1-42-15,1-1 16,-1 18 0,1 7-16,-1 1 15,1 9-15,-18-1 16,1 18 0,-1 16-16,1 9 15,-9 9 1,0 8-16,8 0 15,-8 8 1,0 9-16,-9 0 16,1 0-1,-43 0 1,-52 17-16,-68 17 16,-76 17-16,-61 9 15,-16 8 1,8-9-16,34-16 15,43-1 1,-59 1 0</inkml:trace>
  <inkml:trace contextRef="#ctx0" brushRef="#br0" timeOffset="12021.05">6743 6157 0,'0'0'0,"17"9"16,51 8 0,34-9-1,52 1-15,76-1 16,9-8-16,43 0 16,17 9-1,-9-1 1,77 1-16,17-1 15</inkml:trace>
  <inkml:trace contextRef="#ctx0" brushRef="#br0" timeOffset="12962.51">10421 6115 0,'0'0'0,"0"0"16,0 0-16,9 8 15,33 18 1,18-1-16,51 1 16,0-9-1,43-9 1,93 1-16,26-18 15,0-8 1,103 0-16,-1 17 16,-67 0-16,187-8 15,-77 16 1</inkml:trace>
  <inkml:trace contextRef="#ctx0" brushRef="#br0" timeOffset="13792.57">14945 6098 0,'0'0'0,"25"17"0,35 8 0,25 9 16,52 0-1,102-17-15,111 0 16</inkml:trace>
  <inkml:trace contextRef="#ctx0" brushRef="#br0" timeOffset="15920.43">3081 7246 0,'0'0'0,"0"0"0,17 17 16,69 25-1,93 18-15,111-9 16,103-43-1,85-25 1,-69-8-16</inkml:trace>
  <inkml:trace contextRef="#ctx0" brushRef="#br0" timeOffset="22035.17">6615 7280 0,'0'0'0,"0"0"0,0 0 16,0 0-1,8 0 1,26 8-16,52 1 16,50-1-16,52 1 15,34-9 1,0-9-16,8 1 16,1-1-1,16 1 1,-8-9-16,17-26 15,86-25 1</inkml:trace>
  <inkml:trace contextRef="#ctx0" brushRef="#br0" timeOffset="22522.9">10950 7671 0,'0'0'0,"0"0"0,26 0 16,85 9 0,77-9-1,93-9-15,78 9 16,16 0-16,69 0 16,60 17-16,42 0 31,17-8-31,-153-9 15</inkml:trace>
  <inkml:trace contextRef="#ctx0" brushRef="#br0" timeOffset="31439.79">6085 6404 0,'0'0'0,"0"0"16,0 0-16,0 0 15,0 0 1,0 0-16,0 0 16,-8 8-1,-1 9 1,1 17-16,-1 0 16,9 9-1,0-1-15,0 9 16,0 1-1,9-1-15,-1 0 16,-8-9 0,0 1-16,9-9 15,-1 0 1,9-9-16,-8 1 16,8-1-1,-8 1-15,8-9 16,0 0-1,8 0-15,10 0 16,16 8 0,0 1-16,17-9 15,26 0 1,9 0-16,-1 0 16,0-9-1,18 1-15,8-9 16,8 0-1,18-9-15,8-16 16,17 8 0,9 0-16,0 8 15,8-8 1,-8 17-16,-9 0 16,1 0-1,-18 0-15,-17 9 16,0-1-1,-26 1-15,-16-1 16,-9 1 0,-26-1-16,-17 1 15,-25-1 1,-1 1-16,-8-9 16,-8 0-1,0 0-15,-1 0 16,-8 0-16,0 0 15,0 0 1,0 0 0,0 0-16,-8-9 15,-1 1-15,0-1 16,-16-16 0,-1-1-1,1 1-15,-1-1 16,0 1-1,1-18-15,-9-8 16,17-8-16,0-1 16,-1-8-1,10 9-15,-1-1 16,9 9 0,-8 0-16,8 0 15,0 8 1,-9 9-1,9 0-15,0 0 16,0 17 0,0 0-16,0 9 15,0-1-15,0 9 16,0 0 0,-8-8-1,-9-1-15,-26 1 16,-25 8-1,-26 0-15,-26 8 16,-50 1 0,-10 8-16,10 0 15,-52 0 1,-34-9-16,-26 1 16,-34-9-1,1-9 1,-27 1-16,26-9 15,-8 8-15,-43-8 16,-34 9 0,17 16-16</inkml:trace>
  <inkml:trace contextRef="#ctx0" brushRef="#br0" timeOffset="34301.18">10421 6081 0,'0'0'0,"0"0"0,0 0 15,0 17-15,0 17 16,-8 25 0,-9 26-16,-26 34 31,-17 17-31,0 9 16,9-9-16,17-34 15,0-25 1,0 8-16,17 8 15,17-8-15,17-8 16,8-9 0,27-9-16,24-8 31,44-8-31,42-9 16,17-17-1,35-9-15,42-8 16,0-17-16,17 0 15,-9 0 1,1 0 0,-17 0-16,8 0 15,-17 17 1,-43 0-16,17 0 16,-34 9-16,-42 8 15,-9 0-15,-26 8 31,-33-16-31,-27-1 16,-16 1-16,0-9 16,-18 0-1,1-9-15,8-8 0,8-34 16,10-34 15,16-25-31,-9-9 16,1-26-1,0 1-15,-18 8 16,1 17 0,-17 16-16,-1 18 15,-8 26 1,-8 8-16,-1 17 16,0 0-1,1 17-15,-26 0 16,-17 8-1,-35 18-15,-50 16 16,-44 18 0,-16 8-16,-17-9 15,-26-16 1,-9-9-16,-25-17 16,-43-17-1,-34-17-15,-34-17 16,-51-9-1,-43 9-15,-51 26 16,111 25 0</inkml:trace>
  <inkml:trace contextRef="#ctx0" brushRef="#br0" timeOffset="36558.19">16490 5485 0,'0'0'0,"0"0"16,0 0 0,0 0-1,0 0 1,0 0-16,0 0 16,17 0-1,17 0-15,34 0 16,9 9-16,-17 8 15,-1 0 1,18 17 0,0 25-16,0 18 15,-26 17 1,-17-26-16,-17 17 0,-17 34 16,-34 17-1,-9-17 1,-8-34-16,0 0 15,-34 8 1,-35 27-16,-16-27 16,33-16-1,9-9-15,9-17 16,25-26 0,17-16-1,9-1-15,0 1 16,17-9-16,0-9 15,9-8 1,8-34-16,0 17 16</inkml:trace>
  <inkml:trace contextRef="#ctx0" brushRef="#br0" timeOffset="36891.42">16037 6685 0,'0'0'0,"-8"8"0,-18 9 15,-8 9 1,8-9 0,9 0-16,-8 17 15,8 17-15,-1-9 16,1-8 0,9-8-1,8-1-15,0-8 16,8 0-1,44 0-15,41 9 16,27-18-16,-18 1 16,1-9-16,8 0 15,-17 0 1,-26 8 0,-17 1-1,-25-9-15,-18 0 16,-8 0-1</inkml:trace>
  <inkml:trace contextRef="#ctx0" brushRef="#br0" timeOffset="37468.21">16797 4822 0,'0'0'0,"0"0"16,-9 0-1,1 17 1,-1 0-1,-16 17-15,-27 17 16,-33 17 0,-9 0-16,0 9 15,-25-1 1,8-16-16,25-18 16,18-8-1,8 9-15,18-1 16,16-16-1,9 8-15,26 34 16,33 42 0,69 18-16,17-9 15,-17-34 1,-51-34-16</inkml:trace>
  <inkml:trace contextRef="#ctx0" brushRef="#br0" timeOffset="41114.28">14177 4473 0,'0'0'0,"0"0"16,-9 0-1,0 9-15,1 8 16,-1 25 0,-8 18-16,9 33 15,8-16 1,0-26-16,0 34 16,8 26-1,1 16-15,-9-16 16,0-26-1,0 25-15,8 43 16,1-16-16,-9-52 16,8-26-1,1-8 1,0 9-16,-1-1 16,1 1-1,-1-18-15,9 9 16,26 9-1,17-18-15,42-16 16,18-18 0,-9-8-16,25-17 15,35 0-15,-43 0 16,-9 0 0,26 0-1,-8 9-15,-26 8 16,-51 0-1,-26 8-15,0-8 16,-8 9 0,-9-1-16,-9 1 15,1-9 1,-1 0-16,-8 0 16,0 0-1,0-17-15,17-17 0,0-26 16,0-16-1,18-35 1,-1-42 0,8 17-16,-16 25 15,8-8 1,-8-8 0,-1-1-16,-8 26 15,0 9-15,1-9 16,-1 8-1,-9 26-15,1 8 16,-9 26 0,0 0-16,0 17 15,0 0-15,0 9 32,0 8-32,0 0 15,0 0-15,-9-9 16,-34 1-1,-33 8 1,-78 17-16,-85 0 16,-77 0-1,-51 0-15,-34-26 16,-85-25-16,-78-42 16,155 8-1</inkml:trace>
  <inkml:trace contextRef="#ctx0" brushRef="#br0" timeOffset="57079.65">6896 9227 0,'0'0'0,"0"0"15,0 0-15,17 0 16,35 0-1,93 17 1,102 9-16,95-18 16,59 1-16,-26-26 0,1 0 15</inkml:trace>
  <inkml:trace contextRef="#ctx0" brushRef="#br0" timeOffset="62883.62">3918 9244 0,'0'0'16,"0"0"-16,0 0 0,0 0 15,0 0-15,0 0 31,0 0-31,0 0 16,25 0-16,95 0 0,16 0 31,43 0-15,95 0-16,24 0 16,10 0-16,110 0 0,-9 0 31</inkml:trace>
  <inkml:trace contextRef="#ctx0" brushRef="#br0" timeOffset="70477.32">17300 3419 0,'0'0'16,"0"0"-16,0 0 15,0 0-15,0 0 16,-8 0 0,-1 0-16,1 0 15,-1 0 1,1 0-16,-18 0 16,0 8-1,-25 9-15,-34 17 16,-26 26-1,-17 25-15,-9 17 16,-8 9-16,26-9 16,42-26-1,17-25 1,26-17 0,17-17-16,0-8 15,17-1-15,8-25 16,10-25-16,16-18 15,-9 1 1,1 8 0,-18 8-1,1 18-15,-1 8 16,-8 8 0,-8 0-16,-1 9 15,-16 0 1,-18 26-16,-8 25 15,0 26-15,8-1 16,17 9 0,35 9-1,34 8-15,33 0 16,-33-51 0</inkml:trace>
  <inkml:trace contextRef="#ctx0" brushRef="#br0" timeOffset="97525.04">12077 8088 0,'0'0'0,"0"0"0,0 0 16,0 0-1,0 25-15,-9 26 16,1 60-1,-18 42-15,1-34 16,-9-17 0,-1-17-1,18-34-15,0-17 16,0-8 0,9-18-16,-1 1 15,1-9 1,-18-9-16,0 1 0,1-18 15,-9 9 1,-9 0 0,0 9-1,9-1-15,17 9 16,0 0 0,0 17-16,0 9 15,0 33 1,0 18-16,17-1 15,0-16 1,17-35-16,8 1 16,27-1-1,50 1-15,-8-1 16,-17-25-16,25-17 16,43-42-1,9-18 1,-35-16-16,-76 42 15</inkml:trace>
  <inkml:trace contextRef="#ctx0" brushRef="#br0" timeOffset="107651.57">13118 9389 0,'0'0'0,"0"0"16,0 0-16,0 17 15,0 8 1,0 18-16,-8 17 16,-1 8-1,1 0-15,-1 25 16,1 9 0,-1-8-16,0-1 0,1-25 31,8-25-31,0-18 15,0 1-15,0-1 0,0-8 16,0-8 15,0-1-31,0 1 16,0-1 0,17 1-16,9-9 15,16 0 1,18 8-16,0-8 15,17 0 1,8 0-16,0 0 16,9 0-1,17 0-15,26 0 16,-9 0 0,-9 0-16,18 0 15,-18 0 1,-8 0-16,-17 9 15,-26-1 1,-25-8-16,-17 9 16,-1-1-1,-16-8-15,-1 0 16,1 0 0,-1 0-16,9-8 15,18-26 1,7-51-16,18-51 15,0 0 1,-9 17-16,0-26 16,-8 9-16,-9 42 15,-8 26-15,-9 17 32,-9 9-32,1 8 0,-1 0 15,-8 17 1,0 0-1,-8 8-15,-1-8 32,-16 9-32,-27-9 15,-24 8 1,-70 9-16,-50 17 0,-43-8 16,-34-1-1,-9 9 1,-33 0-1,-44 0-15</inkml:trace>
  <inkml:trace contextRef="#ctx0" brushRef="#br0" timeOffset="135088.76">15158 12459 0,'0'0'0,"0"0"16,0 0-16,0-8 15,9-1 1,-1 1 0,1-1-16,-1 1 15,1-1 1,-1 1-16,1-1 16,8 0-1,26 1-15,33-18 16,87-8-1,41 0 1,61 0-16,25 0 0,60-8 16</inkml:trace>
  <inkml:trace contextRef="#ctx0" brushRef="#br0" timeOffset="141459.16">20544 12459 0,'0'0'0,"0"0"0,0 0 15,8 0 1,26 0-1,60 0-15,102 0 16,52 9-16,42-1 16,69 1-1,25-1 1</inkml:trace>
  <inkml:trace contextRef="#ctx0" brushRef="#br0" timeOffset="160220.62">10421 14611 0,'0'0'0,"0"0"0,0 0 32,0 0-32,0 0 0,0 0 31,0 0-31,0 0 16,0 0-1,0 8-15,0 18 0,0 16 16,0 18-1,9 8 1,-9-9-16,0 1 16,8-9-1,-8-26-15,0 1 16,0-1-16,17-8 16,0 0-1,9 0 1,8 9-16,9-9 15,8-9 1,17 9-16,-8-8 16,0-1-1,17 1 1,16 8-16,-7-9 16,8 10-16,-9-1 15,-8 0 1,8 0-1,18 0-15,-9-9 16,16 1-16,-7-1 0,-1-8 31,9 0-31,9 0 16,-1-8 0,-16-1-1,-1 1-15,26-1 16,0-8-16,9-8 15,-9-1-15,0 9 16,-9 8-16,1 1 16,-18 8-1,-8 0 1,-9 0 0,-8 17-1,-17 0-15,8 0 0,-8 0 16,0 0-16,-9 0 15,-25-8 17,-1-1-32,-8 1 15,-8-1 1,-1-8-16,1 0 16,-9 0-1,8 0-15,-8 0 16,0 0-1,0-8-15,0-18 16,0-8 0,9-9-16,8-67 15,43-162 1</inkml:trace>
  <inkml:trace contextRef="#ctx0" brushRef="#br0" timeOffset="-208096.85">25665 3912 0,'0'0'0,"0"0"15,0 0-15,0 0 16,0 0 0,0 0-1,0 17 1,-9 26-16,1 16 0,-1 9 15,-17 17 1,1 9 0,-1 16-1,1 26-15,-10 26 16,1 0 0,-8 33-16,-1-8 15,17-34 1,-8 17-1,0-8-15,17-34 16,0-18 0,0 1-16,0-1 0,0-25 15,8-25 1,1-18 0,8-16-16,0-9 15,0-9 1,0 1-1,0-1-15,0-16 0,8-35 32,18-33-32,-1-18 15,10 1 1,7-26-16,1-9 16,0 35-1,8 16-15,0 9 16,0 17-16,-8 17 15,0 17 1,-9 17 0,8 25-16,10 43 0,-1 52 31,-9 16-31,-16 8 16,0 9-1,-9-17-15,-9-42 16,1-52-1,-9-25-15</inkml:trace>
  <inkml:trace contextRef="#ctx0" brushRef="#br0" timeOffset="-205790.34">28063 4473 0,'0'0'0,"0"0"0,-9 0 0,-25 17 31,-26 9-31,-25 8 16,-9 8 0,-17 9-16,-8 9 15,8-18 1,0 1-16,26-9 15,42-8 1,17-18-16,9 1 16,9-1-1,8 1-15,8 8 16,52 0 0,51-9-16,34 1 15,17-18 1,-8-8-16,-18 0 15,-33 9 1,-35-1-16,-25-8 16,-18 26-1,-8-1-15</inkml:trace>
  <inkml:trace contextRef="#ctx0" brushRef="#br0" timeOffset="-205366.04">27431 6149 0,'0'0'0,"0"0"15,0 0 1,17-9-16,35 1 15,33-18 1,43-16-16,34 8 16,9 8-1,-35 9-15,-25 0 16,-25 9 0,-52 8-16</inkml:trace>
  <inkml:trace contextRef="#ctx0" brushRef="#br0" timeOffset="-203538.2">23958 4414 0,'0'0'0,"-9"0"0,1 0 16,-18 8-1,0 1-15,1 8 16,-9 0 0,-9 0-16,0 17 0,1 0 31,-10 8-15,18 1-16,0-9 0,-9 0 15,-8 8 1,-9 18-1,9 0-15,9-18 16,-1 1 0,9-1-16,17-16 15,0-1 1,0-16-16,17-1 16,0 1-1,8-1 1,18 1-16,16-1 15,44 1-15,25-18 16,8 1 0,-8 8-16,9-9 15,8 1 1,-17-1 0,-9 9-16,-8 0 15,-17-8 1,-9 8-16,0 0 15,-25 8-15,-26 1 16,-8-9 0,-9 0-16</inkml:trace>
  <inkml:trace contextRef="#ctx0" brushRef="#br0" timeOffset="-203284.66">23283 6004 0,'9'0'0,"42"-8"15,86-9 1,59 0 0,17-9-1,35 1-15,102-9 16</inkml:trace>
  <inkml:trace contextRef="#ctx0" brushRef="#br0" timeOffset="-198415.9">29591 4397 0,'0'0'0,"0"0"0,-9 8 15,1 26 1,-1 51 0,-8 34-1,0 0-15,-34 52 16,-1 50-1,10-60-15,16-25 16,1 26 0,8-26-16,17-51 0,0-59 31</inkml:trace>
  <inkml:trace contextRef="#ctx0" brushRef="#br0" timeOffset="-197666.52">30325 5179 0,'0'0'0,"0"0"31,-9 0-31,1 0 16,-18 9 0,-8 16-16,-26 18 15,0 16 1,-8 1-16,8-1 16,9 18-1,8-1-15,18-8 16,16-8-1,9-17-15,9-18 16,16-8 0,35-17-16,60-42 15,8-18 1,-43 9-16,-25 0 16,-18 8-1,-7 9-15,-18-8 16,-9 8-1,-16 0-15,-18 8 16,-25 9 0,17 17-16</inkml:trace>
  <inkml:trace contextRef="#ctx0" brushRef="#br0" timeOffset="-196974.34">31033 5894 0,'0'0'0,"-8"0"0,-10 17 16,-33 0-1,-8 8-15,-10-8 16,-16 0 0,8 9-16,17-1 15,18 1-15,25-9 16,0-9 0,8 1-16,9-1 15,0-8 1,34-8-1,34-1-15,18-8 16,-9 0-16,-18 9 16,-16-9-1,-9-9 1,-8-16 0,-1-1-16,-8-8 15,-8 17 1,-1 0-16,-8 9 15,0 8-15,0 17 16,0 0-16,0 0 16,-8 25-1,-1 26-15,1 0 16,-18 34 0,-8 77-1,-9 8-15,-16-68 16,-52 34-1,-17 51 1,17-25-16,-60-60 16,9-34-1,25-26-15,-68 1 16,35-26-16,59-34 16,-9 0-1,1-17-15,-9-111 16,-68-144-1</inkml:trace>
  <inkml:trace contextRef="#ctx0" brushRef="#br0" timeOffset="-196226.61">31733 6021 0,'0'0'0,"-9"0"16,-8 0 0,-8 0-16,-1 0 15,-25 17 1,-34 17-16,-1 17 15,1 26 1,8-1-16,17-16 16,26-18-1,17 1-15,17-18 16,9-8 0,16 0-16,35 0 15,25 9 1,-8-18-16,8-16 15,9-35 1,-17-33-16,-9-18 16,-33 18-1,-27 16-15,-8 18 16,-25-26 0,-27-9-16,-7 1 15,16 25-15,17 25 16</inkml:trace>
  <inkml:trace contextRef="#ctx0" brushRef="#br0" timeOffset="-195784.74">31793 5766 0,'0'0'0,"-9"0"0,1 17 0,-1 0 16,-8 17 0,0 9-1,-9 25 1,-8 42 0,0 26-16,0-17 15,8-25 1,1-18-16,-9 26 15,-9 9 1,0 0-16,9-26 16,17-26-1,17-33-15,9-9 16</inkml:trace>
  <inkml:trace contextRef="#ctx0" brushRef="#br0" timeOffset="-195046.41">32646 5060 0,'0'0'0,"-8"26"0,-9 42 31,-9 34-31,-8-26 0,8-8 31,1 0-31,-10-8 16,1-9-1,17-17 1,0-9-16,9-8 16,8-8-16,0-9 15,8-17 1,43-26-16,43-33 15,43-43-15,8-17 32,-17 34-32,-9 17 15,-25 25 1,-34 26-16,-17 17 16,-9 17-1,0 17-15,0 51 16,-17 51-1,-34 9-15,-34-9 16,8-9 0,35-59-16</inkml:trace>
  <inkml:trace contextRef="#ctx0" brushRef="#br0" timeOffset="-192027.02">18700 4065 0,'9'0'0,"25"-8"0,25-1 16,1 1-16,-9 8 15,-25 0 1</inkml:trace>
  <inkml:trace contextRef="#ctx0" brushRef="#br0" timeOffset="-191514.64">18871 3870 0,'0'0'15,"0"0"-15,0 0 16,-9 17 0,1 25-16,-1 43 15,1 34 1,-1 17-16,-17 34 16,1 17-1,-9 1-15,-9 24 16,0-16-1,1-43-15,8 0 0,17-17 16,8-34 0,9-42-1,0-26 1,0-17-16</inkml:trace>
  <inkml:trace contextRef="#ctx0" brushRef="#br0" timeOffset="-191029.13">19733 5001 0,'0'0'0,"0"0"0,-9 8 16,-25 18-16,-26 33 15,-16 9 1,-18 17-16,8-8 0,10-9 31,-1 8-31,25-16 16,27-9-1,8 0-15,17 0 16,25 0 0,18-17-16,25-17 15,35-42 1,-18-27-16,-8-7 16,0-9-1,0-26-15,-18-16 16,-16-1-1,-17 18-15,-18 25 16,-16 17 0,-9 17-16,-9 8 15,-8 9 1,25 17-16</inkml:trace>
  <inkml:trace contextRef="#ctx0" brushRef="#br0" timeOffset="-190379.92">20424 5417 0,'0'0'0,"0"0"0,-17 9 15,-26 16 1,-33 26 0,-18 34-16,-9 34 15,18-8 1,42-51-16,18-26 16,8-9-1,17-8-15,25-8 16,18-1-1,25 1-15,43-35 16,17-42 0,9-34-16,-43 8 15,-43 35 1,-9 8 0,-16 0-16,-17 17 15,-1 0-15,1 17 16,-1 0-1,-8 17-15,-8 0 16,-9 0 0,-9 17-16,-17 42 15,-16 69 1,16 8 0,9 0-16,-9 60 15,0-1 1,-8-67-16,0 8 15,-9 51 1,0-25-16,-25-94 16,-43-17-1,0-9-15,0-25 0,-34-8 16,8-9 0,-119 8-1</inkml:trace>
  <inkml:trace contextRef="#ctx0" brushRef="#br0" timeOffset="-189177.87">20902 5945 0,'0'0'0,"0"0"0,0 0 15,0 0 1,0-9-16,9 9 15,-1 0 1,9 0-16,0 0 16,9 17-1,0 0-15,-1 0 16,1 26 0,-1 42-16,-8 51 15,-25-26 1,-9-33-16,-17 25 15,-18 17 1,1-25-16,17-43 16,0-17-1,8-26-15,9-8 16,-8-17 0,8-25-16,0-9 15,8 8 1,9 18-16,0-10 15,0 10 1,0 8-16,0 8 16,17 1-1,0 8-15,17 0 16,9 0 0,34 25-16,17 26 15,-26 18 1,-25-10-1,8 1-15,9-9 16,25-17-16,60-34 16,162-26-1</inkml:trace>
  <inkml:trace contextRef="#ctx0" brushRef="#br0" timeOffset="-188624.59">21901 4388 0,'0'0'0,"-9"9"0,-16 50 0,-1 43 31,9 17-31,0-16 16,0-35 0,8 0-16,1-17 0,-1-17 15,9-17 1,0-9 0,0-16-16,34-9 15,52-68 1,50-69-1,1 18-15,-18 43 16,-8 25-16,-25 34 16,-1 25-1,0 35 1,1 76-16,-27 59 16,-42 69-1,0 127-15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4/17/2026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4/17/2026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26" Type="http://schemas.openxmlformats.org/officeDocument/2006/relationships/image" Target="../media/image11.png"/><Relationship Id="rId3" Type="http://schemas.openxmlformats.org/officeDocument/2006/relationships/image" Target="../media/image210.png"/><Relationship Id="rId21" Type="http://schemas.openxmlformats.org/officeDocument/2006/relationships/image" Target="../media/image41.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5" Type="http://schemas.openxmlformats.org/officeDocument/2006/relationships/customXml" Target="../ink/ink10.xml"/><Relationship Id="rId2" Type="http://schemas.openxmlformats.org/officeDocument/2006/relationships/image" Target="../media/image26.png"/><Relationship Id="rId16" Type="http://schemas.openxmlformats.org/officeDocument/2006/relationships/image" Target="../media/image150.png"/><Relationship Id="rId20" Type="http://schemas.openxmlformats.org/officeDocument/2006/relationships/image" Target="../media/image311.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711.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611.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511.png"/></Relationships>
</file>

<file path=ppt/slides/_rels/slide16.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26" Type="http://schemas.openxmlformats.org/officeDocument/2006/relationships/image" Target="../media/image12.png"/><Relationship Id="rId3" Type="http://schemas.openxmlformats.org/officeDocument/2006/relationships/image" Target="../media/image210.png"/><Relationship Id="rId21" Type="http://schemas.openxmlformats.org/officeDocument/2006/relationships/image" Target="../media/image41.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5" Type="http://schemas.openxmlformats.org/officeDocument/2006/relationships/customXml" Target="../ink/ink11.xml"/><Relationship Id="rId2" Type="http://schemas.openxmlformats.org/officeDocument/2006/relationships/image" Target="../media/image85.png"/><Relationship Id="rId16" Type="http://schemas.openxmlformats.org/officeDocument/2006/relationships/image" Target="../media/image150.png"/><Relationship Id="rId20" Type="http://schemas.openxmlformats.org/officeDocument/2006/relationships/image" Target="../media/image311.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711.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611.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5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1.png"/><Relationship Id="rId18" Type="http://schemas.openxmlformats.org/officeDocument/2006/relationships/image" Target="../media/image34.png"/><Relationship Id="rId26" Type="http://schemas.openxmlformats.org/officeDocument/2006/relationships/image" Target="../media/image16.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131.png"/><Relationship Id="rId17" Type="http://schemas.openxmlformats.org/officeDocument/2006/relationships/image" Target="../media/image33.png"/><Relationship Id="rId25" Type="http://schemas.openxmlformats.org/officeDocument/2006/relationships/customXml" Target="../ink/ink15.xml"/><Relationship Id="rId2" Type="http://schemas.openxmlformats.org/officeDocument/2006/relationships/image" Target="../media/image108.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25.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1111.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90.png"/><Relationship Id="rId14" Type="http://schemas.openxmlformats.org/officeDocument/2006/relationships/image" Target="../media/image30.png"/><Relationship Id="rId22"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1.png"/><Relationship Id="rId18" Type="http://schemas.openxmlformats.org/officeDocument/2006/relationships/image" Target="../media/image34.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131.png"/><Relationship Id="rId17" Type="http://schemas.openxmlformats.org/officeDocument/2006/relationships/image" Target="../media/image33.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25.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1111.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90.png"/><Relationship Id="rId14" Type="http://schemas.openxmlformats.org/officeDocument/2006/relationships/image" Target="../media/image30.png"/><Relationship Id="rId22"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151.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2" Type="http://schemas.openxmlformats.org/officeDocument/2006/relationships/image" Target="../media/image115.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49" Type="http://schemas.openxmlformats.org/officeDocument/2006/relationships/image" Target="../media/image19.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1.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48" Type="http://schemas.openxmlformats.org/officeDocument/2006/relationships/customXml" Target="../ink/ink18.xml"/><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161.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27.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151.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49" Type="http://schemas.openxmlformats.org/officeDocument/2006/relationships/image" Target="../media/image20.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1.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48" Type="http://schemas.openxmlformats.org/officeDocument/2006/relationships/customXml" Target="../ink/ink19.xml"/><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161.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28.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181.png"/><Relationship Id="rId39" Type="http://schemas.openxmlformats.org/officeDocument/2006/relationships/image" Target="../media/image200.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190.png"/><Relationship Id="rId21" Type="http://schemas.openxmlformats.org/officeDocument/2006/relationships/image" Target="../media/image78.png"/><Relationship Id="rId7" Type="http://schemas.openxmlformats.org/officeDocument/2006/relationships/image" Target="../media/image94.png"/><Relationship Id="rId2" Type="http://schemas.openxmlformats.org/officeDocument/2006/relationships/image" Target="../media/image123.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29.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181.png"/><Relationship Id="rId39" Type="http://schemas.openxmlformats.org/officeDocument/2006/relationships/image" Target="../media/image200.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190.png"/><Relationship Id="rId21" Type="http://schemas.openxmlformats.org/officeDocument/2006/relationships/image" Target="../media/image78.png"/><Relationship Id="rId7" Type="http://schemas.openxmlformats.org/officeDocument/2006/relationships/image" Target="../media/image94.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customXml" Target="../ink/ink23.xml"/></Relationships>
</file>

<file path=ppt/slides/_rels/slide34.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9: AVL Trees pt.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p:spTree>
    <p:extLst>
      <p:ext uri="{BB962C8B-B14F-4D97-AF65-F5344CB8AC3E}">
        <p14:creationId xmlns:p14="http://schemas.microsoft.com/office/powerpoint/2010/main" val="3585446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AVL Tree</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686567"/>
                          </a:stretch>
                        </a:blipFill>
                      </a:tcPr>
                    </a:tc>
                    <a:tc>
                      <a:txBody>
                        <a:bodyPr/>
                        <a:lstStyle/>
                        <a:p>
                          <a:endParaRPr lang="en-US"/>
                        </a:p>
                      </a:txBody>
                      <a:tcPr>
                        <a:blipFill>
                          <a:blip r:embed="rId2"/>
                          <a:stretch>
                            <a:fillRect l="-273311" t="-110448" r="-139865" b="-686567"/>
                          </a:stretch>
                        </a:blipFill>
                      </a:tcPr>
                    </a:tc>
                    <a:tc>
                      <a:txBody>
                        <a:bodyPr/>
                        <a:lstStyle/>
                        <a:p>
                          <a:endParaRPr lang="en-US"/>
                        </a:p>
                      </a:txBody>
                      <a:tcPr>
                        <a:blipFill>
                          <a:blip r:embed="rId2"/>
                          <a:stretch>
                            <a:fillRect l="-269512" t="-110448" r="-976" b="-686567"/>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576471"/>
                          </a:stretch>
                        </a:blipFill>
                      </a:tcPr>
                    </a:tc>
                    <a:tc>
                      <a:txBody>
                        <a:bodyPr/>
                        <a:lstStyle/>
                        <a:p>
                          <a:endParaRPr lang="en-US"/>
                        </a:p>
                      </a:txBody>
                      <a:tcPr>
                        <a:blipFill>
                          <a:blip r:embed="rId2"/>
                          <a:stretch>
                            <a:fillRect l="-273311" t="-207353" r="-139865" b="-576471"/>
                          </a:stretch>
                        </a:blipFill>
                      </a:tcPr>
                    </a:tc>
                    <a:tc>
                      <a:txBody>
                        <a:bodyPr/>
                        <a:lstStyle/>
                        <a:p>
                          <a:endParaRPr lang="en-US"/>
                        </a:p>
                      </a:txBody>
                      <a:tcPr>
                        <a:blipFill>
                          <a:blip r:embed="rId2"/>
                          <a:stretch>
                            <a:fillRect l="-269512" t="-207353" r="-976" b="-57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485075"/>
                          </a:stretch>
                        </a:blipFill>
                      </a:tcPr>
                    </a:tc>
                    <a:tc>
                      <a:txBody>
                        <a:bodyPr/>
                        <a:lstStyle/>
                        <a:p>
                          <a:endParaRPr lang="en-US"/>
                        </a:p>
                      </a:txBody>
                      <a:tcPr>
                        <a:blipFill>
                          <a:blip r:embed="rId2"/>
                          <a:stretch>
                            <a:fillRect l="-273311" t="-311940" r="-139865" b="-485075"/>
                          </a:stretch>
                        </a:blipFill>
                      </a:tcPr>
                    </a:tc>
                    <a:tc>
                      <a:txBody>
                        <a:bodyPr/>
                        <a:lstStyle/>
                        <a:p>
                          <a:endParaRPr lang="en-US"/>
                        </a:p>
                      </a:txBody>
                      <a:tcPr>
                        <a:blipFill>
                          <a:blip r:embed="rId2"/>
                          <a:stretch>
                            <a:fillRect l="-269512" t="-311940" r="-976" b="-485075"/>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377941"/>
                          </a:stretch>
                        </a:blipFill>
                      </a:tcPr>
                    </a:tc>
                    <a:tc>
                      <a:txBody>
                        <a:bodyPr/>
                        <a:lstStyle/>
                        <a:p>
                          <a:endParaRPr lang="en-US"/>
                        </a:p>
                      </a:txBody>
                      <a:tcPr>
                        <a:blipFill>
                          <a:blip r:embed="rId2"/>
                          <a:stretch>
                            <a:fillRect l="-273311" t="-405882" r="-139865" b="-377941"/>
                          </a:stretch>
                        </a:blipFill>
                      </a:tcPr>
                    </a:tc>
                    <a:tc>
                      <a:txBody>
                        <a:bodyPr/>
                        <a:lstStyle/>
                        <a:p>
                          <a:endParaRPr lang="en-US"/>
                        </a:p>
                      </a:txBody>
                      <a:tcPr>
                        <a:blipFill>
                          <a:blip r:embed="rId2"/>
                          <a:stretch>
                            <a:fillRect l="-269512" t="-405882" r="-976" b="-377941"/>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13433" r="-223975" b="-283582"/>
                          </a:stretch>
                        </a:blipFill>
                      </a:tcPr>
                    </a:tc>
                    <a:tc>
                      <a:txBody>
                        <a:bodyPr/>
                        <a:lstStyle/>
                        <a:p>
                          <a:endParaRPr lang="en-US"/>
                        </a:p>
                      </a:txBody>
                      <a:tcPr>
                        <a:blipFill>
                          <a:blip r:embed="rId2"/>
                          <a:stretch>
                            <a:fillRect l="-273311" t="-513433" r="-139865" b="-283582"/>
                          </a:stretch>
                        </a:blipFill>
                      </a:tcPr>
                    </a:tc>
                    <a:tc>
                      <a:txBody>
                        <a:bodyPr/>
                        <a:lstStyle/>
                        <a:p>
                          <a:endParaRPr lang="en-US"/>
                        </a:p>
                      </a:txBody>
                      <a:tcPr>
                        <a:blipFill>
                          <a:blip r:embed="rId2"/>
                          <a:stretch>
                            <a:fillRect l="-269512" t="-513433" r="-976" b="-283582"/>
                          </a:stretch>
                        </a:blipFill>
                      </a:tcPr>
                    </a:tc>
                    <a:extLst>
                      <a:ext uri="{0D108BD9-81ED-4DB2-BD59-A6C34878D82A}">
                        <a16:rowId xmlns:a16="http://schemas.microsoft.com/office/drawing/2014/main" val="2468038284"/>
                      </a:ext>
                    </a:extLst>
                  </a:tr>
                  <a:tr h="411480">
                    <a:tc>
                      <a:txBody>
                        <a:bodyPr/>
                        <a:lstStyle/>
                        <a:p>
                          <a:r>
                            <a:rPr lang="en-US" sz="2100" dirty="0"/>
                            <a:t>Binary Search Tree </a:t>
                          </a:r>
                        </a:p>
                      </a:txBody>
                      <a:tcPr>
                        <a:solidFill>
                          <a:schemeClr val="accent2">
                            <a:lumMod val="40000"/>
                            <a:lumOff val="60000"/>
                          </a:schemeClr>
                        </a:solidFill>
                      </a:tcPr>
                    </a:tc>
                    <a:tc>
                      <a:txBody>
                        <a:bodyPr/>
                        <a:lstStyle/>
                        <a:p>
                          <a:endParaRPr lang="en-US"/>
                        </a:p>
                      </a:txBody>
                      <a:tcPr>
                        <a:blipFill>
                          <a:blip r:embed="rId2"/>
                          <a:stretch>
                            <a:fillRect l="-155205" t="-604412" r="-223975" b="-179412"/>
                          </a:stretch>
                        </a:blipFill>
                      </a:tcPr>
                    </a:tc>
                    <a:tc>
                      <a:txBody>
                        <a:bodyPr/>
                        <a:lstStyle/>
                        <a:p>
                          <a:endParaRPr lang="en-US"/>
                        </a:p>
                      </a:txBody>
                      <a:tcPr>
                        <a:blipFill>
                          <a:blip r:embed="rId2"/>
                          <a:stretch>
                            <a:fillRect l="-273311" t="-604412" r="-139865" b="-179412"/>
                          </a:stretch>
                        </a:blipFill>
                      </a:tcPr>
                    </a:tc>
                    <a:tc>
                      <a:txBody>
                        <a:bodyPr/>
                        <a:lstStyle/>
                        <a:p>
                          <a:endParaRPr lang="en-US"/>
                        </a:p>
                      </a:txBody>
                      <a:tcPr>
                        <a:blipFill>
                          <a:blip r:embed="rId2"/>
                          <a:stretch>
                            <a:fillRect l="-269512" t="-604412" r="-976" b="-179412"/>
                          </a:stretch>
                        </a:blipFill>
                      </a:tcPr>
                    </a:tc>
                    <a:extLst>
                      <a:ext uri="{0D108BD9-81ED-4DB2-BD59-A6C34878D82A}">
                        <a16:rowId xmlns:a16="http://schemas.microsoft.com/office/drawing/2014/main" val="1292073772"/>
                      </a:ext>
                    </a:extLst>
                  </a:tr>
                  <a:tr h="731520">
                    <a:tc>
                      <a:txBody>
                        <a:bodyPr/>
                        <a:lstStyle/>
                        <a:p>
                          <a:r>
                            <a:rPr lang="en-US" sz="2100" dirty="0"/>
                            <a:t>AVL Tree</a:t>
                          </a:r>
                        </a:p>
                      </a:txBody>
                      <a:tcPr>
                        <a:solidFill>
                          <a:schemeClr val="accent2">
                            <a:lumMod val="40000"/>
                            <a:lumOff val="60000"/>
                          </a:schemeClr>
                        </a:solidFill>
                      </a:tcPr>
                    </a:tc>
                    <a:tc>
                      <a:txBody>
                        <a:bodyPr/>
                        <a:lstStyle/>
                        <a:p>
                          <a:endParaRPr lang="en-US"/>
                        </a:p>
                      </a:txBody>
                      <a:tcPr>
                        <a:blipFill>
                          <a:blip r:embed="rId2"/>
                          <a:stretch>
                            <a:fillRect l="-155205" t="-399167" r="-223975" b="-1667"/>
                          </a:stretch>
                        </a:blipFill>
                      </a:tcPr>
                    </a:tc>
                    <a:tc>
                      <a:txBody>
                        <a:bodyPr/>
                        <a:lstStyle/>
                        <a:p>
                          <a:endParaRPr lang="en-US"/>
                        </a:p>
                      </a:txBody>
                      <a:tcPr>
                        <a:blipFill>
                          <a:blip r:embed="rId2"/>
                          <a:stretch>
                            <a:fillRect l="-273311" t="-399167" r="-139865" b="-1667"/>
                          </a:stretch>
                        </a:blipFill>
                      </a:tcPr>
                    </a:tc>
                    <a:tc>
                      <a:txBody>
                        <a:bodyPr/>
                        <a:lstStyle/>
                        <a:p>
                          <a:endParaRPr lang="en-US"/>
                        </a:p>
                      </a:txBody>
                      <a:tcPr>
                        <a:blipFill>
                          <a:blip r:embed="rId2"/>
                          <a:stretch>
                            <a:fillRect l="-269512" t="-399167" r="-976" b="-1667"/>
                          </a:stretch>
                        </a:blipFill>
                      </a:tcPr>
                    </a:tc>
                    <a:extLst>
                      <a:ext uri="{0D108BD9-81ED-4DB2-BD59-A6C34878D82A}">
                        <a16:rowId xmlns:a16="http://schemas.microsoft.com/office/drawing/2014/main" val="154752868"/>
                      </a:ext>
                    </a:extLst>
                  </a:tr>
                </a:tbl>
              </a:graphicData>
            </a:graphic>
          </p:graphicFrame>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44BF018-0B69-4568-F732-23243E4766C7}"/>
                  </a:ext>
                </a:extLst>
              </p14:cNvPr>
              <p14:cNvContentPartPr/>
              <p14:nvPr/>
            </p14:nvContentPartPr>
            <p14:xfrm>
              <a:off x="479160" y="5011920"/>
              <a:ext cx="744120" cy="330840"/>
            </p14:xfrm>
          </p:contentPart>
        </mc:Choice>
        <mc:Fallback>
          <p:pic>
            <p:nvPicPr>
              <p:cNvPr id="3" name="Ink 2">
                <a:extLst>
                  <a:ext uri="{FF2B5EF4-FFF2-40B4-BE49-F238E27FC236}">
                    <a16:creationId xmlns:a16="http://schemas.microsoft.com/office/drawing/2014/main" id="{744BF018-0B69-4568-F732-23243E4766C7}"/>
                  </a:ext>
                </a:extLst>
              </p:cNvPr>
              <p:cNvPicPr/>
              <p:nvPr/>
            </p:nvPicPr>
            <p:blipFill>
              <a:blip r:embed="rId4"/>
              <a:stretch>
                <a:fillRect/>
              </a:stretch>
            </p:blipFill>
            <p:spPr>
              <a:xfrm>
                <a:off x="469800" y="5002560"/>
                <a:ext cx="762840" cy="349560"/>
              </a:xfrm>
              <a:prstGeom prst="rect">
                <a:avLst/>
              </a:prstGeom>
            </p:spPr>
          </p:pic>
        </mc:Fallback>
      </mc:AlternateContent>
    </p:spTree>
    <p:extLst>
      <p:ext uri="{BB962C8B-B14F-4D97-AF65-F5344CB8AC3E}">
        <p14:creationId xmlns:p14="http://schemas.microsoft.com/office/powerpoint/2010/main" val="1160551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78164CB-4242-8DEF-7B6B-7D62FA4663F3}"/>
                  </a:ext>
                </a:extLst>
              </p14:cNvPr>
              <p14:cNvContentPartPr/>
              <p14:nvPr/>
            </p14:nvContentPartPr>
            <p14:xfrm>
              <a:off x="1035360" y="2146320"/>
              <a:ext cx="8622000" cy="3551760"/>
            </p14:xfrm>
          </p:contentPart>
        </mc:Choice>
        <mc:Fallback>
          <p:pic>
            <p:nvPicPr>
              <p:cNvPr id="4" name="Ink 3">
                <a:extLst>
                  <a:ext uri="{FF2B5EF4-FFF2-40B4-BE49-F238E27FC236}">
                    <a16:creationId xmlns:a16="http://schemas.microsoft.com/office/drawing/2014/main" id="{A78164CB-4242-8DEF-7B6B-7D62FA4663F3}"/>
                  </a:ext>
                </a:extLst>
              </p:cNvPr>
              <p:cNvPicPr/>
              <p:nvPr/>
            </p:nvPicPr>
            <p:blipFill>
              <a:blip r:embed="rId3"/>
              <a:stretch>
                <a:fillRect/>
              </a:stretch>
            </p:blipFill>
            <p:spPr>
              <a:xfrm>
                <a:off x="1026000" y="2136960"/>
                <a:ext cx="8640720" cy="3570480"/>
              </a:xfrm>
              <a:prstGeom prst="rect">
                <a:avLst/>
              </a:prstGeom>
            </p:spPr>
          </p:pic>
        </mc:Fallback>
      </mc:AlternateContent>
    </p:spTree>
    <p:extLst>
      <p:ext uri="{BB962C8B-B14F-4D97-AF65-F5344CB8AC3E}">
        <p14:creationId xmlns:p14="http://schemas.microsoft.com/office/powerpoint/2010/main" val="3118146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C746-9E0B-4BF1-07D4-D40FC8365373}"/>
              </a:ext>
            </a:extLst>
          </p:cNvPr>
          <p:cNvSpPr>
            <a:spLocks noGrp="1"/>
          </p:cNvSpPr>
          <p:nvPr>
            <p:ph type="title"/>
          </p:nvPr>
        </p:nvSpPr>
        <p:spPr/>
        <p:txBody>
          <a:bodyPr/>
          <a:lstStyle/>
          <a:p>
            <a:r>
              <a:rPr lang="en-US" dirty="0"/>
              <a:t>Representing AVL Trees</a:t>
            </a:r>
          </a:p>
        </p:txBody>
      </p:sp>
      <p:sp>
        <p:nvSpPr>
          <p:cNvPr id="3" name="Content Placeholder 2">
            <a:extLst>
              <a:ext uri="{FF2B5EF4-FFF2-40B4-BE49-F238E27FC236}">
                <a16:creationId xmlns:a16="http://schemas.microsoft.com/office/drawing/2014/main" id="{DB8C3DFC-1CE9-ABD9-C43C-C9A23894BD27}"/>
              </a:ext>
            </a:extLst>
          </p:cNvPr>
          <p:cNvSpPr>
            <a:spLocks noGrp="1"/>
          </p:cNvSpPr>
          <p:nvPr>
            <p:ph idx="1"/>
          </p:nvPr>
        </p:nvSpPr>
        <p:spPr/>
        <p:txBody>
          <a:bodyPr/>
          <a:lstStyle/>
          <a:p>
            <a:r>
              <a:rPr lang="en-US" dirty="0"/>
              <a:t>Each node has:</a:t>
            </a:r>
          </a:p>
          <a:p>
            <a:pPr lvl="1"/>
            <a:r>
              <a:rPr lang="en-US" dirty="0"/>
              <a:t>Key</a:t>
            </a:r>
          </a:p>
          <a:p>
            <a:pPr lvl="1"/>
            <a:r>
              <a:rPr lang="en-US" dirty="0"/>
              <a:t>Value</a:t>
            </a:r>
          </a:p>
          <a:p>
            <a:pPr lvl="1"/>
            <a:r>
              <a:rPr lang="en-US" dirty="0"/>
              <a:t>Height</a:t>
            </a:r>
          </a:p>
          <a:p>
            <a:pPr lvl="1"/>
            <a:r>
              <a:rPr lang="en-US" dirty="0"/>
              <a:t>Left child</a:t>
            </a:r>
          </a:p>
          <a:p>
            <a:pPr lvl="1"/>
            <a:r>
              <a:rPr lang="en-US" dirty="0"/>
              <a:t>Right child</a:t>
            </a:r>
          </a:p>
        </p:txBody>
      </p:sp>
      <p:grpSp>
        <p:nvGrpSpPr>
          <p:cNvPr id="25" name="Group 24" descr="Thus far, to keep the slides clean, we have only showed the key for each node in our example trees. This diagram depicts all of the fields that an AVL tree node would have. In addition to the key we have the value for that key-value pair, the height of the node, a reference to the left child, and a reference to the right child.">
            <a:extLst>
              <a:ext uri="{FF2B5EF4-FFF2-40B4-BE49-F238E27FC236}">
                <a16:creationId xmlns:a16="http://schemas.microsoft.com/office/drawing/2014/main" id="{80267667-4D3F-7574-2195-24710EAA8D3E}"/>
              </a:ext>
            </a:extLst>
          </p:cNvPr>
          <p:cNvGrpSpPr/>
          <p:nvPr/>
        </p:nvGrpSpPr>
        <p:grpSpPr>
          <a:xfrm>
            <a:off x="3539383" y="893128"/>
            <a:ext cx="6543175" cy="5298673"/>
            <a:chOff x="3539383" y="893128"/>
            <a:chExt cx="6543175" cy="5298673"/>
          </a:xfrm>
        </p:grpSpPr>
        <p:grpSp>
          <p:nvGrpSpPr>
            <p:cNvPr id="4" name="Group 3">
              <a:extLst>
                <a:ext uri="{FF2B5EF4-FFF2-40B4-BE49-F238E27FC236}">
                  <a16:creationId xmlns:a16="http://schemas.microsoft.com/office/drawing/2014/main" id="{4958A99F-1847-D481-774A-4D5DC6C2A082}"/>
                </a:ext>
              </a:extLst>
            </p:cNvPr>
            <p:cNvGrpSpPr/>
            <p:nvPr/>
          </p:nvGrpSpPr>
          <p:grpSpPr>
            <a:xfrm>
              <a:off x="3539383" y="3429000"/>
              <a:ext cx="4036614" cy="2762801"/>
              <a:chOff x="8079280" y="365125"/>
              <a:chExt cx="4036614" cy="2762801"/>
            </a:xfrm>
          </p:grpSpPr>
          <p:grpSp>
            <p:nvGrpSpPr>
              <p:cNvPr id="5" name="Group 4">
                <a:extLst>
                  <a:ext uri="{FF2B5EF4-FFF2-40B4-BE49-F238E27FC236}">
                    <a16:creationId xmlns:a16="http://schemas.microsoft.com/office/drawing/2014/main" id="{349C7837-8FCE-03E5-B43B-D5786CA97DEC}"/>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28F52BD-A626-46F3-0B20-3B43E12338BE}"/>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D9902920-9B9B-F235-C92C-129C755D98B1}"/>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C1C89C41-C239-559E-18AD-16F32BAA828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DD073998-69BD-852D-E52E-E4ABAC12EC09}"/>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67C3CEE6-E524-6DC2-066A-F19263E7A5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B2AB9C0D-005F-CB10-E03E-815B7F18034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9C9BF70-9C22-F8E9-51DC-724A3C05506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74AED30-E541-52CC-7D47-5C935247ACA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EB5754-167C-FAB7-7842-075733047665}"/>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9F1289-A234-47A9-98FA-5391A7849F50}"/>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2FDC785-9C50-940B-BC1D-6AC211CEF5F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4ECBC6-29E7-0891-3C78-0BCCFF411029}"/>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C55E1D-9C78-D397-45F2-164276F161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4411E5F-8F50-D821-E798-A1FD5F1BF1E9}"/>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BA60367F-F5D8-42D7-D52B-D0D0E584C2E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3085FB90-BCD8-0D52-466E-B3B44875650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DB15AD15-2F6E-6EE8-90BA-3900986D859E}"/>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107BD38-6042-9E3E-96FA-10756B9A3D16}"/>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53BFBD5E-6EA4-FD3F-C513-68CB7389664F}"/>
                </a:ext>
              </a:extLst>
            </p:cNvPr>
            <p:cNvSpPr/>
            <p:nvPr/>
          </p:nvSpPr>
          <p:spPr>
            <a:xfrm>
              <a:off x="7379046" y="893128"/>
              <a:ext cx="2703512" cy="27035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 = 9</a:t>
              </a:r>
            </a:p>
            <a:p>
              <a:pPr algn="ctr"/>
              <a:r>
                <a:rPr lang="en-US" dirty="0">
                  <a:solidFill>
                    <a:schemeClr val="tx1"/>
                  </a:solidFill>
                </a:rPr>
                <a:t>Value = “hello”</a:t>
              </a:r>
            </a:p>
            <a:p>
              <a:pPr algn="ctr"/>
              <a:r>
                <a:rPr lang="en-US" dirty="0">
                  <a:solidFill>
                    <a:schemeClr val="tx1"/>
                  </a:solidFill>
                </a:rPr>
                <a:t>Height = 3</a:t>
              </a:r>
            </a:p>
            <a:p>
              <a:pPr algn="ctr"/>
              <a:r>
                <a:rPr lang="en-US" dirty="0">
                  <a:solidFill>
                    <a:schemeClr val="tx1"/>
                  </a:solidFill>
                </a:rPr>
                <a:t>Left = Node 3</a:t>
              </a:r>
            </a:p>
            <a:p>
              <a:pPr algn="ctr"/>
              <a:r>
                <a:rPr lang="en-US" dirty="0">
                  <a:solidFill>
                    <a:schemeClr val="tx1"/>
                  </a:solidFill>
                </a:rPr>
                <a:t>Right = Node 10</a:t>
              </a:r>
            </a:p>
          </p:txBody>
        </p:sp>
        <p:cxnSp>
          <p:nvCxnSpPr>
            <p:cNvPr id="26" name="Straight Connector 25">
              <a:extLst>
                <a:ext uri="{FF2B5EF4-FFF2-40B4-BE49-F238E27FC236}">
                  <a16:creationId xmlns:a16="http://schemas.microsoft.com/office/drawing/2014/main" id="{1B113039-E331-7A90-AF46-D6AE59F8D33D}"/>
                </a:ext>
              </a:extLst>
            </p:cNvPr>
            <p:cNvCxnSpPr>
              <a:cxnSpLocks/>
              <a:stCxn id="13" idx="1"/>
              <a:endCxn id="24" idx="1"/>
            </p:cNvCxnSpPr>
            <p:nvPr/>
          </p:nvCxnSpPr>
          <p:spPr>
            <a:xfrm flipV="1">
              <a:off x="5756837" y="1289048"/>
              <a:ext cx="2018129" cy="2229652"/>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679B63-6FB9-9E76-66BB-7076A2014A3F}"/>
                </a:ext>
              </a:extLst>
            </p:cNvPr>
            <p:cNvCxnSpPr>
              <a:cxnSpLocks/>
              <a:stCxn id="13" idx="4"/>
              <a:endCxn id="24" idx="4"/>
            </p:cNvCxnSpPr>
            <p:nvPr/>
          </p:nvCxnSpPr>
          <p:spPr>
            <a:xfrm flipV="1">
              <a:off x="5973393" y="3596640"/>
              <a:ext cx="2757409" cy="444871"/>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A552A79F-7C7C-843E-D33C-1C830B44BD6D}"/>
                  </a:ext>
                </a:extLst>
              </p14:cNvPr>
              <p14:cNvContentPartPr/>
              <p14:nvPr/>
            </p14:nvContentPartPr>
            <p14:xfrm>
              <a:off x="7924320" y="2066760"/>
              <a:ext cx="2655000" cy="275760"/>
            </p14:xfrm>
          </p:contentPart>
        </mc:Choice>
        <mc:Fallback>
          <p:pic>
            <p:nvPicPr>
              <p:cNvPr id="27" name="Ink 26">
                <a:extLst>
                  <a:ext uri="{FF2B5EF4-FFF2-40B4-BE49-F238E27FC236}">
                    <a16:creationId xmlns:a16="http://schemas.microsoft.com/office/drawing/2014/main" id="{A552A79F-7C7C-843E-D33C-1C830B44BD6D}"/>
                  </a:ext>
                </a:extLst>
              </p:cNvPr>
              <p:cNvPicPr/>
              <p:nvPr/>
            </p:nvPicPr>
            <p:blipFill>
              <a:blip r:embed="rId3"/>
              <a:stretch>
                <a:fillRect/>
              </a:stretch>
            </p:blipFill>
            <p:spPr>
              <a:xfrm>
                <a:off x="7914960" y="2057400"/>
                <a:ext cx="2673720" cy="294480"/>
              </a:xfrm>
              <a:prstGeom prst="rect">
                <a:avLst/>
              </a:prstGeom>
            </p:spPr>
          </p:pic>
        </mc:Fallback>
      </mc:AlternateContent>
    </p:spTree>
    <p:extLst>
      <p:ext uri="{BB962C8B-B14F-4D97-AF65-F5344CB8AC3E}">
        <p14:creationId xmlns:p14="http://schemas.microsoft.com/office/powerpoint/2010/main" val="2833956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(Same as BST)</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850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else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else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else{</a:t>
            </a:r>
          </a:p>
          <a:p>
            <a:pPr marL="0" indent="0">
              <a:buNone/>
            </a:pPr>
            <a:r>
              <a:rPr lang="en-US" dirty="0"/>
              <a:t>		return find(key, </a:t>
            </a:r>
            <a:r>
              <a:rPr lang="en-US" dirty="0" err="1"/>
              <a:t>root.right</a:t>
            </a:r>
            <a:r>
              <a:rPr lang="en-US" dirty="0"/>
              <a:t>);</a:t>
            </a:r>
          </a:p>
          <a:p>
            <a:pPr marL="0" indent="0">
              <a:buNone/>
            </a:pPr>
            <a:r>
              <a:rPr lang="en-US" dirty="0"/>
              <a:t>	}</a:t>
            </a:r>
          </a:p>
          <a:p>
            <a:pPr marL="0" indent="0">
              <a:buNone/>
            </a:pPr>
            <a:r>
              <a:rPr lang="en-US" dirty="0"/>
              <a:t>}</a:t>
            </a:r>
          </a:p>
        </p:txBody>
      </p:sp>
      <p:grpSp>
        <p:nvGrpSpPr>
          <p:cNvPr id="4" name="Group 3" descr="An AVL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9" name="Ink 18">
                <a:extLst>
                  <a:ext uri="{FF2B5EF4-FFF2-40B4-BE49-F238E27FC236}">
                    <a16:creationId xmlns:a16="http://schemas.microsoft.com/office/drawing/2014/main" id="{82B0A77D-6E90-F464-840D-B9490B20146C}"/>
                  </a:ext>
                </a:extLst>
              </p14:cNvPr>
              <p14:cNvContentPartPr/>
              <p14:nvPr/>
            </p14:nvContentPartPr>
            <p14:xfrm>
              <a:off x="5506200" y="1383840"/>
              <a:ext cx="1945080" cy="73800"/>
            </p14:xfrm>
          </p:contentPart>
        </mc:Choice>
        <mc:Fallback>
          <p:pic>
            <p:nvPicPr>
              <p:cNvPr id="19" name="Ink 18">
                <a:extLst>
                  <a:ext uri="{FF2B5EF4-FFF2-40B4-BE49-F238E27FC236}">
                    <a16:creationId xmlns:a16="http://schemas.microsoft.com/office/drawing/2014/main" id="{82B0A77D-6E90-F464-840D-B9490B20146C}"/>
                  </a:ext>
                </a:extLst>
              </p:cNvPr>
              <p:cNvPicPr/>
              <p:nvPr/>
            </p:nvPicPr>
            <p:blipFill>
              <a:blip r:embed="rId3"/>
              <a:stretch>
                <a:fillRect/>
              </a:stretch>
            </p:blipFill>
            <p:spPr>
              <a:xfrm>
                <a:off x="5496840" y="1374480"/>
                <a:ext cx="1963800" cy="92520"/>
              </a:xfrm>
              <a:prstGeom prst="rect">
                <a:avLst/>
              </a:prstGeom>
            </p:spPr>
          </p:pic>
        </mc:Fallback>
      </mc:AlternateContent>
    </p:spTree>
    <p:extLst>
      <p:ext uri="{BB962C8B-B14F-4D97-AF65-F5344CB8AC3E}">
        <p14:creationId xmlns:p14="http://schemas.microsoft.com/office/powerpoint/2010/main" val="387141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F648-E67F-3270-9ABE-65A95085E879}"/>
              </a:ext>
            </a:extLst>
          </p:cNvPr>
          <p:cNvSpPr>
            <a:spLocks noGrp="1"/>
          </p:cNvSpPr>
          <p:nvPr>
            <p:ph type="title"/>
          </p:nvPr>
        </p:nvSpPr>
        <p:spPr/>
        <p:txBody>
          <a:bodyPr/>
          <a:lstStyle/>
          <a:p>
            <a:r>
              <a:rPr lang="en-US" dirty="0"/>
              <a:t>Inserting into an AVL Tree</a:t>
            </a:r>
          </a:p>
        </p:txBody>
      </p:sp>
      <p:sp>
        <p:nvSpPr>
          <p:cNvPr id="3" name="Content Placeholder 2">
            <a:extLst>
              <a:ext uri="{FF2B5EF4-FFF2-40B4-BE49-F238E27FC236}">
                <a16:creationId xmlns:a16="http://schemas.microsoft.com/office/drawing/2014/main" id="{4D0DC7C8-A176-31A9-28EA-8DF97A719FCE}"/>
              </a:ext>
            </a:extLst>
          </p:cNvPr>
          <p:cNvSpPr>
            <a:spLocks noGrp="1"/>
          </p:cNvSpPr>
          <p:nvPr>
            <p:ph idx="1"/>
          </p:nvPr>
        </p:nvSpPr>
        <p:spPr/>
        <p:txBody>
          <a:bodyPr/>
          <a:lstStyle/>
          <a:p>
            <a:r>
              <a:rPr lang="en-US" dirty="0"/>
              <a:t>Starts out the same way as BST:</a:t>
            </a:r>
          </a:p>
          <a:p>
            <a:pPr lvl="1"/>
            <a:r>
              <a:rPr lang="en-US" dirty="0"/>
              <a:t>“Find” where the new node should go</a:t>
            </a:r>
          </a:p>
          <a:p>
            <a:pPr lvl="1"/>
            <a:r>
              <a:rPr lang="en-US" dirty="0"/>
              <a:t>Put it in the right place (it will be a leaf)</a:t>
            </a:r>
          </a:p>
          <a:p>
            <a:r>
              <a:rPr lang="en-US" dirty="0"/>
              <a:t>Next check the balance</a:t>
            </a:r>
          </a:p>
          <a:p>
            <a:pPr lvl="1"/>
            <a:r>
              <a:rPr lang="en-US" dirty="0"/>
              <a:t>If the tree is still balanced, you’re done!</a:t>
            </a:r>
          </a:p>
          <a:p>
            <a:pPr lvl="1"/>
            <a:r>
              <a:rPr lang="en-US" dirty="0"/>
              <a:t>Otherwise we need to do rotations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305110A-20BE-B6E7-0729-A75D441405DD}"/>
                  </a:ext>
                </a:extLst>
              </p14:cNvPr>
              <p14:cNvContentPartPr/>
              <p14:nvPr/>
            </p14:nvContentPartPr>
            <p14:xfrm>
              <a:off x="6320160" y="1769760"/>
              <a:ext cx="796320" cy="2639160"/>
            </p14:xfrm>
          </p:contentPart>
        </mc:Choice>
        <mc:Fallback>
          <p:pic>
            <p:nvPicPr>
              <p:cNvPr id="4" name="Ink 3">
                <a:extLst>
                  <a:ext uri="{FF2B5EF4-FFF2-40B4-BE49-F238E27FC236}">
                    <a16:creationId xmlns:a16="http://schemas.microsoft.com/office/drawing/2014/main" id="{6305110A-20BE-B6E7-0729-A75D441405DD}"/>
                  </a:ext>
                </a:extLst>
              </p:cNvPr>
              <p:cNvPicPr/>
              <p:nvPr/>
            </p:nvPicPr>
            <p:blipFill>
              <a:blip r:embed="rId3"/>
              <a:stretch>
                <a:fillRect/>
              </a:stretch>
            </p:blipFill>
            <p:spPr>
              <a:xfrm>
                <a:off x="6310800" y="1760400"/>
                <a:ext cx="815040" cy="2657880"/>
              </a:xfrm>
              <a:prstGeom prst="rect">
                <a:avLst/>
              </a:prstGeom>
            </p:spPr>
          </p:pic>
        </mc:Fallback>
      </mc:AlternateContent>
    </p:spTree>
    <p:extLst>
      <p:ext uri="{BB962C8B-B14F-4D97-AF65-F5344CB8AC3E}">
        <p14:creationId xmlns:p14="http://schemas.microsoft.com/office/powerpoint/2010/main" val="2248741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(for BST)</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 key)</a:t>
            </a:r>
          </a:p>
          <a:p>
            <a:pPr marL="0" indent="0">
              <a:buNone/>
            </a:pPr>
            <a:r>
              <a:rPr lang="en-US" dirty="0"/>
              <a:t>		</a:t>
            </a:r>
            <a:r>
              <a:rPr lang="en-US" dirty="0" err="1"/>
              <a:t>root.value</a:t>
            </a:r>
            <a:r>
              <a:rPr lang="en-US" dirty="0"/>
              <a:t> = value;</a:t>
            </a:r>
          </a:p>
          <a:p>
            <a:pPr marL="0" indent="0">
              <a:buNone/>
            </a:pPr>
            <a:r>
              <a:rPr lang="en-US"/>
              <a:t>	else if </a:t>
            </a:r>
            <a:r>
              <a:rPr lang="en-US" dirty="0"/>
              <a:t>(</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16C905A-3E2A-17E5-E1DD-D281F7F57159}"/>
                  </a:ext>
                </a:extLst>
              </p14:cNvPr>
              <p14:cNvContentPartPr/>
              <p14:nvPr/>
            </p14:nvContentPartPr>
            <p14:xfrm>
              <a:off x="943200" y="2733840"/>
              <a:ext cx="10941840" cy="3662280"/>
            </p14:xfrm>
          </p:contentPart>
        </mc:Choice>
        <mc:Fallback>
          <p:pic>
            <p:nvPicPr>
              <p:cNvPr id="4" name="Ink 3">
                <a:extLst>
                  <a:ext uri="{FF2B5EF4-FFF2-40B4-BE49-F238E27FC236}">
                    <a16:creationId xmlns:a16="http://schemas.microsoft.com/office/drawing/2014/main" id="{016C905A-3E2A-17E5-E1DD-D281F7F57159}"/>
                  </a:ext>
                </a:extLst>
              </p:cNvPr>
              <p:cNvPicPr/>
              <p:nvPr/>
            </p:nvPicPr>
            <p:blipFill>
              <a:blip r:embed="rId3"/>
              <a:stretch>
                <a:fillRect/>
              </a:stretch>
            </p:blipFill>
            <p:spPr>
              <a:xfrm>
                <a:off x="933840" y="2724480"/>
                <a:ext cx="10960560" cy="3681000"/>
              </a:xfrm>
              <a:prstGeom prst="rect">
                <a:avLst/>
              </a:prstGeom>
            </p:spPr>
          </p:pic>
        </mc:Fallback>
      </mc:AlternateContent>
    </p:spTree>
    <p:extLst>
      <p:ext uri="{BB962C8B-B14F-4D97-AF65-F5344CB8AC3E}">
        <p14:creationId xmlns:p14="http://schemas.microsoft.com/office/powerpoint/2010/main" val="615411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10)</a:t>
            </a:r>
          </a:p>
        </p:txBody>
      </p:sp>
      <p:sp>
        <p:nvSpPr>
          <p:cNvPr id="24" name="Oval 23" descr="We will insert a new key-value pair with the key 10 into the AVL tree">
            <a:extLst>
              <a:ext uri="{FF2B5EF4-FFF2-40B4-BE49-F238E27FC236}">
                <a16:creationId xmlns:a16="http://schemas.microsoft.com/office/drawing/2014/main" id="{343823FD-4399-AFC7-649D-4594D6C04EC3}"/>
              </a:ext>
            </a:extLst>
          </p:cNvPr>
          <p:cNvSpPr/>
          <p:nvPr/>
        </p:nvSpPr>
        <p:spPr>
          <a:xfrm>
            <a:off x="1941981" y="19578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9A09937D-E5F3-D019-530B-7A92F0280754}"/>
              </a:ext>
            </a:extLst>
          </p:cNvPr>
          <p:cNvGrpSpPr/>
          <p:nvPr/>
        </p:nvGrpSpPr>
        <p:grpSpPr>
          <a:xfrm>
            <a:off x="4342023" y="2047599"/>
            <a:ext cx="4036614" cy="2762801"/>
            <a:chOff x="8079280" y="365125"/>
            <a:chExt cx="4036614" cy="2762801"/>
          </a:xfrm>
        </p:grpSpPr>
        <p:grpSp>
          <p:nvGrpSpPr>
            <p:cNvPr id="26" name="Group 25">
              <a:extLst>
                <a:ext uri="{FF2B5EF4-FFF2-40B4-BE49-F238E27FC236}">
                  <a16:creationId xmlns:a16="http://schemas.microsoft.com/office/drawing/2014/main" id="{9C3CF9AB-9F73-CE56-ECC0-821520B6D007}"/>
                </a:ext>
              </a:extLst>
            </p:cNvPr>
            <p:cNvGrpSpPr/>
            <p:nvPr/>
          </p:nvGrpSpPr>
          <p:grpSpPr>
            <a:xfrm>
              <a:off x="8079280" y="365125"/>
              <a:ext cx="4036614" cy="2762801"/>
              <a:chOff x="5413263" y="1203158"/>
              <a:chExt cx="4036614" cy="2762801"/>
            </a:xfrm>
          </p:grpSpPr>
          <p:grpSp>
            <p:nvGrpSpPr>
              <p:cNvPr id="31" name="Group 30">
                <a:extLst>
                  <a:ext uri="{FF2B5EF4-FFF2-40B4-BE49-F238E27FC236}">
                    <a16:creationId xmlns:a16="http://schemas.microsoft.com/office/drawing/2014/main" id="{2E641959-57F1-A5D6-D64A-7E1F2F411725}"/>
                  </a:ext>
                </a:extLst>
              </p:cNvPr>
              <p:cNvGrpSpPr/>
              <p:nvPr/>
            </p:nvGrpSpPr>
            <p:grpSpPr>
              <a:xfrm>
                <a:off x="5413263" y="1203158"/>
                <a:ext cx="4036614" cy="2762801"/>
                <a:chOff x="131609" y="2379747"/>
                <a:chExt cx="4036614" cy="2762801"/>
              </a:xfrm>
            </p:grpSpPr>
            <p:sp>
              <p:nvSpPr>
                <p:cNvPr id="34" name="Oval 33">
                  <a:extLst>
                    <a:ext uri="{FF2B5EF4-FFF2-40B4-BE49-F238E27FC236}">
                      <a16:creationId xmlns:a16="http://schemas.microsoft.com/office/drawing/2014/main" id="{E0B26C9B-5408-C183-74CF-17A2C191F5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D1D87951-98E5-8B68-5B32-53881174B3C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7A231894-7ABB-1CCE-DB1B-2CCA89E0F4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9A67541-A9FD-4C8C-787E-BADB8E57B97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C8408EF0-E522-19E4-0E14-56CE513DC7E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093B0A94-C79F-9A6D-40B4-69747128026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E1099560-4C15-3239-2340-87B6716CD622}"/>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851001-F32E-C7EA-CA0A-E7DA8D38ACEB}"/>
                    </a:ext>
                  </a:extLst>
                </p:cNvPr>
                <p:cNvCxnSpPr>
                  <a:cxnSpLocks/>
                  <a:stCxn id="34" idx="5"/>
                  <a:endCxn id="3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CA0DEC1-6E23-A49D-1D6D-2BC63400A91A}"/>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BB1F9E-86E7-0890-9EF8-C42D04BFD1C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015FB79-7546-7518-3DA4-4F5FF4D0F4CE}"/>
                    </a:ext>
                  </a:extLst>
                </p:cNvPr>
                <p:cNvCxnSpPr>
                  <a:stCxn id="38" idx="1"/>
                  <a:endCxn id="3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91223B37-4E68-3E4C-7455-07D7569E4B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1991FAB1-8E77-1558-030F-17257C90BEC0}"/>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7AA47EE7-C232-A1F3-F15F-0E1E9ECAF9EE}"/>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8FF8B556-BF39-9168-1287-2F7A38F0A6B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0AEDB08B-C0DB-02A2-6E90-BE3FB91E8ED7}"/>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030A45F-F212-B052-04BA-2ED658B17A52}"/>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E6EEE6C-6F99-9AB1-9D6D-AC67CC337D59}"/>
                  </a:ext>
                </a:extLst>
              </p14:cNvPr>
              <p14:cNvContentPartPr/>
              <p14:nvPr/>
            </p14:nvContentPartPr>
            <p14:xfrm>
              <a:off x="7082280" y="3248280"/>
              <a:ext cx="654840" cy="820800"/>
            </p14:xfrm>
          </p:contentPart>
        </mc:Choice>
        <mc:Fallback>
          <p:pic>
            <p:nvPicPr>
              <p:cNvPr id="3" name="Ink 2">
                <a:extLst>
                  <a:ext uri="{FF2B5EF4-FFF2-40B4-BE49-F238E27FC236}">
                    <a16:creationId xmlns:a16="http://schemas.microsoft.com/office/drawing/2014/main" id="{FE6EEE6C-6F99-9AB1-9D6D-AC67CC337D59}"/>
                  </a:ext>
                </a:extLst>
              </p:cNvPr>
              <p:cNvPicPr/>
              <p:nvPr/>
            </p:nvPicPr>
            <p:blipFill>
              <a:blip r:embed="rId3"/>
              <a:stretch>
                <a:fillRect/>
              </a:stretch>
            </p:blipFill>
            <p:spPr>
              <a:xfrm>
                <a:off x="7072920" y="3238920"/>
                <a:ext cx="673560" cy="839520"/>
              </a:xfrm>
              <a:prstGeom prst="rect">
                <a:avLst/>
              </a:prstGeom>
            </p:spPr>
          </p:pic>
        </mc:Fallback>
      </mc:AlternateContent>
    </p:spTree>
    <p:extLst>
      <p:ext uri="{BB962C8B-B14F-4D97-AF65-F5344CB8AC3E}">
        <p14:creationId xmlns:p14="http://schemas.microsoft.com/office/powerpoint/2010/main" val="371808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6F52-940E-3CF6-DCEC-9BFF1F447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F5B5E-908E-2E9A-81E0-629FBD96AFB7}"/>
              </a:ext>
            </a:extLst>
          </p:cNvPr>
          <p:cNvSpPr>
            <a:spLocks noGrp="1"/>
          </p:cNvSpPr>
          <p:nvPr>
            <p:ph type="title"/>
          </p:nvPr>
        </p:nvSpPr>
        <p:spPr/>
        <p:txBody>
          <a:bodyPr/>
          <a:lstStyle/>
          <a:p>
            <a:r>
              <a:rPr lang="en-US" dirty="0"/>
              <a:t>Insert 10 (After)</a:t>
            </a:r>
          </a:p>
        </p:txBody>
      </p:sp>
      <p:sp>
        <p:nvSpPr>
          <p:cNvPr id="8" name="TextBox 7">
            <a:extLst>
              <a:ext uri="{FF2B5EF4-FFF2-40B4-BE49-F238E27FC236}">
                <a16:creationId xmlns:a16="http://schemas.microsoft.com/office/drawing/2014/main" id="{608C5A5E-CFE5-8495-192C-D33E941ECDC1}"/>
              </a:ext>
            </a:extLst>
          </p:cNvPr>
          <p:cNvSpPr txBox="1"/>
          <p:nvPr/>
        </p:nvSpPr>
        <p:spPr>
          <a:xfrm>
            <a:off x="259619" y="1502479"/>
            <a:ext cx="4088033" cy="3785652"/>
          </a:xfrm>
          <a:prstGeom prst="rect">
            <a:avLst/>
          </a:prstGeom>
          <a:noFill/>
        </p:spPr>
        <p:txBody>
          <a:bodyPr wrap="square" rtlCol="0">
            <a:spAutoFit/>
          </a:bodyPr>
          <a:lstStyle/>
          <a:p>
            <a:r>
              <a:rPr lang="en-US" sz="2400" dirty="0">
                <a:solidFill>
                  <a:srgbClr val="C00000"/>
                </a:solidFill>
              </a:rPr>
              <a:t>Is the tree still balanced?</a:t>
            </a:r>
          </a:p>
          <a:p>
            <a:endParaRPr lang="en-US" sz="2400" dirty="0">
              <a:solidFill>
                <a:srgbClr val="C00000"/>
              </a:solidFill>
            </a:endParaRPr>
          </a:p>
          <a:p>
            <a:r>
              <a:rPr lang="en-US" sz="2400" dirty="0">
                <a:solidFill>
                  <a:srgbClr val="C00000"/>
                </a:solidFill>
              </a:rPr>
              <a:t>To confirm we only need to check nodes in the path from root to the new node</a:t>
            </a:r>
          </a:p>
          <a:p>
            <a:endParaRPr lang="en-US" sz="2400" dirty="0">
              <a:solidFill>
                <a:srgbClr val="C00000"/>
              </a:solidFill>
            </a:endParaRPr>
          </a:p>
          <a:p>
            <a:r>
              <a:rPr lang="en-US" sz="2400" dirty="0">
                <a:solidFill>
                  <a:srgbClr val="C00000"/>
                </a:solidFill>
              </a:rPr>
              <a:t>Why? We assume the tree was balanced before the insert, so unchanged subtrees cannot be unbalanced.</a:t>
            </a:r>
          </a:p>
        </p:txBody>
      </p:sp>
      <p:grpSp>
        <p:nvGrpSpPr>
          <p:cNvPr id="3" name="Group 2" descr="We first follow the BST insert procedure, so 10 goes to the right of 9 and the left of 11 to become the left child of 11.&#10;&#10;Now we need to check if the tree is still balanced. To do this we only need to check nodes on the path to the newly-added node, meaning 11 (10's parent) and 9 (11's parent and the overall root). The left subtree of 11 has height 0, as does the right subtree. The left subtree of 9 has height 2 and the right subtree has height 1. Since no nodes on the path to 10 are unbalanced, the tree is still balanced.">
            <a:extLst>
              <a:ext uri="{FF2B5EF4-FFF2-40B4-BE49-F238E27FC236}">
                <a16:creationId xmlns:a16="http://schemas.microsoft.com/office/drawing/2014/main" id="{F1980CB6-BACD-831F-DEE9-90705351D25C}"/>
              </a:ext>
            </a:extLst>
          </p:cNvPr>
          <p:cNvGrpSpPr/>
          <p:nvPr/>
        </p:nvGrpSpPr>
        <p:grpSpPr>
          <a:xfrm>
            <a:off x="4342023" y="1731966"/>
            <a:ext cx="5614439" cy="3078434"/>
            <a:chOff x="4342023" y="1731966"/>
            <a:chExt cx="5614439" cy="3078434"/>
          </a:xfrm>
        </p:grpSpPr>
        <p:sp>
          <p:nvSpPr>
            <p:cNvPr id="24" name="Oval 23">
              <a:extLst>
                <a:ext uri="{FF2B5EF4-FFF2-40B4-BE49-F238E27FC236}">
                  <a16:creationId xmlns:a16="http://schemas.microsoft.com/office/drawing/2014/main" id="{711FD81B-FA7A-8DA2-5D7B-C665E4CCB281}"/>
                </a:ext>
              </a:extLst>
            </p:cNvPr>
            <p:cNvSpPr/>
            <p:nvPr/>
          </p:nvSpPr>
          <p:spPr>
            <a:xfrm>
              <a:off x="7564477" y="3377512"/>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a:extLst>
                <a:ext uri="{FF2B5EF4-FFF2-40B4-BE49-F238E27FC236}">
                  <a16:creationId xmlns:a16="http://schemas.microsoft.com/office/drawing/2014/main" id="{9C1E3274-51BB-E66B-0CD7-27B350D10D99}"/>
                </a:ext>
              </a:extLst>
            </p:cNvPr>
            <p:cNvGrpSpPr/>
            <p:nvPr/>
          </p:nvGrpSpPr>
          <p:grpSpPr>
            <a:xfrm>
              <a:off x="4342023" y="2047599"/>
              <a:ext cx="5126504" cy="2762801"/>
              <a:chOff x="8079280" y="365125"/>
              <a:chExt cx="5126504" cy="2762801"/>
            </a:xfrm>
          </p:grpSpPr>
          <p:grpSp>
            <p:nvGrpSpPr>
              <p:cNvPr id="26" name="Group 25">
                <a:extLst>
                  <a:ext uri="{FF2B5EF4-FFF2-40B4-BE49-F238E27FC236}">
                    <a16:creationId xmlns:a16="http://schemas.microsoft.com/office/drawing/2014/main" id="{D0F659C4-8E8B-EA36-7FFE-45FFBFF7F56C}"/>
                  </a:ext>
                </a:extLst>
              </p:cNvPr>
              <p:cNvGrpSpPr/>
              <p:nvPr/>
            </p:nvGrpSpPr>
            <p:grpSpPr>
              <a:xfrm>
                <a:off x="8079280" y="365125"/>
                <a:ext cx="5126504" cy="2762801"/>
                <a:chOff x="5413263" y="1203158"/>
                <a:chExt cx="5126504" cy="2762801"/>
              </a:xfrm>
            </p:grpSpPr>
            <p:grpSp>
              <p:nvGrpSpPr>
                <p:cNvPr id="31" name="Group 30">
                  <a:extLst>
                    <a:ext uri="{FF2B5EF4-FFF2-40B4-BE49-F238E27FC236}">
                      <a16:creationId xmlns:a16="http://schemas.microsoft.com/office/drawing/2014/main" id="{3901272D-3C57-6E7E-0A73-099B05260DF4}"/>
                    </a:ext>
                  </a:extLst>
                </p:cNvPr>
                <p:cNvGrpSpPr/>
                <p:nvPr/>
              </p:nvGrpSpPr>
              <p:grpSpPr>
                <a:xfrm>
                  <a:off x="5413263" y="1203158"/>
                  <a:ext cx="5126504" cy="2762801"/>
                  <a:chOff x="131609" y="2379747"/>
                  <a:chExt cx="5126504" cy="2762801"/>
                </a:xfrm>
              </p:grpSpPr>
              <p:sp>
                <p:nvSpPr>
                  <p:cNvPr id="34" name="Oval 33">
                    <a:extLst>
                      <a:ext uri="{FF2B5EF4-FFF2-40B4-BE49-F238E27FC236}">
                        <a16:creationId xmlns:a16="http://schemas.microsoft.com/office/drawing/2014/main" id="{20DD643D-8074-4CD7-3561-D30C508340AB}"/>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43117EDA-6C26-7232-22DA-913A8DCB0D0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9138A1F0-BBD3-C707-C3CC-F2421A9D206E}"/>
                      </a:ext>
                    </a:extLst>
                  </p:cNvPr>
                  <p:cNvSpPr/>
                  <p:nvPr/>
                </p:nvSpPr>
                <p:spPr>
                  <a:xfrm>
                    <a:off x="4033091" y="3007475"/>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6BC7139-AFF8-9F8C-DAB4-CC2A33200DB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6901981B-4A40-D690-F49C-49B97B730D6E}"/>
                      </a:ext>
                    </a:extLst>
                  </p:cNvPr>
                  <p:cNvSpPr/>
                  <p:nvPr/>
                </p:nvSpPr>
                <p:spPr>
                  <a:xfrm>
                    <a:off x="464560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FA723CE6-2573-8F11-E9F8-DA5A6925155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FF82F5A7-3B6A-9253-847C-E93128F2C738}"/>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2747B6-2890-3F25-A4CD-28DB7C57621B}"/>
                      </a:ext>
                    </a:extLst>
                  </p:cNvPr>
                  <p:cNvCxnSpPr>
                    <a:cxnSpLocks/>
                    <a:stCxn id="34" idx="5"/>
                    <a:endCxn id="36" idx="1"/>
                  </p:cNvCxnSpPr>
                  <p:nvPr/>
                </p:nvCxnSpPr>
                <p:spPr>
                  <a:xfrm>
                    <a:off x="2782174" y="2902558"/>
                    <a:ext cx="134061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CA8864D-982B-6EB2-1432-A89DAD59894C}"/>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34001AB-C974-4F95-9D1E-A9C16EB0926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938CAE1-D8F3-D13D-5594-C68FE536B16E}"/>
                      </a:ext>
                    </a:extLst>
                  </p:cNvPr>
                  <p:cNvCxnSpPr>
                    <a:stCxn id="38" idx="1"/>
                    <a:endCxn id="36" idx="5"/>
                  </p:cNvCxnSpPr>
                  <p:nvPr/>
                </p:nvCxnSpPr>
                <p:spPr>
                  <a:xfrm flipH="1" flipV="1">
                    <a:off x="455590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1814BCFE-AA3F-F010-2BB1-D8D17F9DC38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E3B2D1C1-3DE2-3821-E50F-9BECF811CE6F}"/>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66D0AD8-F69D-C8C3-237B-BB1AD5515A8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C10B2189-9130-1957-B824-54401AD83335}"/>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446064FE-7CB9-49D7-3A1C-A9FE8B49895F}"/>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C21176D-8989-3FE7-5CB7-58A513589E3D}"/>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Straight Connector 4">
              <a:extLst>
                <a:ext uri="{FF2B5EF4-FFF2-40B4-BE49-F238E27FC236}">
                  <a16:creationId xmlns:a16="http://schemas.microsoft.com/office/drawing/2014/main" id="{60438343-5867-64D7-946C-EF86DF480B35}"/>
                </a:ext>
              </a:extLst>
            </p:cNvPr>
            <p:cNvCxnSpPr>
              <a:cxnSpLocks/>
              <a:stCxn id="24" idx="7"/>
              <a:endCxn id="36" idx="3"/>
            </p:cNvCxnSpPr>
            <p:nvPr/>
          </p:nvCxnSpPr>
          <p:spPr>
            <a:xfrm flipV="1">
              <a:off x="8087288" y="3198138"/>
              <a:ext cx="245917"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2FEE5C8-2DE7-8238-2F56-0A734A5B0AB9}"/>
                </a:ext>
              </a:extLst>
            </p:cNvPr>
            <p:cNvSpPr txBox="1"/>
            <p:nvPr/>
          </p:nvSpPr>
          <p:spPr>
            <a:xfrm>
              <a:off x="7095701" y="3065527"/>
              <a:ext cx="1100446" cy="369332"/>
            </a:xfrm>
            <a:prstGeom prst="rect">
              <a:avLst/>
            </a:prstGeom>
            <a:noFill/>
          </p:spPr>
          <p:txBody>
            <a:bodyPr wrap="square" rtlCol="0">
              <a:spAutoFit/>
            </a:bodyPr>
            <a:lstStyle/>
            <a:p>
              <a:r>
                <a:rPr lang="en-US" dirty="0">
                  <a:solidFill>
                    <a:srgbClr val="C00000"/>
                  </a:solidFill>
                </a:rPr>
                <a:t>Height=0</a:t>
              </a:r>
            </a:p>
          </p:txBody>
        </p:sp>
        <p:sp>
          <p:nvSpPr>
            <p:cNvPr id="10" name="TextBox 9">
              <a:extLst>
                <a:ext uri="{FF2B5EF4-FFF2-40B4-BE49-F238E27FC236}">
                  <a16:creationId xmlns:a16="http://schemas.microsoft.com/office/drawing/2014/main" id="{99C49CDD-8BAA-6EAA-9BFF-D0457B03EA09}"/>
                </a:ext>
              </a:extLst>
            </p:cNvPr>
            <p:cNvSpPr txBox="1"/>
            <p:nvPr/>
          </p:nvSpPr>
          <p:spPr>
            <a:xfrm>
              <a:off x="8856016" y="3018113"/>
              <a:ext cx="1100446" cy="369332"/>
            </a:xfrm>
            <a:prstGeom prst="rect">
              <a:avLst/>
            </a:prstGeom>
            <a:noFill/>
          </p:spPr>
          <p:txBody>
            <a:bodyPr wrap="square" rtlCol="0">
              <a:spAutoFit/>
            </a:bodyPr>
            <a:lstStyle/>
            <a:p>
              <a:r>
                <a:rPr lang="en-US" dirty="0">
                  <a:solidFill>
                    <a:srgbClr val="C00000"/>
                  </a:solidFill>
                </a:rPr>
                <a:t>Height=0</a:t>
              </a:r>
            </a:p>
          </p:txBody>
        </p:sp>
        <p:sp>
          <p:nvSpPr>
            <p:cNvPr id="11" name="TextBox 10">
              <a:extLst>
                <a:ext uri="{FF2B5EF4-FFF2-40B4-BE49-F238E27FC236}">
                  <a16:creationId xmlns:a16="http://schemas.microsoft.com/office/drawing/2014/main" id="{B0C168B7-7F9F-4731-D091-CD61BBA36FEB}"/>
                </a:ext>
              </a:extLst>
            </p:cNvPr>
            <p:cNvSpPr txBox="1"/>
            <p:nvPr/>
          </p:nvSpPr>
          <p:spPr>
            <a:xfrm>
              <a:off x="8044388" y="2367840"/>
              <a:ext cx="1100446" cy="369332"/>
            </a:xfrm>
            <a:prstGeom prst="rect">
              <a:avLst/>
            </a:prstGeom>
            <a:noFill/>
          </p:spPr>
          <p:txBody>
            <a:bodyPr wrap="square" rtlCol="0">
              <a:spAutoFit/>
            </a:bodyPr>
            <a:lstStyle/>
            <a:p>
              <a:r>
                <a:rPr lang="en-US" dirty="0">
                  <a:solidFill>
                    <a:srgbClr val="C00000"/>
                  </a:solidFill>
                </a:rPr>
                <a:t>Height=1</a:t>
              </a:r>
            </a:p>
          </p:txBody>
        </p:sp>
        <p:sp>
          <p:nvSpPr>
            <p:cNvPr id="12" name="TextBox 11">
              <a:extLst>
                <a:ext uri="{FF2B5EF4-FFF2-40B4-BE49-F238E27FC236}">
                  <a16:creationId xmlns:a16="http://schemas.microsoft.com/office/drawing/2014/main" id="{1294D255-B0DA-B88A-41E1-7FAD320FDE57}"/>
                </a:ext>
              </a:extLst>
            </p:cNvPr>
            <p:cNvSpPr txBox="1"/>
            <p:nvPr/>
          </p:nvSpPr>
          <p:spPr>
            <a:xfrm>
              <a:off x="5294096" y="2409464"/>
              <a:ext cx="1100446" cy="369332"/>
            </a:xfrm>
            <a:prstGeom prst="rect">
              <a:avLst/>
            </a:prstGeom>
            <a:noFill/>
          </p:spPr>
          <p:txBody>
            <a:bodyPr wrap="square" rtlCol="0">
              <a:spAutoFit/>
            </a:bodyPr>
            <a:lstStyle/>
            <a:p>
              <a:r>
                <a:rPr lang="en-US" dirty="0">
                  <a:solidFill>
                    <a:srgbClr val="C00000"/>
                  </a:solidFill>
                </a:rPr>
                <a:t>Height=2</a:t>
              </a:r>
            </a:p>
          </p:txBody>
        </p:sp>
        <p:sp>
          <p:nvSpPr>
            <p:cNvPr id="13" name="TextBox 12">
              <a:extLst>
                <a:ext uri="{FF2B5EF4-FFF2-40B4-BE49-F238E27FC236}">
                  <a16:creationId xmlns:a16="http://schemas.microsoft.com/office/drawing/2014/main" id="{DB5A20FD-F08B-B5C7-027F-1E4C8F9E3F77}"/>
                </a:ext>
              </a:extLst>
            </p:cNvPr>
            <p:cNvSpPr txBox="1"/>
            <p:nvPr/>
          </p:nvSpPr>
          <p:spPr>
            <a:xfrm>
              <a:off x="6289297" y="1731966"/>
              <a:ext cx="1100446" cy="369332"/>
            </a:xfrm>
            <a:prstGeom prst="rect">
              <a:avLst/>
            </a:prstGeom>
            <a:noFill/>
          </p:spPr>
          <p:txBody>
            <a:bodyPr wrap="square" rtlCol="0">
              <a:spAutoFit/>
            </a:bodyPr>
            <a:lstStyle/>
            <a:p>
              <a:r>
                <a:rPr lang="en-US" dirty="0">
                  <a:solidFill>
                    <a:srgbClr val="C00000"/>
                  </a:solidFill>
                </a:rPr>
                <a:t>Height=3</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41D71BA-3D76-B577-A5B8-6668A208F04B}"/>
                  </a:ext>
                </a:extLst>
              </p14:cNvPr>
              <p14:cNvContentPartPr/>
              <p14:nvPr/>
            </p14:nvContentPartPr>
            <p14:xfrm>
              <a:off x="3905280" y="1576800"/>
              <a:ext cx="5153040" cy="3475080"/>
            </p14:xfrm>
          </p:contentPart>
        </mc:Choice>
        <mc:Fallback>
          <p:pic>
            <p:nvPicPr>
              <p:cNvPr id="4" name="Ink 3">
                <a:extLst>
                  <a:ext uri="{FF2B5EF4-FFF2-40B4-BE49-F238E27FC236}">
                    <a16:creationId xmlns:a16="http://schemas.microsoft.com/office/drawing/2014/main" id="{641D71BA-3D76-B577-A5B8-6668A208F04B}"/>
                  </a:ext>
                </a:extLst>
              </p:cNvPr>
              <p:cNvPicPr/>
              <p:nvPr/>
            </p:nvPicPr>
            <p:blipFill>
              <a:blip r:embed="rId3"/>
              <a:stretch>
                <a:fillRect/>
              </a:stretch>
            </p:blipFill>
            <p:spPr>
              <a:xfrm>
                <a:off x="3895920" y="1567440"/>
                <a:ext cx="5171760" cy="3493800"/>
              </a:xfrm>
              <a:prstGeom prst="rect">
                <a:avLst/>
              </a:prstGeom>
            </p:spPr>
          </p:pic>
        </mc:Fallback>
      </mc:AlternateContent>
    </p:spTree>
    <p:extLst>
      <p:ext uri="{BB962C8B-B14F-4D97-AF65-F5344CB8AC3E}">
        <p14:creationId xmlns:p14="http://schemas.microsoft.com/office/powerpoint/2010/main" val="207440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a:t>
            </a:r>
          </a:p>
        </p:txBody>
      </p:sp>
      <p:grpSp>
        <p:nvGrpSpPr>
          <p:cNvPr id="4" name="Group 3"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6EA20C27-94E3-EF82-B066-C6C9318383F2}"/>
              </a:ext>
            </a:extLst>
          </p:cNvPr>
          <p:cNvGrpSpPr/>
          <p:nvPr/>
        </p:nvGrpSpPr>
        <p:grpSpPr>
          <a:xfrm>
            <a:off x="3102503" y="297215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0328692A-BCEB-ADDA-8859-370CE004120D}"/>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A6DE27-BF70-6AE9-235C-E0A675DF8B0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6436906" y="183681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Tree>
    <p:extLst>
      <p:ext uri="{BB962C8B-B14F-4D97-AF65-F5344CB8AC3E}">
        <p14:creationId xmlns:p14="http://schemas.microsoft.com/office/powerpoint/2010/main" val="36243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7E70-D17D-D866-00C4-3E471D6D7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DC1B1-1EDA-0D70-620F-76D7F0DEA0E1}"/>
              </a:ext>
            </a:extLst>
          </p:cNvPr>
          <p:cNvSpPr>
            <a:spLocks noGrp="1"/>
          </p:cNvSpPr>
          <p:nvPr>
            <p:ph type="title"/>
          </p:nvPr>
        </p:nvSpPr>
        <p:spPr/>
        <p:txBody>
          <a:bodyPr/>
          <a:lstStyle/>
          <a:p>
            <a:r>
              <a:rPr lang="en-US" dirty="0"/>
              <a:t>Insert -1, BST Insert Step</a:t>
            </a:r>
          </a:p>
        </p:txBody>
      </p:sp>
      <p:sp>
        <p:nvSpPr>
          <p:cNvPr id="37" name="TextBox 36">
            <a:extLst>
              <a:ext uri="{FF2B5EF4-FFF2-40B4-BE49-F238E27FC236}">
                <a16:creationId xmlns:a16="http://schemas.microsoft.com/office/drawing/2014/main" id="{ABEDCD3C-CAEA-96E7-4ED8-19D9CCCE6513}"/>
              </a:ext>
            </a:extLst>
          </p:cNvPr>
          <p:cNvSpPr txBox="1"/>
          <p:nvPr/>
        </p:nvSpPr>
        <p:spPr>
          <a:xfrm>
            <a:off x="259619" y="1234628"/>
            <a:ext cx="4088033" cy="2677656"/>
          </a:xfrm>
          <a:prstGeom prst="rect">
            <a:avLst/>
          </a:prstGeom>
          <a:noFill/>
        </p:spPr>
        <p:txBody>
          <a:bodyPr wrap="square" rtlCol="0">
            <a:spAutoFit/>
          </a:bodyPr>
          <a:lstStyle/>
          <a:p>
            <a:r>
              <a:rPr lang="en-US" sz="2400" dirty="0">
                <a:solidFill>
                  <a:srgbClr val="C00000"/>
                </a:solidFill>
              </a:rPr>
              <a:t>Not Balanced!</a:t>
            </a:r>
          </a:p>
          <a:p>
            <a:r>
              <a:rPr lang="en-US" sz="2400" dirty="0">
                <a:solidFill>
                  <a:srgbClr val="C00000"/>
                </a:solidFill>
              </a:rPr>
              <a:t>Node 9 is the “problem node” Left and right children of node 9 are different by 2.</a:t>
            </a:r>
          </a:p>
          <a:p>
            <a:endParaRPr lang="en-US" sz="2400" dirty="0">
              <a:solidFill>
                <a:srgbClr val="C00000"/>
              </a:solidFill>
            </a:endParaRPr>
          </a:p>
          <a:p>
            <a:r>
              <a:rPr lang="en-US" sz="2400" dirty="0">
                <a:solidFill>
                  <a:srgbClr val="C00000"/>
                </a:solidFill>
              </a:rPr>
              <a:t>Idea: “shorten” the left subtree, “lengthen” the right</a:t>
            </a:r>
          </a:p>
        </p:txBody>
      </p:sp>
      <p:grpSp>
        <p:nvGrpSpPr>
          <p:cNvPr id="25" name="Group 24" descr="We first follow the BST insert procedure, so -1 goes to the left of 9, to the left of 3, to the left of 1, and to the left of 0. It finally becomes the new left child of 0.&#10;&#10;Now we need to check if the tree is still balanced by checking if any nodes on the path to -1 are problem nodes. The left subtree of 0 has height 0, the right subtree has height -1. The left subtree of 1 has height 1 and the right subtree has height 0. The left subtree of 3 has height 2, the right subtree has height 1. The left subtree of 9 has height 3, the right subtree has height 1. Because the heights of 9's subtrees differ by two, the tree is not balanced. Since 9 is the deepest such node, we call it the &quot;problem node&quot;. Our next task is to modify the tree so that it becomes balanced.">
            <a:extLst>
              <a:ext uri="{FF2B5EF4-FFF2-40B4-BE49-F238E27FC236}">
                <a16:creationId xmlns:a16="http://schemas.microsoft.com/office/drawing/2014/main" id="{466D9E9A-809A-66BF-87FA-83FA11D3DD45}"/>
              </a:ext>
            </a:extLst>
          </p:cNvPr>
          <p:cNvGrpSpPr/>
          <p:nvPr/>
        </p:nvGrpSpPr>
        <p:grpSpPr>
          <a:xfrm>
            <a:off x="3106619" y="1731966"/>
            <a:ext cx="5272018" cy="3813977"/>
            <a:chOff x="3106619" y="1731966"/>
            <a:chExt cx="5272018" cy="3813977"/>
          </a:xfrm>
        </p:grpSpPr>
        <p:grpSp>
          <p:nvGrpSpPr>
            <p:cNvPr id="4" name="Group 3">
              <a:extLst>
                <a:ext uri="{FF2B5EF4-FFF2-40B4-BE49-F238E27FC236}">
                  <a16:creationId xmlns:a16="http://schemas.microsoft.com/office/drawing/2014/main" id="{8E84D685-3C5A-DFCC-FD9E-A3557DEAD208}"/>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51B81EF1-4EE0-0E4F-AA0B-4E646FD70BB1}"/>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E316C8A5-E614-A18D-1E31-2A8C6ACB2022}"/>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061506BA-81D6-87FC-45BC-BAE68D7D9831}"/>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35DD679B-FF3B-8732-AEF2-84DE62180D45}"/>
                      </a:ext>
                    </a:extLst>
                  </p:cNvPr>
                  <p:cNvSpPr/>
                  <p:nvPr/>
                </p:nvSpPr>
                <p:spPr>
                  <a:xfrm>
                    <a:off x="1556072" y="3043035"/>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4E1CD13F-89E0-9E46-50B0-5C78B75D3B4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B3E01904-EB60-AC2B-3718-3B153B59DDC1}"/>
                      </a:ext>
                    </a:extLst>
                  </p:cNvPr>
                  <p:cNvSpPr/>
                  <p:nvPr/>
                </p:nvSpPr>
                <p:spPr>
                  <a:xfrm>
                    <a:off x="820352" y="3799360"/>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45141C11-7AD8-BB59-4DB0-0E765428FD3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8329FA6-0339-F61B-DDAF-5A9D59A0873E}"/>
                      </a:ext>
                    </a:extLst>
                  </p:cNvPr>
                  <p:cNvSpPr/>
                  <p:nvPr/>
                </p:nvSpPr>
                <p:spPr>
                  <a:xfrm>
                    <a:off x="131609" y="453003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F64737FC-CEAB-3214-DD78-CC6BCFC54324}"/>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CFC023-ED33-8A4F-B8B0-6B0CA03D9F1C}"/>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8C331F5-5F4C-BB24-525E-A01A22B8E7AA}"/>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67B905-8023-F4DA-728A-79D29976BD60}"/>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896D9D5-326A-A4BB-7667-615AA5AAB5C2}"/>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A2678937-A9CA-611A-BA0E-95190A5E32D2}"/>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7E1FAB65-F1B6-348E-55ED-A0E8D10D552A}"/>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3FBF0446-4C38-A40C-3183-60278E0FF1D4}"/>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2CBDBC95-030A-0967-275E-FA96BAC19171}"/>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E266925F-FE5F-28BB-28D6-6B571E3311D0}"/>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88F8956-7450-19A6-4D80-97EEE76B123B}"/>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D171A023-2013-7C28-1E00-3DBBCC975D23}"/>
                </a:ext>
              </a:extLst>
            </p:cNvPr>
            <p:cNvSpPr/>
            <p:nvPr/>
          </p:nvSpPr>
          <p:spPr>
            <a:xfrm>
              <a:off x="3640992" y="4933432"/>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3" name="Straight Connector 2">
              <a:extLst>
                <a:ext uri="{FF2B5EF4-FFF2-40B4-BE49-F238E27FC236}">
                  <a16:creationId xmlns:a16="http://schemas.microsoft.com/office/drawing/2014/main" id="{36A3E766-CFE4-84E6-AB9C-83F80789E291}"/>
                </a:ext>
              </a:extLst>
            </p:cNvPr>
            <p:cNvCxnSpPr>
              <a:cxnSpLocks/>
              <a:stCxn id="24" idx="7"/>
              <a:endCxn id="18" idx="3"/>
            </p:cNvCxnSpPr>
            <p:nvPr/>
          </p:nvCxnSpPr>
          <p:spPr>
            <a:xfrm flipV="1">
              <a:off x="4163803" y="4720700"/>
              <a:ext cx="267920" cy="3024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8540CE8-BA79-6BA3-00AA-FDDA8B62CB62}"/>
                </a:ext>
              </a:extLst>
            </p:cNvPr>
            <p:cNvSpPr txBox="1"/>
            <p:nvPr/>
          </p:nvSpPr>
          <p:spPr>
            <a:xfrm>
              <a:off x="6289297" y="1731966"/>
              <a:ext cx="1100446" cy="369332"/>
            </a:xfrm>
            <a:prstGeom prst="rect">
              <a:avLst/>
            </a:prstGeom>
            <a:noFill/>
          </p:spPr>
          <p:txBody>
            <a:bodyPr wrap="square" rtlCol="0">
              <a:spAutoFit/>
            </a:bodyPr>
            <a:lstStyle/>
            <a:p>
              <a:r>
                <a:rPr lang="en-US" dirty="0">
                  <a:solidFill>
                    <a:srgbClr val="C00000"/>
                  </a:solidFill>
                </a:rPr>
                <a:t>Height=4</a:t>
              </a:r>
            </a:p>
          </p:txBody>
        </p:sp>
        <p:sp>
          <p:nvSpPr>
            <p:cNvPr id="29" name="TextBox 28">
              <a:extLst>
                <a:ext uri="{FF2B5EF4-FFF2-40B4-BE49-F238E27FC236}">
                  <a16:creationId xmlns:a16="http://schemas.microsoft.com/office/drawing/2014/main" id="{C176F824-BBAC-6C0F-E3D5-B57911FC92B3}"/>
                </a:ext>
              </a:extLst>
            </p:cNvPr>
            <p:cNvSpPr txBox="1"/>
            <p:nvPr/>
          </p:nvSpPr>
          <p:spPr>
            <a:xfrm>
              <a:off x="7178520" y="2376429"/>
              <a:ext cx="1100446" cy="369332"/>
            </a:xfrm>
            <a:prstGeom prst="rect">
              <a:avLst/>
            </a:prstGeom>
            <a:noFill/>
          </p:spPr>
          <p:txBody>
            <a:bodyPr wrap="square" rtlCol="0">
              <a:spAutoFit/>
            </a:bodyPr>
            <a:lstStyle/>
            <a:p>
              <a:r>
                <a:rPr lang="en-US" dirty="0">
                  <a:solidFill>
                    <a:srgbClr val="C00000"/>
                  </a:solidFill>
                </a:rPr>
                <a:t>Height=1</a:t>
              </a:r>
            </a:p>
          </p:txBody>
        </p:sp>
        <p:sp>
          <p:nvSpPr>
            <p:cNvPr id="30" name="TextBox 29">
              <a:extLst>
                <a:ext uri="{FF2B5EF4-FFF2-40B4-BE49-F238E27FC236}">
                  <a16:creationId xmlns:a16="http://schemas.microsoft.com/office/drawing/2014/main" id="{257CD296-D7EC-7DA8-8ACA-BC84E4848A70}"/>
                </a:ext>
              </a:extLst>
            </p:cNvPr>
            <p:cNvSpPr txBox="1"/>
            <p:nvPr/>
          </p:nvSpPr>
          <p:spPr>
            <a:xfrm>
              <a:off x="5337021" y="2395254"/>
              <a:ext cx="1100446" cy="369332"/>
            </a:xfrm>
            <a:prstGeom prst="rect">
              <a:avLst/>
            </a:prstGeom>
            <a:noFill/>
          </p:spPr>
          <p:txBody>
            <a:bodyPr wrap="square" rtlCol="0">
              <a:spAutoFit/>
            </a:bodyPr>
            <a:lstStyle/>
            <a:p>
              <a:r>
                <a:rPr lang="en-US" dirty="0">
                  <a:solidFill>
                    <a:srgbClr val="C00000"/>
                  </a:solidFill>
                </a:rPr>
                <a:t>Height=3</a:t>
              </a:r>
            </a:p>
          </p:txBody>
        </p:sp>
        <p:sp>
          <p:nvSpPr>
            <p:cNvPr id="31" name="TextBox 30">
              <a:extLst>
                <a:ext uri="{FF2B5EF4-FFF2-40B4-BE49-F238E27FC236}">
                  <a16:creationId xmlns:a16="http://schemas.microsoft.com/office/drawing/2014/main" id="{24ECBC2C-2970-795B-91B6-169C34DA8757}"/>
                </a:ext>
              </a:extLst>
            </p:cNvPr>
            <p:cNvSpPr txBox="1"/>
            <p:nvPr/>
          </p:nvSpPr>
          <p:spPr>
            <a:xfrm>
              <a:off x="4559586" y="3127394"/>
              <a:ext cx="1100446" cy="369332"/>
            </a:xfrm>
            <a:prstGeom prst="rect">
              <a:avLst/>
            </a:prstGeom>
            <a:noFill/>
          </p:spPr>
          <p:txBody>
            <a:bodyPr wrap="square" rtlCol="0">
              <a:spAutoFit/>
            </a:bodyPr>
            <a:lstStyle/>
            <a:p>
              <a:r>
                <a:rPr lang="en-US" dirty="0">
                  <a:solidFill>
                    <a:srgbClr val="C00000"/>
                  </a:solidFill>
                </a:rPr>
                <a:t>Height=2</a:t>
              </a:r>
            </a:p>
          </p:txBody>
        </p:sp>
        <p:sp>
          <p:nvSpPr>
            <p:cNvPr id="32" name="TextBox 31">
              <a:extLst>
                <a:ext uri="{FF2B5EF4-FFF2-40B4-BE49-F238E27FC236}">
                  <a16:creationId xmlns:a16="http://schemas.microsoft.com/office/drawing/2014/main" id="{89B12F48-5858-EC57-6EE8-47A3FCCAEA98}"/>
                </a:ext>
              </a:extLst>
            </p:cNvPr>
            <p:cNvSpPr txBox="1"/>
            <p:nvPr/>
          </p:nvSpPr>
          <p:spPr>
            <a:xfrm>
              <a:off x="3783339" y="3859534"/>
              <a:ext cx="1100446" cy="369332"/>
            </a:xfrm>
            <a:prstGeom prst="rect">
              <a:avLst/>
            </a:prstGeom>
            <a:noFill/>
          </p:spPr>
          <p:txBody>
            <a:bodyPr wrap="square" rtlCol="0">
              <a:spAutoFit/>
            </a:bodyPr>
            <a:lstStyle/>
            <a:p>
              <a:r>
                <a:rPr lang="en-US" dirty="0">
                  <a:solidFill>
                    <a:srgbClr val="C00000"/>
                  </a:solidFill>
                </a:rPr>
                <a:t>Height=1</a:t>
              </a:r>
            </a:p>
          </p:txBody>
        </p:sp>
        <p:sp>
          <p:nvSpPr>
            <p:cNvPr id="33" name="TextBox 32">
              <a:extLst>
                <a:ext uri="{FF2B5EF4-FFF2-40B4-BE49-F238E27FC236}">
                  <a16:creationId xmlns:a16="http://schemas.microsoft.com/office/drawing/2014/main" id="{5B9644E3-29DB-59A7-4081-9BDBE45A6ECD}"/>
                </a:ext>
              </a:extLst>
            </p:cNvPr>
            <p:cNvSpPr txBox="1"/>
            <p:nvPr/>
          </p:nvSpPr>
          <p:spPr>
            <a:xfrm>
              <a:off x="3106619" y="4591674"/>
              <a:ext cx="1100446" cy="369332"/>
            </a:xfrm>
            <a:prstGeom prst="rect">
              <a:avLst/>
            </a:prstGeom>
            <a:noFill/>
          </p:spPr>
          <p:txBody>
            <a:bodyPr wrap="square" rtlCol="0">
              <a:spAutoFit/>
            </a:bodyPr>
            <a:lstStyle/>
            <a:p>
              <a:r>
                <a:rPr lang="en-US" dirty="0">
                  <a:solidFill>
                    <a:srgbClr val="C00000"/>
                  </a:solidFill>
                </a:rPr>
                <a:t>Height=0</a:t>
              </a:r>
            </a:p>
          </p:txBody>
        </p:sp>
        <p:sp>
          <p:nvSpPr>
            <p:cNvPr id="34" name="TextBox 33">
              <a:extLst>
                <a:ext uri="{FF2B5EF4-FFF2-40B4-BE49-F238E27FC236}">
                  <a16:creationId xmlns:a16="http://schemas.microsoft.com/office/drawing/2014/main" id="{B47BE476-CA4B-6452-C11B-6276E8BFBA8E}"/>
                </a:ext>
              </a:extLst>
            </p:cNvPr>
            <p:cNvSpPr txBox="1"/>
            <p:nvPr/>
          </p:nvSpPr>
          <p:spPr>
            <a:xfrm>
              <a:off x="4431722" y="4961006"/>
              <a:ext cx="1228309" cy="369332"/>
            </a:xfrm>
            <a:prstGeom prst="rect">
              <a:avLst/>
            </a:prstGeom>
            <a:noFill/>
          </p:spPr>
          <p:txBody>
            <a:bodyPr wrap="square" rtlCol="0">
              <a:spAutoFit/>
            </a:bodyPr>
            <a:lstStyle/>
            <a:p>
              <a:r>
                <a:rPr lang="en-US" dirty="0">
                  <a:solidFill>
                    <a:srgbClr val="C00000"/>
                  </a:solidFill>
                </a:rPr>
                <a:t>Height=-1</a:t>
              </a:r>
            </a:p>
          </p:txBody>
        </p:sp>
        <p:sp>
          <p:nvSpPr>
            <p:cNvPr id="35" name="TextBox 34">
              <a:extLst>
                <a:ext uri="{FF2B5EF4-FFF2-40B4-BE49-F238E27FC236}">
                  <a16:creationId xmlns:a16="http://schemas.microsoft.com/office/drawing/2014/main" id="{3AB4967E-9FA1-355A-E304-2DFFE063FCE2}"/>
                </a:ext>
              </a:extLst>
            </p:cNvPr>
            <p:cNvSpPr txBox="1"/>
            <p:nvPr/>
          </p:nvSpPr>
          <p:spPr>
            <a:xfrm>
              <a:off x="5675586" y="3905381"/>
              <a:ext cx="1100446" cy="369332"/>
            </a:xfrm>
            <a:prstGeom prst="rect">
              <a:avLst/>
            </a:prstGeom>
            <a:noFill/>
          </p:spPr>
          <p:txBody>
            <a:bodyPr wrap="square" rtlCol="0">
              <a:spAutoFit/>
            </a:bodyPr>
            <a:lstStyle/>
            <a:p>
              <a:r>
                <a:rPr lang="en-US" dirty="0">
                  <a:solidFill>
                    <a:srgbClr val="C00000"/>
                  </a:solidFill>
                </a:rPr>
                <a:t>Height=0</a:t>
              </a:r>
            </a:p>
          </p:txBody>
        </p:sp>
        <p:sp>
          <p:nvSpPr>
            <p:cNvPr id="36" name="TextBox 35">
              <a:extLst>
                <a:ext uri="{FF2B5EF4-FFF2-40B4-BE49-F238E27FC236}">
                  <a16:creationId xmlns:a16="http://schemas.microsoft.com/office/drawing/2014/main" id="{E1AC04C0-7D22-0594-C2D3-51E504D49A04}"/>
                </a:ext>
              </a:extLst>
            </p:cNvPr>
            <p:cNvSpPr txBox="1"/>
            <p:nvPr/>
          </p:nvSpPr>
          <p:spPr>
            <a:xfrm>
              <a:off x="6373640" y="3113055"/>
              <a:ext cx="1100446" cy="369332"/>
            </a:xfrm>
            <a:prstGeom prst="rect">
              <a:avLst/>
            </a:prstGeom>
            <a:noFill/>
          </p:spPr>
          <p:txBody>
            <a:bodyPr wrap="square" rtlCol="0">
              <a:spAutoFit/>
            </a:bodyPr>
            <a:lstStyle/>
            <a:p>
              <a:r>
                <a:rPr lang="en-US" dirty="0">
                  <a:solidFill>
                    <a:srgbClr val="C00000"/>
                  </a:solidFill>
                </a:rPr>
                <a:t>Height=1</a:t>
              </a:r>
            </a:p>
          </p:txBody>
        </p:sp>
      </p:grpSp>
      <mc:AlternateContent xmlns:mc="http://schemas.openxmlformats.org/markup-compatibility/2006">
        <mc:Choice xmlns:p14="http://schemas.microsoft.com/office/powerpoint/2010/main" Requires="p14">
          <p:contentPart p14:bwMode="auto" r:id="rId2">
            <p14:nvContentPartPr>
              <p14:cNvPr id="26" name="Ink 25">
                <a:extLst>
                  <a:ext uri="{FF2B5EF4-FFF2-40B4-BE49-F238E27FC236}">
                    <a16:creationId xmlns:a16="http://schemas.microsoft.com/office/drawing/2014/main" id="{6D387E6B-6ED6-523A-6472-9B3B1857B100}"/>
                  </a:ext>
                </a:extLst>
              </p14:cNvPr>
              <p14:cNvContentPartPr/>
              <p14:nvPr/>
            </p14:nvContentPartPr>
            <p14:xfrm>
              <a:off x="5054400" y="1485000"/>
              <a:ext cx="3340080" cy="3674160"/>
            </p14:xfrm>
          </p:contentPart>
        </mc:Choice>
        <mc:Fallback>
          <p:pic>
            <p:nvPicPr>
              <p:cNvPr id="26" name="Ink 25">
                <a:extLst>
                  <a:ext uri="{FF2B5EF4-FFF2-40B4-BE49-F238E27FC236}">
                    <a16:creationId xmlns:a16="http://schemas.microsoft.com/office/drawing/2014/main" id="{6D387E6B-6ED6-523A-6472-9B3B1857B100}"/>
                  </a:ext>
                </a:extLst>
              </p:cNvPr>
              <p:cNvPicPr/>
              <p:nvPr/>
            </p:nvPicPr>
            <p:blipFill>
              <a:blip r:embed="rId3"/>
              <a:stretch>
                <a:fillRect/>
              </a:stretch>
            </p:blipFill>
            <p:spPr>
              <a:xfrm>
                <a:off x="5045040" y="1475640"/>
                <a:ext cx="3358800" cy="3692880"/>
              </a:xfrm>
              <a:prstGeom prst="rect">
                <a:avLst/>
              </a:prstGeom>
            </p:spPr>
          </p:pic>
        </mc:Fallback>
      </mc:AlternateContent>
    </p:spTree>
    <p:extLst>
      <p:ext uri="{BB962C8B-B14F-4D97-AF65-F5344CB8AC3E}">
        <p14:creationId xmlns:p14="http://schemas.microsoft.com/office/powerpoint/2010/main" val="189757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Right Rotation</a:t>
            </a:r>
          </a:p>
        </p:txBody>
      </p:sp>
      <p:grpSp>
        <p:nvGrpSpPr>
          <p:cNvPr id="7" name="Group 6" descr="To balance the tree we will manipulate it so that the left subtree from 9's current position gets lifted up, while the right subtree gets dropped down. Since the left subtree has greater height than the right, this will have the effect of balancing the tree.&#10;&#10;We call this a right rotation.">
            <a:extLst>
              <a:ext uri="{FF2B5EF4-FFF2-40B4-BE49-F238E27FC236}">
                <a16:creationId xmlns:a16="http://schemas.microsoft.com/office/drawing/2014/main" id="{4D21F59C-74E0-8015-134D-B8F3F30F3E64}"/>
              </a:ext>
            </a:extLst>
          </p:cNvPr>
          <p:cNvGrpSpPr/>
          <p:nvPr/>
        </p:nvGrpSpPr>
        <p:grpSpPr>
          <a:xfrm>
            <a:off x="3634272" y="1025131"/>
            <a:ext cx="4744365" cy="4516789"/>
            <a:chOff x="3634272" y="1025131"/>
            <a:chExt cx="4744365" cy="4516789"/>
          </a:xfrm>
        </p:grpSpPr>
        <p:grpSp>
          <p:nvGrpSpPr>
            <p:cNvPr id="31" name="Group 30">
              <a:extLst>
                <a:ext uri="{FF2B5EF4-FFF2-40B4-BE49-F238E27FC236}">
                  <a16:creationId xmlns:a16="http://schemas.microsoft.com/office/drawing/2014/main" id="{66733F92-11CD-5111-7D00-6232BBC3E73A}"/>
                </a:ext>
              </a:extLst>
            </p:cNvPr>
            <p:cNvGrpSpPr/>
            <p:nvPr/>
          </p:nvGrpSpPr>
          <p:grpSpPr>
            <a:xfrm>
              <a:off x="4342023" y="2047599"/>
              <a:ext cx="4036614" cy="2762801"/>
              <a:chOff x="8079280" y="365125"/>
              <a:chExt cx="4036614" cy="2762801"/>
            </a:xfrm>
          </p:grpSpPr>
          <p:grpSp>
            <p:nvGrpSpPr>
              <p:cNvPr id="32" name="Group 31">
                <a:extLst>
                  <a:ext uri="{FF2B5EF4-FFF2-40B4-BE49-F238E27FC236}">
                    <a16:creationId xmlns:a16="http://schemas.microsoft.com/office/drawing/2014/main" id="{FD2AF4A6-4D89-1783-6181-E32934CFF5AC}"/>
                  </a:ext>
                </a:extLst>
              </p:cNvPr>
              <p:cNvGrpSpPr/>
              <p:nvPr/>
            </p:nvGrpSpPr>
            <p:grpSpPr>
              <a:xfrm>
                <a:off x="8079280" y="365125"/>
                <a:ext cx="4036614" cy="2762801"/>
                <a:chOff x="5413263" y="1203158"/>
                <a:chExt cx="4036614" cy="2762801"/>
              </a:xfrm>
            </p:grpSpPr>
            <p:grpSp>
              <p:nvGrpSpPr>
                <p:cNvPr id="37" name="Group 36">
                  <a:extLst>
                    <a:ext uri="{FF2B5EF4-FFF2-40B4-BE49-F238E27FC236}">
                      <a16:creationId xmlns:a16="http://schemas.microsoft.com/office/drawing/2014/main" id="{33C35221-1551-0D95-4C4E-31EB65B01FA1}"/>
                    </a:ext>
                  </a:extLst>
                </p:cNvPr>
                <p:cNvGrpSpPr/>
                <p:nvPr/>
              </p:nvGrpSpPr>
              <p:grpSpPr>
                <a:xfrm>
                  <a:off x="5413263" y="1203158"/>
                  <a:ext cx="4036614" cy="2762801"/>
                  <a:chOff x="131609" y="2379747"/>
                  <a:chExt cx="4036614" cy="2762801"/>
                </a:xfrm>
              </p:grpSpPr>
              <p:sp>
                <p:nvSpPr>
                  <p:cNvPr id="40" name="Oval 39">
                    <a:extLst>
                      <a:ext uri="{FF2B5EF4-FFF2-40B4-BE49-F238E27FC236}">
                        <a16:creationId xmlns:a16="http://schemas.microsoft.com/office/drawing/2014/main" id="{14D850BE-CEF1-9E8A-F61D-6A75E110BF83}"/>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1" name="Oval 40">
                    <a:extLst>
                      <a:ext uri="{FF2B5EF4-FFF2-40B4-BE49-F238E27FC236}">
                        <a16:creationId xmlns:a16="http://schemas.microsoft.com/office/drawing/2014/main" id="{BC64D0A1-366D-B24D-FF5C-8FCE0550DE07}"/>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2" name="Oval 41">
                    <a:extLst>
                      <a:ext uri="{FF2B5EF4-FFF2-40B4-BE49-F238E27FC236}">
                        <a16:creationId xmlns:a16="http://schemas.microsoft.com/office/drawing/2014/main" id="{D267B3C8-CF39-D972-D499-9B466E3823D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43" name="Oval 42">
                    <a:extLst>
                      <a:ext uri="{FF2B5EF4-FFF2-40B4-BE49-F238E27FC236}">
                        <a16:creationId xmlns:a16="http://schemas.microsoft.com/office/drawing/2014/main" id="{BC524C98-F5EC-5235-543A-3DE282D010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6627DA89-CC89-5735-2F3D-1D6FDB0871B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45" name="Oval 44">
                    <a:extLst>
                      <a:ext uri="{FF2B5EF4-FFF2-40B4-BE49-F238E27FC236}">
                        <a16:creationId xmlns:a16="http://schemas.microsoft.com/office/drawing/2014/main" id="{6D11AC06-F107-E470-6719-E5EF9432BEC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6" name="Straight Connector 45">
                    <a:extLst>
                      <a:ext uri="{FF2B5EF4-FFF2-40B4-BE49-F238E27FC236}">
                        <a16:creationId xmlns:a16="http://schemas.microsoft.com/office/drawing/2014/main" id="{194ECF9E-B94A-29E8-FF3E-B4E8FB25E852}"/>
                      </a:ext>
                    </a:extLst>
                  </p:cNvPr>
                  <p:cNvCxnSpPr>
                    <a:cxnSpLocks/>
                    <a:stCxn id="40" idx="3"/>
                    <a:endCxn id="41"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6165BC-A4F3-4267-136E-7BD1A73A2C6D}"/>
                      </a:ext>
                    </a:extLst>
                  </p:cNvPr>
                  <p:cNvCxnSpPr>
                    <a:cxnSpLocks/>
                    <a:stCxn id="40" idx="5"/>
                    <a:endCxn id="42"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6B6B665-BDEE-47DB-3C75-935F780313D8}"/>
                      </a:ext>
                    </a:extLst>
                  </p:cNvPr>
                  <p:cNvCxnSpPr>
                    <a:stCxn id="43" idx="7"/>
                    <a:endCxn id="41"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D852F46-B979-52F6-E71D-FAF66FE1C2D6}"/>
                      </a:ext>
                    </a:extLst>
                  </p:cNvPr>
                  <p:cNvCxnSpPr>
                    <a:cxnSpLocks/>
                    <a:stCxn id="45" idx="7"/>
                    <a:endCxn id="43"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5382030-36B7-D8B2-23CF-5E65197EE9CC}"/>
                      </a:ext>
                    </a:extLst>
                  </p:cNvPr>
                  <p:cNvCxnSpPr>
                    <a:stCxn id="44" idx="1"/>
                    <a:endCxn id="42"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Oval 37">
                  <a:extLst>
                    <a:ext uri="{FF2B5EF4-FFF2-40B4-BE49-F238E27FC236}">
                      <a16:creationId xmlns:a16="http://schemas.microsoft.com/office/drawing/2014/main" id="{BDC1F8CA-D134-02B9-8C5E-5669AEFDE40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9" name="Straight Connector 38">
                  <a:extLst>
                    <a:ext uri="{FF2B5EF4-FFF2-40B4-BE49-F238E27FC236}">
                      <a16:creationId xmlns:a16="http://schemas.microsoft.com/office/drawing/2014/main" id="{CED3D65B-D98F-3587-4AE2-40AAC38105E7}"/>
                    </a:ext>
                  </a:extLst>
                </p:cNvPr>
                <p:cNvCxnSpPr>
                  <a:cxnSpLocks/>
                  <a:stCxn id="38" idx="1"/>
                  <a:endCxn id="41"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A47DF7D-077F-F394-C67E-662BC972EC19}"/>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4" name="Oval 33">
                <a:extLst>
                  <a:ext uri="{FF2B5EF4-FFF2-40B4-BE49-F238E27FC236}">
                    <a16:creationId xmlns:a16="http://schemas.microsoft.com/office/drawing/2014/main" id="{292400DA-713E-E427-658F-8DA98C8225CE}"/>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35" name="Straight Connector 34">
                <a:extLst>
                  <a:ext uri="{FF2B5EF4-FFF2-40B4-BE49-F238E27FC236}">
                    <a16:creationId xmlns:a16="http://schemas.microsoft.com/office/drawing/2014/main" id="{FCB30EAD-7061-219B-8773-2928FEFF31F6}"/>
                  </a:ext>
                </a:extLst>
              </p:cNvPr>
              <p:cNvCxnSpPr>
                <a:cxnSpLocks/>
                <a:stCxn id="33" idx="1"/>
                <a:endCxn id="43"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8AFBD25-F6C3-4DFD-B3CE-0BF40BF4A6B2}"/>
                  </a:ext>
                </a:extLst>
              </p:cNvPr>
              <p:cNvCxnSpPr>
                <a:cxnSpLocks/>
                <a:stCxn id="34" idx="1"/>
                <a:endCxn id="38"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FC9F66D2-0D12-6C9C-4A26-2809492EDCBF}"/>
                </a:ext>
              </a:extLst>
            </p:cNvPr>
            <p:cNvGrpSpPr/>
            <p:nvPr/>
          </p:nvGrpSpPr>
          <p:grpSpPr>
            <a:xfrm>
              <a:off x="3634272" y="1025131"/>
              <a:ext cx="3976653" cy="4516789"/>
              <a:chOff x="3634272" y="1025131"/>
              <a:chExt cx="3976653" cy="4516789"/>
            </a:xfrm>
          </p:grpSpPr>
          <p:sp>
            <p:nvSpPr>
              <p:cNvPr id="3" name="Oval 2">
                <a:extLst>
                  <a:ext uri="{FF2B5EF4-FFF2-40B4-BE49-F238E27FC236}">
                    <a16:creationId xmlns:a16="http://schemas.microsoft.com/office/drawing/2014/main" id="{F186EDC3-E416-05CF-9067-F30AA73EF314}"/>
                  </a:ext>
                </a:extLst>
              </p:cNvPr>
              <p:cNvSpPr/>
              <p:nvPr/>
            </p:nvSpPr>
            <p:spPr>
              <a:xfrm>
                <a:off x="3634272" y="4929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5" name="Straight Connector 24">
                <a:extLst>
                  <a:ext uri="{FF2B5EF4-FFF2-40B4-BE49-F238E27FC236}">
                    <a16:creationId xmlns:a16="http://schemas.microsoft.com/office/drawing/2014/main" id="{05DDBCDF-B0E8-9E3D-618B-C5949394660A}"/>
                  </a:ext>
                </a:extLst>
              </p:cNvPr>
              <p:cNvCxnSpPr>
                <a:cxnSpLocks/>
                <a:stCxn id="3" idx="7"/>
                <a:endCxn id="45" idx="3"/>
              </p:cNvCxnSpPr>
              <p:nvPr/>
            </p:nvCxnSpPr>
            <p:spPr>
              <a:xfrm flipV="1">
                <a:off x="4157083" y="4720700"/>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Arrow: Circular 28">
                <a:extLst>
                  <a:ext uri="{FF2B5EF4-FFF2-40B4-BE49-F238E27FC236}">
                    <a16:creationId xmlns:a16="http://schemas.microsoft.com/office/drawing/2014/main" id="{2DFE5A13-2615-2C1A-4922-C60FF284B30E}"/>
                  </a:ext>
                </a:extLst>
              </p:cNvPr>
              <p:cNvSpPr/>
              <p:nvPr/>
            </p:nvSpPr>
            <p:spPr>
              <a:xfrm>
                <a:off x="5691768" y="1025131"/>
                <a:ext cx="1919157"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2935FEF3-F674-260A-FAF7-FCA2C2A5EF54}"/>
                  </a:ext>
                </a:extLst>
              </p:cNvPr>
              <p:cNvSpPr txBox="1"/>
              <p:nvPr/>
            </p:nvSpPr>
            <p:spPr>
              <a:xfrm>
                <a:off x="5337021" y="2395254"/>
                <a:ext cx="1100446" cy="369332"/>
              </a:xfrm>
              <a:prstGeom prst="rect">
                <a:avLst/>
              </a:prstGeom>
              <a:noFill/>
            </p:spPr>
            <p:txBody>
              <a:bodyPr wrap="square" rtlCol="0">
                <a:spAutoFit/>
              </a:bodyPr>
              <a:lstStyle/>
              <a:p>
                <a:r>
                  <a:rPr lang="en-US" dirty="0">
                    <a:solidFill>
                      <a:srgbClr val="C00000"/>
                    </a:solidFill>
                  </a:rPr>
                  <a:t>Height=3</a:t>
                </a:r>
              </a:p>
            </p:txBody>
          </p:sp>
        </p:grpSp>
        <p:sp>
          <p:nvSpPr>
            <p:cNvPr id="5" name="TextBox 4">
              <a:extLst>
                <a:ext uri="{FF2B5EF4-FFF2-40B4-BE49-F238E27FC236}">
                  <a16:creationId xmlns:a16="http://schemas.microsoft.com/office/drawing/2014/main" id="{3612BBBE-77ED-6466-47E4-E36D59B76F26}"/>
                </a:ext>
              </a:extLst>
            </p:cNvPr>
            <p:cNvSpPr txBox="1"/>
            <p:nvPr/>
          </p:nvSpPr>
          <p:spPr>
            <a:xfrm>
              <a:off x="7151968" y="2390638"/>
              <a:ext cx="1100446" cy="369332"/>
            </a:xfrm>
            <a:prstGeom prst="rect">
              <a:avLst/>
            </a:prstGeom>
            <a:noFill/>
          </p:spPr>
          <p:txBody>
            <a:bodyPr wrap="square" rtlCol="0">
              <a:spAutoFit/>
            </a:bodyPr>
            <a:lstStyle/>
            <a:p>
              <a:r>
                <a:rPr lang="en-US" dirty="0">
                  <a:solidFill>
                    <a:srgbClr val="C00000"/>
                  </a:solidFill>
                </a:rPr>
                <a:t>Height=1</a:t>
              </a:r>
            </a:p>
          </p:txBody>
        </p:sp>
      </p:grpSp>
      <p:sp>
        <p:nvSpPr>
          <p:cNvPr id="30" name="TextBox 29">
            <a:extLst>
              <a:ext uri="{FF2B5EF4-FFF2-40B4-BE49-F238E27FC236}">
                <a16:creationId xmlns:a16="http://schemas.microsoft.com/office/drawing/2014/main" id="{7648F3C6-8527-ECD6-3799-58D47DA49C8A}"/>
              </a:ext>
            </a:extLst>
          </p:cNvPr>
          <p:cNvSpPr txBox="1"/>
          <p:nvPr/>
        </p:nvSpPr>
        <p:spPr>
          <a:xfrm>
            <a:off x="7445333" y="663181"/>
            <a:ext cx="4780348" cy="923330"/>
          </a:xfrm>
          <a:prstGeom prst="rect">
            <a:avLst/>
          </a:prstGeom>
          <a:noFill/>
        </p:spPr>
        <p:txBody>
          <a:bodyPr wrap="non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right</a:t>
            </a:r>
          </a:p>
        </p:txBody>
      </p:sp>
    </p:spTree>
    <p:extLst>
      <p:ext uri="{BB962C8B-B14F-4D97-AF65-F5344CB8AC3E}">
        <p14:creationId xmlns:p14="http://schemas.microsoft.com/office/powerpoint/2010/main" val="879924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After the Right Rotation, Balanced!</a:t>
            </a:r>
          </a:p>
        </p:txBody>
      </p:sp>
      <p:grpSp>
        <p:nvGrpSpPr>
          <p:cNvPr id="44" name="Group 43"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7CBF398B-D693-21E7-2857-72DF6C3B913F}"/>
              </a:ext>
            </a:extLst>
          </p:cNvPr>
          <p:cNvGrpSpPr/>
          <p:nvPr/>
        </p:nvGrpSpPr>
        <p:grpSpPr>
          <a:xfrm>
            <a:off x="3580150" y="2052895"/>
            <a:ext cx="5435080" cy="2786840"/>
            <a:chOff x="3580150" y="2052895"/>
            <a:chExt cx="5435080" cy="2786840"/>
          </a:xfrm>
        </p:grpSpPr>
        <p:sp>
          <p:nvSpPr>
            <p:cNvPr id="3" name="TextBox 2">
              <a:extLst>
                <a:ext uri="{FF2B5EF4-FFF2-40B4-BE49-F238E27FC236}">
                  <a16:creationId xmlns:a16="http://schemas.microsoft.com/office/drawing/2014/main" id="{902BE693-5C0B-82A9-1244-AA550969F22A}"/>
                </a:ext>
              </a:extLst>
            </p:cNvPr>
            <p:cNvSpPr txBox="1"/>
            <p:nvPr/>
          </p:nvSpPr>
          <p:spPr>
            <a:xfrm>
              <a:off x="4605823" y="2467076"/>
              <a:ext cx="1100446" cy="369332"/>
            </a:xfrm>
            <a:prstGeom prst="rect">
              <a:avLst/>
            </a:prstGeom>
            <a:noFill/>
          </p:spPr>
          <p:txBody>
            <a:bodyPr wrap="square" rtlCol="0">
              <a:spAutoFit/>
            </a:bodyPr>
            <a:lstStyle/>
            <a:p>
              <a:r>
                <a:rPr lang="en-US" dirty="0">
                  <a:solidFill>
                    <a:srgbClr val="C00000"/>
                  </a:solidFill>
                </a:rPr>
                <a:t>Height=2</a:t>
              </a:r>
            </a:p>
          </p:txBody>
        </p:sp>
        <p:sp>
          <p:nvSpPr>
            <p:cNvPr id="4" name="TextBox 3">
              <a:extLst>
                <a:ext uri="{FF2B5EF4-FFF2-40B4-BE49-F238E27FC236}">
                  <a16:creationId xmlns:a16="http://schemas.microsoft.com/office/drawing/2014/main" id="{25E5EE67-720F-9860-1328-5A83BD762D1E}"/>
                </a:ext>
              </a:extLst>
            </p:cNvPr>
            <p:cNvSpPr txBox="1"/>
            <p:nvPr/>
          </p:nvSpPr>
          <p:spPr>
            <a:xfrm>
              <a:off x="7074742" y="2359534"/>
              <a:ext cx="1100446" cy="369332"/>
            </a:xfrm>
            <a:prstGeom prst="rect">
              <a:avLst/>
            </a:prstGeom>
            <a:noFill/>
          </p:spPr>
          <p:txBody>
            <a:bodyPr wrap="square" rtlCol="0">
              <a:spAutoFit/>
            </a:bodyPr>
            <a:lstStyle/>
            <a:p>
              <a:r>
                <a:rPr lang="en-US" dirty="0">
                  <a:solidFill>
                    <a:srgbClr val="C00000"/>
                  </a:solidFill>
                </a:rPr>
                <a:t>Height=2</a:t>
              </a:r>
            </a:p>
          </p:txBody>
        </p:sp>
        <p:grpSp>
          <p:nvGrpSpPr>
            <p:cNvPr id="5" name="Group 4"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C998AF2D-B8EF-4FBF-E3A3-08849738D55E}"/>
                </a:ext>
              </a:extLst>
            </p:cNvPr>
            <p:cNvGrpSpPr/>
            <p:nvPr/>
          </p:nvGrpSpPr>
          <p:grpSpPr>
            <a:xfrm>
              <a:off x="3580150" y="2052895"/>
              <a:ext cx="5435080" cy="2786840"/>
              <a:chOff x="3580150" y="2052895"/>
              <a:chExt cx="5435080" cy="2786840"/>
            </a:xfrm>
          </p:grpSpPr>
          <p:sp>
            <p:nvSpPr>
              <p:cNvPr id="6" name="Oval 5">
                <a:extLst>
                  <a:ext uri="{FF2B5EF4-FFF2-40B4-BE49-F238E27FC236}">
                    <a16:creationId xmlns:a16="http://schemas.microsoft.com/office/drawing/2014/main" id="{143685EF-41A1-C1A1-3A0A-D90330E55043}"/>
                  </a:ext>
                </a:extLst>
              </p:cNvPr>
              <p:cNvSpPr/>
              <p:nvPr/>
            </p:nvSpPr>
            <p:spPr>
              <a:xfrm>
                <a:off x="3580150" y="422722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a:extLst>
                  <a:ext uri="{FF2B5EF4-FFF2-40B4-BE49-F238E27FC236}">
                    <a16:creationId xmlns:a16="http://schemas.microsoft.com/office/drawing/2014/main" id="{C15D3743-9C8D-7CEB-ACBB-2F399BD24653}"/>
                  </a:ext>
                </a:extLst>
              </p:cNvPr>
              <p:cNvCxnSpPr>
                <a:cxnSpLocks/>
                <a:stCxn id="6" idx="7"/>
                <a:endCxn id="12" idx="3"/>
              </p:cNvCxnSpPr>
              <p:nvPr/>
            </p:nvCxnSpPr>
            <p:spPr>
              <a:xfrm flipV="1">
                <a:off x="4102961" y="4018515"/>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1250959-8E99-6966-F963-BAA05653DDA5}"/>
                  </a:ext>
                </a:extLst>
              </p:cNvPr>
              <p:cNvSpPr/>
              <p:nvPr/>
            </p:nvSpPr>
            <p:spPr>
              <a:xfrm>
                <a:off x="5922824" y="20528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11FDE89D-E20D-70FB-53D3-3E18FA707DCE}"/>
                  </a:ext>
                </a:extLst>
              </p:cNvPr>
              <p:cNvSpPr/>
              <p:nvPr/>
            </p:nvSpPr>
            <p:spPr>
              <a:xfrm>
                <a:off x="7153615" y="26753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Oval 9">
                <a:extLst>
                  <a:ext uri="{FF2B5EF4-FFF2-40B4-BE49-F238E27FC236}">
                    <a16:creationId xmlns:a16="http://schemas.microsoft.com/office/drawing/2014/main" id="{70D8A17D-C7C5-5EB3-7551-0A0308B51646}"/>
                  </a:ext>
                </a:extLst>
              </p:cNvPr>
              <p:cNvSpPr/>
              <p:nvPr/>
            </p:nvSpPr>
            <p:spPr>
              <a:xfrm>
                <a:off x="4976644" y="27650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Oval 10">
                <a:extLst>
                  <a:ext uri="{FF2B5EF4-FFF2-40B4-BE49-F238E27FC236}">
                    <a16:creationId xmlns:a16="http://schemas.microsoft.com/office/drawing/2014/main" id="{4EC5B958-E4D6-293F-1304-F6578728BB38}"/>
                  </a:ext>
                </a:extLst>
              </p:cNvPr>
              <p:cNvSpPr/>
              <p:nvPr/>
            </p:nvSpPr>
            <p:spPr>
              <a:xfrm>
                <a:off x="7766126" y="33654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 name="Oval 11">
                <a:extLst>
                  <a:ext uri="{FF2B5EF4-FFF2-40B4-BE49-F238E27FC236}">
                    <a16:creationId xmlns:a16="http://schemas.microsoft.com/office/drawing/2014/main" id="{A9547BEC-3EDD-AB7E-92D5-1C728C4F47F4}"/>
                  </a:ext>
                </a:extLst>
              </p:cNvPr>
              <p:cNvSpPr/>
              <p:nvPr/>
            </p:nvSpPr>
            <p:spPr>
              <a:xfrm>
                <a:off x="4287901" y="34957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3" name="Straight Connector 12">
                <a:extLst>
                  <a:ext uri="{FF2B5EF4-FFF2-40B4-BE49-F238E27FC236}">
                    <a16:creationId xmlns:a16="http://schemas.microsoft.com/office/drawing/2014/main" id="{D04606F6-7F29-37C4-FECC-1A9006FF6669}"/>
                  </a:ext>
                </a:extLst>
              </p:cNvPr>
              <p:cNvCxnSpPr>
                <a:cxnSpLocks/>
                <a:stCxn id="8" idx="3"/>
                <a:endCxn id="10" idx="7"/>
              </p:cNvCxnSpPr>
              <p:nvPr/>
            </p:nvCxnSpPr>
            <p:spPr>
              <a:xfrm flipH="1">
                <a:off x="5499455" y="2575706"/>
                <a:ext cx="513069" cy="279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8303DD9-0FDF-AB5A-BEE9-7E9299BBA5EE}"/>
                  </a:ext>
                </a:extLst>
              </p:cNvPr>
              <p:cNvCxnSpPr>
                <a:cxnSpLocks/>
                <a:stCxn id="8" idx="5"/>
                <a:endCxn id="9" idx="1"/>
              </p:cNvCxnSpPr>
              <p:nvPr/>
            </p:nvCxnSpPr>
            <p:spPr>
              <a:xfrm>
                <a:off x="6445635" y="2575706"/>
                <a:ext cx="797680" cy="189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D1352A-0BEF-F5FD-C5EB-25497543FC3F}"/>
                  </a:ext>
                </a:extLst>
              </p:cNvPr>
              <p:cNvCxnSpPr>
                <a:cxnSpLocks/>
                <a:stCxn id="12" idx="7"/>
                <a:endCxn id="10" idx="3"/>
              </p:cNvCxnSpPr>
              <p:nvPr/>
            </p:nvCxnSpPr>
            <p:spPr>
              <a:xfrm flipV="1">
                <a:off x="4810712" y="3287838"/>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B7EA120-29AD-C897-6C70-BF418B22615B}"/>
                  </a:ext>
                </a:extLst>
              </p:cNvPr>
              <p:cNvCxnSpPr>
                <a:stCxn id="11" idx="1"/>
                <a:endCxn id="9" idx="5"/>
              </p:cNvCxnSpPr>
              <p:nvPr/>
            </p:nvCxnSpPr>
            <p:spPr>
              <a:xfrm flipH="1" flipV="1">
                <a:off x="7676426" y="3198138"/>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CF547058-C66B-B184-0940-929345BB36D3}"/>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8" name="Straight Connector 17">
                <a:extLst>
                  <a:ext uri="{FF2B5EF4-FFF2-40B4-BE49-F238E27FC236}">
                    <a16:creationId xmlns:a16="http://schemas.microsoft.com/office/drawing/2014/main" id="{39B46A1A-82EA-42C0-209C-D34ED0ADD90A}"/>
                  </a:ext>
                </a:extLst>
              </p:cNvPr>
              <p:cNvCxnSpPr>
                <a:cxnSpLocks/>
                <a:stCxn id="17" idx="7"/>
                <a:endCxn id="9" idx="3"/>
              </p:cNvCxnSpPr>
              <p:nvPr/>
            </p:nvCxnSpPr>
            <p:spPr>
              <a:xfrm flipV="1">
                <a:off x="6982861" y="3198138"/>
                <a:ext cx="260454" cy="2562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91A5D5A-B10B-E5AA-E494-E2DFFF2DE054}"/>
                  </a:ext>
                </a:extLst>
              </p:cNvPr>
              <p:cNvSpPr/>
              <p:nvPr/>
            </p:nvSpPr>
            <p:spPr>
              <a:xfrm>
                <a:off x="5665098" y="3490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Oval 19">
                <a:extLst>
                  <a:ext uri="{FF2B5EF4-FFF2-40B4-BE49-F238E27FC236}">
                    <a16:creationId xmlns:a16="http://schemas.microsoft.com/office/drawing/2014/main" id="{F77AC3DF-ADB2-B9E4-77BB-A26FE6571DC5}"/>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1" name="Straight Connector 20">
                <a:extLst>
                  <a:ext uri="{FF2B5EF4-FFF2-40B4-BE49-F238E27FC236}">
                    <a16:creationId xmlns:a16="http://schemas.microsoft.com/office/drawing/2014/main" id="{53F775FF-294A-2A32-ACB8-BBC4C12DDB99}"/>
                  </a:ext>
                </a:extLst>
              </p:cNvPr>
              <p:cNvCxnSpPr>
                <a:cxnSpLocks/>
                <a:stCxn id="19" idx="1"/>
                <a:endCxn id="10" idx="5"/>
              </p:cNvCxnSpPr>
              <p:nvPr/>
            </p:nvCxnSpPr>
            <p:spPr>
              <a:xfrm flipH="1" flipV="1">
                <a:off x="5499455" y="3287838"/>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7F2D4-1AE7-FA00-3F9C-C4CD8F927A77}"/>
                  </a:ext>
                </a:extLst>
              </p:cNvPr>
              <p:cNvCxnSpPr>
                <a:cxnSpLocks/>
                <a:stCxn id="20" idx="1"/>
                <a:endCxn id="17"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64D004B9-F124-DA5A-4618-467B7D734F48}"/>
                  </a:ext>
                </a:extLst>
              </p:cNvPr>
              <p:cNvSpPr/>
              <p:nvPr/>
            </p:nvSpPr>
            <p:spPr>
              <a:xfrm>
                <a:off x="8402719" y="419259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5" name="Straight Connector 24">
                <a:extLst>
                  <a:ext uri="{FF2B5EF4-FFF2-40B4-BE49-F238E27FC236}">
                    <a16:creationId xmlns:a16="http://schemas.microsoft.com/office/drawing/2014/main" id="{29303912-6311-F65C-3DDE-3FADD2D529DA}"/>
                  </a:ext>
                </a:extLst>
              </p:cNvPr>
              <p:cNvCxnSpPr>
                <a:cxnSpLocks/>
                <a:stCxn id="11" idx="5"/>
                <a:endCxn id="23" idx="1"/>
              </p:cNvCxnSpPr>
              <p:nvPr/>
            </p:nvCxnSpPr>
            <p:spPr>
              <a:xfrm>
                <a:off x="8288937" y="3888218"/>
                <a:ext cx="203482" cy="394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4465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Right Rotation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22720" y="1334280"/>
                <a:ext cx="10515600" cy="4351338"/>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𝑐</m:t>
                    </m:r>
                  </m:oMath>
                </a14:m>
                <a:r>
                  <a:rPr lang="en-US" dirty="0"/>
                  <a:t>, node </a:t>
                </a:r>
                <a14:m>
                  <m:oMath xmlns:m="http://schemas.openxmlformats.org/officeDocument/2006/math">
                    <m:r>
                      <a:rPr lang="en-US" b="0" i="1" smtClean="0">
                        <a:latin typeface="Cambria Math" panose="02040503050406030204" pitchFamily="18" charset="0"/>
                      </a:rPr>
                      <m:t>𝑎</m:t>
                    </m:r>
                  </m:oMath>
                </a14:m>
                <a:r>
                  <a:rPr lang="en-US" dirty="0"/>
                  <a:t> is the deepest “problem” node</a:t>
                </a:r>
              </a:p>
              <a:p>
                <a:r>
                  <a:rPr lang="en-US" dirty="0"/>
                  <a:t>Make the left child the new root</a:t>
                </a:r>
              </a:p>
              <a:p>
                <a:r>
                  <a:rPr lang="en-US" dirty="0"/>
                  <a:t>Make the old root the right child of the new</a:t>
                </a:r>
              </a:p>
              <a:p>
                <a:r>
                  <a:rPr lang="en-US" dirty="0"/>
                  <a:t>Make the new root’s right subtree the old root’s left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22720" y="1334280"/>
                <a:ext cx="10515600" cy="4351338"/>
              </a:xfrm>
              <a:blipFill>
                <a:blip r:embed="rId2"/>
                <a:stretch>
                  <a:fillRect l="-1043" t="-2381"/>
                </a:stretch>
              </a:blipFill>
            </p:spPr>
            <p:txBody>
              <a:bodyPr/>
              <a:lstStyle/>
              <a:p>
                <a:r>
                  <a:rPr lang="en-US">
                    <a:noFill/>
                  </a:rPr>
                  <a:t> </a:t>
                </a:r>
              </a:p>
            </p:txBody>
          </p:sp>
        </mc:Fallback>
      </mc:AlternateContent>
      <p:grpSp>
        <p:nvGrpSpPr>
          <p:cNvPr id="11" name="Group 10"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113BF118-F3B3-D85D-1127-882F46ADEECC}"/>
              </a:ext>
            </a:extLst>
          </p:cNvPr>
          <p:cNvGrpSpPr/>
          <p:nvPr/>
        </p:nvGrpSpPr>
        <p:grpSpPr>
          <a:xfrm>
            <a:off x="726067" y="3306616"/>
            <a:ext cx="3585521" cy="3546164"/>
            <a:chOff x="726067" y="3306616"/>
            <a:chExt cx="3585521" cy="3546164"/>
          </a:xfrm>
        </p:grpSpPr>
        <p:grpSp>
          <p:nvGrpSpPr>
            <p:cNvPr id="71" name="Group 70">
              <a:extLst>
                <a:ext uri="{FF2B5EF4-FFF2-40B4-BE49-F238E27FC236}">
                  <a16:creationId xmlns:a16="http://schemas.microsoft.com/office/drawing/2014/main" id="{8ECBA3C8-A102-5ECE-C2C8-45E18D336C3D}"/>
                </a:ext>
              </a:extLst>
            </p:cNvPr>
            <p:cNvGrpSpPr/>
            <p:nvPr/>
          </p:nvGrpSpPr>
          <p:grpSpPr>
            <a:xfrm>
              <a:off x="726067" y="3438938"/>
              <a:ext cx="3585521" cy="3413842"/>
              <a:chOff x="726067" y="3227705"/>
              <a:chExt cx="3585521" cy="3413842"/>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cxnSp>
          <p:nvCxnSpPr>
            <p:cNvPr id="10" name="Straight Connector 9">
              <a:extLst>
                <a:ext uri="{FF2B5EF4-FFF2-40B4-BE49-F238E27FC236}">
                  <a16:creationId xmlns:a16="http://schemas.microsoft.com/office/drawing/2014/main" id="{F3D8A0BC-99DD-A525-FF55-BF07C66E8E1F}"/>
                </a:ext>
              </a:extLst>
            </p:cNvPr>
            <p:cNvCxnSpPr>
              <a:cxnSpLocks/>
              <a:stCxn id="4" idx="0"/>
            </p:cNvCxnSpPr>
            <p:nvPr/>
          </p:nvCxnSpPr>
          <p:spPr>
            <a:xfrm flipV="1">
              <a:off x="2801570" y="3306616"/>
              <a:ext cx="0" cy="24877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64" name="Arrow: Right 6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88549AC5-13F6-C0FF-FEBC-7A399516549C}"/>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2" name="Group 11"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84232B4C-4E6B-BF79-0647-5806F7070993}"/>
              </a:ext>
            </a:extLst>
          </p:cNvPr>
          <p:cNvGrpSpPr/>
          <p:nvPr/>
        </p:nvGrpSpPr>
        <p:grpSpPr>
          <a:xfrm>
            <a:off x="7493545" y="3306616"/>
            <a:ext cx="3471088" cy="2739296"/>
            <a:chOff x="7493545" y="3306616"/>
            <a:chExt cx="3471088" cy="2739296"/>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7578756" y="3549819"/>
              <a:ext cx="3385877" cy="2496093"/>
              <a:chOff x="7175930" y="136853"/>
              <a:chExt cx="3385877" cy="2496093"/>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FB41DCC-41DB-D581-B281-F635D03CF8ED}"/>
                    </a:ext>
                  </a:extLst>
                </p:cNvPr>
                <p:cNvSpPr txBox="1"/>
                <p:nvPr/>
              </p:nvSpPr>
              <p:spPr>
                <a:xfrm>
                  <a:off x="7493545" y="4095067"/>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7493545" y="4095067"/>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D7BB27A-42A5-BE9A-F1FF-42EABAE1A987}"/>
                    </a:ext>
                  </a:extLst>
                </p:cNvPr>
                <p:cNvSpPr txBox="1"/>
                <p:nvPr/>
              </p:nvSpPr>
              <p:spPr>
                <a:xfrm>
                  <a:off x="8903142" y="421725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8903142" y="4217250"/>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62FD0DC-BCE5-FBBA-1AFF-5D9EBF1AE5F1}"/>
                    </a:ext>
                  </a:extLst>
                </p:cNvPr>
                <p:cNvSpPr txBox="1"/>
                <p:nvPr/>
              </p:nvSpPr>
              <p:spPr>
                <a:xfrm>
                  <a:off x="8197681" y="3414882"/>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8197681" y="3414882"/>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14EBFC5-1ACD-0DA1-DFC1-D0673D9497BA}"/>
                    </a:ext>
                  </a:extLst>
                </p:cNvPr>
                <p:cNvSpPr txBox="1"/>
                <p:nvPr/>
              </p:nvSpPr>
              <p:spPr>
                <a:xfrm>
                  <a:off x="8967387"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8967387" y="4830916"/>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7634E40-271E-6922-B9EA-EFC82ADE55EC}"/>
                    </a:ext>
                  </a:extLst>
                </p:cNvPr>
                <p:cNvSpPr txBox="1"/>
                <p:nvPr/>
              </p:nvSpPr>
              <p:spPr>
                <a:xfrm>
                  <a:off x="10038951"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10038951" y="4830916"/>
                  <a:ext cx="369781" cy="369332"/>
                </a:xfrm>
                <a:prstGeom prst="rect">
                  <a:avLst/>
                </a:prstGeom>
                <a:blipFill>
                  <a:blip r:embed="rId24"/>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9A90FAE4-8945-885A-FA99-43E388C6C473}"/>
                </a:ext>
              </a:extLst>
            </p:cNvPr>
            <p:cNvCxnSpPr>
              <a:cxnSpLocks/>
              <a:stCxn id="36" idx="0"/>
            </p:cNvCxnSpPr>
            <p:nvPr/>
          </p:nvCxnSpPr>
          <p:spPr>
            <a:xfrm flipV="1">
              <a:off x="9137711" y="3306616"/>
              <a:ext cx="0" cy="24320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5">
            <p14:nvContentPartPr>
              <p14:cNvPr id="14" name="Ink 13">
                <a:extLst>
                  <a:ext uri="{FF2B5EF4-FFF2-40B4-BE49-F238E27FC236}">
                    <a16:creationId xmlns:a16="http://schemas.microsoft.com/office/drawing/2014/main" id="{BA3CCC17-25F4-363D-F65E-BFD98E1C7ACB}"/>
                  </a:ext>
                </a:extLst>
              </p14:cNvPr>
              <p14:cNvContentPartPr/>
              <p14:nvPr/>
            </p14:nvContentPartPr>
            <p14:xfrm>
              <a:off x="630000" y="1209240"/>
              <a:ext cx="9408600" cy="4991040"/>
            </p14:xfrm>
          </p:contentPart>
        </mc:Choice>
        <mc:Fallback>
          <p:pic>
            <p:nvPicPr>
              <p:cNvPr id="14" name="Ink 13">
                <a:extLst>
                  <a:ext uri="{FF2B5EF4-FFF2-40B4-BE49-F238E27FC236}">
                    <a16:creationId xmlns:a16="http://schemas.microsoft.com/office/drawing/2014/main" id="{BA3CCC17-25F4-363D-F65E-BFD98E1C7ACB}"/>
                  </a:ext>
                </a:extLst>
              </p:cNvPr>
              <p:cNvPicPr/>
              <p:nvPr/>
            </p:nvPicPr>
            <p:blipFill>
              <a:blip r:embed="rId26"/>
              <a:stretch>
                <a:fillRect/>
              </a:stretch>
            </p:blipFill>
            <p:spPr>
              <a:xfrm>
                <a:off x="620640" y="1199880"/>
                <a:ext cx="9427320" cy="5009760"/>
              </a:xfrm>
              <a:prstGeom prst="rect">
                <a:avLst/>
              </a:prstGeom>
            </p:spPr>
          </p:pic>
        </mc:Fallback>
      </mc:AlternateContent>
    </p:spTree>
    <p:extLst>
      <p:ext uri="{BB962C8B-B14F-4D97-AF65-F5344CB8AC3E}">
        <p14:creationId xmlns:p14="http://schemas.microsoft.com/office/powerpoint/2010/main" val="207819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DD5E-9DDB-5763-6B4C-9F1EFEFA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8FEE1-4BE2-B8DE-244F-76CF1114BB80}"/>
              </a:ext>
            </a:extLst>
          </p:cNvPr>
          <p:cNvSpPr>
            <a:spLocks noGrp="1"/>
          </p:cNvSpPr>
          <p:nvPr>
            <p:ph type="title"/>
          </p:nvPr>
        </p:nvSpPr>
        <p:spPr/>
        <p:txBody>
          <a:bodyPr/>
          <a:lstStyle/>
          <a:p>
            <a:r>
              <a:rPr lang="en-US" dirty="0"/>
              <a:t>Right Rotation - Implementation</a:t>
            </a:r>
          </a:p>
        </p:txBody>
      </p:sp>
      <p:sp>
        <p:nvSpPr>
          <p:cNvPr id="3" name="Content Placeholder 2">
            <a:extLst>
              <a:ext uri="{FF2B5EF4-FFF2-40B4-BE49-F238E27FC236}">
                <a16:creationId xmlns:a16="http://schemas.microsoft.com/office/drawing/2014/main" id="{59714722-1D4D-3B59-1B6A-B7AFE1C007B1}"/>
              </a:ext>
            </a:extLst>
          </p:cNvPr>
          <p:cNvSpPr>
            <a:spLocks noGrp="1"/>
          </p:cNvSpPr>
          <p:nvPr>
            <p:ph idx="1"/>
          </p:nvPr>
        </p:nvSpPr>
        <p:spPr>
          <a:xfrm>
            <a:off x="822720" y="1334280"/>
            <a:ext cx="10515600" cy="4351338"/>
          </a:xfrm>
        </p:spPr>
        <p:txBody>
          <a:bodyPr/>
          <a:lstStyle/>
          <a:p>
            <a:pPr marL="0" indent="0">
              <a:buNone/>
            </a:pPr>
            <a:r>
              <a:rPr lang="en-US" sz="2400" dirty="0">
                <a:latin typeface="Consolas" panose="020B0609020204030204" pitchFamily="49" charset="0"/>
              </a:rPr>
              <a:t>b=</a:t>
            </a:r>
            <a:r>
              <a:rPr lang="en-US" sz="2400" dirty="0" err="1">
                <a:latin typeface="Consolas" panose="020B0609020204030204" pitchFamily="49" charset="0"/>
              </a:rPr>
              <a:t>a.left</a:t>
            </a:r>
            <a:endParaRPr lang="en-US" sz="2400" dirty="0">
              <a:latin typeface="Consolas" panose="020B0609020204030204" pitchFamily="49" charset="0"/>
            </a:endParaRPr>
          </a:p>
          <a:p>
            <a:pPr marL="0" indent="0">
              <a:buNone/>
            </a:pPr>
            <a:r>
              <a:rPr lang="en-US" sz="2400" dirty="0" err="1">
                <a:latin typeface="Consolas" panose="020B0609020204030204" pitchFamily="49" charset="0"/>
              </a:rPr>
              <a:t>a.left</a:t>
            </a:r>
            <a:r>
              <a:rPr lang="en-US" sz="2400" dirty="0">
                <a:latin typeface="Consolas" panose="020B0609020204030204" pitchFamily="49" charset="0"/>
              </a:rPr>
              <a:t>=</a:t>
            </a:r>
            <a:r>
              <a:rPr lang="en-US" sz="2400" dirty="0" err="1">
                <a:latin typeface="Consolas" panose="020B0609020204030204" pitchFamily="49" charset="0"/>
              </a:rPr>
              <a:t>b.right</a:t>
            </a:r>
            <a:endParaRPr lang="en-US" sz="2400" dirty="0">
              <a:latin typeface="Consolas" panose="020B0609020204030204" pitchFamily="49" charset="0"/>
            </a:endParaRPr>
          </a:p>
          <a:p>
            <a:pPr marL="0" indent="0">
              <a:buNone/>
            </a:pPr>
            <a:r>
              <a:rPr lang="en-US" sz="2400" dirty="0" err="1">
                <a:latin typeface="Consolas" panose="020B0609020204030204" pitchFamily="49" charset="0"/>
              </a:rPr>
              <a:t>b.right</a:t>
            </a:r>
            <a:r>
              <a:rPr lang="en-US" sz="2400" dirty="0">
                <a:latin typeface="Consolas" panose="020B0609020204030204" pitchFamily="49" charset="0"/>
              </a:rPr>
              <a:t>=a</a:t>
            </a:r>
          </a:p>
          <a:p>
            <a:pPr marL="0" indent="0">
              <a:buNone/>
            </a:pPr>
            <a:r>
              <a:rPr lang="en-US" sz="2400" dirty="0">
                <a:latin typeface="Consolas" panose="020B0609020204030204" pitchFamily="49" charset="0"/>
              </a:rPr>
              <a:t>return b</a:t>
            </a:r>
            <a:endParaRPr lang="en-US"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972530-5EA9-0DF7-C5E6-E3DB88C96AE9}"/>
                  </a:ext>
                </a:extLst>
              </p:cNvPr>
              <p:cNvSpPr txBox="1"/>
              <p:nvPr/>
            </p:nvSpPr>
            <p:spPr>
              <a:xfrm>
                <a:off x="4470400" y="1952606"/>
                <a:ext cx="2028119" cy="369332"/>
              </a:xfrm>
              <a:prstGeom prst="rect">
                <a:avLst/>
              </a:prstGeom>
              <a:noFill/>
            </p:spPr>
            <p:txBody>
              <a:bodyPr wrap="none" rtlCol="0">
                <a:spAutoFit/>
              </a:bodyPr>
              <a:lstStyle/>
              <a:p>
                <a:r>
                  <a:rPr lang="en-US" dirty="0">
                    <a:solidFill>
                      <a:srgbClr val="C00000"/>
                    </a:solidFill>
                  </a:rPr>
                  <a:t>Running time: </a:t>
                </a:r>
                <a14:m>
                  <m:oMath xmlns:m="http://schemas.openxmlformats.org/officeDocument/2006/math">
                    <m:r>
                      <m:rPr>
                        <m:sty m:val="p"/>
                      </m:rPr>
                      <a:rPr lang="en-US" b="0" i="0" smtClean="0">
                        <a:solidFill>
                          <a:srgbClr val="C00000"/>
                        </a:solidFill>
                        <a:latin typeface="Cambria Math" panose="02040503050406030204" pitchFamily="18" charset="0"/>
                      </a:rPr>
                      <m:t>Θ</m:t>
                    </m:r>
                    <m:r>
                      <a:rPr lang="en-US" b="0" i="1" smtClean="0">
                        <a:solidFill>
                          <a:srgbClr val="C00000"/>
                        </a:solidFill>
                        <a:latin typeface="Cambria Math" panose="02040503050406030204" pitchFamily="18" charset="0"/>
                      </a:rPr>
                      <m:t>(1)</m:t>
                    </m:r>
                  </m:oMath>
                </a14:m>
                <a:endParaRPr lang="en-US" dirty="0">
                  <a:solidFill>
                    <a:srgbClr val="C00000"/>
                  </a:solidFill>
                </a:endParaRPr>
              </a:p>
            </p:txBody>
          </p:sp>
        </mc:Choice>
        <mc:Fallback xmlns="">
          <p:sp>
            <p:nvSpPr>
              <p:cNvPr id="10" name="TextBox 9">
                <a:extLst>
                  <a:ext uri="{FF2B5EF4-FFF2-40B4-BE49-F238E27FC236}">
                    <a16:creationId xmlns:a16="http://schemas.microsoft.com/office/drawing/2014/main" id="{35972530-5EA9-0DF7-C5E6-E3DB88C96AE9}"/>
                  </a:ext>
                </a:extLst>
              </p:cNvPr>
              <p:cNvSpPr txBox="1">
                <a:spLocks noRot="1" noChangeAspect="1" noMove="1" noResize="1" noEditPoints="1" noAdjustHandles="1" noChangeArrowheads="1" noChangeShapeType="1" noTextEdit="1"/>
              </p:cNvSpPr>
              <p:nvPr/>
            </p:nvSpPr>
            <p:spPr>
              <a:xfrm>
                <a:off x="4470400" y="1952606"/>
                <a:ext cx="2028119" cy="369332"/>
              </a:xfrm>
              <a:prstGeom prst="rect">
                <a:avLst/>
              </a:prstGeom>
              <a:blipFill>
                <a:blip r:embed="rId2"/>
                <a:stretch>
                  <a:fillRect l="-2402" t="-8197" b="-24590"/>
                </a:stretch>
              </a:blipFill>
            </p:spPr>
            <p:txBody>
              <a:bodyPr/>
              <a:lstStyle/>
              <a:p>
                <a:r>
                  <a:rPr lang="en-US">
                    <a:noFill/>
                  </a:rPr>
                  <a:t> </a:t>
                </a:r>
              </a:p>
            </p:txBody>
          </p:sp>
        </mc:Fallback>
      </mc:AlternateContent>
      <p:grpSp>
        <p:nvGrpSpPr>
          <p:cNvPr id="85" name="Group 84"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31106208-77BD-0669-3FAE-44F295FC3F25}"/>
              </a:ext>
            </a:extLst>
          </p:cNvPr>
          <p:cNvGrpSpPr/>
          <p:nvPr/>
        </p:nvGrpSpPr>
        <p:grpSpPr>
          <a:xfrm>
            <a:off x="726067" y="3306616"/>
            <a:ext cx="3585521" cy="3546164"/>
            <a:chOff x="726067" y="3306616"/>
            <a:chExt cx="3585521" cy="3546164"/>
          </a:xfrm>
        </p:grpSpPr>
        <p:grpSp>
          <p:nvGrpSpPr>
            <p:cNvPr id="86" name="Group 85">
              <a:extLst>
                <a:ext uri="{FF2B5EF4-FFF2-40B4-BE49-F238E27FC236}">
                  <a16:creationId xmlns:a16="http://schemas.microsoft.com/office/drawing/2014/main" id="{646D3FF5-E57E-1888-27EE-F285B4AF12D6}"/>
                </a:ext>
              </a:extLst>
            </p:cNvPr>
            <p:cNvGrpSpPr/>
            <p:nvPr/>
          </p:nvGrpSpPr>
          <p:grpSpPr>
            <a:xfrm>
              <a:off x="726067" y="3438938"/>
              <a:ext cx="3585521" cy="3413842"/>
              <a:chOff x="726067" y="3227705"/>
              <a:chExt cx="3585521" cy="3413842"/>
            </a:xfrm>
          </p:grpSpPr>
          <p:grpSp>
            <p:nvGrpSpPr>
              <p:cNvPr id="88" name="Group 87">
                <a:extLst>
                  <a:ext uri="{FF2B5EF4-FFF2-40B4-BE49-F238E27FC236}">
                    <a16:creationId xmlns:a16="http://schemas.microsoft.com/office/drawing/2014/main" id="{A4134E68-A2E7-7D5C-EE84-73827B319E5A}"/>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AC200B98-C663-4133-47ED-4F3D6C0636E3}"/>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Isosceles Triangle 94">
                      <a:extLst>
                        <a:ext uri="{FF2B5EF4-FFF2-40B4-BE49-F238E27FC236}">
                          <a16:creationId xmlns:a16="http://schemas.microsoft.com/office/drawing/2014/main" id="{40CB18AB-C4EC-933D-AE58-2D160812D0C6}"/>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9DD9ED4B-71DE-2335-EBE3-4786A851F096}"/>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Isosceles Triangle 96">
                      <a:extLst>
                        <a:ext uri="{FF2B5EF4-FFF2-40B4-BE49-F238E27FC236}">
                          <a16:creationId xmlns:a16="http://schemas.microsoft.com/office/drawing/2014/main" id="{B829C3E5-1AC9-B51F-F209-2F7D73ED3846}"/>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Isosceles Triangle 97">
                      <a:extLst>
                        <a:ext uri="{FF2B5EF4-FFF2-40B4-BE49-F238E27FC236}">
                          <a16:creationId xmlns:a16="http://schemas.microsoft.com/office/drawing/2014/main" id="{464C3C3F-27A8-7EE5-0F3D-1390C1A11B29}"/>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9" name="Straight Connector 98">
                  <a:extLst>
                    <a:ext uri="{FF2B5EF4-FFF2-40B4-BE49-F238E27FC236}">
                      <a16:creationId xmlns:a16="http://schemas.microsoft.com/office/drawing/2014/main" id="{86F5E38F-3C58-9F82-590E-B2EEC889450F}"/>
                    </a:ext>
                  </a:extLst>
                </p:cNvPr>
                <p:cNvCxnSpPr>
                  <a:cxnSpLocks/>
                  <a:stCxn id="96" idx="3"/>
                  <a:endCxn id="9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3F13750-24DB-588F-F29C-B5A3744BD0C4}"/>
                    </a:ext>
                  </a:extLst>
                </p:cNvPr>
                <p:cNvCxnSpPr>
                  <a:cxnSpLocks/>
                  <a:stCxn id="96" idx="5"/>
                  <a:endCxn id="9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CEE2322-36C9-35BE-5826-ABC8427E3844}"/>
                    </a:ext>
                  </a:extLst>
                </p:cNvPr>
                <p:cNvCxnSpPr>
                  <a:cxnSpLocks/>
                  <a:stCxn id="96" idx="7"/>
                  <a:endCxn id="9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434A0A55-7CBB-F59A-8C26-E5A5038787AC}"/>
                    </a:ext>
                  </a:extLst>
                </p:cNvPr>
                <p:cNvCxnSpPr>
                  <a:cxnSpLocks/>
                  <a:stCxn id="98" idx="0"/>
                  <a:endCxn id="9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Oval 102">
                      <a:extLst>
                        <a:ext uri="{FF2B5EF4-FFF2-40B4-BE49-F238E27FC236}">
                          <a16:creationId xmlns:a16="http://schemas.microsoft.com/office/drawing/2014/main" id="{495CA7BC-9F93-122B-2F26-1149525188A9}"/>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104" name="Straight Connector 103">
                  <a:extLst>
                    <a:ext uri="{FF2B5EF4-FFF2-40B4-BE49-F238E27FC236}">
                      <a16:creationId xmlns:a16="http://schemas.microsoft.com/office/drawing/2014/main" id="{8EBE21AD-EC25-CD2A-2DEE-30F930CC1FED}"/>
                    </a:ext>
                  </a:extLst>
                </p:cNvPr>
                <p:cNvCxnSpPr>
                  <a:cxnSpLocks/>
                  <a:stCxn id="103"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0EB992CA-10C8-D875-EF4C-A5B04CE4A7AB}"/>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5E23BFEB-FE34-2F6F-FC42-A67ACA1B666A}"/>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44E057B-6345-8146-0D20-B54A2B330009}"/>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E76FFB8-22C7-98BE-5C70-8CE79816A529}"/>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F1A84CA6-E32A-31FD-5275-1F6392FAF71F}"/>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cxnSp>
          <p:nvCxnSpPr>
            <p:cNvPr id="87" name="Straight Connector 86">
              <a:extLst>
                <a:ext uri="{FF2B5EF4-FFF2-40B4-BE49-F238E27FC236}">
                  <a16:creationId xmlns:a16="http://schemas.microsoft.com/office/drawing/2014/main" id="{DFADE733-1A50-9505-B31B-E176BE4EC130}"/>
                </a:ext>
              </a:extLst>
            </p:cNvPr>
            <p:cNvCxnSpPr>
              <a:cxnSpLocks/>
              <a:stCxn id="94" idx="0"/>
            </p:cNvCxnSpPr>
            <p:nvPr/>
          </p:nvCxnSpPr>
          <p:spPr>
            <a:xfrm flipV="1">
              <a:off x="2801570" y="3306616"/>
              <a:ext cx="0" cy="24877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84" name="Arrow: Right 8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52AEDDDD-A26D-3E87-0A63-D922C3BF58F6}"/>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05" name="Group 104"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65E4E0AE-4059-D15A-076E-E5A813A081FF}"/>
              </a:ext>
            </a:extLst>
          </p:cNvPr>
          <p:cNvGrpSpPr/>
          <p:nvPr/>
        </p:nvGrpSpPr>
        <p:grpSpPr>
          <a:xfrm>
            <a:off x="7493545" y="3306616"/>
            <a:ext cx="3471088" cy="2739296"/>
            <a:chOff x="7493545" y="3306616"/>
            <a:chExt cx="3471088" cy="2739296"/>
          </a:xfrm>
        </p:grpSpPr>
        <p:grpSp>
          <p:nvGrpSpPr>
            <p:cNvPr id="106" name="Group 105">
              <a:extLst>
                <a:ext uri="{FF2B5EF4-FFF2-40B4-BE49-F238E27FC236}">
                  <a16:creationId xmlns:a16="http://schemas.microsoft.com/office/drawing/2014/main" id="{57451028-98ED-965F-FEFD-6F167B148027}"/>
                </a:ext>
              </a:extLst>
            </p:cNvPr>
            <p:cNvGrpSpPr/>
            <p:nvPr/>
          </p:nvGrpSpPr>
          <p:grpSpPr>
            <a:xfrm>
              <a:off x="7578756" y="3549819"/>
              <a:ext cx="3385877" cy="2496093"/>
              <a:chOff x="7175930" y="136853"/>
              <a:chExt cx="3385877" cy="2496093"/>
            </a:xfrm>
          </p:grpSpPr>
          <mc:AlternateContent xmlns:mc="http://schemas.openxmlformats.org/markup-compatibility/2006" xmlns:a14="http://schemas.microsoft.com/office/drawing/2010/main">
            <mc:Choice Requires="a14">
              <p:sp>
                <p:nvSpPr>
                  <p:cNvPr id="113" name="Oval 112">
                    <a:extLst>
                      <a:ext uri="{FF2B5EF4-FFF2-40B4-BE49-F238E27FC236}">
                        <a16:creationId xmlns:a16="http://schemas.microsoft.com/office/drawing/2014/main" id="{1FD86378-5891-1765-6F88-1417B59FB0B9}"/>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Isosceles Triangle 113">
                    <a:extLst>
                      <a:ext uri="{FF2B5EF4-FFF2-40B4-BE49-F238E27FC236}">
                        <a16:creationId xmlns:a16="http://schemas.microsoft.com/office/drawing/2014/main" id="{0C752A74-B091-B496-39D8-FC6D9C71E3D5}"/>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val 114">
                    <a:extLst>
                      <a:ext uri="{FF2B5EF4-FFF2-40B4-BE49-F238E27FC236}">
                        <a16:creationId xmlns:a16="http://schemas.microsoft.com/office/drawing/2014/main" id="{F99DAF11-CFF1-8E51-5DBC-DA6CDF8A650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Isosceles Triangle 115">
                    <a:extLst>
                      <a:ext uri="{FF2B5EF4-FFF2-40B4-BE49-F238E27FC236}">
                        <a16:creationId xmlns:a16="http://schemas.microsoft.com/office/drawing/2014/main" id="{C7C40C11-C83C-B7FD-3C31-CA2BA7D37130}"/>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Isosceles Triangle 116">
                    <a:extLst>
                      <a:ext uri="{FF2B5EF4-FFF2-40B4-BE49-F238E27FC236}">
                        <a16:creationId xmlns:a16="http://schemas.microsoft.com/office/drawing/2014/main" id="{2B36680D-8AE4-4D55-0E83-7D27C127BBBE}"/>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118" name="Straight Connector 117">
                <a:extLst>
                  <a:ext uri="{FF2B5EF4-FFF2-40B4-BE49-F238E27FC236}">
                    <a16:creationId xmlns:a16="http://schemas.microsoft.com/office/drawing/2014/main" id="{602358FF-C8D2-F125-3CD6-378EBC8223A6}"/>
                  </a:ext>
                </a:extLst>
              </p:cNvPr>
              <p:cNvCxnSpPr>
                <a:cxnSpLocks/>
                <a:stCxn id="115" idx="3"/>
                <a:endCxn id="114"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752E38A-F6DD-847C-F851-4D4B5989E57D}"/>
                  </a:ext>
                </a:extLst>
              </p:cNvPr>
              <p:cNvCxnSpPr>
                <a:cxnSpLocks/>
                <a:stCxn id="113" idx="3"/>
                <a:endCxn id="116"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3F2A19-2AC2-CE56-2212-C1C2CD9D0281}"/>
                  </a:ext>
                </a:extLst>
              </p:cNvPr>
              <p:cNvCxnSpPr>
                <a:cxnSpLocks/>
                <a:stCxn id="115" idx="5"/>
                <a:endCxn id="113"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571C1C4-88EC-79F0-EE4D-7EBD9E8F69D2}"/>
                  </a:ext>
                </a:extLst>
              </p:cNvPr>
              <p:cNvCxnSpPr>
                <a:cxnSpLocks/>
                <a:stCxn id="117" idx="0"/>
                <a:endCxn id="113"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Oval 121">
                    <a:extLst>
                      <a:ext uri="{FF2B5EF4-FFF2-40B4-BE49-F238E27FC236}">
                        <a16:creationId xmlns:a16="http://schemas.microsoft.com/office/drawing/2014/main" id="{3B46A4CB-307E-F3A2-A4FF-DAA9FA6B2825}"/>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123" name="Straight Connector 122">
                <a:extLst>
                  <a:ext uri="{FF2B5EF4-FFF2-40B4-BE49-F238E27FC236}">
                    <a16:creationId xmlns:a16="http://schemas.microsoft.com/office/drawing/2014/main" id="{5831C26E-CDDE-130B-F903-459179B5855D}"/>
                  </a:ext>
                </a:extLst>
              </p:cNvPr>
              <p:cNvCxnSpPr>
                <a:cxnSpLocks/>
                <a:stCxn id="122"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991B79BA-277E-4FE7-CD87-1B378BEDA217}"/>
                    </a:ext>
                  </a:extLst>
                </p:cNvPr>
                <p:cNvSpPr txBox="1"/>
                <p:nvPr/>
              </p:nvSpPr>
              <p:spPr>
                <a:xfrm>
                  <a:off x="7493545" y="4095067"/>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07" name="TextBox 106">
                  <a:extLst>
                    <a:ext uri="{FF2B5EF4-FFF2-40B4-BE49-F238E27FC236}">
                      <a16:creationId xmlns:a16="http://schemas.microsoft.com/office/drawing/2014/main" id="{991B79BA-277E-4FE7-CD87-1B378BEDA217}"/>
                    </a:ext>
                  </a:extLst>
                </p:cNvPr>
                <p:cNvSpPr txBox="1">
                  <a:spLocks noRot="1" noChangeAspect="1" noMove="1" noResize="1" noEditPoints="1" noAdjustHandles="1" noChangeArrowheads="1" noChangeShapeType="1" noTextEdit="1"/>
                </p:cNvSpPr>
                <p:nvPr/>
              </p:nvSpPr>
              <p:spPr>
                <a:xfrm>
                  <a:off x="7493545" y="4095067"/>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36308CB1-8188-71CB-EF86-D645D33E4036}"/>
                    </a:ext>
                  </a:extLst>
                </p:cNvPr>
                <p:cNvSpPr txBox="1"/>
                <p:nvPr/>
              </p:nvSpPr>
              <p:spPr>
                <a:xfrm>
                  <a:off x="8903142" y="421725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08" name="TextBox 107">
                  <a:extLst>
                    <a:ext uri="{FF2B5EF4-FFF2-40B4-BE49-F238E27FC236}">
                      <a16:creationId xmlns:a16="http://schemas.microsoft.com/office/drawing/2014/main" id="{36308CB1-8188-71CB-EF86-D645D33E4036}"/>
                    </a:ext>
                  </a:extLst>
                </p:cNvPr>
                <p:cNvSpPr txBox="1">
                  <a:spLocks noRot="1" noChangeAspect="1" noMove="1" noResize="1" noEditPoints="1" noAdjustHandles="1" noChangeArrowheads="1" noChangeShapeType="1" noTextEdit="1"/>
                </p:cNvSpPr>
                <p:nvPr/>
              </p:nvSpPr>
              <p:spPr>
                <a:xfrm>
                  <a:off x="8903142" y="4217250"/>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8A63CA90-F1D7-3031-A9DA-142C6FB942FD}"/>
                    </a:ext>
                  </a:extLst>
                </p:cNvPr>
                <p:cNvSpPr txBox="1"/>
                <p:nvPr/>
              </p:nvSpPr>
              <p:spPr>
                <a:xfrm>
                  <a:off x="8197681" y="3414882"/>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09" name="TextBox 108">
                  <a:extLst>
                    <a:ext uri="{FF2B5EF4-FFF2-40B4-BE49-F238E27FC236}">
                      <a16:creationId xmlns:a16="http://schemas.microsoft.com/office/drawing/2014/main" id="{8A63CA90-F1D7-3031-A9DA-142C6FB942FD}"/>
                    </a:ext>
                  </a:extLst>
                </p:cNvPr>
                <p:cNvSpPr txBox="1">
                  <a:spLocks noRot="1" noChangeAspect="1" noMove="1" noResize="1" noEditPoints="1" noAdjustHandles="1" noChangeArrowheads="1" noChangeShapeType="1" noTextEdit="1"/>
                </p:cNvSpPr>
                <p:nvPr/>
              </p:nvSpPr>
              <p:spPr>
                <a:xfrm>
                  <a:off x="8197681" y="3414882"/>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B8B151ED-9D0F-33D6-5D94-88B7D0E8FBB3}"/>
                    </a:ext>
                  </a:extLst>
                </p:cNvPr>
                <p:cNvSpPr txBox="1"/>
                <p:nvPr/>
              </p:nvSpPr>
              <p:spPr>
                <a:xfrm>
                  <a:off x="8967387"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10" name="TextBox 109">
                  <a:extLst>
                    <a:ext uri="{FF2B5EF4-FFF2-40B4-BE49-F238E27FC236}">
                      <a16:creationId xmlns:a16="http://schemas.microsoft.com/office/drawing/2014/main" id="{B8B151ED-9D0F-33D6-5D94-88B7D0E8FBB3}"/>
                    </a:ext>
                  </a:extLst>
                </p:cNvPr>
                <p:cNvSpPr txBox="1">
                  <a:spLocks noRot="1" noChangeAspect="1" noMove="1" noResize="1" noEditPoints="1" noAdjustHandles="1" noChangeArrowheads="1" noChangeShapeType="1" noTextEdit="1"/>
                </p:cNvSpPr>
                <p:nvPr/>
              </p:nvSpPr>
              <p:spPr>
                <a:xfrm>
                  <a:off x="8967387" y="4830916"/>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31299FB-1847-D7D7-C19D-EBCFFCFF438F}"/>
                    </a:ext>
                  </a:extLst>
                </p:cNvPr>
                <p:cNvSpPr txBox="1"/>
                <p:nvPr/>
              </p:nvSpPr>
              <p:spPr>
                <a:xfrm>
                  <a:off x="10038951"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11" name="TextBox 110">
                  <a:extLst>
                    <a:ext uri="{FF2B5EF4-FFF2-40B4-BE49-F238E27FC236}">
                      <a16:creationId xmlns:a16="http://schemas.microsoft.com/office/drawing/2014/main" id="{C31299FB-1847-D7D7-C19D-EBCFFCFF438F}"/>
                    </a:ext>
                  </a:extLst>
                </p:cNvPr>
                <p:cNvSpPr txBox="1">
                  <a:spLocks noRot="1" noChangeAspect="1" noMove="1" noResize="1" noEditPoints="1" noAdjustHandles="1" noChangeArrowheads="1" noChangeShapeType="1" noTextEdit="1"/>
                </p:cNvSpPr>
                <p:nvPr/>
              </p:nvSpPr>
              <p:spPr>
                <a:xfrm>
                  <a:off x="10038951" y="4830916"/>
                  <a:ext cx="369781" cy="369332"/>
                </a:xfrm>
                <a:prstGeom prst="rect">
                  <a:avLst/>
                </a:prstGeom>
                <a:blipFill>
                  <a:blip r:embed="rId24"/>
                  <a:stretch>
                    <a:fillRect/>
                  </a:stretch>
                </a:blipFill>
              </p:spPr>
              <p:txBody>
                <a:bodyPr/>
                <a:lstStyle/>
                <a:p>
                  <a:r>
                    <a:rPr lang="en-US">
                      <a:noFill/>
                    </a:rPr>
                    <a:t> </a:t>
                  </a:r>
                </a:p>
              </p:txBody>
            </p:sp>
          </mc:Fallback>
        </mc:AlternateContent>
        <p:cxnSp>
          <p:nvCxnSpPr>
            <p:cNvPr id="112" name="Straight Connector 111">
              <a:extLst>
                <a:ext uri="{FF2B5EF4-FFF2-40B4-BE49-F238E27FC236}">
                  <a16:creationId xmlns:a16="http://schemas.microsoft.com/office/drawing/2014/main" id="{28313CB0-82DC-3974-7082-C9FB801823C3}"/>
                </a:ext>
              </a:extLst>
            </p:cNvPr>
            <p:cNvCxnSpPr>
              <a:cxnSpLocks/>
              <a:stCxn id="115" idx="0"/>
            </p:cNvCxnSpPr>
            <p:nvPr/>
          </p:nvCxnSpPr>
          <p:spPr>
            <a:xfrm flipV="1">
              <a:off x="9137711" y="3306616"/>
              <a:ext cx="0" cy="24320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5">
            <p14:nvContentPartPr>
              <p14:cNvPr id="4" name="Ink 3">
                <a:extLst>
                  <a:ext uri="{FF2B5EF4-FFF2-40B4-BE49-F238E27FC236}">
                    <a16:creationId xmlns:a16="http://schemas.microsoft.com/office/drawing/2014/main" id="{FD300B78-9353-26F7-8D16-0D15F646911E}"/>
                  </a:ext>
                </a:extLst>
              </p14:cNvPr>
              <p14:cNvContentPartPr/>
              <p14:nvPr/>
            </p14:nvContentPartPr>
            <p14:xfrm>
              <a:off x="442440" y="1169640"/>
              <a:ext cx="495000" cy="2158560"/>
            </p14:xfrm>
          </p:contentPart>
        </mc:Choice>
        <mc:Fallback>
          <p:pic>
            <p:nvPicPr>
              <p:cNvPr id="4" name="Ink 3">
                <a:extLst>
                  <a:ext uri="{FF2B5EF4-FFF2-40B4-BE49-F238E27FC236}">
                    <a16:creationId xmlns:a16="http://schemas.microsoft.com/office/drawing/2014/main" id="{FD300B78-9353-26F7-8D16-0D15F646911E}"/>
                  </a:ext>
                </a:extLst>
              </p:cNvPr>
              <p:cNvPicPr/>
              <p:nvPr/>
            </p:nvPicPr>
            <p:blipFill>
              <a:blip r:embed="rId26"/>
              <a:stretch>
                <a:fillRect/>
              </a:stretch>
            </p:blipFill>
            <p:spPr>
              <a:xfrm>
                <a:off x="433080" y="1160280"/>
                <a:ext cx="513720" cy="2177280"/>
              </a:xfrm>
              <a:prstGeom prst="rect">
                <a:avLst/>
              </a:prstGeom>
            </p:spPr>
          </p:pic>
        </mc:Fallback>
      </mc:AlternateContent>
    </p:spTree>
    <p:extLst>
      <p:ext uri="{BB962C8B-B14F-4D97-AF65-F5344CB8AC3E}">
        <p14:creationId xmlns:p14="http://schemas.microsoft.com/office/powerpoint/2010/main" val="255947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20)</a:t>
            </a:r>
          </a:p>
        </p:txBody>
      </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2433594" y="240463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grpSp>
        <p:nvGrpSpPr>
          <p:cNvPr id="44" name="Group 43" descr="An AVL tree that is structured as follows:&#10;&#10;root: 9, with left child 3 and right child 11&#10;3: left child is 1, right child is 6&#10;1: left child is 0, right child is 2&#10;0: has no children&#10;2: has no children&#10;6: has no children&#10;11: left child is 10, right child is 16&#10;16: has no left child, right child is 18&#10;18: has no children">
            <a:extLst>
              <a:ext uri="{FF2B5EF4-FFF2-40B4-BE49-F238E27FC236}">
                <a16:creationId xmlns:a16="http://schemas.microsoft.com/office/drawing/2014/main" id="{132446E4-9138-A2A4-E19E-29B53DF03839}"/>
              </a:ext>
            </a:extLst>
          </p:cNvPr>
          <p:cNvGrpSpPr/>
          <p:nvPr/>
        </p:nvGrpSpPr>
        <p:grpSpPr>
          <a:xfrm>
            <a:off x="4230263" y="2047599"/>
            <a:ext cx="4670290" cy="2762801"/>
            <a:chOff x="4230263" y="2047599"/>
            <a:chExt cx="4670290" cy="2762801"/>
          </a:xfrm>
        </p:grpSpPr>
        <p:grpSp>
          <p:nvGrpSpPr>
            <p:cNvPr id="30" name="Group 29">
              <a:extLst>
                <a:ext uri="{FF2B5EF4-FFF2-40B4-BE49-F238E27FC236}">
                  <a16:creationId xmlns:a16="http://schemas.microsoft.com/office/drawing/2014/main" id="{7CBD8AE1-725E-4680-44A4-75821DD1C63E}"/>
                </a:ext>
              </a:extLst>
            </p:cNvPr>
            <p:cNvGrpSpPr/>
            <p:nvPr/>
          </p:nvGrpSpPr>
          <p:grpSpPr>
            <a:xfrm>
              <a:off x="4230263" y="2047599"/>
              <a:ext cx="4670290" cy="2762801"/>
              <a:chOff x="4342023" y="2047599"/>
              <a:chExt cx="4670290" cy="2762801"/>
            </a:xfrm>
          </p:grpSpPr>
          <p:grpSp>
            <p:nvGrpSpPr>
              <p:cNvPr id="4" name="Group 3">
                <a:extLst>
                  <a:ext uri="{FF2B5EF4-FFF2-40B4-BE49-F238E27FC236}">
                    <a16:creationId xmlns:a16="http://schemas.microsoft.com/office/drawing/2014/main" id="{6EA20C27-94E3-EF82-B066-C6C9318383F2}"/>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0"/>
                    <a:endCxn id="14"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Oval 2">
                <a:extLst>
                  <a:ext uri="{FF2B5EF4-FFF2-40B4-BE49-F238E27FC236}">
                    <a16:creationId xmlns:a16="http://schemas.microsoft.com/office/drawing/2014/main" id="{6493EE81-79AC-DE68-9A1F-CDA7EA42D76A}"/>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25" name="Straight Connector 24">
                <a:extLst>
                  <a:ext uri="{FF2B5EF4-FFF2-40B4-BE49-F238E27FC236}">
                    <a16:creationId xmlns:a16="http://schemas.microsoft.com/office/drawing/2014/main" id="{A6F75729-F65E-C4F4-74CB-2513D6DBF1FD}"/>
                  </a:ext>
                </a:extLst>
              </p:cNvPr>
              <p:cNvCxnSpPr>
                <a:cxnSpLocks/>
                <a:stCxn id="3" idx="1"/>
                <a:endCxn id="17"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AFBF94FE-1225-CB32-42BB-5EC453023FB8}"/>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41" name="Straight Connector 40">
              <a:extLst>
                <a:ext uri="{FF2B5EF4-FFF2-40B4-BE49-F238E27FC236}">
                  <a16:creationId xmlns:a16="http://schemas.microsoft.com/office/drawing/2014/main" id="{0A5FFC1A-2EDE-F427-E8D4-554C6D0317D9}"/>
                </a:ext>
              </a:extLst>
            </p:cNvPr>
            <p:cNvCxnSpPr>
              <a:cxnSpLocks/>
              <a:stCxn id="40" idx="0"/>
              <a:endCxn id="15"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4E67E31C-AA56-24E6-6F46-6C5A40A8459B}"/>
                  </a:ext>
                </a:extLst>
              </p14:cNvPr>
              <p14:cNvContentPartPr/>
              <p14:nvPr/>
            </p14:nvContentPartPr>
            <p14:xfrm>
              <a:off x="6603120" y="2556360"/>
              <a:ext cx="3462840" cy="3248640"/>
            </p14:xfrm>
          </p:contentPart>
        </mc:Choice>
        <mc:Fallback>
          <p:pic>
            <p:nvPicPr>
              <p:cNvPr id="7" name="Ink 6">
                <a:extLst>
                  <a:ext uri="{FF2B5EF4-FFF2-40B4-BE49-F238E27FC236}">
                    <a16:creationId xmlns:a16="http://schemas.microsoft.com/office/drawing/2014/main" id="{4E67E31C-AA56-24E6-6F46-6C5A40A8459B}"/>
                  </a:ext>
                </a:extLst>
              </p:cNvPr>
              <p:cNvPicPr/>
              <p:nvPr/>
            </p:nvPicPr>
            <p:blipFill>
              <a:blip r:embed="rId3"/>
              <a:stretch>
                <a:fillRect/>
              </a:stretch>
            </p:blipFill>
            <p:spPr>
              <a:xfrm>
                <a:off x="6593760" y="2547000"/>
                <a:ext cx="3481560" cy="3267360"/>
              </a:xfrm>
              <a:prstGeom prst="rect">
                <a:avLst/>
              </a:prstGeom>
            </p:spPr>
          </p:pic>
        </mc:Fallback>
      </mc:AlternateContent>
    </p:spTree>
    <p:extLst>
      <p:ext uri="{BB962C8B-B14F-4D97-AF65-F5344CB8AC3E}">
        <p14:creationId xmlns:p14="http://schemas.microsoft.com/office/powerpoint/2010/main" val="1623048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975C-AF4A-3794-CC20-26FA0C675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512B8-A062-FE15-CEA4-2B6FCE83C053}"/>
              </a:ext>
            </a:extLst>
          </p:cNvPr>
          <p:cNvSpPr>
            <a:spLocks noGrp="1"/>
          </p:cNvSpPr>
          <p:nvPr>
            <p:ph type="title"/>
          </p:nvPr>
        </p:nvSpPr>
        <p:spPr/>
        <p:txBody>
          <a:bodyPr/>
          <a:lstStyle/>
          <a:p>
            <a:r>
              <a:rPr lang="en-US" dirty="0"/>
              <a:t>Not Balanced! Multiple Problem Nodes</a:t>
            </a:r>
          </a:p>
        </p:txBody>
      </p:sp>
      <p:sp>
        <p:nvSpPr>
          <p:cNvPr id="15" name="TextBox 14">
            <a:extLst>
              <a:ext uri="{FF2B5EF4-FFF2-40B4-BE49-F238E27FC236}">
                <a16:creationId xmlns:a16="http://schemas.microsoft.com/office/drawing/2014/main" id="{153A8FCC-C022-0FBA-46CC-2BFE81A7B256}"/>
              </a:ext>
            </a:extLst>
          </p:cNvPr>
          <p:cNvSpPr txBox="1"/>
          <p:nvPr/>
        </p:nvSpPr>
        <p:spPr>
          <a:xfrm>
            <a:off x="259619" y="1502479"/>
            <a:ext cx="4088033" cy="3046988"/>
          </a:xfrm>
          <a:prstGeom prst="rect">
            <a:avLst/>
          </a:prstGeom>
          <a:noFill/>
        </p:spPr>
        <p:txBody>
          <a:bodyPr wrap="square" rtlCol="0">
            <a:spAutoFit/>
          </a:bodyPr>
          <a:lstStyle/>
          <a:p>
            <a:r>
              <a:rPr lang="en-US" sz="2400" dirty="0">
                <a:solidFill>
                  <a:srgbClr val="C00000"/>
                </a:solidFill>
              </a:rPr>
              <a:t>Here, nodes 11 and 16 are problem nodes.</a:t>
            </a:r>
          </a:p>
          <a:p>
            <a:endParaRPr lang="en-US" sz="2400" dirty="0">
              <a:solidFill>
                <a:srgbClr val="C00000"/>
              </a:solidFill>
            </a:endParaRPr>
          </a:p>
          <a:p>
            <a:r>
              <a:rPr lang="en-US" sz="2400" dirty="0">
                <a:solidFill>
                  <a:srgbClr val="C00000"/>
                </a:solidFill>
              </a:rPr>
              <a:t>There may be multiple places where we can do a rotation to rebalance the tree, but the </a:t>
            </a:r>
            <a:r>
              <a:rPr lang="en-US" sz="2400" i="1" dirty="0">
                <a:solidFill>
                  <a:srgbClr val="C00000"/>
                </a:solidFill>
              </a:rPr>
              <a:t>deepest</a:t>
            </a:r>
            <a:r>
              <a:rPr lang="en-US" sz="2400" dirty="0">
                <a:solidFill>
                  <a:srgbClr val="C00000"/>
                </a:solidFill>
              </a:rPr>
              <a:t> problem node </a:t>
            </a:r>
            <a:r>
              <a:rPr lang="en-US" sz="2400" i="1" dirty="0">
                <a:solidFill>
                  <a:srgbClr val="C00000"/>
                </a:solidFill>
              </a:rPr>
              <a:t>always</a:t>
            </a:r>
            <a:r>
              <a:rPr lang="en-US" sz="2400" dirty="0">
                <a:solidFill>
                  <a:srgbClr val="C00000"/>
                </a:solidFill>
              </a:rPr>
              <a:t> </a:t>
            </a:r>
            <a:r>
              <a:rPr lang="en-US" sz="2400" i="1" dirty="0">
                <a:solidFill>
                  <a:srgbClr val="C00000"/>
                </a:solidFill>
              </a:rPr>
              <a:t>works</a:t>
            </a:r>
            <a:r>
              <a:rPr lang="en-US" sz="2400" dirty="0">
                <a:solidFill>
                  <a:srgbClr val="C00000"/>
                </a:solidFill>
              </a:rPr>
              <a:t>!</a:t>
            </a:r>
          </a:p>
        </p:txBody>
      </p:sp>
      <p:grpSp>
        <p:nvGrpSpPr>
          <p:cNvPr id="5" name="Group 4" descr="We first follow the BST insert procedure, so 20 goes to the right of 9, to the right of 11, to the right of 16, and to the right of 18. It finally becomes the new right child of 18.&#10;&#10;Now we need to check if the tree is still balanced. The left subtree of 18 has height -1, the right subtree has height 0. The left subtree of 16 has height -1 and the right subtree has height 1. The left subtree of 11 has height 0, the right subtree has height 2. The left subtree of 9 has height 2, the right subtree has height 3.&#10;Because the heights of 16's and 11's subtrees differ by two, the tree is not balanced. Since 16 is the deepest such node, we call it the &quot;problem node&quot;. Our next task is to modify the tree so that it becomes balanced.">
            <a:extLst>
              <a:ext uri="{FF2B5EF4-FFF2-40B4-BE49-F238E27FC236}">
                <a16:creationId xmlns:a16="http://schemas.microsoft.com/office/drawing/2014/main" id="{9B60BD44-CBE7-A0C5-4B2A-0B9711027322}"/>
              </a:ext>
            </a:extLst>
          </p:cNvPr>
          <p:cNvGrpSpPr/>
          <p:nvPr/>
        </p:nvGrpSpPr>
        <p:grpSpPr>
          <a:xfrm>
            <a:off x="4230263" y="2047599"/>
            <a:ext cx="5901673" cy="3370016"/>
            <a:chOff x="4230263" y="2047599"/>
            <a:chExt cx="5901673" cy="3370016"/>
          </a:xfrm>
        </p:grpSpPr>
        <p:sp>
          <p:nvSpPr>
            <p:cNvPr id="52" name="Oval 51">
              <a:extLst>
                <a:ext uri="{FF2B5EF4-FFF2-40B4-BE49-F238E27FC236}">
                  <a16:creationId xmlns:a16="http://schemas.microsoft.com/office/drawing/2014/main" id="{CC6BE4D5-0370-F814-34E5-541254CE74FA}"/>
                </a:ext>
              </a:extLst>
            </p:cNvPr>
            <p:cNvSpPr/>
            <p:nvPr/>
          </p:nvSpPr>
          <p:spPr>
            <a:xfrm>
              <a:off x="8900553" y="4805104"/>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8F38D423-2ABD-0CBD-F4B8-8D0AC4709727}"/>
                </a:ext>
              </a:extLst>
            </p:cNvPr>
            <p:cNvCxnSpPr>
              <a:cxnSpLocks/>
              <a:stCxn id="52" idx="1"/>
              <a:endCxn id="111" idx="5"/>
            </p:cNvCxnSpPr>
            <p:nvPr/>
          </p:nvCxnSpPr>
          <p:spPr>
            <a:xfrm flipH="1" flipV="1">
              <a:off x="8810853" y="4715404"/>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00EB00F8-0AFA-F1D2-E66F-14FB6A634D9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96057CE5-B195-D590-8B7C-8CC282296003}"/>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CC05EFE9-6C11-17F6-8387-93824927E6C5}"/>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48120A3A-0824-C12D-492C-E1F18DBCBD6F}"/>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189BA9FB-C568-E774-5C63-1D5243FA5A50}"/>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57E33089-1AB5-1CD2-7F91-BF0EB25950C3}"/>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F5AAE3A8-4B1F-B808-6068-A182D93E201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4C2BBAC8-2D94-61AC-D507-83AF25DCFB4C}"/>
                          </a:ext>
                        </a:extLst>
                      </p:cNvPr>
                      <p:cNvSpPr/>
                      <p:nvPr/>
                    </p:nvSpPr>
                    <p:spPr>
                      <a:xfrm>
                        <a:off x="2943201" y="3007475"/>
                        <a:ext cx="612511" cy="61251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AEA5E017-FB04-D53C-D68E-9870663B18CA}"/>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516F3E11-EF89-5B94-63B8-166D10CC0CD9}"/>
                          </a:ext>
                        </a:extLst>
                      </p:cNvPr>
                      <p:cNvSpPr/>
                      <p:nvPr/>
                    </p:nvSpPr>
                    <p:spPr>
                      <a:xfrm>
                        <a:off x="3555712" y="3697555"/>
                        <a:ext cx="612511" cy="61251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B23585B-8AD5-64DD-198B-48EA5FEC2A8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C8989D81-9679-CDA4-5FEF-C17E7C08E05F}"/>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A508C7E-8FCD-3B51-E6D2-907DF4BD7F24}"/>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5A7AEC3-9F8A-EB17-79DB-8D7CB4ADD2BB}"/>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F5FF3EC-6510-1951-CBDE-85DD5F832B16}"/>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DD690D51-722E-76C9-9971-424D071C19A7}"/>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ADA2723D-480A-2C58-5488-3C8AC507E2CC}"/>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4E73F34D-46CD-AA2F-96A4-247276312068}"/>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6DEACC50-E555-1571-4BAF-47772BEAFD0C}"/>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DD29B1B7-9B5D-302C-CB36-06804A04BCEF}"/>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7F59179B-37B9-D130-FE12-542CCDC3D10D}"/>
                    </a:ext>
                  </a:extLst>
                </p:cNvPr>
                <p:cNvSpPr/>
                <p:nvPr/>
              </p:nvSpPr>
              <p:spPr>
                <a:xfrm>
                  <a:off x="8399802" y="4192593"/>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B94BFF33-AF4E-51DA-410C-77704CC8A9D8}"/>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C607C7A6-7997-7982-F31F-D89C787968F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DAB1C9E-1961-181D-7C71-A59171318E86}"/>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C5101F83-EFA2-1B38-8F0B-4FEFB92F61D6}"/>
                </a:ext>
              </a:extLst>
            </p:cNvPr>
            <p:cNvSpPr txBox="1"/>
            <p:nvPr/>
          </p:nvSpPr>
          <p:spPr>
            <a:xfrm>
              <a:off x="9031490" y="4498848"/>
              <a:ext cx="1100446" cy="369332"/>
            </a:xfrm>
            <a:prstGeom prst="rect">
              <a:avLst/>
            </a:prstGeom>
            <a:noFill/>
          </p:spPr>
          <p:txBody>
            <a:bodyPr wrap="square" rtlCol="0">
              <a:spAutoFit/>
            </a:bodyPr>
            <a:lstStyle/>
            <a:p>
              <a:r>
                <a:rPr lang="en-US" dirty="0">
                  <a:solidFill>
                    <a:srgbClr val="C00000"/>
                  </a:solidFill>
                </a:rPr>
                <a:t>Height=0</a:t>
              </a:r>
            </a:p>
          </p:txBody>
        </p:sp>
        <p:sp>
          <p:nvSpPr>
            <p:cNvPr id="4" name="TextBox 3">
              <a:extLst>
                <a:ext uri="{FF2B5EF4-FFF2-40B4-BE49-F238E27FC236}">
                  <a16:creationId xmlns:a16="http://schemas.microsoft.com/office/drawing/2014/main" id="{95FDA166-F4DA-538C-2157-BEA4D20340C3}"/>
                </a:ext>
              </a:extLst>
            </p:cNvPr>
            <p:cNvSpPr txBox="1"/>
            <p:nvPr/>
          </p:nvSpPr>
          <p:spPr>
            <a:xfrm>
              <a:off x="7074742" y="2410904"/>
              <a:ext cx="1100446" cy="369332"/>
            </a:xfrm>
            <a:prstGeom prst="rect">
              <a:avLst/>
            </a:prstGeom>
            <a:noFill/>
          </p:spPr>
          <p:txBody>
            <a:bodyPr wrap="square" rtlCol="0">
              <a:spAutoFit/>
            </a:bodyPr>
            <a:lstStyle/>
            <a:p>
              <a:r>
                <a:rPr lang="en-US" dirty="0">
                  <a:solidFill>
                    <a:srgbClr val="C00000"/>
                  </a:solidFill>
                </a:rPr>
                <a:t>Height=3</a:t>
              </a:r>
            </a:p>
          </p:txBody>
        </p:sp>
        <p:sp>
          <p:nvSpPr>
            <p:cNvPr id="7" name="TextBox 6">
              <a:extLst>
                <a:ext uri="{FF2B5EF4-FFF2-40B4-BE49-F238E27FC236}">
                  <a16:creationId xmlns:a16="http://schemas.microsoft.com/office/drawing/2014/main" id="{EE8C0801-6B7E-0A88-D8FB-F217BBB5DB23}"/>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Height=1</a:t>
              </a:r>
            </a:p>
          </p:txBody>
        </p:sp>
        <p:sp>
          <p:nvSpPr>
            <p:cNvPr id="8" name="TextBox 7">
              <a:extLst>
                <a:ext uri="{FF2B5EF4-FFF2-40B4-BE49-F238E27FC236}">
                  <a16:creationId xmlns:a16="http://schemas.microsoft.com/office/drawing/2014/main" id="{4B7D8E44-7EB4-A33A-F9EA-8B108F2418CA}"/>
                </a:ext>
              </a:extLst>
            </p:cNvPr>
            <p:cNvSpPr txBox="1"/>
            <p:nvPr/>
          </p:nvSpPr>
          <p:spPr>
            <a:xfrm>
              <a:off x="7815393" y="3091041"/>
              <a:ext cx="1100446" cy="369332"/>
            </a:xfrm>
            <a:prstGeom prst="rect">
              <a:avLst/>
            </a:prstGeom>
            <a:noFill/>
          </p:spPr>
          <p:txBody>
            <a:bodyPr wrap="square" rtlCol="0">
              <a:spAutoFit/>
            </a:bodyPr>
            <a:lstStyle/>
            <a:p>
              <a:r>
                <a:rPr lang="en-US" dirty="0">
                  <a:solidFill>
                    <a:srgbClr val="C00000"/>
                  </a:solidFill>
                </a:rPr>
                <a:t>Height=2</a:t>
              </a:r>
            </a:p>
          </p:txBody>
        </p:sp>
        <p:sp>
          <p:nvSpPr>
            <p:cNvPr id="9" name="TextBox 8">
              <a:extLst>
                <a:ext uri="{FF2B5EF4-FFF2-40B4-BE49-F238E27FC236}">
                  <a16:creationId xmlns:a16="http://schemas.microsoft.com/office/drawing/2014/main" id="{E29F935D-8FCB-C9C6-6084-E90B32462174}"/>
                </a:ext>
              </a:extLst>
            </p:cNvPr>
            <p:cNvSpPr txBox="1"/>
            <p:nvPr/>
          </p:nvSpPr>
          <p:spPr>
            <a:xfrm>
              <a:off x="5194203" y="2382407"/>
              <a:ext cx="1100446" cy="369332"/>
            </a:xfrm>
            <a:prstGeom prst="rect">
              <a:avLst/>
            </a:prstGeom>
            <a:noFill/>
          </p:spPr>
          <p:txBody>
            <a:bodyPr wrap="square" rtlCol="0">
              <a:spAutoFit/>
            </a:bodyPr>
            <a:lstStyle/>
            <a:p>
              <a:r>
                <a:rPr lang="en-US" dirty="0">
                  <a:solidFill>
                    <a:srgbClr val="C00000"/>
                  </a:solidFill>
                </a:rPr>
                <a:t>Height=2</a:t>
              </a:r>
            </a:p>
          </p:txBody>
        </p:sp>
        <p:sp>
          <p:nvSpPr>
            <p:cNvPr id="10" name="TextBox 9">
              <a:extLst>
                <a:ext uri="{FF2B5EF4-FFF2-40B4-BE49-F238E27FC236}">
                  <a16:creationId xmlns:a16="http://schemas.microsoft.com/office/drawing/2014/main" id="{D4AE2EA8-E504-9092-55E4-8046D8FA47CF}"/>
                </a:ext>
              </a:extLst>
            </p:cNvPr>
            <p:cNvSpPr txBox="1"/>
            <p:nvPr/>
          </p:nvSpPr>
          <p:spPr>
            <a:xfrm>
              <a:off x="7086257" y="4062326"/>
              <a:ext cx="1100446" cy="369332"/>
            </a:xfrm>
            <a:prstGeom prst="rect">
              <a:avLst/>
            </a:prstGeom>
            <a:noFill/>
          </p:spPr>
          <p:txBody>
            <a:bodyPr wrap="square" rtlCol="0">
              <a:spAutoFit/>
            </a:bodyPr>
            <a:lstStyle/>
            <a:p>
              <a:r>
                <a:rPr lang="en-US" dirty="0">
                  <a:solidFill>
                    <a:srgbClr val="C00000"/>
                  </a:solidFill>
                </a:rPr>
                <a:t>Height=-1</a:t>
              </a:r>
            </a:p>
          </p:txBody>
        </p:sp>
        <p:sp>
          <p:nvSpPr>
            <p:cNvPr id="11" name="TextBox 10">
              <a:extLst>
                <a:ext uri="{FF2B5EF4-FFF2-40B4-BE49-F238E27FC236}">
                  <a16:creationId xmlns:a16="http://schemas.microsoft.com/office/drawing/2014/main" id="{30270DE6-FAD8-CFC0-2460-A3C812CA98ED}"/>
                </a:ext>
              </a:extLst>
            </p:cNvPr>
            <p:cNvSpPr txBox="1"/>
            <p:nvPr/>
          </p:nvSpPr>
          <p:spPr>
            <a:xfrm>
              <a:off x="6380767" y="3182752"/>
              <a:ext cx="1100446" cy="369332"/>
            </a:xfrm>
            <a:prstGeom prst="rect">
              <a:avLst/>
            </a:prstGeom>
            <a:noFill/>
          </p:spPr>
          <p:txBody>
            <a:bodyPr wrap="square" rtlCol="0">
              <a:spAutoFit/>
            </a:bodyPr>
            <a:lstStyle/>
            <a:p>
              <a:r>
                <a:rPr lang="en-US" dirty="0">
                  <a:solidFill>
                    <a:srgbClr val="C00000"/>
                  </a:solidFill>
                </a:rPr>
                <a:t>Height=0</a:t>
              </a:r>
            </a:p>
          </p:txBody>
        </p:sp>
        <p:sp>
          <p:nvSpPr>
            <p:cNvPr id="12" name="TextBox 11">
              <a:extLst>
                <a:ext uri="{FF2B5EF4-FFF2-40B4-BE49-F238E27FC236}">
                  <a16:creationId xmlns:a16="http://schemas.microsoft.com/office/drawing/2014/main" id="{D8480E21-267E-1AD5-8880-CB90A23E9D3E}"/>
                </a:ext>
              </a:extLst>
            </p:cNvPr>
            <p:cNvSpPr txBox="1"/>
            <p:nvPr/>
          </p:nvSpPr>
          <p:spPr>
            <a:xfrm>
              <a:off x="7869054" y="4982247"/>
              <a:ext cx="1100446" cy="369332"/>
            </a:xfrm>
            <a:prstGeom prst="rect">
              <a:avLst/>
            </a:prstGeom>
            <a:noFill/>
          </p:spPr>
          <p:txBody>
            <a:bodyPr wrap="square" rtlCol="0">
              <a:spAutoFit/>
            </a:bodyPr>
            <a:lstStyle/>
            <a:p>
              <a:r>
                <a:rPr lang="en-US" dirty="0">
                  <a:solidFill>
                    <a:srgbClr val="C00000"/>
                  </a:solidFill>
                </a:rPr>
                <a:t>Height=-1</a:t>
              </a:r>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5BE454EA-5FBC-1D7E-1ED3-734002522361}"/>
                  </a:ext>
                </a:extLst>
              </p14:cNvPr>
              <p14:cNvContentPartPr/>
              <p14:nvPr/>
            </p14:nvContentPartPr>
            <p14:xfrm>
              <a:off x="7236000" y="4246560"/>
              <a:ext cx="2258640" cy="257400"/>
            </p14:xfrm>
          </p:contentPart>
        </mc:Choice>
        <mc:Fallback>
          <p:pic>
            <p:nvPicPr>
              <p:cNvPr id="6" name="Ink 5">
                <a:extLst>
                  <a:ext uri="{FF2B5EF4-FFF2-40B4-BE49-F238E27FC236}">
                    <a16:creationId xmlns:a16="http://schemas.microsoft.com/office/drawing/2014/main" id="{5BE454EA-5FBC-1D7E-1ED3-734002522361}"/>
                  </a:ext>
                </a:extLst>
              </p:cNvPr>
              <p:cNvPicPr/>
              <p:nvPr/>
            </p:nvPicPr>
            <p:blipFill>
              <a:blip r:embed="rId3"/>
              <a:stretch>
                <a:fillRect/>
              </a:stretch>
            </p:blipFill>
            <p:spPr>
              <a:xfrm>
                <a:off x="7226640" y="4237200"/>
                <a:ext cx="2277360" cy="276120"/>
              </a:xfrm>
              <a:prstGeom prst="rect">
                <a:avLst/>
              </a:prstGeom>
            </p:spPr>
          </p:pic>
        </mc:Fallback>
      </mc:AlternateContent>
    </p:spTree>
    <p:extLst>
      <p:ext uri="{BB962C8B-B14F-4D97-AF65-F5344CB8AC3E}">
        <p14:creationId xmlns:p14="http://schemas.microsoft.com/office/powerpoint/2010/main" val="3155482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Left Rotation</a:t>
            </a:r>
          </a:p>
        </p:txBody>
      </p:sp>
      <p:grpSp>
        <p:nvGrpSpPr>
          <p:cNvPr id="5" name="Group 4" descr="To balance the tree we will manipulate it so that the right subtree from 16's current position gets lifted up, while the left subtree gets dropped down. Since the right subtree has greater height than the left, this will have the effect of balancing the tree.&#10;&#10;We call this a left rotation.">
            <a:extLst>
              <a:ext uri="{FF2B5EF4-FFF2-40B4-BE49-F238E27FC236}">
                <a16:creationId xmlns:a16="http://schemas.microsoft.com/office/drawing/2014/main" id="{E998AE0B-E54A-8F62-6109-FA747323702F}"/>
              </a:ext>
            </a:extLst>
          </p:cNvPr>
          <p:cNvGrpSpPr/>
          <p:nvPr/>
        </p:nvGrpSpPr>
        <p:grpSpPr>
          <a:xfrm>
            <a:off x="4230263" y="2047599"/>
            <a:ext cx="5285982" cy="3370016"/>
            <a:chOff x="4230263" y="2047599"/>
            <a:chExt cx="5285982" cy="3370016"/>
          </a:xfrm>
        </p:grpSpPr>
        <p:sp>
          <p:nvSpPr>
            <p:cNvPr id="52" name="Oval 51">
              <a:extLst>
                <a:ext uri="{FF2B5EF4-FFF2-40B4-BE49-F238E27FC236}">
                  <a16:creationId xmlns:a16="http://schemas.microsoft.com/office/drawing/2014/main" id="{E10B0969-2DC8-E369-208A-DA6169430CAA}"/>
                </a:ext>
              </a:extLst>
            </p:cNvPr>
            <p:cNvSpPr/>
            <p:nvPr/>
          </p:nvSpPr>
          <p:spPr>
            <a:xfrm>
              <a:off x="8900553" y="48051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FBF52FE1-BD1F-28E9-967F-5676B0189442}"/>
                </a:ext>
              </a:extLst>
            </p:cNvPr>
            <p:cNvCxnSpPr>
              <a:cxnSpLocks/>
              <a:stCxn id="52" idx="1"/>
              <a:endCxn id="111" idx="5"/>
            </p:cNvCxnSpPr>
            <p:nvPr/>
          </p:nvCxnSpPr>
          <p:spPr>
            <a:xfrm flipH="1" flipV="1">
              <a:off x="8810853" y="4715404"/>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231B4431-1959-3D11-4655-89732DFF56C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1896F7C7-534A-BA83-2083-347AFDB97A18}"/>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5A1733A1-39DF-181D-8445-504416FEB180}"/>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722102BA-7EB1-3CC8-6B87-3FCB4314BAE3}"/>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40FE6087-5C60-8EFC-C759-F31170E270EB}"/>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81A86D9D-A8BC-BEBB-ACF9-27675DAB402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A57F424B-C58D-2697-834B-452478446D9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EFCBFD94-EE5F-3AF9-39E0-B4B10543E88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D3A23E20-3CB0-87BC-0099-DC459E7A00D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8DD9A857-00C8-54C7-1978-1A88523D9CA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3A96E6E-A6B1-7011-C366-6002F166199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2671A4FC-C97C-8D2A-9E81-C0F57BD1E072}"/>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8E43C2C-053B-2FFA-A3C0-95EF3D43DEEA}"/>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4483605-8E24-A998-E0BA-7F7BC322B54D}"/>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7EA3640-F0AB-3515-A0ED-7F01750FF9CF}"/>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543CC303-32F1-6884-6C24-F7F185458274}"/>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8BA96AB7-84DA-A8F0-5521-204310BFF733}"/>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ECAA481E-776D-9B89-B8FD-403378272D14}"/>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A3302FBF-673C-34CF-7EC7-65E7FC047B38}"/>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92304523-CC16-84B8-325C-4329D7B2AF56}"/>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F99CA63D-421D-0FEC-0398-481D99062410}"/>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9562526B-32DD-4639-8BFB-3BE6AD2C2AF6}"/>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EC321388-EEEE-EAFE-94E4-295071FEF5FB}"/>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7C393D2-AA50-0F70-D168-B8CB09AF8565}"/>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Arrow: Circular 28">
              <a:extLst>
                <a:ext uri="{FF2B5EF4-FFF2-40B4-BE49-F238E27FC236}">
                  <a16:creationId xmlns:a16="http://schemas.microsoft.com/office/drawing/2014/main" id="{2DFE5A13-2615-2C1A-4922-C60FF284B30E}"/>
                </a:ext>
              </a:extLst>
            </p:cNvPr>
            <p:cNvSpPr/>
            <p:nvPr/>
          </p:nvSpPr>
          <p:spPr>
            <a:xfrm flipH="1">
              <a:off x="7187861" y="2924063"/>
              <a:ext cx="1639005"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52A30ECD-B9C9-E93F-1139-AF0403EEE33F}"/>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Height=1</a:t>
              </a:r>
            </a:p>
          </p:txBody>
        </p:sp>
        <p:sp>
          <p:nvSpPr>
            <p:cNvPr id="4" name="TextBox 3">
              <a:extLst>
                <a:ext uri="{FF2B5EF4-FFF2-40B4-BE49-F238E27FC236}">
                  <a16:creationId xmlns:a16="http://schemas.microsoft.com/office/drawing/2014/main" id="{878B8008-9A6D-428A-5A9E-1D4F6C3150A5}"/>
                </a:ext>
              </a:extLst>
            </p:cNvPr>
            <p:cNvSpPr txBox="1"/>
            <p:nvPr/>
          </p:nvSpPr>
          <p:spPr>
            <a:xfrm>
              <a:off x="7021299" y="4157292"/>
              <a:ext cx="1100446" cy="369332"/>
            </a:xfrm>
            <a:prstGeom prst="rect">
              <a:avLst/>
            </a:prstGeom>
            <a:noFill/>
          </p:spPr>
          <p:txBody>
            <a:bodyPr wrap="square" rtlCol="0">
              <a:spAutoFit/>
            </a:bodyPr>
            <a:lstStyle/>
            <a:p>
              <a:r>
                <a:rPr lang="en-US" dirty="0">
                  <a:solidFill>
                    <a:srgbClr val="C00000"/>
                  </a:solidFill>
                </a:rPr>
                <a:t>Height=-1</a:t>
              </a:r>
            </a:p>
          </p:txBody>
        </p:sp>
      </p:grpSp>
      <p:sp>
        <p:nvSpPr>
          <p:cNvPr id="30" name="TextBox 29">
            <a:extLst>
              <a:ext uri="{FF2B5EF4-FFF2-40B4-BE49-F238E27FC236}">
                <a16:creationId xmlns:a16="http://schemas.microsoft.com/office/drawing/2014/main" id="{7648F3C6-8527-ECD6-3799-58D47DA49C8A}"/>
              </a:ext>
            </a:extLst>
          </p:cNvPr>
          <p:cNvSpPr txBox="1"/>
          <p:nvPr/>
        </p:nvSpPr>
        <p:spPr>
          <a:xfrm>
            <a:off x="7348110" y="1696358"/>
            <a:ext cx="4984542" cy="923330"/>
          </a:xfrm>
          <a:prstGeom prst="rect">
            <a:avLst/>
          </a:prstGeom>
          <a:noFill/>
        </p:spPr>
        <p:txBody>
          <a:bodyPr wrap="squar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left</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2E74E189-AEB8-4A87-6EDC-E7598D78EDEA}"/>
                  </a:ext>
                </a:extLst>
              </p14:cNvPr>
              <p14:cNvContentPartPr/>
              <p14:nvPr/>
            </p14:nvContentPartPr>
            <p14:xfrm>
              <a:off x="7192800" y="3398400"/>
              <a:ext cx="1629000" cy="1267920"/>
            </p14:xfrm>
          </p:contentPart>
        </mc:Choice>
        <mc:Fallback>
          <p:pic>
            <p:nvPicPr>
              <p:cNvPr id="6" name="Ink 5">
                <a:extLst>
                  <a:ext uri="{FF2B5EF4-FFF2-40B4-BE49-F238E27FC236}">
                    <a16:creationId xmlns:a16="http://schemas.microsoft.com/office/drawing/2014/main" id="{2E74E189-AEB8-4A87-6EDC-E7598D78EDEA}"/>
                  </a:ext>
                </a:extLst>
              </p:cNvPr>
              <p:cNvPicPr/>
              <p:nvPr/>
            </p:nvPicPr>
            <p:blipFill>
              <a:blip r:embed="rId3"/>
              <a:stretch>
                <a:fillRect/>
              </a:stretch>
            </p:blipFill>
            <p:spPr>
              <a:xfrm>
                <a:off x="7183440" y="3389040"/>
                <a:ext cx="1647720" cy="1286640"/>
              </a:xfrm>
              <a:prstGeom prst="rect">
                <a:avLst/>
              </a:prstGeom>
            </p:spPr>
          </p:pic>
        </mc:Fallback>
      </mc:AlternateContent>
    </p:spTree>
    <p:extLst>
      <p:ext uri="{BB962C8B-B14F-4D97-AF65-F5344CB8AC3E}">
        <p14:creationId xmlns:p14="http://schemas.microsoft.com/office/powerpoint/2010/main" val="294553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After the Left Rotation, Balanced!</a:t>
            </a:r>
          </a:p>
        </p:txBody>
      </p:sp>
      <p:grpSp>
        <p:nvGrpSpPr>
          <p:cNvPr id="31" name="Group 30" descr="After rotation the node 18 (previously 16's right child) becomes the new right child of 11, 16 (previously the right child of 11) becomes 18's left child. Overall, the final tree is structured as follows:&#10;&#10;root: 9, with left child 3 and right child 11&#10;3: left child is 1, right child is 6&#10;1: left child is 0, right child is 2&#10;0: has no children&#10;2: has no children&#10;6: has no children&#10;11: left child is 10, right child is 18&#10;18: left child is 16, right child is 20&#10;16: has no children&#10;20: has no children">
            <a:extLst>
              <a:ext uri="{FF2B5EF4-FFF2-40B4-BE49-F238E27FC236}">
                <a16:creationId xmlns:a16="http://schemas.microsoft.com/office/drawing/2014/main" id="{570134D4-AE2A-63B3-7B74-87F47B981666}"/>
              </a:ext>
            </a:extLst>
          </p:cNvPr>
          <p:cNvGrpSpPr/>
          <p:nvPr/>
        </p:nvGrpSpPr>
        <p:grpSpPr>
          <a:xfrm>
            <a:off x="4230263" y="2047599"/>
            <a:ext cx="5285982" cy="2762801"/>
            <a:chOff x="4230263" y="2047599"/>
            <a:chExt cx="5285982" cy="2762801"/>
          </a:xfrm>
        </p:grpSpPr>
        <p:grpSp>
          <p:nvGrpSpPr>
            <p:cNvPr id="3" name="Group 2">
              <a:extLst>
                <a:ext uri="{FF2B5EF4-FFF2-40B4-BE49-F238E27FC236}">
                  <a16:creationId xmlns:a16="http://schemas.microsoft.com/office/drawing/2014/main" id="{20588142-BA3E-214A-5F91-4641F9260F24}"/>
                </a:ext>
              </a:extLst>
            </p:cNvPr>
            <p:cNvGrpSpPr/>
            <p:nvPr/>
          </p:nvGrpSpPr>
          <p:grpSpPr>
            <a:xfrm>
              <a:off x="4230263" y="2047599"/>
              <a:ext cx="4670290" cy="2762801"/>
              <a:chOff x="4230263" y="2047599"/>
              <a:chExt cx="4670290" cy="2762801"/>
            </a:xfrm>
          </p:grpSpPr>
          <p:grpSp>
            <p:nvGrpSpPr>
              <p:cNvPr id="4" name="Group 3">
                <a:extLst>
                  <a:ext uri="{FF2B5EF4-FFF2-40B4-BE49-F238E27FC236}">
                    <a16:creationId xmlns:a16="http://schemas.microsoft.com/office/drawing/2014/main" id="{95A2B72C-3787-FADF-273F-8EFDEB4113C1}"/>
                  </a:ext>
                </a:extLst>
              </p:cNvPr>
              <p:cNvGrpSpPr/>
              <p:nvPr/>
            </p:nvGrpSpPr>
            <p:grpSpPr>
              <a:xfrm>
                <a:off x="4230263" y="2047599"/>
                <a:ext cx="4670290" cy="2762801"/>
                <a:chOff x="4342023" y="2047599"/>
                <a:chExt cx="4670290" cy="2762801"/>
              </a:xfrm>
            </p:grpSpPr>
            <p:grpSp>
              <p:nvGrpSpPr>
                <p:cNvPr id="7" name="Group 6">
                  <a:extLst>
                    <a:ext uri="{FF2B5EF4-FFF2-40B4-BE49-F238E27FC236}">
                      <a16:creationId xmlns:a16="http://schemas.microsoft.com/office/drawing/2014/main" id="{340ACB14-EB47-703E-DD87-A3F1F2D8DD59}"/>
                    </a:ext>
                  </a:extLst>
                </p:cNvPr>
                <p:cNvGrpSpPr/>
                <p:nvPr/>
              </p:nvGrpSpPr>
              <p:grpSpPr>
                <a:xfrm>
                  <a:off x="4342023" y="2047599"/>
                  <a:ext cx="4036614" cy="2762801"/>
                  <a:chOff x="8079280" y="365125"/>
                  <a:chExt cx="4036614" cy="2762801"/>
                </a:xfrm>
              </p:grpSpPr>
              <p:grpSp>
                <p:nvGrpSpPr>
                  <p:cNvPr id="10" name="Group 9">
                    <a:extLst>
                      <a:ext uri="{FF2B5EF4-FFF2-40B4-BE49-F238E27FC236}">
                        <a16:creationId xmlns:a16="http://schemas.microsoft.com/office/drawing/2014/main" id="{FCCAEE77-93ED-0577-3519-0BE15EA2B58A}"/>
                      </a:ext>
                    </a:extLst>
                  </p:cNvPr>
                  <p:cNvGrpSpPr/>
                  <p:nvPr/>
                </p:nvGrpSpPr>
                <p:grpSpPr>
                  <a:xfrm>
                    <a:off x="8079280" y="365125"/>
                    <a:ext cx="4036614" cy="2762801"/>
                    <a:chOff x="5413263" y="1203158"/>
                    <a:chExt cx="4036614" cy="2762801"/>
                  </a:xfrm>
                </p:grpSpPr>
                <p:grpSp>
                  <p:nvGrpSpPr>
                    <p:cNvPr id="13" name="Group 12">
                      <a:extLst>
                        <a:ext uri="{FF2B5EF4-FFF2-40B4-BE49-F238E27FC236}">
                          <a16:creationId xmlns:a16="http://schemas.microsoft.com/office/drawing/2014/main" id="{7CB93A83-875B-9031-7072-EAA750E4F3BA}"/>
                        </a:ext>
                      </a:extLst>
                    </p:cNvPr>
                    <p:cNvGrpSpPr/>
                    <p:nvPr/>
                  </p:nvGrpSpPr>
                  <p:grpSpPr>
                    <a:xfrm>
                      <a:off x="5413263" y="1203158"/>
                      <a:ext cx="4036614" cy="2762801"/>
                      <a:chOff x="131609" y="2379747"/>
                      <a:chExt cx="4036614" cy="2762801"/>
                    </a:xfrm>
                  </p:grpSpPr>
                  <p:sp>
                    <p:nvSpPr>
                      <p:cNvPr id="16" name="Oval 15">
                        <a:extLst>
                          <a:ext uri="{FF2B5EF4-FFF2-40B4-BE49-F238E27FC236}">
                            <a16:creationId xmlns:a16="http://schemas.microsoft.com/office/drawing/2014/main" id="{2DA4BADD-BD84-1D65-6F34-911460C2604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 name="Oval 16">
                        <a:extLst>
                          <a:ext uri="{FF2B5EF4-FFF2-40B4-BE49-F238E27FC236}">
                            <a16:creationId xmlns:a16="http://schemas.microsoft.com/office/drawing/2014/main" id="{F6628CEA-2BED-8F15-29D4-04C515C3C7F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D82CEA20-3D90-9CDB-6145-EE3D68EC4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 name="Oval 18">
                        <a:extLst>
                          <a:ext uri="{FF2B5EF4-FFF2-40B4-BE49-F238E27FC236}">
                            <a16:creationId xmlns:a16="http://schemas.microsoft.com/office/drawing/2014/main" id="{C71173B0-3AC1-D397-A5F8-45A759F359C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Oval 19">
                        <a:extLst>
                          <a:ext uri="{FF2B5EF4-FFF2-40B4-BE49-F238E27FC236}">
                            <a16:creationId xmlns:a16="http://schemas.microsoft.com/office/drawing/2014/main" id="{E533412E-9EAE-77B6-2680-1BB250C02CFC}"/>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21" name="Oval 20">
                        <a:extLst>
                          <a:ext uri="{FF2B5EF4-FFF2-40B4-BE49-F238E27FC236}">
                            <a16:creationId xmlns:a16="http://schemas.microsoft.com/office/drawing/2014/main" id="{F6653EAB-CF92-DEBF-F06A-D237E8EABB6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22" name="Straight Connector 21">
                        <a:extLst>
                          <a:ext uri="{FF2B5EF4-FFF2-40B4-BE49-F238E27FC236}">
                            <a16:creationId xmlns:a16="http://schemas.microsoft.com/office/drawing/2014/main" id="{E8FBF119-F10A-E70F-C0C1-02D1344DA65F}"/>
                          </a:ext>
                        </a:extLst>
                      </p:cNvPr>
                      <p:cNvCxnSpPr>
                        <a:cxnSpLocks/>
                        <a:stCxn id="16" idx="3"/>
                        <a:endCxn id="17"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57BD4C3-36E7-353E-BB50-27F28FA99852}"/>
                          </a:ext>
                        </a:extLst>
                      </p:cNvPr>
                      <p:cNvCxnSpPr>
                        <a:cxnSpLocks/>
                        <a:stCxn id="16"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4D0C602-88EC-28E1-0AEB-C7FCBFBF1429}"/>
                          </a:ext>
                        </a:extLst>
                      </p:cNvPr>
                      <p:cNvCxnSpPr>
                        <a:stCxn id="19" idx="7"/>
                        <a:endCxn id="17"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BFD3E6-80D7-C7DF-7AD5-855E06F45B88}"/>
                          </a:ext>
                        </a:extLst>
                      </p:cNvPr>
                      <p:cNvCxnSpPr>
                        <a:cxnSpLocks/>
                        <a:stCxn id="21" idx="7"/>
                        <a:endCxn id="19"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E39809-0AB7-8376-C608-D4413B311DE4}"/>
                          </a:ext>
                        </a:extLst>
                      </p:cNvPr>
                      <p:cNvCxnSpPr>
                        <a:stCxn id="20"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B529E4C8-B415-7106-BF86-FEF8E6D36950}"/>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5" name="Straight Connector 14">
                      <a:extLst>
                        <a:ext uri="{FF2B5EF4-FFF2-40B4-BE49-F238E27FC236}">
                          <a16:creationId xmlns:a16="http://schemas.microsoft.com/office/drawing/2014/main" id="{EF2EE05A-0721-4CAF-3B48-766628E89B24}"/>
                        </a:ext>
                      </a:extLst>
                    </p:cNvPr>
                    <p:cNvCxnSpPr>
                      <a:cxnSpLocks/>
                      <a:stCxn id="14" idx="0"/>
                      <a:endCxn id="17"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1B257E-2ABA-7A4A-4B7F-B3C6FBFBB6C5}"/>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2" name="Straight Connector 11">
                    <a:extLst>
                      <a:ext uri="{FF2B5EF4-FFF2-40B4-BE49-F238E27FC236}">
                        <a16:creationId xmlns:a16="http://schemas.microsoft.com/office/drawing/2014/main" id="{20E128ED-F352-D598-5852-55CCCA74DB6D}"/>
                      </a:ext>
                    </a:extLst>
                  </p:cNvPr>
                  <p:cNvCxnSpPr>
                    <a:cxnSpLocks/>
                    <a:stCxn id="11" idx="1"/>
                    <a:endCxn id="19"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C70EDA9A-0F72-9D02-B87D-BB7B1AE1D91E}"/>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9" name="Straight Connector 8">
                  <a:extLst>
                    <a:ext uri="{FF2B5EF4-FFF2-40B4-BE49-F238E27FC236}">
                      <a16:creationId xmlns:a16="http://schemas.microsoft.com/office/drawing/2014/main" id="{9CF606FF-5AFD-CD0E-72DD-0FDCC5448A87}"/>
                    </a:ext>
                  </a:extLst>
                </p:cNvPr>
                <p:cNvCxnSpPr>
                  <a:cxnSpLocks/>
                  <a:stCxn id="8" idx="1"/>
                  <a:endCxn id="20"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Oval 4">
                <a:extLst>
                  <a:ext uri="{FF2B5EF4-FFF2-40B4-BE49-F238E27FC236}">
                    <a16:creationId xmlns:a16="http://schemas.microsoft.com/office/drawing/2014/main" id="{3B0842E4-0F10-4833-6EED-5DA6E1A35AE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6" name="Straight Connector 5">
                <a:extLst>
                  <a:ext uri="{FF2B5EF4-FFF2-40B4-BE49-F238E27FC236}">
                    <a16:creationId xmlns:a16="http://schemas.microsoft.com/office/drawing/2014/main" id="{DA352AA8-ED33-0160-5DBE-E55F432391BF}"/>
                  </a:ext>
                </a:extLst>
              </p:cNvPr>
              <p:cNvCxnSpPr>
                <a:cxnSpLocks/>
                <a:stCxn id="5" idx="0"/>
                <a:endCxn id="18"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840B66A-9063-6327-AA78-D06A587F2ED7}"/>
                </a:ext>
              </a:extLst>
            </p:cNvPr>
            <p:cNvSpPr/>
            <p:nvPr/>
          </p:nvSpPr>
          <p:spPr>
            <a:xfrm>
              <a:off x="7348110" y="4192593"/>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8" name="Straight Connector 27">
              <a:extLst>
                <a:ext uri="{FF2B5EF4-FFF2-40B4-BE49-F238E27FC236}">
                  <a16:creationId xmlns:a16="http://schemas.microsoft.com/office/drawing/2014/main" id="{862B4773-3E77-95DD-3111-2661C2B0A23A}"/>
                </a:ext>
              </a:extLst>
            </p:cNvPr>
            <p:cNvCxnSpPr>
              <a:cxnSpLocks/>
              <a:stCxn id="27" idx="0"/>
            </p:cNvCxnSpPr>
            <p:nvPr/>
          </p:nvCxnSpPr>
          <p:spPr>
            <a:xfrm flipV="1">
              <a:off x="7654366" y="3923519"/>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C7FAD8A-4271-DD99-C85D-0A3ABB65DE91}"/>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Height=0</a:t>
              </a:r>
            </a:p>
          </p:txBody>
        </p:sp>
        <p:sp>
          <p:nvSpPr>
            <p:cNvPr id="30" name="TextBox 29">
              <a:extLst>
                <a:ext uri="{FF2B5EF4-FFF2-40B4-BE49-F238E27FC236}">
                  <a16:creationId xmlns:a16="http://schemas.microsoft.com/office/drawing/2014/main" id="{02CC039B-237F-758D-C8CD-88BFD9B4DD1C}"/>
                </a:ext>
              </a:extLst>
            </p:cNvPr>
            <p:cNvSpPr txBox="1"/>
            <p:nvPr/>
          </p:nvSpPr>
          <p:spPr>
            <a:xfrm>
              <a:off x="6920325" y="3935624"/>
              <a:ext cx="1100446" cy="369332"/>
            </a:xfrm>
            <a:prstGeom prst="rect">
              <a:avLst/>
            </a:prstGeom>
            <a:noFill/>
          </p:spPr>
          <p:txBody>
            <a:bodyPr wrap="square" rtlCol="0">
              <a:spAutoFit/>
            </a:bodyPr>
            <a:lstStyle/>
            <a:p>
              <a:r>
                <a:rPr lang="en-US" dirty="0">
                  <a:solidFill>
                    <a:srgbClr val="C00000"/>
                  </a:solidFill>
                </a:rPr>
                <a:t>Height=0</a:t>
              </a:r>
            </a:p>
          </p:txBody>
        </p:sp>
      </p:grpSp>
    </p:spTree>
    <p:extLst>
      <p:ext uri="{BB962C8B-B14F-4D97-AF65-F5344CB8AC3E}">
        <p14:creationId xmlns:p14="http://schemas.microsoft.com/office/powerpoint/2010/main" val="2824994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Left Rotation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38200" y="1280160"/>
                <a:ext cx="10515600" cy="4896803"/>
              </a:xfrm>
            </p:spPr>
            <p:txBody>
              <a:bodyPr/>
              <a:lstStyle/>
              <a:p>
                <a:r>
                  <a:rPr lang="en-US" dirty="0"/>
                  <a:t>We just inserted </a:t>
                </a:r>
                <a14:m>
                  <m:oMath xmlns:m="http://schemas.openxmlformats.org/officeDocument/2006/math">
                    <m:r>
                      <a:rPr lang="en-US" i="1">
                        <a:latin typeface="Cambria Math" panose="02040503050406030204" pitchFamily="18" charset="0"/>
                      </a:rPr>
                      <m:t>𝑐</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Make the right child the new root</a:t>
                </a:r>
              </a:p>
              <a:p>
                <a:r>
                  <a:rPr lang="en-US" dirty="0"/>
                  <a:t>Make the old root the left child of the new</a:t>
                </a:r>
              </a:p>
              <a:p>
                <a:r>
                  <a:rPr lang="en-US" dirty="0"/>
                  <a:t>Make the new root’s left subtree the old root’s right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38200" y="1280160"/>
                <a:ext cx="10515600" cy="4896803"/>
              </a:xfrm>
              <a:blipFill>
                <a:blip r:embed="rId2"/>
                <a:stretch>
                  <a:fillRect l="-1043" t="-1993"/>
                </a:stretch>
              </a:blipFill>
            </p:spPr>
            <p:txBody>
              <a:bodyPr/>
              <a:lstStyle/>
              <a:p>
                <a:r>
                  <a:rPr lang="en-US">
                    <a:noFill/>
                  </a:rPr>
                  <a:t> </a:t>
                </a:r>
              </a:p>
            </p:txBody>
          </p:sp>
        </mc:Fallback>
      </mc:AlternateContent>
      <p:grpSp>
        <p:nvGrpSpPr>
          <p:cNvPr id="11" name="Group 10"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C5D3154A-A7AB-36A0-D6C4-2EAF93AC1B0B}"/>
              </a:ext>
            </a:extLst>
          </p:cNvPr>
          <p:cNvGrpSpPr/>
          <p:nvPr/>
        </p:nvGrpSpPr>
        <p:grpSpPr>
          <a:xfrm>
            <a:off x="1617721" y="3335744"/>
            <a:ext cx="3289741" cy="3489139"/>
            <a:chOff x="1617721" y="3335744"/>
            <a:chExt cx="3289741" cy="3489139"/>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8FB41DCC-41DB-D581-B281-F635D03CF8ED}"/>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D7BB27A-42A5-BE9A-F1FF-42EABAE1A987}"/>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62FD0DC-BCE5-FBBA-1AFF-5D9EBF1AE5F1}"/>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C14EBFC5-1ACD-0DA1-DFC1-D0673D9497BA}"/>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7634E40-271E-6922-B9EA-EFC82ADE55EC}"/>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706AB19-E53E-6F64-8011-31193B62EB52}"/>
                </a:ext>
              </a:extLst>
            </p:cNvPr>
            <p:cNvCxnSpPr>
              <a:cxnSpLocks/>
              <a:stCxn id="36" idx="0"/>
            </p:cNvCxnSpPr>
            <p:nvPr/>
          </p:nvCxnSpPr>
          <p:spPr>
            <a:xfrm flipV="1">
              <a:off x="3010517" y="3335744"/>
              <a:ext cx="0" cy="18651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64" name="Arrow: Right 6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88549AC5-13F6-C0FF-FEBC-7A399516549C}"/>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12" name="Group 11"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A1174DB8-61D2-7F5B-BC0C-17E9548B7704}"/>
              </a:ext>
            </a:extLst>
          </p:cNvPr>
          <p:cNvGrpSpPr/>
          <p:nvPr/>
        </p:nvGrpSpPr>
        <p:grpSpPr>
          <a:xfrm>
            <a:off x="7628306" y="3335744"/>
            <a:ext cx="3527516" cy="2673470"/>
            <a:chOff x="7628306" y="3335744"/>
            <a:chExt cx="3527516" cy="2673470"/>
          </a:xfrm>
        </p:grpSpPr>
        <p:grpSp>
          <p:nvGrpSpPr>
            <p:cNvPr id="71" name="Group 70">
              <a:extLst>
                <a:ext uri="{FF2B5EF4-FFF2-40B4-BE49-F238E27FC236}">
                  <a16:creationId xmlns:a16="http://schemas.microsoft.com/office/drawing/2014/main" id="{8ECBA3C8-A102-5ECE-C2C8-45E18D336C3D}"/>
                </a:ext>
              </a:extLst>
            </p:cNvPr>
            <p:cNvGrpSpPr/>
            <p:nvPr/>
          </p:nvGrpSpPr>
          <p:grpSpPr>
            <a:xfrm>
              <a:off x="7628306" y="3393143"/>
              <a:ext cx="3527516" cy="2616071"/>
              <a:chOff x="892226" y="3227705"/>
              <a:chExt cx="3527516" cy="2616071"/>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cxnSp>
          <p:nvCxnSpPr>
            <p:cNvPr id="14" name="Straight Connector 13">
              <a:extLst>
                <a:ext uri="{FF2B5EF4-FFF2-40B4-BE49-F238E27FC236}">
                  <a16:creationId xmlns:a16="http://schemas.microsoft.com/office/drawing/2014/main" id="{ABEF5CFE-B6FD-FFBD-FB1F-81619960627F}"/>
                </a:ext>
              </a:extLst>
            </p:cNvPr>
            <p:cNvCxnSpPr>
              <a:cxnSpLocks/>
              <a:stCxn id="4" idx="0"/>
            </p:cNvCxnSpPr>
            <p:nvPr/>
          </p:nvCxnSpPr>
          <p:spPr>
            <a:xfrm flipH="1" flipV="1">
              <a:off x="9537649" y="3335744"/>
              <a:ext cx="1" cy="17385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ED981BD0-565C-36C6-966B-73AB2147555C}"/>
                  </a:ext>
                </a:extLst>
              </p14:cNvPr>
              <p14:cNvContentPartPr/>
              <p14:nvPr/>
            </p14:nvContentPartPr>
            <p14:xfrm>
              <a:off x="2565720" y="3429000"/>
              <a:ext cx="7439040" cy="2820240"/>
            </p14:xfrm>
          </p:contentPart>
        </mc:Choice>
        <mc:Fallback>
          <p:pic>
            <p:nvPicPr>
              <p:cNvPr id="15" name="Ink 14">
                <a:extLst>
                  <a:ext uri="{FF2B5EF4-FFF2-40B4-BE49-F238E27FC236}">
                    <a16:creationId xmlns:a16="http://schemas.microsoft.com/office/drawing/2014/main" id="{ED981BD0-565C-36C6-966B-73AB2147555C}"/>
                  </a:ext>
                </a:extLst>
              </p:cNvPr>
              <p:cNvPicPr/>
              <p:nvPr/>
            </p:nvPicPr>
            <p:blipFill>
              <a:blip r:embed="rId26"/>
              <a:stretch>
                <a:fillRect/>
              </a:stretch>
            </p:blipFill>
            <p:spPr>
              <a:xfrm>
                <a:off x="2556360" y="3419640"/>
                <a:ext cx="7457760" cy="2838960"/>
              </a:xfrm>
              <a:prstGeom prst="rect">
                <a:avLst/>
              </a:prstGeom>
            </p:spPr>
          </p:pic>
        </mc:Fallback>
      </mc:AlternateContent>
    </p:spTree>
    <p:extLst>
      <p:ext uri="{BB962C8B-B14F-4D97-AF65-F5344CB8AC3E}">
        <p14:creationId xmlns:p14="http://schemas.microsoft.com/office/powerpoint/2010/main" val="299784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57D-5B8F-692D-B81A-6EBDD3AEE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5FFBD-A530-109F-B4F7-634EFFB34AEF}"/>
              </a:ext>
            </a:extLst>
          </p:cNvPr>
          <p:cNvSpPr>
            <a:spLocks noGrp="1"/>
          </p:cNvSpPr>
          <p:nvPr>
            <p:ph type="title"/>
          </p:nvPr>
        </p:nvSpPr>
        <p:spPr/>
        <p:txBody>
          <a:bodyPr/>
          <a:lstStyle/>
          <a:p>
            <a:r>
              <a:rPr lang="en-US" dirty="0"/>
              <a:t>Left Rotation (Implementation)</a:t>
            </a:r>
          </a:p>
        </p:txBody>
      </p:sp>
      <p:sp>
        <p:nvSpPr>
          <p:cNvPr id="3" name="Content Placeholder 2">
            <a:extLst>
              <a:ext uri="{FF2B5EF4-FFF2-40B4-BE49-F238E27FC236}">
                <a16:creationId xmlns:a16="http://schemas.microsoft.com/office/drawing/2014/main" id="{F84EBA91-BA7C-D1CA-9EB5-932ECAABE466}"/>
              </a:ext>
            </a:extLst>
          </p:cNvPr>
          <p:cNvSpPr>
            <a:spLocks noGrp="1"/>
          </p:cNvSpPr>
          <p:nvPr>
            <p:ph idx="1"/>
          </p:nvPr>
        </p:nvSpPr>
        <p:spPr>
          <a:xfrm>
            <a:off x="838200" y="1280160"/>
            <a:ext cx="10515600" cy="4896803"/>
          </a:xfrm>
        </p:spPr>
        <p:txBody>
          <a:bodyPr/>
          <a:lstStyle/>
          <a:p>
            <a:pPr marL="0" indent="0">
              <a:buNone/>
            </a:pPr>
            <a:r>
              <a:rPr lang="en-US" dirty="0">
                <a:latin typeface="Consolas" panose="020B0609020204030204" pitchFamily="49" charset="0"/>
              </a:rPr>
              <a:t>b=</a:t>
            </a:r>
            <a:r>
              <a:rPr lang="en-US" dirty="0" err="1">
                <a:latin typeface="Consolas" panose="020B0609020204030204" pitchFamily="49" charset="0"/>
              </a:rPr>
              <a:t>a.right</a:t>
            </a:r>
            <a:endParaRPr lang="en-US" dirty="0">
              <a:latin typeface="Consolas" panose="020B0609020204030204" pitchFamily="49" charset="0"/>
            </a:endParaRPr>
          </a:p>
          <a:p>
            <a:pPr marL="0" indent="0">
              <a:buNone/>
            </a:pPr>
            <a:r>
              <a:rPr lang="en-US" dirty="0" err="1">
                <a:latin typeface="Consolas" panose="020B0609020204030204" pitchFamily="49" charset="0"/>
              </a:rPr>
              <a:t>a.right</a:t>
            </a:r>
            <a:r>
              <a:rPr lang="en-US" dirty="0">
                <a:latin typeface="Consolas" panose="020B0609020204030204" pitchFamily="49" charset="0"/>
              </a:rPr>
              <a:t>=</a:t>
            </a:r>
            <a:r>
              <a:rPr lang="en-US" dirty="0" err="1">
                <a:latin typeface="Consolas" panose="020B0609020204030204" pitchFamily="49" charset="0"/>
              </a:rPr>
              <a:t>b.left</a:t>
            </a:r>
            <a:endParaRPr lang="en-US" dirty="0">
              <a:latin typeface="Consolas" panose="020B0609020204030204" pitchFamily="49" charset="0"/>
            </a:endParaRPr>
          </a:p>
          <a:p>
            <a:pPr marL="0" indent="0">
              <a:buNone/>
            </a:pPr>
            <a:r>
              <a:rPr lang="en-US" dirty="0" err="1">
                <a:latin typeface="Consolas" panose="020B0609020204030204" pitchFamily="49" charset="0"/>
              </a:rPr>
              <a:t>b.left</a:t>
            </a:r>
            <a:r>
              <a:rPr lang="en-US" dirty="0">
                <a:latin typeface="Consolas" panose="020B0609020204030204" pitchFamily="49" charset="0"/>
              </a:rPr>
              <a:t>=a</a:t>
            </a:r>
          </a:p>
          <a:p>
            <a:pPr marL="0" indent="0">
              <a:buNone/>
            </a:pPr>
            <a:r>
              <a:rPr lang="en-US" dirty="0">
                <a:latin typeface="Consolas" panose="020B0609020204030204" pitchFamily="49" charset="0"/>
              </a:rPr>
              <a:t>return b</a:t>
            </a:r>
          </a:p>
        </p:txBody>
      </p:sp>
      <p:grpSp>
        <p:nvGrpSpPr>
          <p:cNvPr id="5" name="Group 4"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820BC2C3-7E61-EBB0-ABD3-25916195AEC1}"/>
              </a:ext>
            </a:extLst>
          </p:cNvPr>
          <p:cNvGrpSpPr/>
          <p:nvPr/>
        </p:nvGrpSpPr>
        <p:grpSpPr>
          <a:xfrm>
            <a:off x="1617721" y="3335744"/>
            <a:ext cx="3289741" cy="3489139"/>
            <a:chOff x="1617721" y="3335744"/>
            <a:chExt cx="3289741" cy="3489139"/>
          </a:xfrm>
        </p:grpSpPr>
        <p:grpSp>
          <p:nvGrpSpPr>
            <p:cNvPr id="6" name="Group 5">
              <a:extLst>
                <a:ext uri="{FF2B5EF4-FFF2-40B4-BE49-F238E27FC236}">
                  <a16:creationId xmlns:a16="http://schemas.microsoft.com/office/drawing/2014/main" id="{2277334F-9530-623E-5167-4CEEB7FBECC1}"/>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7754EC64-B951-FC48-0791-22ED3E0046BD}"/>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Isosceles Triangle 27">
                    <a:extLst>
                      <a:ext uri="{FF2B5EF4-FFF2-40B4-BE49-F238E27FC236}">
                        <a16:creationId xmlns:a16="http://schemas.microsoft.com/office/drawing/2014/main" id="{6E936BAE-0133-3B95-1F5E-223E2425AB90}"/>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a:extLst>
                      <a:ext uri="{FF2B5EF4-FFF2-40B4-BE49-F238E27FC236}">
                        <a16:creationId xmlns:a16="http://schemas.microsoft.com/office/drawing/2014/main" id="{65040C1C-ED16-CCFE-26F7-B3D3BF19F084}"/>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Isosceles Triangle 32">
                    <a:extLst>
                      <a:ext uri="{FF2B5EF4-FFF2-40B4-BE49-F238E27FC236}">
                        <a16:creationId xmlns:a16="http://schemas.microsoft.com/office/drawing/2014/main" id="{223E2BC4-AB89-4A5B-DF68-C11638906551}"/>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Isosceles Triangle 33">
                    <a:extLst>
                      <a:ext uri="{FF2B5EF4-FFF2-40B4-BE49-F238E27FC236}">
                        <a16:creationId xmlns:a16="http://schemas.microsoft.com/office/drawing/2014/main" id="{0F2BBA84-5E64-E08A-46ED-3EBC36AE88A1}"/>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6E84645A-0A69-239A-2A7A-7A2D5D76029B}"/>
                  </a:ext>
                </a:extLst>
              </p:cNvPr>
              <p:cNvCxnSpPr>
                <a:cxnSpLocks/>
                <a:stCxn id="32" idx="3"/>
                <a:endCxn id="28"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0FCEC5-46F7-4E50-2120-A14435E6B77F}"/>
                  </a:ext>
                </a:extLst>
              </p:cNvPr>
              <p:cNvCxnSpPr>
                <a:cxnSpLocks/>
                <a:stCxn id="27" idx="3"/>
                <a:endCxn id="33"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8306AFA-1EDB-3578-D12A-E4DA09FDB579}"/>
                  </a:ext>
                </a:extLst>
              </p:cNvPr>
              <p:cNvCxnSpPr>
                <a:cxnSpLocks/>
                <a:stCxn id="32" idx="5"/>
                <a:endCxn id="27"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866757-C1B1-9FFD-5378-2E765AF8E5E3}"/>
                  </a:ext>
                </a:extLst>
              </p:cNvPr>
              <p:cNvCxnSpPr>
                <a:cxnSpLocks/>
                <a:stCxn id="34" idx="0"/>
                <a:endCxn id="27"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7FE541AC-CD90-A65A-AC17-A4B46A60AA4A}"/>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3C9FF2CD-8822-2524-EB91-624DAE80D8B9}"/>
                  </a:ext>
                </a:extLst>
              </p:cNvPr>
              <p:cNvCxnSpPr>
                <a:cxnSpLocks/>
                <a:stCxn id="39"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196233D-8684-B357-D161-A4BBF97A64A7}"/>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 name="TextBox 6">
                  <a:extLst>
                    <a:ext uri="{FF2B5EF4-FFF2-40B4-BE49-F238E27FC236}">
                      <a16:creationId xmlns:a16="http://schemas.microsoft.com/office/drawing/2014/main" id="{5196233D-8684-B357-D161-A4BBF97A64A7}"/>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85B4366-B477-037D-D411-A664746B9D74}"/>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8" name="TextBox 7">
                  <a:extLst>
                    <a:ext uri="{FF2B5EF4-FFF2-40B4-BE49-F238E27FC236}">
                      <a16:creationId xmlns:a16="http://schemas.microsoft.com/office/drawing/2014/main" id="{B85B4366-B477-037D-D411-A664746B9D74}"/>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F62C3A4-FBF0-999A-A5CC-1D78E20E6237}"/>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9" name="TextBox 8">
                  <a:extLst>
                    <a:ext uri="{FF2B5EF4-FFF2-40B4-BE49-F238E27FC236}">
                      <a16:creationId xmlns:a16="http://schemas.microsoft.com/office/drawing/2014/main" id="{1F62C3A4-FBF0-999A-A5CC-1D78E20E6237}"/>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5E93D7D-C456-A88D-309B-27C3E3C1DA09}"/>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3" name="TextBox 12">
                  <a:extLst>
                    <a:ext uri="{FF2B5EF4-FFF2-40B4-BE49-F238E27FC236}">
                      <a16:creationId xmlns:a16="http://schemas.microsoft.com/office/drawing/2014/main" id="{35E93D7D-C456-A88D-309B-27C3E3C1DA09}"/>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92DCE29-1ABC-CF79-1D59-76D56D8B2588}"/>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 name="TextBox 19">
                  <a:extLst>
                    <a:ext uri="{FF2B5EF4-FFF2-40B4-BE49-F238E27FC236}">
                      <a16:creationId xmlns:a16="http://schemas.microsoft.com/office/drawing/2014/main" id="{292DCE29-1ABC-CF79-1D59-76D56D8B2588}"/>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477EA717-E9FA-BE3E-9CF3-B3CB4A7D3555}"/>
                </a:ext>
              </a:extLst>
            </p:cNvPr>
            <p:cNvCxnSpPr>
              <a:cxnSpLocks/>
              <a:stCxn id="32" idx="0"/>
            </p:cNvCxnSpPr>
            <p:nvPr/>
          </p:nvCxnSpPr>
          <p:spPr>
            <a:xfrm flipV="1">
              <a:off x="3010517" y="3335744"/>
              <a:ext cx="0" cy="18651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4" name="Arrow: Right 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7047D608-2E41-0CED-15F3-843ABB5D412A}"/>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41" name="Group 40"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34C5F69F-C08C-1C63-F080-C5A2AC5879A7}"/>
              </a:ext>
            </a:extLst>
          </p:cNvPr>
          <p:cNvGrpSpPr/>
          <p:nvPr/>
        </p:nvGrpSpPr>
        <p:grpSpPr>
          <a:xfrm>
            <a:off x="7628306" y="3335744"/>
            <a:ext cx="3527516" cy="2673470"/>
            <a:chOff x="7628306" y="3335744"/>
            <a:chExt cx="3527516" cy="2673470"/>
          </a:xfrm>
        </p:grpSpPr>
        <p:grpSp>
          <p:nvGrpSpPr>
            <p:cNvPr id="42" name="Group 41">
              <a:extLst>
                <a:ext uri="{FF2B5EF4-FFF2-40B4-BE49-F238E27FC236}">
                  <a16:creationId xmlns:a16="http://schemas.microsoft.com/office/drawing/2014/main" id="{ED965DA9-7F7C-830D-C4AB-1C3D15CAC67D}"/>
                </a:ext>
              </a:extLst>
            </p:cNvPr>
            <p:cNvGrpSpPr/>
            <p:nvPr/>
          </p:nvGrpSpPr>
          <p:grpSpPr>
            <a:xfrm>
              <a:off x="7628306" y="3393143"/>
              <a:ext cx="3527516" cy="2616071"/>
              <a:chOff x="892226" y="3227705"/>
              <a:chExt cx="3527516" cy="2616071"/>
            </a:xfrm>
          </p:grpSpPr>
          <p:grpSp>
            <p:nvGrpSpPr>
              <p:cNvPr id="44" name="Group 43">
                <a:extLst>
                  <a:ext uri="{FF2B5EF4-FFF2-40B4-BE49-F238E27FC236}">
                    <a16:creationId xmlns:a16="http://schemas.microsoft.com/office/drawing/2014/main" id="{04D9961E-2C17-BD64-C086-F90A7D0466A0}"/>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3342431A-59CE-F9AE-61BF-2C46F1471561}"/>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Isosceles Triangle 70">
                      <a:extLst>
                        <a:ext uri="{FF2B5EF4-FFF2-40B4-BE49-F238E27FC236}">
                          <a16:creationId xmlns:a16="http://schemas.microsoft.com/office/drawing/2014/main" id="{92F548F0-5AAD-2BB1-D62E-E4BF5D5E5CD3}"/>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Oval 71">
                      <a:extLst>
                        <a:ext uri="{FF2B5EF4-FFF2-40B4-BE49-F238E27FC236}">
                          <a16:creationId xmlns:a16="http://schemas.microsoft.com/office/drawing/2014/main" id="{787A26A3-A1ED-8FE6-2B8B-1A941FE5A9CE}"/>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Isosceles Triangle 72">
                      <a:extLst>
                        <a:ext uri="{FF2B5EF4-FFF2-40B4-BE49-F238E27FC236}">
                          <a16:creationId xmlns:a16="http://schemas.microsoft.com/office/drawing/2014/main" id="{D02A78F9-D2F1-9CFC-0C09-2FE664101747}"/>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Isosceles Triangle 73">
                      <a:extLst>
                        <a:ext uri="{FF2B5EF4-FFF2-40B4-BE49-F238E27FC236}">
                          <a16:creationId xmlns:a16="http://schemas.microsoft.com/office/drawing/2014/main" id="{9F1AC95D-F1A0-4888-5A9A-72D342230149}"/>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75" name="Straight Connector 74">
                  <a:extLst>
                    <a:ext uri="{FF2B5EF4-FFF2-40B4-BE49-F238E27FC236}">
                      <a16:creationId xmlns:a16="http://schemas.microsoft.com/office/drawing/2014/main" id="{675728B5-28C1-96CE-5C03-EA2F710D51E8}"/>
                    </a:ext>
                  </a:extLst>
                </p:cNvPr>
                <p:cNvCxnSpPr>
                  <a:cxnSpLocks/>
                  <a:stCxn id="72" idx="3"/>
                  <a:endCxn id="71"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8BCC1DD-4B75-3E76-5624-C07447552627}"/>
                    </a:ext>
                  </a:extLst>
                </p:cNvPr>
                <p:cNvCxnSpPr>
                  <a:cxnSpLocks/>
                  <a:stCxn id="72" idx="5"/>
                  <a:endCxn id="73"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E6E1904-B85B-E851-D061-90D9C7D6C8A8}"/>
                    </a:ext>
                  </a:extLst>
                </p:cNvPr>
                <p:cNvCxnSpPr>
                  <a:cxnSpLocks/>
                  <a:stCxn id="72" idx="7"/>
                  <a:endCxn id="70"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70DE1C7-A95C-8ACF-E3A6-B283B0C4FF4A}"/>
                    </a:ext>
                  </a:extLst>
                </p:cNvPr>
                <p:cNvCxnSpPr>
                  <a:cxnSpLocks/>
                  <a:stCxn id="74" idx="0"/>
                  <a:endCxn id="70"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Oval 80">
                      <a:extLst>
                        <a:ext uri="{FF2B5EF4-FFF2-40B4-BE49-F238E27FC236}">
                          <a16:creationId xmlns:a16="http://schemas.microsoft.com/office/drawing/2014/main" id="{D2673A23-7F5A-9C72-3954-BC7A1352C426}"/>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82" name="Straight Connector 81">
                  <a:extLst>
                    <a:ext uri="{FF2B5EF4-FFF2-40B4-BE49-F238E27FC236}">
                      <a16:creationId xmlns:a16="http://schemas.microsoft.com/office/drawing/2014/main" id="{DF1C4AC6-9B2E-293C-A1D3-8A981CD3D183}"/>
                    </a:ext>
                  </a:extLst>
                </p:cNvPr>
                <p:cNvCxnSpPr>
                  <a:cxnSpLocks/>
                  <a:stCxn id="81"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A24E654-AA37-86DB-111E-F8F464D1197B}"/>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91E7F34-AFDB-79E6-73A3-B87A83A708AC}"/>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94B3A63-5BAE-D150-14F3-44D8D6983878}"/>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3F6908-8E96-A925-31F8-A5882D9F67AA}"/>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C5A0E2B-FDE5-8FD7-460D-02D4B9125DB7}"/>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cxnSp>
          <p:nvCxnSpPr>
            <p:cNvPr id="43" name="Straight Connector 42">
              <a:extLst>
                <a:ext uri="{FF2B5EF4-FFF2-40B4-BE49-F238E27FC236}">
                  <a16:creationId xmlns:a16="http://schemas.microsoft.com/office/drawing/2014/main" id="{797B851D-2A70-02CE-D268-61ADBCB67961}"/>
                </a:ext>
              </a:extLst>
            </p:cNvPr>
            <p:cNvCxnSpPr>
              <a:cxnSpLocks/>
              <a:stCxn id="70" idx="0"/>
            </p:cNvCxnSpPr>
            <p:nvPr/>
          </p:nvCxnSpPr>
          <p:spPr>
            <a:xfrm flipH="1" flipV="1">
              <a:off x="9537649" y="3335744"/>
              <a:ext cx="1" cy="17385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5508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Story So Far</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rgbClr val="FF0000"/>
                </a:solidFill>
              </a:rPr>
              <a:t>If the left subtree was deeper then rotate right</a:t>
            </a:r>
          </a:p>
          <a:p>
            <a:pPr lvl="1"/>
            <a:r>
              <a:rPr lang="en-US" dirty="0">
                <a:solidFill>
                  <a:srgbClr val="FF0000"/>
                </a:solidFill>
              </a:rPr>
              <a:t>If the right subtree was deeper then rotate left</a:t>
            </a:r>
          </a:p>
        </p:txBody>
      </p:sp>
      <p:sp>
        <p:nvSpPr>
          <p:cNvPr id="4" name="TextBox 3">
            <a:extLst>
              <a:ext uri="{FF2B5EF4-FFF2-40B4-BE49-F238E27FC236}">
                <a16:creationId xmlns:a16="http://schemas.microsoft.com/office/drawing/2014/main" id="{F7737A4C-AE25-0094-226B-7CBE929413AE}"/>
              </a:ext>
            </a:extLst>
          </p:cNvPr>
          <p:cNvSpPr txBox="1"/>
          <p:nvPr/>
        </p:nvSpPr>
        <p:spPr>
          <a:xfrm>
            <a:off x="9174480" y="3302000"/>
            <a:ext cx="2814320" cy="923330"/>
          </a:xfrm>
          <a:prstGeom prst="rect">
            <a:avLst/>
          </a:prstGeom>
          <a:noFill/>
        </p:spPr>
        <p:txBody>
          <a:bodyPr wrap="square" rtlCol="0">
            <a:spAutoFit/>
          </a:bodyPr>
          <a:lstStyle/>
          <a:p>
            <a:r>
              <a:rPr lang="en-US" dirty="0">
                <a:solidFill>
                  <a:srgbClr val="FF0000"/>
                </a:solidFill>
              </a:rPr>
              <a:t>This is incomplete!</a:t>
            </a:r>
          </a:p>
          <a:p>
            <a:r>
              <a:rPr lang="en-US" dirty="0">
                <a:solidFill>
                  <a:srgbClr val="FF0000"/>
                </a:solidFill>
              </a:rPr>
              <a:t>There are some cases where this doesn’t work!</a:t>
            </a:r>
          </a:p>
        </p:txBody>
      </p:sp>
      <p:sp>
        <p:nvSpPr>
          <p:cNvPr id="5" name="Right Brace 4">
            <a:extLst>
              <a:ext uri="{FF2B5EF4-FFF2-40B4-BE49-F238E27FC236}">
                <a16:creationId xmlns:a16="http://schemas.microsoft.com/office/drawing/2014/main" id="{F213B004-97DB-03A7-6A1C-75CCF67C4A77}"/>
              </a:ext>
              <a:ext uri="{C183D7F6-B498-43B3-948B-1728B52AA6E4}">
                <adec:decorative xmlns:adec="http://schemas.microsoft.com/office/drawing/2017/decorative" val="1"/>
              </a:ext>
            </a:extLst>
          </p:cNvPr>
          <p:cNvSpPr/>
          <p:nvPr/>
        </p:nvSpPr>
        <p:spPr>
          <a:xfrm>
            <a:off x="8539480" y="3302000"/>
            <a:ext cx="421640" cy="873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 name="Group 8" descr="An AVL Tree with 2 nodes:&#10;&#10;the root is 9, which has left child 5">
            <a:extLst>
              <a:ext uri="{FF2B5EF4-FFF2-40B4-BE49-F238E27FC236}">
                <a16:creationId xmlns:a16="http://schemas.microsoft.com/office/drawing/2014/main" id="{55099DC2-B313-3D7A-4722-602E78C2E938}"/>
              </a:ext>
            </a:extLst>
          </p:cNvPr>
          <p:cNvGrpSpPr/>
          <p:nvPr/>
        </p:nvGrpSpPr>
        <p:grpSpPr>
          <a:xfrm>
            <a:off x="945451" y="4391956"/>
            <a:ext cx="1225022" cy="1277855"/>
            <a:chOff x="945451" y="4391956"/>
            <a:chExt cx="1225022" cy="1277855"/>
          </a:xfrm>
        </p:grpSpPr>
        <p:sp>
          <p:nvSpPr>
            <p:cNvPr id="14" name="Oval 13">
              <a:extLst>
                <a:ext uri="{FF2B5EF4-FFF2-40B4-BE49-F238E27FC236}">
                  <a16:creationId xmlns:a16="http://schemas.microsoft.com/office/drawing/2014/main" id="{973665DF-E9D2-6454-316C-8563B3AE523A}"/>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5" name="Straight Connector 14">
              <a:extLst>
                <a:ext uri="{FF2B5EF4-FFF2-40B4-BE49-F238E27FC236}">
                  <a16:creationId xmlns:a16="http://schemas.microsoft.com/office/drawing/2014/main" id="{BD8C5308-D447-67FD-BBB9-A04E53DB1131}"/>
                </a:ext>
              </a:extLst>
            </p:cNvPr>
            <p:cNvCxnSpPr>
              <a:cxnSpLocks/>
              <a:stCxn id="14" idx="3"/>
              <a:endCxn id="16"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A845875-D65B-ADE5-49C8-573AA1ABCC45}"/>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9" name="Arrow: Right 18" descr="Next we insert the key 7 into the tree">
            <a:extLst>
              <a:ext uri="{FF2B5EF4-FFF2-40B4-BE49-F238E27FC236}">
                <a16:creationId xmlns:a16="http://schemas.microsoft.com/office/drawing/2014/main" id="{3A1A1638-F1A8-3ACC-6CEB-132BD8676A70}"/>
              </a:ext>
            </a:extLst>
          </p:cNvPr>
          <p:cNvSpPr/>
          <p:nvPr/>
        </p:nvSpPr>
        <p:spPr>
          <a:xfrm>
            <a:off x="2602969" y="4900194"/>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12" name="Group 11"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BA3C3048-9AC7-DE6A-5435-82F7B4D3D051}"/>
              </a:ext>
            </a:extLst>
          </p:cNvPr>
          <p:cNvGrpSpPr/>
          <p:nvPr/>
        </p:nvGrpSpPr>
        <p:grpSpPr>
          <a:xfrm>
            <a:off x="4638066" y="4485999"/>
            <a:ext cx="1225022" cy="1919944"/>
            <a:chOff x="4638066" y="4485999"/>
            <a:chExt cx="1225022" cy="1919944"/>
          </a:xfrm>
        </p:grpSpPr>
        <p:sp>
          <p:nvSpPr>
            <p:cNvPr id="6" name="Oval 5">
              <a:extLst>
                <a:ext uri="{FF2B5EF4-FFF2-40B4-BE49-F238E27FC236}">
                  <a16:creationId xmlns:a16="http://schemas.microsoft.com/office/drawing/2014/main" id="{EAB0E231-ACD0-4376-13A9-B2E3CECC7E75}"/>
                </a:ext>
              </a:extLst>
            </p:cNvPr>
            <p:cNvSpPr/>
            <p:nvPr/>
          </p:nvSpPr>
          <p:spPr>
            <a:xfrm>
              <a:off x="5250577" y="44859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7" name="Straight Connector 6">
              <a:extLst>
                <a:ext uri="{FF2B5EF4-FFF2-40B4-BE49-F238E27FC236}">
                  <a16:creationId xmlns:a16="http://schemas.microsoft.com/office/drawing/2014/main" id="{CA066E91-6261-28B5-79EA-F2337E950C4B}"/>
                </a:ext>
              </a:extLst>
            </p:cNvPr>
            <p:cNvCxnSpPr>
              <a:cxnSpLocks/>
              <a:stCxn id="6" idx="3"/>
              <a:endCxn id="8" idx="7"/>
            </p:cNvCxnSpPr>
            <p:nvPr/>
          </p:nvCxnSpPr>
          <p:spPr>
            <a:xfrm flipH="1">
              <a:off x="5160877" y="5008810"/>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E8085A8-8ACA-A61B-DDE5-2348D2C8504B}"/>
                </a:ext>
              </a:extLst>
            </p:cNvPr>
            <p:cNvSpPr/>
            <p:nvPr/>
          </p:nvSpPr>
          <p:spPr>
            <a:xfrm>
              <a:off x="4638066" y="51513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8ADC63A-4A00-8681-FD15-37E6D5EFF908}"/>
                </a:ext>
              </a:extLst>
            </p:cNvPr>
            <p:cNvSpPr/>
            <p:nvPr/>
          </p:nvSpPr>
          <p:spPr>
            <a:xfrm>
              <a:off x="5250576" y="579343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1" name="Straight Connector 10">
              <a:extLst>
                <a:ext uri="{FF2B5EF4-FFF2-40B4-BE49-F238E27FC236}">
                  <a16:creationId xmlns:a16="http://schemas.microsoft.com/office/drawing/2014/main" id="{AF408C7C-3A85-4014-3B0D-4A34EF2B9B8A}"/>
                </a:ext>
              </a:extLst>
            </p:cNvPr>
            <p:cNvCxnSpPr>
              <a:cxnSpLocks/>
              <a:stCxn id="8" idx="5"/>
              <a:endCxn id="10" idx="1"/>
            </p:cNvCxnSpPr>
            <p:nvPr/>
          </p:nvCxnSpPr>
          <p:spPr>
            <a:xfrm>
              <a:off x="5160877" y="5674154"/>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Arrow: Right 19" descr="Because 9 is the problem node, and its left subtree is taller than the right, we do a right rotation in an attempt to balance the tree.">
            <a:extLst>
              <a:ext uri="{FF2B5EF4-FFF2-40B4-BE49-F238E27FC236}">
                <a16:creationId xmlns:a16="http://schemas.microsoft.com/office/drawing/2014/main" id="{27DA40D0-AF2C-3155-5C7D-33072472EB44}"/>
              </a:ext>
            </a:extLst>
          </p:cNvPr>
          <p:cNvSpPr/>
          <p:nvPr/>
        </p:nvSpPr>
        <p:spPr>
          <a:xfrm>
            <a:off x="6464931" y="4900193"/>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3" name="Group 12" descr="After the right rotation, the tree looks s follows:&#10;&#10;The root is 5, it has no left child 5 and its right child is 9.&#10;The left child of 9 is 7, it has no right child.&#10;7 has no children.&#10;&#10;Now the left subtree of 5 has height -1, and the right subtree has height 2. Therefore the tree is still not balanced! If we were to do a left rotation on the problem node (now 5) we would just return to the previous tree. This means we need a new tool to balance our tree.&#10;&#10;The left subtree of 9 now has height 1, whereas its right subtree has height -1, making the tree unbalanced with 9 being the problem node.">
            <a:extLst>
              <a:ext uri="{FF2B5EF4-FFF2-40B4-BE49-F238E27FC236}">
                <a16:creationId xmlns:a16="http://schemas.microsoft.com/office/drawing/2014/main" id="{4B1D70FF-88AD-030E-ED83-9A3FB89DCED9}"/>
              </a:ext>
            </a:extLst>
          </p:cNvPr>
          <p:cNvGrpSpPr/>
          <p:nvPr/>
        </p:nvGrpSpPr>
        <p:grpSpPr>
          <a:xfrm>
            <a:off x="9210287" y="4527274"/>
            <a:ext cx="1225022" cy="1919944"/>
            <a:chOff x="9210287" y="4527274"/>
            <a:chExt cx="1225022" cy="1919944"/>
          </a:xfrm>
        </p:grpSpPr>
        <p:sp>
          <p:nvSpPr>
            <p:cNvPr id="21" name="Oval 20">
              <a:extLst>
                <a:ext uri="{FF2B5EF4-FFF2-40B4-BE49-F238E27FC236}">
                  <a16:creationId xmlns:a16="http://schemas.microsoft.com/office/drawing/2014/main" id="{08424B86-5ECA-32CB-E562-5238E76E7D74}"/>
                </a:ext>
              </a:extLst>
            </p:cNvPr>
            <p:cNvSpPr/>
            <p:nvPr/>
          </p:nvSpPr>
          <p:spPr>
            <a:xfrm>
              <a:off x="9210288" y="452727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2" name="Straight Connector 21">
              <a:extLst>
                <a:ext uri="{FF2B5EF4-FFF2-40B4-BE49-F238E27FC236}">
                  <a16:creationId xmlns:a16="http://schemas.microsoft.com/office/drawing/2014/main" id="{C3EBB2B0-BB57-A284-8E49-E3E2892CF64D}"/>
                </a:ext>
              </a:extLst>
            </p:cNvPr>
            <p:cNvCxnSpPr>
              <a:cxnSpLocks/>
              <a:stCxn id="21" idx="5"/>
              <a:endCxn id="23" idx="1"/>
            </p:cNvCxnSpPr>
            <p:nvPr/>
          </p:nvCxnSpPr>
          <p:spPr>
            <a:xfrm>
              <a:off x="9733099" y="5050085"/>
              <a:ext cx="179399" cy="16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8CDB0E3-5691-3556-AC39-F712FA0F1510}"/>
                </a:ext>
              </a:extLst>
            </p:cNvPr>
            <p:cNvSpPr/>
            <p:nvPr/>
          </p:nvSpPr>
          <p:spPr>
            <a:xfrm>
              <a:off x="9822798" y="5124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4" name="Oval 23">
              <a:extLst>
                <a:ext uri="{FF2B5EF4-FFF2-40B4-BE49-F238E27FC236}">
                  <a16:creationId xmlns:a16="http://schemas.microsoft.com/office/drawing/2014/main" id="{3A6407C6-210A-1A8E-09B1-48436A1DED4D}"/>
                </a:ext>
              </a:extLst>
            </p:cNvPr>
            <p:cNvSpPr/>
            <p:nvPr/>
          </p:nvSpPr>
          <p:spPr>
            <a:xfrm>
              <a:off x="9210287" y="58347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5" name="Straight Connector 24">
              <a:extLst>
                <a:ext uri="{FF2B5EF4-FFF2-40B4-BE49-F238E27FC236}">
                  <a16:creationId xmlns:a16="http://schemas.microsoft.com/office/drawing/2014/main" id="{C861A9C9-0AC1-6F87-74B4-7E8BE75D14AE}"/>
                </a:ext>
              </a:extLst>
            </p:cNvPr>
            <p:cNvCxnSpPr>
              <a:cxnSpLocks/>
              <a:stCxn id="23" idx="3"/>
              <a:endCxn id="24" idx="7"/>
            </p:cNvCxnSpPr>
            <p:nvPr/>
          </p:nvCxnSpPr>
          <p:spPr>
            <a:xfrm flipH="1">
              <a:off x="9733098" y="5647737"/>
              <a:ext cx="179400" cy="276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9720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Cases</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chemeClr val="accent6">
                    <a:lumMod val="75000"/>
                  </a:schemeClr>
                </a:solidFill>
              </a:rPr>
              <a:t>Case LL: If we inserted in the </a:t>
            </a:r>
            <a:r>
              <a:rPr lang="en-US" b="1" dirty="0">
                <a:solidFill>
                  <a:schemeClr val="accent6">
                    <a:lumMod val="75000"/>
                  </a:schemeClr>
                </a:solidFill>
              </a:rPr>
              <a:t>left</a:t>
            </a:r>
            <a:r>
              <a:rPr lang="en-US" dirty="0">
                <a:solidFill>
                  <a:schemeClr val="accent6">
                    <a:lumMod val="75000"/>
                  </a:schemeClr>
                </a:solidFill>
              </a:rPr>
              <a:t> subtree of the </a:t>
            </a:r>
            <a:r>
              <a:rPr lang="en-US" b="1" dirty="0">
                <a:solidFill>
                  <a:schemeClr val="accent6">
                    <a:lumMod val="75000"/>
                  </a:schemeClr>
                </a:solidFill>
              </a:rPr>
              <a:t>left</a:t>
            </a:r>
            <a:r>
              <a:rPr lang="en-US" dirty="0">
                <a:solidFill>
                  <a:schemeClr val="accent6">
                    <a:lumMod val="75000"/>
                  </a:schemeClr>
                </a:solidFill>
              </a:rPr>
              <a:t> child then rotate right</a:t>
            </a:r>
          </a:p>
          <a:p>
            <a:pPr lvl="1"/>
            <a:r>
              <a:rPr lang="en-US" dirty="0">
                <a:solidFill>
                  <a:schemeClr val="accent6">
                    <a:lumMod val="75000"/>
                  </a:schemeClr>
                </a:solidFill>
              </a:rPr>
              <a:t>Case RR: If we inserted in the </a:t>
            </a:r>
            <a:r>
              <a:rPr lang="en-US" b="1" dirty="0">
                <a:solidFill>
                  <a:schemeClr val="accent6">
                    <a:lumMod val="75000"/>
                  </a:schemeClr>
                </a:solidFill>
              </a:rPr>
              <a:t>right</a:t>
            </a:r>
            <a:r>
              <a:rPr lang="en-US" dirty="0">
                <a:solidFill>
                  <a:schemeClr val="accent6">
                    <a:lumMod val="75000"/>
                  </a:schemeClr>
                </a:solidFill>
              </a:rPr>
              <a:t> subtree of the </a:t>
            </a:r>
            <a:r>
              <a:rPr lang="en-US" b="1" dirty="0">
                <a:solidFill>
                  <a:schemeClr val="accent6">
                    <a:lumMod val="75000"/>
                  </a:schemeClr>
                </a:solidFill>
              </a:rPr>
              <a:t>right</a:t>
            </a:r>
            <a:r>
              <a:rPr lang="en-US" dirty="0">
                <a:solidFill>
                  <a:schemeClr val="accent6">
                    <a:lumMod val="75000"/>
                  </a:schemeClr>
                </a:solidFill>
              </a:rPr>
              <a:t> child then rotate left</a:t>
            </a:r>
          </a:p>
          <a:p>
            <a:pPr lvl="1"/>
            <a:r>
              <a:rPr lang="en-US" dirty="0">
                <a:solidFill>
                  <a:srgbClr val="7030A0"/>
                </a:solidFill>
              </a:rPr>
              <a:t>Case LR: If we inserted into the </a:t>
            </a:r>
            <a:r>
              <a:rPr lang="en-US" b="1" dirty="0">
                <a:solidFill>
                  <a:srgbClr val="7030A0"/>
                </a:solidFill>
              </a:rPr>
              <a:t>right</a:t>
            </a:r>
            <a:r>
              <a:rPr lang="en-US" dirty="0">
                <a:solidFill>
                  <a:srgbClr val="7030A0"/>
                </a:solidFill>
              </a:rPr>
              <a:t> subtree of the </a:t>
            </a:r>
            <a:r>
              <a:rPr lang="en-US" b="1" dirty="0">
                <a:solidFill>
                  <a:srgbClr val="7030A0"/>
                </a:solidFill>
              </a:rPr>
              <a:t>left</a:t>
            </a:r>
            <a:r>
              <a:rPr lang="en-US" dirty="0">
                <a:solidFill>
                  <a:srgbClr val="7030A0"/>
                </a:solidFill>
              </a:rPr>
              <a:t> child then ???</a:t>
            </a:r>
          </a:p>
          <a:p>
            <a:pPr lvl="1"/>
            <a:r>
              <a:rPr lang="en-US" dirty="0">
                <a:solidFill>
                  <a:srgbClr val="7030A0"/>
                </a:solidFill>
              </a:rPr>
              <a:t>Case RL: If we inserted into the </a:t>
            </a:r>
            <a:r>
              <a:rPr lang="en-US" b="1" dirty="0">
                <a:solidFill>
                  <a:srgbClr val="7030A0"/>
                </a:solidFill>
              </a:rPr>
              <a:t>left</a:t>
            </a:r>
            <a:r>
              <a:rPr lang="en-US" dirty="0">
                <a:solidFill>
                  <a:srgbClr val="7030A0"/>
                </a:solidFill>
              </a:rPr>
              <a:t> subtree of the </a:t>
            </a:r>
            <a:r>
              <a:rPr lang="en-US" b="1" dirty="0">
                <a:solidFill>
                  <a:srgbClr val="7030A0"/>
                </a:solidFill>
              </a:rPr>
              <a:t>right</a:t>
            </a:r>
            <a:r>
              <a:rPr lang="en-US" dirty="0">
                <a:solidFill>
                  <a:srgbClr val="7030A0"/>
                </a:solidFill>
              </a:rPr>
              <a:t> child then ???</a:t>
            </a:r>
          </a:p>
        </p:txBody>
      </p:sp>
      <p:sp>
        <p:nvSpPr>
          <p:cNvPr id="9" name="TextBox 8">
            <a:extLst>
              <a:ext uri="{FF2B5EF4-FFF2-40B4-BE49-F238E27FC236}">
                <a16:creationId xmlns:a16="http://schemas.microsoft.com/office/drawing/2014/main" id="{8419D6ED-3387-8B72-28D4-14AAF129AEBD}"/>
              </a:ext>
            </a:extLst>
          </p:cNvPr>
          <p:cNvSpPr txBox="1"/>
          <p:nvPr/>
        </p:nvSpPr>
        <p:spPr>
          <a:xfrm>
            <a:off x="8046720" y="5345966"/>
            <a:ext cx="3769360" cy="830997"/>
          </a:xfrm>
          <a:prstGeom prst="rect">
            <a:avLst/>
          </a:prstGeom>
          <a:noFill/>
        </p:spPr>
        <p:txBody>
          <a:bodyPr wrap="square" rtlCol="0">
            <a:spAutoFit/>
          </a:bodyPr>
          <a:lstStyle/>
          <a:p>
            <a:r>
              <a:rPr lang="en-US" sz="2400" dirty="0">
                <a:solidFill>
                  <a:srgbClr val="7030A0"/>
                </a:solidFill>
              </a:rPr>
              <a:t>Cases LR and RL require 2 rotations!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2A22EB2-808B-F53E-F527-7009D1FF8910}"/>
                  </a:ext>
                </a:extLst>
              </p14:cNvPr>
              <p14:cNvContentPartPr/>
              <p14:nvPr/>
            </p14:nvContentPartPr>
            <p14:xfrm>
              <a:off x="1032480" y="2709360"/>
              <a:ext cx="10404000" cy="3506040"/>
            </p14:xfrm>
          </p:contentPart>
        </mc:Choice>
        <mc:Fallback>
          <p:pic>
            <p:nvPicPr>
              <p:cNvPr id="4" name="Ink 3">
                <a:extLst>
                  <a:ext uri="{FF2B5EF4-FFF2-40B4-BE49-F238E27FC236}">
                    <a16:creationId xmlns:a16="http://schemas.microsoft.com/office/drawing/2014/main" id="{92A22EB2-808B-F53E-F527-7009D1FF8910}"/>
                  </a:ext>
                </a:extLst>
              </p:cNvPr>
              <p:cNvPicPr/>
              <p:nvPr/>
            </p:nvPicPr>
            <p:blipFill>
              <a:blip r:embed="rId3"/>
              <a:stretch>
                <a:fillRect/>
              </a:stretch>
            </p:blipFill>
            <p:spPr>
              <a:xfrm>
                <a:off x="1023120" y="2700000"/>
                <a:ext cx="10422720" cy="3524760"/>
              </a:xfrm>
              <a:prstGeom prst="rect">
                <a:avLst/>
              </a:prstGeom>
            </p:spPr>
          </p:pic>
        </mc:Fallback>
      </mc:AlternateContent>
    </p:spTree>
    <p:extLst>
      <p:ext uri="{BB962C8B-B14F-4D97-AF65-F5344CB8AC3E}">
        <p14:creationId xmlns:p14="http://schemas.microsoft.com/office/powerpoint/2010/main" val="4114212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8BB0-634C-0E06-0E55-88F3C06AADD0}"/>
              </a:ext>
            </a:extLst>
          </p:cNvPr>
          <p:cNvSpPr>
            <a:spLocks noGrp="1"/>
          </p:cNvSpPr>
          <p:nvPr>
            <p:ph type="title"/>
          </p:nvPr>
        </p:nvSpPr>
        <p:spPr/>
        <p:txBody>
          <a:bodyPr/>
          <a:lstStyle/>
          <a:p>
            <a:r>
              <a:rPr lang="en-US" dirty="0"/>
              <a:t>Case LR </a:t>
            </a:r>
          </a:p>
        </p:txBody>
      </p:sp>
      <p:sp>
        <p:nvSpPr>
          <p:cNvPr id="3" name="Content Placeholder 2">
            <a:extLst>
              <a:ext uri="{FF2B5EF4-FFF2-40B4-BE49-F238E27FC236}">
                <a16:creationId xmlns:a16="http://schemas.microsoft.com/office/drawing/2014/main" id="{D90C4D3C-5855-79DC-21CA-F4FF5C8D9CD2}"/>
              </a:ext>
            </a:extLst>
          </p:cNvPr>
          <p:cNvSpPr>
            <a:spLocks noGrp="1"/>
          </p:cNvSpPr>
          <p:nvPr>
            <p:ph idx="1"/>
          </p:nvPr>
        </p:nvSpPr>
        <p:spPr/>
        <p:txBody>
          <a:bodyPr/>
          <a:lstStyle/>
          <a:p>
            <a:r>
              <a:rPr lang="en-US" dirty="0"/>
              <a:t>From deepest problem node:</a:t>
            </a:r>
          </a:p>
          <a:p>
            <a:pPr lvl="1"/>
            <a:r>
              <a:rPr lang="en-US" dirty="0"/>
              <a:t>Rotate left at the left child</a:t>
            </a:r>
          </a:p>
          <a:p>
            <a:pPr lvl="1"/>
            <a:r>
              <a:rPr lang="en-US" dirty="0"/>
              <a:t>Rotate right at the problem node</a:t>
            </a:r>
          </a:p>
        </p:txBody>
      </p:sp>
      <p:grpSp>
        <p:nvGrpSpPr>
          <p:cNvPr id="18" name="Group 17" descr="An AVL Tree with 2 nodes:&#10;&#10;the root is 9, which has left child 5">
            <a:extLst>
              <a:ext uri="{FF2B5EF4-FFF2-40B4-BE49-F238E27FC236}">
                <a16:creationId xmlns:a16="http://schemas.microsoft.com/office/drawing/2014/main" id="{19BB6ECC-098D-365C-8D7C-EAFA77632C23}"/>
              </a:ext>
            </a:extLst>
          </p:cNvPr>
          <p:cNvGrpSpPr/>
          <p:nvPr/>
        </p:nvGrpSpPr>
        <p:grpSpPr>
          <a:xfrm>
            <a:off x="945451" y="4391956"/>
            <a:ext cx="1225022" cy="1277855"/>
            <a:chOff x="945451" y="4391956"/>
            <a:chExt cx="1225022" cy="1277855"/>
          </a:xfrm>
        </p:grpSpPr>
        <p:sp>
          <p:nvSpPr>
            <p:cNvPr id="9" name="Oval 8">
              <a:extLst>
                <a:ext uri="{FF2B5EF4-FFF2-40B4-BE49-F238E27FC236}">
                  <a16:creationId xmlns:a16="http://schemas.microsoft.com/office/drawing/2014/main" id="{97CBF2A2-742F-6A7A-261C-E848A712AAA6}"/>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0" name="Straight Connector 9">
              <a:extLst>
                <a:ext uri="{FF2B5EF4-FFF2-40B4-BE49-F238E27FC236}">
                  <a16:creationId xmlns:a16="http://schemas.microsoft.com/office/drawing/2014/main" id="{BAA37A59-9056-E0BA-1B9F-BC09D014B49C}"/>
                </a:ext>
              </a:extLst>
            </p:cNvPr>
            <p:cNvCxnSpPr>
              <a:cxnSpLocks/>
              <a:stCxn id="9" idx="3"/>
              <a:endCxn id="11"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13BFB7D-C4B0-C514-C2C8-7C7F32ED2FA8}"/>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2" name="Arrow: Right 11" descr="Next we insert the key 7 into the tree">
            <a:extLst>
              <a:ext uri="{FF2B5EF4-FFF2-40B4-BE49-F238E27FC236}">
                <a16:creationId xmlns:a16="http://schemas.microsoft.com/office/drawing/2014/main" id="{D5F72CE5-F998-3ACA-89F8-5D891F7ADFC3}"/>
              </a:ext>
            </a:extLst>
          </p:cNvPr>
          <p:cNvSpPr/>
          <p:nvPr/>
        </p:nvSpPr>
        <p:spPr>
          <a:xfrm>
            <a:off x="2233450" y="467313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26" name="Group 25"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A3E2ACB1-E946-F2AC-2AA3-A7C20DE0E647}"/>
              </a:ext>
            </a:extLst>
          </p:cNvPr>
          <p:cNvGrpSpPr/>
          <p:nvPr/>
        </p:nvGrpSpPr>
        <p:grpSpPr>
          <a:xfrm>
            <a:off x="3903987" y="4269443"/>
            <a:ext cx="1225022" cy="1919944"/>
            <a:chOff x="3903987" y="4269443"/>
            <a:chExt cx="1225022" cy="1919944"/>
          </a:xfrm>
        </p:grpSpPr>
        <p:sp>
          <p:nvSpPr>
            <p:cNvPr id="4" name="Oval 3">
              <a:extLst>
                <a:ext uri="{FF2B5EF4-FFF2-40B4-BE49-F238E27FC236}">
                  <a16:creationId xmlns:a16="http://schemas.microsoft.com/office/drawing/2014/main" id="{067EFC82-BEF2-2666-E744-53FFED95DD5C}"/>
                </a:ext>
              </a:extLst>
            </p:cNvPr>
            <p:cNvSpPr/>
            <p:nvPr/>
          </p:nvSpPr>
          <p:spPr>
            <a:xfrm>
              <a:off x="4516498" y="42694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5" name="Straight Connector 4">
              <a:extLst>
                <a:ext uri="{FF2B5EF4-FFF2-40B4-BE49-F238E27FC236}">
                  <a16:creationId xmlns:a16="http://schemas.microsoft.com/office/drawing/2014/main" id="{46A37623-312C-AF43-EBC3-2909908D157A}"/>
                </a:ext>
              </a:extLst>
            </p:cNvPr>
            <p:cNvCxnSpPr>
              <a:cxnSpLocks/>
              <a:stCxn id="4" idx="3"/>
              <a:endCxn id="6" idx="7"/>
            </p:cNvCxnSpPr>
            <p:nvPr/>
          </p:nvCxnSpPr>
          <p:spPr>
            <a:xfrm flipH="1">
              <a:off x="4426798" y="4792254"/>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3A1332B-AF7A-F4E1-4459-C37D21CAA899}"/>
                </a:ext>
              </a:extLst>
            </p:cNvPr>
            <p:cNvSpPr/>
            <p:nvPr/>
          </p:nvSpPr>
          <p:spPr>
            <a:xfrm>
              <a:off x="3903987" y="493478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02F4987C-AE8F-B3EA-BABC-33BC2679C7B5}"/>
                </a:ext>
              </a:extLst>
            </p:cNvPr>
            <p:cNvSpPr/>
            <p:nvPr/>
          </p:nvSpPr>
          <p:spPr>
            <a:xfrm>
              <a:off x="4516497" y="557687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C68EBC17-CE55-6EAD-3F0A-10577D40A671}"/>
                </a:ext>
              </a:extLst>
            </p:cNvPr>
            <p:cNvCxnSpPr>
              <a:cxnSpLocks/>
              <a:stCxn id="6" idx="5"/>
              <a:endCxn id="7" idx="1"/>
            </p:cNvCxnSpPr>
            <p:nvPr/>
          </p:nvCxnSpPr>
          <p:spPr>
            <a:xfrm>
              <a:off x="4426798" y="5457598"/>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Arrow: Right 18" descr="The issue we have is that left and right rotations do not change the height of the &quot;middle&quot; subtrees (the right subtree of the problem node's left child and the left subtree of the problem node's right child). So we will first to a left rotation on the problem node's left child (in this case 5) to first lift the left-right subtree of the problem node.">
            <a:extLst>
              <a:ext uri="{FF2B5EF4-FFF2-40B4-BE49-F238E27FC236}">
                <a16:creationId xmlns:a16="http://schemas.microsoft.com/office/drawing/2014/main" id="{13829990-E44A-C9E6-2A7B-8CE2CDBE4B38}"/>
              </a:ext>
            </a:extLst>
          </p:cNvPr>
          <p:cNvSpPr/>
          <p:nvPr/>
        </p:nvSpPr>
        <p:spPr>
          <a:xfrm>
            <a:off x="5312373" y="4623731"/>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Left at 5</a:t>
            </a:r>
          </a:p>
        </p:txBody>
      </p:sp>
      <p:grpSp>
        <p:nvGrpSpPr>
          <p:cNvPr id="27" name="Group 26" descr="After the left rotation at node, the tree looks s follows:&#10;&#10;The root is 9, its left child is 7, it has no right child&#10;The left child of 7 is 5, it has no right child.&#10;5 has no children.&#10;&#10;At this point the tree is still not balanced because the left subtree of 9 has height 1 whereas the right has height 2. At this point, though, the left-left subtree of the problem node is the one that is too tall, and so a right rotation will finally balance the tree.">
            <a:extLst>
              <a:ext uri="{FF2B5EF4-FFF2-40B4-BE49-F238E27FC236}">
                <a16:creationId xmlns:a16="http://schemas.microsoft.com/office/drawing/2014/main" id="{27A1EF0A-F5C3-3846-1474-A305391D984D}"/>
              </a:ext>
            </a:extLst>
          </p:cNvPr>
          <p:cNvGrpSpPr/>
          <p:nvPr/>
        </p:nvGrpSpPr>
        <p:grpSpPr>
          <a:xfrm>
            <a:off x="6750210" y="4391956"/>
            <a:ext cx="1810810" cy="1961154"/>
            <a:chOff x="6750210" y="4391956"/>
            <a:chExt cx="1810810" cy="1961154"/>
          </a:xfrm>
        </p:grpSpPr>
        <p:sp>
          <p:nvSpPr>
            <p:cNvPr id="13" name="Oval 12">
              <a:extLst>
                <a:ext uri="{FF2B5EF4-FFF2-40B4-BE49-F238E27FC236}">
                  <a16:creationId xmlns:a16="http://schemas.microsoft.com/office/drawing/2014/main" id="{E1673636-A52E-5ADC-7259-70CBC20C0255}"/>
                </a:ext>
              </a:extLst>
            </p:cNvPr>
            <p:cNvSpPr/>
            <p:nvPr/>
          </p:nvSpPr>
          <p:spPr>
            <a:xfrm>
              <a:off x="7948509"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A88FDAA3-1AF5-A991-98C9-E90C7382FE4C}"/>
                </a:ext>
              </a:extLst>
            </p:cNvPr>
            <p:cNvCxnSpPr>
              <a:cxnSpLocks/>
              <a:stCxn id="13" idx="3"/>
              <a:endCxn id="15" idx="7"/>
            </p:cNvCxnSpPr>
            <p:nvPr/>
          </p:nvCxnSpPr>
          <p:spPr>
            <a:xfrm flipH="1">
              <a:off x="7858809"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1511884-6514-33CD-4747-F65C563228FE}"/>
                </a:ext>
              </a:extLst>
            </p:cNvPr>
            <p:cNvSpPr/>
            <p:nvPr/>
          </p:nvSpPr>
          <p:spPr>
            <a:xfrm>
              <a:off x="7335998"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6" name="Straight Connector 15">
              <a:extLst>
                <a:ext uri="{FF2B5EF4-FFF2-40B4-BE49-F238E27FC236}">
                  <a16:creationId xmlns:a16="http://schemas.microsoft.com/office/drawing/2014/main" id="{D5B1F6B7-AF1F-43B9-4EFF-686D75FC1B54}"/>
                </a:ext>
              </a:extLst>
            </p:cNvPr>
            <p:cNvCxnSpPr>
              <a:cxnSpLocks/>
              <a:stCxn id="15" idx="3"/>
              <a:endCxn id="17" idx="7"/>
            </p:cNvCxnSpPr>
            <p:nvPr/>
          </p:nvCxnSpPr>
          <p:spPr>
            <a:xfrm flipH="1">
              <a:off x="7273021" y="5580111"/>
              <a:ext cx="152677" cy="250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D02E25E-9633-F215-A570-AFE6223E36A1}"/>
                </a:ext>
              </a:extLst>
            </p:cNvPr>
            <p:cNvSpPr/>
            <p:nvPr/>
          </p:nvSpPr>
          <p:spPr>
            <a:xfrm>
              <a:off x="6750210" y="5740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20" name="Arrow: Right 19" descr="Now we do a right rotation on node 9 to balance the tree.">
            <a:extLst>
              <a:ext uri="{FF2B5EF4-FFF2-40B4-BE49-F238E27FC236}">
                <a16:creationId xmlns:a16="http://schemas.microsoft.com/office/drawing/2014/main" id="{4829D90F-F2DA-6969-758B-433DB919A22D}"/>
              </a:ext>
            </a:extLst>
          </p:cNvPr>
          <p:cNvSpPr/>
          <p:nvPr/>
        </p:nvSpPr>
        <p:spPr>
          <a:xfrm>
            <a:off x="8714196" y="4810802"/>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Right at 9</a:t>
            </a:r>
          </a:p>
        </p:txBody>
      </p:sp>
      <p:grpSp>
        <p:nvGrpSpPr>
          <p:cNvPr id="28" name="Group 27" descr="After our rotation the tree looks as follows:&#10;&#10;7 is the new root, its left child is 5 and its right child is 9.&#10;Nodes 5 and 9 have no children.&#10;&#10;Because now the left and right subtrees from 7 both have height 0, the tree is finally balanced.">
            <a:extLst>
              <a:ext uri="{FF2B5EF4-FFF2-40B4-BE49-F238E27FC236}">
                <a16:creationId xmlns:a16="http://schemas.microsoft.com/office/drawing/2014/main" id="{905002A2-C2D4-2A48-E62B-55DCCFEEBC88}"/>
              </a:ext>
            </a:extLst>
          </p:cNvPr>
          <p:cNvGrpSpPr/>
          <p:nvPr/>
        </p:nvGrpSpPr>
        <p:grpSpPr>
          <a:xfrm>
            <a:off x="10198546" y="4818582"/>
            <a:ext cx="1837757" cy="1277855"/>
            <a:chOff x="10198546" y="4818582"/>
            <a:chExt cx="1837757" cy="1277855"/>
          </a:xfrm>
        </p:grpSpPr>
        <p:sp>
          <p:nvSpPr>
            <p:cNvPr id="21" name="Oval 20">
              <a:extLst>
                <a:ext uri="{FF2B5EF4-FFF2-40B4-BE49-F238E27FC236}">
                  <a16:creationId xmlns:a16="http://schemas.microsoft.com/office/drawing/2014/main" id="{AB26D1A8-61E4-E223-6F4B-C98A1AD87DE1}"/>
                </a:ext>
              </a:extLst>
            </p:cNvPr>
            <p:cNvSpPr/>
            <p:nvPr/>
          </p:nvSpPr>
          <p:spPr>
            <a:xfrm>
              <a:off x="10811057" y="481858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95D34475-D6E2-BCA3-8F72-C5F2E7FF07AC}"/>
                </a:ext>
              </a:extLst>
            </p:cNvPr>
            <p:cNvCxnSpPr>
              <a:cxnSpLocks/>
              <a:stCxn id="21" idx="3"/>
              <a:endCxn id="23" idx="7"/>
            </p:cNvCxnSpPr>
            <p:nvPr/>
          </p:nvCxnSpPr>
          <p:spPr>
            <a:xfrm flipH="1">
              <a:off x="10721357" y="5341393"/>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6E6958E-81CD-4735-D2BE-7985977B05FD}"/>
                </a:ext>
              </a:extLst>
            </p:cNvPr>
            <p:cNvSpPr/>
            <p:nvPr/>
          </p:nvSpPr>
          <p:spPr>
            <a:xfrm>
              <a:off x="10198546" y="5483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Oval 23">
              <a:extLst>
                <a:ext uri="{FF2B5EF4-FFF2-40B4-BE49-F238E27FC236}">
                  <a16:creationId xmlns:a16="http://schemas.microsoft.com/office/drawing/2014/main" id="{472ACBD0-46C0-DF87-864E-F608F3A30754}"/>
                </a:ext>
              </a:extLst>
            </p:cNvPr>
            <p:cNvSpPr/>
            <p:nvPr/>
          </p:nvSpPr>
          <p:spPr>
            <a:xfrm>
              <a:off x="11423792" y="5475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25" name="Straight Connector 24">
              <a:extLst>
                <a:ext uri="{FF2B5EF4-FFF2-40B4-BE49-F238E27FC236}">
                  <a16:creationId xmlns:a16="http://schemas.microsoft.com/office/drawing/2014/main" id="{E3AAA8F0-7C9E-DAB3-6C20-5E649D554512}"/>
                </a:ext>
              </a:extLst>
            </p:cNvPr>
            <p:cNvCxnSpPr>
              <a:cxnSpLocks/>
              <a:endCxn id="24" idx="1"/>
            </p:cNvCxnSpPr>
            <p:nvPr/>
          </p:nvCxnSpPr>
          <p:spPr>
            <a:xfrm>
              <a:off x="11334093" y="5356435"/>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101FF730-66EB-27B7-91D7-AFAE90E66398}"/>
                  </a:ext>
                </a:extLst>
              </p14:cNvPr>
              <p14:cNvContentPartPr/>
              <p14:nvPr/>
            </p14:nvContentPartPr>
            <p14:xfrm>
              <a:off x="3643920" y="3958560"/>
              <a:ext cx="2086920" cy="2223360"/>
            </p14:xfrm>
          </p:contentPart>
        </mc:Choice>
        <mc:Fallback>
          <p:pic>
            <p:nvPicPr>
              <p:cNvPr id="29" name="Ink 28">
                <a:extLst>
                  <a:ext uri="{FF2B5EF4-FFF2-40B4-BE49-F238E27FC236}">
                    <a16:creationId xmlns:a16="http://schemas.microsoft.com/office/drawing/2014/main" id="{101FF730-66EB-27B7-91D7-AFAE90E66398}"/>
                  </a:ext>
                </a:extLst>
              </p:cNvPr>
              <p:cNvPicPr/>
              <p:nvPr/>
            </p:nvPicPr>
            <p:blipFill>
              <a:blip r:embed="rId3"/>
              <a:stretch>
                <a:fillRect/>
              </a:stretch>
            </p:blipFill>
            <p:spPr>
              <a:xfrm>
                <a:off x="3634560" y="3949200"/>
                <a:ext cx="2105640" cy="2242080"/>
              </a:xfrm>
              <a:prstGeom prst="rect">
                <a:avLst/>
              </a:prstGeom>
            </p:spPr>
          </p:pic>
        </mc:Fallback>
      </mc:AlternateContent>
    </p:spTree>
    <p:extLst>
      <p:ext uri="{BB962C8B-B14F-4D97-AF65-F5344CB8AC3E}">
        <p14:creationId xmlns:p14="http://schemas.microsoft.com/office/powerpoint/2010/main" val="2083290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LR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446314"/>
                <a:ext cx="10515600" cy="4730649"/>
              </a:xfrm>
            </p:spPr>
            <p:txBody>
              <a:bodyPr/>
              <a:lstStyle/>
              <a:p>
                <a:r>
                  <a:rPr lang="en-US" dirty="0"/>
                  <a:t>We just inserted </a:t>
                </a:r>
                <a14:m>
                  <m:oMath xmlns:m="http://schemas.openxmlformats.org/officeDocument/2006/math">
                    <m:r>
                      <a:rPr lang="en-US" i="1">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left child’s right subtree</a:t>
                </a:r>
              </a:p>
              <a:p>
                <a:r>
                  <a:rPr lang="en-US" dirty="0"/>
                  <a:t>Rotate left at the left child</a:t>
                </a:r>
              </a:p>
              <a:p>
                <a:r>
                  <a:rPr lang="en-US" dirty="0"/>
                  <a:t>Rotate right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446314"/>
                <a:ext cx="10515600" cy="4730649"/>
              </a:xfrm>
              <a:blipFill>
                <a:blip r:embed="rId2"/>
                <a:stretch>
                  <a:fillRect l="-1043" t="-2062"/>
                </a:stretch>
              </a:blipFill>
            </p:spPr>
            <p:txBody>
              <a:bodyPr/>
              <a:lstStyle/>
              <a:p>
                <a:r>
                  <a:rPr lang="en-US">
                    <a:noFill/>
                  </a:rPr>
                  <a:t> </a:t>
                </a:r>
              </a:p>
            </p:txBody>
          </p:sp>
        </mc:Fallback>
      </mc:AlternateContent>
      <p:grpSp>
        <p:nvGrpSpPr>
          <p:cNvPr id="5" name="Group 4"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7F60E802-459B-0202-8BE5-A41EDE9B7BC7}"/>
              </a:ext>
            </a:extLst>
          </p:cNvPr>
          <p:cNvGrpSpPr/>
          <p:nvPr/>
        </p:nvGrpSpPr>
        <p:grpSpPr>
          <a:xfrm>
            <a:off x="41937" y="3429000"/>
            <a:ext cx="3470746" cy="3426405"/>
            <a:chOff x="41937" y="3429000"/>
            <a:chExt cx="3470746" cy="3426405"/>
          </a:xfrm>
        </p:grpSpPr>
        <p:grpSp>
          <p:nvGrpSpPr>
            <p:cNvPr id="211" name="Group 210">
              <a:extLst>
                <a:ext uri="{FF2B5EF4-FFF2-40B4-BE49-F238E27FC236}">
                  <a16:creationId xmlns:a16="http://schemas.microsoft.com/office/drawing/2014/main" id="{74201A59-A51B-31FF-D7D6-0994EDC48DEF}"/>
                </a:ext>
              </a:extLst>
            </p:cNvPr>
            <p:cNvGrpSpPr/>
            <p:nvPr/>
          </p:nvGrpSpPr>
          <p:grpSpPr>
            <a:xfrm>
              <a:off x="41937" y="3490319"/>
              <a:ext cx="3470746" cy="3365086"/>
              <a:chOff x="25572" y="2621130"/>
              <a:chExt cx="3470746" cy="3365086"/>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30" idx="3"/>
                <a:endCxn id="29"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5"/>
                <a:endCxn id="59"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7"/>
                <a:endCxn id="28"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28"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58" name="Straight Connector 57">
              <a:extLst>
                <a:ext uri="{FF2B5EF4-FFF2-40B4-BE49-F238E27FC236}">
                  <a16:creationId xmlns:a16="http://schemas.microsoft.com/office/drawing/2014/main" id="{BC413726-9472-FECE-2A24-A3A843DEAC17}"/>
                </a:ext>
              </a:extLst>
            </p:cNvPr>
            <p:cNvCxnSpPr>
              <a:cxnSpLocks/>
              <a:stCxn id="28" idx="0"/>
            </p:cNvCxnSpPr>
            <p:nvPr/>
          </p:nvCxnSpPr>
          <p:spPr>
            <a:xfrm flipV="1">
              <a:off x="1951281" y="3429000"/>
              <a:ext cx="0" cy="17777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p:nvPr/>
            </p:nvSpPr>
            <p:spPr>
              <a:xfrm>
                <a:off x="3147296" y="3808328"/>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xmlns="">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147296" y="3808328"/>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4" name="Group 3"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B4FC48F0-9117-84FD-BE04-82CB4FE03092}"/>
              </a:ext>
            </a:extLst>
          </p:cNvPr>
          <p:cNvGrpSpPr/>
          <p:nvPr/>
        </p:nvGrpSpPr>
        <p:grpSpPr>
          <a:xfrm>
            <a:off x="3777627" y="3312545"/>
            <a:ext cx="3837793" cy="3534406"/>
            <a:chOff x="3777627" y="3312545"/>
            <a:chExt cx="3837793" cy="3534406"/>
          </a:xfrm>
        </p:grpSpPr>
        <p:grpSp>
          <p:nvGrpSpPr>
            <p:cNvPr id="212" name="Group 211">
              <a:extLst>
                <a:ext uri="{FF2B5EF4-FFF2-40B4-BE49-F238E27FC236}">
                  <a16:creationId xmlns:a16="http://schemas.microsoft.com/office/drawing/2014/main" id="{A97EE6A6-E40F-28B2-A707-C9D5A101EAE6}"/>
                </a:ext>
              </a:extLst>
            </p:cNvPr>
            <p:cNvGrpSpPr/>
            <p:nvPr/>
          </p:nvGrpSpPr>
          <p:grpSpPr>
            <a:xfrm>
              <a:off x="3777627" y="3377681"/>
              <a:ext cx="3837793" cy="3469270"/>
              <a:chOff x="4378760" y="2820523"/>
              <a:chExt cx="3837793" cy="3469270"/>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3"/>
                <a:endCxn id="159"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7B8D9F9-6416-E827-E795-6F3123793DD2}"/>
                  </a:ext>
                </a:extLst>
              </p:cNvPr>
              <p:cNvCxnSpPr>
                <a:cxnSpLocks/>
                <a:stCxn id="137"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7"/>
                <a:endCxn id="135"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35"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160" name="Straight Connector 159">
                <a:extLst>
                  <a:ext uri="{FF2B5EF4-FFF2-40B4-BE49-F238E27FC236}">
                    <a16:creationId xmlns:a16="http://schemas.microsoft.com/office/drawing/2014/main" id="{EC4B5B0F-33AE-6957-F3BD-9DD89F822A3F}"/>
                  </a:ext>
                </a:extLst>
              </p:cNvPr>
              <p:cNvCxnSpPr>
                <a:cxnSpLocks/>
                <a:stCxn id="159"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DAE403D-175A-E073-47F4-74F08CC347DC}"/>
                  </a:ext>
                </a:extLst>
              </p:cNvPr>
              <p:cNvCxnSpPr>
                <a:cxnSpLocks/>
                <a:stCxn id="159" idx="5"/>
                <a:endCxn id="138"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p:cxnSp>
          <p:nvCxnSpPr>
            <p:cNvPr id="62" name="Straight Connector 61">
              <a:extLst>
                <a:ext uri="{FF2B5EF4-FFF2-40B4-BE49-F238E27FC236}">
                  <a16:creationId xmlns:a16="http://schemas.microsoft.com/office/drawing/2014/main" id="{3977F9C3-E89E-7088-ED5E-3BBC1B5DEC2B}"/>
                </a:ext>
              </a:extLst>
            </p:cNvPr>
            <p:cNvCxnSpPr>
              <a:cxnSpLocks/>
              <a:stCxn id="135" idx="0"/>
            </p:cNvCxnSpPr>
            <p:nvPr/>
          </p:nvCxnSpPr>
          <p:spPr>
            <a:xfrm flipH="1" flipV="1">
              <a:off x="6236897" y="3312545"/>
              <a:ext cx="1" cy="18159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p:nvPr/>
            </p:nvSpPr>
            <p:spPr>
              <a:xfrm>
                <a:off x="7390965" y="3754563"/>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390965" y="3754563"/>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6" name="Group 5"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8ACE5573-3C13-ED2D-F6BA-D822D7D1A124}"/>
              </a:ext>
            </a:extLst>
          </p:cNvPr>
          <p:cNvGrpSpPr/>
          <p:nvPr/>
        </p:nvGrpSpPr>
        <p:grpSpPr>
          <a:xfrm>
            <a:off x="8270097" y="3377681"/>
            <a:ext cx="3918102" cy="2900310"/>
            <a:chOff x="8270097" y="3377681"/>
            <a:chExt cx="3918102" cy="2900310"/>
          </a:xfrm>
        </p:grpSpPr>
        <p:grpSp>
          <p:nvGrpSpPr>
            <p:cNvPr id="213" name="Group 212">
              <a:extLst>
                <a:ext uri="{FF2B5EF4-FFF2-40B4-BE49-F238E27FC236}">
                  <a16:creationId xmlns:a16="http://schemas.microsoft.com/office/drawing/2014/main" id="{E5E38041-E10B-4A4D-A3C2-68BEEB799918}"/>
                </a:ext>
              </a:extLst>
            </p:cNvPr>
            <p:cNvGrpSpPr/>
            <p:nvPr/>
          </p:nvGrpSpPr>
          <p:grpSpPr>
            <a:xfrm>
              <a:off x="8270097" y="3506388"/>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cxnSp>
          <p:nvCxnSpPr>
            <p:cNvPr id="66" name="Straight Connector 65">
              <a:extLst>
                <a:ext uri="{FF2B5EF4-FFF2-40B4-BE49-F238E27FC236}">
                  <a16:creationId xmlns:a16="http://schemas.microsoft.com/office/drawing/2014/main" id="{49D6325E-DF95-D267-CC72-8D956B0F32F8}"/>
                </a:ext>
              </a:extLst>
            </p:cNvPr>
            <p:cNvCxnSpPr>
              <a:cxnSpLocks/>
              <a:stCxn id="179" idx="0"/>
            </p:cNvCxnSpPr>
            <p:nvPr/>
          </p:nvCxnSpPr>
          <p:spPr>
            <a:xfrm flipV="1">
              <a:off x="10132756" y="3377681"/>
              <a:ext cx="0" cy="19403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48">
            <p14:nvContentPartPr>
              <p14:cNvPr id="7" name="Ink 6">
                <a:extLst>
                  <a:ext uri="{FF2B5EF4-FFF2-40B4-BE49-F238E27FC236}">
                    <a16:creationId xmlns:a16="http://schemas.microsoft.com/office/drawing/2014/main" id="{FA3FF7CC-F5E4-7F29-9070-5D7217436C87}"/>
                  </a:ext>
                </a:extLst>
              </p14:cNvPr>
              <p14:cNvContentPartPr/>
              <p14:nvPr/>
            </p14:nvContentPartPr>
            <p14:xfrm>
              <a:off x="1219680" y="3952440"/>
              <a:ext cx="1862640" cy="2890440"/>
            </p14:xfrm>
          </p:contentPart>
        </mc:Choice>
        <mc:Fallback>
          <p:pic>
            <p:nvPicPr>
              <p:cNvPr id="7" name="Ink 6">
                <a:extLst>
                  <a:ext uri="{FF2B5EF4-FFF2-40B4-BE49-F238E27FC236}">
                    <a16:creationId xmlns:a16="http://schemas.microsoft.com/office/drawing/2014/main" id="{FA3FF7CC-F5E4-7F29-9070-5D7217436C87}"/>
                  </a:ext>
                </a:extLst>
              </p:cNvPr>
              <p:cNvPicPr/>
              <p:nvPr/>
            </p:nvPicPr>
            <p:blipFill>
              <a:blip r:embed="rId49"/>
              <a:stretch>
                <a:fillRect/>
              </a:stretch>
            </p:blipFill>
            <p:spPr>
              <a:xfrm>
                <a:off x="1210320" y="3943080"/>
                <a:ext cx="1881360" cy="2909160"/>
              </a:xfrm>
              <a:prstGeom prst="rect">
                <a:avLst/>
              </a:prstGeom>
            </p:spPr>
          </p:pic>
        </mc:Fallback>
      </mc:AlternateContent>
    </p:spTree>
    <p:extLst>
      <p:ext uri="{BB962C8B-B14F-4D97-AF65-F5344CB8AC3E}">
        <p14:creationId xmlns:p14="http://schemas.microsoft.com/office/powerpoint/2010/main" val="2329826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6645-DC76-7FBB-D156-1CDBB1033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3FED9-7478-0A7F-DB0C-9FBA2FF2200F}"/>
              </a:ext>
            </a:extLst>
          </p:cNvPr>
          <p:cNvSpPr>
            <a:spLocks noGrp="1"/>
          </p:cNvSpPr>
          <p:nvPr>
            <p:ph type="title"/>
          </p:nvPr>
        </p:nvSpPr>
        <p:spPr/>
        <p:txBody>
          <a:bodyPr/>
          <a:lstStyle/>
          <a:p>
            <a:r>
              <a:rPr lang="en-US" dirty="0"/>
              <a:t>Case LR Implementation</a:t>
            </a:r>
          </a:p>
        </p:txBody>
      </p:sp>
      <p:sp>
        <p:nvSpPr>
          <p:cNvPr id="3" name="Content Placeholder 2">
            <a:extLst>
              <a:ext uri="{FF2B5EF4-FFF2-40B4-BE49-F238E27FC236}">
                <a16:creationId xmlns:a16="http://schemas.microsoft.com/office/drawing/2014/main" id="{10FFE0B6-0A2E-0AA6-4B13-4CF48FC3267B}"/>
              </a:ext>
            </a:extLst>
          </p:cNvPr>
          <p:cNvSpPr>
            <a:spLocks noGrp="1"/>
          </p:cNvSpPr>
          <p:nvPr>
            <p:ph idx="1"/>
          </p:nvPr>
        </p:nvSpPr>
        <p:spPr>
          <a:xfrm>
            <a:off x="7934949" y="529061"/>
            <a:ext cx="2460916" cy="2489803"/>
          </a:xfrm>
        </p:spPr>
        <p:txBody>
          <a:bodyPr>
            <a:normAutofit fontScale="92500" lnSpcReduction="10000"/>
          </a:bodyPr>
          <a:lstStyle/>
          <a:p>
            <a:pPr marL="0" indent="0">
              <a:buNone/>
            </a:pPr>
            <a:r>
              <a:rPr lang="en-US" sz="2000" dirty="0">
                <a:latin typeface="Consolas" panose="020B0609020204030204" pitchFamily="49" charset="0"/>
              </a:rPr>
              <a:t>b=</a:t>
            </a:r>
            <a:r>
              <a:rPr lang="en-US" sz="2000" dirty="0" err="1">
                <a:latin typeface="Consolas" panose="020B0609020204030204" pitchFamily="49" charset="0"/>
              </a:rPr>
              <a:t>a.left</a:t>
            </a:r>
            <a:endParaRPr lang="en-US" sz="2000" dirty="0">
              <a:latin typeface="Consolas" panose="020B0609020204030204" pitchFamily="49" charset="0"/>
            </a:endParaRPr>
          </a:p>
          <a:p>
            <a:pPr marL="0" indent="0">
              <a:buNone/>
            </a:pPr>
            <a:r>
              <a:rPr lang="en-US" sz="2000" dirty="0">
                <a:latin typeface="Consolas" panose="020B0609020204030204" pitchFamily="49" charset="0"/>
              </a:rPr>
              <a:t>c=</a:t>
            </a:r>
            <a:r>
              <a:rPr lang="en-US" sz="2000" dirty="0" err="1">
                <a:latin typeface="Consolas" panose="020B0609020204030204" pitchFamily="49" charset="0"/>
              </a:rPr>
              <a:t>b.right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b.right</a:t>
            </a:r>
            <a:r>
              <a:rPr lang="en-US" sz="2000" dirty="0">
                <a:latin typeface="Consolas" panose="020B0609020204030204" pitchFamily="49" charset="0"/>
              </a:rPr>
              <a:t>=</a:t>
            </a:r>
            <a:r>
              <a:rPr lang="en-US" sz="2000" dirty="0" err="1">
                <a:latin typeface="Consolas" panose="020B0609020204030204" pitchFamily="49" charset="0"/>
              </a:rPr>
              <a:t>c.left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a.left</a:t>
            </a:r>
            <a:r>
              <a:rPr lang="en-US" sz="2000" dirty="0">
                <a:latin typeface="Consolas" panose="020B0609020204030204" pitchFamily="49" charset="0"/>
              </a:rPr>
              <a:t>=</a:t>
            </a:r>
            <a:r>
              <a:rPr lang="en-US" sz="2000" dirty="0" err="1">
                <a:latin typeface="Consolas" panose="020B0609020204030204" pitchFamily="49" charset="0"/>
              </a:rPr>
              <a:t>c.right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c.right</a:t>
            </a:r>
            <a:r>
              <a:rPr lang="en-US" sz="2000" dirty="0">
                <a:latin typeface="Consolas" panose="020B0609020204030204" pitchFamily="49" charset="0"/>
              </a:rPr>
              <a:t>=a</a:t>
            </a:r>
          </a:p>
          <a:p>
            <a:pPr marL="0" indent="0">
              <a:buNone/>
            </a:pPr>
            <a:r>
              <a:rPr lang="en-US" sz="2000" dirty="0" err="1">
                <a:latin typeface="Consolas" panose="020B0609020204030204" pitchFamily="49" charset="0"/>
              </a:rPr>
              <a:t>c.left</a:t>
            </a:r>
            <a:r>
              <a:rPr lang="en-US" sz="2000" dirty="0">
                <a:latin typeface="Consolas" panose="020B0609020204030204" pitchFamily="49" charset="0"/>
              </a:rPr>
              <a:t>=b</a:t>
            </a:r>
          </a:p>
          <a:p>
            <a:pPr marL="0" indent="0">
              <a:buNone/>
            </a:pPr>
            <a:r>
              <a:rPr lang="en-US" sz="2000" dirty="0">
                <a:latin typeface="Consolas" panose="020B0609020204030204" pitchFamily="49" charset="0"/>
              </a:rPr>
              <a:t>return c</a:t>
            </a:r>
          </a:p>
        </p:txBody>
      </p:sp>
      <p:grpSp>
        <p:nvGrpSpPr>
          <p:cNvPr id="6" name="Group 5"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F6055BF6-2A56-BD69-409E-AA10065A1D1B}"/>
              </a:ext>
            </a:extLst>
          </p:cNvPr>
          <p:cNvGrpSpPr/>
          <p:nvPr/>
        </p:nvGrpSpPr>
        <p:grpSpPr>
          <a:xfrm>
            <a:off x="41937" y="3429000"/>
            <a:ext cx="3470746" cy="3426405"/>
            <a:chOff x="41937" y="3429000"/>
            <a:chExt cx="3470746" cy="3426405"/>
          </a:xfrm>
        </p:grpSpPr>
        <p:grpSp>
          <p:nvGrpSpPr>
            <p:cNvPr id="7" name="Group 6">
              <a:extLst>
                <a:ext uri="{FF2B5EF4-FFF2-40B4-BE49-F238E27FC236}">
                  <a16:creationId xmlns:a16="http://schemas.microsoft.com/office/drawing/2014/main" id="{9A3F2993-137E-AF91-2715-6FC01BBD41A6}"/>
                </a:ext>
              </a:extLst>
            </p:cNvPr>
            <p:cNvGrpSpPr/>
            <p:nvPr/>
          </p:nvGrpSpPr>
          <p:grpSpPr>
            <a:xfrm>
              <a:off x="41937" y="3490319"/>
              <a:ext cx="3470746" cy="3365086"/>
              <a:chOff x="25572" y="2621130"/>
              <a:chExt cx="3470746" cy="3365086"/>
            </a:xfrm>
          </p:grpSpPr>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6B6AE591-98D1-5FFE-E7D4-F30BE8D4EC5F}"/>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Isosceles Triangle 9">
                    <a:extLst>
                      <a:ext uri="{FF2B5EF4-FFF2-40B4-BE49-F238E27FC236}">
                        <a16:creationId xmlns:a16="http://schemas.microsoft.com/office/drawing/2014/main" id="{03C08B52-B78E-93C7-D1DF-D46B2047DE62}"/>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9F16559A-B409-A732-3BB4-00F326A42094}"/>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Isosceles Triangle 11">
                    <a:extLst>
                      <a:ext uri="{FF2B5EF4-FFF2-40B4-BE49-F238E27FC236}">
                        <a16:creationId xmlns:a16="http://schemas.microsoft.com/office/drawing/2014/main" id="{2A121D8B-7DDE-8E00-E4C7-A3E2AA0CCFD2}"/>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Isosceles Triangle 12">
                    <a:extLst>
                      <a:ext uri="{FF2B5EF4-FFF2-40B4-BE49-F238E27FC236}">
                        <a16:creationId xmlns:a16="http://schemas.microsoft.com/office/drawing/2014/main" id="{EE462D6A-07C3-D752-7FD1-07CFA89FBB35}"/>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24AD88A6-2A61-DA4A-A1BF-E95C36EBDBDD}"/>
                  </a:ext>
                </a:extLst>
              </p:cNvPr>
              <p:cNvCxnSpPr>
                <a:cxnSpLocks/>
                <a:stCxn id="11" idx="3"/>
                <a:endCxn id="10"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F044E83-54B9-323D-2797-BF1670B0B329}"/>
                  </a:ext>
                </a:extLst>
              </p:cNvPr>
              <p:cNvCxnSpPr>
                <a:cxnSpLocks/>
                <a:stCxn id="11" idx="5"/>
                <a:endCxn id="37"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3ED2A2D-9CB9-65D3-D76E-CC370C352C5A}"/>
                  </a:ext>
                </a:extLst>
              </p:cNvPr>
              <p:cNvCxnSpPr>
                <a:cxnSpLocks/>
                <a:stCxn id="11" idx="7"/>
                <a:endCxn id="9"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CAB37CC-E6B9-D87A-01C0-1403D2F7286D}"/>
                  </a:ext>
                </a:extLst>
              </p:cNvPr>
              <p:cNvCxnSpPr>
                <a:cxnSpLocks/>
                <a:stCxn id="13" idx="0"/>
                <a:endCxn id="9"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DE97CC-7426-288C-4F46-B3CA2B15D4C8}"/>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2D9F19-4167-DB54-691D-6D8F12689628}"/>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C82486C-F726-68C8-6CF8-DCF6F44CDF2D}"/>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BE6A44E-5799-813C-BB3E-42B5D6B070A6}"/>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F0FB68F-E1BC-466F-86DB-C131CF8BAF82}"/>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02317307-02F9-CB34-B972-3D687B3EDBBE}"/>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5273A4C8-7685-1FCE-5A77-4BD285B472DF}"/>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497D250E-5B82-8403-B841-DC6FEEBD33F0}"/>
                  </a:ext>
                </a:extLst>
              </p:cNvPr>
              <p:cNvCxnSpPr>
                <a:cxnSpLocks/>
                <a:stCxn id="37" idx="3"/>
                <a:endCxn id="12"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5EF76D-63E3-BDFE-F1D6-2C8002C32365}"/>
                  </a:ext>
                </a:extLst>
              </p:cNvPr>
              <p:cNvCxnSpPr>
                <a:cxnSpLocks/>
                <a:stCxn id="37" idx="5"/>
                <a:endCxn id="38"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Oval 40">
                    <a:extLst>
                      <a:ext uri="{FF2B5EF4-FFF2-40B4-BE49-F238E27FC236}">
                        <a16:creationId xmlns:a16="http://schemas.microsoft.com/office/drawing/2014/main" id="{664BFE6C-C1F7-D221-F851-CB6F503F2FFB}"/>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CDDC774E-C840-5653-DB24-EB77525B4491}"/>
                  </a:ext>
                </a:extLst>
              </p:cNvPr>
              <p:cNvCxnSpPr>
                <a:cxnSpLocks/>
                <a:stCxn id="41" idx="0"/>
                <a:endCxn id="12"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B6E7AF2E-15E0-E2E6-8317-FAF42CA44676}"/>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962FDFA7-40CE-3952-4663-C23B14EEA09A}"/>
                  </a:ext>
                </a:extLst>
              </p:cNvPr>
              <p:cNvCxnSpPr>
                <a:cxnSpLocks/>
                <a:stCxn id="43" idx="0"/>
                <a:endCxn id="38"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8F6DEEA8-3A38-A161-0208-52A8D21387C3}"/>
                </a:ext>
              </a:extLst>
            </p:cNvPr>
            <p:cNvCxnSpPr>
              <a:cxnSpLocks/>
              <a:stCxn id="9" idx="0"/>
            </p:cNvCxnSpPr>
            <p:nvPr/>
          </p:nvCxnSpPr>
          <p:spPr>
            <a:xfrm flipV="1">
              <a:off x="1951281" y="3429000"/>
              <a:ext cx="0" cy="17777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 name="Arrow: Right 3"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EC21496C-8B03-EA3C-05F5-D7C44B3ABAA2}"/>
                  </a:ext>
                </a:extLst>
              </p:cNvPr>
              <p:cNvSpPr/>
              <p:nvPr/>
            </p:nvSpPr>
            <p:spPr>
              <a:xfrm>
                <a:off x="3147296" y="3808328"/>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xmlns="">
          <p:sp>
            <p:nvSpPr>
              <p:cNvPr id="4" name="Arrow: Right 3"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EC21496C-8B03-EA3C-05F5-D7C44B3ABAA2}"/>
                  </a:ext>
                </a:extLst>
              </p:cNvPr>
              <p:cNvSpPr>
                <a:spLocks noRot="1" noChangeAspect="1" noMove="1" noResize="1" noEditPoints="1" noAdjustHandles="1" noChangeArrowheads="1" noChangeShapeType="1" noTextEdit="1"/>
              </p:cNvSpPr>
              <p:nvPr/>
            </p:nvSpPr>
            <p:spPr>
              <a:xfrm>
                <a:off x="3147296" y="3808328"/>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45" name="Group 44"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C670C236-7C8E-8652-8D44-D1B237ECDFCE}"/>
              </a:ext>
            </a:extLst>
          </p:cNvPr>
          <p:cNvGrpSpPr/>
          <p:nvPr/>
        </p:nvGrpSpPr>
        <p:grpSpPr>
          <a:xfrm>
            <a:off x="3777627" y="3312545"/>
            <a:ext cx="3837793" cy="3534406"/>
            <a:chOff x="3777627" y="3312545"/>
            <a:chExt cx="3837793" cy="3534406"/>
          </a:xfrm>
        </p:grpSpPr>
        <p:grpSp>
          <p:nvGrpSpPr>
            <p:cNvPr id="46" name="Group 45">
              <a:extLst>
                <a:ext uri="{FF2B5EF4-FFF2-40B4-BE49-F238E27FC236}">
                  <a16:creationId xmlns:a16="http://schemas.microsoft.com/office/drawing/2014/main" id="{34595FC6-0845-4F03-CB38-5538CFEB78E7}"/>
                </a:ext>
              </a:extLst>
            </p:cNvPr>
            <p:cNvGrpSpPr/>
            <p:nvPr/>
          </p:nvGrpSpPr>
          <p:grpSpPr>
            <a:xfrm>
              <a:off x="3777627" y="3377681"/>
              <a:ext cx="3837793" cy="3469270"/>
              <a:chOff x="4378760" y="2820523"/>
              <a:chExt cx="3837793" cy="3469270"/>
            </a:xfrm>
          </p:grpSpPr>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F8CD061C-1364-D15D-756E-F7384008F6E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Isosceles Triangle 48">
                    <a:extLst>
                      <a:ext uri="{FF2B5EF4-FFF2-40B4-BE49-F238E27FC236}">
                        <a16:creationId xmlns:a16="http://schemas.microsoft.com/office/drawing/2014/main" id="{EDBA1D35-4A3D-C0E3-4CC4-AA7E0B647DB9}"/>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val 49">
                    <a:extLst>
                      <a:ext uri="{FF2B5EF4-FFF2-40B4-BE49-F238E27FC236}">
                        <a16:creationId xmlns:a16="http://schemas.microsoft.com/office/drawing/2014/main" id="{4FC6CB01-B346-5B0B-F10C-2DD640926CFA}"/>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Isosceles Triangle 50">
                    <a:extLst>
                      <a:ext uri="{FF2B5EF4-FFF2-40B4-BE49-F238E27FC236}">
                        <a16:creationId xmlns:a16="http://schemas.microsoft.com/office/drawing/2014/main" id="{11568F91-A7A6-B2C1-A109-BD17ACC83613}"/>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52" name="Straight Connector 51">
                <a:extLst>
                  <a:ext uri="{FF2B5EF4-FFF2-40B4-BE49-F238E27FC236}">
                    <a16:creationId xmlns:a16="http://schemas.microsoft.com/office/drawing/2014/main" id="{45E28975-DE63-FBEE-3FB2-36CCAC51286C}"/>
                  </a:ext>
                </a:extLst>
              </p:cNvPr>
              <p:cNvCxnSpPr>
                <a:cxnSpLocks/>
                <a:stCxn id="50" idx="3"/>
                <a:endCxn id="73"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404571A-378B-0D5D-8312-9F8D9AF53D29}"/>
                  </a:ext>
                </a:extLst>
              </p:cNvPr>
              <p:cNvCxnSpPr>
                <a:cxnSpLocks/>
                <a:stCxn id="50"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55F5E1-7FBB-58B4-61C0-502B9545ED58}"/>
                  </a:ext>
                </a:extLst>
              </p:cNvPr>
              <p:cNvCxnSpPr>
                <a:cxnSpLocks/>
                <a:stCxn id="50" idx="7"/>
                <a:endCxn id="48"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00A2727-3E36-3E05-D7ED-9BE523CBD62D}"/>
                  </a:ext>
                </a:extLst>
              </p:cNvPr>
              <p:cNvCxnSpPr>
                <a:cxnSpLocks/>
                <a:stCxn id="51" idx="0"/>
                <a:endCxn id="48"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1A055AE-6D24-F87A-FC32-C66616224CAB}"/>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B22BEBC4-53BB-506E-A352-D00578C11FA6}"/>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4957FA4-851C-28B1-6F2C-34DE27201213}"/>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A070559-7E40-5F50-A506-A20B8BE88EAC}"/>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68" name="Group 67">
                <a:extLst>
                  <a:ext uri="{FF2B5EF4-FFF2-40B4-BE49-F238E27FC236}">
                    <a16:creationId xmlns:a16="http://schemas.microsoft.com/office/drawing/2014/main" id="{A0747C43-C414-A25D-3421-05E87CAF33ED}"/>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82" name="Isosceles Triangle 81">
                      <a:extLst>
                        <a:ext uri="{FF2B5EF4-FFF2-40B4-BE49-F238E27FC236}">
                          <a16:creationId xmlns:a16="http://schemas.microsoft.com/office/drawing/2014/main" id="{08CDE87B-47AB-D6E7-8EA2-05C6B49547FF}"/>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Oval 82">
                      <a:extLst>
                        <a:ext uri="{FF2B5EF4-FFF2-40B4-BE49-F238E27FC236}">
                          <a16:creationId xmlns:a16="http://schemas.microsoft.com/office/drawing/2014/main" id="{54193272-5B99-040B-5E5D-A1DDD8B89386}"/>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2C6AC81F-A577-351E-B34E-73EC75B4F564}"/>
                    </a:ext>
                  </a:extLst>
                </p:cNvPr>
                <p:cNvCxnSpPr>
                  <a:cxnSpLocks/>
                  <a:stCxn id="83" idx="0"/>
                  <a:endCxn id="82"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72C7F52E-43F0-97C9-777A-091633C90273}"/>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79" name="Isosceles Triangle 78">
                      <a:extLst>
                        <a:ext uri="{FF2B5EF4-FFF2-40B4-BE49-F238E27FC236}">
                          <a16:creationId xmlns:a16="http://schemas.microsoft.com/office/drawing/2014/main" id="{58660036-35B7-35B9-1777-33BA6CC71459}"/>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Oval 79">
                      <a:extLst>
                        <a:ext uri="{FF2B5EF4-FFF2-40B4-BE49-F238E27FC236}">
                          <a16:creationId xmlns:a16="http://schemas.microsoft.com/office/drawing/2014/main" id="{D0DE5E20-837E-2556-F5F0-3DAD8B0C7027}"/>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10321445-85C1-6603-6E1B-39492120D583}"/>
                    </a:ext>
                  </a:extLst>
                </p:cNvPr>
                <p:cNvCxnSpPr>
                  <a:cxnSpLocks/>
                  <a:stCxn id="80" idx="0"/>
                  <a:endCxn id="79"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6E331FC0-5628-13E0-37AA-F5ACD2BE1A8D}"/>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74" name="Straight Connector 73">
                <a:extLst>
                  <a:ext uri="{FF2B5EF4-FFF2-40B4-BE49-F238E27FC236}">
                    <a16:creationId xmlns:a16="http://schemas.microsoft.com/office/drawing/2014/main" id="{6A206432-72ED-C15B-5027-B57CE33CA092}"/>
                  </a:ext>
                </a:extLst>
              </p:cNvPr>
              <p:cNvCxnSpPr>
                <a:cxnSpLocks/>
                <a:stCxn id="73"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1D248BF-6C4E-088F-A265-98AAA6152252}"/>
                  </a:ext>
                </a:extLst>
              </p:cNvPr>
              <p:cNvCxnSpPr>
                <a:cxnSpLocks/>
                <a:stCxn id="73" idx="5"/>
                <a:endCxn id="82"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65414F98-FEC8-5564-9B08-7FE52A878199}"/>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p:cxnSp>
          <p:nvCxnSpPr>
            <p:cNvPr id="47" name="Straight Connector 46">
              <a:extLst>
                <a:ext uri="{FF2B5EF4-FFF2-40B4-BE49-F238E27FC236}">
                  <a16:creationId xmlns:a16="http://schemas.microsoft.com/office/drawing/2014/main" id="{DF7DB338-9E1B-8DC7-9633-78C17E67A72D}"/>
                </a:ext>
              </a:extLst>
            </p:cNvPr>
            <p:cNvCxnSpPr>
              <a:cxnSpLocks/>
              <a:stCxn id="48" idx="0"/>
            </p:cNvCxnSpPr>
            <p:nvPr/>
          </p:nvCxnSpPr>
          <p:spPr>
            <a:xfrm flipH="1" flipV="1">
              <a:off x="6236897" y="3312545"/>
              <a:ext cx="1" cy="18159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 name="Arrow: Right 4" descr="Finally we do a right rotation at the problem node a.">
                <a:extLst>
                  <a:ext uri="{FF2B5EF4-FFF2-40B4-BE49-F238E27FC236}">
                    <a16:creationId xmlns:a16="http://schemas.microsoft.com/office/drawing/2014/main" id="{25E851B9-5F92-92EE-5821-82CEA5474244}"/>
                  </a:ext>
                </a:extLst>
              </p:cNvPr>
              <p:cNvSpPr/>
              <p:nvPr/>
            </p:nvSpPr>
            <p:spPr>
              <a:xfrm>
                <a:off x="7390965" y="3754563"/>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5" name="Arrow: Right 4" descr="Finally we do a right rotation at the problem node a.">
                <a:extLst>
                  <a:ext uri="{FF2B5EF4-FFF2-40B4-BE49-F238E27FC236}">
                    <a16:creationId xmlns:a16="http://schemas.microsoft.com/office/drawing/2014/main" id="{25E851B9-5F92-92EE-5821-82CEA5474244}"/>
                  </a:ext>
                </a:extLst>
              </p:cNvPr>
              <p:cNvSpPr>
                <a:spLocks noRot="1" noChangeAspect="1" noMove="1" noResize="1" noEditPoints="1" noAdjustHandles="1" noChangeArrowheads="1" noChangeShapeType="1" noTextEdit="1"/>
              </p:cNvSpPr>
              <p:nvPr/>
            </p:nvSpPr>
            <p:spPr>
              <a:xfrm>
                <a:off x="7390965" y="3754563"/>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85" name="Group 84"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6892F501-EB9D-61C9-A5A3-8D57064CD1D3}"/>
              </a:ext>
            </a:extLst>
          </p:cNvPr>
          <p:cNvGrpSpPr/>
          <p:nvPr/>
        </p:nvGrpSpPr>
        <p:grpSpPr>
          <a:xfrm>
            <a:off x="8270097" y="3377681"/>
            <a:ext cx="3918102" cy="2900310"/>
            <a:chOff x="8270097" y="3377681"/>
            <a:chExt cx="3918102" cy="2900310"/>
          </a:xfrm>
        </p:grpSpPr>
        <p:grpSp>
          <p:nvGrpSpPr>
            <p:cNvPr id="86" name="Group 85">
              <a:extLst>
                <a:ext uri="{FF2B5EF4-FFF2-40B4-BE49-F238E27FC236}">
                  <a16:creationId xmlns:a16="http://schemas.microsoft.com/office/drawing/2014/main" id="{20C17385-7630-93C5-7D7B-B8F0EAA483BD}"/>
                </a:ext>
              </a:extLst>
            </p:cNvPr>
            <p:cNvGrpSpPr/>
            <p:nvPr/>
          </p:nvGrpSpPr>
          <p:grpSpPr>
            <a:xfrm>
              <a:off x="8270097" y="3506388"/>
              <a:ext cx="3918102" cy="2771603"/>
              <a:chOff x="8140409" y="588651"/>
              <a:chExt cx="3918102" cy="2771603"/>
            </a:xfrm>
          </p:grpSpPr>
          <mc:AlternateContent xmlns:mc="http://schemas.openxmlformats.org/markup-compatibility/2006" xmlns:a14="http://schemas.microsoft.com/office/drawing/2010/main">
            <mc:Choice Requires="a14">
              <p:sp>
                <p:nvSpPr>
                  <p:cNvPr id="88" name="Isosceles Triangle 87">
                    <a:extLst>
                      <a:ext uri="{FF2B5EF4-FFF2-40B4-BE49-F238E27FC236}">
                        <a16:creationId xmlns:a16="http://schemas.microsoft.com/office/drawing/2014/main" id="{6E23093C-DB8B-F422-68CC-F6381166961E}"/>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8ED08D5-359E-2A6F-252E-5DD21C12F516}"/>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90" name="Group 89">
                <a:extLst>
                  <a:ext uri="{FF2B5EF4-FFF2-40B4-BE49-F238E27FC236}">
                    <a16:creationId xmlns:a16="http://schemas.microsoft.com/office/drawing/2014/main" id="{F9434C99-C1AD-4763-91EF-BC538DB1B79B}"/>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09" name="Isosceles Triangle 108">
                      <a:extLst>
                        <a:ext uri="{FF2B5EF4-FFF2-40B4-BE49-F238E27FC236}">
                          <a16:creationId xmlns:a16="http://schemas.microsoft.com/office/drawing/2014/main" id="{75135B5C-FAF2-334F-D21D-F1E94BA2273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Oval 109">
                      <a:extLst>
                        <a:ext uri="{FF2B5EF4-FFF2-40B4-BE49-F238E27FC236}">
                          <a16:creationId xmlns:a16="http://schemas.microsoft.com/office/drawing/2014/main" id="{05AC2713-0142-35F5-C8B8-9465647EE7EA}"/>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1" name="Straight Connector 110">
                  <a:extLst>
                    <a:ext uri="{FF2B5EF4-FFF2-40B4-BE49-F238E27FC236}">
                      <a16:creationId xmlns:a16="http://schemas.microsoft.com/office/drawing/2014/main" id="{AFC43DF7-92B0-6C12-BEB4-A1030FC4BBBC}"/>
                    </a:ext>
                  </a:extLst>
                </p:cNvPr>
                <p:cNvCxnSpPr>
                  <a:cxnSpLocks/>
                  <a:stCxn id="110" idx="0"/>
                  <a:endCxn id="109"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1" name="Oval 90">
                    <a:extLst>
                      <a:ext uri="{FF2B5EF4-FFF2-40B4-BE49-F238E27FC236}">
                        <a16:creationId xmlns:a16="http://schemas.microsoft.com/office/drawing/2014/main" id="{E23E529B-6014-567B-5033-3163EBEDA1E4}"/>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92" name="Straight Connector 91">
                <a:extLst>
                  <a:ext uri="{FF2B5EF4-FFF2-40B4-BE49-F238E27FC236}">
                    <a16:creationId xmlns:a16="http://schemas.microsoft.com/office/drawing/2014/main" id="{6A16E7CF-D94B-1022-6CBB-723F275D4A68}"/>
                  </a:ext>
                </a:extLst>
              </p:cNvPr>
              <p:cNvCxnSpPr>
                <a:cxnSpLocks/>
                <a:stCxn id="91" idx="3"/>
                <a:endCxn id="88"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9C0519E-92C3-4A8C-573A-B262A450EB37}"/>
                  </a:ext>
                </a:extLst>
              </p:cNvPr>
              <p:cNvCxnSpPr>
                <a:cxnSpLocks/>
                <a:stCxn id="91" idx="5"/>
                <a:endCxn id="109"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32294952-F788-1785-D639-06C67CACA0BC}"/>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29452853-C1F1-F7A6-CD62-3AEA0B4303CA}"/>
                  </a:ext>
                </a:extLst>
              </p:cNvPr>
              <p:cNvCxnSpPr>
                <a:cxnSpLocks/>
                <a:stCxn id="94" idx="3"/>
                <a:endCxn id="91"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8A650066-1079-577F-7FF2-C899B5FDCA77}"/>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00012E3B-B517-4423-923B-55A450F2238D}"/>
                  </a:ext>
                </a:extLst>
              </p:cNvPr>
              <p:cNvCxnSpPr>
                <a:cxnSpLocks/>
                <a:stCxn id="94" idx="5"/>
                <a:endCxn id="96"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CA76E04-07A5-B156-94DC-74A48027D15B}"/>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06" name="Isosceles Triangle 105">
                      <a:extLst>
                        <a:ext uri="{FF2B5EF4-FFF2-40B4-BE49-F238E27FC236}">
                          <a16:creationId xmlns:a16="http://schemas.microsoft.com/office/drawing/2014/main" id="{EA7575B6-C11A-FEDE-9BF7-E430A632C3FA}"/>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Oval 106">
                      <a:extLst>
                        <a:ext uri="{FF2B5EF4-FFF2-40B4-BE49-F238E27FC236}">
                          <a16:creationId xmlns:a16="http://schemas.microsoft.com/office/drawing/2014/main" id="{B5B31906-4043-60C7-8CAE-0A7056C306EC}"/>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08" name="Straight Connector 107">
                  <a:extLst>
                    <a:ext uri="{FF2B5EF4-FFF2-40B4-BE49-F238E27FC236}">
                      <a16:creationId xmlns:a16="http://schemas.microsoft.com/office/drawing/2014/main" id="{890D039C-6993-5181-D8E2-2420B4169B3F}"/>
                    </a:ext>
                  </a:extLst>
                </p:cNvPr>
                <p:cNvCxnSpPr>
                  <a:cxnSpLocks/>
                  <a:stCxn id="107" idx="0"/>
                  <a:endCxn id="106"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99" name="Straight Connector 98">
                <a:extLst>
                  <a:ext uri="{FF2B5EF4-FFF2-40B4-BE49-F238E27FC236}">
                    <a16:creationId xmlns:a16="http://schemas.microsoft.com/office/drawing/2014/main" id="{55460342-5A71-B8F1-4ACA-A4D631E992AA}"/>
                  </a:ext>
                </a:extLst>
              </p:cNvPr>
              <p:cNvCxnSpPr>
                <a:cxnSpLocks/>
                <a:stCxn id="106" idx="0"/>
                <a:endCxn id="96"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Isosceles Triangle 99">
                    <a:extLst>
                      <a:ext uri="{FF2B5EF4-FFF2-40B4-BE49-F238E27FC236}">
                        <a16:creationId xmlns:a16="http://schemas.microsoft.com/office/drawing/2014/main" id="{E65ECBA0-4D2A-3A53-BD5A-68B4C6422B8F}"/>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101" name="Straight Connector 100">
                <a:extLst>
                  <a:ext uri="{FF2B5EF4-FFF2-40B4-BE49-F238E27FC236}">
                    <a16:creationId xmlns:a16="http://schemas.microsoft.com/office/drawing/2014/main" id="{EC16B824-7021-FC59-BD46-98D39B15F90D}"/>
                  </a:ext>
                </a:extLst>
              </p:cNvPr>
              <p:cNvCxnSpPr>
                <a:cxnSpLocks/>
                <a:stCxn id="96" idx="5"/>
                <a:endCxn id="1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6FF3C4A-EE9E-D12C-F288-A7B693E40CE0}"/>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6EE5717-6E89-365D-F933-4155CECFC064}"/>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BBE717DF-AC8E-2FA0-11C3-C4FA8A0A8586}"/>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1A2891D7-8BA7-3928-9AAC-1B684FDFFA7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cxnSp>
          <p:nvCxnSpPr>
            <p:cNvPr id="87" name="Straight Connector 86">
              <a:extLst>
                <a:ext uri="{FF2B5EF4-FFF2-40B4-BE49-F238E27FC236}">
                  <a16:creationId xmlns:a16="http://schemas.microsoft.com/office/drawing/2014/main" id="{D020DD84-24D9-D5D8-BB92-A679EF86FAA6}"/>
                </a:ext>
              </a:extLst>
            </p:cNvPr>
            <p:cNvCxnSpPr>
              <a:cxnSpLocks/>
              <a:stCxn id="94" idx="0"/>
            </p:cNvCxnSpPr>
            <p:nvPr/>
          </p:nvCxnSpPr>
          <p:spPr>
            <a:xfrm flipV="1">
              <a:off x="10132756" y="3377681"/>
              <a:ext cx="0" cy="19403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48">
            <p14:nvContentPartPr>
              <p14:cNvPr id="23" name="Ink 22">
                <a:extLst>
                  <a:ext uri="{FF2B5EF4-FFF2-40B4-BE49-F238E27FC236}">
                    <a16:creationId xmlns:a16="http://schemas.microsoft.com/office/drawing/2014/main" id="{9116B84E-7CA5-DCDA-FE51-DD4CA0EC5159}"/>
                  </a:ext>
                </a:extLst>
              </p14:cNvPr>
              <p14:cNvContentPartPr/>
              <p14:nvPr/>
            </p14:nvContentPartPr>
            <p14:xfrm>
              <a:off x="7558560" y="428760"/>
              <a:ext cx="574920" cy="2501640"/>
            </p14:xfrm>
          </p:contentPart>
        </mc:Choice>
        <mc:Fallback>
          <p:pic>
            <p:nvPicPr>
              <p:cNvPr id="23" name="Ink 22">
                <a:extLst>
                  <a:ext uri="{FF2B5EF4-FFF2-40B4-BE49-F238E27FC236}">
                    <a16:creationId xmlns:a16="http://schemas.microsoft.com/office/drawing/2014/main" id="{9116B84E-7CA5-DCDA-FE51-DD4CA0EC5159}"/>
                  </a:ext>
                </a:extLst>
              </p:cNvPr>
              <p:cNvPicPr/>
              <p:nvPr/>
            </p:nvPicPr>
            <p:blipFill>
              <a:blip r:embed="rId49"/>
              <a:stretch>
                <a:fillRect/>
              </a:stretch>
            </p:blipFill>
            <p:spPr>
              <a:xfrm>
                <a:off x="7549200" y="419400"/>
                <a:ext cx="593640" cy="2520360"/>
              </a:xfrm>
              <a:prstGeom prst="rect">
                <a:avLst/>
              </a:prstGeom>
            </p:spPr>
          </p:pic>
        </mc:Fallback>
      </mc:AlternateContent>
    </p:spTree>
    <p:extLst>
      <p:ext uri="{BB962C8B-B14F-4D97-AF65-F5344CB8AC3E}">
        <p14:creationId xmlns:p14="http://schemas.microsoft.com/office/powerpoint/2010/main" val="210701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RL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356289"/>
                <a:ext cx="10515600" cy="4820674"/>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right child’s left subtree</a:t>
                </a:r>
              </a:p>
              <a:p>
                <a:r>
                  <a:rPr lang="en-US" dirty="0"/>
                  <a:t>Rotate right at the right child</a:t>
                </a:r>
              </a:p>
              <a:p>
                <a:r>
                  <a:rPr lang="en-US" dirty="0"/>
                  <a:t>Rotate left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356289"/>
                <a:ext cx="10515600" cy="4820674"/>
              </a:xfrm>
              <a:blipFill>
                <a:blip r:embed="rId2"/>
                <a:stretch>
                  <a:fillRect l="-1043" t="-2023"/>
                </a:stretch>
              </a:blipFill>
            </p:spPr>
            <p:txBody>
              <a:bodyPr/>
              <a:lstStyle/>
              <a:p>
                <a:r>
                  <a:rPr lang="en-US">
                    <a:noFill/>
                  </a:rPr>
                  <a:t> </a:t>
                </a:r>
              </a:p>
            </p:txBody>
          </p:sp>
        </mc:Fallback>
      </mc:AlternateContent>
      <p:grpSp>
        <p:nvGrpSpPr>
          <p:cNvPr id="5" name="Group 4"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090366A7-EEC1-8CE3-E011-0F032C1A9295}"/>
              </a:ext>
            </a:extLst>
          </p:cNvPr>
          <p:cNvGrpSpPr/>
          <p:nvPr/>
        </p:nvGrpSpPr>
        <p:grpSpPr>
          <a:xfrm>
            <a:off x="102706" y="3429000"/>
            <a:ext cx="3693255" cy="3419656"/>
            <a:chOff x="102706" y="3429000"/>
            <a:chExt cx="3693255" cy="3419656"/>
          </a:xfrm>
        </p:grpSpPr>
        <p:grpSp>
          <p:nvGrpSpPr>
            <p:cNvPr id="20" name="Group 19">
              <a:extLst>
                <a:ext uri="{FF2B5EF4-FFF2-40B4-BE49-F238E27FC236}">
                  <a16:creationId xmlns:a16="http://schemas.microsoft.com/office/drawing/2014/main" id="{10C3AA56-9E9C-D85E-FA44-02B025396446}"/>
                </a:ext>
              </a:extLst>
            </p:cNvPr>
            <p:cNvGrpSpPr/>
            <p:nvPr/>
          </p:nvGrpSpPr>
          <p:grpSpPr>
            <a:xfrm>
              <a:off x="102706" y="3600025"/>
              <a:ext cx="3693255" cy="3248631"/>
              <a:chOff x="102706" y="3496659"/>
              <a:chExt cx="3693255" cy="3248631"/>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28" idx="3"/>
                <a:endCxn id="29"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3"/>
                <a:endCxn id="59"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1"/>
                <a:endCxn id="28"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30"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24A82B2C-31F2-F9B1-AB5B-A141AF270129}"/>
                </a:ext>
              </a:extLst>
            </p:cNvPr>
            <p:cNvCxnSpPr>
              <a:cxnSpLocks/>
              <a:stCxn id="28" idx="0"/>
            </p:cNvCxnSpPr>
            <p:nvPr/>
          </p:nvCxnSpPr>
          <p:spPr>
            <a:xfrm flipV="1">
              <a:off x="1757076" y="3429000"/>
              <a:ext cx="0" cy="17102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p:nvPr/>
            </p:nvSpPr>
            <p:spPr>
              <a:xfrm>
                <a:off x="3025687" y="3847041"/>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xmlns="">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025687" y="3847041"/>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6" name="Group 5"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DD1980B5-2F50-4046-7CAB-C2E6500E3C87}"/>
              </a:ext>
            </a:extLst>
          </p:cNvPr>
          <p:cNvGrpSpPr/>
          <p:nvPr/>
        </p:nvGrpSpPr>
        <p:grpSpPr>
          <a:xfrm>
            <a:off x="4114944" y="3514512"/>
            <a:ext cx="3755568" cy="3312333"/>
            <a:chOff x="4114944" y="3514512"/>
            <a:chExt cx="3755568" cy="3312333"/>
          </a:xfrm>
        </p:grpSpPr>
        <p:grpSp>
          <p:nvGrpSpPr>
            <p:cNvPr id="75" name="Group 74">
              <a:extLst>
                <a:ext uri="{FF2B5EF4-FFF2-40B4-BE49-F238E27FC236}">
                  <a16:creationId xmlns:a16="http://schemas.microsoft.com/office/drawing/2014/main" id="{A77DECA6-C80C-5701-7DE1-06AC88937B23}"/>
                </a:ext>
              </a:extLst>
            </p:cNvPr>
            <p:cNvGrpSpPr/>
            <p:nvPr/>
          </p:nvGrpSpPr>
          <p:grpSpPr>
            <a:xfrm>
              <a:off x="4114944" y="3686369"/>
              <a:ext cx="3755568" cy="3140476"/>
              <a:chOff x="4183702" y="3614836"/>
              <a:chExt cx="3755568" cy="3140476"/>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5"/>
                <a:endCxn id="15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1"/>
                <a:endCxn id="135"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5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4571264" y="3671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4571264" y="3671644"/>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5AD35802-B314-EB92-AE84-8AE7647C1D0C}"/>
                  </a:ext>
                </a:extLst>
              </p:cNvPr>
              <p:cNvCxnSpPr>
                <a:cxnSpLocks/>
                <a:stCxn id="159" idx="3"/>
                <a:endCxn id="150"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CBED269-3ABC-4229-FFCC-10436A813B7C}"/>
                  </a:ext>
                </a:extLst>
              </p:cNvPr>
              <p:cNvCxnSpPr>
                <a:cxnSpLocks/>
                <a:stCxn id="137" idx="3"/>
                <a:endCxn id="138"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AE3F03-F6A8-38DC-86AA-AF599D392549}"/>
                  </a:ext>
                </a:extLst>
              </p:cNvPr>
              <p:cNvCxnSpPr>
                <a:cxnSpLocks/>
                <a:stCxn id="136" idx="0"/>
                <a:endCxn id="135"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F6FF1BE1-8015-2836-AE43-B34007ABB499}"/>
                </a:ext>
              </a:extLst>
            </p:cNvPr>
            <p:cNvCxnSpPr>
              <a:cxnSpLocks/>
              <a:stCxn id="135" idx="0"/>
            </p:cNvCxnSpPr>
            <p:nvPr/>
          </p:nvCxnSpPr>
          <p:spPr>
            <a:xfrm flipV="1">
              <a:off x="5437358" y="3514512"/>
              <a:ext cx="0" cy="17185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p:nvPr/>
            </p:nvSpPr>
            <p:spPr>
              <a:xfrm>
                <a:off x="7072247" y="3854356"/>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072247" y="3854356"/>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8" name="Group 7"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FCE21FD6-BAF8-8CED-A54B-2255112879CE}"/>
              </a:ext>
            </a:extLst>
          </p:cNvPr>
          <p:cNvGrpSpPr/>
          <p:nvPr/>
        </p:nvGrpSpPr>
        <p:grpSpPr>
          <a:xfrm>
            <a:off x="8270097" y="3429000"/>
            <a:ext cx="3918102" cy="2887704"/>
            <a:chOff x="8270097" y="3429000"/>
            <a:chExt cx="3918102" cy="2887704"/>
          </a:xfrm>
        </p:grpSpPr>
        <p:grpSp>
          <p:nvGrpSpPr>
            <p:cNvPr id="213" name="Group 212">
              <a:extLst>
                <a:ext uri="{FF2B5EF4-FFF2-40B4-BE49-F238E27FC236}">
                  <a16:creationId xmlns:a16="http://schemas.microsoft.com/office/drawing/2014/main" id="{E5E38041-E10B-4A4D-A3C2-68BEEB799918}"/>
                </a:ext>
              </a:extLst>
            </p:cNvPr>
            <p:cNvGrpSpPr/>
            <p:nvPr/>
          </p:nvGrpSpPr>
          <p:grpSpPr>
            <a:xfrm>
              <a:off x="8270097" y="3545101"/>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cxnSp>
          <p:nvCxnSpPr>
            <p:cNvPr id="10" name="Straight Connector 9">
              <a:extLst>
                <a:ext uri="{FF2B5EF4-FFF2-40B4-BE49-F238E27FC236}">
                  <a16:creationId xmlns:a16="http://schemas.microsoft.com/office/drawing/2014/main" id="{99F6770C-C368-AA44-F3FE-C8097FB9632D}"/>
                </a:ext>
              </a:extLst>
            </p:cNvPr>
            <p:cNvCxnSpPr>
              <a:cxnSpLocks/>
              <a:stCxn id="179" idx="0"/>
            </p:cNvCxnSpPr>
            <p:nvPr/>
          </p:nvCxnSpPr>
          <p:spPr>
            <a:xfrm flipH="1" flipV="1">
              <a:off x="10132755" y="3429000"/>
              <a:ext cx="1" cy="1814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2093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625F-5E4A-E9A5-E440-8A53DB1FE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A6232-9D57-3C5D-4659-1C60915AE16E}"/>
              </a:ext>
            </a:extLst>
          </p:cNvPr>
          <p:cNvSpPr>
            <a:spLocks noGrp="1"/>
          </p:cNvSpPr>
          <p:nvPr>
            <p:ph type="title"/>
          </p:nvPr>
        </p:nvSpPr>
        <p:spPr/>
        <p:txBody>
          <a:bodyPr/>
          <a:lstStyle/>
          <a:p>
            <a:r>
              <a:rPr lang="en-US" dirty="0"/>
              <a:t>Case RL Implementation</a:t>
            </a:r>
          </a:p>
        </p:txBody>
      </p:sp>
      <p:sp>
        <p:nvSpPr>
          <p:cNvPr id="8" name="Content Placeholder 2">
            <a:extLst>
              <a:ext uri="{FF2B5EF4-FFF2-40B4-BE49-F238E27FC236}">
                <a16:creationId xmlns:a16="http://schemas.microsoft.com/office/drawing/2014/main" id="{E1860EAD-A8F2-0086-304C-7D0F9A886A19}"/>
              </a:ext>
            </a:extLst>
          </p:cNvPr>
          <p:cNvSpPr>
            <a:spLocks noGrp="1"/>
          </p:cNvSpPr>
          <p:nvPr>
            <p:ph idx="1"/>
          </p:nvPr>
        </p:nvSpPr>
        <p:spPr>
          <a:xfrm>
            <a:off x="7934949" y="529061"/>
            <a:ext cx="2460916" cy="2489803"/>
          </a:xfrm>
        </p:spPr>
        <p:txBody>
          <a:bodyPr>
            <a:normAutofit fontScale="92500" lnSpcReduction="10000"/>
          </a:bodyPr>
          <a:lstStyle/>
          <a:p>
            <a:pPr marL="0" indent="0">
              <a:buNone/>
            </a:pPr>
            <a:r>
              <a:rPr lang="en-US" sz="2000" dirty="0">
                <a:latin typeface="Consolas" panose="020B0609020204030204" pitchFamily="49" charset="0"/>
              </a:rPr>
              <a:t>b=</a:t>
            </a:r>
            <a:r>
              <a:rPr lang="en-US" sz="2000" dirty="0" err="1">
                <a:latin typeface="Consolas" panose="020B0609020204030204" pitchFamily="49" charset="0"/>
              </a:rPr>
              <a:t>a.right</a:t>
            </a:r>
            <a:endParaRPr lang="en-US" sz="2000" dirty="0">
              <a:latin typeface="Consolas" panose="020B0609020204030204" pitchFamily="49" charset="0"/>
            </a:endParaRPr>
          </a:p>
          <a:p>
            <a:pPr marL="0" indent="0">
              <a:buNone/>
            </a:pPr>
            <a:r>
              <a:rPr lang="en-US" sz="2000" dirty="0">
                <a:latin typeface="Consolas" panose="020B0609020204030204" pitchFamily="49" charset="0"/>
              </a:rPr>
              <a:t>c=</a:t>
            </a:r>
            <a:r>
              <a:rPr lang="en-US" sz="2000" dirty="0" err="1">
                <a:latin typeface="Consolas" panose="020B0609020204030204" pitchFamily="49" charset="0"/>
              </a:rPr>
              <a:t>b.left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b.left</a:t>
            </a:r>
            <a:r>
              <a:rPr lang="en-US" sz="2000" dirty="0">
                <a:latin typeface="Consolas" panose="020B0609020204030204" pitchFamily="49" charset="0"/>
              </a:rPr>
              <a:t>=</a:t>
            </a:r>
            <a:r>
              <a:rPr lang="en-US" sz="2000" dirty="0" err="1">
                <a:latin typeface="Consolas" panose="020B0609020204030204" pitchFamily="49" charset="0"/>
              </a:rPr>
              <a:t>c.right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a.right</a:t>
            </a:r>
            <a:r>
              <a:rPr lang="en-US" sz="2000" dirty="0">
                <a:latin typeface="Consolas" panose="020B0609020204030204" pitchFamily="49" charset="0"/>
              </a:rPr>
              <a:t>=</a:t>
            </a:r>
            <a:r>
              <a:rPr lang="en-US" sz="2000" dirty="0" err="1">
                <a:latin typeface="Consolas" panose="020B0609020204030204" pitchFamily="49" charset="0"/>
              </a:rPr>
              <a:t>c.left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c.left</a:t>
            </a:r>
            <a:r>
              <a:rPr lang="en-US" sz="2000" dirty="0">
                <a:latin typeface="Consolas" panose="020B0609020204030204" pitchFamily="49" charset="0"/>
              </a:rPr>
              <a:t>=a</a:t>
            </a:r>
          </a:p>
          <a:p>
            <a:pPr marL="0" indent="0">
              <a:buNone/>
            </a:pPr>
            <a:r>
              <a:rPr lang="en-US" sz="2000" dirty="0" err="1">
                <a:latin typeface="Consolas" panose="020B0609020204030204" pitchFamily="49" charset="0"/>
              </a:rPr>
              <a:t>c.right</a:t>
            </a:r>
            <a:r>
              <a:rPr lang="en-US" sz="2000" dirty="0">
                <a:latin typeface="Consolas" panose="020B0609020204030204" pitchFamily="49" charset="0"/>
              </a:rPr>
              <a:t>=b</a:t>
            </a:r>
          </a:p>
          <a:p>
            <a:pPr marL="0" indent="0">
              <a:buNone/>
            </a:pPr>
            <a:r>
              <a:rPr lang="en-US" sz="2000" dirty="0">
                <a:latin typeface="Consolas" panose="020B0609020204030204" pitchFamily="49" charset="0"/>
              </a:rPr>
              <a:t>return c</a:t>
            </a:r>
          </a:p>
        </p:txBody>
      </p:sp>
      <p:grpSp>
        <p:nvGrpSpPr>
          <p:cNvPr id="6" name="Group 5"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BB5FA94F-2CC0-1269-CFD1-0C6701C02C55}"/>
              </a:ext>
            </a:extLst>
          </p:cNvPr>
          <p:cNvGrpSpPr/>
          <p:nvPr/>
        </p:nvGrpSpPr>
        <p:grpSpPr>
          <a:xfrm>
            <a:off x="102706" y="3429000"/>
            <a:ext cx="3693255" cy="3419656"/>
            <a:chOff x="102706" y="3429000"/>
            <a:chExt cx="3693255" cy="3419656"/>
          </a:xfrm>
        </p:grpSpPr>
        <p:grpSp>
          <p:nvGrpSpPr>
            <p:cNvPr id="9" name="Group 8">
              <a:extLst>
                <a:ext uri="{FF2B5EF4-FFF2-40B4-BE49-F238E27FC236}">
                  <a16:creationId xmlns:a16="http://schemas.microsoft.com/office/drawing/2014/main" id="{39BE78FA-F80D-A688-6EFE-EB07B66B23D9}"/>
                </a:ext>
              </a:extLst>
            </p:cNvPr>
            <p:cNvGrpSpPr/>
            <p:nvPr/>
          </p:nvGrpSpPr>
          <p:grpSpPr>
            <a:xfrm>
              <a:off x="102706" y="3600025"/>
              <a:ext cx="3693255" cy="3248631"/>
              <a:chOff x="102706" y="3496659"/>
              <a:chExt cx="3693255" cy="3248631"/>
            </a:xfrm>
          </p:grpSpPr>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27DDE3D2-4258-9B78-7D75-E5599B28E1BA}"/>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Isosceles Triangle 13">
                    <a:extLst>
                      <a:ext uri="{FF2B5EF4-FFF2-40B4-BE49-F238E27FC236}">
                        <a16:creationId xmlns:a16="http://schemas.microsoft.com/office/drawing/2014/main" id="{5B2548A9-C2F8-777C-5842-7327585936B2}"/>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3E8AEFFC-12AF-15B0-9237-C246A2F9664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Isosceles Triangle 15">
                    <a:extLst>
                      <a:ext uri="{FF2B5EF4-FFF2-40B4-BE49-F238E27FC236}">
                        <a16:creationId xmlns:a16="http://schemas.microsoft.com/office/drawing/2014/main" id="{2670B732-FF52-6F0D-C2A2-BBEA06A557E3}"/>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Isosceles Triangle 16">
                    <a:extLst>
                      <a:ext uri="{FF2B5EF4-FFF2-40B4-BE49-F238E27FC236}">
                        <a16:creationId xmlns:a16="http://schemas.microsoft.com/office/drawing/2014/main" id="{CE049144-C8F2-EACE-56A7-0DD4865B9BD2}"/>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8C3092DE-5487-2CC7-E2A1-A79E38EE3DC8}"/>
                  </a:ext>
                </a:extLst>
              </p:cNvPr>
              <p:cNvCxnSpPr>
                <a:cxnSpLocks/>
                <a:stCxn id="12" idx="3"/>
                <a:endCxn id="14"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9481502-EE7F-283A-20D9-F33A8C092AA2}"/>
                  </a:ext>
                </a:extLst>
              </p:cNvPr>
              <p:cNvCxnSpPr>
                <a:cxnSpLocks/>
                <a:stCxn id="15" idx="3"/>
                <a:endCxn id="42"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6AC9763-5002-5C52-106A-346D027C8396}"/>
                  </a:ext>
                </a:extLst>
              </p:cNvPr>
              <p:cNvCxnSpPr>
                <a:cxnSpLocks/>
                <a:stCxn id="15" idx="1"/>
                <a:endCxn id="12"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8DEFC15-2756-BFFF-CE1C-FB69943555C4}"/>
                  </a:ext>
                </a:extLst>
              </p:cNvPr>
              <p:cNvCxnSpPr>
                <a:cxnSpLocks/>
                <a:stCxn id="17" idx="0"/>
                <a:endCxn id="15"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5703514-9368-6575-016E-6DB77389C657}"/>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A6F724B-01FE-AE69-5F2D-504031488C86}"/>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EED08-F7EA-5E17-375E-B514A97C095B}"/>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604535B-B936-41E4-1933-B1B59259F74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5A6DC1B-DBC9-712D-9429-7F840FC8ADD5}"/>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val 41">
                    <a:extLst>
                      <a:ext uri="{FF2B5EF4-FFF2-40B4-BE49-F238E27FC236}">
                        <a16:creationId xmlns:a16="http://schemas.microsoft.com/office/drawing/2014/main" id="{84CE4032-F121-F7BF-3D0E-3EC89AA56125}"/>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Isosceles Triangle 42">
                    <a:extLst>
                      <a:ext uri="{FF2B5EF4-FFF2-40B4-BE49-F238E27FC236}">
                        <a16:creationId xmlns:a16="http://schemas.microsoft.com/office/drawing/2014/main" id="{1C7281E3-7A93-4281-9164-656F0D37481F}"/>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E25DE91E-D02E-6A67-0EB9-FD55E9BA940D}"/>
                  </a:ext>
                </a:extLst>
              </p:cNvPr>
              <p:cNvCxnSpPr>
                <a:cxnSpLocks/>
                <a:stCxn id="42" idx="3"/>
                <a:endCxn id="16"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AFA3E58-06F4-1542-4F10-0417977CD680}"/>
                  </a:ext>
                </a:extLst>
              </p:cNvPr>
              <p:cNvCxnSpPr>
                <a:cxnSpLocks/>
                <a:stCxn id="42" idx="5"/>
                <a:endCxn id="4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4BEA9641-B439-6EFA-0ACD-8B9764EBF503}"/>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72DDDA97-C861-317F-C89F-6A8CCACE797F}"/>
                  </a:ext>
                </a:extLst>
              </p:cNvPr>
              <p:cNvCxnSpPr>
                <a:cxnSpLocks/>
                <a:stCxn id="46" idx="0"/>
                <a:endCxn id="16"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CD5DFD28-B993-BB03-197B-1B143AD2950A}"/>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D3565928-1D26-B7A7-D800-1B61A384A464}"/>
                  </a:ext>
                </a:extLst>
              </p:cNvPr>
              <p:cNvCxnSpPr>
                <a:cxnSpLocks/>
                <a:stCxn id="48" idx="0"/>
                <a:endCxn id="4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E105E93B-42EE-AD8A-988C-6C0F0D34A7F7}"/>
                </a:ext>
              </a:extLst>
            </p:cNvPr>
            <p:cNvCxnSpPr>
              <a:cxnSpLocks/>
              <a:stCxn id="12" idx="0"/>
            </p:cNvCxnSpPr>
            <p:nvPr/>
          </p:nvCxnSpPr>
          <p:spPr>
            <a:xfrm flipV="1">
              <a:off x="1757076" y="3429000"/>
              <a:ext cx="0" cy="17102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Arrow: Right 2"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D7A589BF-29A9-2893-87AB-8FE0D73A7996}"/>
                  </a:ext>
                </a:extLst>
              </p:cNvPr>
              <p:cNvSpPr/>
              <p:nvPr/>
            </p:nvSpPr>
            <p:spPr>
              <a:xfrm>
                <a:off x="3025687" y="3847041"/>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xmlns="">
          <p:sp>
            <p:nvSpPr>
              <p:cNvPr id="3" name="Arrow: Right 2"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D7A589BF-29A9-2893-87AB-8FE0D73A7996}"/>
                  </a:ext>
                </a:extLst>
              </p:cNvPr>
              <p:cNvSpPr>
                <a:spLocks noRot="1" noChangeAspect="1" noMove="1" noResize="1" noEditPoints="1" noAdjustHandles="1" noChangeArrowheads="1" noChangeShapeType="1" noTextEdit="1"/>
              </p:cNvSpPr>
              <p:nvPr/>
            </p:nvSpPr>
            <p:spPr>
              <a:xfrm>
                <a:off x="3025687" y="3847041"/>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50" name="Group 49"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DC589154-2163-C04D-CF11-5B75294B2A46}"/>
              </a:ext>
            </a:extLst>
          </p:cNvPr>
          <p:cNvGrpSpPr/>
          <p:nvPr/>
        </p:nvGrpSpPr>
        <p:grpSpPr>
          <a:xfrm>
            <a:off x="4114944" y="3514512"/>
            <a:ext cx="3755568" cy="3312333"/>
            <a:chOff x="4114944" y="3514512"/>
            <a:chExt cx="3755568" cy="3312333"/>
          </a:xfrm>
        </p:grpSpPr>
        <p:grpSp>
          <p:nvGrpSpPr>
            <p:cNvPr id="52" name="Group 51">
              <a:extLst>
                <a:ext uri="{FF2B5EF4-FFF2-40B4-BE49-F238E27FC236}">
                  <a16:creationId xmlns:a16="http://schemas.microsoft.com/office/drawing/2014/main" id="{B75CDE62-340B-053F-5E74-5CA1BCF7393D}"/>
                </a:ext>
              </a:extLst>
            </p:cNvPr>
            <p:cNvGrpSpPr/>
            <p:nvPr/>
          </p:nvGrpSpPr>
          <p:grpSpPr>
            <a:xfrm>
              <a:off x="4114944" y="3686369"/>
              <a:ext cx="3755568" cy="3140476"/>
              <a:chOff x="4183702" y="3614836"/>
              <a:chExt cx="3755568" cy="3140476"/>
            </a:xfrm>
          </p:grpSpPr>
          <mc:AlternateContent xmlns:mc="http://schemas.openxmlformats.org/markup-compatibility/2006" xmlns:a14="http://schemas.microsoft.com/office/drawing/2010/main">
            <mc:Choice Requires="a14">
              <p:sp>
                <p:nvSpPr>
                  <p:cNvPr id="54" name="Oval 53">
                    <a:extLst>
                      <a:ext uri="{FF2B5EF4-FFF2-40B4-BE49-F238E27FC236}">
                        <a16:creationId xmlns:a16="http://schemas.microsoft.com/office/drawing/2014/main" id="{1B5F262E-3224-ACFB-0729-8101FA0CB6EB}"/>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Isosceles Triangle 54">
                    <a:extLst>
                      <a:ext uri="{FF2B5EF4-FFF2-40B4-BE49-F238E27FC236}">
                        <a16:creationId xmlns:a16="http://schemas.microsoft.com/office/drawing/2014/main" id="{B4E17877-8BB2-1C2C-66AE-31F88B184B17}"/>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51E9BAE0-55AB-B20C-9644-53B42EDB50FE}"/>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Isosceles Triangle 57">
                    <a:extLst>
                      <a:ext uri="{FF2B5EF4-FFF2-40B4-BE49-F238E27FC236}">
                        <a16:creationId xmlns:a16="http://schemas.microsoft.com/office/drawing/2014/main" id="{7AE4E4A4-3919-9DBA-D0BE-3560BD8125F0}"/>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136148D-4B0A-6C03-A763-3B65BB3BB059}"/>
                  </a:ext>
                </a:extLst>
              </p:cNvPr>
              <p:cNvCxnSpPr>
                <a:cxnSpLocks/>
                <a:stCxn id="56" idx="5"/>
                <a:endCxn id="7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3F39286-894F-065A-AA70-B648DC792184}"/>
                  </a:ext>
                </a:extLst>
              </p:cNvPr>
              <p:cNvCxnSpPr>
                <a:cxnSpLocks/>
                <a:stCxn id="56" idx="1"/>
                <a:endCxn id="54"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1C1F84C-CBA5-2074-CD22-3D7D7A2AA4A0}"/>
                  </a:ext>
                </a:extLst>
              </p:cNvPr>
              <p:cNvCxnSpPr>
                <a:cxnSpLocks/>
                <a:stCxn id="58" idx="0"/>
                <a:endCxn id="7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60BC175-DD5E-3E90-0D3C-DCC1C8F1AAF9}"/>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BE11F07-5994-1AE1-1694-CD8FCE5917FE}"/>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C772870-F959-FA81-F882-34CD9024E2F4}"/>
                      </a:ext>
                    </a:extLst>
                  </p:cNvPr>
                  <p:cNvSpPr txBox="1"/>
                  <p:nvPr/>
                </p:nvSpPr>
                <p:spPr>
                  <a:xfrm>
                    <a:off x="4571264" y="3671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4571264" y="3671644"/>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5EC4028-9761-5201-38B1-86F206851248}"/>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74" name="Group 73">
                <a:extLst>
                  <a:ext uri="{FF2B5EF4-FFF2-40B4-BE49-F238E27FC236}">
                    <a16:creationId xmlns:a16="http://schemas.microsoft.com/office/drawing/2014/main" id="{A4411914-464C-61C9-AAF7-6B611EF860C9}"/>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87" name="Isosceles Triangle 86">
                      <a:extLst>
                        <a:ext uri="{FF2B5EF4-FFF2-40B4-BE49-F238E27FC236}">
                          <a16:creationId xmlns:a16="http://schemas.microsoft.com/office/drawing/2014/main" id="{E844BF3E-EF76-92D1-8CB2-74308A80DC4F}"/>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Oval 87">
                      <a:extLst>
                        <a:ext uri="{FF2B5EF4-FFF2-40B4-BE49-F238E27FC236}">
                          <a16:creationId xmlns:a16="http://schemas.microsoft.com/office/drawing/2014/main" id="{2A25A8FA-E44D-EFFA-7437-C6EE9E964F8D}"/>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9" name="Straight Connector 88">
                  <a:extLst>
                    <a:ext uri="{FF2B5EF4-FFF2-40B4-BE49-F238E27FC236}">
                      <a16:creationId xmlns:a16="http://schemas.microsoft.com/office/drawing/2014/main" id="{F49F0688-2DD7-0B08-A0C3-63DDDCFFD3ED}"/>
                    </a:ext>
                  </a:extLst>
                </p:cNvPr>
                <p:cNvCxnSpPr>
                  <a:cxnSpLocks/>
                  <a:stCxn id="88" idx="0"/>
                  <a:endCxn id="87"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AC6B7427-ADB8-D3F6-3449-10FC6E356468}"/>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84" name="Isosceles Triangle 83">
                      <a:extLst>
                        <a:ext uri="{FF2B5EF4-FFF2-40B4-BE49-F238E27FC236}">
                          <a16:creationId xmlns:a16="http://schemas.microsoft.com/office/drawing/2014/main" id="{ACA503C0-B741-3C32-E7E9-A96475D53CF2}"/>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Oval 84">
                      <a:extLst>
                        <a:ext uri="{FF2B5EF4-FFF2-40B4-BE49-F238E27FC236}">
                          <a16:creationId xmlns:a16="http://schemas.microsoft.com/office/drawing/2014/main" id="{86621567-94A6-C0AC-B318-CE3563F8A89E}"/>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6" name="Straight Connector 85">
                  <a:extLst>
                    <a:ext uri="{FF2B5EF4-FFF2-40B4-BE49-F238E27FC236}">
                      <a16:creationId xmlns:a16="http://schemas.microsoft.com/office/drawing/2014/main" id="{B33BB763-805B-B060-A5F7-248D2FD473EE}"/>
                    </a:ext>
                  </a:extLst>
                </p:cNvPr>
                <p:cNvCxnSpPr>
                  <a:cxnSpLocks/>
                  <a:stCxn id="85" idx="0"/>
                  <a:endCxn id="84"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9" name="Oval 78">
                    <a:extLst>
                      <a:ext uri="{FF2B5EF4-FFF2-40B4-BE49-F238E27FC236}">
                        <a16:creationId xmlns:a16="http://schemas.microsoft.com/office/drawing/2014/main" id="{B3E04C6E-EE69-75BC-B932-292718A83BC8}"/>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D4C26FA-4ABF-D4CE-E9A8-4A9BC325EC5F}"/>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AE5A39C0-A507-0A74-BF4C-35F6DCCDB517}"/>
                  </a:ext>
                </a:extLst>
              </p:cNvPr>
              <p:cNvCxnSpPr>
                <a:cxnSpLocks/>
                <a:stCxn id="79" idx="3"/>
                <a:endCxn id="84"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6AD1784-D9C6-389D-5A35-7E814C1A15D1}"/>
                  </a:ext>
                </a:extLst>
              </p:cNvPr>
              <p:cNvCxnSpPr>
                <a:cxnSpLocks/>
                <a:stCxn id="56" idx="3"/>
                <a:endCxn id="87"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E7E5BD-8345-AD3F-EBB2-EDEC28DDE134}"/>
                  </a:ext>
                </a:extLst>
              </p:cNvPr>
              <p:cNvCxnSpPr>
                <a:cxnSpLocks/>
                <a:stCxn id="55" idx="0"/>
                <a:endCxn id="54"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Straight Connector 52">
              <a:extLst>
                <a:ext uri="{FF2B5EF4-FFF2-40B4-BE49-F238E27FC236}">
                  <a16:creationId xmlns:a16="http://schemas.microsoft.com/office/drawing/2014/main" id="{CA9F84BF-8364-DBE1-43E0-93FCE570C201}"/>
                </a:ext>
              </a:extLst>
            </p:cNvPr>
            <p:cNvCxnSpPr>
              <a:cxnSpLocks/>
              <a:stCxn id="54" idx="0"/>
            </p:cNvCxnSpPr>
            <p:nvPr/>
          </p:nvCxnSpPr>
          <p:spPr>
            <a:xfrm flipV="1">
              <a:off x="5437358" y="3514512"/>
              <a:ext cx="0" cy="17185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 name="Arrow: Right 4" descr="Finally we do a left rotation at the problem node a.">
                <a:extLst>
                  <a:ext uri="{FF2B5EF4-FFF2-40B4-BE49-F238E27FC236}">
                    <a16:creationId xmlns:a16="http://schemas.microsoft.com/office/drawing/2014/main" id="{788FB1E7-BDB2-1BF7-67C4-073B5E8A7BFF}"/>
                  </a:ext>
                </a:extLst>
              </p:cNvPr>
              <p:cNvSpPr/>
              <p:nvPr/>
            </p:nvSpPr>
            <p:spPr>
              <a:xfrm>
                <a:off x="7072247" y="3854356"/>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xmlns="">
          <p:sp>
            <p:nvSpPr>
              <p:cNvPr id="5" name="Arrow: Right 4" descr="Finally we do a left rotation at the problem node a.">
                <a:extLst>
                  <a:ext uri="{FF2B5EF4-FFF2-40B4-BE49-F238E27FC236}">
                    <a16:creationId xmlns:a16="http://schemas.microsoft.com/office/drawing/2014/main" id="{788FB1E7-BDB2-1BF7-67C4-073B5E8A7BFF}"/>
                  </a:ext>
                </a:extLst>
              </p:cNvPr>
              <p:cNvSpPr>
                <a:spLocks noRot="1" noChangeAspect="1" noMove="1" noResize="1" noEditPoints="1" noAdjustHandles="1" noChangeArrowheads="1" noChangeShapeType="1" noTextEdit="1"/>
              </p:cNvSpPr>
              <p:nvPr/>
            </p:nvSpPr>
            <p:spPr>
              <a:xfrm>
                <a:off x="7072247" y="3854356"/>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90" name="Group 89"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AE4EE582-988A-E6B2-76AC-37BDA5D5DC3C}"/>
              </a:ext>
            </a:extLst>
          </p:cNvPr>
          <p:cNvGrpSpPr/>
          <p:nvPr/>
        </p:nvGrpSpPr>
        <p:grpSpPr>
          <a:xfrm>
            <a:off x="8270097" y="3429000"/>
            <a:ext cx="3918102" cy="2887704"/>
            <a:chOff x="8270097" y="3429000"/>
            <a:chExt cx="3918102" cy="2887704"/>
          </a:xfrm>
        </p:grpSpPr>
        <p:grpSp>
          <p:nvGrpSpPr>
            <p:cNvPr id="91" name="Group 90">
              <a:extLst>
                <a:ext uri="{FF2B5EF4-FFF2-40B4-BE49-F238E27FC236}">
                  <a16:creationId xmlns:a16="http://schemas.microsoft.com/office/drawing/2014/main" id="{FBC0632A-495B-846E-DC36-CC5704205209}"/>
                </a:ext>
              </a:extLst>
            </p:cNvPr>
            <p:cNvGrpSpPr/>
            <p:nvPr/>
          </p:nvGrpSpPr>
          <p:grpSpPr>
            <a:xfrm>
              <a:off x="8270097" y="3545101"/>
              <a:ext cx="3918102" cy="2771603"/>
              <a:chOff x="8140409" y="588651"/>
              <a:chExt cx="3918102" cy="2771603"/>
            </a:xfrm>
          </p:grpSpPr>
          <mc:AlternateContent xmlns:mc="http://schemas.openxmlformats.org/markup-compatibility/2006" xmlns:a14="http://schemas.microsoft.com/office/drawing/2010/main">
            <mc:Choice Requires="a14">
              <p:sp>
                <p:nvSpPr>
                  <p:cNvPr id="93" name="Isosceles Triangle 92">
                    <a:extLst>
                      <a:ext uri="{FF2B5EF4-FFF2-40B4-BE49-F238E27FC236}">
                        <a16:creationId xmlns:a16="http://schemas.microsoft.com/office/drawing/2014/main" id="{DEF89B09-9584-257A-FF62-8BE1996BA09B}"/>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54E1F8B-BB07-4888-7681-20B5D91F60C7}"/>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95" name="Group 94">
                <a:extLst>
                  <a:ext uri="{FF2B5EF4-FFF2-40B4-BE49-F238E27FC236}">
                    <a16:creationId xmlns:a16="http://schemas.microsoft.com/office/drawing/2014/main" id="{6ACF52F2-8C25-D75F-61D8-ABB235E95DFB}"/>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14" name="Isosceles Triangle 113">
                      <a:extLst>
                        <a:ext uri="{FF2B5EF4-FFF2-40B4-BE49-F238E27FC236}">
                          <a16:creationId xmlns:a16="http://schemas.microsoft.com/office/drawing/2014/main" id="{E4AF8605-45EC-CA2B-2B82-4B0923B6A46D}"/>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val 114">
                      <a:extLst>
                        <a:ext uri="{FF2B5EF4-FFF2-40B4-BE49-F238E27FC236}">
                          <a16:creationId xmlns:a16="http://schemas.microsoft.com/office/drawing/2014/main" id="{B0AF6D1D-9B12-15AC-A64D-CFB37944325D}"/>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6" name="Straight Connector 115">
                  <a:extLst>
                    <a:ext uri="{FF2B5EF4-FFF2-40B4-BE49-F238E27FC236}">
                      <a16:creationId xmlns:a16="http://schemas.microsoft.com/office/drawing/2014/main" id="{38957B0E-D596-EE71-50D0-E33BF0D6E434}"/>
                    </a:ext>
                  </a:extLst>
                </p:cNvPr>
                <p:cNvCxnSpPr>
                  <a:cxnSpLocks/>
                  <a:stCxn id="115" idx="0"/>
                  <a:endCxn id="114"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B4876A4C-90C5-E590-1350-98F73798A9DD}"/>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B1E2BC44-5EC2-3171-E0C0-7C1B92CBCCCD}"/>
                  </a:ext>
                </a:extLst>
              </p:cNvPr>
              <p:cNvCxnSpPr>
                <a:cxnSpLocks/>
                <a:stCxn id="96" idx="3"/>
                <a:endCxn id="93"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C18C509-52D0-7257-9243-C9B5537A1993}"/>
                  </a:ext>
                </a:extLst>
              </p:cNvPr>
              <p:cNvCxnSpPr>
                <a:cxnSpLocks/>
                <a:stCxn id="96" idx="5"/>
                <a:endCxn id="114"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Oval 98">
                    <a:extLst>
                      <a:ext uri="{FF2B5EF4-FFF2-40B4-BE49-F238E27FC236}">
                        <a16:creationId xmlns:a16="http://schemas.microsoft.com/office/drawing/2014/main" id="{37203000-95B2-DEDA-D6C9-DB2E8A429973}"/>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00" name="Straight Connector 99">
                <a:extLst>
                  <a:ext uri="{FF2B5EF4-FFF2-40B4-BE49-F238E27FC236}">
                    <a16:creationId xmlns:a16="http://schemas.microsoft.com/office/drawing/2014/main" id="{11ACD6A3-CA9E-3FC3-8365-CC15905E64B4}"/>
                  </a:ext>
                </a:extLst>
              </p:cNvPr>
              <p:cNvCxnSpPr>
                <a:cxnSpLocks/>
                <a:stCxn id="99" idx="3"/>
                <a:endCxn id="9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Oval 100">
                    <a:extLst>
                      <a:ext uri="{FF2B5EF4-FFF2-40B4-BE49-F238E27FC236}">
                        <a16:creationId xmlns:a16="http://schemas.microsoft.com/office/drawing/2014/main" id="{D42F1A9B-69C0-5DBB-F678-7B2B8F7087C8}"/>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02" name="Straight Connector 101">
                <a:extLst>
                  <a:ext uri="{FF2B5EF4-FFF2-40B4-BE49-F238E27FC236}">
                    <a16:creationId xmlns:a16="http://schemas.microsoft.com/office/drawing/2014/main" id="{19660593-01B8-8C3D-D733-4C8BE91FA052}"/>
                  </a:ext>
                </a:extLst>
              </p:cNvPr>
              <p:cNvCxnSpPr>
                <a:cxnSpLocks/>
                <a:stCxn id="99" idx="5"/>
                <a:endCxn id="101"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DFEC5CEF-97E6-AA6B-201B-B70012441D52}"/>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11" name="Isosceles Triangle 110">
                      <a:extLst>
                        <a:ext uri="{FF2B5EF4-FFF2-40B4-BE49-F238E27FC236}">
                          <a16:creationId xmlns:a16="http://schemas.microsoft.com/office/drawing/2014/main" id="{A34982E7-6E44-295F-08E7-80EAC6A0591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Oval 111">
                      <a:extLst>
                        <a:ext uri="{FF2B5EF4-FFF2-40B4-BE49-F238E27FC236}">
                          <a16:creationId xmlns:a16="http://schemas.microsoft.com/office/drawing/2014/main" id="{6AB1B5AE-8719-086B-7890-871CEBEC9243}"/>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3" name="Straight Connector 112">
                  <a:extLst>
                    <a:ext uri="{FF2B5EF4-FFF2-40B4-BE49-F238E27FC236}">
                      <a16:creationId xmlns:a16="http://schemas.microsoft.com/office/drawing/2014/main" id="{18539B65-CC48-5247-0697-08CDF2904940}"/>
                    </a:ext>
                  </a:extLst>
                </p:cNvPr>
                <p:cNvCxnSpPr>
                  <a:cxnSpLocks/>
                  <a:stCxn id="112" idx="0"/>
                  <a:endCxn id="111"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04" name="Straight Connector 103">
                <a:extLst>
                  <a:ext uri="{FF2B5EF4-FFF2-40B4-BE49-F238E27FC236}">
                    <a16:creationId xmlns:a16="http://schemas.microsoft.com/office/drawing/2014/main" id="{1594A383-082B-F114-B2E0-92802DE902D3}"/>
                  </a:ext>
                </a:extLst>
              </p:cNvPr>
              <p:cNvCxnSpPr>
                <a:cxnSpLocks/>
                <a:stCxn id="111" idx="0"/>
                <a:endCxn id="101"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Isosceles Triangle 104">
                    <a:extLst>
                      <a:ext uri="{FF2B5EF4-FFF2-40B4-BE49-F238E27FC236}">
                        <a16:creationId xmlns:a16="http://schemas.microsoft.com/office/drawing/2014/main" id="{80B50FF7-DF1C-A4CC-1F81-4084B44AA07D}"/>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106" name="Straight Connector 105">
                <a:extLst>
                  <a:ext uri="{FF2B5EF4-FFF2-40B4-BE49-F238E27FC236}">
                    <a16:creationId xmlns:a16="http://schemas.microsoft.com/office/drawing/2014/main" id="{4649DF95-4336-9E19-4135-9621E762AF66}"/>
                  </a:ext>
                </a:extLst>
              </p:cNvPr>
              <p:cNvCxnSpPr>
                <a:cxnSpLocks/>
                <a:stCxn id="101" idx="5"/>
                <a:endCxn id="105"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BD4EF71D-56B7-A971-C29E-B646AE45F399}"/>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9C843007-CE37-D7C6-2376-4EEDA0F08199}"/>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445C8D3-EA60-1890-F756-95C7C40710C8}"/>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8916081-FE4D-59A0-83EA-A4320656351E}"/>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cxnSp>
          <p:nvCxnSpPr>
            <p:cNvPr id="92" name="Straight Connector 91">
              <a:extLst>
                <a:ext uri="{FF2B5EF4-FFF2-40B4-BE49-F238E27FC236}">
                  <a16:creationId xmlns:a16="http://schemas.microsoft.com/office/drawing/2014/main" id="{D5DEE04E-D2AC-869A-35E0-2BE7BA1623F8}"/>
                </a:ext>
              </a:extLst>
            </p:cNvPr>
            <p:cNvCxnSpPr>
              <a:cxnSpLocks/>
              <a:stCxn id="99" idx="0"/>
            </p:cNvCxnSpPr>
            <p:nvPr/>
          </p:nvCxnSpPr>
          <p:spPr>
            <a:xfrm flipH="1" flipV="1">
              <a:off x="10132755" y="3429000"/>
              <a:ext cx="1" cy="1814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7957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Insert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a:xfrm>
            <a:off x="838199" y="1825625"/>
            <a:ext cx="10905781" cy="4351338"/>
          </a:xfrm>
        </p:spPr>
        <p:txBody>
          <a:bodyPr>
            <a:normAutofit/>
          </a:bodyPr>
          <a:lstStyle/>
          <a:p>
            <a:r>
              <a:rPr lang="en-US" dirty="0"/>
              <a:t>After a BST insertion, update the heights of the node’s ancestors</a:t>
            </a:r>
          </a:p>
          <a:p>
            <a:r>
              <a:rPr lang="en-US" dirty="0"/>
              <a:t>From leaf to root, check if each node is balanced</a:t>
            </a:r>
          </a:p>
          <a:p>
            <a:r>
              <a:rPr lang="en-US" dirty="0"/>
              <a:t>If a node is unbalanced then at the deepest unbalanced node:</a:t>
            </a:r>
          </a:p>
          <a:p>
            <a:pPr lvl="1"/>
            <a:r>
              <a:rPr lang="en-US" dirty="0"/>
              <a:t>Case LL: If we inserted in the </a:t>
            </a:r>
            <a:r>
              <a:rPr lang="en-US" b="1" dirty="0"/>
              <a:t>left</a:t>
            </a:r>
            <a:r>
              <a:rPr lang="en-US" dirty="0"/>
              <a:t> subtree of the </a:t>
            </a:r>
            <a:r>
              <a:rPr lang="en-US" b="1" dirty="0"/>
              <a:t>left</a:t>
            </a:r>
            <a:r>
              <a:rPr lang="en-US" dirty="0"/>
              <a:t> child then: rotate right</a:t>
            </a:r>
          </a:p>
          <a:p>
            <a:pPr lvl="1"/>
            <a:r>
              <a:rPr lang="en-US" dirty="0"/>
              <a:t>Case RR: If we inserted in the </a:t>
            </a:r>
            <a:r>
              <a:rPr lang="en-US" b="1" dirty="0"/>
              <a:t>right</a:t>
            </a:r>
            <a:r>
              <a:rPr lang="en-US" dirty="0"/>
              <a:t> subtree of the </a:t>
            </a:r>
            <a:r>
              <a:rPr lang="en-US" b="1" dirty="0"/>
              <a:t>right</a:t>
            </a:r>
            <a:r>
              <a:rPr lang="en-US" dirty="0"/>
              <a:t> child then: rotate left</a:t>
            </a:r>
          </a:p>
          <a:p>
            <a:pPr lvl="1"/>
            <a:r>
              <a:rPr lang="en-US" dirty="0"/>
              <a:t>Case LR: If we inserted into the </a:t>
            </a:r>
            <a:r>
              <a:rPr lang="en-US" b="1" dirty="0"/>
              <a:t>right</a:t>
            </a:r>
            <a:r>
              <a:rPr lang="en-US" dirty="0"/>
              <a:t> subtree of the </a:t>
            </a:r>
            <a:r>
              <a:rPr lang="en-US" b="1" dirty="0"/>
              <a:t>left</a:t>
            </a:r>
            <a:r>
              <a:rPr lang="en-US" dirty="0"/>
              <a:t> child then: rotate left at the left child and then rotate right at the root</a:t>
            </a:r>
          </a:p>
          <a:p>
            <a:pPr lvl="1"/>
            <a:r>
              <a:rPr lang="en-US" dirty="0"/>
              <a:t>Case RL: If we inserted into the </a:t>
            </a:r>
            <a:r>
              <a:rPr lang="en-US" b="1" dirty="0"/>
              <a:t>left</a:t>
            </a:r>
            <a:r>
              <a:rPr lang="en-US" dirty="0"/>
              <a:t> subtree of the </a:t>
            </a:r>
            <a:r>
              <a:rPr lang="en-US" b="1" dirty="0"/>
              <a:t>right</a:t>
            </a:r>
            <a:r>
              <a:rPr lang="en-US" dirty="0"/>
              <a:t> child then: rotate right at the right child and then rotate left at the root</a:t>
            </a:r>
          </a:p>
          <a:p>
            <a:r>
              <a:rPr lang="en-US" dirty="0"/>
              <a:t>Done after either reaching the root or applying </a:t>
            </a:r>
            <a:r>
              <a:rPr lang="en-US" b="1" dirty="0"/>
              <a:t>one</a:t>
            </a:r>
            <a:r>
              <a:rPr lang="en-US" dirty="0"/>
              <a:t> of the above cases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40D8C37-0447-8B35-F083-67BF6FCB5785}"/>
                  </a:ext>
                </a:extLst>
              </p14:cNvPr>
              <p14:cNvContentPartPr/>
              <p14:nvPr/>
            </p14:nvContentPartPr>
            <p14:xfrm>
              <a:off x="961560" y="1442160"/>
              <a:ext cx="5534280" cy="4188600"/>
            </p14:xfrm>
          </p:contentPart>
        </mc:Choice>
        <mc:Fallback>
          <p:pic>
            <p:nvPicPr>
              <p:cNvPr id="4" name="Ink 3">
                <a:extLst>
                  <a:ext uri="{FF2B5EF4-FFF2-40B4-BE49-F238E27FC236}">
                    <a16:creationId xmlns:a16="http://schemas.microsoft.com/office/drawing/2014/main" id="{A40D8C37-0447-8B35-F083-67BF6FCB5785}"/>
                  </a:ext>
                </a:extLst>
              </p:cNvPr>
              <p:cNvPicPr/>
              <p:nvPr/>
            </p:nvPicPr>
            <p:blipFill>
              <a:blip r:embed="rId3"/>
              <a:stretch>
                <a:fillRect/>
              </a:stretch>
            </p:blipFill>
            <p:spPr>
              <a:xfrm>
                <a:off x="952200" y="1432800"/>
                <a:ext cx="5553000" cy="4207320"/>
              </a:xfrm>
              <a:prstGeom prst="rect">
                <a:avLst/>
              </a:prstGeom>
            </p:spPr>
          </p:pic>
        </mc:Fallback>
      </mc:AlternateContent>
    </p:spTree>
    <p:extLst>
      <p:ext uri="{BB962C8B-B14F-4D97-AF65-F5344CB8AC3E}">
        <p14:creationId xmlns:p14="http://schemas.microsoft.com/office/powerpoint/2010/main" val="2921325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72741-40D7-54BD-E36C-7FFBE60A8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75494-8125-BCDC-7E39-DEEB5D455198}"/>
              </a:ext>
            </a:extLst>
          </p:cNvPr>
          <p:cNvSpPr>
            <a:spLocks noGrp="1"/>
          </p:cNvSpPr>
          <p:nvPr>
            <p:ph type="title"/>
          </p:nvPr>
        </p:nvSpPr>
        <p:spPr>
          <a:xfrm>
            <a:off x="838200" y="314325"/>
            <a:ext cx="10515600" cy="1325563"/>
          </a:xfrm>
        </p:spPr>
        <p:txBody>
          <a:bodyPr/>
          <a:lstStyle/>
          <a:p>
            <a:r>
              <a:rPr lang="en-US" dirty="0"/>
              <a:t>Insert Operation (for AVL)</a:t>
            </a:r>
          </a:p>
        </p:txBody>
      </p:sp>
      <p:sp>
        <p:nvSpPr>
          <p:cNvPr id="3" name="Content Placeholder 2">
            <a:extLst>
              <a:ext uri="{FF2B5EF4-FFF2-40B4-BE49-F238E27FC236}">
                <a16:creationId xmlns:a16="http://schemas.microsoft.com/office/drawing/2014/main" id="{A3044B70-30E8-91B4-8A1D-D48D1300CDE8}"/>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a:t>
            </a:r>
            <a:r>
              <a:rPr lang="en-US" dirty="0">
                <a:solidFill>
                  <a:srgbClr val="C00000"/>
                </a:solidFill>
              </a:rPr>
              <a:t>if(</a:t>
            </a:r>
            <a:r>
              <a:rPr lang="en-US" dirty="0" err="1">
                <a:solidFill>
                  <a:srgbClr val="C00000"/>
                </a:solidFill>
              </a:rPr>
              <a:t>isUnbalanced</a:t>
            </a:r>
            <a:r>
              <a:rPr lang="en-US" dirty="0">
                <a:solidFill>
                  <a:srgbClr val="C00000"/>
                </a:solidFill>
              </a:rPr>
              <a:t>(root))</a:t>
            </a:r>
          </a:p>
          <a:p>
            <a:pPr marL="0" indent="0">
              <a:buNone/>
            </a:pPr>
            <a:r>
              <a:rPr lang="en-US" dirty="0">
                <a:solidFill>
                  <a:srgbClr val="C00000"/>
                </a:solidFill>
              </a:rPr>
              <a:t>		root=rotate(root);</a:t>
            </a:r>
          </a:p>
          <a:p>
            <a:pPr marL="0" indent="0">
              <a:buNone/>
            </a:pPr>
            <a:r>
              <a:rPr lang="en-US" dirty="0"/>
              <a:t>	return root;</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9BD3C3E-8242-3A0B-4E6E-BDA14E566280}"/>
                  </a:ext>
                </a:extLst>
              </p14:cNvPr>
              <p14:cNvContentPartPr/>
              <p14:nvPr/>
            </p14:nvContentPartPr>
            <p14:xfrm>
              <a:off x="630000" y="2458440"/>
              <a:ext cx="7770960" cy="3784680"/>
            </p14:xfrm>
          </p:contentPart>
        </mc:Choice>
        <mc:Fallback>
          <p:pic>
            <p:nvPicPr>
              <p:cNvPr id="4" name="Ink 3">
                <a:extLst>
                  <a:ext uri="{FF2B5EF4-FFF2-40B4-BE49-F238E27FC236}">
                    <a16:creationId xmlns:a16="http://schemas.microsoft.com/office/drawing/2014/main" id="{49BD3C3E-8242-3A0B-4E6E-BDA14E566280}"/>
                  </a:ext>
                </a:extLst>
              </p:cNvPr>
              <p:cNvPicPr/>
              <p:nvPr/>
            </p:nvPicPr>
            <p:blipFill>
              <a:blip r:embed="rId3"/>
              <a:stretch>
                <a:fillRect/>
              </a:stretch>
            </p:blipFill>
            <p:spPr>
              <a:xfrm>
                <a:off x="620640" y="2449080"/>
                <a:ext cx="7789680" cy="3803400"/>
              </a:xfrm>
              <a:prstGeom prst="rect">
                <a:avLst/>
              </a:prstGeom>
            </p:spPr>
          </p:pic>
        </mc:Fallback>
      </mc:AlternateContent>
    </p:spTree>
    <p:extLst>
      <p:ext uri="{BB962C8B-B14F-4D97-AF65-F5344CB8AC3E}">
        <p14:creationId xmlns:p14="http://schemas.microsoft.com/office/powerpoint/2010/main" val="4245175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Delete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p:txBody>
          <a:bodyPr>
            <a:normAutofit fontScale="92500" lnSpcReduction="20000"/>
          </a:bodyPr>
          <a:lstStyle/>
          <a:p>
            <a:r>
              <a:rPr lang="en-US" dirty="0" err="1"/>
              <a:t>Tldr</a:t>
            </a:r>
            <a:r>
              <a:rPr lang="en-US" dirty="0"/>
              <a:t>: same cases, reverse direction of rotation, may need to repeat with ancestors</a:t>
            </a:r>
          </a:p>
          <a:p>
            <a:r>
              <a:rPr lang="en-US" dirty="0"/>
              <a:t>After a BST deletion, update the heights of the node’s ancestors</a:t>
            </a:r>
          </a:p>
          <a:p>
            <a:r>
              <a:rPr lang="en-US" dirty="0"/>
              <a:t>From leaf to root, check if each node is unbalanced</a:t>
            </a:r>
          </a:p>
          <a:p>
            <a:r>
              <a:rPr lang="en-US" dirty="0"/>
              <a:t>If a node is unbalanced then at the deepest unbalanced node:</a:t>
            </a:r>
          </a:p>
          <a:p>
            <a:pPr lvl="1"/>
            <a:r>
              <a:rPr lang="en-US" dirty="0"/>
              <a:t>Case LL: If we deleted in the </a:t>
            </a:r>
            <a:r>
              <a:rPr lang="en-US" b="1" dirty="0"/>
              <a:t>left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left</a:t>
            </a:r>
          </a:p>
          <a:p>
            <a:pPr lvl="1"/>
            <a:r>
              <a:rPr lang="en-US" dirty="0"/>
              <a:t>Case RR: If we deleted in the </a:t>
            </a:r>
            <a:r>
              <a:rPr lang="en-US" b="1" dirty="0"/>
              <a:t>right</a:t>
            </a:r>
            <a:r>
              <a:rPr lang="en-US" dirty="0"/>
              <a:t> subtree of the </a:t>
            </a:r>
            <a:r>
              <a:rPr lang="en-US" b="1" dirty="0"/>
              <a:t>right</a:t>
            </a:r>
            <a:r>
              <a:rPr lang="en-US" dirty="0"/>
              <a:t> child then: </a:t>
            </a:r>
            <a:r>
              <a:rPr lang="en-US" dirty="0">
                <a:solidFill>
                  <a:srgbClr val="FF0000"/>
                </a:solidFill>
              </a:rPr>
              <a:t>rotate</a:t>
            </a:r>
            <a:r>
              <a:rPr lang="en-US" dirty="0"/>
              <a:t> </a:t>
            </a:r>
            <a:r>
              <a:rPr lang="en-US" dirty="0">
                <a:solidFill>
                  <a:srgbClr val="FF0000"/>
                </a:solidFill>
              </a:rPr>
              <a:t>right</a:t>
            </a:r>
          </a:p>
          <a:p>
            <a:pPr lvl="1"/>
            <a:r>
              <a:rPr lang="en-US" dirty="0"/>
              <a:t>Case LR: If we deleted into the </a:t>
            </a:r>
            <a:r>
              <a:rPr lang="en-US" b="1" dirty="0"/>
              <a:t>right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right</a:t>
            </a:r>
            <a:r>
              <a:rPr lang="en-US" dirty="0"/>
              <a:t> at the left child and then </a:t>
            </a:r>
            <a:r>
              <a:rPr lang="en-US" dirty="0">
                <a:solidFill>
                  <a:srgbClr val="FF0000"/>
                </a:solidFill>
              </a:rPr>
              <a:t>rotate</a:t>
            </a:r>
            <a:r>
              <a:rPr lang="en-US" dirty="0"/>
              <a:t> </a:t>
            </a:r>
            <a:r>
              <a:rPr lang="en-US" dirty="0">
                <a:solidFill>
                  <a:srgbClr val="FF0000"/>
                </a:solidFill>
              </a:rPr>
              <a:t>left</a:t>
            </a:r>
            <a:r>
              <a:rPr lang="en-US" dirty="0"/>
              <a:t> at the root</a:t>
            </a:r>
          </a:p>
          <a:p>
            <a:pPr lvl="1"/>
            <a:r>
              <a:rPr lang="en-US" dirty="0"/>
              <a:t>Case RL: If we deleted into the </a:t>
            </a:r>
            <a:r>
              <a:rPr lang="en-US" b="1" dirty="0"/>
              <a:t>left</a:t>
            </a:r>
            <a:r>
              <a:rPr lang="en-US" dirty="0"/>
              <a:t> subtree of the </a:t>
            </a:r>
            <a:r>
              <a:rPr lang="en-US" b="1" dirty="0"/>
              <a:t>right</a:t>
            </a:r>
            <a:r>
              <a:rPr lang="en-US" dirty="0"/>
              <a:t> child then: </a:t>
            </a:r>
            <a:r>
              <a:rPr lang="en-US" dirty="0">
                <a:solidFill>
                  <a:srgbClr val="FF0000"/>
                </a:solidFill>
              </a:rPr>
              <a:t>rotate left</a:t>
            </a:r>
            <a:r>
              <a:rPr lang="en-US" dirty="0"/>
              <a:t> at the right child and then </a:t>
            </a:r>
            <a:r>
              <a:rPr lang="en-US" dirty="0">
                <a:solidFill>
                  <a:srgbClr val="FF0000"/>
                </a:solidFill>
              </a:rPr>
              <a:t>rotate right</a:t>
            </a:r>
            <a:r>
              <a:rPr lang="en-US" dirty="0"/>
              <a:t> at the root</a:t>
            </a:r>
          </a:p>
          <a:p>
            <a:r>
              <a:rPr lang="en-US" dirty="0">
                <a:solidFill>
                  <a:srgbClr val="FF0000"/>
                </a:solidFill>
              </a:rPr>
              <a:t>Continue checking until reach the root</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CE148E1-2CB6-B749-1916-C69EA24EDD38}"/>
                  </a:ext>
                </a:extLst>
              </p14:cNvPr>
              <p14:cNvContentPartPr/>
              <p14:nvPr/>
            </p14:nvContentPartPr>
            <p14:xfrm>
              <a:off x="1072440" y="2786040"/>
              <a:ext cx="9433080" cy="2229120"/>
            </p14:xfrm>
          </p:contentPart>
        </mc:Choice>
        <mc:Fallback>
          <p:pic>
            <p:nvPicPr>
              <p:cNvPr id="4" name="Ink 3">
                <a:extLst>
                  <a:ext uri="{FF2B5EF4-FFF2-40B4-BE49-F238E27FC236}">
                    <a16:creationId xmlns:a16="http://schemas.microsoft.com/office/drawing/2014/main" id="{FCE148E1-2CB6-B749-1916-C69EA24EDD38}"/>
                  </a:ext>
                </a:extLst>
              </p:cNvPr>
              <p:cNvPicPr/>
              <p:nvPr/>
            </p:nvPicPr>
            <p:blipFill>
              <a:blip r:embed="rId3"/>
              <a:stretch>
                <a:fillRect/>
              </a:stretch>
            </p:blipFill>
            <p:spPr>
              <a:xfrm>
                <a:off x="1063080" y="2776680"/>
                <a:ext cx="9451800" cy="2247840"/>
              </a:xfrm>
              <a:prstGeom prst="rect">
                <a:avLst/>
              </a:prstGeom>
            </p:spPr>
          </p:pic>
        </mc:Fallback>
      </mc:AlternateContent>
    </p:spTree>
    <p:extLst>
      <p:ext uri="{BB962C8B-B14F-4D97-AF65-F5344CB8AC3E}">
        <p14:creationId xmlns:p14="http://schemas.microsoft.com/office/powerpoint/2010/main" val="2987968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8437E7C-9206-C19B-F0D3-356B238C23E6}"/>
                  </a:ext>
                </a:extLst>
              </p:cNvPr>
              <p:cNvSpPr>
                <a:spLocks noGrp="1"/>
              </p:cNvSpPr>
              <p:nvPr>
                <p:ph type="title"/>
              </p:nvPr>
            </p:nvSpPr>
            <p:spPr/>
            <p:txBody>
              <a:bodyPr/>
              <a:lstStyle/>
              <a:p>
                <a:r>
                  <a:rPr lang="en-US" dirty="0"/>
                  <a:t>Why is this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time?</a:t>
                </a:r>
              </a:p>
            </p:txBody>
          </p:sp>
        </mc:Choice>
        <mc:Fallback xmlns="">
          <p:sp>
            <p:nvSpPr>
              <p:cNvPr id="2" name="Title 1">
                <a:extLst>
                  <a:ext uri="{FF2B5EF4-FFF2-40B4-BE49-F238E27FC236}">
                    <a16:creationId xmlns:a16="http://schemas.microsoft.com/office/drawing/2014/main" id="{08437E7C-9206-C19B-F0D3-356B238C23E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76650C-7AC8-A2D8-2065-62AC5FB1168B}"/>
                  </a:ext>
                </a:extLst>
              </p:cNvPr>
              <p:cNvSpPr>
                <a:spLocks noGrp="1"/>
              </p:cNvSpPr>
              <p:nvPr>
                <p:ph idx="1"/>
              </p:nvPr>
            </p:nvSpPr>
            <p:spPr/>
            <p:txBody>
              <a:bodyPr/>
              <a:lstStyle/>
              <a:p>
                <a:r>
                  <a:rPr lang="en-US" dirty="0"/>
                  <a:t>We get poor running times when </a:t>
                </a:r>
                <a14:m>
                  <m:oMath xmlns:m="http://schemas.openxmlformats.org/officeDocument/2006/math">
                    <m:r>
                      <a:rPr lang="en-US" b="0" i="1" smtClean="0">
                        <a:latin typeface="Cambria Math" panose="02040503050406030204" pitchFamily="18" charset="0"/>
                      </a:rPr>
                      <m:t>h𝑒𝑖𝑔h𝑡</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r>
                  <a:rPr lang="en-US" dirty="0"/>
                  <a:t>Let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oMath>
                </a14:m>
                <a:r>
                  <a:rPr lang="en-US" dirty="0"/>
                  <a:t> be the minimum count of nodes in an AVL tree of height </a:t>
                </a:r>
                <a14:m>
                  <m:oMath xmlns:m="http://schemas.openxmlformats.org/officeDocument/2006/math">
                    <m:r>
                      <a:rPr lang="en-US" b="0" i="1" smtClean="0">
                        <a:latin typeface="Cambria Math" panose="02040503050406030204" pitchFamily="18" charset="0"/>
                      </a:rPr>
                      <m:t>h</m:t>
                    </m:r>
                  </m:oMath>
                </a14:m>
                <a:endParaRPr lang="en-US" dirty="0"/>
              </a:p>
              <a:p>
                <a:r>
                  <a:rPr lang="en-US" dirty="0"/>
                  <a:t>An AVL tree of height </a:t>
                </a:r>
                <a14:m>
                  <m:oMath xmlns:m="http://schemas.openxmlformats.org/officeDocument/2006/math">
                    <m:r>
                      <a:rPr lang="en-US" b="0" i="1" smtClean="0">
                        <a:latin typeface="Cambria Math" panose="02040503050406030204" pitchFamily="18" charset="0"/>
                      </a:rPr>
                      <m:t>h</m:t>
                    </m:r>
                  </m:oMath>
                </a14:m>
                <a:r>
                  <a:rPr lang="en-US" dirty="0"/>
                  <a:t> must have </a:t>
                </a:r>
                <a:r>
                  <a:rPr lang="en-US" dirty="0">
                    <a:solidFill>
                      <a:srgbClr val="C00000"/>
                    </a:solidFill>
                  </a:rPr>
                  <a:t>one subtree of height </a:t>
                </a:r>
                <a14:m>
                  <m:oMath xmlns:m="http://schemas.openxmlformats.org/officeDocument/2006/math">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oMath>
                </a14:m>
                <a:endParaRPr lang="en-US" dirty="0"/>
              </a:p>
              <a:p>
                <a:r>
                  <a:rPr lang="en-US" dirty="0"/>
                  <a:t>This means the </a:t>
                </a:r>
                <a:r>
                  <a:rPr lang="en-US" dirty="0">
                    <a:solidFill>
                      <a:schemeClr val="accent1">
                        <a:lumMod val="75000"/>
                      </a:schemeClr>
                    </a:solidFill>
                  </a:rPr>
                  <a:t>other subtree has height at least </a:t>
                </a:r>
                <a14:m>
                  <m:oMath xmlns:m="http://schemas.openxmlformats.org/officeDocument/2006/math">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oMath>
                </a14:m>
                <a:endParaRPr lang="en-US" dirty="0"/>
              </a:p>
              <a:p>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𝑀</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𝑀</m:t>
                    </m:r>
                    <m:d>
                      <m:dPr>
                        <m:ctrlPr>
                          <a:rPr lang="en-US" b="0" i="1" smtClean="0">
                            <a:solidFill>
                              <a:schemeClr val="accent1">
                                <a:lumMod val="75000"/>
                              </a:schemeClr>
                            </a:solidFill>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e>
                    </m:d>
                    <m:r>
                      <a:rPr lang="en-US" b="0" i="1" smtClean="0">
                        <a:latin typeface="Cambria Math" panose="02040503050406030204" pitchFamily="18" charset="0"/>
                      </a:rPr>
                      <m:t>+1</m:t>
                    </m:r>
                  </m:oMath>
                </a14:m>
                <a:endParaRPr lang="en-US" dirty="0"/>
              </a:p>
              <a:p>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D776650C-7AC8-A2D8-2065-62AC5FB1168B}"/>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8D08A831-5BB8-AE5B-5D41-790C755C6792}"/>
                  </a:ext>
                </a:extLst>
              </p14:cNvPr>
              <p14:cNvContentPartPr/>
              <p14:nvPr/>
            </p14:nvContentPartPr>
            <p14:xfrm>
              <a:off x="866520" y="238680"/>
              <a:ext cx="10680480" cy="6016680"/>
            </p14:xfrm>
          </p:contentPart>
        </mc:Choice>
        <mc:Fallback>
          <p:pic>
            <p:nvPicPr>
              <p:cNvPr id="4" name="Ink 3">
                <a:extLst>
                  <a:ext uri="{FF2B5EF4-FFF2-40B4-BE49-F238E27FC236}">
                    <a16:creationId xmlns:a16="http://schemas.microsoft.com/office/drawing/2014/main" id="{8D08A831-5BB8-AE5B-5D41-790C755C6792}"/>
                  </a:ext>
                </a:extLst>
              </p:cNvPr>
              <p:cNvPicPr/>
              <p:nvPr/>
            </p:nvPicPr>
            <p:blipFill>
              <a:blip r:embed="rId5"/>
              <a:stretch>
                <a:fillRect/>
              </a:stretch>
            </p:blipFill>
            <p:spPr>
              <a:xfrm>
                <a:off x="857160" y="229320"/>
                <a:ext cx="10699200" cy="6035400"/>
              </a:xfrm>
              <a:prstGeom prst="rect">
                <a:avLst/>
              </a:prstGeom>
            </p:spPr>
          </p:pic>
        </mc:Fallback>
      </mc:AlternateContent>
    </p:spTree>
    <p:extLst>
      <p:ext uri="{BB962C8B-B14F-4D97-AF65-F5344CB8AC3E}">
        <p14:creationId xmlns:p14="http://schemas.microsoft.com/office/powerpoint/2010/main" val="1404051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F498-0DAF-8083-E2C8-375150645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A9085-35F4-542F-A54F-82C4D83663F7}"/>
              </a:ext>
            </a:extLst>
          </p:cNvPr>
          <p:cNvSpPr>
            <a:spLocks noGrp="1"/>
          </p:cNvSpPr>
          <p:nvPr>
            <p:ph type="title"/>
          </p:nvPr>
        </p:nvSpPr>
        <p:spPr/>
        <p:txBody>
          <a:bodyPr/>
          <a:lstStyle/>
          <a:p>
            <a:r>
              <a:rPr lang="en-US" dirty="0"/>
              <a:t>Comparing to Fibonacci Sequence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F87FB2-C4DA-6B29-0771-9E21EC5B0475}"/>
                  </a:ext>
                </a:extLst>
              </p:cNvPr>
              <p:cNvSpPr>
                <a:spLocks noGrp="1"/>
              </p:cNvSpPr>
              <p:nvPr>
                <p:ph idx="1"/>
              </p:nvPr>
            </p:nvSpPr>
            <p:spPr/>
            <p:txBody>
              <a:bodyPr>
                <a:normAutofit fontScale="85000" lnSpcReduction="20000"/>
              </a:bodyPr>
              <a:lstStyle/>
              <a:p>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𝑀</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𝑀</m:t>
                    </m:r>
                    <m:d>
                      <m:dPr>
                        <m:ctrlPr>
                          <a:rPr lang="en-US" b="0" i="1" smtClean="0">
                            <a:solidFill>
                              <a:schemeClr val="accent1">
                                <a:lumMod val="75000"/>
                              </a:schemeClr>
                            </a:solidFill>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oMath>
                </a14:m>
                <a:endParaRPr lang="en-US" dirty="0"/>
              </a:p>
              <a:p>
                <a:pPr lvl="1"/>
                <a:r>
                  <a:rPr lang="en-US" dirty="0"/>
                  <a:t>Fibonacci Sequence</a:t>
                </a:r>
              </a:p>
              <a:p>
                <a:r>
                  <a:rPr lang="en-US" dirty="0"/>
                  <a:t>So </a:t>
                </a:r>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&gt;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oMath>
                </a14:m>
                <a:endParaRPr lang="en-US" dirty="0"/>
              </a:p>
              <a:p>
                <a:r>
                  <a:rPr lang="en-US" dirty="0"/>
                  <a:t>For large values of </a:t>
                </a:r>
                <a14:m>
                  <m:oMath xmlns:m="http://schemas.openxmlformats.org/officeDocument/2006/math">
                    <m:r>
                      <a:rPr lang="en-US" b="0" i="1" smtClean="0">
                        <a:latin typeface="Cambria Math" panose="02040503050406030204" pitchFamily="18" charset="0"/>
                      </a:rPr>
                      <m:t>h</m:t>
                    </m:r>
                  </m:oMath>
                </a14:m>
                <a:r>
                  <a:rPr lang="en-US" dirty="0"/>
                  <a:t>, </a:t>
                </a:r>
                <a14:m>
                  <m:oMath xmlns:m="http://schemas.openxmlformats.org/officeDocument/2006/math">
                    <m:r>
                      <a:rPr lang="en-US" b="0" i="1" dirty="0" smtClean="0">
                        <a:latin typeface="Cambria Math" panose="02040503050406030204" pitchFamily="18" charset="0"/>
                      </a:rPr>
                      <m:t>𝐹</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h</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𝜙</m:t>
                        </m:r>
                      </m:e>
                      <m:sup>
                        <m:r>
                          <a:rPr lang="en-US" b="0" i="1" dirty="0" smtClean="0">
                            <a:latin typeface="Cambria Math" panose="02040503050406030204" pitchFamily="18" charset="0"/>
                          </a:rPr>
                          <m:t>h</m:t>
                        </m:r>
                      </m:sup>
                    </m:sSup>
                  </m:oMath>
                </a14:m>
                <a:endParaRPr lang="en-US" dirty="0"/>
              </a:p>
              <a:p>
                <a:pPr lvl="1"/>
                <a14:m>
                  <m:oMath xmlns:m="http://schemas.openxmlformats.org/officeDocument/2006/math">
                    <m:r>
                      <a:rPr lang="en-US" b="0" i="1" smtClean="0">
                        <a:latin typeface="Cambria Math" panose="02040503050406030204" pitchFamily="18" charset="0"/>
                      </a:rPr>
                      <m:t>𝜙</m:t>
                    </m:r>
                  </m:oMath>
                </a14:m>
                <a:r>
                  <a:rPr lang="en-US" dirty="0"/>
                  <a:t> being the golden ratio.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&gt;1.6</m:t>
                    </m:r>
                  </m:oMath>
                </a14:m>
                <a:endParaRPr lang="en-US" dirty="0"/>
              </a:p>
              <a:p>
                <a:r>
                  <a:rPr lang="en-US" dirty="0"/>
                  <a:t>This means that an AVL tree of height </a:t>
                </a:r>
                <a14:m>
                  <m:oMath xmlns:m="http://schemas.openxmlformats.org/officeDocument/2006/math">
                    <m:r>
                      <a:rPr lang="en-US" b="0" i="1" smtClean="0">
                        <a:latin typeface="Cambria Math" panose="02040503050406030204" pitchFamily="18" charset="0"/>
                      </a:rPr>
                      <m:t>h</m:t>
                    </m:r>
                  </m:oMath>
                </a14:m>
                <a:r>
                  <a:rPr lang="en-US" dirty="0"/>
                  <a:t> has at least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h</m:t>
                        </m:r>
                      </m:sup>
                    </m:sSup>
                  </m:oMath>
                </a14:m>
                <a:r>
                  <a:rPr lang="en-US" dirty="0"/>
                  <a:t> nodes</a:t>
                </a:r>
              </a:p>
              <a:p>
                <a:pPr lvl="1"/>
                <a:r>
                  <a:rPr lang="en-US" dirty="0"/>
                  <a:t>And not more than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oMath>
                </a14:m>
                <a:r>
                  <a:rPr lang="en-US" dirty="0"/>
                  <a:t> nodes</a:t>
                </a:r>
              </a:p>
              <a:p>
                <a:r>
                  <a:rPr lang="en-US" dirty="0"/>
                  <a:t>So a tree of </a:t>
                </a:r>
                <a14:m>
                  <m:oMath xmlns:m="http://schemas.openxmlformats.org/officeDocument/2006/math">
                    <m:r>
                      <a:rPr lang="en-US" b="0" i="1" smtClean="0">
                        <a:latin typeface="Cambria Math" panose="02040503050406030204" pitchFamily="18" charset="0"/>
                      </a:rPr>
                      <m:t>𝑛</m:t>
                    </m:r>
                  </m:oMath>
                </a14:m>
                <a:r>
                  <a:rPr lang="en-US" dirty="0"/>
                  <a:t> nodes has height at most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𝜙</m:t>
                        </m:r>
                      </m:sub>
                    </m:sSub>
                    <m:r>
                      <a:rPr lang="en-US" b="0" i="0"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We need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h</m:t>
                        </m:r>
                      </m:sup>
                    </m:sSup>
                  </m:oMath>
                </a14:m>
                <a:r>
                  <a:rPr lang="en-US" dirty="0"/>
                  <a:t>, so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𝜙</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r>
                      <a:rPr lang="en-US" b="0" i="1" smtClean="0">
                        <a:latin typeface="Cambria Math" panose="02040503050406030204" pitchFamily="18" charset="0"/>
                      </a:rPr>
                      <m:t>h</m:t>
                    </m:r>
                  </m:oMath>
                </a14:m>
                <a:endParaRPr lang="en-US" dirty="0"/>
              </a:p>
              <a:p>
                <a:r>
                  <a:rPr lang="en-US" dirty="0"/>
                  <a:t>All operations run in time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r>
                  <a:rPr lang="en-US" dirty="0"/>
                  <a:t>The maximum number of nodes for height </a:t>
                </a:r>
                <a14:m>
                  <m:oMath xmlns:m="http://schemas.openxmlformats.org/officeDocument/2006/math">
                    <m:r>
                      <a:rPr lang="en-US" b="0" i="1" smtClean="0">
                        <a:latin typeface="Cambria Math" panose="02040503050406030204" pitchFamily="18" charset="0"/>
                      </a:rPr>
                      <m:t>h</m:t>
                    </m:r>
                  </m:oMath>
                </a14:m>
                <a:r>
                  <a:rPr lang="en-US" dirty="0"/>
                  <a:t>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r>
                  <a:rPr lang="en-US" dirty="0"/>
                  <a:t>, so they are also </a:t>
                </a:r>
                <a14:m>
                  <m:oMath xmlns:m="http://schemas.openxmlformats.org/officeDocument/2006/math">
                    <m:r>
                      <m:rPr>
                        <m:sty m:val="p"/>
                      </m:rPr>
                      <a:rPr lang="en-US" b="0" i="0" smtClean="0">
                        <a:latin typeface="Cambria Math" panose="02040503050406030204" pitchFamily="18" charset="0"/>
                      </a:rPr>
                      <m:t>Ω</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F3F87FB2-C4DA-6B29-0771-9E21EC5B0475}"/>
                  </a:ext>
                </a:extLst>
              </p:cNvPr>
              <p:cNvSpPr>
                <a:spLocks noGrp="1" noRot="1" noChangeAspect="1" noMove="1" noResize="1" noEditPoints="1" noAdjustHandles="1" noChangeArrowheads="1" noChangeShapeType="1" noTextEdit="1"/>
              </p:cNvSpPr>
              <p:nvPr>
                <p:ph idx="1"/>
              </p:nvPr>
            </p:nvSpPr>
            <p:spPr>
              <a:blipFill>
                <a:blip r:embed="rId2"/>
                <a:stretch>
                  <a:fillRect l="-812" t="-15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3D88E73-897C-DC36-B69D-BC4B76FFE0A5}"/>
                  </a:ext>
                </a:extLst>
              </p14:cNvPr>
              <p14:cNvContentPartPr/>
              <p14:nvPr/>
            </p14:nvContentPartPr>
            <p14:xfrm>
              <a:off x="1014120" y="1230840"/>
              <a:ext cx="11009160" cy="4292640"/>
            </p14:xfrm>
          </p:contentPart>
        </mc:Choice>
        <mc:Fallback>
          <p:pic>
            <p:nvPicPr>
              <p:cNvPr id="4" name="Ink 3">
                <a:extLst>
                  <a:ext uri="{FF2B5EF4-FFF2-40B4-BE49-F238E27FC236}">
                    <a16:creationId xmlns:a16="http://schemas.microsoft.com/office/drawing/2014/main" id="{43D88E73-897C-DC36-B69D-BC4B76FFE0A5}"/>
                  </a:ext>
                </a:extLst>
              </p:cNvPr>
              <p:cNvPicPr/>
              <p:nvPr/>
            </p:nvPicPr>
            <p:blipFill>
              <a:blip r:embed="rId4"/>
              <a:stretch>
                <a:fillRect/>
              </a:stretch>
            </p:blipFill>
            <p:spPr>
              <a:xfrm>
                <a:off x="1004760" y="1221480"/>
                <a:ext cx="11027880" cy="4311360"/>
              </a:xfrm>
              <a:prstGeom prst="rect">
                <a:avLst/>
              </a:prstGeom>
            </p:spPr>
          </p:pic>
        </mc:Fallback>
      </mc:AlternateContent>
    </p:spTree>
    <p:extLst>
      <p:ext uri="{BB962C8B-B14F-4D97-AF65-F5344CB8AC3E}">
        <p14:creationId xmlns:p14="http://schemas.microsoft.com/office/powerpoint/2010/main" val="2840166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19914</TotalTime>
  <Words>2563</Words>
  <Application>Microsoft Office PowerPoint</Application>
  <PresentationFormat>Widescreen</PresentationFormat>
  <Paragraphs>708</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Calibri Light</vt:lpstr>
      <vt:lpstr>Cambria Math</vt:lpstr>
      <vt:lpstr>Calibri</vt:lpstr>
      <vt:lpstr>Consolas</vt:lpstr>
      <vt:lpstr>Arial</vt:lpstr>
      <vt:lpstr>Office Theme</vt:lpstr>
      <vt:lpstr>CSE 332 Spring 2026 Lecture 9: AVL Trees pt. 2</vt:lpstr>
      <vt:lpstr>Dictionary (Map) ADT</vt:lpstr>
      <vt:lpstr>Naïve attempts</vt:lpstr>
      <vt:lpstr>AVL Tree</vt:lpstr>
      <vt:lpstr>Representing AVL Trees</vt:lpstr>
      <vt:lpstr>Find Operation (Same as BST)</vt:lpstr>
      <vt:lpstr>Inserting into an AVL Tree</vt:lpstr>
      <vt:lpstr>Insert Operation (for BST)</vt:lpstr>
      <vt:lpstr>Insert Example (Insert 10)</vt:lpstr>
      <vt:lpstr>Insert 10 (After)</vt:lpstr>
      <vt:lpstr>Insert Example (Insert -1)</vt:lpstr>
      <vt:lpstr>Insert -1, BST Insert Step</vt:lpstr>
      <vt:lpstr>Right Rotation</vt:lpstr>
      <vt:lpstr>After the Right Rotation, Balanced!</vt:lpstr>
      <vt:lpstr>Right Rotation - Definition</vt:lpstr>
      <vt:lpstr>Right Rotation - Implementation</vt:lpstr>
      <vt:lpstr>Insert Example (Insert 20)</vt:lpstr>
      <vt:lpstr>Not Balanced! Multiple Problem Nodes</vt:lpstr>
      <vt:lpstr>Left Rotation</vt:lpstr>
      <vt:lpstr>After the Left Rotation, Balanced!</vt:lpstr>
      <vt:lpstr>Left Rotation - Definition</vt:lpstr>
      <vt:lpstr>Left Rotation (Implementation)</vt:lpstr>
      <vt:lpstr>Insertion Story So Far</vt:lpstr>
      <vt:lpstr>Insertion Cases</vt:lpstr>
      <vt:lpstr>Case LR </vt:lpstr>
      <vt:lpstr>Case LR - Definition</vt:lpstr>
      <vt:lpstr>Case LR Implementation</vt:lpstr>
      <vt:lpstr>Case RL - Definition</vt:lpstr>
      <vt:lpstr>Case RL Implementation</vt:lpstr>
      <vt:lpstr>Insert Summary</vt:lpstr>
      <vt:lpstr>Insert Operation (for AVL)</vt:lpstr>
      <vt:lpstr>Delete Summary</vt:lpstr>
      <vt:lpstr>Why is this Θ(log⁡n) time?</vt:lpstr>
      <vt:lpstr>Comparing to Fibonacci Sequence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116</cp:revision>
  <dcterms:created xsi:type="dcterms:W3CDTF">2023-09-26T20:08:20Z</dcterms:created>
  <dcterms:modified xsi:type="dcterms:W3CDTF">2026-04-17T23:14:55Z</dcterms:modified>
</cp:coreProperties>
</file>