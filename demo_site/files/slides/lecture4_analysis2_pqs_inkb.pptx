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0"/>
  </p:notesMasterIdLst>
  <p:sldIdLst>
    <p:sldId id="256" r:id="rId2"/>
    <p:sldId id="391" r:id="rId3"/>
    <p:sldId id="400" r:id="rId4"/>
    <p:sldId id="401" r:id="rId5"/>
    <p:sldId id="301" r:id="rId6"/>
    <p:sldId id="300" r:id="rId7"/>
    <p:sldId id="403" r:id="rId8"/>
    <p:sldId id="312" r:id="rId9"/>
    <p:sldId id="404" r:id="rId10"/>
    <p:sldId id="405" r:id="rId11"/>
    <p:sldId id="314" r:id="rId12"/>
    <p:sldId id="315" r:id="rId13"/>
    <p:sldId id="402" r:id="rId14"/>
    <p:sldId id="406" r:id="rId15"/>
    <p:sldId id="409" r:id="rId16"/>
    <p:sldId id="267" r:id="rId17"/>
    <p:sldId id="412" r:id="rId18"/>
    <p:sldId id="413" r:id="rId19"/>
    <p:sldId id="414" r:id="rId20"/>
    <p:sldId id="415" r:id="rId21"/>
    <p:sldId id="417" r:id="rId22"/>
    <p:sldId id="453" r:id="rId23"/>
    <p:sldId id="454" r:id="rId24"/>
    <p:sldId id="421" r:id="rId25"/>
    <p:sldId id="418" r:id="rId26"/>
    <p:sldId id="420" r:id="rId27"/>
    <p:sldId id="423" r:id="rId28"/>
    <p:sldId id="424" r:id="rId29"/>
  </p:sldIdLst>
  <p:sldSz cx="12192000" cy="6858000"/>
  <p:notesSz cx="6858000" cy="9144000"/>
  <p:embeddedFontLst>
    <p:embeddedFont>
      <p:font typeface="Cambria Math" panose="02040503050406030204" pitchFamily="18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2T23:37:59.2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24504 3614 0,'0'0'0,"0"0"0,0 0 16,0 0-1,0-8 1,0-1-16,0 1 0,-9-1 16,-8-16 15,-17-1-31,-51 9 15,-43 9-15,42 25 16,44 0 0,8 25-1,-18 35-15,-24-1 16,-10-25 0,9-25-16,18 8 15,16 17 1,43 26-16,51 59 15,26-26-15,-34-50 0,16-26 32,104 8-32,16-8 15,-102-25 1,-9-9-16,-25 8 16</inkml:trace>
  <inkml:trace contextRef="#ctx0" brushRef="#br0" timeOffset="545.92">23966 3801 0,'0'0'0,"0"0"0,0 0 0,0 9 16,0-9-1,0 0-15,0 0 16,0 0-16,0 0 16,17 0-1,60 17-15,68 9 16,154-1-1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2T23:39:22.560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4455 8717 0,'0'0'0,"0"0"0,0 0 15,-8 0-15,-1 9 16,1 8-1,-9 0 1,-1 0-16,1 0 16,9 0-1,-9 8-15,8 1 16,1 8 0,-9 8-16,0 1 15,0-1-15,-1-16 16,10-1-1,8 1 1,0-9-16,17 0 16,0-9-16,9 1 15,8-9 1,26 0-16,16 8 16,18 1-1,26-9-15,-26-9 16,8-8-1,69 0-15,8-25 16,-25 8 0,33-17-1,18 8-15,-43 9 16,18 9-16,7 8 16,-33 17-1,42-9 1,1 9-1,-10 0-15,35 9 16,-42-1-16,-27 1 16,61 16-16,-52 1 15,-51 8 1,8 0 0,18-9-1,-9 1-15,-26-9 16,-51-9-1,-25-8-15,0 0 16,-18 0 0,1 0-16,-1-8 15,1-1-15,-1-8 16,-8-17 0,0 17-1</inkml:trace>
  <inkml:trace contextRef="#ctx0" brushRef="#br0" timeOffset="4979.5">9465 8887 0,'0'0'0,"0"0"0,0 0 16,0 0 0,0 0-16,0 0 15,0 0 1,0 0-16,9 17 16,-1 0-1,1 17-15,-1 17 16,1-8-16,-9-1 15,0-16 1,0 8 0,8-9-16,1 9 15,8 0 1,0 0-16,17 0 16,17 9-1,1-18-15,-18-16 16,26-1-1,33 1-15,10-9 16,8 0-16,-17 8 16,-35-8-1,18 9 1,26-1-16,25 9 16,0-8-1,-43-1-15,35-8 16,50 0-1,-8 0-15,-42 0 16,-1 0 0,35 0-16,-9 0 15,-17 0 1,9 9-16,33-1 16,-16 1-1,-26-9-15,51 8 16,-8-8-1,-17 0-15,8 0 16,17 0 0,-34 0-16,-25 9 15,42-9 1,0 8-16,9-8 16,-1 9-1,18-18-15,-9 9 16,-8 9-1,17-9-15,-9 0 16,17 9 0,-8-1-16,8-8 15,35 0 1,-18 0 0,-8 0-16,17 0 15,0 0-15,25 9 16,-25-1-1,-8 1 1,8-1-16,17 1 16,17-18-1,17 9-15,-9 0 16,-16 0-16,16 9 16,-25 8-1,-17 0-15,-8-9 16,-1 9-1,18-8-15,8 8 16,-1-9-16,10 1 31,-9-1-31,0-8 16,-26 0-16,9 0 16,-17 9-1,8-1 1,-8 1-16,-17-9 15,-9 17-15,-8 0 16,-9-17 0,-25 8-1,-26 1-15,-26-1 0,-17 1 32,-8-1-32,-17-8 15,-18-8 1,1 8-16,-9-9 15,-8 1-15,-1-1 16,9-16 0,-8-1-1,8-16-15,-9-52 16,-8 34 0</inkml:trace>
  <inkml:trace contextRef="#ctx0" brushRef="#br0" timeOffset="9280.25">9952 7952 0,'0'0'0,"0"0"0,0 0 15,0 0-15,0 0 32,0 0-17,0 0-15,0 0 16,0 0-16,0 0 0,0 0 15,0 0 1,0 0-16,0 0 31,-9 0-31,9 0 16,0 0 0,0 0-16,0 0 15,0 0 1,0 0-16,0 0 15,0 0 1,0 0-16</inkml:trace>
  <inkml:trace contextRef="#ctx0" brushRef="#br0" timeOffset="10408.54">10421 7884 0,'0'0'0,"0"0"0,0 0 15,-8 0 1,-1 8-1,-17 1-15,-16-9 16,-1 8-16,0 9 16,-16 17-1,-27 0-15,18 0 16,17 0 0,0 17-1,-9 0-15,0 9 16,9-1-1,0 9-15,17 0 16,-1 0 0,18-8-16,9 8 15,8-8-15,0 8 16,25 17 0,18 17-16,0-17 15,0-17 1,8-9-16,34 1 15,35-1 1,8-8-16,-17-8 16,17-1-1,42-8-15,-25-8 16,-17-9 0,52-17-16,-1-9 15,-34-8-15,9-8 31,-1-18-15,-25 1-16,-25-1 16,-9-8-16,8-17 15,-17-17-15,-25 9 16,-9-9 0,-25 8-1,-9-16-15,-34-1 16,-43 0-1,-42 1-15,-35 16 16,-59 1 0,-18 8-16,-7 17 15,7 8 1,18 18-16,-26-9 16,60 8-1,8 18-15,-59 8 16,-120 17-1</inkml:trace>
  <inkml:trace contextRef="#ctx0" brushRef="#br0" timeOffset="12025.62">20714 9168 0,'0'0'0,"0"0"0,0 0 16,0 0-16,0 0 15,0-9 1,17 1 0,35-9-16,50 0 15,9 17 1,-9 0-16,-59 8 15</inkml:trace>
  <inkml:trace contextRef="#ctx0" brushRef="#br0" timeOffset="15331.77">13443 8173 0,'-9'0'0,"-8"0"0,-34 0 16,-9 0 0,17 0-16,9 0 15,-17 8 1,-9 9-16,0 0 15,-8 0 1,8 17-16,-16 26 16,-1 8-1,17 0-15,17-9 16,26-8 0,0 1-16,0 16 15,9 17 1,25 8-16,42 18 15,61-18 1,-1-42-16,-33-25 16,67-1-1,35-25-15,-68-25 16,-61-18-16,10-16 16,-10-18-1,-16 9-15,-26 9 16,-17-18-1,-17-33-15,-26-10 16,-50-7 0,-61 16-1,26 43-15,85 51 16</inkml:trace>
  <inkml:trace contextRef="#ctx0" brushRef="#br0" timeOffset="23273.4">15295 8709 0,'0'0'0,"0"0"0,0-9 16,0 1-1,0-1 1,0 1 0,0-1-16,0 1 15,0 8-15,0-9 16,0 9 0,0 0-16,0 0 15,0 0 1,0 0-16,0 0 15,0 0 1,0 0 0,0 0-16,0 0 15,-9 0-15,1 9 16,-10 8 0,-7 17-16,-1 17 15,1 0-15,8-9 16,0-8-1,8-8 1,9-1 0,0 1-16,9-1 15,8 9 1,0-8-16,0-9 16,17 0-1,17 0-15,17 0 16,18-9-1,25-8-15,-9-8 16,9 8 0,34-9-16,0 1 15,-8-9-15,-18 8 16,18 1-16,-1 8 31,-8 0-31,-8 0 16,8 8-1,0-8-15,0 9 16,-34 8 0,-9 0-16,-8 0 15,-17 0 1,0 0-16,-18 0 16,-8 0-1,-8-9-15,-9 1 16,-8-1-1,-1-8-15,1 0 16,-9 0-16,17-8 16,0-1-1,0-16 1,0-26-16,9-9 16,-1-8-1,-8 9-15,0-1 0,0-8 31,-8 43-31</inkml:trace>
  <inkml:trace contextRef="#ctx0" brushRef="#br0" timeOffset="24998.48">18376 8700 0,'0'0'0,"0"0"0,0 0 15,0 0 1,0 0-1,-9 0 1,1 9-16,-1 16 16,-8 9-16,0 17 15,0 9 1,0-1-16,8-8 16,1-8-1,8-9-15,0-9 16,0 1-1,0-9 1,0-9-16,0 9 16,0-8-1,0-1-15,17 1 16,8 8 0,10-9-16,7 1 15,18-9-15,25 0 16,-8 0-1,17-9 1,8 9-16,9-8 16,9-1-1,34 1-15,-9-9 16,-9 8-16,1 1 16,8 8-1,0-9 1,-17 1-16,9-1 0,8 9 31,-17-8-31,0 8 16,0 0-16,0 0 15,0 0 1,0 8-16,8-8 16,1 0-1,-1 0-15,-16 9 16,-9-9-1,17 8 1,0-8-16,0-8 16,0 8-1,9-9-15,8 9 16,-9-8-16,-8 8 0,0-9 31,0 9-15,-8 0-16,-9 0 15,8 9 1,1-1-16,-1-8 16,-8 9-16,-26-9 15,1 8 1,-18 1-16,-8-1 16,-17 1-1,-18-1-15,-8-8 16,-8 0-1,-1 0 1,1 0-16,-1 0 16,-8 0-1,0-8-15,9-9 16,8-17-16,9-43 16,25-42-1,-17 51-15</inkml:trace>
  <inkml:trace contextRef="#ctx0" brushRef="#br0" timeOffset="32843.87">20714 12255 0,'0'0'16,"0"0"-16,0 0 0,0 0 16,0 0-16,-8-9 15,-1 1 1,-8-18 0,-8 1-16,-1 8 15,0 0-15,9 0 16,-8 0-1,-1 0-15,0 0 16,-16 0-16,-18 0 16,9 0-1,8 17 1,9 0-16,0 0 16,8 0-1,1 0-15,-1 8 16,-17 9-1,1 0 1,8 0-16,-9 9 16,0 8-1,1 0-15,-10 8 16,10 1-16,-1 8 16,9 0-1,0 0-15,17-8 16,0-1-1,0 1-15,8-1 16,0 1 0,9-1-1,0 9-15,0 0 16,9 0 0,0-8-16,8-9 15,0 8 1,0-8-16,8 0 15,1-8 1,0-1-16,-1 1 16,9-1-1,9 1-15,8-1 16,0-16 0,-16 8-16,24-9 15,10 1 1,-1-1-16,0-16 15,0-1 1,9 1-16,-17-1 16,-9 1-1,0-18-15,9 1 16,0-1 0,0 1-16,-18-18 15,1 1 1,0-9-16,-18 0 15,1 0 1,-1 0-16,-16 0 16,0 0-1,-9 0-15,-9-9 16,0 9 0,1 0-16,-1 9 15,-8 8 1,-8-9-16,-9 0 15,-9 1 1,0 8-16,9 0 16,-9 8-1,1 1-15,-1 8 16,0 0 0,9 0-16,0 8 15,-9 1 1,1 8-16,-9 0 15,-1 0 1,1 0-16,0 0 16,8 8-1,1 9-15,-10 0 16,1 0 0,0 0-16,17 0 15,0 9-15,-1 8 31,1 0-31,9 0 16,-1 0 0,9 8-16,0 10 0,0-1 15,0 0 1,0 8 0,8-16-1,9-1-15,0 1 16,17-1-1,0 1-15,9 8 16,8-9-16,-8 1 16,8-9-16,0 0 15,0 0 1,0-9 0,0 1-16,9 8 15,17-9-15,8 1 31,9-1-31,-9-16 16,1-1 0,-1-16-16,-17-1 15,-8 9-15,-1-8 16,10-1-16,7-8 16,1-8-16,-17-1 31,-1 1-16,-7-18-15,-10 1 16,1-1 0,-9-8-16,-9-8 0,-8-9 31,-8 0-31,-9-9 0,-9-8 31,1 17-31,-1-8 16,-17-1-1,1 9-15,-1 8 16,-17-8 0,-17 9-16,-42 8 15,-163-17 1</inkml:trace>
  <inkml:trace contextRef="#ctx0" brushRef="#br0" timeOffset="37645.05">2859 14713 0,'0'0'0,"9"-9"0,25-8 15,43-8-15,17-1 16,8 1 0,17 8-1,35 8-15,17 9 16,25 9-1,128 8-15</inkml:trace>
  <inkml:trace contextRef="#ctx0" brushRef="#br0" timeOffset="39792.89">19024 15146 0,'0'0'0,"0"0"0,0 0 15,0 0 1,0 0 0,0 0-16,111 26 15,77 16 1,-68-7-16,110-18 16,26 0-16,77-34 15,0-9 1,-69 0-16,189 9 15,-103-8 1,-35 8 0,163 8-16,0-16 15,-170-26 1,33-43-16,-25-16 16,-86 16-1,-42 1-15,-51-18 16,42-59-16,-43 8 15,-33 9 1,-35-42 0,-34 16-16,-17-25 15,-17 8 1,-25 26-16,-18 9 16,-8 8-1,17 25-15,0 43 16,16 34-1,1 0-15,17 34 0</inkml:trace>
  <inkml:trace contextRef="#ctx0" brushRef="#br0" timeOffset="40173.96">23975 13046 0,'0'0'0,"0"0"0,0 0 16,0 8 0,0 1-16,17 8 15,25-9 1,27-16-16,25-18 16,-1-16-1,-16-26-15,-8-26 16,7-8-1,-24 26-15,-27 25 16,1 17 0,-18 8-16,1 9 15,-1 0 1,9 9-16,9 8 16,42 17-1,69 25-15,51 18 16,17 16-1,16 9-15,27 9 16,93 16 0</inkml:trace>
  <inkml:trace contextRef="#ctx0" brushRef="#br0" timeOffset="41330.35">19434 15419 0,'9'0'0,"16"0"0,35 0 15,85 17-15,43 0 16,-9 0-1,69 0 1,16-9-16,43-8 0,60-25 16,-17-1-1,26-8 1,68-8-16,-18-1 16,-33-16-1,25-10-15,43-16 0,26-42 16,-44-18 15,35-8-31,17-17 16,9-8-1,0-1-15,-35-34 16,-8-16-16,-17-9 16,-77-9-16,-52-8 31,-58-17-31,-44-17 15,-25-9 1,-43-8-16,-34-17 0,-17-9 31,-35 9-31,-50 8 16,-52-8 0,-25 17-16,-34 51 15,-52-1 1,-34 1-16,-34 34 15,0 17 1,-17 59-16,-25 26 16,8 43-1,0 16-15,25 26 16,43 26 0,35 8-16,33 8 15,26 1-15,52-1 16,8 1-1,17-9 1,17 0-16,0 0 16,17-26-16,34-25 15,26-8 1,17-9-16,-26 8 16,-17 9-1,-25 17-15,-1 0 16,-16 17-1,-1 0 1,-8 9-16,0 8 16,-8-9-1,-1 9-15,-25 0 16,-34 9 0,-77 16-16,-9 35 15,35 42-15,16 0 16,52-17-1,25 8 1,43 43-16,52 26 16,50-9-1,52-8-15,93 67 16</inkml:trace>
  <inkml:trace contextRef="#ctx0" brushRef="#br0" timeOffset="95383.19">15653 6021 0,'0'0'0,"0"0"0,0 0 15,0 0 1,0 0-16,0 0 16,0 0-1,0 0-15,0 0 16,0 0-16,0 0 16,0 0-1,0 0 1,0 0-16,9-8 15,-1-1 1,1 1-16,-1-1 16,1 1-1,-1-1 1,1-8-16,8 0 0,0 0 16,-8 0-1,-1 0 1,1-8-16,-1 8 15,1 0-15,-9-9 16,8 1 0,-8-1-1,0 1-15,0-1 16,0 9-16,0 0 16,0 0-1,0 8 1,0 1-1,0-1-15,9-8 16,-9 0-16,8 0 16,-8 9-1,0-1-15,0-8 16,9 0 0,-1 0-1,1 0-15,-9 9 16,8-1-16,1 1 15,8-18-15,0 1 16,0-1 0,9-16-1,-1-1 1,1 9-16,0 0 16,-1 0-1,-8-8-15,9-1 16,-1 9-1,-7 9-15,16-1 16,8-8 0,1-17-16,0-8 15,-18-1-15,-8 0 16,0 9 0,0 0-1,18 0-15,-1 0 16,-9 17-1,1 17-15,0 0 16,-1-8-16,9-1 0,0-8 31,1 0-15,-1 0-16,8 0 16,-7 0-1,-10 0-15,1 9 16,-9-1-16,0 1 15,0-1 1,0 1-16,0-9 16,0 0-1,9 0-15,8 0 16,0 8-16,0 9 31,-8 0-31,8 0 16,0-8-1,17-1-15,9-17 16,0-8 0,-18 17-16,-7-8 15,7-9 1,18 0-16,0 0 16,0 17-1,8 0-15,0 0 16,-8 8-1,-9 9-15,0-8 16,18-1 0,-1 1-16,9-9 15,-9 0 1,17 8-16,-8 1 16,-17-1-1,0 1-15,16-1 16,18 1-1,-8-1-15,-1 9 16,-8 0 0,-26 0-16,9-8 15,17-1 1,-1 9-16,1-8 16,0-9-1,17 8-15,-17 0 16,8 1-1,9-1-15,0 1 16,8-1 0,-8 1-16,-9-9 15,-8 8 1,17 1-16,0-9 16,8 8-1,-8 1-15,-8-1 16,8-8-1,17 0-15,-1 0 16,-16 0-16,0 9 16,9-1-1,8 9 1,-9 0-16,0 0 16,1-8-1,-1 8-15,-8 8 16,-8 1-1,-1-1-15,17 1 16,-8-1-16,0-8 16,8 9-1,1-1 1,8 1-16,0-9 16,0 0-1,8 0-15,9-9 16,9 1-1,8-9-15,9 0 16,-1 0 0,18-1-16,0 1 15,-1 17 1,-8-8-16,9-1 16,-17 18-1,8-1-15,9-8 16,-18 17-1,1 0-15,8 0 16,0 9-16,-25-1 16,-9 9-1,17-8-15,-17-1 32,-17 1-32,-17-1 15,-9-8 1,-8-8-16,-43 8 0</inkml:trace>
  <inkml:trace contextRef="#ctx0" brushRef="#br1" timeOffset="104472.31">15482 6149 0,'0'0'0,"0"-9"0,17 1 0,1-1 15,-1 9 1,-9 0-16,1 0 16,-1 0-1,1 0-15,-1-8 16,1 8-1,-1-9-15,1 1 16,-1-1 0,1 1-16,-9 8 15,0-9 1,8 1-16,1-9 16,-9-9-1,9 1-15,-9-26 16,0-17-1,0-9-15,-9-8 16,9 25 0,0 26-16,0 9 15,9-9 1,-1 0-16,1 8 16,-1 1-1,9-1-15,0 1 16,0-9-1,0-9-15,1 9 16,-10 0-16,1 17 16,-1 0-1,1 17 1,-1 0-16,9 0 16,0 0-16,17 9 15,1-1 1,-1 1-1,0-1-15,17-8 16,17 9 0,1-9-16,-18-9 15,-17 1-15,-8-1 16,-1 1 0,1-1-1,8-16-15,0-1 16,9-8-1,-18 0-15,1 0 16,0 0 0,-9 9-16,-9-1 15,1-25-15,-1-8 16,1-18 0,-9 0-16,0 9 15,0 0 1,0 17-16,0 0 15,-9 17 1,9 0 0,0-8-16,0-1 15,0 9 1,0 0 0,0 0-16,9 9 15,-9-1-15,17 1 16,0-1-1,17 9-15,0 0 16,9 0 0,0 9-16,-9 8 15,-9 0 1,1 0-16,8 0 16,17 17-16,0-9 15,1 9 1,-10-8-1,-8 8-15,9-9 16,-9 1 0,9-1-16,-9 1 15,0-1 1,0-16 0,-8-1-16,-9 1 0,0-1 15,0 1 1,0-18-1,0 1-15,0-1 16,9 1 0,0-9-16,-1-9 15,1 9-15,-9-8 16,0-1 0,-8-8-1,-1 0 1,9-9-16,-8-8 15,8 9-15,0-1 16,0 9 0,0-8-1,0-1-15,9 1 16,8-1-16,17-16 16,-8 16-1,-9 9 1,-9 9-16,10 8 0,-1 0 31,0 17-31,0 0 16,0 17-16,0 0 15,-8 0-15,-1 8 32,10 9-32,-1 0 15,0 0 1,9 9-16,-1-1 15,1 1 1,-18-1-16,10 1 16,-1-1-1,0 1-15,0-1 16,0 1 0,0-18-16,-8 1 15,0-1 1,8 1-16,0-1 15,0-8 1,0 0-16,0 0 16,0-8-16,1-1 15,-1-16 1,-9-1-16,9 1 16,1-18-1,7 1-15,1-9 16,-9 8-1,0 1 1,-8-1-16,-1 0 16,1-8-16,0-8 15,-9-1 1,8 1 0,1-9-16,-1 8 15,1 18 1,0-1-16,-1 9 15,1 0 1,-1 0-16,1 0 16,-9 17-16,0 0 15,0 0 1,9 9-16,-9 8 16,9 0-1,8 0 1,-9 0-16,1 8 15,8 18 1,9-1-16,-1 9 16,10 0-16,-10 9 15,1-9 1,0 8-16,-9 9 16,8 0-1,1-8 1,0-1-16,-1 1 0,1-1 31,0-8-31,0 0 16,-1-8-1,1-1-15,0 1 16,-9-9 0,0-8-16,0-1 15,9-8-15,8-8 16,0-1-1,0 1 1,0-18-16,1 0 16,7-16-1,1-9-15,0-9 0,-17-8 16,-1 0 0,-8-8-1,9 8 1,0 0-16,-1-9 15,1 9 1,-9 0-16,0 9 0,1 8 31,-10 0-31,1 16 16,8 10 0,0-9-16,-8 17 15,8 0-15,-9 0 31,10 8-31,-1 9 16,0 0-16,8 9 16,1 8-1,0 0-15,-1 8 16,1 9-16,0 1 16,-9-1-1,0 0 1,9 8-16,-1 9 15,1 0 1,-9 9-16,0-18 16,1 1-16,-1-1 31,8 1-31,-7-18 16,-10 1-16,9-9 15,-8-9 1,8 1-1,0-1-15,9-16 16,-9-1-16,9-16 16,8-9-1,0-17-15,0 0 16,0 0 0,9-9-1,0-8-15,0-8 16,-1 8-16,-7-1 15,7 1 1,-7 17 0,7 0-16,-7 0 15,7 9 1,-16 8-16,8 0 16,-8 0-16,0 8 15,8 9 1,-9 0-1,-7 17-15,-1 0 16,0 0-16,0 17 16,9 0-1,-9 0 1,0 9-16,0 16 16,9 9-1,-1 9-15,-7-1 16,-1-8-1,0 9-15,0-9 16,0 0 0,9-8-16,8 8 15,-8-9 1,-1 1-16,10-1 16,-1-8-1,9-8-15,-9-1 16,0-8-1,17-8-15,1-9 16,-1-9-16,0-8 16,0 0-1,9-8 1,0-9-16,8-9 16,-16 1-1,-1-9-15,9 0 16,-9-9-16,0 0 15,1-16 1,-1-1-16,9 9 16,-9 0-1,-8 9 1,8 8-16,-8 17 16,-9 0-1,0 17-15,-8 0 16,-1 0-1,-7 17-15,-1 0 16,0 0 0,0 17-16,17 8 15,0 18 1,9 8-16,-9 8 16,1 18-1,-1-1-15,0-16 16,-8-1-1,8-8-15,9-8 16,25 0-16,9-9 16,42-26-1,10-33-15,127-69 16</inkml:trace>
  <inkml:trace contextRef="#ctx0" brushRef="#br0" timeOffset="109643.55">17292 3376 0,'0'0'0,"0"0"0,0 0 0,0 0 0,0 0 31,0 0-15,0 0-16,0 0 16,0 0-1,-9-8-15,1-1 16,-1 1 0,-8-9-16,-8-9 15,7-16 1,1-1-16,0-16 15,0-9 1,9 0-16,-1 0 16,9 17-1,0 17-15,0-1 16,0 18 0,0 0-16,0 17 15,0 0 1,-8 0-16,8 0 15</inkml:trace>
  <inkml:trace contextRef="#ctx0" brushRef="#br0" timeOffset="110010.08">16711 3232 0,'0'0'0,"0"0"0,0 0 16,0 0-16,0-9 16,17 1-1,1-26-15,7-9 16,1-8-16,-1-17 16,1-8-1,0 8-15,-1-1 16,-8 18-1,0 9 1,9-1-16,0 9 16,-1 9-1,-8 8-15,0 0 16,17 17 0,26 8-1,34 52-15,-34-18 0</inkml:trace>
  <inkml:trace contextRef="#ctx0" brushRef="#br0" timeOffset="113650.2">23505 2194 0,'0'0'0,"0"0"0,0 0 15,0 0 1,0 0-1,0 0-15,0 0 16,0 0 0,0 0-16,0 0 0,-8 0 31,-1 17-31,-8 17 16,0 17-1,8 9-15,1 25 16,-1-9-1,9 1-15,0-26 16,0-9-16,0-8 16,0-8-1,0 8 1,0-9-16,0 1 16,0 0-1,0-1-15,0-16 16,0-1-16,0-8 15</inkml:trace>
  <inkml:trace contextRef="#ctx0" brushRef="#br0" timeOffset="114001.36">23343 2730 0,'0'0'0,"0"0"0,0 0 15,0 0 1,9 8-16,-9 1 16,0-1-16,8 1 15,-8 8-15,9 0 16,-1 8-1,1 1-15,-1 0 16,-8-18 0,9 9-16,42-8 15,51-9 1,9-17 0,-17 0-1,-43 0-15,-33 17 16</inkml:trace>
  <inkml:trace contextRef="#ctx0" brushRef="#br0" timeOffset="124593.14">7238 13981 0,'0'0'0,"0"0"0,0-8 0,0-1 0,25-25 16,26-17 0,35-17-16,8 9 31,-18 8-31,35 0 15,17 8-15,-8 18 16,-26 25 0,-43 17-16,-8 17 15,-1 34 1,-16 34 0,0-17-16,-9-34 15,8-9-15,27-16 16,33-1-1,34-25-15,-8-17 16,34-34 0,9-25-16,-26 8 15,-34 17 1,-60 34-16</inkml:trace>
  <inkml:trace contextRef="#ctx0" brushRef="#br0" timeOffset="125166.21">7477 14475 0,'0'0'0,"0"0"15,0 0-15,0-9 16,25 1-16,18-26 16,8-26-1,34-8 1,43-9-16,-8 18 15,-26 33 1,-26 9-16,-17 17 16,1 17-16,-1 9 15,9 25 1,-1 0-16,1 0 16,25-8-16,26-18 15,43-25 1,76-51-1,103-43 1</inkml:trace>
  <inkml:trace contextRef="#ctx0" brushRef="#br0" timeOffset="138950.81">27756 1199 0,'0'0'0,"0"0"0,0 0 15,0 0-15,0 0 16,0 0 0,34 0-16,43 0 15,16 0 1,1 0-16,-25 0 15,-35 0 1,-9 9-16,-8 8 16,1 0-1,-1 8-15,0 9 16,0 9 0,-9 25-16,1 8 15,-1-16 1,-8-18-1,0-16-15,0 8 16,0-9-16,9 1 16,42-9-16,52 8 15,25-8 1,-52-8-16,-42-9 16,-8-9-1,-9 9 1,-8 0-16,-1 0 15,1 0-15,-1 0 16,-8 0 0,0 0-1,0 17-15,0 17 16,0 17 0,0 26-16,17 8 15,0 0-15,-8 0 16,0 26-1,-1 25-15,-25-9 16,-60-25 0,-76 9-16,-129 59 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3T00:05:18.1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21781 8113 0,'0'0'0,"0"0"0,0 0 0,17-8 16,69-9-16,67-17 31,44 0-31,59 0 16,17 8-1,8 9-15,86 0 16</inkml:trace>
  <inkml:trace contextRef="#ctx0" brushRef="#br0" timeOffset="1057.66">19391 8453 0,'0'0'0,"9"0"15,8 0 1,0 0-16,9 0 0,-1-8 31,1 8-31,-9-9 16,60 1 0,93-18-16,52-8 15,86-34-15</inkml:trace>
  <inkml:trace contextRef="#ctx0" brushRef="#br0" timeOffset="5705.31">19596 7067 0,'0'0'0,"0"0"0,0 0 0,0 0 16,17 9-1,0-1-15,26 1 16,17 8 0,25 0-16,0 0 15,-16 0 1,-18 8-16,-25-16 16,-1 8-1,-16 0-15,-26 8 16,-77 35-1,-26-1-15,35-8 16,-35 9 0,9-1-16,35-33 15,24 8 1,10-8-16,25 8 16,17 0-1,42 25-15,27-16 16,25-18-1,119-16-15,145-26 16</inkml:trace>
  <inkml:trace contextRef="#ctx0" brushRef="#br0" timeOffset="26983.19">7690 9780 0,'0'0'0,"34"0"0,145 0 0,171 0 16</inkml:trace>
  <inkml:trace contextRef="#ctx0" brushRef="#br0" timeOffset="30417.74">4549 10316 0,'0'0'0,"-8"0"0,-1 0 0,1 25 15,-10 18 1,1 8-16,9 0 15,-1 0 1,9-8-16,0-1 16,0-16-1,0-1-15,0 1 16,26-9 0,17 8-16,16 1 15,27-9 1,8-9-16,-35-16 15,1-1-15,60 9 16,59-8 0,-43-1-16,-25-8 15,77 9 1,-9 8 0,-59 0-16,16 25 15,69 9-15,-43-17 16,18 0-1,59-8 1,-26-1-16,34 1 16,-16-1-1,25-16-15,-26 8 16,-8 0-16,26 0 16,42 0-1,0 8 1,17-8-16,9 0 15,-17 0-15,0 0 16,-43 9 0,-26-1-1,9 9-15,-25 0 16,-1 0-16,34 0 16,-67-8-1,-1 8 1,17-9-16,-76 1 15,-52-1 1,0 1-16,-17-1 16,-25 1-1,-9-1-15,-8-8 16,-9 0 0,0-8-16,-9-18 15,9 9-15</inkml:trace>
  <inkml:trace contextRef="#ctx0" brushRef="#br0" timeOffset="57663.82">4959 11549 0,'0'0'0,"34"-17"0,137-25 16,76-9 0,43 16-16,43 18 15,-34-17 1,111 0-16,50 43 16,-50 25-1,-17-9-15</inkml:trace>
  <inkml:trace contextRef="#ctx0" brushRef="#br0" timeOffset="68567.21">20467 12621 0,'0'0'0,"17"0"0,26 0 16,50 0-16,61-9 16,8-8-16,-25 9 15,25 8 1,34 8 0,9 9-16,26 0 15,-10 0-15,78 17 16</inkml:trace>
  <inkml:trace contextRef="#ctx0" brushRef="#br0" timeOffset="70772.12">20356 10775 0,'0'0'0,"0"0"0,0 0 16,-9 17-16,-8 17 15,-8 34 1,-10 26-16,1-9 16,9-9-1,8-16-15,0-18 16,0-16-1,8-9-15,0-9 16,9 1 0,0-1-16,0-8 15,0-8-15,18-18 16,33-42 0,34-34-16,0 9 15,9 33 1,-17 9-1,-9 9-15,-8 8 16,0 8-16,-17 9 16,-1 17-1,-8 0-15,-8 17 16,0 9 0,-1 25-1,-16 34 1,-1 0-16,1-9 0,-9-16 15,0-18 1,0-16-16,8-1 16,9-8-1,9 0-15,-9-8 16</inkml:trace>
  <inkml:trace contextRef="#ctx0" brushRef="#br0" timeOffset="71427.56">21286 10248 0,'0'0'0,"9"0"0,16 0 15,27 0-15,-1 0 16,-9 8-1,1-8-15,-9 17 16,-8-8 0,-1 8-1,-8 17-15,-8 8 16,-18 26-16,-8 1 16,-25-1-1,8-9-15,8-25 16,9-8-16,0-9 15,17-9 1,0 1 0,8 8-1,52-9-15,43 1 0,16-9 16,26-9 0,0 9-1,137 17 1</inkml:trace>
  <inkml:trace contextRef="#ctx0" brushRef="#br0" timeOffset="76613.46">25511 10350 0,'0'0'0,"0"0"0,0 0 16,0 0-16,8 8 15,1 1 1,17-9-16,25 8 15,34 1 1,9 8-16,0 8 16,-17 18-1,-26 8 1,-17 9-16,-8 8 16,-1-9-16,-16 1 15,-1 50 1,-8 35-1,-42-9-15,-27-51 16,-42-26-16,18-25 16,33-8-1,9-18-15,-1 1 16,18-9 0,9 0-1,25 0-15,0-9 16,0-25-16,0-8 15,17-9 1,8 17-16,27 0 16,16 0-1,26 17-15,0 17 16,-43 8 0,0 9-16,26 17 15,17 9-15,-9-1 31,-8-8-31,-9-8 16,-17-18 0,-16 1-16,-18-1 15</inkml:trace>
  <inkml:trace contextRef="#ctx0" brushRef="#br0" timeOffset="77205.98">26347 9780 0,'0'0'0,"0"0"0,0 0 32,0 0-17,0 26-15,-8 16 16,-9 18-1,-9 8-15,1 0 16,-1-9 0,9-8-16,0-17 15,0-8 1,8-18-16,9 1 16,0-1-1,0-8-15,26-8 16,25-9-1,51-43-15,1-8 16,-43 17 0,-1 17-16,27-8 15,8 8 1,-9 25-16,-17 9 16,-17 17-1,-16 9-15,-27 25 16,-25 25-1,-43-8-15,26-34 16</inkml:trace>
  <inkml:trace contextRef="#ctx0" brushRef="#br0" timeOffset="82889.38">20373 13582 0,'0'0'0,"0"0"0,0 0 0,0 0 15,0 0 1,0 0-16,0 0 15,8 0-15,1 8 16,8 9 0,0 9-1,-8 16-15,-1 26 16,-16 26 0,-1-26-1,-16-9-15,-18 43 0,9 9 16,0-9-1,16-25 1,10-26-16,8-9 16,0-16-1,0-18-15,26-25 16,42-42 0,17-35-1,-8 17-15,-17 26 0,0-17 16,25-34-1,9 0 1,0 9-16,-18 16 16,-7 35-16,-27 8 15,-7 17 1,-18 17 0,8 8-16,9 52 15,0 42 1,-25-9-1,-9 18-15,0 25 16,-9-17 0,1-42-16,8-26 15,0-26-15,0-8 16,0-17 0</inkml:trace>
  <inkml:trace contextRef="#ctx0" brushRef="#br0" timeOffset="83547.14">21824 12995 0,'0'0'0,"0"0"16,8 0-1,18 0-15,8 0 16,17 0-1,1 0-15,-10 0 16,1 8 0,-17 1-16,-1-1 15,-8 1 1,-8 8-16,-1 0 16,1 17-16,-18-9 15,9 1 1,-8-1-1,8-16-15,0-1 16,0-8 0,0 0-16,0 0 15,0 0 1,8 0-16,9 0 16,0 9-1,9-1-15,-9 9 16,0 9-1,9 25-15,-9 9 16,-9-18 0,-16 9-16,-9 0 15,-34 17 1,-26-8-16,-26-18 16,44-25-1</inkml:trace>
  <inkml:trace contextRef="#ctx0" brushRef="#br0" timeOffset="86735.68">26390 13480 0,'0'0'0,"0"0"16,0 0-1,0 0-15,0 0 16,0 0 0,0 0-16,0 0 15,26-9 1,25-8-16,9 0 16,-1 0-1,10 17-15,-10 0 16,-24 0-1,-10 9-15,-16-1 16,-18 1 0,-16 16-16,-18 9 15,-8-8-15,16-1 16,18-16 0,0-1-1,17 1-15,0-9 16,0 0-16,9 0 15,8 0 1,17 17 0,17 0-16,1 17 15,-10 0-15,1 17 16,-18 8 0,-16 1-16,-26-1 15,-34 9 1,-9 0-16,-8-8 15,-9-9 1,17-26 0,0-16-16,35-1 15</inkml:trace>
  <inkml:trace contextRef="#ctx0" brushRef="#br0" timeOffset="87464.75">27218 12757 0,'0'0'0,"0"0"0,0 0 16,0 0-16,-9 8 16,-8 18-1,-17 16-15,0 18 16,-9-1 0,1 9-1,8-8-15,8-9 16,9-17-16,17-9 31,0-16-31,8-1 16,27-16-16,24-26 15,18-9 1,8 9-16,-16 0 16,-9 17-1,-9 17-15,0 17 16,0 51-16,-8 60 15,-1-9 1,-16-68 0</inkml:trace>
  <inkml:trace contextRef="#ctx0" brushRef="#br0" timeOffset="95736.79">5650 13463 0,'0'0'0,"0"0"15,0 0-15,9 8 16,8 9 0,-9 0-16,1 17 15,-1 26 1,-8 8-16,0-9 15,0-16 1,0-18-16,0-8 16,0-8-1,17-9-15,26-17 16,17-26 0,17-16-16,25-9 15,-8 8 1,8-16-16,1 8 15,8 0 1,8 8-16,9 9 16,9 17-1,-18 0-15,1 17 16,-9 17-16,-17 0 16,0 8-1,-9 9 1,9 0-1,0 0-15,8 9 16,-17-18-16,-8 1 16,-8-9-16,-1 0 15,0 0 1,-8 8 0,-9-8-16,0 0 15,0 0 1,-8 0-16,0 0 15,-9 0-15,0 0 16,0-8 0,0-1-1,-8 1-15,0-1 16,-9 1 0,0-1-16,0-16 15,0-9-15,0-9 16,17-25-1,0-34 1,-8-8 0,8-9-16,-8 51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13T00:10:48.57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4455 9516 0,'0'0'0,"0"0"0,17 9 0,52 25 16,84-8 0,-25-9-16,60-26 15,42 1 1,44-26-16,110-1 15</inkml:trace>
  <inkml:trace contextRef="#ctx0" brushRef="#br0" timeOffset="2207.34">6401 9244 0,'0'0'0,"0"0"0,0 0 0,9 0 16,-9 0 0,8 9-16,1-1 15,-1 9 1,-8 0-1,0 0-15,0 17 16,0-8-16,0-1 16,0 1-16,0-9 15,0 8 1,0 1 0,0-1-16,0 1 15,0-9-15,0 0 31,0-8-15,0-1-16,0 1 16,17-1-16,9 1 15,17-1 1,16 1-16,10-1 16,-1-8-16,26 0 15,8 9 1,-8-9-1,9 0-15,25 8 16,0 1 0,-9-1-16,-42 1 15,-9 8-15,-8-9 32,-17 1-32,-18-1 15,-16 1 1,-1-9-16,1 0 15,-1 0-15,-8 0 16,0-9 0,-8-8-16,-1-25 15,9-18 1,9-25 0,-1 42-16</inkml:trace>
  <inkml:trace contextRef="#ctx0" brushRef="#br0" timeOffset="3326.56">8415 9457 0,'0'0'0,"0"0"15,0 0-15,0 0 16,0 0-16,0 0 16,0 0-16,0 0 15,0 0 1,0 0-16,0 0 16,0 17-1,0 25-15,0 10 16,0-1-1,0 8 1,9-8-16,0-8 16,8-9-1,0-9-15,8 1 16,9-1-16,1-8 16,7 0-1,1-8 1,-17-1-16,8-8 15,25 0 1,10 9-16,7-18 16,18 1-1,0-1-15,0 1 16,26-18-16,25 1 16,0-18-1,-9 9 1,-8-8-16,0 8 15,-8 8 1,-18 9-16,-25 0 16,-9 9-1,-8-1-15,-9 9 16,-8 0 0,-17 0-16,-9 0 15,-9 0-15,1 0 16,-1 0-1,-8 0 1,0-8-16,9-1 16,-1-25-1,-16-34 1,-1 17-16</inkml:trace>
  <inkml:trace contextRef="#ctx0" brushRef="#br0" timeOffset="6294.84">4541 11915 0,'0'0'0,"0"0"0,0 0 16,0 0-1,8 0-15,18 0 16,8 0 0,43 0-16,25-9 15,60 1 1,86-1-16,25-8 15,43 17 1,51 17-16,25 0 16,-16 0-16</inkml:trace>
  <inkml:trace contextRef="#ctx0" brushRef="#br0" timeOffset="15717.59">4421 13752 0,'0'0'15,"0"-9"-15,43-25 16,68-17-16,34 0 16,85 17-1,43 9-15,129 25 16,84 42-16,69 120 16,-146-18-1</inkml:trace>
  <inkml:trace contextRef="#ctx0" brushRef="#br0" timeOffset="33190.15">10455 3053 0,'0'0'0,"0"0"0,0 0 0,0 0 15,0 0 1,0 0-16,0 0 16,9 0-1,-9 0-15,0 9 16,0 8 0,-9 0-16,9 17 15,0 8 1,-8-8-16,-1 0 15,1 9-15,-1-1 16,9 1 0,0-18-1,0 1-15,17-1 16,9 1 0,25-9-16,17-9 15,35 1 1,-18-18-16,26 1 15,26-1 1,8-8-16,0 9 16,0 8-1,43 8-15,-18 1 16,10 8-16,59-9 16,-18 1-1,10-9 1,-1-9-16,9-8 15,0 0 1,-17-8-16,17 8 16,-8-9-1,-9 9-15,-35 0 16,-24-8-16,-27 8 16,-34 0-1,-25 0 1,-34 8-16,-17 1 15,-18 8-15,-8 0 16,-8-9 0,-9-25-1,-9-59 1,-42-179-16</inkml:trace>
  <inkml:trace contextRef="#ctx0" brushRef="#br0" timeOffset="-134564.45">16012 7586 0,'0'0'0,"-9"25"0,0 18 0,-25 119 0,34-137 0,0 1 16,0-1 0,0-16-1,0 8-15,0 0 16,9 0-16,16 0 16,27 17-1,33 8 1,35-8-16,25 0 15,17 0 1,26-17-16,25-8 16,0-18-16,18 1 15,16-1 1,9 1 0,17-1-16,1 9 15,-27-8 1,-16-1-1,-18 9-15,-25 0 16,-35 0-16,-33 17 16,-35 0-1,-34-8 1,-25-1-16,0 1 16,-18-1-16,-8-8 15,-8-8-15,-10-35 31,-24-42-31,8-25 16,17-35 0,17-25-16,8-128 15</inkml:trace>
  <inkml:trace contextRef="#ctx0" brushRef="#br0" timeOffset="-132934">8910 8726 0,'0'0'0,"0"0"0,0 0 0,-8 0 16,-1-9 0,1 1-1,-9-1-15,8 1 16,1-1-1,-9 1-15,0-1 16,-9 9 0,0 0-16,-16 0 0,-1 17 15,0 0 1,1 17 0,8 0-16,-1 0 15,1 17 1,9 17-1,8-8-15,17-9 16,0 0 0,0 0-16,0 17 0,8-9 31,1 1-31,8-1 16,0 9-1,0 0-15,8-8 16,10-17-16,-1-1 15,0 1-15,-8-18 16,8 1 15,17 8-31,17 0 16,0-9-16,1 1 0,8-9 16,-1-9 15,-16 1-31,17-9 0,17-9 15,8 1 1,9-1 0,-17-8-16,-17 0 15,25-8 1,1-9 0,8 0-16,0-9 15,-35 9-15,-16 0 16,0 0-1,17 0 1,0 0-16,-18 0 16,-8 8-1,-8-8-15,0 0 16,-18 0 0,1 9-16,-17-1 15,-1-8-15,-16 0 16,-10-8-1,-7-9 1,-26-9-16,-18 1 16,10-1-16,-1 1 15,-17-18 1,-8 9-16,-9 17 16,-9 0-1,1 9 1,-26 8-16,-26 17 15,-8 17 1,-26 17-16,-51 25 16,43 1-16,8-26 15,-136-17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809D29-1373-6246-9F8A-DDFD735F70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17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3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5" Type="http://schemas.openxmlformats.org/officeDocument/2006/relationships/image" Target="../media/image2.png"/><Relationship Id="rId4" Type="http://schemas.openxmlformats.org/officeDocument/2006/relationships/image" Target="../media/image6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4: Algorithm Analysis and Priority Queues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16EF0-BA71-FAF4-8D2E-6A56D7A3D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for Algorithm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4778F-BCED-5084-02A2-68257F910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Identify a </a:t>
            </a:r>
            <a:r>
              <a:rPr lang="en-US" i="1" dirty="0"/>
              <a:t>function</a:t>
            </a:r>
            <a:r>
              <a:rPr lang="en-US" dirty="0"/>
              <a:t> which maps the algorithm’s input size to a measure of resources used</a:t>
            </a:r>
          </a:p>
          <a:p>
            <a:pPr lvl="1"/>
            <a:r>
              <a:rPr lang="en-US" dirty="0"/>
              <a:t>Domain of the function: </a:t>
            </a:r>
            <a:r>
              <a:rPr lang="en-US" b="1" dirty="0"/>
              <a:t>sizes</a:t>
            </a:r>
            <a:r>
              <a:rPr lang="en-US" dirty="0"/>
              <a:t> of the input </a:t>
            </a:r>
          </a:p>
          <a:p>
            <a:pPr lvl="2"/>
            <a:r>
              <a:rPr lang="en-US" dirty="0"/>
              <a:t>Number of characters in a string, number of items in a list, number of pixels in an image</a:t>
            </a:r>
          </a:p>
          <a:p>
            <a:pPr lvl="1"/>
            <a:r>
              <a:rPr lang="en-US" dirty="0"/>
              <a:t>Codomain of the function: </a:t>
            </a:r>
            <a:r>
              <a:rPr lang="en-US" b="1" dirty="0"/>
              <a:t>counts</a:t>
            </a:r>
            <a:r>
              <a:rPr lang="en-US" dirty="0"/>
              <a:t> of resources used</a:t>
            </a:r>
          </a:p>
          <a:p>
            <a:pPr lvl="2"/>
            <a:r>
              <a:rPr lang="en-US" dirty="0"/>
              <a:t>Number of times the algorithm adds two numbers together, number times the algorithm does a &gt; or &lt; comparison, maximum number of bytes of memory the algorithm uses at any time </a:t>
            </a:r>
          </a:p>
          <a:p>
            <a:r>
              <a:rPr lang="en-US" dirty="0"/>
              <a:t>Important note: Make sure you know the “units” of your domain and codomain!</a:t>
            </a:r>
          </a:p>
          <a:p>
            <a:pPr lvl="1"/>
            <a:r>
              <a:rPr lang="en-US" dirty="0"/>
              <a:t>Domain = inputs to the function</a:t>
            </a:r>
          </a:p>
          <a:p>
            <a:pPr lvl="1"/>
            <a:r>
              <a:rPr lang="en-US" dirty="0"/>
              <a:t>Codomain = outputs to the function</a:t>
            </a:r>
          </a:p>
        </p:txBody>
      </p:sp>
    </p:spTree>
    <p:extLst>
      <p:ext uri="{BB962C8B-B14F-4D97-AF65-F5344CB8AC3E}">
        <p14:creationId xmlns:p14="http://schemas.microsoft.com/office/powerpoint/2010/main" val="3678960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66A6-036F-846E-F4AC-15AAFD0E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AC8BB0-49B0-7D5E-92DD-CF544CC7D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3" y="1829365"/>
            <a:ext cx="12096954" cy="37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846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42A1-F3AE-5E9B-5D67-C317DC466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Running Times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I have these algorithms, all of which have the same input/output behavior:</a:t>
                </a:r>
              </a:p>
              <a:p>
                <a:pPr lvl="1"/>
                <a:r>
                  <a:rPr lang="en-US" dirty="0"/>
                  <a:t>Algorithm A’s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+900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B’s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C’s worst case running time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Which algorithm is best?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0258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a:rPr lang="en-US" sz="2400" b="0" i="1" smtClean="0">
                          <a:latin typeface="Cambria Math"/>
                        </a:rPr>
                        <m:t>𝑂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blipFill rotWithShape="1">
                <a:blip r:embed="rId2"/>
                <a:stretch>
                  <a:fillRect l="-514" r="-514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Θ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blipFill rotWithShape="1">
                <a:blip r:embed="rId3"/>
                <a:stretch>
                  <a:fillRect l="-517" r="-258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Ω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blipFill rotWithShape="1">
                <a:blip r:embed="rId4"/>
                <a:stretch>
                  <a:fillRect l="-258" r="-515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90"/>
          <a:stretch/>
        </p:blipFill>
        <p:spPr bwMode="auto">
          <a:xfrm>
            <a:off x="821900" y="640875"/>
            <a:ext cx="6884343" cy="5640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CFBF28A-3158-5E90-D756-BC0727064E2B}"/>
                  </a:ext>
                </a:extLst>
              </p14:cNvPr>
              <p14:cNvContentPartPr/>
              <p14:nvPr/>
            </p14:nvContentPartPr>
            <p14:xfrm>
              <a:off x="8523360" y="1261440"/>
              <a:ext cx="298440" cy="324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CFBF28A-3158-5E90-D756-BC0727064E2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514000" y="1252080"/>
                <a:ext cx="317160" cy="34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6386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less than or equal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Upper-bounded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</m:oMath>
                </a14:m>
                <a:endParaRPr lang="en-US" b="0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greater than or equal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Lower-bounded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“</a:t>
                </a:r>
                <a:r>
                  <a:rPr lang="en-US" dirty="0">
                    <a:solidFill>
                      <a:srgbClr val="FF33CC"/>
                    </a:solidFill>
                  </a:rPr>
                  <a:t>Tightly</a:t>
                </a:r>
                <a:r>
                  <a:rPr lang="en-US" dirty="0"/>
                  <a:t>” within constant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/>
                      </a:rPr>
                      <m:t>∩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AE5D645-4FEE-95CA-B2BE-5E9C34B9ED6E}"/>
                  </a:ext>
                </a:extLst>
              </p14:cNvPr>
              <p14:cNvContentPartPr/>
              <p14:nvPr/>
            </p14:nvContentPartPr>
            <p14:xfrm>
              <a:off x="1029240" y="431640"/>
              <a:ext cx="9820440" cy="51469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AE5D645-4FEE-95CA-B2BE-5E9C34B9ED6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9880" y="422280"/>
                <a:ext cx="9839160" cy="5165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32895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Scratch work:</a:t>
                </a:r>
              </a:p>
              <a:p>
                <a:pPr lvl="2"/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∧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 whenever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b="1" dirty="0"/>
                  <a:t>Sufficient to show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b="1" dirty="0"/>
              </a:p>
              <a:p>
                <a:pPr lvl="3"/>
                <a:r>
                  <a:rPr lang="en-US" b="1" dirty="0"/>
                  <a:t>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𝟏𝟏𝟎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b="1" dirty="0"/>
                  <a:t>	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778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</a:t>
                </a:r>
              </a:p>
              <a:p>
                <a:pPr lvl="2"/>
                <a:r>
                  <a:rPr lang="en-US" b="1" dirty="0"/>
                  <a:t>Let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𝟏𝟏𝟎</m:t>
                    </m:r>
                  </m:oMath>
                </a14:m>
                <a:r>
                  <a:rPr lang="en-US" b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b="1" dirty="0"/>
                  <a:t>Goal: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𝟏𝟏𝟎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en-US" b="1" dirty="0"/>
                  <a:t> for all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b="1" dirty="0"/>
                  <a:t>We can first observe that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b="1" dirty="0"/>
                  <a:t>So we know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b="1" dirty="0"/>
                  <a:t>And also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𝟏𝟏𝟎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𝟏𝟏𝟎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b="1" dirty="0"/>
              </a:p>
              <a:p>
                <a:pPr lvl="2"/>
                <a:r>
                  <a:rPr lang="en-US" b="1" dirty="0"/>
                  <a:t>Therefore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exist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3779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Scratch work: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𝟏𝟑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≥…≥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𝟏𝟑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𝟓𝟎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𝟏𝟑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𝒄𝒏</m:t>
                    </m:r>
                  </m:oMath>
                </a14:m>
                <a:r>
                  <a:rPr lang="en-US" b="1" dirty="0"/>
                  <a:t> provided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𝟓𝟎</m:t>
                    </m:r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−50≥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13−1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𝑐𝑛</m:t>
                    </m:r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−50≥12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We can choose 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≤12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1675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</a:t>
                </a:r>
              </a:p>
              <a:p>
                <a:pPr lvl="2"/>
                <a:r>
                  <a:rPr lang="en-US" b="1" dirty="0"/>
                  <a:t>Let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𝟏𝟐</m:t>
                    </m:r>
                  </m:oMath>
                </a14:m>
                <a:r>
                  <a:rPr lang="en-US" b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𝟓𝟎</m:t>
                    </m:r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𝟏𝟑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𝟏𝟐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𝟏𝟑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𝟏𝟐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𝟓𝟎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b="1" dirty="0"/>
                  <a:t>Which is true for our choice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	</a:t>
                </a: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    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8721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There is no choice of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pair to make the inequality work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No matter you choose as your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we can find an arbitrarily large value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that will violate the inequality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Assume towards contradiction that there exists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So this is only true for choices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below the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so 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can exist</a:t>
                </a:r>
              </a:p>
              <a:p>
                <a:pPr lvl="1"/>
                <a:r>
                  <a:rPr lang="en-US" dirty="0"/>
                  <a:t>Contradiction!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5612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To Show: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Contradiction</a:t>
                </a:r>
              </a:p>
              <a:p>
                <a:pPr lvl="1"/>
                <a:r>
                  <a:rPr lang="en-US" b="1" dirty="0"/>
                  <a:t>Proof:</a:t>
                </a:r>
                <a:r>
                  <a:rPr lang="en-US" dirty="0"/>
                  <a:t> 	Assume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 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𝑐𝑛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Let us derive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.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we know: </a:t>
                </a:r>
                <a:br>
                  <a:rPr lang="en-US" dirty="0"/>
                </a:b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	</a:t>
                </a:r>
                <a:br>
                  <a:rPr lang="en-US" dirty="0"/>
                </a:br>
                <a:r>
                  <a:rPr lang="en-US" dirty="0"/>
                  <a:t>	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</a:t>
                </a:r>
                <a:br>
                  <a:rPr lang="en-US" dirty="0"/>
                </a:br>
                <a:r>
                  <a:rPr lang="en-US" dirty="0"/>
                  <a:t>		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lower bounded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cannot be a constant and make this        		True.</a:t>
                </a:r>
                <a:br>
                  <a:rPr lang="en-US" dirty="0"/>
                </a:br>
                <a:r>
                  <a:rPr lang="en-US" dirty="0"/>
                  <a:t>		Contradiction.  Therefore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DE9E742-86D9-924A-813D-0470A2EDFFFC}"/>
              </a:ext>
            </a:extLst>
          </p:cNvPr>
          <p:cNvSpPr txBox="1"/>
          <p:nvPr/>
        </p:nvSpPr>
        <p:spPr>
          <a:xfrm>
            <a:off x="9144000" y="1504146"/>
            <a:ext cx="2743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Proof by Contradiction!</a:t>
            </a:r>
          </a:p>
        </p:txBody>
      </p:sp>
    </p:spTree>
    <p:extLst>
      <p:ext uri="{BB962C8B-B14F-4D97-AF65-F5344CB8AC3E}">
        <p14:creationId xmlns:p14="http://schemas.microsoft.com/office/powerpoint/2010/main" val="1148568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5DF01-CB08-62DC-1215-866A0F10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Gaining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When doing asymptotic analysis of functions:</a:t>
                </a:r>
              </a:p>
              <a:p>
                <a:pPr lvl="1"/>
                <a:r>
                  <a:rPr lang="en-US" dirty="0"/>
                  <a:t>If multiple expressions are added together, ignore all but the “biggest”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grows asymptotically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all multiplicative constants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for any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bases of logarithms</a:t>
                </a:r>
              </a:p>
              <a:p>
                <a:pPr lvl="1"/>
                <a:r>
                  <a:rPr lang="en-US" dirty="0"/>
                  <a:t>Do NOT ignore:</a:t>
                </a:r>
              </a:p>
              <a:p>
                <a:pPr lvl="2"/>
                <a:r>
                  <a:rPr lang="en-US" dirty="0"/>
                  <a:t>Non-multiplicative and non-additive constants (e.g. in exponents, bases of exponents)</a:t>
                </a:r>
              </a:p>
              <a:p>
                <a:pPr lvl="2"/>
                <a:r>
                  <a:rPr lang="en-US" dirty="0"/>
                  <a:t>Logarithms themselves</a:t>
                </a:r>
              </a:p>
              <a:p>
                <a:r>
                  <a:rPr lang="en-US" dirty="0"/>
                  <a:t>Examples: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+ 5 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+ 7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+ 3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(10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  <a:blipFill>
                <a:blip r:embed="rId2"/>
                <a:stretch>
                  <a:fillRect l="-928" t="-2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69EA6E8-55C4-30F2-5465-1BD6A7D1D214}"/>
                  </a:ext>
                </a:extLst>
              </p14:cNvPr>
              <p14:cNvContentPartPr/>
              <p14:nvPr/>
            </p14:nvContentPartPr>
            <p14:xfrm>
              <a:off x="1609920" y="2544120"/>
              <a:ext cx="8333280" cy="2670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69EA6E8-55C4-30F2-5465-1BD6A7D1D21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00560" y="2534760"/>
                <a:ext cx="8352000" cy="268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2657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8004-4521-2990-7545-99E7189B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Is each of the following True or False?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4+3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1.1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3492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66FAC-3CF1-21C8-D24E-C2A513888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Categories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	“constant”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b="0" dirty="0"/>
                  <a:t> 	“logarithmic”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	“linear”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	“log-linear”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“quadratic”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“cubic”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“polynomial”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“exponential”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6072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“First In First Out” (FIFO) collection of items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Enqueue</a:t>
            </a:r>
          </a:p>
          <a:p>
            <a:pPr lvl="2"/>
            <a:r>
              <a:rPr lang="en-US" dirty="0"/>
              <a:t>Add a new item to the queue</a:t>
            </a:r>
          </a:p>
          <a:p>
            <a:pPr lvl="1"/>
            <a:r>
              <a:rPr lang="en-US" dirty="0"/>
              <a:t>Dequeue</a:t>
            </a:r>
          </a:p>
          <a:p>
            <a:pPr lvl="2"/>
            <a:r>
              <a:rPr lang="en-US" dirty="0"/>
              <a:t>Remove the “oldest” item from the queue</a:t>
            </a:r>
          </a:p>
          <a:p>
            <a:pPr lvl="1"/>
            <a:r>
              <a:rPr lang="en-US" dirty="0" err="1"/>
              <a:t>Is_empty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</p:txBody>
      </p:sp>
    </p:spTree>
    <p:extLst>
      <p:ext uri="{BB962C8B-B14F-4D97-AF65-F5344CB8AC3E}">
        <p14:creationId xmlns:p14="http://schemas.microsoft.com/office/powerpoint/2010/main" val="4388750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D41E5-465C-EBB5-E9CD-029376B83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ADT: Priority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048E-DA88-5227-7793-0EE138E73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is it?</a:t>
            </a:r>
          </a:p>
          <a:p>
            <a:pPr lvl="1"/>
            <a:r>
              <a:rPr lang="en-US" dirty="0"/>
              <a:t>A collection of items and their “priorities”</a:t>
            </a:r>
          </a:p>
          <a:p>
            <a:pPr lvl="1"/>
            <a:r>
              <a:rPr lang="en-US" dirty="0"/>
              <a:t>Allows quick access/removal to the “top priority” thing</a:t>
            </a:r>
          </a:p>
          <a:p>
            <a:r>
              <a:rPr lang="en-US" dirty="0"/>
              <a:t>What Operations do we need?</a:t>
            </a:r>
          </a:p>
          <a:p>
            <a:pPr lvl="1"/>
            <a:r>
              <a:rPr lang="en-US" dirty="0"/>
              <a:t>insert(item, priority)</a:t>
            </a:r>
          </a:p>
          <a:p>
            <a:pPr lvl="2"/>
            <a:r>
              <a:rPr lang="en-US" dirty="0"/>
              <a:t>Add a new item to the PQ with indicated priority</a:t>
            </a:r>
          </a:p>
          <a:p>
            <a:pPr lvl="2"/>
            <a:r>
              <a:rPr lang="en-US" dirty="0"/>
              <a:t>Usually, smaller priority value means more important</a:t>
            </a:r>
          </a:p>
          <a:p>
            <a:pPr lvl="1"/>
            <a:r>
              <a:rPr lang="en-US" dirty="0"/>
              <a:t>extract</a:t>
            </a:r>
          </a:p>
          <a:p>
            <a:pPr lvl="2"/>
            <a:r>
              <a:rPr lang="en-US" dirty="0"/>
              <a:t>Remove and return the “top priority” item from the queue</a:t>
            </a:r>
          </a:p>
          <a:p>
            <a:pPr lvl="1"/>
            <a:r>
              <a:rPr lang="en-US" dirty="0" err="1"/>
              <a:t>Is_empty</a:t>
            </a:r>
            <a:endParaRPr lang="en-US" dirty="0"/>
          </a:p>
          <a:p>
            <a:pPr lvl="2"/>
            <a:r>
              <a:rPr lang="en-US" dirty="0"/>
              <a:t>Indicate whether or not there are items still on the queue</a:t>
            </a:r>
          </a:p>
          <a:p>
            <a:r>
              <a:rPr lang="en-US" dirty="0"/>
              <a:t>Note: the “priority” value can be any type/class so long as it’s comparable (i.e. you can use “&lt;“ or “</a:t>
            </a:r>
            <a:r>
              <a:rPr lang="en-US" dirty="0" err="1"/>
              <a:t>compareTo</a:t>
            </a:r>
            <a:r>
              <a:rPr lang="en-US" dirty="0"/>
              <a:t>” with it)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F34D68E-E666-E59B-15BB-2E45D1E17C58}"/>
                  </a:ext>
                </a:extLst>
              </p14:cNvPr>
              <p14:cNvContentPartPr/>
              <p14:nvPr/>
            </p14:nvContentPartPr>
            <p14:xfrm>
              <a:off x="1591560" y="1028880"/>
              <a:ext cx="5537160" cy="3974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F34D68E-E666-E59B-15BB-2E45D1E17C5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82200" y="1019520"/>
                <a:ext cx="5555880" cy="399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4699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1 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3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5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8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050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50DF-811B-A9CC-41FE-BB616356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Queue,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0527-8F8A-97C7-EE9B-44727DD0B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4800"/>
            <a:ext cx="10515600" cy="516127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 err="1"/>
              <a:t>PriorityQueue</a:t>
            </a:r>
            <a:r>
              <a:rPr lang="en-US" dirty="0"/>
              <a:t> PQ = new </a:t>
            </a:r>
            <a:r>
              <a:rPr lang="en-US" dirty="0" err="1"/>
              <a:t>PriorityQueue</a:t>
            </a:r>
            <a:r>
              <a:rPr lang="en-US" dirty="0"/>
              <a:t>();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(5,5) // has 5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(6,6) // has 5, 6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(1,1) // 1, 5,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1, has: 5, 6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(3,3) // 3, 5,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3, has: 5,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5, has: 6</a:t>
            </a:r>
          </a:p>
          <a:p>
            <a:pPr marL="0" indent="0">
              <a:buNone/>
            </a:pPr>
            <a:r>
              <a:rPr lang="en-US" dirty="0" err="1"/>
              <a:t>PQ.insert</a:t>
            </a:r>
            <a:r>
              <a:rPr lang="en-US" dirty="0"/>
              <a:t>(8,8) // 6, 8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 dirty="0"/>
              <a:t>) // 6</a:t>
            </a:r>
          </a:p>
          <a:p>
            <a:pPr marL="0" indent="0">
              <a:buNone/>
            </a:pPr>
            <a:r>
              <a:rPr lang="en-US" dirty="0"/>
              <a:t>Print(</a:t>
            </a:r>
            <a:r>
              <a:rPr lang="en-US" dirty="0" err="1"/>
              <a:t>PQ.extract</a:t>
            </a:r>
            <a:r>
              <a:rPr lang="en-US"/>
              <a:t>) // 8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1546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CA63-A283-2B9A-141D-40EDAC37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ED34-AF75-C4E8-5894-C0401FAAB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562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DE81BF-64A3-93DD-75E1-1B8B7ADAA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154171"/>
              </p:ext>
            </p:extLst>
          </p:nvPr>
        </p:nvGraphicFramePr>
        <p:xfrm>
          <a:off x="838200" y="1825625"/>
          <a:ext cx="1051559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6360">
                  <a:extLst>
                    <a:ext uri="{9D8B030D-6E8A-4147-A177-3AD203B41FA5}">
                      <a16:colId xmlns:a16="http://schemas.microsoft.com/office/drawing/2014/main" val="3859037791"/>
                    </a:ext>
                  </a:extLst>
                </a:gridCol>
                <a:gridCol w="3789680">
                  <a:extLst>
                    <a:ext uri="{9D8B030D-6E8A-4147-A177-3AD203B41FA5}">
                      <a16:colId xmlns:a16="http://schemas.microsoft.com/office/drawing/2014/main" val="1986166423"/>
                    </a:ext>
                  </a:extLst>
                </a:gridCol>
                <a:gridCol w="4099557">
                  <a:extLst>
                    <a:ext uri="{9D8B030D-6E8A-4147-A177-3AD203B41FA5}">
                      <a16:colId xmlns:a16="http://schemas.microsoft.com/office/drawing/2014/main" val="36671045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Data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100" dirty="0"/>
                        <a:t>Worst case time to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dirty="0"/>
                        <a:t>Worst case time to extract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4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18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Unsorted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532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Array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548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Sorted Linked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37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100" dirty="0"/>
                        <a:t>Binary Search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590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5DC9A6B-441D-32AF-47B4-F4888F339B90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1318996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6895746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6895746"/>
                  </p:ext>
                </p:extLst>
              </p:nvPr>
            </p:nvGraphicFramePr>
            <p:xfrm>
              <a:off x="838200" y="1825625"/>
              <a:ext cx="10515597" cy="2468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4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4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3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3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07353" r="-108842" b="-2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07353" r="-594" b="-2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13433" r="-108842" b="-1298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13433" r="-594" b="-1298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05882" r="-108842" b="-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05882" r="-594" b="-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C7AD587-59D0-A1C8-89A2-1EC8852362D7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2414215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6CB2-21FD-58F8-0744-75D5A27E3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through implementations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13853333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1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sz="21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A5DE81BF-64A3-93DD-75E1-1B8B7ADAA44B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513853333"/>
                  </p:ext>
                </p:extLst>
              </p:nvPr>
            </p:nvGraphicFramePr>
            <p:xfrm>
              <a:off x="838200" y="1825625"/>
              <a:ext cx="10515597" cy="2880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636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378968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4099557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Worst case 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Worst case time to extract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110448" r="-108842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110448" r="-594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207353" r="-108842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207353" r="-594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311940" r="-108842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311940" r="-594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405882" r="-108842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405882" r="-594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513433" r="-108842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513433" r="-594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1959055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Heap</a:t>
                          </a:r>
                        </a:p>
                      </a:txBody>
                      <a:tcPr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9453" t="-604412" r="-108842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6612" t="-604412" r="-594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76517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5A04C30-28A0-45BD-0DCC-6FE722E39D48}"/>
              </a:ext>
            </a:extLst>
          </p:cNvPr>
          <p:cNvSpPr txBox="1"/>
          <p:nvPr/>
        </p:nvSpPr>
        <p:spPr>
          <a:xfrm>
            <a:off x="838200" y="5852160"/>
            <a:ext cx="97078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simplicity,  Assume we know the maximum size of the PQ in advance (otherwise we’d do an amortized analysis, but get the same answers…)</a:t>
            </a:r>
          </a:p>
        </p:txBody>
      </p:sp>
    </p:spTree>
    <p:extLst>
      <p:ext uri="{BB962C8B-B14F-4D97-AF65-F5344CB8AC3E}">
        <p14:creationId xmlns:p14="http://schemas.microsoft.com/office/powerpoint/2010/main" val="39147098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67FF0-73B3-18E1-1353-1FC326B0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for Heaps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Trees:</a:t>
                </a:r>
              </a:p>
              <a:p>
                <a:pPr lvl="1"/>
                <a:r>
                  <a:rPr lang="en-US" dirty="0"/>
                  <a:t>The branching factor is 2</a:t>
                </a:r>
              </a:p>
              <a:p>
                <a:pPr lvl="1"/>
                <a:r>
                  <a:rPr lang="en-US" dirty="0"/>
                  <a:t>Every node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2 children</a:t>
                </a:r>
              </a:p>
              <a:p>
                <a:r>
                  <a:rPr lang="en-US" dirty="0"/>
                  <a:t>Complete Tree:</a:t>
                </a:r>
              </a:p>
              <a:p>
                <a:pPr lvl="1"/>
                <a:r>
                  <a:rPr lang="en-US" dirty="0"/>
                  <a:t>All “layers” are full, except the bottom</a:t>
                </a:r>
              </a:p>
              <a:p>
                <a:pPr lvl="1"/>
                <a:r>
                  <a:rPr lang="en-US" dirty="0"/>
                  <a:t>Bottom layer filled left-to-right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FACA28-A63F-17B5-D7E2-8052BDD1DC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5763F0-6769-2287-CC78-BCD511A25F3D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F7E31A0-3D28-578F-5A14-F09AA762C56B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8E57D9C-90AC-1E4D-B4B2-6035E42D446F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B69181F-C6C8-0F25-3774-618748080A5E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4E7A57F-281D-14D1-8FD1-B7676D989C3C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69DA9B6-1EB5-447B-ED91-6211BEDDA0F2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65DDE04-CC29-E791-DD6A-810566C87691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C1B6C2F-9FFB-4EEB-3096-46005109CDE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F5AC253-EE0F-A59C-CD48-00D35FA98918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694BE88-313B-BF69-CC7B-CDB41993619D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F5BEC51-2B81-F5B1-3172-D2C934522EE8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76CC7CC-AE23-0FD3-CE5F-8504F07C64B7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5647F1-AB09-5E14-4D54-F9A40B1E0C28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D23AFF-4086-7B95-E87D-F527D08A1AD3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427BB4-6F03-67AA-C1CC-7E6FCA3D63F4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B0041F5-7180-BE30-B46A-30863B150E6E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52D87F-314D-CE71-4735-6CB05C141444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B2EEED4-A26A-7898-FCF1-C0AA68E4D5B5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6353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Priority Queue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We need to keep some ordering, but it doesn’t need to be entirely sorted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072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A069-E0AF-EBEE-3120-4318DF25C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– Priority Queue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Idea: We need to keep some ordering, but it doesn’t need to be entirely sorted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worst case for extract and insert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CD4E4A-D376-CCD8-BF06-19D9E2D5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60A17D2-D1DC-EB90-0F1F-B576ACAA6D5B}"/>
              </a:ext>
            </a:extLst>
          </p:cNvPr>
          <p:cNvGrpSpPr/>
          <p:nvPr/>
        </p:nvGrpSpPr>
        <p:grpSpPr>
          <a:xfrm>
            <a:off x="5161281" y="2830993"/>
            <a:ext cx="6934200" cy="3661882"/>
            <a:chOff x="2590801" y="2672070"/>
            <a:chExt cx="6934200" cy="3661882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0E16EF1-E0DE-F370-E581-946E72846104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45C3EBE-556C-5377-E6B8-DD961CEA7DFD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B45233-474B-D142-219F-3E2B3AC692B9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202AD5-FD55-ED1F-2E5A-AA6DE5FB534F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55CF38E-7DC0-6240-8663-B411669B6536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F4CC478-74A8-998F-9A93-3856DF9C77CF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E3CC96-BBE6-289E-ED25-7D583BF06E09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4DD672-6BA5-032B-AF77-D37A27D159F3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01B6D2E-E2AA-4C8C-1EAD-8C12D7FF3633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48F384-51C8-527F-7FB4-5BBB372B6677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02DF07-0E13-B858-3BA7-5900F9516216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84EDD4-811C-EDDD-E685-8BB995834CA3}"/>
                </a:ext>
              </a:extLst>
            </p:cNvPr>
            <p:cNvCxnSpPr>
              <a:stCxn id="8" idx="1"/>
              <a:endCxn id="5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010E68-C147-D53D-76FA-0AC012CD9A6F}"/>
                </a:ext>
              </a:extLst>
            </p:cNvPr>
            <p:cNvCxnSpPr>
              <a:stCxn id="7" idx="7"/>
              <a:endCxn id="5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35A445-FC36-61C2-4F6B-88DF180C943C}"/>
                </a:ext>
              </a:extLst>
            </p:cNvPr>
            <p:cNvCxnSpPr>
              <a:stCxn id="12" idx="0"/>
              <a:endCxn id="7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6173BE8-0C63-61AC-C82D-DA0736EC7C33}"/>
                </a:ext>
              </a:extLst>
            </p:cNvPr>
            <p:cNvCxnSpPr>
              <a:stCxn id="11" idx="0"/>
              <a:endCxn id="7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59FA23-DDB5-C437-52D4-C8687D34BF71}"/>
                </a:ext>
              </a:extLst>
            </p:cNvPr>
            <p:cNvCxnSpPr>
              <a:stCxn id="9" idx="7"/>
              <a:endCxn id="6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F0309B5-D192-7F29-3E8C-A9BE86027085}"/>
                </a:ext>
              </a:extLst>
            </p:cNvPr>
            <p:cNvCxnSpPr>
              <a:stCxn id="10" idx="1"/>
              <a:endCxn id="6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A1E5C5-FE3E-3837-A400-EDD1180798EE}"/>
                </a:ext>
              </a:extLst>
            </p:cNvPr>
            <p:cNvSpPr txBox="1"/>
            <p:nvPr/>
          </p:nvSpPr>
          <p:spPr>
            <a:xfrm>
              <a:off x="6190049" y="337129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4072A56-BB76-64EE-AA55-B0C0AAAAE0F0}"/>
                </a:ext>
              </a:extLst>
            </p:cNvPr>
            <p:cNvSpPr txBox="1"/>
            <p:nvPr/>
          </p:nvSpPr>
          <p:spPr>
            <a:xfrm>
              <a:off x="4384195" y="437709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2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7B72FD9-D516-7B60-38F9-5A60DDD667CF}"/>
                </a:ext>
              </a:extLst>
            </p:cNvPr>
            <p:cNvSpPr txBox="1"/>
            <p:nvPr/>
          </p:nvSpPr>
          <p:spPr>
            <a:xfrm>
              <a:off x="8051693" y="431669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07146A6-09EE-669E-CAE9-E5870BEA6B4B}"/>
                </a:ext>
              </a:extLst>
            </p:cNvPr>
            <p:cNvSpPr txBox="1"/>
            <p:nvPr/>
          </p:nvSpPr>
          <p:spPr>
            <a:xfrm>
              <a:off x="3352081" y="507158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8CFD0E-B361-7654-43E5-3351750EFDA2}"/>
                </a:ext>
              </a:extLst>
            </p:cNvPr>
            <p:cNvSpPr txBox="1"/>
            <p:nvPr/>
          </p:nvSpPr>
          <p:spPr>
            <a:xfrm>
              <a:off x="7122005" y="501267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6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6F9792-C108-987E-92D6-692460A8FA7A}"/>
                </a:ext>
              </a:extLst>
            </p:cNvPr>
            <p:cNvSpPr txBox="1"/>
            <p:nvPr/>
          </p:nvSpPr>
          <p:spPr>
            <a:xfrm>
              <a:off x="5404400" y="51089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5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47EA02-4AEF-AD39-4C20-AAFE81249FFE}"/>
                </a:ext>
              </a:extLst>
            </p:cNvPr>
            <p:cNvSpPr txBox="1"/>
            <p:nvPr/>
          </p:nvSpPr>
          <p:spPr>
            <a:xfrm>
              <a:off x="9030118" y="503006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7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1B3F467-768F-E74D-FDE0-C031AB68DF49}"/>
                </a:ext>
              </a:extLst>
            </p:cNvPr>
            <p:cNvSpPr txBox="1"/>
            <p:nvPr/>
          </p:nvSpPr>
          <p:spPr>
            <a:xfrm>
              <a:off x="2783996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8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91939BE-D44A-6B91-F264-505B9FEB6EDB}"/>
                </a:ext>
              </a:extLst>
            </p:cNvPr>
            <p:cNvSpPr txBox="1"/>
            <p:nvPr/>
          </p:nvSpPr>
          <p:spPr>
            <a:xfrm>
              <a:off x="3920467" y="596462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33CC"/>
                  </a:solidFill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51371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A206E-E4F0-F25D-7FB9-EC12CCD00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What is the maximum number of total nodes in a binary tree of height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 I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in a binary tree, what is its minimum height?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Heap Idea: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values are inserted into a complete tree, the height will be roughly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Ensure each insert and extract requires just one “trip” from root to leaf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C1EDC-77CF-F245-8CDE-E3968F223C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902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0BF59-083A-CA08-93EA-90DDC967B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(Min) Heap Data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Keep items in a complete binary tree</a:t>
                </a:r>
              </a:p>
              <a:p>
                <a:r>
                  <a:rPr lang="en-US" dirty="0"/>
                  <a:t>Maintain the “(Min) Heap Property” of the tree</a:t>
                </a:r>
              </a:p>
              <a:p>
                <a:pPr lvl="1"/>
                <a:r>
                  <a:rPr lang="en-US" dirty="0"/>
                  <a:t>Every node’s priority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its children’s priority</a:t>
                </a:r>
              </a:p>
              <a:p>
                <a:pPr lvl="1"/>
                <a:r>
                  <a:rPr lang="en-US" sz="2000" dirty="0"/>
                  <a:t>Max Heap Property: every node’s priority is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000" dirty="0"/>
                  <a:t> its children</a:t>
                </a:r>
                <a:endParaRPr lang="en-US" dirty="0"/>
              </a:p>
              <a:p>
                <a:r>
                  <a:rPr lang="en-US" dirty="0"/>
                  <a:t>Where is the min?</a:t>
                </a:r>
              </a:p>
              <a:p>
                <a:r>
                  <a:rPr lang="en-US" dirty="0"/>
                  <a:t>How do I insert?</a:t>
                </a:r>
              </a:p>
              <a:p>
                <a:r>
                  <a:rPr lang="en-US" dirty="0"/>
                  <a:t>How do I extract?</a:t>
                </a:r>
              </a:p>
              <a:p>
                <a:r>
                  <a:rPr lang="en-US" dirty="0"/>
                  <a:t>How to do it in Java?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97669B-CBB0-4757-983B-3F4448576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8AE6CBA-AB2F-80B2-02B0-F3E0F80B5682}"/>
              </a:ext>
            </a:extLst>
          </p:cNvPr>
          <p:cNvGrpSpPr/>
          <p:nvPr/>
        </p:nvGrpSpPr>
        <p:grpSpPr>
          <a:xfrm>
            <a:off x="5161281" y="2808212"/>
            <a:ext cx="6934200" cy="3368751"/>
            <a:chOff x="2590801" y="2672070"/>
            <a:chExt cx="6934200" cy="336875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C35D44B-7628-E1CA-355C-F1502458AAFF}"/>
                </a:ext>
              </a:extLst>
            </p:cNvPr>
            <p:cNvSpPr/>
            <p:nvPr/>
          </p:nvSpPr>
          <p:spPr>
            <a:xfrm>
              <a:off x="5996855" y="267207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6D75F0-1F90-45CD-3466-F0D3151331C2}"/>
                </a:ext>
              </a:extLst>
            </p:cNvPr>
            <p:cNvSpPr/>
            <p:nvPr/>
          </p:nvSpPr>
          <p:spPr>
            <a:xfrm>
              <a:off x="4191001" y="3682289"/>
              <a:ext cx="688077" cy="68807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5428839-BA2F-B30D-94E5-826514CC6F90}"/>
                </a:ext>
              </a:extLst>
            </p:cNvPr>
            <p:cNvSpPr/>
            <p:nvPr/>
          </p:nvSpPr>
          <p:spPr>
            <a:xfrm>
              <a:off x="7858499" y="3653913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AAF1CD9-D7B0-1F23-5F0D-1AE7356B4063}"/>
                </a:ext>
              </a:extLst>
            </p:cNvPr>
            <p:cNvSpPr/>
            <p:nvPr/>
          </p:nvSpPr>
          <p:spPr>
            <a:xfrm>
              <a:off x="3200401" y="438350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A3A9B3C-DD7B-FA7F-8066-BF8EDE5C6C0E}"/>
                </a:ext>
              </a:extLst>
            </p:cNvPr>
            <p:cNvSpPr/>
            <p:nvPr/>
          </p:nvSpPr>
          <p:spPr>
            <a:xfrm>
              <a:off x="5211206" y="4425368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4A5175A-FD0A-6371-2F1B-DB3E686ECC8D}"/>
                </a:ext>
              </a:extLst>
            </p:cNvPr>
            <p:cNvSpPr/>
            <p:nvPr/>
          </p:nvSpPr>
          <p:spPr>
            <a:xfrm>
              <a:off x="6934201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A33B652-75C8-B0DA-13BD-38B23E9E57B2}"/>
                </a:ext>
              </a:extLst>
            </p:cNvPr>
            <p:cNvSpPr/>
            <p:nvPr/>
          </p:nvSpPr>
          <p:spPr>
            <a:xfrm>
              <a:off x="8836924" y="4341990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36E5ACF-446B-CD24-C4B1-D4CCCBEFC8B9}"/>
                </a:ext>
              </a:extLst>
            </p:cNvPr>
            <p:cNvSpPr/>
            <p:nvPr/>
          </p:nvSpPr>
          <p:spPr>
            <a:xfrm>
              <a:off x="2590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28E15AD-EBCB-3F3E-9454-F62DC58673EF}"/>
                </a:ext>
              </a:extLst>
            </p:cNvPr>
            <p:cNvSpPr/>
            <p:nvPr/>
          </p:nvSpPr>
          <p:spPr>
            <a:xfrm>
              <a:off x="3733801" y="5352744"/>
              <a:ext cx="688077" cy="68807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9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474545E-8779-A2D5-CC1E-916D83DAFEC0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4778311" y="3259380"/>
              <a:ext cx="1319311" cy="5236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832117-1D91-EA54-AA48-D42D50B6E77D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6584165" y="3259380"/>
              <a:ext cx="1375101" cy="4953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216AEFE-FACF-94D3-2B06-267CC376A70D}"/>
                </a:ext>
              </a:extLst>
            </p:cNvPr>
            <p:cNvCxnSpPr>
              <a:stCxn id="9" idx="1"/>
              <a:endCxn id="6" idx="5"/>
            </p:cNvCxnSpPr>
            <p:nvPr/>
          </p:nvCxnSpPr>
          <p:spPr>
            <a:xfrm flipH="1" flipV="1">
              <a:off x="4778310" y="4269598"/>
              <a:ext cx="533662" cy="2565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51E84C-C241-3587-EEAA-D44DCC6EB670}"/>
                </a:ext>
              </a:extLst>
            </p:cNvPr>
            <p:cNvCxnSpPr>
              <a:stCxn id="8" idx="7"/>
              <a:endCxn id="6" idx="3"/>
            </p:cNvCxnSpPr>
            <p:nvPr/>
          </p:nvCxnSpPr>
          <p:spPr>
            <a:xfrm flipV="1">
              <a:off x="3787711" y="4269598"/>
              <a:ext cx="504057" cy="21467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2F6055D-B72C-64B7-C5B6-16DED3B88937}"/>
                </a:ext>
              </a:extLst>
            </p:cNvPr>
            <p:cNvCxnSpPr>
              <a:stCxn id="13" idx="0"/>
              <a:endCxn id="8" idx="5"/>
            </p:cNvCxnSpPr>
            <p:nvPr/>
          </p:nvCxnSpPr>
          <p:spPr>
            <a:xfrm flipH="1" flipV="1">
              <a:off x="3787711" y="4970813"/>
              <a:ext cx="290129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20EC72-600D-B503-2BA3-2F770786B564}"/>
                </a:ext>
              </a:extLst>
            </p:cNvPr>
            <p:cNvCxnSpPr>
              <a:stCxn id="12" idx="0"/>
              <a:endCxn id="8" idx="3"/>
            </p:cNvCxnSpPr>
            <p:nvPr/>
          </p:nvCxnSpPr>
          <p:spPr>
            <a:xfrm flipV="1">
              <a:off x="2934839" y="4970813"/>
              <a:ext cx="366328" cy="38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E5B7A2E-C48F-13F0-EC5F-40C151CCB2C5}"/>
                </a:ext>
              </a:extLst>
            </p:cNvPr>
            <p:cNvCxnSpPr>
              <a:stCxn id="10" idx="7"/>
              <a:endCxn id="7" idx="3"/>
            </p:cNvCxnSpPr>
            <p:nvPr/>
          </p:nvCxnSpPr>
          <p:spPr>
            <a:xfrm flipV="1">
              <a:off x="7521511" y="4241222"/>
              <a:ext cx="437755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A696EE-72D9-D0B0-C82B-CF1F4D5D6426}"/>
                </a:ext>
              </a:extLst>
            </p:cNvPr>
            <p:cNvCxnSpPr>
              <a:stCxn id="11" idx="1"/>
              <a:endCxn id="7" idx="5"/>
            </p:cNvCxnSpPr>
            <p:nvPr/>
          </p:nvCxnSpPr>
          <p:spPr>
            <a:xfrm flipH="1" flipV="1">
              <a:off x="8445808" y="4241222"/>
              <a:ext cx="491882" cy="2015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8341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9883</TotalTime>
  <Words>2037</Words>
  <Application>Microsoft Office PowerPoint</Application>
  <PresentationFormat>Widescreen</PresentationFormat>
  <Paragraphs>301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Calibri Light</vt:lpstr>
      <vt:lpstr>Cambria Math</vt:lpstr>
      <vt:lpstr>Calibri</vt:lpstr>
      <vt:lpstr>Arial</vt:lpstr>
      <vt:lpstr>Office Theme</vt:lpstr>
      <vt:lpstr>CSE 332 Winter 2026 Lecture 4: Algorithm Analysis and Priority Queues</vt:lpstr>
      <vt:lpstr>Goals for Algorithm Analysis</vt:lpstr>
      <vt:lpstr>Comparing</vt:lpstr>
      <vt:lpstr>Comparing Running Times</vt:lpstr>
      <vt:lpstr>PowerPoint Presentation</vt:lpstr>
      <vt:lpstr>Asymptotic Notation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Gaining Intuition</vt:lpstr>
      <vt:lpstr>More Examples</vt:lpstr>
      <vt:lpstr>Common Categories</vt:lpstr>
      <vt:lpstr>ADT: Queue</vt:lpstr>
      <vt:lpstr>ADT: Priority Queue</vt:lpstr>
      <vt:lpstr>Priority Queue, example</vt:lpstr>
      <vt:lpstr>Priority Queue, example</vt:lpstr>
      <vt:lpstr>Applications?</vt:lpstr>
      <vt:lpstr>Thinking through implementations</vt:lpstr>
      <vt:lpstr>Thinking through implementations</vt:lpstr>
      <vt:lpstr>Thinking through implementations</vt:lpstr>
      <vt:lpstr>Trees for Heaps</vt:lpstr>
      <vt:lpstr>Heap – Priority Queue Data Structure</vt:lpstr>
      <vt:lpstr>Heap – Priority Queue Data Structure</vt:lpstr>
      <vt:lpstr>Challenge!</vt:lpstr>
      <vt:lpstr>(Min) Heap Data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64</cp:revision>
  <dcterms:created xsi:type="dcterms:W3CDTF">2023-09-26T20:08:20Z</dcterms:created>
  <dcterms:modified xsi:type="dcterms:W3CDTF">2026-01-13T00:20:26Z</dcterms:modified>
</cp:coreProperties>
</file>