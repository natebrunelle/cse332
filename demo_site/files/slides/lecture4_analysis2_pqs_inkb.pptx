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455" r:id="rId3"/>
    <p:sldId id="391" r:id="rId4"/>
    <p:sldId id="456" r:id="rId5"/>
    <p:sldId id="459" r:id="rId6"/>
    <p:sldId id="429" r:id="rId7"/>
    <p:sldId id="300" r:id="rId8"/>
    <p:sldId id="416" r:id="rId9"/>
    <p:sldId id="446" r:id="rId10"/>
    <p:sldId id="457" r:id="rId11"/>
    <p:sldId id="458" r:id="rId12"/>
    <p:sldId id="447" r:id="rId13"/>
    <p:sldId id="461" r:id="rId14"/>
    <p:sldId id="402" r:id="rId15"/>
    <p:sldId id="460" r:id="rId16"/>
    <p:sldId id="406" r:id="rId17"/>
    <p:sldId id="409" r:id="rId18"/>
    <p:sldId id="267" r:id="rId19"/>
    <p:sldId id="412" r:id="rId20"/>
    <p:sldId id="413" r:id="rId21"/>
    <p:sldId id="414" r:id="rId22"/>
    <p:sldId id="415" r:id="rId23"/>
    <p:sldId id="417" r:id="rId24"/>
    <p:sldId id="454" r:id="rId25"/>
    <p:sldId id="421" r:id="rId26"/>
    <p:sldId id="418" r:id="rId27"/>
    <p:sldId id="423" r:id="rId28"/>
    <p:sldId id="424" r:id="rId29"/>
  </p:sldIdLst>
  <p:sldSz cx="12192000" cy="6858000"/>
  <p:notesSz cx="6858000" cy="9144000"/>
  <p:embeddedFontLst>
    <p:embeddedFont>
      <p:font typeface="Cambria Math" panose="02040503050406030204" pitchFamily="18"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2:33:48.520"/>
    </inkml:context>
    <inkml:brush xml:id="br0">
      <inkml:brushProperty name="width" value="0.05292" units="cm"/>
      <inkml:brushProperty name="height" value="0.05292" units="cm"/>
      <inkml:brushProperty name="color" value="#FF0000"/>
    </inkml:brush>
  </inkml:definitions>
  <inkml:trace contextRef="#ctx0" brushRef="#br0">23676 8326 0,'0'0'0,"0"0"16,0 0-16,17 8 15,43 1 1,51-1-16,59-8 15,10-8 1,42-1-16,42 1 16,9-1-1,9 9 1,42 9-16,52-1 16,-9 1-16,77-9 15,-9 0 1,-60 0-16,-8-9 15,35 9 1,7 0-16,-76 0 16,-26 0-1,-51 9-15,-68-9 16,-34 0 0,-77-9-1,-26 1-15,-9-1 16,-16-25-1,-17 17-15</inkml:trace>
  <inkml:trace contextRef="#ctx0" brushRef="#br0" timeOffset="16146.85">12854 9619 0,'0'0'0,"0"0"16,0 0-1,0 0-15,0 0 16,0 0-1,0 0-15,0 0 16,0 0-16,0 0 16,8 0-1,26 0 1,43 0-16,43 0 16,59 0-1,26 8 1,25-25-16,52 0 15,42 0 1,26 0 0,26 26-16,42-9 15,9 0 1,16 8-16,10 1 0,-1 8 31,9-9-31,17-16 16,-17 8-16,-26 17 15,-17 25 1,-34 9-16</inkml:trace>
  <inkml:trace contextRef="#ctx0" brushRef="#br0" timeOffset="28800.17">20347 9763 0,'0'0'0,"0"0"16,9 0-16,59 0 15,43 0 1,171 0-1,76 0 1,-8 17-16</inkml:trace>
  <inkml:trace contextRef="#ctx0" brushRef="#br0" timeOffset="43423.17">23966 9516 0,'0'0'0,"9"0"0,42 9 15,94 0 1,60 8-1,85-9-15,77 1 16,60-1 0,128-8-16,-137-8 15</inkml:trace>
  <inkml:trace contextRef="#ctx0" brushRef="#br0" timeOffset="108204.13">25468 12825 0,'0'0'0,"-8"-9"0,-18 1 16,1-26-1,-18-17 1,9-17-16,0 0 15,17-34 1,-1-86-16,18 18 16,0 43-16,0-26 15,-8 0 1,-1 42 0,1 52-16,-18 16 0,9 9 31,0 17-31,0 0 15,8 8-15,-8 9 16,9 0 0,-9 26-1,-9 25-15,1 43 16,-10 16 0,18-25-16,0-25 15,9-9 1,8-26-16,0-8 15,0-8 1,0-9-16,0-9 16,-9-33-1,-8-43-15,-8-26 16,8 26 0,-1 34-16,1 17 15,9 17 1,8 0-16,0 9 15,25-1-15,69 18 16,77 25 0,8 17-16,-8 17 15,17-9 1,-18-16-16,112 16 16</inkml:trace>
  <inkml:trace contextRef="#ctx0" brushRef="#br0" timeOffset="160909.99">14364 12859 0,'0'0'0,"9"-9"15,42-8-15,51-17 16,69-25 0,68-9-16,43 17 15,51 25-15,59 18 16,52 8-1,-34 17-15,-52-17 16,9-17 0</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2:36:56.896"/>
    </inkml:context>
    <inkml:brush xml:id="br0">
      <inkml:brushProperty name="width" value="0.05292" units="cm"/>
      <inkml:brushProperty name="height" value="0.05292" units="cm"/>
      <inkml:brushProperty name="color" value="#FF0000"/>
    </inkml:brush>
  </inkml:definitions>
  <inkml:trace contextRef="#ctx0" brushRef="#br0">13084 8173 0,'0'0'0,"0"0"15,0 0-15,0 0 16,0 0-16,0 0 16,17 8-1,68 1 1,78-9-16,59-26 16,51-25-1,-9 0-15,1 9 16,17-1-1,50 18-15</inkml:trace>
  <inkml:trace contextRef="#ctx0" brushRef="#br0" timeOffset="1007.27">14057 10316 0,'0'0'0,"0"0"0,9 0 16,8 0-1,77-17-15,136-34 16,231 0-1,-43 25-15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2:39:05.218"/>
    </inkml:context>
    <inkml:brush xml:id="br0">
      <inkml:brushProperty name="width" value="0.05292" units="cm"/>
      <inkml:brushProperty name="height" value="0.05292" units="cm"/>
      <inkml:brushProperty name="color" value="#FF0000"/>
    </inkml:brush>
  </inkml:definitions>
  <inkml:trace contextRef="#ctx0" brushRef="#br0">11710 9789 0,'0'0'0,"0"0"0,0 0 0,0 8 16,0 1-1,17-9-15,9 8 16,33 9-1,1 0-15,-17-8 16,25 8 0,43 0-16,26 0 15,-9 0 1,-43-9 0,34-8-16,78 0 15,-35-8-15,-8-1 16,85-8-1,-69 9 1,-16-9-16,68-9 16,-26 1-1,35 8-15,7 0 0,53 0 16,7 0 0,18 8-16,9 9 31,-61 9-31,95-1 15,-52-8 1,0 26-16,0-9 0,1 8 16,24 1-1,-67-35 1,76-8-16</inkml:trace>
  <inkml:trace contextRef="#ctx0" brushRef="#br0" timeOffset="14576.2">6085 12697 0,'0'0'0,"0"0"0,0 0 15,0 0 1,0 0-16,0 0 15,0 0 1,0 0 0,0 0-16,0 0 15,0 0-15,9 0 16,34 0 0,25 0-16,34 0 15,1 0 1,8 0-16,34 0 15,25 0 1,27 0-16,25-8 16,0 8-1,0 0 1,8 8-16,-17-8 16,9 9-16,-8-1 15,25 9 1,8-8-16,-8 8 15,17 0 1,-8 0-16,25 8 16,-34-8-1,0 9-15,0-18 16,-9 1 0,18-9-1,-9 0-15,8 0 16,-8 8-16,0 9 15,-8 9 1,-10-1 0,-24 1-16,-1-9 15,26 8 1,-17-8-16,0-8 16,8 8-1,17-17-15,1 17 16,-26-9-16,0-8 15,-18 0 1,27 9-16,8-9 16,-35-9-1,27 9 1,8 0-16,8 0 16,9 9-16,-8-9 15,8 0 1,0-9-1,8 9 1,-17 0-16,9-8 16,18 8-16,-10-9 15,9 9 1,-8-17-16,-9 0 16,0 0-1,0 0-15,-18 0 16,-7 0-1,-1-8-15,9-9 16,17 0-16,9 0 16,8 8-1,8 1-15,1-1 16,-9-8-16,-9 9 16,1-1-1,34-8-15,-1 9 31,-8-26-31,-8-9 16,59-25 0</inkml:trace>
  <inkml:trace contextRef="#ctx0" brushRef="#br0" timeOffset="-144421.99">6205 11600 0,'0'0'0,"0"17"0,0 0 16,-9 9 0,9 8-1,-8 8-15,-26 26 16,-18 43-1,-16 25 1,0-9-16,8-16 16,9-26-16,17-34 15,8-8 1,9-18 0,9-16-16,-1-1 15,9 1-15,0-1 16,0 1-16,17-1 15,26 1 1,34-18 0,42-16-16,-8-1 15,9 9 1,8 0-16,8 0 16,1 0-1,8 17 1,26-8-16,-1-1 15,1 1-15,8-1 16,-8 9-16,0 0 16,8 0-1,0 9 1,-8 8 0,25 8-16,26-8 15,0 9-15,17-1 16,-9 1-1,-16-9 1,-10 8-16,-7 1 16,-1 8-16,-17 0 15,1-9-15,16 9 16,-8 0 0,8-17-1,-8 0 1,-9 0-16,9-8 15,-9-1-15,-43 1 16,1-1 0,-9 1-1,-8-9-15,-9 8 16,8 1-16,18-9 16,-1 0-16,-25 0 15,-9 0 1,9 0-1,17 0 1,-8-9-16,-9 1 0,17-9 31,17-9-31,9 9 16,-9 0 0,-9 9-16,-16-9 15,-1 8 1,-8 1-16,0-1 15,-25 1 1,-18-1-16,-8 9 16,-18 0-1,-16 0-15,-9 0 16,-9 0 0,1 0-16,-9 0 15,0 0 1,0 0-16,0 0 15,0 0 1,0 0-16,0 0 16,0-8-1,0-1-15,9-16 16,-1-1 0,1 1-16,-1-18 15,9 1 1,0-18-16,9-8 15,-1-9 1,1 9-16,-9 0 16,9-8-1,-9 8-15,-9 17 16,1 8 0,-18 9-16,1 9 15,-9-9 1,-9 8-16,1 9 15,-10 0 1,1 0-16,-25 9 16,-18 8-1,-26 0-15,-16 0 16,-9 0 0,8 8-16,-25 9 15,-17 0-15,-9-8 16,-25 8-1,-9-9-15,9-8 16,-52 9 0,-16-1-1,-1 1-15,-8-1 16,-9 9-16,-16-8 31,8-18-31,-52 9 16,26 0-16,-25-8 15,-69 25 1,43-9-16,26-8 16,-60 0-16,59 0 15,1-17 1,-86 17 0,77 9-1,-34 16-15,-60 26 16,-8 9-16,-52 33 15,112-8 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2:41:43.862"/>
    </inkml:context>
    <inkml:brush xml:id="br0">
      <inkml:brushProperty name="width" value="0.05292" units="cm"/>
      <inkml:brushProperty name="height" value="0.05292" units="cm"/>
      <inkml:brushProperty name="color" value="#FF0000"/>
    </inkml:brush>
  </inkml:definitions>
  <inkml:trace contextRef="#ctx0" brushRef="#br0">18598 2551 0,'0'0'0,"0"0"0,8 9 0,1 8 15,-9 17 1,-17 34-16,-9 42 16,0 35-16,1 0 15,-9-43 1,17-43-16,0-25 31,8-8-31,9-1 16,0 1-1,17-1-15,17-8 16,60-8-16,68-9 16,18-17-1,16-9 1,17-16-16,1-1 16,50-8-1,-16 0-15,-1 0 0,-8 9 16,0 16-1,-17 1 1,-26 25 0,35 8-16,-69 9 15,-43 9-15,18-1 16,-18-8 0,-8 9-16,-42-18 15,-27 1-15,-16-1 31,8 1-31,0-9 16,0-9 0,9-16-16,8-26 15,-8-26 1,-9-8-16,-25 9 16,-1 41-1</inkml:trace>
  <inkml:trace contextRef="#ctx0" brushRef="#br0" timeOffset="5592.66">25238 2483 0,'0'0'0,"0"0"16,0 0-16,0 17 16,8 9-1,-8 42-15,0 25 16,-8 9 0,-1-33-16,1-1 15,-1-9 1,1-16-16,8-18 15,0-8 1,0 0-16,34 0 16,68-8-16,69-26 15,42-17 1,18-17 0,-1 17-16,1 0 15,16 8-15,18 9 16,16 17-1,18 17 1,-26 0-16,-25 17 16,-26 9-16,-43-9 15,-25 8 1,-35 1-16,-42-18 16,-26-8-1,-25-8 1,-9-1-16,-9 1 15,1-18 1,8-8-16,8-59 0,1-77 16,0-52-1,16-109 1</inkml:trace>
  <inkml:trace contextRef="#ctx0" brushRef="#br0" timeOffset="16082.65">24111 7382 0,'0'0'16,"0"0"-16,0 0 0,0 0 15,0 0-15,26-9 16,59 1-16,77-1 15,86 1 1,-1 8-16,-16 17 16,-26 0-1,-137-9-15</inkml:trace>
  <inkml:trace contextRef="#ctx0" brushRef="#br0" timeOffset="17779.65">24504 11719 0,'0'0'0,"0"0"0,25-8 16,69-18 0,43-25-16,-1 17 15,35 17-15,43 17 16,93 43-1</inkml:trace>
  <inkml:trace contextRef="#ctx0" brushRef="#br0" timeOffset="18459.29">24418 9329 0,'0'0'0,"0"0"0,43 0 15,162 17 1,128-17 0,59-42-1,-7-18-15</inkml:trace>
  <inkml:trace contextRef="#ctx0" brushRef="#br0" timeOffset="26551.47">24504 4822 0,'0'0'0,"0"0"0,0 0 15,0 0 1,0 0-16,0 0 16,0 0-1,0 0-15,0 0 16,-9 9-1,-33 33-15,-27 35 16,-16 8-16,0 0 16,16-26-1,27-16 1,8-1-16,16-16 16,1-9-1,9-9-15,-1 1 16,1-1-1,8 1-15,0-1 16,0-8 0,0 0-16,17 9 15,17-1 1,26 1-16,42-9 16,-8-9-1,0 9-15,17-8 16,-17-1-1,8 18-15,-42 8 16</inkml:trace>
  <inkml:trace contextRef="#ctx0" brushRef="#br0" timeOffset="27058.5">23966 5885 0,'0'0'0,"0"0"0,0 0 0,0 0 16,9 0-1,25-8-15,34-1 32,52-8-17,-9 0 1,-1-8-16,44-9 15,136-35-15</inkml:trace>
  <inkml:trace contextRef="#ctx0" brushRef="#br0" timeOffset="42050.69">23625 12365 0,'0'0'0,"0"0"0,0 0 16,0 0-16,0 0 16,0 0-1,0 0-15,8 0 16,43 0-16,18 9 16,-18-1-1,9-8 1,34 0-16,-1 9 15,10-9 1,8 9-16,-51-1 16,-18 1-1,9 8-15,1-9 16,-10 9-16,-16-8 31,0-1-31,-18 1 16,1-1-1,-18 1-15,-8 8 16,-34 0-16,-43 17 16,-43 8-1,18-8 1,34 0-16,-18-8 16,18-9-16,34 0 15,-18 0-15,27 0 16</inkml:trace>
  <inkml:trace contextRef="#ctx0" brushRef="#br0" timeOffset="42354.51">23659 13344 0,'0'0'0,"0"0"16,8 0-16,27 0 0,24 0 15,35-9 1,43-8 0,51-9-1,136-8-15</inkml:trace>
  <inkml:trace contextRef="#ctx0" brushRef="#br0" timeOffset="59149.32">28302 8717 0,'0'0'0,"0"0"0,0 0 31,0 0-31,0 0 16,0 0-16,8 0 15,27 9 1,24-1 0,52 1-16,0-9 15,-25-9 1,25-8-16,17 17 16,0-8-1,-26-1-15,-68 9 0</inkml:trace>
  <inkml:trace contextRef="#ctx0" brushRef="#br0" timeOffset="59426.02">28293 9448 0,'0'0'0,"0"0"0,9-8 16,34-9-1,76-26-15,18-16 16,-9-1-1,76-8-15,146-8 16</inkml:trace>
  <inkml:trace contextRef="#ctx0" brushRef="#br0" timeOffset="78963.78">2834 11498 0,'0'0'0,"0"17"0,0 0 0,0-8 16,0-1-1,0 1-15,0 8 16,0 17-16,0 17 16,-9 8-1,1-8 1,-10 0-16,-7 26 15,-18 25 1,1 25-16,7-16 16,-7-9-1,-1 34 1,9 26-16,0-26 16,-9 0-1,0 34-15,9 8 16,0-16-16,0 25 15,8 0 1,1-34-16,-1 34 16,1 18-1,-1-10-15,9 52 16,-9-35-16,1 26 31,8-8-31,8-51 16,1 42-1,8-60-15,0-16 16,8 34-16,1-26 0,8-34 31,8 8-15,9 9-16,1-17 16,-1-25-1,8-17-15,18 16 0,8 18 31,18-1-31,-1-8 16,-8-25-16,8-26 16,9-17-1,9-9-15,8 1 0,8-18 16,18 1 0,8-1-1,17-8 1,17 0-1,-17-8-15,9-9 16,0-9 0,-9-25-16,26 0 15,-35 0 1,-8 9-16,17-18 16,-16 9-1,7 0-15,-8 0 16,-8 17-1,-1-17-15,-8-8 16,-17-35 0,9-17-16,-18 9 15,9 0 1,9-42-16,-18-18 16,1 26-1,-1 0-15,9-51 16,-17 17-1,-26 8-15,-17-25 16,-17 26 0,-8-1-16,0-51 15,-1 18 1,-16-1-16,-1-8 16,-8 25-1,-8-33-15,8-1 16,-17 18-1,0-35-15,8 17 16,-8 1-16,-17 16 16,8 18-1,-16-10 1,-10 18-16,-7 17 16,-10 9-16,-7-9 15,-10 0 1,-16 17-16,-18-1 15,1 10 1,-35-1 0,1 18-16,-10-1 15,-7 18 1,-18 8-16,9 0 16,-35 17-1,9 25-15,1 9 16,-18 8-1,-9 9-15,-25 26 16,9 8 0,-1 8-16,18 10 15,8 7-15,-9 9 16,27 0 0,-44 34-1,-8 17-15,0 26 16,17 8-16,68 0 15,-25 25 1,25 35 0,-34 76-16</inkml:trace>
  <inkml:trace contextRef="#ctx0" brushRef="#br0" timeOffset="80064.28">8910 15648 0,'0'0'0,"0"0"0,0-8 0,-8-1 15,-18 1 1,-8-9 0,-34 8-1,-17 9-15,-1 17 16,-16 26 0,8 8-16,17 17 15,-8 25 1,-9 9-16,-9 0 15,-7 17 1,-10 18-16,1 16 16,-10-9-1,19-25-15,7-17 16,26-25 0,26-18-16,17-25 15,17-25 1,-9-26-16,1-17 15,8-17-15,0 0 16,8 0 0,0 17-1,1 17-15,8 0 16,-9 8-16,1 9 16,-1 0-1,1 0 1,-18 17-16,1 26 15,-10 16 1,1 1-16,0-9 16,17-17-1,17-9-15,0-8 16,26 0 0,51 0-16,51-8 15,25-18 1,18-16-16,-35-9 15,-84 17-15</inkml:trace>
  <inkml:trace contextRef="#ctx0" brushRef="#br0" timeOffset="107893.51">15022 6514 0,'0'0'0,"0"0"0,-9 0 0,0 0 0,-8 0 31,-8 0-31,-1 0 16,-8 17-16,-17 0 16,8 9-1,-17 8 1,1 26-16,-10 8 0,18 0 16,8 0-1,1 0-15,8 8 31,-9 1-31,9 8 16,17 0-16,0-17 16,8-9-1,9 1-15,0-9 16,17 0 0,9-9-16,17 1 15,25-9 1,26-17-16,17-8 15,0-18-15,17 1 32,-9-26-32,-8-9 15,-9 0-15,-16-16 16,-18-1 0,-17-16-16,-17-9 15,-16-17 1,-18 0-1,-9 0-15,-25-9 0,-9-8 32,-8 25-32,-26 1 15,-42 8 1,-26 8-16,-18 35 16,-135 8-16</inkml:trace>
  <inkml:trace contextRef="#ctx0" brushRef="#br0" timeOffset="120903.73">15141 4490 0,'0'0'0,"0"0"16,0 0-16,0 0 15,0 0 1,0 0 0,0 0-16,0 9 15,0-1-15,0 9 16,0 0 0,0 0-1,0 17-15,-9 26 16,1 33-1,-1 44-15,1 24 16,-1 1 0,-8-43-16,9-17 15,-9-9-15,8-16 16,-8-18 0,9-16-16,-18 0 15,0-18 1,9-8-1</inkml:trace>
  <inkml:trace contextRef="#ctx0" brushRef="#br0" timeOffset="121235.93">14450 5681 0,'0'0'0,"0"0"0,17 17 16,17 17-16,26 17 15,8 0-15,-17-8 16,-8 8 0,-18 0-16,-16 8 15,-1-8 1,1-8-1,0-9-15,8-9 0,17 1 32,25-18-32,35-25 15,34-25 1,0-18-16,-59 35 16</inkml:trace>
  <inkml:trace contextRef="#ctx0" brushRef="#br0" timeOffset="-138686.54">29924 4592 0,'0'0'16,"0"0"-16,0 0 0,0 0 15,0 0 1,0 0-16,0 0 15,0 0 1,0 0-16,0 0 16,0 9-16,0-9 15,0 8-15,0-8 16,0 0 0,0 0-1,0 0 1,-9 0-16,-25 9 15,-17-1 1,-43 1-16,-17-1 16,34-8-1,34 9-15,-42-9 16,-35 25 0,-16 1-16,25 8 15,43 0 1,8 26-16,-17 16 15,-8 9 1,16 17-16,27 0 16,25 9-1,34-9-15,34 25 16,0-8 0,-8-25-16,59 0 15,69-9-15,-51-34 16,-27-26-1,61-8 1,25-8-16,129-18 16</inkml:trace>
  <inkml:trace contextRef="#ctx0" brushRef="#br0" timeOffset="-138262.98">28746 5111 0,'0'0'0,"0"0"0,0 0 16,0 0 0,8 9-16,35 8 15,76 8 1,52 9-16,128 17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2:44:56.455"/>
    </inkml:context>
    <inkml:brush xml:id="br0">
      <inkml:brushProperty name="width" value="0.05292" units="cm"/>
      <inkml:brushProperty name="height" value="0.05292" units="cm"/>
      <inkml:brushProperty name="color" value="#FF0000"/>
    </inkml:brush>
  </inkml:definitions>
  <inkml:trace contextRef="#ctx0" brushRef="#br0">2834 5885 0,'0'0'0,"0"0"0,0 0 16,0 0-16,0 0 16,0 0-1,0 0-15,0 0 16,8 0 0,9 17-1,-8 17-15,-18 34 16,1 17-1,-1 9-15,-16-18 16,7-16-16,1-26 16,17-9-1,0-8 1,0-8-16,0-9 16,9 0-1,17 0-15,16-9 16,18 1-1,25-9-15,26-9 16,-34 9 0,8 0-16,26 0 15,17 0 1,0 9-16,-8 8 16,25 0-1,34 0-15,-17 17 16,1-9-1,50 9-15,-17 0 16,-34-8 0,35-1-16,-35 1 15,-26-1 1,-8 1-16,-17-18 16,-25 1-1,-18-1-15,-25 1 16,-18-1-1,-8 1-15,-8 8 16,-1 0 0,-8 0-16,0-9 15,0 9 1</inkml:trace>
  <inkml:trace contextRef="#ctx0" brushRef="#br0" timeOffset="4020.9">5001 7637 0,'0'0'0,"0"0"0,0 0 0,0 0 16,0 0-1,-17 0 1,9 9 0</inkml:trace>
  <inkml:trace contextRef="#ctx0" brushRef="#br0" timeOffset="4272.21">4481 7646 0,'0'0'0,"0"0"0,0 0 16,0 0-1,8-9 1,35 1-16,34-1 0,42 0 15,69-8 1,34 17 0,-17 9-16,-26-9 15,26 8 1,0 10-16,94 7 16</inkml:trace>
  <inkml:trace contextRef="#ctx0" brushRef="#br0" timeOffset="6560.03">7528 7552 0,'0'0'0,"0"0"0,0 0 31,0 0-31,0-9 0,34 1 32,34 8-32,26 0 15,26 0 1,67 8-16,44 1 16,16-9-1,26 8-15,26-8 16,68 0-1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2:47:57.026"/>
    </inkml:context>
    <inkml:brush xml:id="br0">
      <inkml:brushProperty name="width" value="0.05292" units="cm"/>
      <inkml:brushProperty name="height" value="0.05292" units="cm"/>
      <inkml:brushProperty name="color" value="#FF0000"/>
    </inkml:brush>
  </inkml:definitions>
  <inkml:trace contextRef="#ctx0" brushRef="#br0">9491 8598 0,'0'0'0,"0"0"0,0 0 16,0 0-1,0 0 1,0 26-16,8 16 15,1 18-15,-1 16 32,-16 9-32,8 0 15,-9-25 1,9-9-16,0-9 16,0 1-16,0-18 15,0 1-15,9-9 16,8 0-1,9 0 1,8-9-16,17 1 16,34-18-1,26 1-15,0-18 16,17-8 0,17 9-1,0-1-15,-34 9 16,0 0-1,26 17-15,8 0 16,-26 9-16,1 8 16,25 0-1,9 8 1,-43 9-16,-9 0 16,-25-8-1,-26-1-15,-17-16 16,-17-1-16,-8 1 15,-1-1 1,1 1-16,-9-9 0,0-17 16,17-43-1,17-33-15,26-35 16,25-8 0,-8 0-1,-9 17 1,1-60-1,42-135-15</inkml:trace>
  <inkml:trace contextRef="#ctx0" brushRef="#br0" timeOffset="16301.45">12111 8743 0,'0'0'0,"0"0"0,0 8 15,0 18-15,0 16 16,9 9-16,8 17 31,0 9-31,0-18 16,-9 1-16,1-1 15,-1 1 1,1-18-16,0-8 16,-1-8-1,1-1-15,-1-8 16,1 0-16,8 0 16,0 0-1,17 0 1,34 0-1,26-8-15,-9-1 16,9 1-16,9-18 16,33-16-1,26-1 1,-16 1-16,16 8 16,17 8-1,-17 9-15,-8 0 16,8 17-1,0 0-15,-34 0 16,-25-8-16,7-1 16,-7-8-1,-43 0-15,-18 0 16,-16 0 0,-9 0-16,-8 0 15,-1 0 1,1-8-1,-1-1-15,1-16 16,8-26 0,0-26-16,0-50 15,8-162-15</inkml:trace>
  <inkml:trace contextRef="#ctx0" brushRef="#br0" timeOffset="35035.36">15517 9329 0,'0'0'0,"0"0"0,0 0 16,0 9-1,0-9 1,42 8-16,26 1 15,43-9 1,86-9-16,-18 1 16,34 8-16,43 0 15,-59 8 1,-27 1 0,18 8-16,-51 0 15,-26 8 1,0 1-16,-43-9 0,-34-9 15,-8 1 1,-18-1 0,1-8-1,-18 0-15,-16 0 16,-86 9-16,-86-18 16,-8 1-16,9-1 15,-34 1 1,-1 8-16,18 8 31,51-8-31,25 0 16,1 9-1,25-1-15,25 1 16,44-9 0,16 0-16,18 0 15,16 0 1,52-9-16,119 1 15,77-9 1,34 0-16,-17 0 16,26 0-1,-34 17-15,-35 0 16,1 0 0,-78 0-16,-42 0 15,-17 0-15,-43 0 16,-25 0-1,-1 0 1,-16 0-16,-18-9 16,-42-8-1,-94-17-15,-85-8 16,-60 8-16,-18 17 16,-8 17-1,26 8 1,26-8-16,33 9 15,35-1 1,51 1-16,42-9 0,61 8 16,8 1-1,25-9 1,26 0-16,94 8 31,120-16-31,50-18 16,18-16-16,25 8 15,9 17 1,51 8-16</inkml:trace>
  <inkml:trace contextRef="#ctx0" brushRef="#br0" timeOffset="41108.44">17906 9040 0,'0'0'0,"0"0"0,0 0 16,0 0-1,0 0-15,0 0 16,0 0-16,0 9 16,9 8-1,-1 25 1,1 9 0,-9 0-16,-9 9 0,1-1 15,8 1 1,0-18-16,0 1 15,17-9 1,0 0 0,17-8-16,0 8 15,17-9 1,26-16-16,26-1 16,16-16-16,18-1 31,8-8-31,17 9 15,9-1 1,8 1-16,43-18 16,34 1-16,26 7 15,8-7-15,0 8 16,9 8 0,-9 18-16,17 8 15,-8 8 1,8 10-1,0-10-15,-8 9 16,-9-8 0,-8-1-1,-18-8-15,-25 0 16,-25 0-16,-43 9 16,-26-9-1,-26-9-15,-25 1 16,-26-1-16,-25-8 31,-17 0-31,-1-8 16,-8-1-1,0-16-15,0-26 16,-8-34-16,-1-26 16,-8-8-1,-8 8 1,8 60-16</inkml:trace>
  <inkml:trace contextRef="#ctx0" brushRef="#br0" timeOffset="72634.56">2876 10231 0,'0'0'0,"0"0"0,0 0 0,0 0 0,0 0 31,9 0-16,-9 0-15,0 0 16,0 0 0,0 0-16,0 0 15,17 8 1,8 9-16,35 0 16,51-8-1,43-18-15,25-8 16,51 0-1,18-17-15,93 0 16</inkml:trace>
  <inkml:trace contextRef="#ctx0" brushRef="#br0" timeOffset="76964.36">19869 12221 0,'0'0'0,"0"0"0,0 0 16,0 0-16,0 0 15,0 0 1,0 0 0,0 0-16,0 17 15,-8 8 1,8 18-16,0 16 16,-9 10-16,9 16 15,0 17 1,-8-9-1,8 9-15,-9 17 16,1 0 0,-1 0-16,1-25 15,8-43 1,0-8-16,0-18 16,0 1-16,0-1 15,0-16 1,0-1-1,0 1-15,0-1 16,0-8 0,0 0-16,0 0 15,17 9 1,17-18-16,0 1 16,26-1-1,17-8 1,-1 0-16,-16 0 0,8 0 15,1 9 1,-10 8-16,-16 0 16,-9 0-16,0 0 15,9 0 1,-9 0 0,-8 0-16,-9 0 31,-9 0-31,1 0 15,-1 0 1,10 0-16,-1-9 16,17-8-16,0-17 15,0-9 1,-8-16 0,-1-1-16,1-8 15,8-17 1,0-8-16,0-18 0,0-8 15,-8 0 1,0 17 0,-9 0-16,0 8 15,-9 26 1,1 9-16,-9 8 0,0 17 16,0 0-1,0 17-15,0 0 31,0 8-15,0 1-16,0 8 16,0 0-16,0 0 0,0 0 31,0 0-15,0 0-16,0 0 15,0 0 1,0 0-16,-17 0 15,-43 17 1,-68 8-16,-34 9 16,17 9-1,-69 8-15,-16-9 16,25-8 0,-42 17-16,-86 26 15</inkml:trace>
  <inkml:trace contextRef="#ctx0" brushRef="#br0" timeOffset="104686.28">2757 14883 0,'0'0'0,"0"-9"0,8 1 31,35-26-31,42-17 16,69-9-16,25 1 0,26 16 31,17 18-15,102 25-16,52 0 15,8-17-15,9 0 16</inkml:trace>
  <inkml:trace contextRef="#ctx0" brushRef="#br0" timeOffset="109370.9">4455 16320 0,'0'0'0,"0"-8"0,0-1 15,0 1-15,0-1 32,0-25-32,0-26 15,0 1-15,0 16 16,0 9-16,0 9 31,0 8-15,0 0-16,0 8 0,-8 1 15,8 8-15,0 0 32,0 0-32,0 0 15,0 0 1,-9 8-16,-16 43 16,-10 9-1,10-1-15,-1 35 16,1 25-1,8 9-15,-1-18 16,1-16-16,9-1 16,-1-16-1,9-26-15,0-17 32,0-9-32,0-16 15,9-1 1,8-16-16,17-9 15,17-9 1,9-8-16,0 0 16,8 0-16,-8 17 15,8 0 1,17-8 0,18-1-16,-9 1 0,0 8 31,-9 0-31,17 8 15,9 1 1,17 8-16,-17 17 16,-17 0-16,9 0 15,16 8 1,-8 9 0,0 0-16,-9-8 15,1-1 1,-1-8-16,18 0 15,-1-8-15,-8-18 16,-8-8 0,-9 9-16,8-18 15,-8 9 1,-17 9-16,-18 8 16,-16 0-1,-9 0 1,-8 0-16,-9 0 15,-9 0 1,1 0-16,-1 0 16,-8 0-16,0 0 15,0-9-15,0-8 32,0-17-32,0-34 15,9-34 1,8-17-16,0 60 0</inkml:trace>
  <inkml:trace contextRef="#ctx0" brushRef="#br0" timeOffset="112444.68">8117 16192 0,'0'0'15,"0"0"-15,-9 0 0,1 0 16,8 0 0,0 0-1,0 0-15,0 0 16,0 0-1,0 0-15,0 18 16,0-1 0,0 17-16,0 17 15,0 34 1,-9 17 0,1 0-16,-1 0 15,1 0-15,8 0 16,0-17-1,8-17-15,9-9 16,-8-24 0,8-10-16,0 1 15,0-9-15,17-9 16,9 1 0,25-1-16,9-8 15,25-8 1,9-9-1,17 0-15,0 0 16,26 0 0,8 17-1,-8 8-15,16 1 16,1-1-16,-9-8 16,9 9-16,-9-9 31,-8 0-31,-26 8 15,-9 9 1,1-8-16,-18-1 16,-17 1-1,-8-1-15,-8 1 16,-27-1-16,-16 1 16,-1-9-16,-8 0 15,-8 0-15,0 0 16,-1-9-1,9-16-15,17-43 32,0-52-32,1 1 15,33-8 1,77-137-16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03:41.251"/>
    </inkml:context>
    <inkml:brush xml:id="br0">
      <inkml:brushProperty name="width" value="0.05292" units="cm"/>
      <inkml:brushProperty name="height" value="0.05292" units="cm"/>
      <inkml:brushProperty name="color" value="#FF0000"/>
    </inkml:brush>
  </inkml:definitions>
  <inkml:trace contextRef="#ctx0" brushRef="#br0">8774 7348 0,'0'0'0,"0"0"0,0 0 0,0 0 16,0 0-16,0 0 16,26 17-1,25-9 1,26 1-16,34-1 16,17-8-1,0-17-15,17 0 16,-9 0-1,-8 0-15,17 9 16,9 8-16,-9-9 16,17 9-1,35-8 1,-18-9-16,9 0 16,16 0-1,-24-9-15,-1 18 16,9 8-1,-26 0-15,17 0 16,26 8 0,-34-8-16,-1 0 15,27 9 1,-18-9-16,-9 0 16,18 8-16,-26-8 15,1 0 1,16 9-1,-9-18-15,18 9 16,9-8 0,-27-1-16,10 9 15,7-8-15,-16-9 16,17 0 0,8 0-1,-17 0-15,111-9 16</inkml:trace>
  <inkml:trace contextRef="#ctx0" brushRef="#br0" timeOffset="1075.17">23872 7076 0,'0'0'0,"0"0"0,69-9 16,110-8 0,43-17-16,0-8 31,-18 8-31,1 17 15,43 34 1,-1 17-16,43 25 16,77 18-16</inkml:trace>
  <inkml:trace contextRef="#ctx0" brushRef="#br0" timeOffset="16013.79">7570 8870 0,'0'0'0,"0"0"0,-8 0 16,-1 0-16,1 0 15,-1 0 1,1 0-16,8 9 15,0-9 1,0 0 0,17 0-16,17-9 15,26 1 1,25-1-16,18 9 16,8 0-1,-1 0-15,27 9 16,51-1-1,-9 1-15,26 8 16,51-9-16,34-16 16,17-1-1,52-8-15,-18 0 16,-59 17 0,162-8-1,-35 8-15</inkml:trace>
  <inkml:trace contextRef="#ctx0" brushRef="#br0" timeOffset="26486.4">1605 15266 0,'0'0'0,"0"0"0,17 0 16,8 8-16,-25-8 15,43 0 1,17-8-16,34-1 16,25 1-1,1-1-15,8-17 16,51 18-1,-17-1-15,9-25 16,16 9 0,-16 8-16,-43 0 15,-8 0 1,-18 0-16,-34 0 16,-25 0-1,-26 8-15</inkml:trace>
  <inkml:trace contextRef="#ctx0" brushRef="#br0" timeOffset="26857.73">2791 15095 0,'0'0'0,"0"0"0,0 0 16,0-8-1,26-1-15,16 1 16,26-1-16,18 1 16,16-9-1,-16 8-15,-10 1 16,18 8 0,-25 0-1,-27 0-15,-16 0 16,-1 0-1,-16 0-15,0 0 16,-18 8-16,-17 26 16,-33 17-1,-44 26 1,-50 25-16,-10 43 16,-41 101-1</inkml:trace>
  <inkml:trace contextRef="#ctx0" brushRef="#br0" timeOffset="62127.71">15585 10282 0,'0'0'0,"-9"-9"0,-8 1 0,-102-52 0,119 60 0,-26-17 15,-8 9-15,-68-9 16,-86 17-1,51 0-15,1 25 16,-95 18 0,52-9-16,60-9 15,-86 9 1,42-8-16,87-18 16,24 1-1,10-9 1,16-9-16</inkml:trace>
  <inkml:trace contextRef="#ctx0" brushRef="#br0" timeOffset="62443.52">13972 9891 0,'0'0'0,"-9"8"16,-8 18 0,-17 25-1,-26 0-15,0 0 0,1 34 32,-52 17-32,-17 8 15,17-7 1,25-35-16,44-9 15,16-8 1,52 9-16,85 33 16,68-16-1,120 25-15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05:46.320"/>
    </inkml:context>
    <inkml:brush xml:id="br0">
      <inkml:brushProperty name="width" value="0.05292" units="cm"/>
      <inkml:brushProperty name="height" value="0.05292" units="cm"/>
      <inkml:brushProperty name="color" value="#FF0000"/>
    </inkml:brush>
  </inkml:definitions>
  <inkml:trace contextRef="#ctx0" brushRef="#br0">22566 13335 0,'0'0'0,"-8"9"0,-1 16 0,-16 18 16,-18 42-16,-25 93 16,8 1-1,0-43 1,1 34-16,-1-17 15,17-59-15,26-43 16,0-26 0,0 1-16,17-18 15,-9-25 1,18-51 0,17-42-16,25-10 15,43-24 1,8 8-16,0 25 15,-8 26-15,0 34 16,-17 26-16,8 8 16,1 17-1,-9 17 1,-9 17 0,0 25-16,-17 18 15,-17-1 1,-34 9-16,-17 43 15,-8 16-15,-9-41 16,8-35 0,0-17-16,18-34 15</inkml:trace>
  <inkml:trace contextRef="#ctx0" brushRef="#br0" timeOffset="618.91">23855 13003 0,'0'0'0,"0"0"0,9 0 16,25 9-16,0-1 16,9 9-1,-9 0-15,-9 0 16,-16 17 0,-9 9-16,-17 8 15,-17 0 1,-9 0-1,-8-17-15,17-25 16,0-1-16,8-16 16,9-1-1,8 9-15,9 0 16,0 0 0,26 0-16,25 17 15,35 17 1,16 0-16,26 0 15,-9-17 1,-16-8-16,8-1 16,-60 1-1</inkml:trace>
  <inkml:trace contextRef="#ctx0" brushRef="#br0" timeOffset="1001.88">25613 13607 0,'0'0'0,"0"9"0,0 25 0,-8 51 15,-9 25-15,-17 1 16,-9 16-1,9-8 1,8-25 0,18-43-16,16-8 15,18-26 1,42-26-16,60-42 0,26-43 16,8-8-1,-17 9 1,-34 8-16,-17 0 15,-9 25 1,-17 18-16,-33 25 16</inkml:trace>
  <inkml:trace contextRef="#ctx0" brushRef="#br0" timeOffset="1397.94">27611 13582 0,'0'0'0,"0"0"0,0 0 16,-18 0-16,-16 8 15,-42 1 1,-35 8-1,-9 17-15,43 0 16,9 0-16,25 0 16,9 8-1,17 1-15,17 8 16,17 8 0,26 1-16,25-1 15,9 1 1,-17-1-1,-9-16-15,-17-1 16,-8 1-16,-18 0 0,-8 8 31,-8-26-15</inkml:trace>
  <inkml:trace contextRef="#ctx0" brushRef="#br0" timeOffset="1589.46">28071 14679 0,'0'0'0,"0"0"0,0 0 0,0 0 16,0 8-1,0 1-15,0-9 16</inkml:trace>
  <inkml:trace contextRef="#ctx0" brushRef="#br0" timeOffset="2211.58">29770 13828 0,'0'0'0,"0"0"0,-9 9 0,1 25 32,-18 42-17,-8 26-15,-26 26 16,18-9-1,8-25-15,-1-26 16,18-34 0,9-9-16,8-16 15,17-18 1,60-50-16,76-52 16,35-17-1,-34 18-15,8 25 16,-26 25-1,-59 43-15,-17 17 16,0 34 0,-9 43-16,-34 50 15,-17 35 1,-26-9-16,1-8 16,-1-35-1,26-42-15,0-25 16,9-26-1</inkml:trace>
  <inkml:trace contextRef="#ctx0" brushRef="#br0" timeOffset="2844.6">31502 13020 0,'0'0'0,"0"0"0,9-8 16,25-1-1,9 1 1,8 8 0,9 0-16,0 8 15,-18 9 1,1 0-16,0 9 15,-18-1-15,-16 9 16,-9 9-16,-26 16 16,-25 1-1,-17 0-15,-35 8 16,9-17 0,43-26-1,17 1 1,17-18-16,8 1 15,9-1 1,9 1-16,25 8 16,0 0-16,17 0 15,-8 8 1,-9 1-16,-8-1 16,-18-16-1,-8 8 1,-59 25-16,-104 26 15,-76-8 1,-110 16-16</inkml:trace>
  <inkml:trace contextRef="#ctx0" brushRef="#br0" timeOffset="21832.69">6026 12918 0,'0'0'0,"-9"0"0,1 0 15,-1 0 1,1 9-16,-1 8 16,0 42-1,9 52-15,9 25 16,0-25-1,-9-35-15,8-8 16,1-17-16,-9-8 16,0-18-1,0 1-15,17-1 16,0 1 0,17-1-1,9-16-15,25-1 0,17-8 16,18-8-1,25-1 1,17-8 0,8-8-16,35 8 15,17 8 1,8 1-16,18 16 16,16 1-1,1 8-15,-1-9 16,-8-16-1,9-1-15,8 1 16,-9 8 0,1 0-16,8 0 15,17 0-15,-17 0 16,-17 0-16,9-9 16,-1 1-1,-8-1 1,-26-8-1,-42 0-15,-34 0 0,-52 0 16,-34 9 0,-25 8-16,-9 0 31,-9-9-31,1-8 16,-9-8-16,0-18 15,26-42 1,25-51-1,94-119-15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06:33.751"/>
    </inkml:context>
    <inkml:brush xml:id="br0">
      <inkml:brushProperty name="width" value="0.05292" units="cm"/>
      <inkml:brushProperty name="height" value="0.05292" units="cm"/>
      <inkml:brushProperty name="color" value="#FF0000"/>
    </inkml:brush>
  </inkml:definitions>
  <inkml:trace contextRef="#ctx0" brushRef="#br0">4413 6710 0,'0'0'0,"0"0"0,0 0 15,0 0 1,0 17-16,25 0 15,26 17 1,26 9-16,17 8 16,8-9-1,-25-8-15,-25 0 16,-1 9 0,-9-18-16,-16-16 15,-17-1 1</inkml:trace>
  <inkml:trace contextRef="#ctx0" brushRef="#br0" timeOffset="259.89">5386 6506 0,'0'0'0,"-9"0"0,-8 0 16,-9 0-1,-16 17 1,-27 8 0,-33 35-16,-18 25 15,10 9 1,33-18-16,8 1 16,18-9-1,0-34-15,25-26 16</inkml:trace>
  <inkml:trace contextRef="#ctx0" brushRef="#br0" timeOffset="685.83">6000 6770 0,'0'0'0,"0"0"16,0 0-16,0 17 15,17 8 1,0 9-16,9 26 16,8 8-1,0-9-15,0-8 16,9 9-1,0-18-15,-9-16 16,0-1 0,-17-16-16</inkml:trace>
  <inkml:trace contextRef="#ctx0" brushRef="#br0" timeOffset="941.06">6410 6812 0,'0'0'0,"0"0"16,-9 0 0,-8 17-16,-17 26 15,-60 50-15,-51 43 16,-26 17-1,9 9-15,-77 59 16</inkml:trace>
  <inkml:trace contextRef="#ctx0" brushRef="#br0" timeOffset="3128.81">10669 6778 0,'0'0'0,"0"0"0,0 0 15,0 0 1,0 0-1,0 0-15,-9 17 16,1 9-16,-1-1 16,-8 1-1,0-1-15,0 1 16,0-1 0,-9 9-1,1-8-15,8-1 16,-1-8-16,18-8 15,9-9 1,25 8-16,86-25 16,25-25-1,42-43 1,44-34-16,16 0 16,27-26-1,-1 17-15,68-8 16</inkml:trace>
  <inkml:trace contextRef="#ctx0" brushRef="#br0" timeOffset="7861.94">6623 8709 0,'0'0'0,"0"0"0,-8 0 16,-18 0-16,9 0 15</inkml:trace>
  <inkml:trace contextRef="#ctx0" brushRef="#br0" timeOffset="8420.81">5983 8377 0,'0'0'0,"-9"0"16,-8 0-16,0 0 16,0 0-1,9 0-15,8 0 16,0 0 0,0 0-16,0 0 15,0 0 1,8 0-16,26-9 15,35 1-15,59-18 16,42-16 0,18-18-1,8-16-15,-8 8 16,17 0 0,17 8-16,-17 18 15,-17 8 1,16 17-16,-58 0 15,-95 8 1</inkml:trace>
  <inkml:trace contextRef="#ctx0" brushRef="#br0" timeOffset="15835.65">13169 7714 0,'0'0'0,"0"0"0,0 0 15,0 0-15,0 0 16,0 0-16,0 0 15,0 0 1,0 0 0,17 0-16,18 0 15,16 17 1,9 0-16,8 17 16,0 8-1,-8 9-15,0 0 16,-1 9-1,-7-18-15,-18 1 16,-9-18 0,1 1-16,-9-9 15,-8-9-15,-1-8 16</inkml:trace>
  <inkml:trace contextRef="#ctx0" brushRef="#br0" timeOffset="16084.82">14219 7331 0,'0'0'0,"-17"0"0,-34 34 0,-34 34 15,-26 25-15,-34 27 16,-26 24 0,-8 26-16,-1-17 15,10-17 1,-95 60-16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08:11.167"/>
    </inkml:context>
    <inkml:brush xml:id="br0">
      <inkml:brushProperty name="width" value="0.05292" units="cm"/>
      <inkml:brushProperty name="height" value="0.05292" units="cm"/>
      <inkml:brushProperty name="color" value="#FF0000"/>
    </inkml:brush>
  </inkml:definitions>
  <inkml:trace contextRef="#ctx0" brushRef="#br0">3192 5630 0,'0'0'0,"0"0"0,0 0 15,0 0 1,0 0 0,0 0-16,-8 0 15,-1 17 1,0 17-16,-8 17 15,-8 17 1,-1 9-16,9-1 16,0-16-1,9-9-15,-1-9 16,9-16 0,0-1-16,0 1 15,17-9 1,0 8-16,26-16 15,25-1 1,34-8-16,9 0 16,0-8-1,-8-1-15,16 9 16,18-8-16,-1 8 31,18 0-31,17 8 16,8 9-16,-17-8 15,-25-1 1,-9 1 0,-26-1-16,-16 1 15,-18-1 1,-26 1-16,1-18 16,-9 1-16,-8-1 15,-1-16 1,10-18-1,7-42-15,-16-17 16,-9 43-16</inkml:trace>
  <inkml:trace contextRef="#ctx0" brushRef="#br0" timeOffset="5325.24">3269 8003 0,'0'0'0,"0"0"0,0 0 16,0 0-16,0 0 31,0-9-31,17 1 16,17-9-16,34-9 16,43-8-1,17 9 1,43 8-16,25 0 15,26 17 1,60 8-16,68-8 16,0-8-1,34-1-15,17 1 16,-34-1 0,51-16-16,-17-18 15</inkml:trace>
  <inkml:trace contextRef="#ctx0" brushRef="#br0" timeOffset="7781.33">3824 9219 0,'0'0'0,"0"0"0,0 0 15,0 0-15,0 0 16,0 0 0,0 0-16,0 0 15,0 0 1,8-9 0,52-8-16,76-8 15,35 8 1,25 0-16,43 17 15,18 8 1,16 1-16,25-18 16,61 9-16</inkml:trace>
  <inkml:trace contextRef="#ctx0" brushRef="#br0" timeOffset="9830.53">3337 10520 0,'0'0'0,"0"0"15,0 0 1,0 0-1,0 0-15,0 0 16,0 0 0,9 0-16,8 9 15,0-1 1,17 9-16,26 0 16,42-8-16,69-9 15,42-9 1,26-8-1,17-8-15,34-1 16,18-8 0,50 8-16,43 9 15,-42 9-15,42-1 16,26-16 0,-52-18-1</inkml:trace>
  <inkml:trace contextRef="#ctx0" brushRef="#br0" timeOffset="15351.68">3346 12204 0,'0'0'0,"0"0"0,0 0 15,0-9 1,8-8-16,69-25 31,94-1-31,59 9 16,43 9 0,94 16-16,34 1 15,-25-9 1</inkml:trace>
  <inkml:trace contextRef="#ctx0" brushRef="#br0" timeOffset="16402.41">3627 13624 0,'43'-8'0,"179"-18"0,205-42 15,59 17 1,-85 26 0</inkml:trace>
  <inkml:trace contextRef="#ctx0" brushRef="#br0" timeOffset="20243.04">3269 14696 0,'0'0'0,"0"0"0,0 0 15,0 0-15,0 0 16,0 0-1,0 0-15,17 17 16,34 8 0,43 9-16,34 9 15,34-9 1,9 8-16,34 1 16,25-1-1,52 9-15,17-8 16,8-26-1,85 17-15,1 8 16</inkml:trace>
  <inkml:trace contextRef="#ctx0" brushRef="#br0" timeOffset="31595.63">3004 16184 0,'0'0'0,"0"0"0,0 0 0,-8 0 16,-1 17-16,1 0 15,8 0 1,0 0-1,0 9 1,0-1-16,0 1 16,0-1-16,8 1 15,9-1 1,9 1-16,17-1 16,16 1-16,35-1 31,26-8-31,16-8 15,52-1-15,17 1 16,-9-9 0,35 8-16,-1 1 31,9 8-31,0-9 0,0 1 16,-26-9-1,-42 0 1,0-9-16,-18 9 15,-50-8-15,-26-1 16,-26 9 0,-26 0-1,1 0-15,-17 0 0,-1-8 16,1-1 0,-9-8-1,-9-51 1,1 17-16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11:46.585"/>
    </inkml:context>
    <inkml:brush xml:id="br0">
      <inkml:brushProperty name="width" value="0.05292" units="cm"/>
      <inkml:brushProperty name="height" value="0.05292" units="cm"/>
      <inkml:brushProperty name="color" value="#FF0000"/>
    </inkml:brush>
  </inkml:definitions>
  <inkml:trace contextRef="#ctx0" brushRef="#br0">9201 6770 0,'0'0'0,"0"0"0,-9 0 16,9 0-16,0 0 15,0 0 1,0 0-16,0 0 31,9 17-31,25 0 0,34 0 16,43-9-1,34 1-15,9-9 32,-9 8-32,60-16 15,-43-9-15,-111 17 16</inkml:trace>
  <inkml:trace contextRef="#ctx0" brushRef="#br0" timeOffset="1259.67">14211 6727 0,'0'0'0,"0"0"0,0 0 15,0 0-15,0 0 16,0 0-1,17 9-15,8-1 16,18 1 0,8-1-16,35 1 15,7-1 1,1 1-16,34-9 16,43-9-1,-9 9-15,26-8 16,42-1-1,9 9-15,17-8 16,26 8 0,17 0-16,17-17 15,51-9 1</inkml:trace>
  <inkml:trace contextRef="#ctx0" brushRef="#br0" timeOffset="11766.57">8791 7867 0,'0'0'0,"0"0"0,0 0 0,0 0 15,0-9-15,0 9 16,0 0-1,0 0-15,0 0 16,34 0 0,94-8-16,17 8 15,-68-9-15,77-25 16,76 0 0,-51 9-16,112-18 15,-27 1 1,9 16-16,60 0 15,-77 9 1,179-8 0,-50 16-1,-138 18-15,240 8 16,42 8 0,-145 1-16</inkml:trace>
  <inkml:trace contextRef="#ctx0" brushRef="#br0" timeOffset="13445.2">16319 8173 0,'0'-9'0,"0"1"16,-9-18-16,1 1 15,-18-18 1,1 9 0,-1 0-16,9 0 15,0 17 1,0 0-16,0 9 16,8-1-1,1 1-15,8-9 16,25-9-1,35-16-15,51-9 16,85-17 0,0 17-16,1 16 15,16 18 1,26 9-16,34 16 16,26 9-1,34 1-15,59 33 16,10 17-1</inkml:trace>
  <inkml:trace contextRef="#ctx0" brushRef="#br0" timeOffset="29808.28">2578 10180 0,'0'0'0,"8"-9"0,26 1 16,17-1 0,9-16-1,34-9-15,51-26 16,9 1-16,-18 16 15,9-8 1,26 9-16,-43-1 16,-34 18-1,0-9-15,-17 17 16,-26 0 0,-17 0-1,-17 8-15,-8 1 16,-26-1-1,-26-8-15,-42 0 16,-26 0-16,25 9 16,18-1-1,25 9 1,9 0-16,17 0 16,9 0-1,16-17-15,43-17 16,35-17-1,42 8-15,25-8 16,-25 17-16,-34 17 16,-43 17-1,-8 0-15,-17 0 16,-9 17 0,-9 9-1,-8 16-15,-25 35 16,-35 17-16,26-43 15</inkml:trace>
  <inkml:trace contextRef="#ctx0" brushRef="#br0" timeOffset="40356.58">2637 12459 0,'0'0'0,"-8"0"16,-1 0-16,-8 0 16,-8 0-1,-18 0 1,-8 0-1,8 9-15,9-9 16,8 0-16,9 0 16,0 0-16,0 0 15,9 0 1,8 0-16,0 0 31,0 0-31,25-9 16,78-16-1,33-18-15,-16-8 16,16-9-16,18-8 0,-18 9 31,-25-1-15,17 1-16,17-9 16,-17 25-1,-42 9-15,-35 0 16,-25 17-1,-1 0-15,-16 0 16,-26 9 0,-52-9-16,-50 17 15,8 8 1,0 9-16,9 9 16,42-18-1,26 1-15,17-1 16,0-8-1,17 0-15,0 0 16,25-8-16,18-1 16,42 1-16,9-1 15,8 1 1,9 8 0,-25 17-16,-35 8 15,-8 9 1,-1 9-1,-8 8-15,-16 17 0,-10 8 32,-34 18-32,1-35 15</inkml:trace>
  <inkml:trace contextRef="#ctx0" brushRef="#br0" timeOffset="48556.5">1502 14075 0,'0'0'0,"0"0"0,0 0 16,0 0-1,0 0 1,0 0-16,26 0 16,25-9-1,34-16-15,60-9 16,26-9-16,17-8 16,-17 0-1,25-17 1,-25 0-16,-1 0 15,18 0 1,-43 17-16,-17-8 16,-8 8-1,-35 0-15,-34 17 16,-34-1 0,-25 10-16,-35-1 15,0 18 1,9 8-16,9 0 15,-1 0 1,-8 0-16,17 0 16,0 0-1,8 0-15,9 0 16,0 0 0,9-9-16,33-8 15,52-8 1,26-1-16,-18 9 15,-8 17 1,-9 0-16,-25 17 16,-17 0-1,-9 17 1,-17 26-16,-43 59 16,-50 85-1,-18 0-15,-60 68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14:09.798"/>
    </inkml:context>
    <inkml:brush xml:id="br0">
      <inkml:brushProperty name="width" value="0.05292" units="cm"/>
      <inkml:brushProperty name="height" value="0.05292" units="cm"/>
      <inkml:brushProperty name="color" value="#FF0000"/>
    </inkml:brush>
  </inkml:definitions>
  <inkml:trace contextRef="#ctx0" brushRef="#br0">11599 6914 0,'0'0'0,"0"-8"0,0-9 0,-9-9 15,1-8-15,-9 0 0,8 17 16,1 0 0,-1 9-1,-42 16 1,-77 43-16,-34 43 16,0 16-16,-9 35 15,26-1 1,34-16-1,26-18 1,33 10-16,18-1 0,17-9 31,17-16-31,0-26 16,26 0 0,25 8-16,0 1 15,9 8 1,0 17-16,-26 17 15,-26 51 1,-25 60-16,-42 33 16,-35 18-1,-9 0-15,9-18 16,-8-8 0,25-33-16,34-18 15,18 8 1,25-59-16,17-34 15,26 0 1,16 9-16,1 8 16,0-17-1,-18 26-15,-16 59 16,-34 25-16,-35 35 16,-17 25-1,9-34 1,8-51-16,26-8 15,17-17 1,17-35-16,26-8 0,25-8 16,18-1-1,7-7 1,1-18 0,-8 0-16,-10 8 15,10 18 1,-18 8-16,-17-9 0,-8 9 31,0-8-31,-1-17 16,10-35-1,7-16 1,35-1-16,34-25 16,34-17-16,35-25 0,25-18 15,17-42 1,-9-25-1,-17-26-15,-16 17 16,-18 33 0,17-7-16,-34-9 15,-51 25 1,-17 18 0,-8 25-1,-10 8-15,1 1 16,9-1-1,16-33-15,35-43 16,76-68-16,0-77 16,-33-8-1,24-43-15,-24 1 16,-35 24 0,-34 52-1,-35 17-15,-7-17 16,-44 85-16,-8-42 15,0-52 1,-8 9 0,17-51-16,25-34 15,0 8 1,0-51-16,9 18 16,42-44-1,-8 35-15,-8 51 16,-10 8-1,-24 52-15,-35 25 16,-9 8 0,-25-42-16,-17 34 15,0-43 1,0 1-16,0 16 16,-9-34-1,0 35-15,1-9 16,-1 17-1,0 25-15,-16-8 16,-18 25 0,-26 18-16,-59-9 15,-51 25 1,-52 43-16,-42 34 16,-26 25-1,-25 35-15,-9 34 16,-26 33-1,-8 35-15,0 25 16,-9 42 0,43 1-16</inkml:trace>
  <inkml:trace contextRef="#ctx0" brushRef="#br0" timeOffset="6445.69">12999 7101 0,'0'0'0,"-9"9"0,-8 16 16,-8 35-16,-10 16 16,1 9-16,0-8 15,0-18 1,-9-8-16,1-8 16,16-18-1,9 1 1,0-9-16,8-8 15,9-1-15,9-8 32,16 9-32,35-1 15,26 9-15,-1-8 16,-25-1 0,-9 9-1,9 9-15,-18 8 16,-16 25-1,-9 9-15,-26 0 16,1-25 0,-9-18-16,0 1 0,8-18 15,1 1 1,8-9 0</inkml:trace>
  <inkml:trace contextRef="#ctx0" brushRef="#br0" timeOffset="6642.69">12948 6838 0,'0'0'0,"8"17"0,26 25 0,34 9 31,35 0-31,-1-17 16,26-8 0,-8-18-16,-78-8 15</inkml:trace>
  <inkml:trace contextRef="#ctx0" brushRef="#br0" timeOffset="7592.25">12589 8811 0,'0'0'0,"0"0"0,-8 25 0,-18 35 15,-8 16 1,0 18 0,8 8-1,9 0-15,17 17 16,17 0-1,17-25-15,17-35 16,35-16-16,33-9 16,26-43-1,17-33 1,-25-26-16,-35-9 16,-25 0-1,-26 9-15,-33 0 16,-27 9-1,-34 8-15,-42 8 16,-43 18 0,-17 16-16,8 26 15,9 17 1,26 0-16,25-8 16,34-1-1,35-16 1</inkml:trace>
  <inkml:trace contextRef="#ctx0" brushRef="#br0" timeOffset="8367.99">13067 10512 0,'0'0'0,"0"0"0,-17 17 16,-9 42-16,-16 26 16,-10 43-1,-7 59 1,-1 0-16,17-51 15,26 0-15,9-68 16</inkml:trace>
  <inkml:trace contextRef="#ctx0" brushRef="#br0" timeOffset="9272.09">12205 12170 0,'0'0'0,"0"0"16,0 0-16,9 0 16,16 8-1,35 1-15,25-9 16,9-9 0,26 1-16,-9-1 15,-18 9 1,-16 0-16,-26 0 15,-8 9 1,-17 8-16,-1 0 16,-16 8-1,-18 9-15,-16 17 16,-26 9 0,-9 0-16,9-1 15,-1-16-15,10-9 16,25-9-1,0-16 1,8-1-16,9 1 16,26-1-16,16 1 15,35-9 1,-9 0 0,-16 8-16,-18 1 15,-9-1 1,1 9-16,-18 9 15,-25 16-15,-25 26 16,-69 0 0,-162 51-1</inkml:trace>
  <inkml:trace contextRef="#ctx0" brushRef="#br0" timeOffset="10013.12">13127 13845 0,'0'0'0,"0"0"0,0-8 0,0-9 0,-9-9 15,1 1 1,-26-1-16,-18 9 31,-24 0-31,-18 26 16,-17 16-1,-9 26 1,9 17-16,34-8 16,35-9-1,8 8-15,17 1 16,25 8-1,35 25-15,16-7 16,1-18 0,9-9-16,-1-16 15,-8-1 1,-18 1-16,-8-1 16,-8-8-1,-18 0-15,1 9 16,-18-1-1,-16 1-15,-9-18 16,-9 1 0,9-18-16,0 1 15,17-18 1,0-8-16,25-42 16,43-35-1,60-59-15,43-34 16,-9 34-1,0 0-15,9-17 16,-35 17 0,-76 102-16</inkml:trace>
  <inkml:trace contextRef="#ctx0" brushRef="#br0" timeOffset="19253.75">12068 10979 0,'0'0'0,"17"0"0,1 0 16,-1 9 0,0-1-16,0 1 15,17 8-15,26 0 31,25 17-31,34 0 16,-8 8 0,9-16-16,8 8 15,-9-9-15,-16-8 16,8 17-16,0 0 16,-9 0-1,-8 9 1,-17-18-1,-9 1-15,-17-17 16,-25-1 0,-17-8-16</inkml:trace>
  <inkml:trace contextRef="#ctx0" brushRef="#br0" timeOffset="19487.34">13835 10979 0,'0'0'0,"-8"-8"0,-44 8 16,-33 0 0,-43 8-1,-102 18-15,-69 33 16,-68 43-16,-17 51 15,42 26-15</inkml:trace>
  <inkml:trace contextRef="#ctx0" brushRef="#br0" timeOffset="27270.66">12316 12246 0,'0'0'0,"0"0"0,0 0 16,0 0 0,0 0-1,0 0-15,17 17 16,26 17-16,33 26 15,27 17 1,-1-1 0,1 1-1,-1-18-15,1 1 0,-10-9 16,1-9 0,-8-16-16,16 8 15,1-9 1,-44-16-16,-16-1 15,-17-8 1,-9-8-16,-9 8 31</inkml:trace>
  <inkml:trace contextRef="#ctx0" brushRef="#br0" timeOffset="27467.59">13229 12451 0,'-8'0'0,"-27"0"0,-33 0 15,-51 8 1,-86 52 0,-68 33-16,-17 35 15,34 8 1,59 0-16,-67 42 15</inkml:trace>
  <inkml:trace contextRef="#ctx0" brushRef="#br0" timeOffset="30678.02">12589 7050 0,'0'0'0,"0"0"0,0 0 16,0 0-1,0 0 1,9 17-16,16 26 0,35 33 16,59 35-1,35 16 1,17 1-1,-1-17-15,-24-26 16,-36-17 0,-7-9-16,-18-25 15,-8-8 1,0-18-16,-34-8 16</inkml:trace>
  <inkml:trace contextRef="#ctx0" brushRef="#br0" timeOffset="30917.36">14014 7101 0,'0'0'0,"-17"0"0,-34 34 0,-94 43 0,-137 67 16,-127 69-1,-10 0-15,44-26 32,68-9-32,76 1 15,-42 67 1</inkml:trace>
  <inkml:trace contextRef="#ctx0" brushRef="#br0" timeOffset="32847.62">12273 9040 0,'0'0'0,"0"0"0,0 0 15,0 0 1,0 0-16,0 0 16,0 0-16,17 17 15,26 34 1,25 26-1,35 8-15,16 0 16,1-9 0,25 1-16,0-9 15,0 0 1,-17 0-16,-17-17 16,-43-8-1,-25-18-15,-18-8 16,1-8-1,-17-1-15</inkml:trace>
  <inkml:trace contextRef="#ctx0" brushRef="#br0" timeOffset="33123.85">13596 9253 0,'0'0'0,"0"0"0,-8 0 15,-9 8 1,-43 9-16,-85 34 16,-111 51-1,-43 35-15,34 24 16,18 1-1,-60 33-15</inkml:trace>
  <inkml:trace contextRef="#ctx0" brushRef="#br0" timeOffset="34920.51">12256 14398 0,'0'0'0,"0"0"0,9 0 15,25 9 1,51 16-16,26 1 15,-25 8 1,-1 8-16,-8 1 16,-1-1-1,1-16-15,-17-18 16,-34-8-16</inkml:trace>
  <inkml:trace contextRef="#ctx0" brushRef="#br0" timeOffset="35139.4">13460 13956 0,'0'0'0,"0"0"0,-9 0 16,-51 59-16,-119 77 15,-51 43 1,-9 42-16,-26 43 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3:15:57.750"/>
    </inkml:context>
    <inkml:brush xml:id="br0">
      <inkml:brushProperty name="width" value="0.05292" units="cm"/>
      <inkml:brushProperty name="height" value="0.05292" units="cm"/>
      <inkml:brushProperty name="color" value="#FF0000"/>
    </inkml:brush>
  </inkml:definitions>
  <inkml:trace contextRef="#ctx0" brushRef="#br0">13699 6115 0,'0'0'0,"0"0"0,-9 0 15,-25 8 1,-17 9-16,-35 0 16,-25 9-1,18-1-15,16 1 16,-17 16 0,-34 26-1,-17 34-15,-17 34 16,-1 52-16,1-1 15,34-17 1,26-9-16,33-8 16,27-17-1,33 1 1,9-1-16,17 0 0,9 8 31,17 9-31,-1-17 16,-8 0-16,-16 26 15,-18 17 1,-35 42 0,-41 34-16,-18 26 0,-26 16 15,-25 1 1,0 0 0,17-18-16,8-8 15,27-8 1,16-26-1,26-8-15,8 8 16,17-17-16,18 17 16,25-17-16,0 43 31,17 8-31,0 0 16,0 34-1,9-8-15,17 0 16,34-18-1,25-25-15,18 1 16,8-18 0,34-26-16,17-8 15,-8-42 1,34-35-16,17-16 16,26-26-1,16-25-15,9-26 16,-17-17-1,18-17-15,-1-34 16,34-26 0,9-25-16,-26-8 15,1-27 1,-27-24-16,26-26 16,-25-17-1,0-17-15,-9-9 16,-43-17-1,-16-8-15,-35-25 16,-8-27 0,-18-33-16,-16-59 15,-35-10 1,-33 27-16,-27-44 16,-33 1-1,-35 17-15,-34 0 16,-33 0-1,-18 8-15,-43 17 16,-34-25 0,-17 51-16,-25 25 15,-9-25 1,-9 25-16,-16 9 16,-43-8-1,-9 24-15,0 27 16,9 25-1,25 42-15,9 26 16,-9 34 0,18 25-16,25 35 15,8 16 1,-8 26-16,9 17 16,-103 0-1</inkml:trace>
  <inkml:trace contextRef="#ctx0" brushRef="#br0" timeOffset="914.86">13827 7178 0,'0'0'0,"0"0"0,-9 17 15,1 0 1,-10 17-1,-16 17 1,-17 8-16,-9 18 16,9-18-1,17-16-15,17-1 16,0-16 0,17 0-16,8-1 0,18 9 31,17 0-31,16 17 15,18 0 1,0 0-16,-9 9 16,-8 8-16,-26 8 15,-25 9-15,-26 26 16,-26-1 0,0-42-16,9-34 31,0-17-31,17-8 15</inkml:trace>
  <inkml:trace contextRef="#ctx0" brushRef="#br0" timeOffset="1125.08">13647 7246 0,'0'0'0,"9"8"0,25 18 15,51 25-15,52-9 16,17 1 0,-9-18-16,51-8 15,137 9 1</inkml:trace>
  <inkml:trace contextRef="#ctx0" brushRef="#br0" timeOffset="1859.32">14475 8683 0,'0'0'0,"-8"0"0,-9 0 0,-26 9 0,-42 33 16,-35 35 15,-25 25-31,-34 59 16,8 26-16,43 0 15,26 9-15,33 0 32,35-35-32,51-25 15,35-8-15,33-26 16,34-34 0,26-34-16,1-34 15,-10-26 1,-25-16-16,-43 8 15,-33 8 1,-27 1-16,-16-1 16,-78-8-1,-59 26 1,-51 25-16,-1 17 16,18-17-16,-137-17 15</inkml:trace>
  <inkml:trace contextRef="#ctx0" brushRef="#br0" timeOffset="2709.7">13519 11481 0,'0'0'0,"0"0"0,26 0 16,17-8-16,25-1 15,9 1 1,-18 8-1,1 0-15,-17 8 32,-18 9-32,1 0 15,-17 26-15,-9 16 16,-26 9 0,-25 9-1,-9 16-15,-8-25 16,17-17-1,16-17-15,18-8 16,0-18-16,17 1 16,0 8-1,26 0-15,25 0 16,17 8-16,1-8 16,7 9-1,-16 8 1,-17 8-1,-17 9-15,-26 9 16,-26 34 0,-59 42-16,-52 17 0,-59 0 31,-86 42-31</inkml:trace>
  <inkml:trace contextRef="#ctx0" brushRef="#br0" timeOffset="7164.22">13417 11575 0,'0'0'0,"0"0"0,0 8 16,17 18-1,9 16 1,16 26-16,27 26 15,7 8 1,27 17-16,-1 8 0,9-16 16,-8-26-1,-10-25-15,-16-1 16,-17-16 0,-9-18-1,9 1-15,0-18 16,-1-8-16,1-25 31,-34 8-31</inkml:trace>
  <inkml:trace contextRef="#ctx0" brushRef="#br0" timeOffset="7392.99">14697 11583 0,'-8'0'0,"-52"34"0,-68 43 16,-68 50-1,-26 18 1,-43-1 0,0 9-16,-8 18 15,26-10-15,59 1 16,-68 84-1</inkml:trace>
  <inkml:trace contextRef="#ctx0" brushRef="#br0" timeOffset="9817.57">14014 13701 0,'0'0'0,"0"0"0,0 0 16,0 0 0,0 0-16,0 8 15,0-8 1,0 0-16,-8 26 16,-1 33-1,-8 69-15,-8 59 16,8 51-1,8-8-15,26-26 16,43 127-16</inkml:trace>
  <inkml:trace contextRef="#ctx0" brushRef="#br0" timeOffset="12247.35">13315 14475 0,'0'0'0,"0"0"0,0 0 15,0 0-15,0 0 16,0 0 0,0 0-16,0 0 15,17 0 1,17 17-16,43 8 16,33 9-1,19 9 1,-19-1-16,-7 1 15,25-1-15,0 1 16,-34-9 0,0 8-16,0 1 15,8-9 1,0 0-16,-33-9 16,-10 1-1,-24-18-15</inkml:trace>
  <inkml:trace contextRef="#ctx0" brushRef="#br0" timeOffset="12473.41">14672 14211 0,'0'0'0,"0"0"0,-17 8 16,-52 35 0,-84 42-16,-61 51 15,-93 68-15,-103 51 16,69-42 0</inkml:trace>
  <inkml:trace contextRef="#ctx0" brushRef="#br0" timeOffset="17353.8">13263 7382 0,'0'0'0,"0"0"0,0 8 16,17 18 0,9 25-16,34 25 15,34 1 1,34 0-16,17 8 16,25-9-1,1 1 1,-34-9-16,-26-17 15,0 8 1,-18-16-16,-24-9 16,-1-17-16,-8-9 15,-9 1 1,-17-18 0,-17 1-16</inkml:trace>
  <inkml:trace contextRef="#ctx0" brushRef="#br0" timeOffset="17575.87">14774 7220 0,'0'0'0,"-9"0"0,-25 9 16,-17 16-16,-43 18 15,-68 25 1,-51 68-1,-1 43 1,-33 16-16,-1 35 0,35-9 31,34-34-31,-52 51 16</inkml:trace>
  <inkml:trace contextRef="#ctx0" brushRef="#br0" timeOffset="19661.2">16925 10988 0,'0'0'0,"0"0"0,0 0 0,-9 0 16,-8 8 15,-17 9-31,-43 17 16,-25 26-1,-18 8 1,1 8-16,8 9 16,8 9-16,18 25 15,25-17 1,35-25-16,16-9 16,18 0-1,25 17-15,43 0 16,0-9-1,8 1-15,9 8 16,-17-9 0,-1 18-16,-16 17 15,-26 16 1,-17-8-16,-25-17 16,-35 17-1,-25 0-15,0-34 16,8-17-1,-17-34-15,0-16 16,0-36 0,26-24-1,9-43-15,24-34 16,44-102-16,51-34 16,34-1-1,8 10-15,18 16 16,8-16-1,-34 24-15,17-67 16</inkml:trace>
  <inkml:trace contextRef="#ctx0" brushRef="#br0" timeOffset="21095.79">13297 9329 0,'0'0'0,"0"0"0,18 26 15,50 16-15,51 18 16,26 8 0,9 0-16,17 0 15,-9 0 1,17 9-16,-17-9 15,-42-9 1,-9-8-16,0-17 16,0-17-1,-43-17-15</inkml:trace>
  <inkml:trace contextRef="#ctx0" brushRef="#br0" timeOffset="21304.42">14970 9312 0,'-17'0'0,"-60"43"0,-93 33 31,-61 52-31,-25 42 0,-43 9 16,-25 50-1,51 9 1,17-33 0,-26 33-16</inkml:trace>
  <inkml:trace contextRef="#ctx0" brushRef="#br0" timeOffset="22340.28">15866 11634 0,'18'0'0,"58"9"0,104 25 0,41 25 15,-7 18 1,-61 8-1,-50 8-15,16 18 0,-16-1 32,-1-8-32,1-25 15,-44-34 1,-42-35-16</inkml:trace>
  <inkml:trace contextRef="#ctx0" brushRef="#br0" timeOffset="22563.22">17266 11634 0,'-17'0'0,"-68"51"0,-146 128 15,-119 110-15,-93 85 16,-27 94 0,189-154-16</inkml:trace>
  <inkml:trace contextRef="#ctx0" brushRef="#br0" timeOffset="97573.66">22319 6089 0,'0'0'0,"-9"17"0,1 43 0,-86 297 15,51-178-15,1-35 0,25-59 16,-9-8 0,0-1-16,9-8 15,0-25 1,0-18-16,9 1 15,-10-18 1,-7-8-16,-1-8 16,1-9-16,8-9 15,0-8 1,-1 0 0,10 0-16,-1 17 15,1 0 1,-1 9-16,9 8 15,-8 0-15,-1 8 16,1 9 0,-1 17-1,-16 51-15,-1 60 16,0-1 0,9-33-16,17-26 15,17-34-15,-8-17 16,-1-25-16,27-26 15,50-51 1,69-94 0,-1-25-16,35-60 15</inkml:trace>
  <inkml:trace contextRef="#ctx0" brushRef="#br0" timeOffset="116866.89">6401 5120 0,'0'0'0,"17"0"0,17 0 0,-8 0 16,8 0-1,0 8 1,18 1-16,-10 8 15,1 0-15,-18 17 16,-7 0 0,-18 25-1,-26 26-15,-17 0 16,-16 9 0,-44 8-16,1-8 15,16-43 1,27-17-16,24-26 15,18 1-15,0-1 16,0 1 0,17-9-16,9-9 15,25-25-15,26-8 16,16-9 0,-7 16-16,-18 18 31,-25 17-31,-1 0 15,1 17 1,8 18-16,17 16 16,9-9-16,-9-8 15,9-8 1,8-9 0,-25-9-16</inkml:trace>
  <inkml:trace contextRef="#ctx0" brushRef="#br0" timeOffset="117143.31">7417 5426 0,'0'0'0,"0"0"16,-9 8-16,1 18 16,-9 33-1,-26 18-15,-8 16 16,8 10 0,0-10-16,-8-16 15,-26 8 1,-33-9-16,50-42 15</inkml:trace>
  <inkml:trace contextRef="#ctx0" brushRef="#br0" timeOffset="117927.95">7707 5247 0,'0'0'0,"0"0"0,0 0 15,0 0 1,0 0-16,0 0 16,0 0-1,26 0-15,16 0 16,10 0-16,-1 0 16,-9 9-1,-7-1 1,-10 1-16,-16-9 15,-1 0 1,-8 0-16,-8 17 0,-1 0 31,-8-9-31,0 1 16,9-1 0,-1 1-16,9-1 15,0-8 1,0 0-16,9 9 15,25 8-15,34 8 16,-8 1-16,-35-9 31,1 8-31,-9-8 16,-9 0 0,1 0-1,0 9-15,-35 8 16,-51 17-16,-42-17 15,16-17 1,-16-26-16,-154-33 16</inkml:trace>
  <inkml:trace contextRef="#ctx0" brushRef="#br0" timeOffset="120953.61">10310 8598 0,'0'0'0,"-8"0"16,-18 17-16,-8 9 15,-17 16 1,-26 26-16,-34 26 15,-9 8 1,18 17-16,8 8 16,9-8-1,25-42-15,34-43 0,9-9 16,0-8 0,9-8-1,-1-18-15,1-8 16,-9-8-1,8-9 1,9 17-16,0 0 16,0 8-1,-8 9-15,-18 9 16,-34 16 0,0 9-16,9-8 15,17-1 1,0 1-16,17-1 15,17 1 1,34 0-16,77-1 16,111-42-1,136-43-15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customXml" Target="../ink/ink4.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8.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4: Algorithm Analysis and Priority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DA77C-4A87-5E53-6319-C9EFC70A5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7576-0109-DA35-2F93-CE5D43AFCFCF}"/>
              </a:ext>
            </a:extLst>
          </p:cNvPr>
          <p:cNvSpPr>
            <a:spLocks noGrp="1"/>
          </p:cNvSpPr>
          <p:nvPr>
            <p:ph type="title"/>
          </p:nvPr>
        </p:nvSpPr>
        <p:spPr/>
        <p:txBody>
          <a:bodyPr/>
          <a:lstStyle/>
          <a:p>
            <a:r>
              <a:rPr lang="en-US" dirty="0"/>
              <a:t>Motivation for Algorithm Analysis</a:t>
            </a:r>
          </a:p>
        </p:txBody>
      </p:sp>
      <p:sp>
        <p:nvSpPr>
          <p:cNvPr id="3" name="Content Placeholder 2">
            <a:extLst>
              <a:ext uri="{FF2B5EF4-FFF2-40B4-BE49-F238E27FC236}">
                <a16:creationId xmlns:a16="http://schemas.microsoft.com/office/drawing/2014/main" id="{7C5E9410-A0C9-D0C4-B386-64C237AAACE5}"/>
              </a:ext>
            </a:extLst>
          </p:cNvPr>
          <p:cNvSpPr>
            <a:spLocks noGrp="1"/>
          </p:cNvSpPr>
          <p:nvPr>
            <p:ph idx="1"/>
          </p:nvPr>
        </p:nvSpPr>
        <p:spPr/>
        <p:txBody>
          <a:bodyPr>
            <a:normAutofit/>
          </a:bodyPr>
          <a:lstStyle/>
          <a:p>
            <a:r>
              <a:rPr lang="en-US" dirty="0"/>
              <a:t>We want to define algorithm running times in a way that’s predictive:</a:t>
            </a:r>
          </a:p>
          <a:p>
            <a:pPr lvl="1"/>
            <a:r>
              <a:rPr lang="en-US" dirty="0"/>
              <a:t>We’re not required to </a:t>
            </a:r>
            <a:r>
              <a:rPr lang="en-US" dirty="0" err="1"/>
              <a:t>implement+run</a:t>
            </a:r>
            <a:r>
              <a:rPr lang="en-US" dirty="0"/>
              <a:t> the algorithms to determine the time</a:t>
            </a:r>
          </a:p>
          <a:p>
            <a:pPr lvl="1"/>
            <a:r>
              <a:rPr lang="en-US" dirty="0"/>
              <a:t>Our conclusions do not depend on how the algorithm is implemented/run</a:t>
            </a:r>
          </a:p>
          <a:p>
            <a:pPr lvl="2"/>
            <a:r>
              <a:rPr lang="en-US" dirty="0"/>
              <a:t>E.g. variation in choice of programming language, machine, or other tasks the computer is doing in parallel</a:t>
            </a:r>
          </a:p>
          <a:p>
            <a:pPr lvl="1"/>
            <a:r>
              <a:rPr lang="en-US" dirty="0"/>
              <a:t>We can use it to compare running times of different algorithms</a:t>
            </a:r>
          </a:p>
          <a:p>
            <a:pPr lvl="1"/>
            <a:r>
              <a:rPr lang="en-US" dirty="0"/>
              <a:t>We do not need to select an input size in advance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28C2F37-BD80-257E-819D-FCE975EE6C76}"/>
                  </a:ext>
                </a:extLst>
              </p14:cNvPr>
              <p14:cNvContentPartPr/>
              <p14:nvPr/>
            </p14:nvContentPartPr>
            <p14:xfrm>
              <a:off x="4627440" y="2975760"/>
              <a:ext cx="6243840" cy="1653840"/>
            </p14:xfrm>
          </p:contentPart>
        </mc:Choice>
        <mc:Fallback>
          <p:pic>
            <p:nvPicPr>
              <p:cNvPr id="4" name="Ink 3">
                <a:extLst>
                  <a:ext uri="{FF2B5EF4-FFF2-40B4-BE49-F238E27FC236}">
                    <a16:creationId xmlns:a16="http://schemas.microsoft.com/office/drawing/2014/main" id="{C28C2F37-BD80-257E-819D-FCE975EE6C76}"/>
                  </a:ext>
                </a:extLst>
              </p:cNvPr>
              <p:cNvPicPr/>
              <p:nvPr/>
            </p:nvPicPr>
            <p:blipFill>
              <a:blip r:embed="rId3"/>
              <a:stretch>
                <a:fillRect/>
              </a:stretch>
            </p:blipFill>
            <p:spPr>
              <a:xfrm>
                <a:off x="4618080" y="2966400"/>
                <a:ext cx="6262560" cy="1672560"/>
              </a:xfrm>
              <a:prstGeom prst="rect">
                <a:avLst/>
              </a:prstGeom>
            </p:spPr>
          </p:pic>
        </mc:Fallback>
      </mc:AlternateContent>
    </p:spTree>
    <p:extLst>
      <p:ext uri="{BB962C8B-B14F-4D97-AF65-F5344CB8AC3E}">
        <p14:creationId xmlns:p14="http://schemas.microsoft.com/office/powerpoint/2010/main" val="99273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16EF0-BA71-FAF4-8D2E-6A56D7A3D8A1}"/>
              </a:ext>
            </a:extLst>
          </p:cNvPr>
          <p:cNvSpPr>
            <a:spLocks noGrp="1"/>
          </p:cNvSpPr>
          <p:nvPr>
            <p:ph type="title"/>
          </p:nvPr>
        </p:nvSpPr>
        <p:spPr/>
        <p:txBody>
          <a:bodyPr/>
          <a:lstStyle/>
          <a:p>
            <a:r>
              <a:rPr lang="en-US" dirty="0"/>
              <a:t>Process for Algorithm Analysis</a:t>
            </a:r>
          </a:p>
        </p:txBody>
      </p:sp>
      <p:sp>
        <p:nvSpPr>
          <p:cNvPr id="3" name="Content Placeholder 2">
            <a:extLst>
              <a:ext uri="{FF2B5EF4-FFF2-40B4-BE49-F238E27FC236}">
                <a16:creationId xmlns:a16="http://schemas.microsoft.com/office/drawing/2014/main" id="{7814778F-BCED-5084-02A2-68257F91090F}"/>
              </a:ext>
            </a:extLst>
          </p:cNvPr>
          <p:cNvSpPr>
            <a:spLocks noGrp="1"/>
          </p:cNvSpPr>
          <p:nvPr>
            <p:ph idx="1"/>
          </p:nvPr>
        </p:nvSpPr>
        <p:spPr/>
        <p:txBody>
          <a:bodyPr>
            <a:normAutofit lnSpcReduction="10000"/>
          </a:bodyPr>
          <a:lstStyle/>
          <a:p>
            <a:r>
              <a:rPr lang="en-US" dirty="0"/>
              <a:t>Identify a </a:t>
            </a:r>
            <a:r>
              <a:rPr lang="en-US" i="1" dirty="0"/>
              <a:t>function</a:t>
            </a:r>
            <a:r>
              <a:rPr lang="en-US" dirty="0"/>
              <a:t> which maps the algorithm’s input size to a measure of resources used</a:t>
            </a:r>
          </a:p>
          <a:p>
            <a:pPr lvl="1"/>
            <a:r>
              <a:rPr lang="en-US" dirty="0"/>
              <a:t>Domain of the function: </a:t>
            </a:r>
            <a:r>
              <a:rPr lang="en-US" b="1" dirty="0"/>
              <a:t>sizes</a:t>
            </a:r>
            <a:r>
              <a:rPr lang="en-US" dirty="0"/>
              <a:t> of the input </a:t>
            </a:r>
          </a:p>
          <a:p>
            <a:pPr lvl="2"/>
            <a:r>
              <a:rPr lang="en-US" dirty="0"/>
              <a:t>Number of characters in a string, number of items in a list, number of pixels in an image</a:t>
            </a:r>
          </a:p>
          <a:p>
            <a:pPr lvl="1"/>
            <a:r>
              <a:rPr lang="en-US" dirty="0"/>
              <a:t>Codomain of the function: </a:t>
            </a:r>
            <a:r>
              <a:rPr lang="en-US" b="1" dirty="0"/>
              <a:t>counts</a:t>
            </a:r>
            <a:r>
              <a:rPr lang="en-US" dirty="0"/>
              <a:t> of resources used</a:t>
            </a:r>
          </a:p>
          <a:p>
            <a:pPr lvl="2"/>
            <a:r>
              <a:rPr lang="en-US" dirty="0"/>
              <a:t>Number of times the algorithm adds two numbers together, number times the algorithm does a &gt; or &lt; comparison, maximum number of bytes of memory the algorithm uses at any time </a:t>
            </a:r>
          </a:p>
          <a:p>
            <a:r>
              <a:rPr lang="en-US" dirty="0"/>
              <a:t>Important note: Make sure you know the “units” of your domain and codomain!</a:t>
            </a:r>
          </a:p>
          <a:p>
            <a:pPr lvl="1"/>
            <a:r>
              <a:rPr lang="en-US" dirty="0"/>
              <a:t>Domain = inputs to the function</a:t>
            </a:r>
          </a:p>
          <a:p>
            <a:pPr lvl="1"/>
            <a:r>
              <a:rPr lang="en-US" dirty="0"/>
              <a:t>Codomain = outputs to the function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225679F-39A7-4F8F-8EDC-11EBD2A22F86}"/>
                  </a:ext>
                </a:extLst>
              </p14:cNvPr>
              <p14:cNvContentPartPr/>
              <p14:nvPr/>
            </p14:nvContentPartPr>
            <p14:xfrm>
              <a:off x="4710240" y="2862720"/>
              <a:ext cx="793080" cy="851400"/>
            </p14:xfrm>
          </p:contentPart>
        </mc:Choice>
        <mc:Fallback>
          <p:pic>
            <p:nvPicPr>
              <p:cNvPr id="4" name="Ink 3">
                <a:extLst>
                  <a:ext uri="{FF2B5EF4-FFF2-40B4-BE49-F238E27FC236}">
                    <a16:creationId xmlns:a16="http://schemas.microsoft.com/office/drawing/2014/main" id="{5225679F-39A7-4F8F-8EDC-11EBD2A22F86}"/>
                  </a:ext>
                </a:extLst>
              </p:cNvPr>
              <p:cNvPicPr/>
              <p:nvPr/>
            </p:nvPicPr>
            <p:blipFill>
              <a:blip r:embed="rId3"/>
              <a:stretch>
                <a:fillRect/>
              </a:stretch>
            </p:blipFill>
            <p:spPr>
              <a:xfrm>
                <a:off x="4700880" y="2853360"/>
                <a:ext cx="811800" cy="870120"/>
              </a:xfrm>
              <a:prstGeom prst="rect">
                <a:avLst/>
              </a:prstGeom>
            </p:spPr>
          </p:pic>
        </mc:Fallback>
      </mc:AlternateContent>
    </p:spTree>
    <p:extLst>
      <p:ext uri="{BB962C8B-B14F-4D97-AF65-F5344CB8AC3E}">
        <p14:creationId xmlns:p14="http://schemas.microsoft.com/office/powerpoint/2010/main" val="367896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42BD-2911-6FAF-A9E7-9C282FAC4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681DA-14E1-8AC3-BB7C-AAEBC2E88E36}"/>
              </a:ext>
            </a:extLst>
          </p:cNvPr>
          <p:cNvSpPr>
            <a:spLocks noGrp="1"/>
          </p:cNvSpPr>
          <p:nvPr>
            <p:ph type="title"/>
          </p:nvPr>
        </p:nvSpPr>
        <p:spPr/>
        <p:txBody>
          <a:bodyPr/>
          <a:lstStyle/>
          <a:p>
            <a:r>
              <a:rPr lang="en-US" dirty="0"/>
              <a:t>Comparing Running Times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57B012-5A70-0B46-64DE-4E4D3CFDBB7B}"/>
                  </a:ext>
                </a:extLst>
              </p:cNvPr>
              <p:cNvSpPr>
                <a:spLocks noGrp="1"/>
              </p:cNvSpPr>
              <p:nvPr>
                <p:ph idx="1"/>
              </p:nvPr>
            </p:nvSpPr>
            <p:spPr/>
            <p:txBody>
              <a:bodyPr>
                <a:normAutofit/>
              </a:bodyPr>
              <a:lstStyle/>
              <a:p>
                <a:r>
                  <a:rPr lang="en-US" dirty="0"/>
                  <a:t>To compare two algorithms’ running times, we need a way to compare functions</a:t>
                </a:r>
              </a:p>
              <a:p>
                <a:r>
                  <a:rPr lang="en-US" dirty="0"/>
                  <a:t>We want this comparison to have the following properties:</a:t>
                </a:r>
              </a:p>
              <a:p>
                <a:pPr lvl="1"/>
                <a:r>
                  <a:rPr lang="en-US" dirty="0"/>
                  <a:t>We answer based on long-term behavior (i.e. large inputs)</a:t>
                </a:r>
              </a:p>
              <a:p>
                <a:pPr lvl="2"/>
                <a:r>
                  <a:rPr lang="en-US" dirty="0"/>
                  <a:t>In most cases, all algorithms are fast on small inputs, so it’s more important to compare for large inputs</a:t>
                </a:r>
              </a:p>
              <a:p>
                <a:pPr lvl="1"/>
                <a:r>
                  <a:rPr lang="en-US" dirty="0"/>
                  <a:t>We ignore constant coefficients and non-dominant terms</a:t>
                </a:r>
              </a:p>
              <a:p>
                <a:pPr lvl="2"/>
                <a:r>
                  <a:rPr lang="en-US" dirty="0"/>
                  <a:t>Different people might count different subsets of operations, which would give different constant coefficients in the running time</a:t>
                </a:r>
              </a:p>
              <a:p>
                <a:pPr lvl="2"/>
                <a:r>
                  <a:rPr lang="en-US" dirty="0"/>
                  <a:t>Even if we count the same operations, different operations take different amounts of time on different computers</a:t>
                </a:r>
              </a:p>
              <a:p>
                <a:pPr lvl="2"/>
                <a:r>
                  <a:rPr lang="en-US" dirty="0"/>
                  <a:t>Constant coefficients matter more than the non-dominant terms (e.g. </a:t>
                </a:r>
                <a14:m>
                  <m:oMath xmlns:m="http://schemas.openxmlformats.org/officeDocument/2006/math">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a:t>
                </a:r>
              </a:p>
            </p:txBody>
          </p:sp>
        </mc:Choice>
        <mc:Fallback xmlns="">
          <p:sp>
            <p:nvSpPr>
              <p:cNvPr id="3" name="Content Placeholder 2">
                <a:extLst>
                  <a:ext uri="{FF2B5EF4-FFF2-40B4-BE49-F238E27FC236}">
                    <a16:creationId xmlns:a16="http://schemas.microsoft.com/office/drawing/2014/main" id="{7A57B012-5A70-0B46-64DE-4E4D3CFDBB7B}"/>
                  </a:ext>
                </a:extLst>
              </p:cNvPr>
              <p:cNvSpPr>
                <a:spLocks noGrp="1" noRot="1" noChangeAspect="1" noMove="1" noResize="1" noEditPoints="1" noAdjustHandles="1" noChangeArrowheads="1" noChangeShapeType="1" noTextEdit="1"/>
              </p:cNvSpPr>
              <p:nvPr>
                <p:ph idx="1"/>
              </p:nvPr>
            </p:nvSpPr>
            <p:spPr>
              <a:blipFill>
                <a:blip r:embed="rId2"/>
                <a:stretch>
                  <a:fillRect l="-1043" t="-2241" b="-21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04B7A65-8036-95D2-2195-4416CAF93647}"/>
                  </a:ext>
                </a:extLst>
              </p14:cNvPr>
              <p14:cNvContentPartPr/>
              <p14:nvPr/>
            </p14:nvContentPartPr>
            <p14:xfrm>
              <a:off x="1963440" y="3508560"/>
              <a:ext cx="6670800" cy="1206720"/>
            </p14:xfrm>
          </p:contentPart>
        </mc:Choice>
        <mc:Fallback>
          <p:pic>
            <p:nvPicPr>
              <p:cNvPr id="4" name="Ink 3">
                <a:extLst>
                  <a:ext uri="{FF2B5EF4-FFF2-40B4-BE49-F238E27FC236}">
                    <a16:creationId xmlns:a16="http://schemas.microsoft.com/office/drawing/2014/main" id="{204B7A65-8036-95D2-2195-4416CAF93647}"/>
                  </a:ext>
                </a:extLst>
              </p:cNvPr>
              <p:cNvPicPr/>
              <p:nvPr/>
            </p:nvPicPr>
            <p:blipFill>
              <a:blip r:embed="rId4"/>
              <a:stretch>
                <a:fillRect/>
              </a:stretch>
            </p:blipFill>
            <p:spPr>
              <a:xfrm>
                <a:off x="1954080" y="3499200"/>
                <a:ext cx="6689520" cy="1225440"/>
              </a:xfrm>
              <a:prstGeom prst="rect">
                <a:avLst/>
              </a:prstGeom>
            </p:spPr>
          </p:pic>
        </mc:Fallback>
      </mc:AlternateContent>
    </p:spTree>
    <p:extLst>
      <p:ext uri="{BB962C8B-B14F-4D97-AF65-F5344CB8AC3E}">
        <p14:creationId xmlns:p14="http://schemas.microsoft.com/office/powerpoint/2010/main" val="31334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553192-1741-E7E7-D227-470D609DAE9D}"/>
                  </a:ext>
                </a:extLst>
              </p:cNvPr>
              <p:cNvSpPr>
                <a:spLocks noGrp="1"/>
              </p:cNvSpPr>
              <p:nvPr>
                <p:ph type="title"/>
              </p:nvPr>
            </p:nvSpPr>
            <p:spPr>
              <a:xfrm>
                <a:off x="838200" y="81347"/>
                <a:ext cx="10515600" cy="1325563"/>
              </a:xfrm>
            </p:spPr>
            <p:txBody>
              <a:bodyPr/>
              <a:lstStyle/>
              <a:p>
                <a:r>
                  <a:rPr lang="en-US" dirty="0"/>
                  <a:t>Asymptotically comparing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with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3E553192-1741-E7E7-D227-470D609DAE9D}"/>
                  </a:ext>
                </a:extLst>
              </p:cNvPr>
              <p:cNvSpPr>
                <a:spLocks noGrp="1" noRot="1" noChangeAspect="1" noMove="1" noResize="1" noEditPoints="1" noAdjustHandles="1" noChangeArrowheads="1" noChangeShapeType="1" noTextEdit="1"/>
              </p:cNvSpPr>
              <p:nvPr>
                <p:ph type="title"/>
              </p:nvPr>
            </p:nvSpPr>
            <p:spPr>
              <a:xfrm>
                <a:off x="838200" y="81347"/>
                <a:ext cx="10515600" cy="1325563"/>
              </a:xfrm>
              <a:blipFill>
                <a:blip r:embed="rId2"/>
                <a:stretch>
                  <a:fillRect l="-2377"/>
                </a:stretch>
              </a:blipFill>
            </p:spPr>
            <p:txBody>
              <a:bodyPr/>
              <a:lstStyle/>
              <a:p>
                <a:r>
                  <a:rPr lang="en-US">
                    <a:noFill/>
                  </a:rPr>
                  <a:t> </a:t>
                </a:r>
              </a:p>
            </p:txBody>
          </p:sp>
        </mc:Fallback>
      </mc:AlternateContent>
      <p:grpSp>
        <p:nvGrpSpPr>
          <p:cNvPr id="4" name="Group 3" descr="A chart depicting how we can asymptotically compare a function f(n) with another function g(n). &#10;&#10;To show f(n) is big-Oh of g(n) we are able to ignore a small number of inputs (up to a value we call n_0, or n-naught) and multiply g(n) by a constant (that we call c_2). We say f(n) to be O(g(n)) provided for all inputs after n_0, f(n) is always below c_2*g(n).&#10;&#10;To show f(n) is big-Omega of g(n) we are able to ignore a small number of inputs (up to a value we call n_0, or n-naught) and multiply g(n) by a constant (that we call c_1). We say f(n) to be Omega(g(n)) provided for all inputs after n_0, f(n) is always amove c_1*g(n).&#10;&#10;If we can do both, then we say f(n) is big-Theta of g(n).">
            <a:extLst>
              <a:ext uri="{FF2B5EF4-FFF2-40B4-BE49-F238E27FC236}">
                <a16:creationId xmlns:a16="http://schemas.microsoft.com/office/drawing/2014/main" id="{1926F536-686E-BD1B-029B-BA2875E072D6}"/>
              </a:ext>
            </a:extLst>
          </p:cNvPr>
          <p:cNvGrpSpPr/>
          <p:nvPr/>
        </p:nvGrpSpPr>
        <p:grpSpPr>
          <a:xfrm>
            <a:off x="821900" y="1150625"/>
            <a:ext cx="9272722" cy="5640781"/>
            <a:chOff x="821900" y="1098075"/>
            <a:chExt cx="9272722" cy="5640781"/>
          </a:xfrm>
        </p:grpSpPr>
        <mc:AlternateContent xmlns:mc="http://schemas.openxmlformats.org/markup-compatibility/2006" xmlns:a14="http://schemas.microsoft.com/office/drawing/2010/main">
          <mc:Choice Requires="a14">
            <p:sp>
              <p:nvSpPr>
                <p:cNvPr id="3" name="TextBox 2"/>
                <p:cNvSpPr txBox="1"/>
                <p:nvPr/>
              </p:nvSpPr>
              <p:spPr>
                <a:xfrm>
                  <a:off x="7721600" y="2133600"/>
                  <a:ext cx="237302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a:rPr lang="en-US" sz="2400" b="0" i="1" smtClean="0">
                            <a:latin typeface="Cambria Math"/>
                          </a:rPr>
                          <m:t>𝑂</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721600" y="2133600"/>
                  <a:ext cx="2373022" cy="461665"/>
                </a:xfrm>
                <a:prstGeom prst="rect">
                  <a:avLst/>
                </a:prstGeom>
                <a:blipFill>
                  <a:blip r:embed="rId3"/>
                  <a:stretch>
                    <a:fillRect l="-514" r="-51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735490" y="2895600"/>
                  <a:ext cx="235750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m:rPr>
                            <m:sty m:val="p"/>
                          </m:rPr>
                          <a:rPr lang="en-US" sz="2400" b="0" i="0" smtClean="0">
                            <a:latin typeface="Cambria Math"/>
                          </a:rPr>
                          <m:t>Θ</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7735490" y="2895600"/>
                  <a:ext cx="2357505" cy="461665"/>
                </a:xfrm>
                <a:prstGeom prst="rect">
                  <a:avLst/>
                </a:prstGeom>
                <a:blipFill>
                  <a:blip r:embed="rId4"/>
                  <a:stretch>
                    <a:fillRect l="-517" r="-258"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719381" y="3653135"/>
                  <a:ext cx="236551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m:rPr>
                            <m:sty m:val="p"/>
                          </m:rPr>
                          <a:rPr lang="en-US" sz="2400" b="0" i="0" smtClean="0">
                            <a:latin typeface="Cambria Math"/>
                          </a:rPr>
                          <m:t>Ω</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7719381" y="3653135"/>
                  <a:ext cx="2365519" cy="461665"/>
                </a:xfrm>
                <a:prstGeom prst="rect">
                  <a:avLst/>
                </a:prstGeom>
                <a:blipFill>
                  <a:blip r:embed="rId5"/>
                  <a:stretch>
                    <a:fillRect l="-258" r="-515" b="-17105"/>
                  </a:stretch>
                </a:blipFill>
              </p:spPr>
              <p:txBody>
                <a:bodyPr/>
                <a:lstStyle/>
                <a:p>
                  <a:r>
                    <a:rPr lang="en-US">
                      <a:noFill/>
                    </a:rPr>
                    <a:t> </a:t>
                  </a:r>
                </a:p>
              </p:txBody>
            </p:sp>
          </mc:Fallback>
        </mc:AlternateContent>
        <p:pic>
          <p:nvPicPr>
            <p:cNvPr id="7" name="Picture 2" descr="A chart depicting how we can asymptotically compare a function f(n) with another function g(n). &#10;&#10;To show f(n) is big-Oh of g(n) we are able to ignore a small number of inputs (up to a value we call n_0, or n-naught) and multiply g(n) by a constant (that we call c_2). We say f(n) to be O(g(n)) provided for all inputs after n_0, f(n) is always below c_2*g(n).&#10;&#10;To show f(n) is big-Omega of g(n) we are able to ignore a small number of inputs (up to a value we call n_0, or n-naught) and multiply g(n) by a constant (that we call c_1). We say f(n) to be Omega(g(n)) provided for all inputs after n_0, f(n) is always amove c_1*g(n).&#10;&#10;If we can do both, then we say f(n) is big-Theta of g(n).&#10;"/>
            <p:cNvPicPr>
              <a:picLocks noChangeAspect="1" noChangeArrowheads="1"/>
            </p:cNvPicPr>
            <p:nvPr/>
          </p:nvPicPr>
          <p:blipFill rotWithShape="1">
            <a:blip r:embed="rId6">
              <a:extLst>
                <a:ext uri="{28A0092B-C50C-407E-A947-70E740481C1C}">
                  <a14:useLocalDpi xmlns:a14="http://schemas.microsoft.com/office/drawing/2010/main" val="0"/>
                </a:ext>
              </a:extLst>
            </a:blip>
            <a:srcRect r="25990"/>
            <a:stretch/>
          </p:blipFill>
          <p:spPr bwMode="auto">
            <a:xfrm>
              <a:off x="821900" y="1098075"/>
              <a:ext cx="6884343" cy="5640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62C2F582-7C31-831B-9CA3-B34EC22642DC}"/>
                  </a:ext>
                </a:extLst>
              </p14:cNvPr>
              <p14:cNvContentPartPr/>
              <p14:nvPr/>
            </p14:nvContentPartPr>
            <p14:xfrm>
              <a:off x="347040" y="872640"/>
              <a:ext cx="10425960" cy="5544720"/>
            </p14:xfrm>
          </p:contentPart>
        </mc:Choice>
        <mc:Fallback>
          <p:pic>
            <p:nvPicPr>
              <p:cNvPr id="8" name="Ink 7">
                <a:extLst>
                  <a:ext uri="{FF2B5EF4-FFF2-40B4-BE49-F238E27FC236}">
                    <a16:creationId xmlns:a16="http://schemas.microsoft.com/office/drawing/2014/main" id="{62C2F582-7C31-831B-9CA3-B34EC22642DC}"/>
                  </a:ext>
                </a:extLst>
              </p:cNvPr>
              <p:cNvPicPr/>
              <p:nvPr/>
            </p:nvPicPr>
            <p:blipFill>
              <a:blip r:embed="rId8"/>
              <a:stretch>
                <a:fillRect/>
              </a:stretch>
            </p:blipFill>
            <p:spPr>
              <a:xfrm>
                <a:off x="337680" y="863280"/>
                <a:ext cx="10444680" cy="5563440"/>
              </a:xfrm>
              <a:prstGeom prst="rect">
                <a:avLst/>
              </a:prstGeom>
            </p:spPr>
          </p:pic>
        </mc:Fallback>
      </mc:AlternateContent>
    </p:spTree>
    <p:extLst>
      <p:ext uri="{BB962C8B-B14F-4D97-AF65-F5344CB8AC3E}">
        <p14:creationId xmlns:p14="http://schemas.microsoft.com/office/powerpoint/2010/main" val="166249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564C020-2384-061C-18C1-14BB89BF209D}"/>
                  </a:ext>
                </a:extLst>
              </p:cNvPr>
              <p:cNvSpPr>
                <a:spLocks noGrp="1"/>
              </p:cNvSpPr>
              <p:nvPr>
                <p:ph type="title"/>
              </p:nvPr>
            </p:nvSpPr>
            <p:spPr/>
            <p:txBody>
              <a:bodyPr/>
              <a:lstStyle/>
              <a:p>
                <a:r>
                  <a:rPr lang="en-US" dirty="0"/>
                  <a:t>Idea of </a:t>
                </a:r>
                <a14:m>
                  <m:oMath xmlns:m="http://schemas.openxmlformats.org/officeDocument/2006/math">
                    <m:r>
                      <m:rPr>
                        <m:sty m:val="p"/>
                      </m:rPr>
                      <a:rPr lang="en-US" b="0" i="0" smtClean="0">
                        <a:latin typeface="Cambria Math" panose="02040503050406030204" pitchFamily="18" charset="0"/>
                      </a:rPr>
                      <m:t>Θ</m:t>
                    </m:r>
                  </m:oMath>
                </a14:m>
                <a:endParaRPr lang="en-US" dirty="0"/>
              </a:p>
            </p:txBody>
          </p:sp>
        </mc:Choice>
        <mc:Fallback xmlns="">
          <p:sp>
            <p:nvSpPr>
              <p:cNvPr id="2" name="Title 1">
                <a:extLst>
                  <a:ext uri="{FF2B5EF4-FFF2-40B4-BE49-F238E27FC236}">
                    <a16:creationId xmlns:a16="http://schemas.microsoft.com/office/drawing/2014/main" id="{D564C020-2384-061C-18C1-14BB89BF209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409C80-61B9-4DC9-01AB-659ECF1BCC8E}"/>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pPr lvl="1"/>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p:txBody>
          </p:sp>
        </mc:Choice>
        <mc:Fallback xmlns="">
          <p:sp>
            <p:nvSpPr>
              <p:cNvPr id="3" name="Content Placeholder 2">
                <a:extLst>
                  <a:ext uri="{FF2B5EF4-FFF2-40B4-BE49-F238E27FC236}">
                    <a16:creationId xmlns:a16="http://schemas.microsoft.com/office/drawing/2014/main" id="{A6409C80-61B9-4DC9-01AB-659ECF1BCC8E}"/>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5B017AF-EFE9-7300-7D16-55E351A4FB3C}"/>
                  </a:ext>
                </a:extLst>
              </p14:cNvPr>
              <p14:cNvContentPartPr/>
              <p14:nvPr/>
            </p14:nvContentPartPr>
            <p14:xfrm>
              <a:off x="1001520" y="2118600"/>
              <a:ext cx="2400120" cy="637200"/>
            </p14:xfrm>
          </p:contentPart>
        </mc:Choice>
        <mc:Fallback>
          <p:pic>
            <p:nvPicPr>
              <p:cNvPr id="4" name="Ink 3">
                <a:extLst>
                  <a:ext uri="{FF2B5EF4-FFF2-40B4-BE49-F238E27FC236}">
                    <a16:creationId xmlns:a16="http://schemas.microsoft.com/office/drawing/2014/main" id="{95B017AF-EFE9-7300-7D16-55E351A4FB3C}"/>
                  </a:ext>
                </a:extLst>
              </p:cNvPr>
              <p:cNvPicPr/>
              <p:nvPr/>
            </p:nvPicPr>
            <p:blipFill>
              <a:blip r:embed="rId5"/>
              <a:stretch>
                <a:fillRect/>
              </a:stretch>
            </p:blipFill>
            <p:spPr>
              <a:xfrm>
                <a:off x="992160" y="2109240"/>
                <a:ext cx="2418840" cy="655920"/>
              </a:xfrm>
              <a:prstGeom prst="rect">
                <a:avLst/>
              </a:prstGeom>
            </p:spPr>
          </p:pic>
        </mc:Fallback>
      </mc:AlternateContent>
    </p:spTree>
    <p:extLst>
      <p:ext uri="{BB962C8B-B14F-4D97-AF65-F5344CB8AC3E}">
        <p14:creationId xmlns:p14="http://schemas.microsoft.com/office/powerpoint/2010/main" val="48122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a:rPr>
                              <m:t>𝑛</m:t>
                            </m:r>
                          </m:e>
                        </m:d>
                      </m:e>
                    </m:d>
                  </m:oMath>
                </a14:m>
                <a:endParaRPr lang="en-US" dirty="0"/>
              </a:p>
              <a:p>
                <a:pPr lvl="1"/>
                <a:r>
                  <a:rPr lang="en-US" dirty="0"/>
                  <a:t>The </a:t>
                </a:r>
                <a:r>
                  <a:rPr lang="en-US" b="1" dirty="0"/>
                  <a:t>set of functions</a:t>
                </a:r>
                <a:r>
                  <a:rPr lang="en-US" dirty="0"/>
                  <a:t> with asymptotic behavior less than or equal to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1"/>
                <a:r>
                  <a:rPr lang="en-US" dirty="0">
                    <a:solidFill>
                      <a:srgbClr val="FF33CC"/>
                    </a:solidFill>
                  </a:rPr>
                  <a:t>Upper-bounded </a:t>
                </a:r>
                <a:r>
                  <a:rPr lang="en-US" dirty="0"/>
                  <a:t>by a constant times </a:t>
                </a:r>
                <a14:m>
                  <m:oMath xmlns:m="http://schemas.openxmlformats.org/officeDocument/2006/math">
                    <m:r>
                      <a:rPr lang="en-US" b="0" i="1" smtClean="0">
                        <a:latin typeface="Cambria Math"/>
                      </a:rPr>
                      <m:t>𝑔</m:t>
                    </m:r>
                  </m:oMath>
                </a14:m>
                <a:r>
                  <a:rPr lang="en-US" dirty="0"/>
                  <a:t> for large enough values </a:t>
                </a:r>
                <a14:m>
                  <m:oMath xmlns:m="http://schemas.openxmlformats.org/officeDocument/2006/math">
                    <m:r>
                      <a:rPr lang="en-US" b="0" i="1" smtClean="0">
                        <a:latin typeface="Cambria Math"/>
                      </a:rPr>
                      <m:t>𝑛</m:t>
                    </m:r>
                  </m:oMath>
                </a14:m>
                <a:endParaRPr lang="en-US" b="0" i="1" dirty="0">
                  <a:latin typeface="Cambria Math"/>
                </a:endParaRPr>
              </a:p>
              <a:p>
                <a:pPr lvl="1"/>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&gt;0.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 ∀</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14:m>
                  <m:oMath xmlns:m="http://schemas.openxmlformats.org/officeDocument/2006/math">
                    <m:r>
                      <m:rPr>
                        <m:sty m:val="p"/>
                      </m:rPr>
                      <a:rPr lang="en-US" b="0" i="0" smtClean="0">
                        <a:latin typeface="Cambria Math"/>
                      </a:rPr>
                      <m:t>Ω</m:t>
                    </m:r>
                    <m:r>
                      <a:rPr lang="en-US" b="0" i="1" smtClean="0">
                        <a:latin typeface="Cambria Math"/>
                      </a:rPr>
                      <m:t>(</m:t>
                    </m:r>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oMath>
                </a14:m>
                <a:endParaRPr lang="en-US" dirty="0"/>
              </a:p>
              <a:p>
                <a:pPr lvl="1"/>
                <a:r>
                  <a:rPr lang="en-US" dirty="0"/>
                  <a:t>the </a:t>
                </a:r>
                <a:r>
                  <a:rPr lang="en-US" b="1" dirty="0"/>
                  <a:t>set of functions</a:t>
                </a:r>
                <a:r>
                  <a:rPr lang="en-US" dirty="0"/>
                  <a:t> with asymptotic behavior greater than or equal to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dirty="0"/>
              </a:p>
              <a:p>
                <a:pPr lvl="1"/>
                <a:r>
                  <a:rPr lang="en-US" dirty="0">
                    <a:solidFill>
                      <a:srgbClr val="FF33CC"/>
                    </a:solidFill>
                  </a:rPr>
                  <a:t>Lower-bounded </a:t>
                </a:r>
                <a:r>
                  <a:rPr lang="en-US" dirty="0"/>
                  <a:t>by a constant times </a:t>
                </a:r>
                <a14:m>
                  <m:oMath xmlns:m="http://schemas.openxmlformats.org/officeDocument/2006/math">
                    <m:r>
                      <a:rPr lang="en-US" i="1">
                        <a:latin typeface="Cambria Math"/>
                      </a:rPr>
                      <m:t>𝑔</m:t>
                    </m:r>
                  </m:oMath>
                </a14:m>
                <a:r>
                  <a:rPr lang="en-US" dirty="0"/>
                  <a:t> for large enough values </a:t>
                </a:r>
                <a14:m>
                  <m:oMath xmlns:m="http://schemas.openxmlformats.org/officeDocument/2006/math">
                    <m:r>
                      <a:rPr lang="en-US" i="1">
                        <a:latin typeface="Cambria Math"/>
                      </a:rPr>
                      <m:t>𝑛</m:t>
                    </m:r>
                  </m:oMath>
                </a14:m>
                <a:endParaRPr lang="en-US" i="1" dirty="0">
                  <a:latin typeface="Cambria Math"/>
                </a:endParaRPr>
              </a:p>
              <a:p>
                <a:pPr lvl="1"/>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m:rPr>
                        <m:sty m:val="p"/>
                      </m:rPr>
                      <a:rPr lang="en-US" b="0" i="0" smtClean="0">
                        <a:latin typeface="Cambria Math" panose="02040503050406030204" pitchFamily="18" charset="0"/>
                      </a:rPr>
                      <m:t>Ω</m:t>
                    </m:r>
                    <m:d>
                      <m:dPr>
                        <m:ctrlPr>
                          <a:rPr lang="en-US" i="1">
                            <a:latin typeface="Cambria Math" panose="02040503050406030204" pitchFamily="18" charset="0"/>
                          </a:rPr>
                        </m:ctrlPr>
                      </m:dPr>
                      <m:e>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&gt;0. ∃</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r>
                      <a:rPr lang="en-US" i="1">
                        <a:latin typeface="Cambria Math" panose="02040503050406030204" pitchFamily="18" charset="0"/>
                      </a:rPr>
                      <m:t>&gt;0. ∀</m:t>
                    </m:r>
                    <m:r>
                      <a:rPr lang="en-US" i="1">
                        <a:latin typeface="Cambria Math" panose="02040503050406030204" pitchFamily="18" charset="0"/>
                      </a:rPr>
                      <m:t>𝑛</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r>
                      <a:rPr lang="en-US" i="1">
                        <a:latin typeface="Cambria Math" panose="02040503050406030204" pitchFamily="18" charset="0"/>
                      </a:rPr>
                      <m:t>. </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dirty="0"/>
              </a:p>
              <a:p>
                <a14:m>
                  <m:oMath xmlns:m="http://schemas.openxmlformats.org/officeDocument/2006/math">
                    <m:r>
                      <m:rPr>
                        <m:sty m:val="p"/>
                      </m:rPr>
                      <a:rPr lang="en-US" b="0" i="0" smtClean="0">
                        <a:latin typeface="Cambria Math"/>
                      </a:rPr>
                      <m:t>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𝑛</m:t>
                            </m:r>
                          </m:e>
                        </m:d>
                      </m:e>
                    </m:d>
                  </m:oMath>
                </a14:m>
                <a:endParaRPr lang="en-US" dirty="0"/>
              </a:p>
              <a:p>
                <a:pPr lvl="1"/>
                <a:r>
                  <a:rPr lang="en-US" dirty="0"/>
                  <a:t>“</a:t>
                </a:r>
                <a:r>
                  <a:rPr lang="en-US" dirty="0">
                    <a:solidFill>
                      <a:srgbClr val="FF33CC"/>
                    </a:solidFill>
                  </a:rPr>
                  <a:t>Tightly</a:t>
                </a:r>
                <a:r>
                  <a:rPr lang="en-US" dirty="0"/>
                  <a:t>” within constant of </a:t>
                </a:r>
                <a14:m>
                  <m:oMath xmlns:m="http://schemas.openxmlformats.org/officeDocument/2006/math">
                    <m:r>
                      <a:rPr lang="en-US" i="1">
                        <a:latin typeface="Cambria Math"/>
                      </a:rPr>
                      <m:t>𝑔</m:t>
                    </m:r>
                  </m:oMath>
                </a14:m>
                <a:r>
                  <a:rPr lang="en-US" dirty="0"/>
                  <a:t> for large </a:t>
                </a:r>
                <a14:m>
                  <m:oMath xmlns:m="http://schemas.openxmlformats.org/officeDocument/2006/math">
                    <m:r>
                      <a:rPr lang="en-US" i="1">
                        <a:latin typeface="Cambria Math"/>
                      </a:rPr>
                      <m:t>𝑛</m:t>
                    </m:r>
                  </m:oMath>
                </a14:m>
                <a:endParaRPr lang="en-US" dirty="0"/>
              </a:p>
              <a:p>
                <a:pPr lvl="1"/>
                <a14:m>
                  <m:oMath xmlns:m="http://schemas.openxmlformats.org/officeDocument/2006/math">
                    <m:r>
                      <m:rPr>
                        <m:sty m:val="p"/>
                      </m:rPr>
                      <a:rPr lang="en-US">
                        <a:latin typeface="Cambria Math"/>
                      </a:rPr>
                      <m:t>Ω</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𝑛</m:t>
                            </m:r>
                          </m:e>
                        </m:d>
                      </m:e>
                    </m:d>
                    <m:r>
                      <a:rPr lang="en-US" b="0" i="1" smtClean="0">
                        <a:latin typeface="Cambria Math"/>
                      </a:rPr>
                      <m:t>∩</m:t>
                    </m:r>
                    <m:r>
                      <a:rPr lang="en-US" i="1">
                        <a:latin typeface="Cambria Math"/>
                      </a:rPr>
                      <m:t>𝑂</m:t>
                    </m:r>
                    <m:r>
                      <a:rPr lang="en-US" i="1">
                        <a:latin typeface="Cambria Math"/>
                      </a:rPr>
                      <m:t>(</m:t>
                    </m:r>
                    <m:r>
                      <a:rPr lang="en-US" i="1">
                        <a:latin typeface="Cambria Math"/>
                      </a:rPr>
                      <m:t>𝑔</m:t>
                    </m:r>
                    <m:d>
                      <m:dPr>
                        <m:ctrlPr>
                          <a:rPr lang="en-US" i="1">
                            <a:latin typeface="Cambria Math" panose="02040503050406030204" pitchFamily="18" charset="0"/>
                          </a:rPr>
                        </m:ctrlPr>
                      </m:dPr>
                      <m:e>
                        <m:r>
                          <a:rPr lang="en-US" i="1">
                            <a:latin typeface="Cambria Math"/>
                          </a:rPr>
                          <m:t>𝑛</m:t>
                        </m:r>
                      </m:e>
                    </m:d>
                    <m:r>
                      <a:rPr lang="en-US" i="1">
                        <a:latin typeface="Cambria Math"/>
                      </a:rPr>
                      <m:t>)</m:t>
                    </m:r>
                  </m:oMath>
                </a14:m>
                <a:endParaRPr lang="en-US" dirty="0"/>
              </a:p>
              <a:p>
                <a:pPr lvl="1"/>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1250BC4-295C-7C02-0365-A50466C33367}"/>
                  </a:ext>
                </a:extLst>
              </p14:cNvPr>
              <p14:cNvContentPartPr/>
              <p14:nvPr/>
            </p14:nvContentPartPr>
            <p14:xfrm>
              <a:off x="992520" y="2942280"/>
              <a:ext cx="7884360" cy="3282480"/>
            </p14:xfrm>
          </p:contentPart>
        </mc:Choice>
        <mc:Fallback>
          <p:pic>
            <p:nvPicPr>
              <p:cNvPr id="4" name="Ink 3">
                <a:extLst>
                  <a:ext uri="{FF2B5EF4-FFF2-40B4-BE49-F238E27FC236}">
                    <a16:creationId xmlns:a16="http://schemas.microsoft.com/office/drawing/2014/main" id="{41250BC4-295C-7C02-0365-A50466C33367}"/>
                  </a:ext>
                </a:extLst>
              </p:cNvPr>
              <p:cNvPicPr/>
              <p:nvPr/>
            </p:nvPicPr>
            <p:blipFill>
              <a:blip r:embed="rId4"/>
              <a:stretch>
                <a:fillRect/>
              </a:stretch>
            </p:blipFill>
            <p:spPr>
              <a:xfrm>
                <a:off x="983160" y="2932920"/>
                <a:ext cx="7903080" cy="3301200"/>
              </a:xfrm>
              <a:prstGeom prst="rect">
                <a:avLst/>
              </a:prstGeom>
            </p:spPr>
          </p:pic>
        </mc:Fallback>
      </mc:AlternateContent>
    </p:spTree>
    <p:extLst>
      <p:ext uri="{BB962C8B-B14F-4D97-AF65-F5344CB8AC3E}">
        <p14:creationId xmlns:p14="http://schemas.microsoft.com/office/powerpoint/2010/main" val="3332895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scratchwork:</a:t>
                </a:r>
              </a:p>
              <a:p>
                <a:pPr lvl="1"/>
                <a:endParaRPr lang="en-US" b="1" dirty="0"/>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𝟏𝟎</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𝟏𝟎𝟎</m:t>
                      </m:r>
                      <m:r>
                        <a:rPr lang="en-US" b="1" i="1" smtClean="0">
                          <a:latin typeface="Cambria Math" panose="02040503050406030204" pitchFamily="18" charset="0"/>
                        </a:rPr>
                        <m:t>≤</m:t>
                      </m:r>
                      <m:r>
                        <a:rPr lang="en-US" b="1" i="1" smtClean="0">
                          <a:latin typeface="Cambria Math" panose="02040503050406030204" pitchFamily="18" charset="0"/>
                        </a:rPr>
                        <m:t>𝒄</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oMath>
                  </m:oMathPara>
                </a14:m>
                <a:endParaRPr lang="en-US" b="1" dirty="0"/>
              </a:p>
              <a:p>
                <a:pPr marL="457200" lvl="1" indent="0">
                  <a:buNone/>
                </a:pPr>
                <a:r>
                  <a:rPr lang="en-US" b="1" dirty="0"/>
                  <a:t>Let </a:t>
                </a:r>
                <a14:m>
                  <m:oMath xmlns:m="http://schemas.openxmlformats.org/officeDocument/2006/math">
                    <m:r>
                      <a:rPr lang="en-US" b="1" i="1" smtClean="0">
                        <a:latin typeface="Cambria Math" panose="02040503050406030204" pitchFamily="18" charset="0"/>
                      </a:rPr>
                      <m:t>𝒄</m:t>
                    </m:r>
                    <m:r>
                      <a:rPr lang="en-US" b="1" i="1" smtClean="0">
                        <a:latin typeface="Cambria Math" panose="02040503050406030204" pitchFamily="18" charset="0"/>
                      </a:rPr>
                      <m:t>=</m:t>
                    </m:r>
                    <m:r>
                      <a:rPr lang="en-US" b="1" i="1" smtClean="0">
                        <a:latin typeface="Cambria Math" panose="02040503050406030204" pitchFamily="18" charset="0"/>
                      </a:rPr>
                      <m:t>𝟏𝟎</m:t>
                    </m:r>
                  </m:oMath>
                </a14:m>
                <a:r>
                  <a:rPr lang="en-US" b="1" dirty="0"/>
                  <a:t>	</a:t>
                </a:r>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𝟏𝟎</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𝟏𝟎𝟎</m:t>
                      </m:r>
                      <m:r>
                        <a:rPr lang="en-US" b="1" i="1" smtClean="0">
                          <a:latin typeface="Cambria Math" panose="02040503050406030204" pitchFamily="18" charset="0"/>
                        </a:rPr>
                        <m:t>≤</m:t>
                      </m:r>
                      <m:r>
                        <a:rPr lang="en-US" b="1" i="1" smtClean="0">
                          <a:latin typeface="Cambria Math" panose="02040503050406030204" pitchFamily="18" charset="0"/>
                        </a:rPr>
                        <m:t>𝟏𝟎</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oMath>
                  </m:oMathPara>
                </a14:m>
                <a:endParaRPr lang="en-US" b="1" dirty="0"/>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m:t>
                      </m:r>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oMath>
                  </m:oMathPara>
                </a14:m>
                <a:endParaRPr lang="en-US" b="1" dirty="0"/>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m:t>
                      </m:r>
                      <m:r>
                        <a:rPr lang="en-US" b="1" i="1" smtClean="0">
                          <a:latin typeface="Cambria Math" panose="02040503050406030204" pitchFamily="18" charset="0"/>
                        </a:rPr>
                        <m:t>≤</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𝒏</m:t>
                      </m:r>
                    </m:oMath>
                  </m:oMathPara>
                </a14:m>
                <a:endParaRPr lang="en-US" b="1" dirty="0"/>
              </a:p>
              <a:p>
                <a:pPr marL="457200" lvl="1" indent="0">
                  <a:buNone/>
                </a:pPr>
                <a:r>
                  <a:rPr lang="en-US" b="1" dirty="0"/>
                  <a:t>Use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𝟎</m:t>
                        </m:r>
                      </m:sub>
                    </m:sSub>
                    <m:r>
                      <a:rPr lang="en-US" b="1" i="1" smtClean="0">
                        <a:latin typeface="Cambria Math" panose="02040503050406030204" pitchFamily="18" charset="0"/>
                      </a:rPr>
                      <m:t>=</m:t>
                    </m:r>
                    <m:r>
                      <a:rPr lang="en-US" b="1" i="1" smtClean="0">
                        <a:latin typeface="Cambria Math" panose="02040503050406030204" pitchFamily="18" charset="0"/>
                      </a:rPr>
                      <m:t>𝟒</m:t>
                    </m:r>
                  </m:oMath>
                </a14:m>
                <a:endParaRPr lang="en-US" b="1" dirty="0"/>
              </a:p>
              <a:p>
                <a:pPr marL="914400" lvl="2" indent="0">
                  <a:buNone/>
                </a:pPr>
                <a:endParaRPr lang="en-US" b="1" dirty="0"/>
              </a:p>
              <a:p>
                <a:pPr marL="914400" lvl="2" indent="0">
                  <a:buNone/>
                </a:pPr>
                <a:endParaRPr lang="en-US" b="1" dirty="0"/>
              </a:p>
              <a:p>
                <a:pPr lvl="2"/>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a:stretch>
              </a:blipFill>
            </p:spPr>
            <p:txBody>
              <a:bodyPr/>
              <a:lstStyle/>
              <a:p>
                <a:r>
                  <a:rPr lang="en-US">
                    <a:noFill/>
                  </a:rPr>
                  <a:t> </a:t>
                </a:r>
              </a:p>
            </p:txBody>
          </p:sp>
        </mc:Fallback>
      </mc:AlternateContent>
    </p:spTree>
    <p:extLst>
      <p:ext uri="{BB962C8B-B14F-4D97-AF65-F5344CB8AC3E}">
        <p14:creationId xmlns:p14="http://schemas.microsoft.com/office/powerpoint/2010/main" val="124517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A6EC-082D-11D1-9F3F-D540292E6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060A5-0D97-3D38-FF74-D85495E97022}"/>
              </a:ext>
            </a:extLst>
          </p:cNvPr>
          <p:cNvSpPr>
            <a:spLocks noGrp="1"/>
          </p:cNvSpPr>
          <p:nvPr>
            <p:ph type="title"/>
          </p:nvPr>
        </p:nvSpPr>
        <p:spPr/>
        <p:txBody>
          <a:bodyPr/>
          <a:lstStyle/>
          <a:p>
            <a:r>
              <a:rPr lang="en-US" dirty="0"/>
              <a:t>Asymptotic Notation Example 1 (Scratchwork)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C8A633-7BBC-F3AE-8521-1AD5F0E62E0B}"/>
                  </a:ext>
                </a:extLst>
              </p:cNvPr>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Scratchwork:</a:t>
                </a:r>
              </a:p>
              <a:p>
                <a:pPr marL="914400" lvl="2" indent="0">
                  <a:buNone/>
                </a:pPr>
                <a:r>
                  <a:rPr lang="en-US" dirty="0"/>
                  <a:t>We need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The algebra looks like it might be easier if we select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m:t>
                    </m:r>
                  </m:oMath>
                </a14:m>
                <a:endParaRPr lang="en-US" dirty="0"/>
              </a:p>
              <a:p>
                <a:pPr marL="914400" lvl="2" indent="0">
                  <a:buNone/>
                </a:pPr>
                <a:r>
                  <a:rPr lang="en-US" dirty="0"/>
                  <a:t>Now we need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Equivalently,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To select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r>
                  <a:rPr lang="en-US" dirty="0"/>
                  <a:t> we need to consider what values of </a:t>
                </a:r>
                <a14:m>
                  <m:oMath xmlns:m="http://schemas.openxmlformats.org/officeDocument/2006/math">
                    <m:r>
                      <a:rPr lang="en-US" b="0" i="1" smtClean="0">
                        <a:latin typeface="Cambria Math" panose="02040503050406030204" pitchFamily="18" charset="0"/>
                      </a:rPr>
                      <m:t>𝑛</m:t>
                    </m:r>
                  </m:oMath>
                </a14:m>
                <a:r>
                  <a:rPr lang="en-US" dirty="0"/>
                  <a:t> will cause “add </a:t>
                </a:r>
                <a14:m>
                  <m:oMath xmlns:m="http://schemas.openxmlformats.org/officeDocument/2006/math">
                    <m:r>
                      <a:rPr lang="en-US" b="0" i="1" smtClean="0">
                        <a:latin typeface="Cambria Math" panose="02040503050406030204" pitchFamily="18" charset="0"/>
                      </a:rPr>
                      <m:t>10</m:t>
                    </m:r>
                  </m:oMath>
                </a14:m>
                <a:r>
                  <a:rPr lang="en-US" dirty="0"/>
                  <a:t>” to have less impact than “multiply by </a:t>
                </a:r>
                <a14:m>
                  <m:oMath xmlns:m="http://schemas.openxmlformats.org/officeDocument/2006/math">
                    <m:r>
                      <a:rPr lang="en-US" b="0" i="1" smtClean="0">
                        <a:latin typeface="Cambria Math" panose="02040503050406030204" pitchFamily="18" charset="0"/>
                      </a:rPr>
                      <m:t>𝑛</m:t>
                    </m:r>
                  </m:oMath>
                </a14:m>
                <a:r>
                  <a:rPr lang="en-US" dirty="0"/>
                  <a:t>”.</a:t>
                </a:r>
              </a:p>
              <a:p>
                <a:pPr marL="914400" lvl="2" indent="0">
                  <a:buNone/>
                </a:pPr>
                <a:r>
                  <a:rPr lang="en-US" dirty="0"/>
                  <a:t>If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then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+10≤2</m:t>
                    </m:r>
                    <m:r>
                      <a:rPr lang="en-US" b="0" i="1" smtClean="0">
                        <a:latin typeface="Cambria Math" panose="02040503050406030204" pitchFamily="18" charset="0"/>
                      </a:rPr>
                      <m:t>𝑛</m:t>
                    </m:r>
                  </m:oMath>
                </a14:m>
                <a:r>
                  <a:rPr lang="en-US" dirty="0"/>
                  <a:t>, and also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𝑛</m:t>
                    </m:r>
                    <m:r>
                      <a:rPr lang="en-US" b="0" i="1" smtClean="0">
                        <a:latin typeface="Cambria Math" panose="02040503050406030204" pitchFamily="18" charset="0"/>
                      </a:rPr>
                      <m:t>≤10</m:t>
                    </m:r>
                    <m:r>
                      <a:rPr lang="en-US" b="0" i="1" smtClean="0">
                        <a:latin typeface="Cambria Math" panose="02040503050406030204" pitchFamily="18" charset="0"/>
                      </a:rPr>
                      <m:t>𝑛</m:t>
                    </m:r>
                  </m:oMath>
                </a14:m>
                <a:r>
                  <a:rPr lang="en-US" dirty="0"/>
                  <a:t>, and also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so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Thus it should work to use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endParaRPr lang="en-US" dirty="0"/>
              </a:p>
            </p:txBody>
          </p:sp>
        </mc:Choice>
        <mc:Fallback xmlns="">
          <p:sp>
            <p:nvSpPr>
              <p:cNvPr id="3" name="Content Placeholder 2">
                <a:extLst>
                  <a:ext uri="{FF2B5EF4-FFF2-40B4-BE49-F238E27FC236}">
                    <a16:creationId xmlns:a16="http://schemas.microsoft.com/office/drawing/2014/main" id="{9FC8A633-7BBC-F3AE-8521-1AD5F0E62E0B}"/>
                  </a:ext>
                </a:extLst>
              </p:cNvPr>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a:stretch>
              </a:blipFill>
            </p:spPr>
            <p:txBody>
              <a:bodyPr/>
              <a:lstStyle/>
              <a:p>
                <a:r>
                  <a:rPr lang="en-US">
                    <a:noFill/>
                  </a:rPr>
                  <a:t> </a:t>
                </a:r>
              </a:p>
            </p:txBody>
          </p:sp>
        </mc:Fallback>
      </mc:AlternateContent>
    </p:spTree>
    <p:extLst>
      <p:ext uri="{BB962C8B-B14F-4D97-AF65-F5344CB8AC3E}">
        <p14:creationId xmlns:p14="http://schemas.microsoft.com/office/powerpoint/2010/main" val="1657696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1 (Proof)</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r>
                  <a:rPr lang="en-US" dirty="0"/>
                  <a:t>Let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r>
                  <a:rPr lang="en-US" dirty="0"/>
                  <a:t>. Show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≥10    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oMath>
                </a14:m>
                <a:endParaRPr lang="en-US" dirty="0"/>
              </a:p>
              <a:p>
                <a:pPr marL="457200" lvl="1" indent="0">
                  <a:buNone/>
                </a:pPr>
                <a:r>
                  <a:rPr lang="en-US" dirty="0"/>
                  <a:t>		This is True because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is strictly increasing and </a:t>
                </a:r>
                <a14:m>
                  <m:oMath xmlns:m="http://schemas.openxmlformats.org/officeDocument/2006/math">
                    <m:r>
                      <a:rPr lang="en-US" b="0" i="1" smtClean="0">
                        <a:latin typeface="Cambria Math" panose="02040503050406030204" pitchFamily="18" charset="0"/>
                      </a:rPr>
                      <m:t>10</m:t>
                    </m:r>
                    <m:d>
                      <m:dPr>
                        <m:ctrlPr>
                          <a:rPr lang="en-US" b="0" i="1" smtClean="0">
                            <a:latin typeface="Cambria Math" panose="02040503050406030204" pitchFamily="18" charset="0"/>
                          </a:rPr>
                        </m:ctrlPr>
                      </m:dPr>
                      <m:e>
                        <m:r>
                          <a:rPr lang="en-US" b="0" i="1" smtClean="0">
                            <a:latin typeface="Cambria Math" panose="02040503050406030204" pitchFamily="18" charset="0"/>
                          </a:rPr>
                          <m:t>10−1</m:t>
                        </m:r>
                      </m:e>
                    </m:d>
                    <m:r>
                      <a:rPr lang="en-US" b="0" i="1" smtClean="0">
                        <a:latin typeface="Cambria Math" panose="02040503050406030204" pitchFamily="18" charset="0"/>
                      </a:rPr>
                      <m:t>&gt;10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r="-56"/>
                </a:stretch>
              </a:blipFill>
            </p:spPr>
            <p:txBody>
              <a:bodyPr/>
              <a:lstStyle/>
              <a:p>
                <a:r>
                  <a:rPr lang="en-US">
                    <a:noFill/>
                  </a:rPr>
                  <a:t> </a:t>
                </a:r>
              </a:p>
            </p:txBody>
          </p:sp>
        </mc:Fallback>
      </mc:AlternateContent>
    </p:spTree>
    <p:extLst>
      <p:ext uri="{BB962C8B-B14F-4D97-AF65-F5344CB8AC3E}">
        <p14:creationId xmlns:p14="http://schemas.microsoft.com/office/powerpoint/2010/main" val="2227011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1874837"/>
                <a:ext cx="114300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≥0</m:t>
                      </m:r>
                    </m:oMath>
                  </m:oMathPara>
                </a14:m>
                <a:endParaRPr lang="en-US" b="0" dirty="0"/>
              </a:p>
              <a:p>
                <a:pPr marL="457200" lvl="1"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oMath>
                  </m:oMathPara>
                </a14:m>
                <a:endParaRPr lang="en-US" b="0"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m:oMathPara>
                </a14:m>
                <a:endParaRPr lang="en-US" dirty="0"/>
              </a:p>
              <a:p>
                <a:pPr marL="457200" lvl="1" indent="0">
                  <a:buNone/>
                </a:pPr>
                <a:r>
                  <a:rPr lang="en-US" dirty="0"/>
                  <a:t>Use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endParaRPr lang="en-US" dirty="0"/>
              </a:p>
              <a:p>
                <a:pPr marL="457200" lvl="1"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2291"/>
                </a:stretch>
              </a:blipFill>
            </p:spPr>
            <p:txBody>
              <a:bodyPr/>
              <a:lstStyle/>
              <a:p>
                <a:r>
                  <a:rPr lang="en-US">
                    <a:noFill/>
                  </a:rPr>
                  <a:t> </a:t>
                </a:r>
              </a:p>
            </p:txBody>
          </p:sp>
        </mc:Fallback>
      </mc:AlternateContent>
    </p:spTree>
    <p:extLst>
      <p:ext uri="{BB962C8B-B14F-4D97-AF65-F5344CB8AC3E}">
        <p14:creationId xmlns:p14="http://schemas.microsoft.com/office/powerpoint/2010/main" val="3539960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AF14A-D064-54E0-6BBF-CF65280EB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2F9BC-8583-F6DE-8ADA-F9EB3C140610}"/>
              </a:ext>
            </a:extLst>
          </p:cNvPr>
          <p:cNvSpPr>
            <a:spLocks noGrp="1"/>
          </p:cNvSpPr>
          <p:nvPr>
            <p:ph type="title"/>
          </p:nvPr>
        </p:nvSpPr>
        <p:spPr/>
        <p:txBody>
          <a:bodyPr/>
          <a:lstStyle/>
          <a:p>
            <a:r>
              <a:rPr lang="en-US" dirty="0"/>
              <a:t>Asymptotic Notation Example 2 (Scratchwork)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15BD7A-5944-DE50-FFDA-22BA9A22331A}"/>
                  </a:ext>
                </a:extLst>
              </p:cNvPr>
              <p:cNvSpPr>
                <a:spLocks noGrp="1"/>
              </p:cNvSpPr>
              <p:nvPr>
                <p:ph idx="1"/>
              </p:nvPr>
            </p:nvSpPr>
            <p:spPr>
              <a:xfrm>
                <a:off x="609600" y="1874837"/>
                <a:ext cx="11430000" cy="4525963"/>
              </a:xfrm>
            </p:spPr>
            <p:txBody>
              <a:bodyPr anchor="t">
                <a:normAutofit lnSpcReduction="10000"/>
              </a:bodyPr>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Scratchwork:</a:t>
                </a:r>
              </a:p>
              <a:p>
                <a:pPr marL="457200" lvl="1" indent="0">
                  <a:buNone/>
                </a:pPr>
                <a:r>
                  <a:rPr lang="en-US" dirty="0"/>
                  <a:t>	we need </a:t>
                </a: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equivalently, </a:t>
                </a:r>
                <a14:m>
                  <m:oMath xmlns:m="http://schemas.openxmlformats.org/officeDocument/2006/math">
                    <m:r>
                      <a:rPr lang="en-US" b="0" i="1" smtClean="0">
                        <a:latin typeface="Cambria Math" panose="02040503050406030204" pitchFamily="18" charset="0"/>
                      </a:rPr>
                      <m:t>13</m:t>
                    </m:r>
                    <m:r>
                      <a:rPr lang="en-US" b="0" i="1" smtClean="0">
                        <a:latin typeface="Cambria Math" panose="02040503050406030204" pitchFamily="18" charset="0"/>
                      </a:rPr>
                      <m:t>𝑛</m:t>
                    </m:r>
                    <m:r>
                      <a:rPr lang="en-US" b="0" i="1" smtClean="0">
                        <a:latin typeface="Cambria Math" panose="02040503050406030204" pitchFamily="18" charset="0"/>
                      </a:rPr>
                      <m:t>−50≥</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pPr marL="457200" lvl="1" indent="0">
                  <a:buNone/>
                </a:pPr>
                <a:r>
                  <a:rPr lang="en-US" dirty="0"/>
                  <a:t>	It looks like things might simplify if we pick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=13</m:t>
                    </m:r>
                  </m:oMath>
                </a14:m>
                <a:endParaRPr lang="en-US" dirty="0"/>
              </a:p>
              <a:p>
                <a:pPr marL="457200" lvl="1" indent="0">
                  <a:buNone/>
                </a:pPr>
                <a:r>
                  <a:rPr lang="en-US" dirty="0"/>
                  <a:t>	Now we need </a:t>
                </a:r>
                <a14:m>
                  <m:oMath xmlns:m="http://schemas.openxmlformats.org/officeDocument/2006/math">
                    <m:r>
                      <a:rPr lang="en-US" b="0" i="1" smtClean="0">
                        <a:latin typeface="Cambria Math" panose="02040503050406030204" pitchFamily="18" charset="0"/>
                      </a:rPr>
                      <m:t>13</m:t>
                    </m:r>
                    <m:r>
                      <a:rPr lang="en-US" b="0" i="1" smtClean="0">
                        <a:latin typeface="Cambria Math" panose="02040503050406030204" pitchFamily="18" charset="0"/>
                      </a:rPr>
                      <m:t>𝑛</m:t>
                    </m:r>
                    <m:r>
                      <a:rPr lang="en-US" b="0" i="1" smtClean="0">
                        <a:latin typeface="Cambria Math" panose="02040503050406030204" pitchFamily="18" charset="0"/>
                      </a:rPr>
                      <m:t>−50≥13</m:t>
                    </m:r>
                    <m:r>
                      <a:rPr lang="en-US" b="0" i="1" smtClean="0">
                        <a:latin typeface="Cambria Math" panose="02040503050406030204" pitchFamily="18" charset="0"/>
                      </a:rPr>
                      <m:t>𝑛</m:t>
                    </m:r>
                  </m:oMath>
                </a14:m>
                <a:endParaRPr lang="en-US" dirty="0"/>
              </a:p>
              <a:p>
                <a:pPr marL="457200" lvl="1" indent="0">
                  <a:buNone/>
                </a:pPr>
                <a:r>
                  <a:rPr lang="en-US" dirty="0"/>
                  <a:t>	equivalently we need </a:t>
                </a:r>
                <a14:m>
                  <m:oMath xmlns:m="http://schemas.openxmlformats.org/officeDocument/2006/math">
                    <m:r>
                      <a:rPr lang="en-US" b="0" i="1" smtClean="0">
                        <a:latin typeface="Cambria Math" panose="02040503050406030204" pitchFamily="18" charset="0"/>
                      </a:rPr>
                      <m:t>−50≥0</m:t>
                    </m:r>
                  </m:oMath>
                </a14:m>
                <a:endParaRPr lang="en-US" dirty="0"/>
              </a:p>
              <a:p>
                <a:pPr marL="457200" lvl="1" indent="0">
                  <a:buNone/>
                </a:pPr>
                <a:r>
                  <a:rPr lang="en-US" dirty="0"/>
                  <a:t>	hmmm….. That didn’t work! But, it tells us that to make the left hand side bigger, it needs to be 50 larger than the right! This means we definitely need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&lt;13</m:t>
                    </m:r>
                  </m:oMath>
                </a14:m>
                <a:endParaRPr lang="en-US" dirty="0"/>
              </a:p>
              <a:p>
                <a:pPr marL="457200" lvl="1" indent="0">
                  <a:buNone/>
                </a:pPr>
                <a:r>
                  <a:rPr lang="en-US" dirty="0"/>
                  <a:t>	let’s instead use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a14:m>
                <a:r>
                  <a:rPr lang="en-US" dirty="0"/>
                  <a:t>, now we need </a:t>
                </a:r>
                <a14:m>
                  <m:oMath xmlns:m="http://schemas.openxmlformats.org/officeDocument/2006/math">
                    <m:r>
                      <a:rPr lang="en-US" b="0" i="1" smtClean="0">
                        <a:latin typeface="Cambria Math" panose="02040503050406030204" pitchFamily="18" charset="0"/>
                      </a:rPr>
                      <m:t>13</m:t>
                    </m:r>
                    <m:r>
                      <a:rPr lang="en-US" b="0" i="1" smtClean="0">
                        <a:latin typeface="Cambria Math" panose="02040503050406030204" pitchFamily="18" charset="0"/>
                      </a:rPr>
                      <m:t>𝑛</m:t>
                    </m:r>
                    <m:r>
                      <a:rPr lang="en-US" b="0" i="1" smtClean="0">
                        <a:latin typeface="Cambria Math" panose="02040503050406030204" pitchFamily="18" charset="0"/>
                      </a:rPr>
                      <m:t>−50≥12</m:t>
                    </m:r>
                    <m:r>
                      <a:rPr lang="en-US" b="0" i="1" smtClean="0">
                        <a:latin typeface="Cambria Math" panose="02040503050406030204" pitchFamily="18" charset="0"/>
                      </a:rPr>
                      <m:t>𝑛</m:t>
                    </m:r>
                  </m:oMath>
                </a14:m>
                <a:endParaRPr lang="en-US" dirty="0"/>
              </a:p>
              <a:p>
                <a:pPr marL="457200" lvl="1" indent="0">
                  <a:buNone/>
                </a:pPr>
                <a:r>
                  <a:rPr lang="en-US" dirty="0"/>
                  <a:t>	This simplifies to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so we can use </a:t>
                </a:r>
                <a14:m>
                  <m:oMath xmlns:m="http://schemas.openxmlformats.org/officeDocument/2006/math">
                    <m:r>
                      <a:rPr lang="en-US" b="0" i="1" smtClean="0">
                        <a:latin typeface="Cambria Math" panose="02040503050406030204" pitchFamily="18" charset="0"/>
                      </a:rPr>
                      <m:t>50</m:t>
                    </m:r>
                  </m:oMath>
                </a14:m>
                <a:r>
                  <a:rPr lang="en-US" dirty="0"/>
                  <a:t>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B715BD7A-5944-DE50-FFDA-22BA9A22331A}"/>
                  </a:ext>
                </a:extLst>
              </p:cNvPr>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3100"/>
                </a:stretch>
              </a:blipFill>
            </p:spPr>
            <p:txBody>
              <a:bodyPr/>
              <a:lstStyle/>
              <a:p>
                <a:r>
                  <a:rPr lang="en-US">
                    <a:noFill/>
                  </a:rPr>
                  <a:t> </a:t>
                </a:r>
              </a:p>
            </p:txBody>
          </p:sp>
        </mc:Fallback>
      </mc:AlternateContent>
    </p:spTree>
    <p:extLst>
      <p:ext uri="{BB962C8B-B14F-4D97-AF65-F5344CB8AC3E}">
        <p14:creationId xmlns:p14="http://schemas.microsoft.com/office/powerpoint/2010/main" val="3560150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9128-3B0A-EEBD-AA47-0A2E16E0C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2C6BA-B88E-5695-E2EE-A7497F6A94C0}"/>
              </a:ext>
            </a:extLst>
          </p:cNvPr>
          <p:cNvSpPr>
            <a:spLocks noGrp="1"/>
          </p:cNvSpPr>
          <p:nvPr>
            <p:ph type="title"/>
          </p:nvPr>
        </p:nvSpPr>
        <p:spPr/>
        <p:txBody>
          <a:bodyPr/>
          <a:lstStyle/>
          <a:p>
            <a:r>
              <a:rPr lang="en-US" dirty="0"/>
              <a:t>Asymptotic Notation Example 2 (Proof)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DE8BD1-7032-7251-5937-38CE9EA5D43E}"/>
                  </a:ext>
                </a:extLst>
              </p:cNvPr>
              <p:cNvSpPr>
                <a:spLocks noGrp="1"/>
              </p:cNvSpPr>
              <p:nvPr>
                <p:ph idx="1"/>
              </p:nvPr>
            </p:nvSpPr>
            <p:spPr>
              <a:xfrm>
                <a:off x="609600" y="1874837"/>
                <a:ext cx="114300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endParaRPr lang="en-US" dirty="0"/>
              </a:p>
              <a:p>
                <a:pPr marL="457200" lvl="1" indent="0">
                  <a:buNone/>
                </a:pPr>
                <a:r>
                  <a:rPr lang="en-US" dirty="0"/>
                  <a:t>Let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r>
                  <a:rPr lang="en-US" dirty="0"/>
                  <a:t>. show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we have </a:t>
                </a: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Applying algebra:</a:t>
                </a:r>
              </a:p>
              <a:p>
                <a:pPr marL="457200" lvl="1" indent="0">
                  <a:buNone/>
                </a:pP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−50≥0</m:t>
                    </m:r>
                  </m:oMath>
                </a14:m>
                <a:r>
                  <a:rPr lang="en-US" dirty="0"/>
                  <a:t> (allowed because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since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a:t>
                </a:r>
              </a:p>
              <a:p>
                <a:pPr marL="457200" lvl="1"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a:t>
                </a:r>
              </a:p>
              <a:p>
                <a:pPr marL="457200" lvl="1" indent="0">
                  <a:buNone/>
                </a:pPr>
                <a:r>
                  <a:rPr lang="en-US" dirty="0"/>
                  <a:t>Because we chose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r>
                  <a:rPr lang="en-US" dirty="0"/>
                  <a:t>, the inequality holds for all values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32DE8BD1-7032-7251-5937-38CE9EA5D43E}"/>
                  </a:ext>
                </a:extLst>
              </p:cNvPr>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2291"/>
                </a:stretch>
              </a:blipFill>
            </p:spPr>
            <p:txBody>
              <a:bodyPr/>
              <a:lstStyle/>
              <a:p>
                <a:r>
                  <a:rPr lang="en-US">
                    <a:noFill/>
                  </a:rPr>
                  <a:t> </a:t>
                </a:r>
              </a:p>
            </p:txBody>
          </p:sp>
        </mc:Fallback>
      </mc:AlternateContent>
    </p:spTree>
    <p:extLst>
      <p:ext uri="{BB962C8B-B14F-4D97-AF65-F5344CB8AC3E}">
        <p14:creationId xmlns:p14="http://schemas.microsoft.com/office/powerpoint/2010/main" val="3615634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DF01-CB08-62DC-1215-866A0F101803}"/>
              </a:ext>
            </a:extLst>
          </p:cNvPr>
          <p:cNvSpPr>
            <a:spLocks noGrp="1"/>
          </p:cNvSpPr>
          <p:nvPr>
            <p:ph type="title"/>
          </p:nvPr>
        </p:nvSpPr>
        <p:spPr/>
        <p:txBody>
          <a:bodyPr/>
          <a:lstStyle/>
          <a:p>
            <a:r>
              <a:rPr lang="en-US" dirty="0"/>
              <a:t>Gaining 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40356D-0C36-B454-54CF-5259710738F5}"/>
                  </a:ext>
                </a:extLst>
              </p:cNvPr>
              <p:cNvSpPr>
                <a:spLocks noGrp="1"/>
              </p:cNvSpPr>
              <p:nvPr>
                <p:ph idx="1"/>
              </p:nvPr>
            </p:nvSpPr>
            <p:spPr>
              <a:xfrm>
                <a:off x="838200" y="1825624"/>
                <a:ext cx="10515600" cy="4961256"/>
              </a:xfrm>
            </p:spPr>
            <p:txBody>
              <a:bodyPr>
                <a:normAutofit fontScale="92500" lnSpcReduction="10000"/>
              </a:bodyPr>
              <a:lstStyle/>
              <a:p>
                <a:r>
                  <a:rPr lang="en-US" dirty="0"/>
                  <a:t>When doing asymptotic analysis of functions:</a:t>
                </a:r>
              </a:p>
              <a:p>
                <a:pPr lvl="1"/>
                <a:r>
                  <a:rPr lang="en-US" dirty="0"/>
                  <a:t>If multiple expressions are added together, ignore all but the “biggest”</a:t>
                </a:r>
              </a:p>
              <a:p>
                <a:pPr lvl="2"/>
                <a:r>
                  <a:rPr lang="en-US" dirty="0"/>
                  <a:t>If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grows asymptotically faster than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then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r>
                  <a:rPr lang="en-US" dirty="0"/>
                  <a:t>Ignore all multiplicative constants</a:t>
                </a:r>
              </a:p>
              <a:p>
                <a:pPr lvl="2"/>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r>
                  <a:rPr lang="en-US" dirty="0"/>
                  <a:t>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r>
                  <a:rPr lang="en-US" dirty="0"/>
                  <a:t>Ignore bases of logarithms</a:t>
                </a:r>
              </a:p>
              <a:p>
                <a:pPr lvl="1"/>
                <a:r>
                  <a:rPr lang="en-US" dirty="0"/>
                  <a:t>Do NOT ignore:</a:t>
                </a:r>
              </a:p>
              <a:p>
                <a:pPr lvl="2"/>
                <a:r>
                  <a:rPr lang="en-US" dirty="0"/>
                  <a:t>Non-multiplicative and non-additive constants (e.g. in exponents, bases of exponents)</a:t>
                </a:r>
              </a:p>
              <a:p>
                <a:pPr lvl="2"/>
                <a:r>
                  <a:rPr lang="en-US" dirty="0"/>
                  <a:t>Logarithms themselves</a:t>
                </a:r>
              </a:p>
              <a:p>
                <a:r>
                  <a:rPr lang="en-US" dirty="0"/>
                  <a:t>Examples:</a:t>
                </a:r>
              </a:p>
              <a:p>
                <a:pPr lvl="1"/>
                <a14:m>
                  <m:oMath xmlns:m="http://schemas.openxmlformats.org/officeDocument/2006/math">
                    <m:r>
                      <a:rPr lang="pt-BR" i="1" dirty="0" smtClean="0">
                        <a:latin typeface="Cambria Math" panose="02040503050406030204" pitchFamily="18" charset="0"/>
                      </a:rPr>
                      <m:t>4</m:t>
                    </m:r>
                    <m:r>
                      <a:rPr lang="pt-BR" i="1" dirty="0" smtClean="0">
                        <a:latin typeface="Cambria Math" panose="02040503050406030204" pitchFamily="18" charset="0"/>
                      </a:rPr>
                      <m:t>𝑛</m:t>
                    </m:r>
                    <m:r>
                      <a:rPr lang="pt-BR" i="1" dirty="0" smtClean="0">
                        <a:latin typeface="Cambria Math" panose="02040503050406030204" pitchFamily="18" charset="0"/>
                      </a:rPr>
                      <m:t> + 5 </m:t>
                    </m:r>
                  </m:oMath>
                </a14:m>
                <a:endParaRPr lang="pt-BR" dirty="0"/>
              </a:p>
              <a:p>
                <a:pPr lvl="1"/>
                <a14:m>
                  <m:oMath xmlns:m="http://schemas.openxmlformats.org/officeDocument/2006/math">
                    <m:r>
                      <a:rPr lang="pt-BR" i="1" dirty="0" smtClean="0">
                        <a:latin typeface="Cambria Math" panose="02040503050406030204" pitchFamily="18" charset="0"/>
                      </a:rPr>
                      <m:t>0.5</m:t>
                    </m:r>
                    <m:r>
                      <a:rPr lang="pt-BR" i="1" dirty="0" smtClean="0">
                        <a:latin typeface="Cambria Math" panose="02040503050406030204" pitchFamily="18" charset="0"/>
                      </a:rPr>
                      <m:t>𝑛</m:t>
                    </m:r>
                    <m:r>
                      <m:rPr>
                        <m:sty m:val="p"/>
                      </m:rPr>
                      <a:rPr lang="pt-BR" i="1" dirty="0" smtClean="0">
                        <a:latin typeface="Cambria Math" panose="02040503050406030204" pitchFamily="18" charset="0"/>
                      </a:rPr>
                      <m:t>log</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 + 2</m:t>
                    </m:r>
                    <m:r>
                      <a:rPr lang="pt-BR" i="1" dirty="0" smtClean="0">
                        <a:latin typeface="Cambria Math" panose="02040503050406030204" pitchFamily="18" charset="0"/>
                      </a:rPr>
                      <m:t>𝑛</m:t>
                    </m:r>
                    <m:r>
                      <a:rPr lang="pt-BR" i="1" dirty="0" smtClean="0">
                        <a:latin typeface="Cambria Math" panose="02040503050406030204" pitchFamily="18" charset="0"/>
                      </a:rPr>
                      <m:t> + 7</m:t>
                    </m:r>
                  </m:oMath>
                </a14:m>
                <a:endParaRPr lang="pt-BR" dirty="0"/>
              </a:p>
              <a:p>
                <a:pPr lvl="1"/>
                <a:r>
                  <a:rPr lang="pt-BR" dirty="0"/>
                  <a:t> </a:t>
                </a:r>
                <a14:m>
                  <m:oMath xmlns:m="http://schemas.openxmlformats.org/officeDocument/2006/math">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𝑛</m:t>
                        </m:r>
                      </m:e>
                      <m:sup>
                        <m:r>
                          <a:rPr lang="pt-BR" i="1" dirty="0" smtClean="0">
                            <a:latin typeface="Cambria Math" panose="02040503050406030204" pitchFamily="18" charset="0"/>
                          </a:rPr>
                          <m:t>3</m:t>
                        </m:r>
                      </m:sup>
                    </m:sSup>
                    <m:r>
                      <a:rPr lang="pt-BR" i="1" dirty="0" smtClean="0">
                        <a:latin typeface="Cambria Math" panose="02040503050406030204" pitchFamily="18" charset="0"/>
                      </a:rPr>
                      <m:t>+</m:t>
                    </m:r>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2</m:t>
                        </m:r>
                      </m:e>
                      <m:sup>
                        <m:r>
                          <a:rPr lang="pt-BR" i="1" dirty="0" smtClean="0">
                            <a:latin typeface="Cambria Math" panose="02040503050406030204" pitchFamily="18" charset="0"/>
                          </a:rPr>
                          <m:t>𝑛</m:t>
                        </m:r>
                      </m:sup>
                    </m:sSup>
                    <m:r>
                      <a:rPr lang="pt-BR" i="1" dirty="0" smtClean="0">
                        <a:latin typeface="Cambria Math" panose="02040503050406030204" pitchFamily="18" charset="0"/>
                      </a:rPr>
                      <m:t>+ 3</m:t>
                    </m:r>
                    <m:r>
                      <a:rPr lang="pt-BR" i="1" dirty="0" smtClean="0">
                        <a:latin typeface="Cambria Math" panose="02040503050406030204" pitchFamily="18" charset="0"/>
                      </a:rPr>
                      <m:t>𝑛</m:t>
                    </m:r>
                  </m:oMath>
                </a14:m>
                <a:endParaRPr lang="pt-BR" dirty="0"/>
              </a:p>
              <a:p>
                <a:pPr lvl="1"/>
                <a:r>
                  <a:rPr lang="pt-BR" dirty="0"/>
                  <a:t> </a:t>
                </a:r>
                <a14:m>
                  <m:oMath xmlns:m="http://schemas.openxmlformats.org/officeDocument/2006/math">
                    <m:r>
                      <a:rPr lang="pt-BR" i="1" dirty="0" smtClean="0">
                        <a:latin typeface="Cambria Math" panose="02040503050406030204" pitchFamily="18" charset="0"/>
                      </a:rPr>
                      <m:t>𝑛</m:t>
                    </m:r>
                    <m:r>
                      <m:rPr>
                        <m:sty m:val="p"/>
                      </m:rPr>
                      <a:rPr lang="pt-BR" i="1" dirty="0" smtClean="0">
                        <a:latin typeface="Cambria Math" panose="02040503050406030204" pitchFamily="18" charset="0"/>
                      </a:rPr>
                      <m:t>log</m:t>
                    </m:r>
                    <m:r>
                      <a:rPr lang="pt-BR" i="1" dirty="0" smtClean="0">
                        <a:latin typeface="Cambria Math" panose="02040503050406030204" pitchFamily="18" charset="0"/>
                      </a:rPr>
                      <m:t>(10</m:t>
                    </m:r>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𝑛</m:t>
                        </m:r>
                      </m:e>
                      <m:sup>
                        <m:r>
                          <a:rPr lang="pt-BR" i="1" dirty="0" smtClean="0">
                            <a:latin typeface="Cambria Math" panose="02040503050406030204" pitchFamily="18" charset="0"/>
                          </a:rPr>
                          <m:t>2</m:t>
                        </m:r>
                      </m:sup>
                    </m:sSup>
                    <m:r>
                      <a:rPr lang="pt-BR" i="1" dirty="0" smtClean="0">
                        <a:latin typeface="Cambria Math" panose="02040503050406030204" pitchFamily="18" charset="0"/>
                      </a:rPr>
                      <m:t>)</m:t>
                    </m:r>
                  </m:oMath>
                </a14:m>
                <a:r>
                  <a:rPr lang="pt-BR" dirty="0"/>
                  <a:t> </a:t>
                </a:r>
                <a:endParaRPr lang="en-US" dirty="0"/>
              </a:p>
            </p:txBody>
          </p:sp>
        </mc:Choice>
        <mc:Fallback xmlns="">
          <p:sp>
            <p:nvSpPr>
              <p:cNvPr id="3" name="Content Placeholder 2">
                <a:extLst>
                  <a:ext uri="{FF2B5EF4-FFF2-40B4-BE49-F238E27FC236}">
                    <a16:creationId xmlns:a16="http://schemas.microsoft.com/office/drawing/2014/main" id="{CD40356D-0C36-B454-54CF-5259710738F5}"/>
                  </a:ext>
                </a:extLst>
              </p:cNvPr>
              <p:cNvSpPr>
                <a:spLocks noGrp="1" noRot="1" noChangeAspect="1" noMove="1" noResize="1" noEditPoints="1" noAdjustHandles="1" noChangeArrowheads="1" noChangeShapeType="1" noTextEdit="1"/>
              </p:cNvSpPr>
              <p:nvPr>
                <p:ph idx="1"/>
              </p:nvPr>
            </p:nvSpPr>
            <p:spPr>
              <a:xfrm>
                <a:off x="838200" y="1825624"/>
                <a:ext cx="10515600" cy="4961256"/>
              </a:xfrm>
              <a:blipFill>
                <a:blip r:embed="rId2"/>
                <a:stretch>
                  <a:fillRect l="-928" t="-2457"/>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675F2C0-4F24-63C6-0829-3D315C5A2F3D}"/>
                  </a:ext>
                </a:extLst>
              </p14:cNvPr>
              <p14:cNvContentPartPr/>
              <p14:nvPr/>
            </p14:nvContentPartPr>
            <p14:xfrm>
              <a:off x="577800" y="2492280"/>
              <a:ext cx="8827560" cy="3153600"/>
            </p14:xfrm>
          </p:contentPart>
        </mc:Choice>
        <mc:Fallback>
          <p:pic>
            <p:nvPicPr>
              <p:cNvPr id="4" name="Ink 3">
                <a:extLst>
                  <a:ext uri="{FF2B5EF4-FFF2-40B4-BE49-F238E27FC236}">
                    <a16:creationId xmlns:a16="http://schemas.microsoft.com/office/drawing/2014/main" id="{C675F2C0-4F24-63C6-0829-3D315C5A2F3D}"/>
                  </a:ext>
                </a:extLst>
              </p:cNvPr>
              <p:cNvPicPr/>
              <p:nvPr/>
            </p:nvPicPr>
            <p:blipFill>
              <a:blip r:embed="rId4"/>
              <a:stretch>
                <a:fillRect/>
              </a:stretch>
            </p:blipFill>
            <p:spPr>
              <a:xfrm>
                <a:off x="568440" y="2482920"/>
                <a:ext cx="8846280" cy="3172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1E6DA5E2-BE79-3801-0292-4FD3F4B9F9D0}"/>
                  </a:ext>
                </a:extLst>
              </p14:cNvPr>
              <p14:cNvContentPartPr/>
              <p14:nvPr/>
            </p14:nvContentPartPr>
            <p14:xfrm>
              <a:off x="2150640" y="4650480"/>
              <a:ext cx="9341280" cy="707760"/>
            </p14:xfrm>
          </p:contentPart>
        </mc:Choice>
        <mc:Fallback>
          <p:pic>
            <p:nvPicPr>
              <p:cNvPr id="5" name="Ink 4">
                <a:extLst>
                  <a:ext uri="{FF2B5EF4-FFF2-40B4-BE49-F238E27FC236}">
                    <a16:creationId xmlns:a16="http://schemas.microsoft.com/office/drawing/2014/main" id="{1E6DA5E2-BE79-3801-0292-4FD3F4B9F9D0}"/>
                  </a:ext>
                </a:extLst>
              </p:cNvPr>
              <p:cNvPicPr/>
              <p:nvPr/>
            </p:nvPicPr>
            <p:blipFill>
              <a:blip r:embed="rId6"/>
              <a:stretch>
                <a:fillRect/>
              </a:stretch>
            </p:blipFill>
            <p:spPr>
              <a:xfrm>
                <a:off x="2141280" y="4641120"/>
                <a:ext cx="9360000" cy="726480"/>
              </a:xfrm>
              <a:prstGeom prst="rect">
                <a:avLst/>
              </a:prstGeom>
            </p:spPr>
          </p:pic>
        </mc:Fallback>
      </mc:AlternateContent>
    </p:spTree>
    <p:extLst>
      <p:ext uri="{BB962C8B-B14F-4D97-AF65-F5344CB8AC3E}">
        <p14:creationId xmlns:p14="http://schemas.microsoft.com/office/powerpoint/2010/main" val="1832657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F3F7E-A7B8-2706-6C38-56467E612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C66C3-BD9D-5519-26E2-12D9E36F44F9}"/>
              </a:ext>
            </a:extLst>
          </p:cNvPr>
          <p:cNvSpPr>
            <a:spLocks noGrp="1"/>
          </p:cNvSpPr>
          <p:nvPr>
            <p:ph type="title"/>
          </p:nvPr>
        </p:nvSpPr>
        <p:spPr/>
        <p:txBody>
          <a:bodyPr/>
          <a:lstStyle/>
          <a:p>
            <a:r>
              <a:rPr lang="en-US" dirty="0"/>
              <a:t>More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3A0232-F322-2E2D-0CD2-26748C98BFCC}"/>
                  </a:ext>
                </a:extLst>
              </p:cNvPr>
              <p:cNvSpPr>
                <a:spLocks noGrp="1"/>
              </p:cNvSpPr>
              <p:nvPr>
                <p:ph idx="1"/>
              </p:nvPr>
            </p:nvSpPr>
            <p:spPr/>
            <p:txBody>
              <a:bodyPr/>
              <a:lstStyle/>
              <a:p>
                <a:r>
                  <a:rPr lang="pt-BR" dirty="0"/>
                  <a:t>Is each of the following True or False?</a:t>
                </a:r>
              </a:p>
              <a:p>
                <a:pPr lvl="1"/>
                <a14:m>
                  <m:oMath xmlns:m="http://schemas.openxmlformats.org/officeDocument/2006/math">
                    <m:r>
                      <a:rPr lang="pt-BR" i="1" dirty="0" smtClean="0">
                        <a:latin typeface="Cambria Math" panose="02040503050406030204" pitchFamily="18" charset="0"/>
                      </a:rPr>
                      <m:t>4+3</m:t>
                    </m:r>
                    <m:r>
                      <a:rPr lang="pt-BR" i="1" dirty="0" smtClean="0">
                        <a:latin typeface="Cambria Math" panose="02040503050406030204" pitchFamily="18" charset="0"/>
                      </a:rPr>
                      <m:t>𝑛</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m:t>
                    </m:r>
                  </m:oMath>
                </a14:m>
                <a:endParaRPr lang="pt-BR" dirty="0"/>
              </a:p>
              <a:p>
                <a:pPr lvl="1"/>
                <a14:m>
                  <m:oMath xmlns:m="http://schemas.openxmlformats.org/officeDocument/2006/math">
                    <m:r>
                      <a:rPr lang="pt-BR" i="1" dirty="0" smtClean="0">
                        <a:latin typeface="Cambria Math" panose="02040503050406030204" pitchFamily="18" charset="0"/>
                      </a:rPr>
                      <m:t>𝑛</m:t>
                    </m:r>
                    <m:r>
                      <a:rPr lang="pt-BR" i="1" dirty="0" smtClean="0">
                        <a:latin typeface="Cambria Math" panose="02040503050406030204" pitchFamily="18" charset="0"/>
                      </a:rPr>
                      <m:t>+2</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m:t>
                    </m:r>
                  </m:oMath>
                </a14:m>
                <a:r>
                  <a:rPr lang="pt-BR" dirty="0"/>
                  <a:t> </a:t>
                </a:r>
              </a:p>
              <a:p>
                <a:pPr lvl="1"/>
                <a14:m>
                  <m:oMath xmlns:m="http://schemas.openxmlformats.org/officeDocument/2006/math">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+2</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(1)</m:t>
                    </m:r>
                  </m:oMath>
                </a14:m>
                <a:r>
                  <a:rPr lang="pt-BR" dirty="0"/>
                  <a:t> </a:t>
                </a:r>
              </a:p>
              <a:p>
                <a:pPr lvl="1"/>
                <a14:m>
                  <m:oMath xmlns:m="http://schemas.openxmlformats.org/officeDocument/2006/math">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𝑛</m:t>
                        </m:r>
                      </m:e>
                      <m:sup>
                        <m:r>
                          <a:rPr lang="en-US" b="0" i="1" dirty="0" smtClean="0">
                            <a:latin typeface="Cambria Math" panose="02040503050406030204" pitchFamily="18" charset="0"/>
                          </a:rPr>
                          <m:t>50</m:t>
                        </m:r>
                      </m:sup>
                    </m:sSup>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1.1</m:t>
                        </m:r>
                      </m:e>
                      <m:sup>
                        <m:r>
                          <a:rPr lang="en-US" b="0" i="1" dirty="0" smtClean="0">
                            <a:latin typeface="Cambria Math" panose="02040503050406030204" pitchFamily="18" charset="0"/>
                          </a:rPr>
                          <m:t>𝑛</m:t>
                        </m:r>
                      </m:sup>
                    </m:sSup>
                    <m:r>
                      <a:rPr lang="pt-BR" i="1" dirty="0" smtClean="0">
                        <a:latin typeface="Cambria Math" panose="02040503050406030204" pitchFamily="18" charset="0"/>
                      </a:rPr>
                      <m:t>)</m:t>
                    </m:r>
                  </m:oMath>
                </a14:m>
                <a:endParaRPr lang="pt-BR"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pt-BR" dirty="0"/>
                  <a:t> </a:t>
                </a:r>
                <a:endParaRPr lang="en-US" dirty="0"/>
              </a:p>
            </p:txBody>
          </p:sp>
        </mc:Choice>
        <mc:Fallback xmlns="">
          <p:sp>
            <p:nvSpPr>
              <p:cNvPr id="3" name="Content Placeholder 2">
                <a:extLst>
                  <a:ext uri="{FF2B5EF4-FFF2-40B4-BE49-F238E27FC236}">
                    <a16:creationId xmlns:a16="http://schemas.microsoft.com/office/drawing/2014/main" id="{663A0232-F322-2E2D-0CD2-26748C98BFC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0AE4AAB-7B52-1878-4BB1-004A9EBB36F3}"/>
                  </a:ext>
                </a:extLst>
              </p14:cNvPr>
              <p14:cNvContentPartPr/>
              <p14:nvPr/>
            </p14:nvContentPartPr>
            <p14:xfrm>
              <a:off x="1588680" y="2259360"/>
              <a:ext cx="3530520" cy="876240"/>
            </p14:xfrm>
          </p:contentPart>
        </mc:Choice>
        <mc:Fallback>
          <p:pic>
            <p:nvPicPr>
              <p:cNvPr id="4" name="Ink 3">
                <a:extLst>
                  <a:ext uri="{FF2B5EF4-FFF2-40B4-BE49-F238E27FC236}">
                    <a16:creationId xmlns:a16="http://schemas.microsoft.com/office/drawing/2014/main" id="{20AE4AAB-7B52-1878-4BB1-004A9EBB36F3}"/>
                  </a:ext>
                </a:extLst>
              </p:cNvPr>
              <p:cNvPicPr/>
              <p:nvPr/>
            </p:nvPicPr>
            <p:blipFill>
              <a:blip r:embed="rId4"/>
              <a:stretch>
                <a:fillRect/>
              </a:stretch>
            </p:blipFill>
            <p:spPr>
              <a:xfrm>
                <a:off x="1579320" y="2250000"/>
                <a:ext cx="3549240" cy="894960"/>
              </a:xfrm>
              <a:prstGeom prst="rect">
                <a:avLst/>
              </a:prstGeom>
            </p:spPr>
          </p:pic>
        </mc:Fallback>
      </mc:AlternateContent>
    </p:spTree>
    <p:extLst>
      <p:ext uri="{BB962C8B-B14F-4D97-AF65-F5344CB8AC3E}">
        <p14:creationId xmlns:p14="http://schemas.microsoft.com/office/powerpoint/2010/main" val="104381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8004-4521-2990-7545-99E7189B8476}"/>
              </a:ext>
            </a:extLst>
          </p:cNvPr>
          <p:cNvSpPr>
            <a:spLocks noGrp="1"/>
          </p:cNvSpPr>
          <p:nvPr>
            <p:ph type="title"/>
          </p:nvPr>
        </p:nvSpPr>
        <p:spPr/>
        <p:txBody>
          <a:bodyPr/>
          <a:lstStyle/>
          <a:p>
            <a:r>
              <a:rPr lang="en-US" dirty="0"/>
              <a:t>Solutions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9D13FC-5562-5001-9E77-3F64F87265DF}"/>
                  </a:ext>
                </a:extLst>
              </p:cNvPr>
              <p:cNvSpPr>
                <a:spLocks noGrp="1"/>
              </p:cNvSpPr>
              <p:nvPr>
                <p:ph idx="1"/>
              </p:nvPr>
            </p:nvSpPr>
            <p:spPr/>
            <p:txBody>
              <a:bodyPr>
                <a:normAutofit fontScale="92500" lnSpcReduction="20000"/>
              </a:bodyPr>
              <a:lstStyle/>
              <a:p>
                <a:r>
                  <a:rPr lang="pt-BR" dirty="0"/>
                  <a:t>Is each of the following True or False? Justifications are “semi-intuitive” rather than rigorous:</a:t>
                </a:r>
              </a:p>
              <a:p>
                <a:pPr lvl="1"/>
                <a14:m>
                  <m:oMath xmlns:m="http://schemas.openxmlformats.org/officeDocument/2006/math">
                    <m:r>
                      <a:rPr lang="pt-BR" i="1" dirty="0" smtClean="0">
                        <a:latin typeface="Cambria Math" panose="02040503050406030204" pitchFamily="18" charset="0"/>
                      </a:rPr>
                      <m:t>4+3</m:t>
                    </m:r>
                    <m:r>
                      <a:rPr lang="pt-BR" i="1" dirty="0" smtClean="0">
                        <a:latin typeface="Cambria Math" panose="02040503050406030204" pitchFamily="18" charset="0"/>
                      </a:rPr>
                      <m:t>𝑛</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m:t>
                    </m:r>
                  </m:oMath>
                </a14:m>
                <a:endParaRPr lang="pt-BR" dirty="0"/>
              </a:p>
              <a:p>
                <a:pPr lvl="2"/>
                <a:r>
                  <a:rPr lang="pt-BR" dirty="0"/>
                  <a:t>True because for large inputs, </a:t>
                </a:r>
                <a14:m>
                  <m:oMath xmlns:m="http://schemas.openxmlformats.org/officeDocument/2006/math">
                    <m:r>
                      <a:rPr lang="en-US" b="0" i="1" smtClean="0">
                        <a:latin typeface="Cambria Math" panose="02040503050406030204" pitchFamily="18" charset="0"/>
                      </a:rPr>
                      <m:t>4+3</m:t>
                    </m:r>
                    <m:r>
                      <a:rPr lang="en-US" b="0" i="1" smtClean="0">
                        <a:latin typeface="Cambria Math" panose="02040503050406030204" pitchFamily="18" charset="0"/>
                      </a:rPr>
                      <m:t>𝑛</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+3</m:t>
                    </m:r>
                    <m:r>
                      <a:rPr lang="en-US" b="0" i="1" smtClean="0">
                        <a:latin typeface="Cambria Math" panose="02040503050406030204" pitchFamily="18" charset="0"/>
                      </a:rPr>
                      <m:t>𝑛</m:t>
                    </m:r>
                    <m:r>
                      <a:rPr lang="en-US" b="0" i="1" smtClean="0">
                        <a:latin typeface="Cambria Math" panose="02040503050406030204" pitchFamily="18" charset="0"/>
                      </a:rPr>
                      <m:t>=4</m:t>
                    </m:r>
                    <m:r>
                      <a:rPr lang="en-US" b="0" i="1" smtClean="0">
                        <a:latin typeface="Cambria Math" panose="02040503050406030204" pitchFamily="18" charset="0"/>
                      </a:rPr>
                      <m:t>𝑛</m:t>
                    </m:r>
                  </m:oMath>
                </a14:m>
                <a:endParaRPr lang="pt-BR" dirty="0"/>
              </a:p>
              <a:p>
                <a:pPr lvl="1"/>
                <a14:m>
                  <m:oMath xmlns:m="http://schemas.openxmlformats.org/officeDocument/2006/math">
                    <m:r>
                      <a:rPr lang="pt-BR" i="1" dirty="0" smtClean="0">
                        <a:latin typeface="Cambria Math" panose="02040503050406030204" pitchFamily="18" charset="0"/>
                      </a:rPr>
                      <m:t>𝑛</m:t>
                    </m:r>
                    <m:r>
                      <a:rPr lang="pt-BR" i="1" dirty="0" smtClean="0">
                        <a:latin typeface="Cambria Math" panose="02040503050406030204" pitchFamily="18" charset="0"/>
                      </a:rPr>
                      <m:t>+2</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m:t>
                    </m:r>
                  </m:oMath>
                </a14:m>
                <a:r>
                  <a:rPr lang="pt-BR" dirty="0"/>
                  <a:t> </a:t>
                </a:r>
              </a:p>
              <a:p>
                <a:pPr lvl="2"/>
                <a:r>
                  <a:rPr lang="pt-BR" dirty="0"/>
                  <a:t>False because for any constant </a:t>
                </a:r>
                <a14:m>
                  <m:oMath xmlns:m="http://schemas.openxmlformats.org/officeDocument/2006/math">
                    <m:r>
                      <a:rPr lang="en-US" b="0" i="1" smtClean="0">
                        <a:latin typeface="Cambria Math" panose="02040503050406030204" pitchFamily="18" charset="0"/>
                      </a:rPr>
                      <m:t>𝑐</m:t>
                    </m:r>
                  </m:oMath>
                </a14:m>
                <a:r>
                  <a:rPr lang="pt-BR" dirty="0"/>
                  <a:t> eventually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r>
                      <a:rPr lang="en-US" b="0" i="1" smtClean="0">
                        <a:latin typeface="Cambria Math" panose="02040503050406030204" pitchFamily="18" charset="0"/>
                      </a:rPr>
                      <m:t>𝑐</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oMath>
                </a14:m>
                <a:r>
                  <a:rPr lang="pt-BR" dirty="0"/>
                  <a:t> (specifically, when </a:t>
                </a:r>
                <a14:m>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num>
                      <m:den>
                        <m:r>
                          <a:rPr lang="en-US" b="0" i="1" smtClean="0">
                            <a:latin typeface="Cambria Math" panose="02040503050406030204" pitchFamily="18" charset="0"/>
                          </a:rPr>
                          <m:t>𝑛</m:t>
                        </m:r>
                      </m:den>
                    </m:f>
                    <m:r>
                      <a:rPr lang="en-US" b="0" i="1" smtClean="0">
                        <a:latin typeface="Cambria Math" panose="02040503050406030204" pitchFamily="18" charset="0"/>
                      </a:rPr>
                      <m:t>&gt;</m:t>
                    </m:r>
                    <m:r>
                      <a:rPr lang="en-US" b="0" i="1" smtClean="0">
                        <a:latin typeface="Cambria Math" panose="02040503050406030204" pitchFamily="18" charset="0"/>
                      </a:rPr>
                      <m:t>𝑐</m:t>
                    </m:r>
                  </m:oMath>
                </a14:m>
                <a:r>
                  <a:rPr lang="pt-BR" dirty="0"/>
                  <a:t>) </a:t>
                </a:r>
              </a:p>
              <a:p>
                <a:pPr lvl="1"/>
                <a14:m>
                  <m:oMath xmlns:m="http://schemas.openxmlformats.org/officeDocument/2006/math">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+2</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(1)</m:t>
                    </m:r>
                  </m:oMath>
                </a14:m>
                <a:r>
                  <a:rPr lang="pt-BR" dirty="0"/>
                  <a:t> </a:t>
                </a:r>
              </a:p>
              <a:p>
                <a:pPr lvl="2"/>
                <a:r>
                  <a:rPr lang="pt-BR" dirty="0"/>
                  <a:t>False because for any constant </a:t>
                </a:r>
                <a14:m>
                  <m:oMath xmlns:m="http://schemas.openxmlformats.org/officeDocument/2006/math">
                    <m:r>
                      <a:rPr lang="en-US" b="0" i="1" smtClean="0">
                        <a:latin typeface="Cambria Math" panose="02040503050406030204" pitchFamily="18" charset="0"/>
                      </a:rPr>
                      <m:t>𝑐</m:t>
                    </m:r>
                  </m:oMath>
                </a14:m>
                <a:r>
                  <a:rPr lang="pt-BR" dirty="0"/>
                  <a:t> eventually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&gt;</m:t>
                    </m:r>
                    <m:r>
                      <a:rPr lang="en-US" b="0" i="1" smtClean="0">
                        <a:latin typeface="Cambria Math" panose="02040503050406030204" pitchFamily="18" charset="0"/>
                      </a:rPr>
                      <m:t>𝑐</m:t>
                    </m:r>
                  </m:oMath>
                </a14:m>
                <a:r>
                  <a:rPr lang="pt-BR" dirty="0"/>
                  <a:t> (specifically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𝑐</m:t>
                        </m:r>
                      </m:sup>
                    </m:sSup>
                  </m:oMath>
                </a14:m>
                <a:r>
                  <a:rPr lang="pt-BR" dirty="0"/>
                  <a:t>)</a:t>
                </a:r>
              </a:p>
              <a:p>
                <a:pPr lvl="1"/>
                <a14:m>
                  <m:oMath xmlns:m="http://schemas.openxmlformats.org/officeDocument/2006/math">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𝑛</m:t>
                        </m:r>
                      </m:e>
                      <m:sup>
                        <m:r>
                          <a:rPr lang="en-US" b="0" i="1" dirty="0" smtClean="0">
                            <a:latin typeface="Cambria Math" panose="02040503050406030204" pitchFamily="18" charset="0"/>
                          </a:rPr>
                          <m:t>50</m:t>
                        </m:r>
                      </m:sup>
                    </m:sSup>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1.1</m:t>
                        </m:r>
                      </m:e>
                      <m:sup>
                        <m:r>
                          <a:rPr lang="en-US" b="0" i="1" dirty="0" smtClean="0">
                            <a:latin typeface="Cambria Math" panose="02040503050406030204" pitchFamily="18" charset="0"/>
                          </a:rPr>
                          <m:t>𝑛</m:t>
                        </m:r>
                      </m:sup>
                    </m:sSup>
                    <m:r>
                      <a:rPr lang="pt-BR" i="1" dirty="0" smtClean="0">
                        <a:latin typeface="Cambria Math" panose="02040503050406030204" pitchFamily="18" charset="0"/>
                      </a:rPr>
                      <m:t>)</m:t>
                    </m:r>
                  </m:oMath>
                </a14:m>
                <a:endParaRPr lang="pt-BR" dirty="0"/>
              </a:p>
              <a:p>
                <a:pPr lvl="2"/>
                <a:r>
                  <a:rPr lang="pt-BR" dirty="0"/>
                  <a:t>True because for large </a:t>
                </a:r>
                <a14:m>
                  <m:oMath xmlns:m="http://schemas.openxmlformats.org/officeDocument/2006/math">
                    <m:r>
                      <a:rPr lang="en-US" b="0" i="1" smtClean="0">
                        <a:latin typeface="Cambria Math" panose="02040503050406030204" pitchFamily="18" charset="0"/>
                      </a:rPr>
                      <m:t>𝑛</m:t>
                    </m:r>
                  </m:oMath>
                </a14:m>
                <a:r>
                  <a:rPr lang="pt-BR" dirty="0"/>
                  <a:t> it will be that </a:t>
                </a:r>
                <a14:m>
                  <m:oMath xmlns:m="http://schemas.openxmlformats.org/officeDocument/2006/math">
                    <m:r>
                      <a:rPr lang="en-US" b="0" i="1" smtClean="0">
                        <a:latin typeface="Cambria Math" panose="02040503050406030204" pitchFamily="18" charset="0"/>
                      </a:rPr>
                      <m:t>50</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1.1</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pt-BR"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pt-BR" dirty="0"/>
                  <a:t> </a:t>
                </a:r>
              </a:p>
              <a:p>
                <a:pPr lvl="2"/>
                <a:r>
                  <a:rPr lang="pt-BR" dirty="0"/>
                  <a:t>False because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a:rPr lang="en-US" b="0" i="1" smtClean="0">
                        <a:latin typeface="Cambria Math" panose="02040503050406030204" pitchFamily="18" charset="0"/>
                      </a:rPr>
                      <m:t>𝑐</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is true </a:t>
                </a:r>
                <a:r>
                  <a:rPr lang="en-US" dirty="0" err="1"/>
                  <a:t>iff</a:t>
                </a:r>
                <a:r>
                  <a:rPr lang="en-US" dirty="0"/>
                  <a:t>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b="0" i="0" smtClean="0">
                                <a:latin typeface="Cambria Math" panose="02040503050406030204" pitchFamily="18" charset="0"/>
                              </a:rPr>
                              <m:t>(</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r>
                      <a:rPr lang="en-US" b="0" i="1" smtClean="0">
                        <a:latin typeface="Cambria Math" panose="02040503050406030204" pitchFamily="18" charset="0"/>
                      </a:rPr>
                      <m:t>𝑛</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and eventually multiplying by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oMath>
                </a14:m>
                <a:r>
                  <a:rPr lang="en-US" dirty="0"/>
                  <a:t> has more impact than adding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oMath>
                </a14:m>
                <a:r>
                  <a:rPr lang="en-US" dirty="0"/>
                  <a:t> (for example,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num>
                      <m:den>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r>
                          <a:rPr lang="en-US" b="0" i="1" smtClean="0">
                            <a:latin typeface="Cambria Math" panose="02040503050406030204" pitchFamily="18" charset="0"/>
                          </a:rPr>
                          <m:t>−1</m:t>
                        </m:r>
                      </m:den>
                    </m:f>
                  </m:oMath>
                </a14:m>
                <a:r>
                  <a:rPr lang="en-US" dirty="0"/>
                  <a:t>) </a:t>
                </a:r>
              </a:p>
            </p:txBody>
          </p:sp>
        </mc:Choice>
        <mc:Fallback xmlns="">
          <p:sp>
            <p:nvSpPr>
              <p:cNvPr id="3" name="Content Placeholder 2">
                <a:extLst>
                  <a:ext uri="{FF2B5EF4-FFF2-40B4-BE49-F238E27FC236}">
                    <a16:creationId xmlns:a16="http://schemas.microsoft.com/office/drawing/2014/main" id="{9F9D13FC-5562-5001-9E77-3F64F87265DF}"/>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13334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66FAC-3CF1-21C8-D24E-C2A513888CBB}"/>
              </a:ext>
            </a:extLst>
          </p:cNvPr>
          <p:cNvSpPr>
            <a:spLocks noGrp="1"/>
          </p:cNvSpPr>
          <p:nvPr>
            <p:ph type="title"/>
          </p:nvPr>
        </p:nvSpPr>
        <p:spPr/>
        <p:txBody>
          <a:bodyPr/>
          <a:lstStyle/>
          <a:p>
            <a:r>
              <a:rPr lang="en-US" dirty="0"/>
              <a:t>Common Categories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529C92-55F1-90A3-C1FE-36A88CEA9C28}"/>
                  </a:ext>
                </a:extLst>
              </p:cNvPr>
              <p:cNvSpPr>
                <a:spLocks noGrp="1"/>
              </p:cNvSpPr>
              <p:nvPr>
                <p:ph idx="1"/>
              </p:nvPr>
            </p:nvSpPr>
            <p:spPr/>
            <p:txBody>
              <a:bodyPr>
                <a:normAutofit/>
              </a:bodyPr>
              <a:lstStyle/>
              <a:p>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(1)</m:t>
                    </m:r>
                  </m:oMath>
                </a14:m>
                <a:r>
                  <a:rPr lang="en-US" dirty="0"/>
                  <a:t>	“constant”</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r>
                  <a:rPr lang="en-US" b="0" dirty="0"/>
                  <a:t> 	“logarithmic”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“linear”</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r>
                  <a:rPr lang="en-US" dirty="0"/>
                  <a:t>	“log-linear”</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“quadratic”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“cubic”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𝑘</m:t>
                            </m:r>
                          </m:sup>
                        </m:sSup>
                      </m:e>
                    </m:d>
                  </m:oMath>
                </a14:m>
                <a:r>
                  <a:rPr lang="en-US" dirty="0"/>
                  <a:t>	“polynomial”</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𝑛</m:t>
                            </m:r>
                          </m:sup>
                        </m:sSup>
                      </m:e>
                    </m:d>
                  </m:oMath>
                </a14:m>
                <a:r>
                  <a:rPr lang="en-US" dirty="0"/>
                  <a:t>	“exponential”</a:t>
                </a:r>
              </a:p>
            </p:txBody>
          </p:sp>
        </mc:Choice>
        <mc:Fallback xmlns="">
          <p:sp>
            <p:nvSpPr>
              <p:cNvPr id="3" name="Content Placeholder 2">
                <a:extLst>
                  <a:ext uri="{FF2B5EF4-FFF2-40B4-BE49-F238E27FC236}">
                    <a16:creationId xmlns:a16="http://schemas.microsoft.com/office/drawing/2014/main" id="{11529C92-55F1-90A3-C1FE-36A88CEA9C28}"/>
                  </a:ext>
                </a:extLst>
              </p:cNvPr>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5992026-6850-BFFD-7B6C-631782BC5E3B}"/>
                  </a:ext>
                </a:extLst>
              </p14:cNvPr>
              <p14:cNvContentPartPr/>
              <p14:nvPr/>
            </p14:nvContentPartPr>
            <p14:xfrm>
              <a:off x="1072440" y="2026800"/>
              <a:ext cx="1582560" cy="3949920"/>
            </p14:xfrm>
          </p:contentPart>
        </mc:Choice>
        <mc:Fallback>
          <p:pic>
            <p:nvPicPr>
              <p:cNvPr id="4" name="Ink 3">
                <a:extLst>
                  <a:ext uri="{FF2B5EF4-FFF2-40B4-BE49-F238E27FC236}">
                    <a16:creationId xmlns:a16="http://schemas.microsoft.com/office/drawing/2014/main" id="{65992026-6850-BFFD-7B6C-631782BC5E3B}"/>
                  </a:ext>
                </a:extLst>
              </p:cNvPr>
              <p:cNvPicPr/>
              <p:nvPr/>
            </p:nvPicPr>
            <p:blipFill>
              <a:blip r:embed="rId4"/>
              <a:stretch>
                <a:fillRect/>
              </a:stretch>
            </p:blipFill>
            <p:spPr>
              <a:xfrm>
                <a:off x="1063080" y="2017440"/>
                <a:ext cx="1601280" cy="3968640"/>
              </a:xfrm>
              <a:prstGeom prst="rect">
                <a:avLst/>
              </a:prstGeom>
            </p:spPr>
          </p:pic>
        </mc:Fallback>
      </mc:AlternateContent>
    </p:spTree>
    <p:extLst>
      <p:ext uri="{BB962C8B-B14F-4D97-AF65-F5344CB8AC3E}">
        <p14:creationId xmlns:p14="http://schemas.microsoft.com/office/powerpoint/2010/main" val="3466072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“First In First Out” (FIFO) collection of items</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Is_empty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Priority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92500" lnSpcReduction="20000"/>
          </a:bodyPr>
          <a:lstStyle/>
          <a:p>
            <a:r>
              <a:rPr lang="en-US" dirty="0"/>
              <a:t>What is it?</a:t>
            </a:r>
          </a:p>
          <a:p>
            <a:pPr lvl="1"/>
            <a:r>
              <a:rPr lang="en-US" dirty="0"/>
              <a:t>A collection of items and their “priorities”</a:t>
            </a:r>
          </a:p>
          <a:p>
            <a:pPr lvl="1"/>
            <a:r>
              <a:rPr lang="en-US" dirty="0"/>
              <a:t>Allows quick access/removal to the “top priority” thing</a:t>
            </a:r>
          </a:p>
          <a:p>
            <a:r>
              <a:rPr lang="en-US" dirty="0"/>
              <a:t>What Operations do we need?</a:t>
            </a:r>
          </a:p>
          <a:p>
            <a:pPr lvl="1"/>
            <a:r>
              <a:rPr lang="en-US" dirty="0"/>
              <a:t>insert(item, priority)</a:t>
            </a:r>
          </a:p>
          <a:p>
            <a:pPr lvl="2"/>
            <a:r>
              <a:rPr lang="en-US" dirty="0"/>
              <a:t>Add a new item to the PQ with indicated priority</a:t>
            </a:r>
          </a:p>
          <a:p>
            <a:pPr lvl="2"/>
            <a:r>
              <a:rPr lang="en-US" dirty="0"/>
              <a:t>Usually, smaller priority value means more important</a:t>
            </a:r>
          </a:p>
          <a:p>
            <a:pPr lvl="1"/>
            <a:r>
              <a:rPr lang="en-US" dirty="0"/>
              <a:t>extract</a:t>
            </a:r>
          </a:p>
          <a:p>
            <a:pPr lvl="2"/>
            <a:r>
              <a:rPr lang="en-US" dirty="0"/>
              <a:t>Remove and return the “top priority” item from the queue</a:t>
            </a:r>
          </a:p>
          <a:p>
            <a:pPr lvl="1"/>
            <a:r>
              <a:rPr lang="en-US" dirty="0" err="1"/>
              <a:t>Is_empty</a:t>
            </a:r>
            <a:endParaRPr lang="en-US" dirty="0"/>
          </a:p>
          <a:p>
            <a:pPr lvl="2"/>
            <a:r>
              <a:rPr lang="en-US" dirty="0"/>
              <a:t>Indicate whether or not there are items still on the queue</a:t>
            </a:r>
          </a:p>
          <a:p>
            <a:r>
              <a:rPr lang="en-US" dirty="0"/>
              <a:t>Note: the “priority” value can be any type/class so long as it’s comparable (i.e. you can use “&lt;“ or “</a:t>
            </a:r>
            <a:r>
              <a:rPr lang="en-US" dirty="0" err="1"/>
              <a:t>compareTo</a:t>
            </a:r>
            <a:r>
              <a:rPr lang="en-US" dirty="0"/>
              <a:t>” with it)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31468C2-B953-2B20-47C3-37F063874026}"/>
                  </a:ext>
                </a:extLst>
              </p14:cNvPr>
              <p14:cNvContentPartPr/>
              <p14:nvPr/>
            </p14:nvContentPartPr>
            <p14:xfrm>
              <a:off x="540720" y="2415600"/>
              <a:ext cx="6327000" cy="2654640"/>
            </p14:xfrm>
          </p:contentPart>
        </mc:Choice>
        <mc:Fallback>
          <p:pic>
            <p:nvPicPr>
              <p:cNvPr id="4" name="Ink 3">
                <a:extLst>
                  <a:ext uri="{FF2B5EF4-FFF2-40B4-BE49-F238E27FC236}">
                    <a16:creationId xmlns:a16="http://schemas.microsoft.com/office/drawing/2014/main" id="{431468C2-B953-2B20-47C3-37F063874026}"/>
                  </a:ext>
                </a:extLst>
              </p:cNvPr>
              <p:cNvPicPr/>
              <p:nvPr/>
            </p:nvPicPr>
            <p:blipFill>
              <a:blip r:embed="rId3"/>
              <a:stretch>
                <a:fillRect/>
              </a:stretch>
            </p:blipFill>
            <p:spPr>
              <a:xfrm>
                <a:off x="531360" y="2406240"/>
                <a:ext cx="6345720" cy="2673360"/>
              </a:xfrm>
              <a:prstGeom prst="rect">
                <a:avLst/>
              </a:prstGeom>
            </p:spPr>
          </p:pic>
        </mc:Fallback>
      </mc:AlternateContent>
    </p:spTree>
    <p:extLst>
      <p:ext uri="{BB962C8B-B14F-4D97-AF65-F5344CB8AC3E}">
        <p14:creationId xmlns:p14="http://schemas.microsoft.com/office/powerpoint/2010/main" val="284699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0DF-811B-A9CC-41FE-BB616356E3DC}"/>
              </a:ext>
            </a:extLst>
          </p:cNvPr>
          <p:cNvSpPr>
            <a:spLocks noGrp="1"/>
          </p:cNvSpPr>
          <p:nvPr>
            <p:ph type="title"/>
          </p:nvPr>
        </p:nvSpPr>
        <p:spPr/>
        <p:txBody>
          <a:bodyPr/>
          <a:lstStyle/>
          <a:p>
            <a:r>
              <a:rPr lang="en-US" dirty="0"/>
              <a:t>Priority Queue Example 1</a:t>
            </a:r>
          </a:p>
        </p:txBody>
      </p:sp>
      <p:sp>
        <p:nvSpPr>
          <p:cNvPr id="3" name="Content Placeholder 2">
            <a:extLst>
              <a:ext uri="{FF2B5EF4-FFF2-40B4-BE49-F238E27FC236}">
                <a16:creationId xmlns:a16="http://schemas.microsoft.com/office/drawing/2014/main" id="{324C0527-8F8A-97C7-EE9B-44727DD0B004}"/>
              </a:ext>
            </a:extLst>
          </p:cNvPr>
          <p:cNvSpPr>
            <a:spLocks noGrp="1"/>
          </p:cNvSpPr>
          <p:nvPr>
            <p:ph idx="1"/>
          </p:nvPr>
        </p:nvSpPr>
        <p:spPr>
          <a:xfrm>
            <a:off x="838200" y="1574800"/>
            <a:ext cx="10515600" cy="5161279"/>
          </a:xfrm>
        </p:spPr>
        <p:txBody>
          <a:bodyPr>
            <a:normAutofit fontScale="92500" lnSpcReduction="10000"/>
          </a:bodyPr>
          <a:lstStyle/>
          <a:p>
            <a:pPr marL="0" indent="0">
              <a:buNone/>
            </a:pPr>
            <a:r>
              <a:rPr lang="en-US" dirty="0" err="1"/>
              <a:t>PriorityQueue</a:t>
            </a:r>
            <a:r>
              <a:rPr lang="en-US" dirty="0"/>
              <a:t> PQ = new </a:t>
            </a:r>
            <a:r>
              <a:rPr lang="en-US" dirty="0" err="1"/>
              <a:t>PriorityQueue</a:t>
            </a:r>
            <a:r>
              <a:rPr lang="en-US" dirty="0"/>
              <a:t>();</a:t>
            </a:r>
          </a:p>
          <a:p>
            <a:pPr marL="0" indent="0">
              <a:buNone/>
            </a:pPr>
            <a:r>
              <a:rPr lang="en-US" dirty="0" err="1"/>
              <a:t>PQ.insert</a:t>
            </a:r>
            <a:r>
              <a:rPr lang="en-US" dirty="0"/>
              <a:t>(5,5)</a:t>
            </a:r>
          </a:p>
          <a:p>
            <a:pPr marL="0" indent="0">
              <a:buNone/>
            </a:pPr>
            <a:r>
              <a:rPr lang="en-US" dirty="0" err="1"/>
              <a:t>PQ.insert</a:t>
            </a:r>
            <a:r>
              <a:rPr lang="en-US" dirty="0"/>
              <a:t>(6,6)</a:t>
            </a:r>
          </a:p>
          <a:p>
            <a:pPr marL="0" indent="0">
              <a:buNone/>
            </a:pPr>
            <a:r>
              <a:rPr lang="en-US" dirty="0" err="1"/>
              <a:t>PQ.insert</a:t>
            </a:r>
            <a:r>
              <a:rPr lang="en-US" dirty="0"/>
              <a:t>(1,1)</a:t>
            </a:r>
          </a:p>
          <a:p>
            <a:pPr marL="0" indent="0">
              <a:buNone/>
            </a:pPr>
            <a:r>
              <a:rPr lang="en-US" dirty="0" err="1"/>
              <a:t>PQ.insert</a:t>
            </a:r>
            <a:r>
              <a:rPr lang="en-US" dirty="0"/>
              <a:t>(3,3)</a:t>
            </a:r>
          </a:p>
          <a:p>
            <a:pPr marL="0" indent="0">
              <a:buNone/>
            </a:pPr>
            <a:r>
              <a:rPr lang="en-US" dirty="0" err="1"/>
              <a:t>PQ.insert</a:t>
            </a:r>
            <a:r>
              <a:rPr lang="en-US" dirty="0"/>
              <a:t>(8,8)</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endParaRPr lang="en-US" dirty="0"/>
          </a:p>
        </p:txBody>
      </p:sp>
      <p:sp>
        <p:nvSpPr>
          <p:cNvPr id="4" name="TextBox 3">
            <a:extLst>
              <a:ext uri="{FF2B5EF4-FFF2-40B4-BE49-F238E27FC236}">
                <a16:creationId xmlns:a16="http://schemas.microsoft.com/office/drawing/2014/main" id="{65A767D7-3210-0FF8-6162-493406508765}"/>
              </a:ext>
            </a:extLst>
          </p:cNvPr>
          <p:cNvSpPr txBox="1"/>
          <p:nvPr/>
        </p:nvSpPr>
        <p:spPr>
          <a:xfrm>
            <a:off x="7481455" y="2900363"/>
            <a:ext cx="785280" cy="1754326"/>
          </a:xfrm>
          <a:prstGeom prst="rect">
            <a:avLst/>
          </a:prstGeom>
          <a:noFill/>
          <a:ln>
            <a:solidFill>
              <a:srgbClr val="FF0000"/>
            </a:solidFill>
          </a:ln>
        </p:spPr>
        <p:txBody>
          <a:bodyPr wrap="none" rtlCol="0">
            <a:spAutoFit/>
          </a:bodyPr>
          <a:lstStyle/>
          <a:p>
            <a:r>
              <a:rPr lang="en-US" dirty="0">
                <a:solidFill>
                  <a:srgbClr val="FF0000"/>
                </a:solidFill>
              </a:rPr>
              <a:t>Prints:</a:t>
            </a:r>
          </a:p>
          <a:p>
            <a:r>
              <a:rPr lang="en-US" dirty="0">
                <a:solidFill>
                  <a:srgbClr val="FF0000"/>
                </a:solidFill>
              </a:rPr>
              <a:t>1</a:t>
            </a:r>
          </a:p>
          <a:p>
            <a:r>
              <a:rPr lang="en-US" dirty="0">
                <a:solidFill>
                  <a:srgbClr val="FF0000"/>
                </a:solidFill>
              </a:rPr>
              <a:t>3</a:t>
            </a:r>
          </a:p>
          <a:p>
            <a:r>
              <a:rPr lang="en-US" dirty="0">
                <a:solidFill>
                  <a:srgbClr val="FF0000"/>
                </a:solidFill>
              </a:rPr>
              <a:t>5</a:t>
            </a:r>
          </a:p>
          <a:p>
            <a:r>
              <a:rPr lang="en-US" dirty="0">
                <a:solidFill>
                  <a:srgbClr val="FF0000"/>
                </a:solidFill>
              </a:rPr>
              <a:t>6</a:t>
            </a:r>
          </a:p>
          <a:p>
            <a:r>
              <a:rPr lang="en-US" dirty="0">
                <a:solidFill>
                  <a:srgbClr val="FF0000"/>
                </a:solidFill>
              </a:rPr>
              <a:t>8</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8EDEE6C7-F710-5417-6F26-A44943050F0B}"/>
                  </a:ext>
                </a:extLst>
              </p14:cNvPr>
              <p14:cNvContentPartPr/>
              <p14:nvPr/>
            </p14:nvContentPartPr>
            <p14:xfrm>
              <a:off x="3634920" y="2048040"/>
              <a:ext cx="2237040" cy="3597840"/>
            </p14:xfrm>
          </p:contentPart>
        </mc:Choice>
        <mc:Fallback>
          <p:pic>
            <p:nvPicPr>
              <p:cNvPr id="5" name="Ink 4">
                <a:extLst>
                  <a:ext uri="{FF2B5EF4-FFF2-40B4-BE49-F238E27FC236}">
                    <a16:creationId xmlns:a16="http://schemas.microsoft.com/office/drawing/2014/main" id="{8EDEE6C7-F710-5417-6F26-A44943050F0B}"/>
                  </a:ext>
                </a:extLst>
              </p:cNvPr>
              <p:cNvPicPr/>
              <p:nvPr/>
            </p:nvPicPr>
            <p:blipFill>
              <a:blip r:embed="rId3"/>
              <a:stretch>
                <a:fillRect/>
              </a:stretch>
            </p:blipFill>
            <p:spPr>
              <a:xfrm>
                <a:off x="3625560" y="2038680"/>
                <a:ext cx="2255760" cy="3616560"/>
              </a:xfrm>
              <a:prstGeom prst="rect">
                <a:avLst/>
              </a:prstGeom>
            </p:spPr>
          </p:pic>
        </mc:Fallback>
      </mc:AlternateContent>
    </p:spTree>
    <p:extLst>
      <p:ext uri="{BB962C8B-B14F-4D97-AF65-F5344CB8AC3E}">
        <p14:creationId xmlns:p14="http://schemas.microsoft.com/office/powerpoint/2010/main" val="3196050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0DF-811B-A9CC-41FE-BB616356E3DC}"/>
              </a:ext>
            </a:extLst>
          </p:cNvPr>
          <p:cNvSpPr>
            <a:spLocks noGrp="1"/>
          </p:cNvSpPr>
          <p:nvPr>
            <p:ph type="title"/>
          </p:nvPr>
        </p:nvSpPr>
        <p:spPr/>
        <p:txBody>
          <a:bodyPr/>
          <a:lstStyle/>
          <a:p>
            <a:r>
              <a:rPr lang="en-US" dirty="0"/>
              <a:t>Priority Queue Example 2</a:t>
            </a:r>
          </a:p>
        </p:txBody>
      </p:sp>
      <p:sp>
        <p:nvSpPr>
          <p:cNvPr id="3" name="Content Placeholder 2">
            <a:extLst>
              <a:ext uri="{FF2B5EF4-FFF2-40B4-BE49-F238E27FC236}">
                <a16:creationId xmlns:a16="http://schemas.microsoft.com/office/drawing/2014/main" id="{324C0527-8F8A-97C7-EE9B-44727DD0B004}"/>
              </a:ext>
            </a:extLst>
          </p:cNvPr>
          <p:cNvSpPr>
            <a:spLocks noGrp="1"/>
          </p:cNvSpPr>
          <p:nvPr>
            <p:ph idx="1"/>
          </p:nvPr>
        </p:nvSpPr>
        <p:spPr>
          <a:xfrm>
            <a:off x="838200" y="1574800"/>
            <a:ext cx="10515600" cy="5161279"/>
          </a:xfrm>
        </p:spPr>
        <p:txBody>
          <a:bodyPr>
            <a:normAutofit fontScale="92500" lnSpcReduction="10000"/>
          </a:bodyPr>
          <a:lstStyle/>
          <a:p>
            <a:pPr marL="0" indent="0">
              <a:buNone/>
            </a:pPr>
            <a:r>
              <a:rPr lang="en-US" dirty="0" err="1"/>
              <a:t>PriorityQueue</a:t>
            </a:r>
            <a:r>
              <a:rPr lang="en-US" dirty="0"/>
              <a:t> PQ = new </a:t>
            </a:r>
            <a:r>
              <a:rPr lang="en-US" dirty="0" err="1"/>
              <a:t>PriorityQueue</a:t>
            </a:r>
            <a:r>
              <a:rPr lang="en-US" dirty="0"/>
              <a:t>();</a:t>
            </a:r>
          </a:p>
          <a:p>
            <a:pPr marL="0" indent="0">
              <a:buNone/>
            </a:pPr>
            <a:r>
              <a:rPr lang="en-US" dirty="0" err="1"/>
              <a:t>PQ.insert</a:t>
            </a:r>
            <a:r>
              <a:rPr lang="en-US" dirty="0"/>
              <a:t>(5,5)</a:t>
            </a:r>
          </a:p>
          <a:p>
            <a:pPr marL="0" indent="0">
              <a:buNone/>
            </a:pPr>
            <a:r>
              <a:rPr lang="en-US" dirty="0" err="1"/>
              <a:t>PQ.insert</a:t>
            </a:r>
            <a:r>
              <a:rPr lang="en-US" dirty="0"/>
              <a:t>(6,6)</a:t>
            </a:r>
          </a:p>
          <a:p>
            <a:pPr marL="0" indent="0">
              <a:buNone/>
            </a:pPr>
            <a:r>
              <a:rPr lang="en-US" dirty="0" err="1"/>
              <a:t>PQ.insert</a:t>
            </a:r>
            <a:r>
              <a:rPr lang="en-US" dirty="0"/>
              <a:t>(3,3)</a:t>
            </a:r>
          </a:p>
          <a:p>
            <a:pPr marL="0" indent="0">
              <a:buNone/>
            </a:pPr>
            <a:r>
              <a:rPr lang="en-US" dirty="0"/>
              <a:t>Print(</a:t>
            </a:r>
            <a:r>
              <a:rPr lang="en-US" dirty="0" err="1"/>
              <a:t>PQ.extract</a:t>
            </a:r>
            <a:r>
              <a:rPr lang="en-US" dirty="0"/>
              <a:t>)</a:t>
            </a:r>
          </a:p>
          <a:p>
            <a:pPr marL="0" indent="0">
              <a:buNone/>
            </a:pPr>
            <a:r>
              <a:rPr lang="en-US" dirty="0" err="1"/>
              <a:t>PQ.insert</a:t>
            </a:r>
            <a:r>
              <a:rPr lang="en-US" dirty="0"/>
              <a:t>(1,1)</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err="1"/>
              <a:t>PQ.insert</a:t>
            </a:r>
            <a:r>
              <a:rPr lang="en-US" dirty="0"/>
              <a:t>(8,8)</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endParaRPr lang="en-US" dirty="0"/>
          </a:p>
        </p:txBody>
      </p:sp>
      <p:sp>
        <p:nvSpPr>
          <p:cNvPr id="4" name="TextBox 3">
            <a:extLst>
              <a:ext uri="{FF2B5EF4-FFF2-40B4-BE49-F238E27FC236}">
                <a16:creationId xmlns:a16="http://schemas.microsoft.com/office/drawing/2014/main" id="{EA8BC5EA-6620-E627-C7EB-08F64AD48DC4}"/>
              </a:ext>
            </a:extLst>
          </p:cNvPr>
          <p:cNvSpPr txBox="1"/>
          <p:nvPr/>
        </p:nvSpPr>
        <p:spPr>
          <a:xfrm>
            <a:off x="7481455" y="2900363"/>
            <a:ext cx="785280" cy="1754326"/>
          </a:xfrm>
          <a:prstGeom prst="rect">
            <a:avLst/>
          </a:prstGeom>
          <a:noFill/>
          <a:ln>
            <a:solidFill>
              <a:srgbClr val="FF0000"/>
            </a:solidFill>
          </a:ln>
        </p:spPr>
        <p:txBody>
          <a:bodyPr wrap="none" rtlCol="0">
            <a:spAutoFit/>
          </a:bodyPr>
          <a:lstStyle/>
          <a:p>
            <a:r>
              <a:rPr lang="en-US" dirty="0">
                <a:solidFill>
                  <a:srgbClr val="FF0000"/>
                </a:solidFill>
              </a:rPr>
              <a:t>Prints:</a:t>
            </a:r>
          </a:p>
          <a:p>
            <a:r>
              <a:rPr lang="en-US" dirty="0">
                <a:solidFill>
                  <a:srgbClr val="FF0000"/>
                </a:solidFill>
              </a:rPr>
              <a:t>3</a:t>
            </a:r>
          </a:p>
          <a:p>
            <a:r>
              <a:rPr lang="en-US" dirty="0">
                <a:solidFill>
                  <a:srgbClr val="FF0000"/>
                </a:solidFill>
              </a:rPr>
              <a:t>1</a:t>
            </a:r>
          </a:p>
          <a:p>
            <a:r>
              <a:rPr lang="en-US" dirty="0">
                <a:solidFill>
                  <a:srgbClr val="FF0000"/>
                </a:solidFill>
              </a:rPr>
              <a:t>5</a:t>
            </a:r>
          </a:p>
          <a:p>
            <a:r>
              <a:rPr lang="en-US" dirty="0">
                <a:solidFill>
                  <a:srgbClr val="FF0000"/>
                </a:solidFill>
              </a:rPr>
              <a:t>6</a:t>
            </a:r>
          </a:p>
          <a:p>
            <a:r>
              <a:rPr lang="en-US" dirty="0">
                <a:solidFill>
                  <a:srgbClr val="FF0000"/>
                </a:solidFill>
              </a:rPr>
              <a:t>8</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CC49F130-5EAF-1883-B8FE-4BB43F7B3DE0}"/>
                  </a:ext>
                </a:extLst>
              </p14:cNvPr>
              <p14:cNvContentPartPr/>
              <p14:nvPr/>
            </p14:nvContentPartPr>
            <p14:xfrm>
              <a:off x="2218320" y="1843200"/>
              <a:ext cx="5823000" cy="4096800"/>
            </p14:xfrm>
          </p:contentPart>
        </mc:Choice>
        <mc:Fallback>
          <p:pic>
            <p:nvPicPr>
              <p:cNvPr id="5" name="Ink 4">
                <a:extLst>
                  <a:ext uri="{FF2B5EF4-FFF2-40B4-BE49-F238E27FC236}">
                    <a16:creationId xmlns:a16="http://schemas.microsoft.com/office/drawing/2014/main" id="{CC49F130-5EAF-1883-B8FE-4BB43F7B3DE0}"/>
                  </a:ext>
                </a:extLst>
              </p:cNvPr>
              <p:cNvPicPr/>
              <p:nvPr/>
            </p:nvPicPr>
            <p:blipFill>
              <a:blip r:embed="rId3"/>
              <a:stretch>
                <a:fillRect/>
              </a:stretch>
            </p:blipFill>
            <p:spPr>
              <a:xfrm>
                <a:off x="2208960" y="1833840"/>
                <a:ext cx="5841720" cy="4115520"/>
              </a:xfrm>
              <a:prstGeom prst="rect">
                <a:avLst/>
              </a:prstGeom>
            </p:spPr>
          </p:pic>
        </mc:Fallback>
      </mc:AlternateContent>
    </p:spTree>
    <p:extLst>
      <p:ext uri="{BB962C8B-B14F-4D97-AF65-F5344CB8AC3E}">
        <p14:creationId xmlns:p14="http://schemas.microsoft.com/office/powerpoint/2010/main" val="361015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CA63-A283-2B9A-141D-40EDAC372513}"/>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AF75ED34-AF75-C4E8-5894-C0401FAABB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90562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a:t>
            </a:r>
          </a:p>
        </p:txBody>
      </p:sp>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64154171"/>
              </p:ext>
            </p:extLst>
          </p:nvPr>
        </p:nvGraphicFramePr>
        <p:xfrm>
          <a:off x="838200" y="1825625"/>
          <a:ext cx="10515597" cy="246888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endParaRPr lang="en-US" sz="2100"/>
                    </a:p>
                  </a:txBody>
                  <a:tcPr/>
                </a:tc>
                <a:tc>
                  <a:txBody>
                    <a:bodyPr/>
                    <a:lstStyle/>
                    <a:p>
                      <a:endParaRPr lang="en-US" sz="2100" dirty="0"/>
                    </a:p>
                  </a:txBody>
                  <a:tcPr/>
                </a:tc>
                <a:extLst>
                  <a:ext uri="{0D108BD9-81ED-4DB2-BD59-A6C34878D82A}">
                    <a16:rowId xmlns:a16="http://schemas.microsoft.com/office/drawing/2014/main" val="911959055"/>
                  </a:ext>
                </a:extLst>
              </a:tr>
            </a:tbl>
          </a:graphicData>
        </a:graphic>
      </p:graphicFrame>
      <p:sp>
        <p:nvSpPr>
          <p:cNvPr id="5" name="TextBox 4">
            <a:extLst>
              <a:ext uri="{FF2B5EF4-FFF2-40B4-BE49-F238E27FC236}">
                <a16:creationId xmlns:a16="http://schemas.microsoft.com/office/drawing/2014/main" id="{95DC9A6B-441D-32AF-47B4-F4888F339B90}"/>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p:spTree>
    <p:extLst>
      <p:ext uri="{BB962C8B-B14F-4D97-AF65-F5344CB8AC3E}">
        <p14:creationId xmlns:p14="http://schemas.microsoft.com/office/powerpoint/2010/main" val="1318996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 (solutions)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1</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911959055"/>
                      </a:ext>
                    </a:extLst>
                  </a:tr>
                  <a:tr h="370840">
                    <a:tc>
                      <a:txBody>
                        <a:bodyPr/>
                        <a:lstStyle/>
                        <a:p>
                          <a:r>
                            <a:rPr lang="en-US" sz="2100" dirty="0"/>
                            <a:t>Binary Heap</a:t>
                          </a:r>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extLst>
                      <a:ext uri="{0D108BD9-81ED-4DB2-BD59-A6C34878D82A}">
                        <a16:rowId xmlns:a16="http://schemas.microsoft.com/office/drawing/2014/main" val="2607651751"/>
                      </a:ext>
                    </a:extLst>
                  </a:tr>
                </a:tbl>
              </a:graphicData>
            </a:graphic>
          </p:graphicFrame>
        </mc:Choice>
        <mc:Fallback xmlns="">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41148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69453" t="-110448" r="-108842" b="-534328"/>
                          </a:stretch>
                        </a:blipFill>
                      </a:tcPr>
                    </a:tc>
                    <a:tc>
                      <a:txBody>
                        <a:bodyPr/>
                        <a:lstStyle/>
                        <a:p>
                          <a:endParaRPr lang="en-US"/>
                        </a:p>
                      </a:txBody>
                      <a:tcPr>
                        <a:blipFill>
                          <a:blip r:embed="rId2"/>
                          <a:stretch>
                            <a:fillRect l="-156612" t="-110448" r="-594" b="-534328"/>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69453" t="-207353" r="-108842" b="-426471"/>
                          </a:stretch>
                        </a:blipFill>
                      </a:tcPr>
                    </a:tc>
                    <a:tc>
                      <a:txBody>
                        <a:bodyPr/>
                        <a:lstStyle/>
                        <a:p>
                          <a:endParaRPr lang="en-US"/>
                        </a:p>
                      </a:txBody>
                      <a:tcPr>
                        <a:blipFill>
                          <a:blip r:embed="rId2"/>
                          <a:stretch>
                            <a:fillRect l="-156612" t="-207353" r="-594" b="-42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69453" t="-311940" r="-108842" b="-332836"/>
                          </a:stretch>
                        </a:blipFill>
                      </a:tcPr>
                    </a:tc>
                    <a:tc>
                      <a:txBody>
                        <a:bodyPr/>
                        <a:lstStyle/>
                        <a:p>
                          <a:endParaRPr lang="en-US"/>
                        </a:p>
                      </a:txBody>
                      <a:tcPr>
                        <a:blipFill>
                          <a:blip r:embed="rId2"/>
                          <a:stretch>
                            <a:fillRect l="-156612" t="-311940" r="-594" b="-332836"/>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69453" t="-405882" r="-108842" b="-227941"/>
                          </a:stretch>
                        </a:blipFill>
                      </a:tcPr>
                    </a:tc>
                    <a:tc>
                      <a:txBody>
                        <a:bodyPr/>
                        <a:lstStyle/>
                        <a:p>
                          <a:endParaRPr lang="en-US"/>
                        </a:p>
                      </a:txBody>
                      <a:tcPr>
                        <a:blipFill>
                          <a:blip r:embed="rId2"/>
                          <a:stretch>
                            <a:fillRect l="-156612" t="-405882" r="-594" b="-227941"/>
                          </a:stretch>
                        </a:blipFill>
                      </a:tcPr>
                    </a:tc>
                    <a:extLst>
                      <a:ext uri="{0D108BD9-81ED-4DB2-BD59-A6C34878D82A}">
                        <a16:rowId xmlns:a16="http://schemas.microsoft.com/office/drawing/2014/main" val="2877379023"/>
                      </a:ext>
                    </a:extLst>
                  </a:tr>
                  <a:tr h="411480">
                    <a:tc>
                      <a:txBody>
                        <a:bodyPr/>
                        <a:lstStyle/>
                        <a:p>
                          <a:r>
                            <a:rPr lang="en-US" sz="2100" dirty="0"/>
                            <a:t>Binary Search Tree</a:t>
                          </a:r>
                        </a:p>
                      </a:txBody>
                      <a:tcPr/>
                    </a:tc>
                    <a:tc>
                      <a:txBody>
                        <a:bodyPr/>
                        <a:lstStyle/>
                        <a:p>
                          <a:endParaRPr lang="en-US"/>
                        </a:p>
                      </a:txBody>
                      <a:tcPr>
                        <a:blipFill>
                          <a:blip r:embed="rId2"/>
                          <a:stretch>
                            <a:fillRect l="-69453" t="-513433" r="-108842" b="-131343"/>
                          </a:stretch>
                        </a:blipFill>
                      </a:tcPr>
                    </a:tc>
                    <a:tc>
                      <a:txBody>
                        <a:bodyPr/>
                        <a:lstStyle/>
                        <a:p>
                          <a:endParaRPr lang="en-US"/>
                        </a:p>
                      </a:txBody>
                      <a:tcPr>
                        <a:blipFill>
                          <a:blip r:embed="rId2"/>
                          <a:stretch>
                            <a:fillRect l="-156612" t="-513433" r="-594" b="-131343"/>
                          </a:stretch>
                        </a:blipFill>
                      </a:tcPr>
                    </a:tc>
                    <a:extLst>
                      <a:ext uri="{0D108BD9-81ED-4DB2-BD59-A6C34878D82A}">
                        <a16:rowId xmlns:a16="http://schemas.microsoft.com/office/drawing/2014/main" val="911959055"/>
                      </a:ext>
                    </a:extLst>
                  </a:tr>
                  <a:tr h="411480">
                    <a:tc>
                      <a:txBody>
                        <a:bodyPr/>
                        <a:lstStyle/>
                        <a:p>
                          <a:r>
                            <a:rPr lang="en-US" sz="2100" dirty="0"/>
                            <a:t>Binary Heap</a:t>
                          </a:r>
                        </a:p>
                      </a:txBody>
                      <a:tcPr>
                        <a:solidFill>
                          <a:schemeClr val="accent2">
                            <a:lumMod val="60000"/>
                            <a:lumOff val="40000"/>
                          </a:schemeClr>
                        </a:solidFill>
                      </a:tcPr>
                    </a:tc>
                    <a:tc>
                      <a:txBody>
                        <a:bodyPr/>
                        <a:lstStyle/>
                        <a:p>
                          <a:endParaRPr lang="en-US"/>
                        </a:p>
                      </a:txBody>
                      <a:tcPr>
                        <a:blipFill>
                          <a:blip r:embed="rId2"/>
                          <a:stretch>
                            <a:fillRect l="-69453" t="-604412" r="-108842" b="-29412"/>
                          </a:stretch>
                        </a:blipFill>
                      </a:tcPr>
                    </a:tc>
                    <a:tc>
                      <a:txBody>
                        <a:bodyPr/>
                        <a:lstStyle/>
                        <a:p>
                          <a:endParaRPr lang="en-US"/>
                        </a:p>
                      </a:txBody>
                      <a:tcPr>
                        <a:blipFill>
                          <a:blip r:embed="rId2"/>
                          <a:stretch>
                            <a:fillRect l="-156612" t="-604412" r="-594" b="-29412"/>
                          </a:stretch>
                        </a:blipFill>
                      </a:tcPr>
                    </a:tc>
                    <a:extLst>
                      <a:ext uri="{0D108BD9-81ED-4DB2-BD59-A6C34878D82A}">
                        <a16:rowId xmlns:a16="http://schemas.microsoft.com/office/drawing/2014/main" val="2607651751"/>
                      </a:ext>
                    </a:extLst>
                  </a:tr>
                </a:tbl>
              </a:graphicData>
            </a:graphic>
          </p:graphicFrame>
        </mc:Fallback>
      </mc:AlternateContent>
      <p:sp>
        <p:nvSpPr>
          <p:cNvPr id="3" name="TextBox 2">
            <a:extLst>
              <a:ext uri="{FF2B5EF4-FFF2-40B4-BE49-F238E27FC236}">
                <a16:creationId xmlns:a16="http://schemas.microsoft.com/office/drawing/2014/main" id="{B5A04C30-28A0-45BD-0DCC-6FE722E39D48}"/>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p:spTree>
    <p:extLst>
      <p:ext uri="{BB962C8B-B14F-4D97-AF65-F5344CB8AC3E}">
        <p14:creationId xmlns:p14="http://schemas.microsoft.com/office/powerpoint/2010/main" val="3914709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7FF0-73B3-18E1-1353-1FC326B05A0A}"/>
              </a:ext>
            </a:extLst>
          </p:cNvPr>
          <p:cNvSpPr>
            <a:spLocks noGrp="1"/>
          </p:cNvSpPr>
          <p:nvPr>
            <p:ph type="title"/>
          </p:nvPr>
        </p:nvSpPr>
        <p:spPr/>
        <p:txBody>
          <a:bodyPr/>
          <a:lstStyle/>
          <a:p>
            <a:r>
              <a:rPr lang="en-US" dirty="0"/>
              <a:t>Trees for Heaps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FACA28-A63F-17B5-D7E2-8052BDD1DCC7}"/>
                  </a:ext>
                </a:extLst>
              </p:cNvPr>
              <p:cNvSpPr>
                <a:spLocks noGrp="1"/>
              </p:cNvSpPr>
              <p:nvPr>
                <p:ph idx="1"/>
              </p:nvPr>
            </p:nvSpPr>
            <p:spPr/>
            <p:txBody>
              <a:bodyPr>
                <a:normAutofit/>
              </a:bodyPr>
              <a:lstStyle/>
              <a:p>
                <a:r>
                  <a:rPr lang="en-US" dirty="0"/>
                  <a:t>Binary Trees:</a:t>
                </a:r>
              </a:p>
              <a:p>
                <a:pPr lvl="1"/>
                <a:r>
                  <a:rPr lang="en-US" dirty="0"/>
                  <a:t>The branching factor is 2</a:t>
                </a:r>
              </a:p>
              <a:p>
                <a:pPr lvl="1"/>
                <a:r>
                  <a:rPr lang="en-US" dirty="0"/>
                  <a:t>Every node has </a:t>
                </a:r>
                <a14:m>
                  <m:oMath xmlns:m="http://schemas.openxmlformats.org/officeDocument/2006/math">
                    <m:r>
                      <a:rPr lang="en-US" b="0" i="1" smtClean="0">
                        <a:latin typeface="Cambria Math" panose="02040503050406030204" pitchFamily="18" charset="0"/>
                      </a:rPr>
                      <m:t>≤</m:t>
                    </m:r>
                  </m:oMath>
                </a14:m>
                <a:r>
                  <a:rPr lang="en-US" dirty="0"/>
                  <a:t> 2 children</a:t>
                </a:r>
              </a:p>
              <a:p>
                <a:r>
                  <a:rPr lang="en-US" dirty="0"/>
                  <a:t>Complete Tree:</a:t>
                </a:r>
              </a:p>
              <a:p>
                <a:pPr lvl="1"/>
                <a:r>
                  <a:rPr lang="en-US" dirty="0"/>
                  <a:t>All “layers” are full, except the bottom</a:t>
                </a:r>
              </a:p>
              <a:p>
                <a:pPr lvl="1"/>
                <a:r>
                  <a:rPr lang="en-US" dirty="0"/>
                  <a:t>Bottom layer filled left-to-right</a:t>
                </a:r>
              </a:p>
            </p:txBody>
          </p:sp>
        </mc:Choice>
        <mc:Fallback xmlns="">
          <p:sp>
            <p:nvSpPr>
              <p:cNvPr id="3" name="Content Placeholder 2">
                <a:extLst>
                  <a:ext uri="{FF2B5EF4-FFF2-40B4-BE49-F238E27FC236}">
                    <a16:creationId xmlns:a16="http://schemas.microsoft.com/office/drawing/2014/main" id="{50FACA28-A63F-17B5-D7E2-8052BDD1DCC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Depiction of a Heap as a tree. For this slide, we're paying attention to the shape. Every level is completely full, except for the last. The last level must then be filled from left-to-right, meaning we cannot add a node if the there are any &quot;gaps&quot; to its left.">
            <a:extLst>
              <a:ext uri="{FF2B5EF4-FFF2-40B4-BE49-F238E27FC236}">
                <a16:creationId xmlns:a16="http://schemas.microsoft.com/office/drawing/2014/main" id="{745763F0-6769-2287-CC78-BCD511A25F3D}"/>
              </a:ext>
            </a:extLst>
          </p:cNvPr>
          <p:cNvGrpSpPr/>
          <p:nvPr/>
        </p:nvGrpSpPr>
        <p:grpSpPr>
          <a:xfrm>
            <a:off x="5161281" y="2808212"/>
            <a:ext cx="6934200" cy="3368751"/>
            <a:chOff x="2590801" y="2672070"/>
            <a:chExt cx="6934200" cy="3368751"/>
          </a:xfrm>
        </p:grpSpPr>
        <p:sp>
          <p:nvSpPr>
            <p:cNvPr id="5" name="Oval 4">
              <a:extLst>
                <a:ext uri="{FF2B5EF4-FFF2-40B4-BE49-F238E27FC236}">
                  <a16:creationId xmlns:a16="http://schemas.microsoft.com/office/drawing/2014/main" id="{1F7E31A0-3D28-578F-5A14-F09AA762C56B}"/>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18E57D9C-90AC-1E4D-B4B2-6035E42D446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B69181F-C6C8-0F25-3774-618748080A5E}"/>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C4E7A57F-281D-14D1-8FD1-B7676D989C3C}"/>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B69DA9B6-1EB5-447B-ED91-6211BEDDA0F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865DDE04-CC29-E791-DD6A-810566C87691}"/>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0C1B6C2F-9FFB-4EEB-3096-46005109CDE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8F5AC253-EE0F-A59C-CD48-00D35FA98918}"/>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B694BE88-313B-BF69-CC7B-CDB41993619D}"/>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5BEC51-2B81-F5B1-3172-D2C934522EE8}"/>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6CC7CC-AE23-0FD3-CE5F-8504F07C64B7}"/>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5647F1-AB09-5E14-4D54-F9A40B1E0C28}"/>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7D23AFF-4086-7B95-E87D-F527D08A1AD3}"/>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427BB4-6F03-67AA-C1CC-7E6FCA3D63F4}"/>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0041F5-7180-BE30-B46A-30863B150E6E}"/>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52D87F-314D-CE71-4735-6CB05C141444}"/>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B2EEED4-A26A-7898-FCF1-C0AA68E4D5B5}"/>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6353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A069-E0AF-EBEE-3120-4318DF25C837}"/>
              </a:ext>
            </a:extLst>
          </p:cNvPr>
          <p:cNvSpPr>
            <a:spLocks noGrp="1"/>
          </p:cNvSpPr>
          <p:nvPr>
            <p:ph type="title"/>
          </p:nvPr>
        </p:nvSpPr>
        <p:spPr/>
        <p:txBody>
          <a:bodyPr/>
          <a:lstStyle/>
          <a:p>
            <a:r>
              <a:rPr lang="en-US" dirty="0"/>
              <a:t>Heap – Priority Queue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CD4E4A-D376-CCD8-BF06-19D9E2D50515}"/>
                  </a:ext>
                </a:extLst>
              </p:cNvPr>
              <p:cNvSpPr>
                <a:spLocks noGrp="1"/>
              </p:cNvSpPr>
              <p:nvPr>
                <p:ph idx="1"/>
              </p:nvPr>
            </p:nvSpPr>
            <p:spPr/>
            <p:txBody>
              <a:bodyPr/>
              <a:lstStyle/>
              <a:p>
                <a:r>
                  <a:rPr lang="en-US" dirty="0"/>
                  <a:t>Idea: We need to keep some ordering, but it doesn’t need to be entirely sorted</a:t>
                </a:r>
              </a:p>
              <a:p>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worst case for extract and insert</a:t>
                </a:r>
              </a:p>
              <a:p>
                <a:endParaRPr lang="en-US" dirty="0"/>
              </a:p>
            </p:txBody>
          </p:sp>
        </mc:Choice>
        <mc:Fallback xmlns="">
          <p:sp>
            <p:nvSpPr>
              <p:cNvPr id="3" name="Content Placeholder 2">
                <a:extLst>
                  <a:ext uri="{FF2B5EF4-FFF2-40B4-BE49-F238E27FC236}">
                    <a16:creationId xmlns:a16="http://schemas.microsoft.com/office/drawing/2014/main" id="{99CD4E4A-D376-CCD8-BF06-19D9E2D505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30" name="Group 29" descr="There are two advantages to the heap structure required. This image demonstrates the first. It guarantees that the number of levels in the tree is logarithmic in its size since every node has the maximum number of children (until the last 2 levels)">
            <a:extLst>
              <a:ext uri="{FF2B5EF4-FFF2-40B4-BE49-F238E27FC236}">
                <a16:creationId xmlns:a16="http://schemas.microsoft.com/office/drawing/2014/main" id="{860A17D2-D1DC-EB90-0F1F-B576ACAA6D5B}"/>
              </a:ext>
            </a:extLst>
          </p:cNvPr>
          <p:cNvGrpSpPr/>
          <p:nvPr/>
        </p:nvGrpSpPr>
        <p:grpSpPr>
          <a:xfrm>
            <a:off x="5161281" y="2808212"/>
            <a:ext cx="6934200" cy="3368751"/>
            <a:chOff x="2590801" y="2672070"/>
            <a:chExt cx="6934200" cy="3368751"/>
          </a:xfrm>
        </p:grpSpPr>
        <p:sp>
          <p:nvSpPr>
            <p:cNvPr id="4" name="Oval 3">
              <a:extLst>
                <a:ext uri="{FF2B5EF4-FFF2-40B4-BE49-F238E27FC236}">
                  <a16:creationId xmlns:a16="http://schemas.microsoft.com/office/drawing/2014/main" id="{C0E16EF1-E0DE-F370-E581-946E72846104}"/>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Oval 4">
              <a:extLst>
                <a:ext uri="{FF2B5EF4-FFF2-40B4-BE49-F238E27FC236}">
                  <a16:creationId xmlns:a16="http://schemas.microsoft.com/office/drawing/2014/main" id="{245C3EBE-556C-5377-E6B8-DD961CEA7DFD}"/>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 name="Oval 5">
              <a:extLst>
                <a:ext uri="{FF2B5EF4-FFF2-40B4-BE49-F238E27FC236}">
                  <a16:creationId xmlns:a16="http://schemas.microsoft.com/office/drawing/2014/main" id="{60B45233-474B-D142-219F-3E2B3AC692B9}"/>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AE202AD5-FD55-ED1F-2E5A-AA6DE5FB534F}"/>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 name="Oval 7">
              <a:extLst>
                <a:ext uri="{FF2B5EF4-FFF2-40B4-BE49-F238E27FC236}">
                  <a16:creationId xmlns:a16="http://schemas.microsoft.com/office/drawing/2014/main" id="{B55CF38E-7DC0-6240-8663-B411669B6536}"/>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Oval 8">
              <a:extLst>
                <a:ext uri="{FF2B5EF4-FFF2-40B4-BE49-F238E27FC236}">
                  <a16:creationId xmlns:a16="http://schemas.microsoft.com/office/drawing/2014/main" id="{7F4CC478-74A8-998F-9A93-3856DF9C77C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0E3CC96-BBE6-289E-ED25-7D583BF06E0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Oval 10">
              <a:extLst>
                <a:ext uri="{FF2B5EF4-FFF2-40B4-BE49-F238E27FC236}">
                  <a16:creationId xmlns:a16="http://schemas.microsoft.com/office/drawing/2014/main" id="{1E4DD672-6BA5-032B-AF77-D37A27D159F3}"/>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2" name="Oval 11">
              <a:extLst>
                <a:ext uri="{FF2B5EF4-FFF2-40B4-BE49-F238E27FC236}">
                  <a16:creationId xmlns:a16="http://schemas.microsoft.com/office/drawing/2014/main" id="{201B6D2E-E2AA-4C8C-1EAD-8C12D7FF3633}"/>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3" name="Straight Connector 12">
              <a:extLst>
                <a:ext uri="{FF2B5EF4-FFF2-40B4-BE49-F238E27FC236}">
                  <a16:creationId xmlns:a16="http://schemas.microsoft.com/office/drawing/2014/main" id="{3248F384-51C8-527F-7FB4-5BBB372B6677}"/>
                </a:ext>
              </a:extLst>
            </p:cNvPr>
            <p:cNvCxnSpPr>
              <a:cxnSpLocks/>
              <a:stCxn id="4" idx="3"/>
              <a:endCxn id="5"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02DF07-0E13-B858-3BA7-5900F9516216}"/>
                </a:ext>
              </a:extLst>
            </p:cNvPr>
            <p:cNvCxnSpPr>
              <a:cxnSpLocks/>
              <a:stCxn id="4" idx="5"/>
              <a:endCxn id="6"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184EDD4-811C-EDDD-E685-8BB995834CA3}"/>
                </a:ext>
              </a:extLst>
            </p:cNvPr>
            <p:cNvCxnSpPr>
              <a:stCxn id="8" idx="1"/>
              <a:endCxn id="5"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010E68-C147-D53D-76FA-0AC012CD9A6F}"/>
                </a:ext>
              </a:extLst>
            </p:cNvPr>
            <p:cNvCxnSpPr>
              <a:stCxn id="7" idx="7"/>
              <a:endCxn id="5"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35A445-FC36-61C2-4F6B-88DF180C943C}"/>
                </a:ext>
              </a:extLst>
            </p:cNvPr>
            <p:cNvCxnSpPr>
              <a:stCxn id="12" idx="0"/>
              <a:endCxn id="7"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173BE8-0C63-61AC-C82D-DA0736EC7C33}"/>
                </a:ext>
              </a:extLst>
            </p:cNvPr>
            <p:cNvCxnSpPr>
              <a:stCxn id="11" idx="0"/>
              <a:endCxn id="7"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59FA23-DDB5-C437-52D4-C8687D34BF71}"/>
                </a:ext>
              </a:extLst>
            </p:cNvPr>
            <p:cNvCxnSpPr>
              <a:stCxn id="9" idx="7"/>
              <a:endCxn id="6"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0309B5-D192-7F29-3E8C-A9BE86027085}"/>
                </a:ext>
              </a:extLst>
            </p:cNvPr>
            <p:cNvCxnSpPr>
              <a:stCxn id="10" idx="1"/>
              <a:endCxn id="6"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descr="This demonstrates the second advantage. We can easily represent the tree in an array by labelling the nodes with indices following a level-order traversal (so the root has value 1, its left child is value 2, its right child is 3, etc.)">
            <a:extLst>
              <a:ext uri="{FF2B5EF4-FFF2-40B4-BE49-F238E27FC236}">
                <a16:creationId xmlns:a16="http://schemas.microsoft.com/office/drawing/2014/main" id="{49F8F235-A831-9627-1314-311769E6820F}"/>
              </a:ext>
            </a:extLst>
          </p:cNvPr>
          <p:cNvGrpSpPr/>
          <p:nvPr/>
        </p:nvGrpSpPr>
        <p:grpSpPr>
          <a:xfrm>
            <a:off x="5354476" y="3530219"/>
            <a:ext cx="6547808" cy="2962656"/>
            <a:chOff x="5354476" y="3530219"/>
            <a:chExt cx="6547808" cy="2962656"/>
          </a:xfrm>
        </p:grpSpPr>
        <p:sp>
          <p:nvSpPr>
            <p:cNvPr id="21" name="TextBox 20">
              <a:extLst>
                <a:ext uri="{FF2B5EF4-FFF2-40B4-BE49-F238E27FC236}">
                  <a16:creationId xmlns:a16="http://schemas.microsoft.com/office/drawing/2014/main" id="{AE60BECB-F493-D718-723F-93EFBCB2CADD}"/>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55FA8D7-584A-3D92-2374-D4D9B039A1F0}"/>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A074B26C-2E4B-B7B4-53B8-684267F34C93}"/>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24" name="TextBox 23">
              <a:extLst>
                <a:ext uri="{FF2B5EF4-FFF2-40B4-BE49-F238E27FC236}">
                  <a16:creationId xmlns:a16="http://schemas.microsoft.com/office/drawing/2014/main" id="{7736FF71-9127-2B32-CF43-58B262D44B28}"/>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25" name="TextBox 24">
              <a:extLst>
                <a:ext uri="{FF2B5EF4-FFF2-40B4-BE49-F238E27FC236}">
                  <a16:creationId xmlns:a16="http://schemas.microsoft.com/office/drawing/2014/main" id="{7EE074B9-88F8-F18E-08DC-F75747103A96}"/>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26" name="TextBox 25">
              <a:extLst>
                <a:ext uri="{FF2B5EF4-FFF2-40B4-BE49-F238E27FC236}">
                  <a16:creationId xmlns:a16="http://schemas.microsoft.com/office/drawing/2014/main" id="{BFC00382-10D4-B39D-2D3C-D7507FF529ED}"/>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C405E667-1185-441D-DD92-CD75408C8AE1}"/>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28" name="TextBox 27">
              <a:extLst>
                <a:ext uri="{FF2B5EF4-FFF2-40B4-BE49-F238E27FC236}">
                  <a16:creationId xmlns:a16="http://schemas.microsoft.com/office/drawing/2014/main" id="{5C176F8B-5318-0EBC-E447-A87986A92571}"/>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29" name="TextBox 28">
              <a:extLst>
                <a:ext uri="{FF2B5EF4-FFF2-40B4-BE49-F238E27FC236}">
                  <a16:creationId xmlns:a16="http://schemas.microsoft.com/office/drawing/2014/main" id="{483F1FB1-D52E-6857-07D9-7BB2E4A44120}"/>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52072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206E-E4F0-F25D-7FB9-EC12CCD00DB7}"/>
              </a:ext>
            </a:extLst>
          </p:cNvPr>
          <p:cNvSpPr>
            <a:spLocks noGrp="1"/>
          </p:cNvSpPr>
          <p:nvPr>
            <p:ph type="title"/>
          </p:nvPr>
        </p:nvSpPr>
        <p:spPr/>
        <p:txBody>
          <a:bodyPr/>
          <a:lstStyle/>
          <a:p>
            <a:r>
              <a:rPr lang="en-US" dirty="0"/>
              <a:t>Tree Measurements Challenge!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8C1EDC-77CF-F245-8CDE-E3968F223C83}"/>
                  </a:ext>
                </a:extLst>
              </p:cNvPr>
              <p:cNvSpPr>
                <a:spLocks noGrp="1"/>
              </p:cNvSpPr>
              <p:nvPr>
                <p:ph idx="1"/>
              </p:nvPr>
            </p:nvSpPr>
            <p:spPr/>
            <p:txBody>
              <a:bodyPr>
                <a:normAutofit/>
              </a:bodyPr>
              <a:lstStyle/>
              <a:p>
                <a:r>
                  <a:rPr lang="en-US" dirty="0"/>
                  <a:t>What is the maximum number of total nodes in a binary tree of height </a:t>
                </a:r>
                <a14:m>
                  <m:oMath xmlns:m="http://schemas.openxmlformats.org/officeDocument/2006/math">
                    <m:r>
                      <a:rPr lang="en-US" b="0" i="1" smtClean="0">
                        <a:latin typeface="Cambria Math" panose="02040503050406030204" pitchFamily="18" charset="0"/>
                      </a:rPr>
                      <m:t>h</m:t>
                    </m:r>
                  </m:oMath>
                </a14:m>
                <a:r>
                  <a:rPr lang="en-US" dirty="0"/>
                  <a:t>?</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sup>
                        </m:sSup>
                      </m:e>
                    </m:d>
                  </m:oMath>
                </a14:m>
                <a:endParaRPr lang="en-US" dirty="0"/>
              </a:p>
              <a:p>
                <a:r>
                  <a:rPr lang="en-US" dirty="0"/>
                  <a:t>If I have </a:t>
                </a:r>
                <a14:m>
                  <m:oMath xmlns:m="http://schemas.openxmlformats.org/officeDocument/2006/math">
                    <m:r>
                      <a:rPr lang="en-US" b="0" i="1" smtClean="0">
                        <a:latin typeface="Cambria Math" panose="02040503050406030204" pitchFamily="18" charset="0"/>
                      </a:rPr>
                      <m:t>𝑛</m:t>
                    </m:r>
                  </m:oMath>
                </a14:m>
                <a:r>
                  <a:rPr lang="en-US" dirty="0"/>
                  <a:t> nodes in a binary tree, what is its minimum height?</a:t>
                </a:r>
                <a:endParaRPr lang="en-US" b="0"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a:p>
                <a:r>
                  <a:rPr lang="en-US" dirty="0">
                    <a:solidFill>
                      <a:srgbClr val="FF0000"/>
                    </a:solidFill>
                  </a:rPr>
                  <a:t>Heap Idea:</a:t>
                </a:r>
              </a:p>
              <a:p>
                <a:pPr lvl="1"/>
                <a:r>
                  <a:rPr lang="en-US" dirty="0">
                    <a:solidFill>
                      <a:srgbClr val="FF0000"/>
                    </a:solidFill>
                  </a:rPr>
                  <a:t>If </a:t>
                </a:r>
                <a14:m>
                  <m:oMath xmlns:m="http://schemas.openxmlformats.org/officeDocument/2006/math">
                    <m:r>
                      <a:rPr lang="en-US" b="0" i="1" smtClean="0">
                        <a:solidFill>
                          <a:srgbClr val="FF0000"/>
                        </a:solidFill>
                        <a:latin typeface="Cambria Math" panose="02040503050406030204" pitchFamily="18" charset="0"/>
                      </a:rPr>
                      <m:t>𝑛</m:t>
                    </m:r>
                  </m:oMath>
                </a14:m>
                <a:r>
                  <a:rPr lang="en-US" dirty="0">
                    <a:solidFill>
                      <a:srgbClr val="FF0000"/>
                    </a:solidFill>
                  </a:rPr>
                  <a:t> values are inserted into a complete tree, the height will be roughly </a:t>
                </a:r>
                <a14:m>
                  <m:oMath xmlns:m="http://schemas.openxmlformats.org/officeDocument/2006/math">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𝑛</m:t>
                        </m:r>
                      </m:e>
                    </m:func>
                  </m:oMath>
                </a14:m>
                <a:endParaRPr lang="en-US" b="0" dirty="0">
                  <a:solidFill>
                    <a:srgbClr val="FF0000"/>
                  </a:solidFill>
                </a:endParaRPr>
              </a:p>
              <a:p>
                <a:pPr lvl="1"/>
                <a:r>
                  <a:rPr lang="en-US" dirty="0">
                    <a:solidFill>
                      <a:srgbClr val="FF0000"/>
                    </a:solidFill>
                  </a:rPr>
                  <a:t>Ensure each insert and extract requires just one “trip” from root to leaf</a:t>
                </a:r>
              </a:p>
            </p:txBody>
          </p:sp>
        </mc:Choice>
        <mc:Fallback xmlns="">
          <p:sp>
            <p:nvSpPr>
              <p:cNvPr id="3" name="Content Placeholder 2">
                <a:extLst>
                  <a:ext uri="{FF2B5EF4-FFF2-40B4-BE49-F238E27FC236}">
                    <a16:creationId xmlns:a16="http://schemas.microsoft.com/office/drawing/2014/main" id="{B18C1EDC-77CF-F245-8CDE-E3968F223C83}"/>
                  </a:ext>
                </a:extLst>
              </p:cNvPr>
              <p:cNvSpPr>
                <a:spLocks noGrp="1" noRot="1" noChangeAspect="1" noMove="1" noResize="1" noEditPoints="1" noAdjustHandles="1" noChangeArrowheads="1" noChangeShapeType="1" noTextEdit="1"/>
              </p:cNvSpPr>
              <p:nvPr>
                <p:ph idx="1"/>
              </p:nvPr>
            </p:nvSpPr>
            <p:spPr>
              <a:blipFill>
                <a:blip r:embed="rId2"/>
                <a:stretch>
                  <a:fillRect l="-1043" t="-2241" b="-1681"/>
                </a:stretch>
              </a:blipFill>
            </p:spPr>
            <p:txBody>
              <a:bodyPr/>
              <a:lstStyle/>
              <a:p>
                <a:r>
                  <a:rPr lang="en-US">
                    <a:noFill/>
                  </a:rPr>
                  <a:t> </a:t>
                </a:r>
              </a:p>
            </p:txBody>
          </p:sp>
        </mc:Fallback>
      </mc:AlternateContent>
    </p:spTree>
    <p:extLst>
      <p:ext uri="{BB962C8B-B14F-4D97-AF65-F5344CB8AC3E}">
        <p14:creationId xmlns:p14="http://schemas.microsoft.com/office/powerpoint/2010/main" val="1538902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BF59-083A-CA08-93EA-90DDC967B0F2}"/>
              </a:ext>
            </a:extLst>
          </p:cNvPr>
          <p:cNvSpPr>
            <a:spLocks noGrp="1"/>
          </p:cNvSpPr>
          <p:nvPr>
            <p:ph type="title"/>
          </p:nvPr>
        </p:nvSpPr>
        <p:spPr/>
        <p:txBody>
          <a:bodyPr/>
          <a:lstStyle/>
          <a:p>
            <a:r>
              <a:rPr lang="en-US" dirty="0"/>
              <a:t>(Min) Heap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97669B-CBB0-4757-983B-3F44485761DF}"/>
                  </a:ext>
                </a:extLst>
              </p:cNvPr>
              <p:cNvSpPr>
                <a:spLocks noGrp="1"/>
              </p:cNvSpPr>
              <p:nvPr>
                <p:ph idx="1"/>
              </p:nvPr>
            </p:nvSpPr>
            <p:spPr/>
            <p:txBody>
              <a:bodyPr/>
              <a:lstStyle/>
              <a:p>
                <a:r>
                  <a:rPr lang="en-US" dirty="0"/>
                  <a:t>Keep items in a complete binary tree</a:t>
                </a:r>
              </a:p>
              <a:p>
                <a:r>
                  <a:rPr lang="en-US" dirty="0"/>
                  <a:t>Maintain the “(Min) Heap Property” of the tree</a:t>
                </a:r>
              </a:p>
              <a:p>
                <a:pPr lvl="1"/>
                <a:r>
                  <a:rPr lang="en-US" dirty="0"/>
                  <a:t>Every node’s priority is </a:t>
                </a:r>
                <a14:m>
                  <m:oMath xmlns:m="http://schemas.openxmlformats.org/officeDocument/2006/math">
                    <m:r>
                      <a:rPr lang="en-US" b="0" i="1" smtClean="0">
                        <a:latin typeface="Cambria Math" panose="02040503050406030204" pitchFamily="18" charset="0"/>
                      </a:rPr>
                      <m:t>≤</m:t>
                    </m:r>
                  </m:oMath>
                </a14:m>
                <a:r>
                  <a:rPr lang="en-US" dirty="0"/>
                  <a:t> its children’s priority</a:t>
                </a:r>
              </a:p>
              <a:p>
                <a:pPr lvl="1"/>
                <a:r>
                  <a:rPr lang="en-US" sz="2000" dirty="0"/>
                  <a:t>Max Heap Property: every node’s priority is </a:t>
                </a:r>
                <a14:m>
                  <m:oMath xmlns:m="http://schemas.openxmlformats.org/officeDocument/2006/math">
                    <m:r>
                      <a:rPr lang="en-US" sz="2000" b="0" i="1" smtClean="0">
                        <a:latin typeface="Cambria Math" panose="02040503050406030204" pitchFamily="18" charset="0"/>
                      </a:rPr>
                      <m:t>≥</m:t>
                    </m:r>
                  </m:oMath>
                </a14:m>
                <a:r>
                  <a:rPr lang="en-US" sz="2000" dirty="0"/>
                  <a:t> its children</a:t>
                </a:r>
                <a:endParaRPr lang="en-US" dirty="0"/>
              </a:p>
              <a:p>
                <a:r>
                  <a:rPr lang="en-US" dirty="0"/>
                  <a:t>Where is the min?</a:t>
                </a:r>
              </a:p>
              <a:p>
                <a:r>
                  <a:rPr lang="en-US" dirty="0"/>
                  <a:t>How do I insert?</a:t>
                </a:r>
              </a:p>
              <a:p>
                <a:r>
                  <a:rPr lang="en-US" dirty="0"/>
                  <a:t>How do I extract?</a:t>
                </a:r>
              </a:p>
              <a:p>
                <a:r>
                  <a:rPr lang="en-US" dirty="0"/>
                  <a:t>How to do it in Java?</a:t>
                </a:r>
              </a:p>
            </p:txBody>
          </p:sp>
        </mc:Choice>
        <mc:Fallback xmlns="">
          <p:sp>
            <p:nvSpPr>
              <p:cNvPr id="3" name="Content Placeholder 2">
                <a:extLst>
                  <a:ext uri="{FF2B5EF4-FFF2-40B4-BE49-F238E27FC236}">
                    <a16:creationId xmlns:a16="http://schemas.microsoft.com/office/drawing/2014/main" id="{0A97669B-CBB0-4757-983B-3F44485761D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0" name="Group 49" descr="In addition to requiring a specific shape, we also require specific positions of values in the heap. Specifically, for a min heap, each value must be less than or equal to both of its children.&#10;&#10;For a max heap, each value maust be greater than or equal to both of its children.">
            <a:extLst>
              <a:ext uri="{FF2B5EF4-FFF2-40B4-BE49-F238E27FC236}">
                <a16:creationId xmlns:a16="http://schemas.microsoft.com/office/drawing/2014/main" id="{D1E79A52-4366-7D86-3CE5-487CC7504B28}"/>
              </a:ext>
            </a:extLst>
          </p:cNvPr>
          <p:cNvGrpSpPr/>
          <p:nvPr/>
        </p:nvGrpSpPr>
        <p:grpSpPr>
          <a:xfrm>
            <a:off x="5161281" y="2808212"/>
            <a:ext cx="6934200" cy="3684663"/>
            <a:chOff x="5161281" y="2808212"/>
            <a:chExt cx="6934200" cy="3684663"/>
          </a:xfrm>
        </p:grpSpPr>
        <p:grpSp>
          <p:nvGrpSpPr>
            <p:cNvPr id="22" name="Group 21">
              <a:extLst>
                <a:ext uri="{FF2B5EF4-FFF2-40B4-BE49-F238E27FC236}">
                  <a16:creationId xmlns:a16="http://schemas.microsoft.com/office/drawing/2014/main" id="{77DE7DEC-D96B-EA41-522E-BACB5E00AF5A}"/>
                </a:ext>
              </a:extLst>
            </p:cNvPr>
            <p:cNvGrpSpPr/>
            <p:nvPr/>
          </p:nvGrpSpPr>
          <p:grpSpPr>
            <a:xfrm>
              <a:off x="5161281" y="2808212"/>
              <a:ext cx="6934200" cy="3368751"/>
              <a:chOff x="2590801" y="2672070"/>
              <a:chExt cx="6934200" cy="3368751"/>
            </a:xfrm>
          </p:grpSpPr>
          <p:sp>
            <p:nvSpPr>
              <p:cNvPr id="23" name="Oval 22">
                <a:extLst>
                  <a:ext uri="{FF2B5EF4-FFF2-40B4-BE49-F238E27FC236}">
                    <a16:creationId xmlns:a16="http://schemas.microsoft.com/office/drawing/2014/main" id="{2475AFEA-0931-6A2D-AF3A-1048A17212E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Oval 23">
                <a:extLst>
                  <a:ext uri="{FF2B5EF4-FFF2-40B4-BE49-F238E27FC236}">
                    <a16:creationId xmlns:a16="http://schemas.microsoft.com/office/drawing/2014/main" id="{A11B07D2-2321-6A39-64B5-7E4060F5628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AC64FF64-4C5D-0195-15DC-5CC3F33E01F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6" name="Oval 25">
                <a:extLst>
                  <a:ext uri="{FF2B5EF4-FFF2-40B4-BE49-F238E27FC236}">
                    <a16:creationId xmlns:a16="http://schemas.microsoft.com/office/drawing/2014/main" id="{A8680C63-48A1-9F3A-E873-3CFB11C41C10}"/>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0B08D0B6-30D1-F36D-0D42-060172D3E554}"/>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CDB46187-C49D-84CB-3705-F2FECBC945C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9" name="Oval 28">
                <a:extLst>
                  <a:ext uri="{FF2B5EF4-FFF2-40B4-BE49-F238E27FC236}">
                    <a16:creationId xmlns:a16="http://schemas.microsoft.com/office/drawing/2014/main" id="{63D4311F-94D9-551A-B1F6-662661120A5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0" name="Oval 29">
                <a:extLst>
                  <a:ext uri="{FF2B5EF4-FFF2-40B4-BE49-F238E27FC236}">
                    <a16:creationId xmlns:a16="http://schemas.microsoft.com/office/drawing/2014/main" id="{3A8F24A6-E2DB-4341-0DB5-BA34B56A8895}"/>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Oval 30">
                <a:extLst>
                  <a:ext uri="{FF2B5EF4-FFF2-40B4-BE49-F238E27FC236}">
                    <a16:creationId xmlns:a16="http://schemas.microsoft.com/office/drawing/2014/main" id="{EC61B993-9CD0-8625-DF18-74174DEC3ABA}"/>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32" name="Straight Connector 31">
                <a:extLst>
                  <a:ext uri="{FF2B5EF4-FFF2-40B4-BE49-F238E27FC236}">
                    <a16:creationId xmlns:a16="http://schemas.microsoft.com/office/drawing/2014/main" id="{9E7D69A5-5A86-7A51-A55B-5A89054C7F51}"/>
                  </a:ext>
                </a:extLst>
              </p:cNvPr>
              <p:cNvCxnSpPr>
                <a:cxnSpLocks/>
                <a:stCxn id="23" idx="3"/>
                <a:endCxn id="24"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D8578C-B772-0CF0-2221-FA48116C5E3F}"/>
                  </a:ext>
                </a:extLst>
              </p:cNvPr>
              <p:cNvCxnSpPr>
                <a:cxnSpLocks/>
                <a:stCxn id="23" idx="5"/>
                <a:endCxn id="25"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C3F6B-5E8C-1A95-9457-18748CB390A2}"/>
                  </a:ext>
                </a:extLst>
              </p:cNvPr>
              <p:cNvCxnSpPr>
                <a:stCxn id="27" idx="1"/>
                <a:endCxn id="24"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CE2C5E6-9899-1E12-31DA-A5C96CF085C5}"/>
                  </a:ext>
                </a:extLst>
              </p:cNvPr>
              <p:cNvCxnSpPr>
                <a:stCxn id="26" idx="7"/>
                <a:endCxn id="24"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51A26A1-A320-0572-06B2-66651FCD7E43}"/>
                  </a:ext>
                </a:extLst>
              </p:cNvPr>
              <p:cNvCxnSpPr>
                <a:stCxn id="31" idx="0"/>
                <a:endCxn id="26"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30AC82-8D99-6D22-802C-82C87F06B4A2}"/>
                  </a:ext>
                </a:extLst>
              </p:cNvPr>
              <p:cNvCxnSpPr>
                <a:stCxn id="30" idx="0"/>
                <a:endCxn id="26"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93A2C1-03E3-32FF-44D2-FAA12A5CFFAB}"/>
                  </a:ext>
                </a:extLst>
              </p:cNvPr>
              <p:cNvCxnSpPr>
                <a:stCxn id="28" idx="7"/>
                <a:endCxn id="25"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F33365-DA32-2345-F43C-A08C1DFFC492}"/>
                  </a:ext>
                </a:extLst>
              </p:cNvPr>
              <p:cNvCxnSpPr>
                <a:stCxn id="29" idx="1"/>
                <a:endCxn id="25"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A20ECDB-BDE0-3336-879C-79A076150515}"/>
                </a:ext>
              </a:extLst>
            </p:cNvPr>
            <p:cNvGrpSpPr/>
            <p:nvPr/>
          </p:nvGrpSpPr>
          <p:grpSpPr>
            <a:xfrm>
              <a:off x="5354476" y="3530219"/>
              <a:ext cx="6547808" cy="2962656"/>
              <a:chOff x="5354476" y="3530219"/>
              <a:chExt cx="6547808" cy="2962656"/>
            </a:xfrm>
          </p:grpSpPr>
          <p:sp>
            <p:nvSpPr>
              <p:cNvPr id="41" name="TextBox 40">
                <a:extLst>
                  <a:ext uri="{FF2B5EF4-FFF2-40B4-BE49-F238E27FC236}">
                    <a16:creationId xmlns:a16="http://schemas.microsoft.com/office/drawing/2014/main" id="{01BEA433-7BF0-F973-0EDD-8FB8710A55DF}"/>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42" name="TextBox 41">
                <a:extLst>
                  <a:ext uri="{FF2B5EF4-FFF2-40B4-BE49-F238E27FC236}">
                    <a16:creationId xmlns:a16="http://schemas.microsoft.com/office/drawing/2014/main" id="{40EB1A8B-6BAA-704C-95A9-877342ED11FD}"/>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43" name="TextBox 42">
                <a:extLst>
                  <a:ext uri="{FF2B5EF4-FFF2-40B4-BE49-F238E27FC236}">
                    <a16:creationId xmlns:a16="http://schemas.microsoft.com/office/drawing/2014/main" id="{AAC2C075-19EE-2E4F-9776-70B96778F046}"/>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44" name="TextBox 43">
                <a:extLst>
                  <a:ext uri="{FF2B5EF4-FFF2-40B4-BE49-F238E27FC236}">
                    <a16:creationId xmlns:a16="http://schemas.microsoft.com/office/drawing/2014/main" id="{399CD9B6-0AEF-13B9-E116-1137DE1D9BC6}"/>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45" name="TextBox 44">
                <a:extLst>
                  <a:ext uri="{FF2B5EF4-FFF2-40B4-BE49-F238E27FC236}">
                    <a16:creationId xmlns:a16="http://schemas.microsoft.com/office/drawing/2014/main" id="{733A190F-37F3-1B69-A083-FC70FD325130}"/>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46" name="TextBox 45">
                <a:extLst>
                  <a:ext uri="{FF2B5EF4-FFF2-40B4-BE49-F238E27FC236}">
                    <a16:creationId xmlns:a16="http://schemas.microsoft.com/office/drawing/2014/main" id="{C51A7115-0D3D-16F1-8AE1-00E7BBC584CA}"/>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47" name="TextBox 46">
                <a:extLst>
                  <a:ext uri="{FF2B5EF4-FFF2-40B4-BE49-F238E27FC236}">
                    <a16:creationId xmlns:a16="http://schemas.microsoft.com/office/drawing/2014/main" id="{24451D89-D646-660D-7FEE-A019C1769785}"/>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48" name="TextBox 47">
                <a:extLst>
                  <a:ext uri="{FF2B5EF4-FFF2-40B4-BE49-F238E27FC236}">
                    <a16:creationId xmlns:a16="http://schemas.microsoft.com/office/drawing/2014/main" id="{72FFA396-78AA-8813-DEC6-7638EC91BB55}"/>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49" name="TextBox 48">
                <a:extLst>
                  <a:ext uri="{FF2B5EF4-FFF2-40B4-BE49-F238E27FC236}">
                    <a16:creationId xmlns:a16="http://schemas.microsoft.com/office/drawing/2014/main" id="{1E8F17B1-2132-5641-026F-5AE327A5125F}"/>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grpSp>
    </p:spTree>
    <p:extLst>
      <p:ext uri="{BB962C8B-B14F-4D97-AF65-F5344CB8AC3E}">
        <p14:creationId xmlns:p14="http://schemas.microsoft.com/office/powerpoint/2010/main" val="3638341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12625</TotalTime>
  <Words>2377</Words>
  <Application>Microsoft Office PowerPoint</Application>
  <PresentationFormat>Widescreen</PresentationFormat>
  <Paragraphs>324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Cambria Math</vt:lpstr>
      <vt:lpstr>Calibri Light</vt:lpstr>
      <vt:lpstr>Office Theme</vt:lpstr>
      <vt:lpstr>CSE 332 Spring 2026 Lecture 4: Algorithm Analysis and Priority Queues</vt:lpstr>
      <vt:lpstr>Motivation for Algorithm Analysis</vt:lpstr>
      <vt:lpstr>Process for Algorithm Analysis</vt:lpstr>
      <vt:lpstr>Comparing Running Times</vt:lpstr>
      <vt:lpstr>Asymptotically comparing f(n) with g(n)</vt:lpstr>
      <vt:lpstr>Idea of Θ</vt:lpstr>
      <vt:lpstr>Asymptotic Notation</vt:lpstr>
      <vt:lpstr>Asymptotic Notation Example 1</vt:lpstr>
      <vt:lpstr>Asymptotic Notation Example 1 (Scratchwork)</vt:lpstr>
      <vt:lpstr>Asymptotic Notation Example 1 (Proof)</vt:lpstr>
      <vt:lpstr>Asymptotic Notation Example 2</vt:lpstr>
      <vt:lpstr>Asymptotic Notation Example 2 (Scratchwork)</vt:lpstr>
      <vt:lpstr>Asymptotic Notation Example 2 (Proof)</vt:lpstr>
      <vt:lpstr>Gaining Intuition</vt:lpstr>
      <vt:lpstr>More Examples</vt:lpstr>
      <vt:lpstr>Solutions</vt:lpstr>
      <vt:lpstr>Common Categories</vt:lpstr>
      <vt:lpstr>ADT: Queue</vt:lpstr>
      <vt:lpstr>ADT: Priority Queue</vt:lpstr>
      <vt:lpstr>Priority Queue Example 1</vt:lpstr>
      <vt:lpstr>Priority Queue Example 2</vt:lpstr>
      <vt:lpstr>Applications?</vt:lpstr>
      <vt:lpstr>Thinking through implementations</vt:lpstr>
      <vt:lpstr>Thinking through implementations (solutions)</vt:lpstr>
      <vt:lpstr>Trees for Heaps</vt:lpstr>
      <vt:lpstr>Heap – Priority Queue Data Structure</vt:lpstr>
      <vt:lpstr>Tree Measurements Challenge!</vt:lpstr>
      <vt:lpstr>(Min) Heap Data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4</dc:title>
  <dc:creator>Nathan Brunelle</dc:creator>
  <cp:lastModifiedBy>Nathan Brunelle</cp:lastModifiedBy>
  <cp:revision>76</cp:revision>
  <dcterms:created xsi:type="dcterms:W3CDTF">2023-09-26T20:08:20Z</dcterms:created>
  <dcterms:modified xsi:type="dcterms:W3CDTF">2026-04-08T19:11:12Z</dcterms:modified>
</cp:coreProperties>
</file>