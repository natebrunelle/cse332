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7" r:id="rId2"/>
    <p:sldId id="434" r:id="rId3"/>
    <p:sldId id="443" r:id="rId4"/>
    <p:sldId id="444" r:id="rId5"/>
    <p:sldId id="437" r:id="rId6"/>
    <p:sldId id="438" r:id="rId7"/>
    <p:sldId id="439" r:id="rId8"/>
    <p:sldId id="435" r:id="rId9"/>
    <p:sldId id="440" r:id="rId10"/>
    <p:sldId id="436" r:id="rId11"/>
    <p:sldId id="804" r:id="rId12"/>
    <p:sldId id="781" r:id="rId13"/>
    <p:sldId id="782" r:id="rId14"/>
    <p:sldId id="783" r:id="rId15"/>
    <p:sldId id="784" r:id="rId16"/>
    <p:sldId id="785" r:id="rId17"/>
    <p:sldId id="786" r:id="rId18"/>
    <p:sldId id="787" r:id="rId19"/>
    <p:sldId id="797" r:id="rId20"/>
    <p:sldId id="798" r:id="rId21"/>
    <p:sldId id="799" r:id="rId22"/>
    <p:sldId id="972" r:id="rId23"/>
    <p:sldId id="800" r:id="rId24"/>
    <p:sldId id="801" r:id="rId25"/>
    <p:sldId id="803" r:id="rId26"/>
  </p:sldIdLst>
  <p:sldSz cx="12192000" cy="6858000"/>
  <p:notesSz cx="6858000" cy="9144000"/>
  <p:embeddedFontLst>
    <p:embeddedFont>
      <p:font typeface="Cambria Math" panose="02040503050406030204" pitchFamily="18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19:43:41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1767 4992 0,'0'0'0,"0"0"0,17 34 16,8 43-16,-8 33 15,-17-8 1,-8 9 0,-1 8-16,9-9 15,0-24-15,0-18 16,0-26-16,9-16 15,8-1 1,0 1 0,17-9-1,-8-9-15,25 1 16,17-18 0,-8 1-16,-9-18 15,9-8 1,25-17-16,35-8 15,-1 8 1,-16 16-16,-9 18 16,34 0-1,17 9-15,-17 8 0,-9 0 16,18 0 0,8 8-16,-9 1 31,-33-1-31,8 9 15,25 0-15,-8 9 16,-8 0 0,-9-9-16,34 8 15,17-16 1,-8-9 0,-1-9-16,52-8 15,-26 0 1,1 0-16,33 0 15,-17-9 1,26 1-16,-8-9 0,-1 8 16,26 18-1,0 8 1,9 8 0,-1 9-16,18 0 15,-18 0-15,9-8 16,0-9-1,26-9-15,-9 9 16,-43 9 0,-25 8-1,-17 17-15,-9 0 16,-8 9 0,8-1-16,-25 1 15,-9-9-15,9 0 16,-1 0-1,-8-9 1,-25-8-16,-1-17 16,-8-8-1,-17-18-15,-9 1 16,1-9 0,-9 0-16,-18-9 15,-7 1 1,-10-1-16,1 9 15,-9-9 1,-8-8-16,-9-17 16,-9 34-1</inkml:trace>
  <inkml:trace contextRef="#ctx0" brushRef="#br0" timeOffset="6002.8">1818 3240 0,'0'0'0,"8"-8"16,10-1-16,7-8 15,9 17 1,0 9-16,1 8 16,-1 17-1,25 34-15,10 51 16,-1 17 0,-8-26-16,-9-16 15,-8 0 1,-9-18-16,-9-42 15,-16-8 1,-18-1-16,1-16 16,-18-1-16,-8-16 15,-26-26 1,-16 0 0,16 0-16,26 17 15,8 0 1,9 0-16,0 8 15,8 9-15,-8 0 16,9 0 0,8 26-1,0 25-15,25 34 16,10 17 0,-1-26-16,-9-25 15,1-8 1,-9-18-16,0-8 15,26-8 1,42-43 0,69-111-16,42-42 15,-42 51-15,-86 77 16</inkml:trace>
  <inkml:trace contextRef="#ctx0" brushRef="#br0" timeOffset="43650.29">4737 7305 0,'0'0'0,"0"9"0,0 8 0,0 17 16,0 0 0,0 17-1,-9-9-15,1-8 16,-1 0 0,1 17-16,-9 26 15,0 8-15,0 0 16,8-25-1,9-9 1,0-17 0,0-9-16,17 1 15,9-9-15,33-9 16,27-8 0,25-8-1,34-18-15,17-8 16,-8 9-1,8-1-15,34-16 0,9 8 16,8 0 0,-16 0-16,-1 0 15,34 17 17,-67 8-32,-35 9 15,-26 0-15,-42 9 16,-26-1-1,-9-8-15,-16 0 16,0 0-16,-9 0 0,-9-8 31,0-26-15,-16-51-16,8 25 0</inkml:trace>
  <inkml:trace contextRef="#ctx0" brushRef="#br0" timeOffset="90235.22">2586 9066 0,'0'0'0,"0"0"0,0 0 15,-8 17-15,-1 8 16,0 9-1,1 0-15,-1 9 16,9-1 0,0 1-1,0-18-15,0 1 16,0-9-16,0 0 16,-8 0-1,-1 0-15,9-9 16,0 1-1,0-1-15,0 1 16,0-9 0,0 0-16,9 0 15,42-9 1,9 1 0,0-1-16,33-8 15,18 9-15,0 8 16,0 0-1,-34 0-15,26 8 16,33 9 0,9 9-16,-34-1 15,-25 1 1,-1 0-16,0-9 16,-34-9-1,-16 1-15,-10-9 16,-16 0-1,-1-9 1,1-16-16,-18-44 16,9 27-16</inkml:trace>
  <inkml:trace contextRef="#ctx0" brushRef="#br0" timeOffset="93433.69">1408 9066 0,'0'0'0,"0"8"15,0 9-15,0 17 16,0 17-1,0 26-15,-17-1 16,9 1 0,-1-1-16,1-16 15,8-9 1,0-25-16,0-1 16,0-16-1,0-1-15,0 1 16,8-1-1,9 1-15,0-1 16,26 1 0,-9-9-16,17 0 15,1 0-15,16 0 16,0 8 0,17 9-1,-25-8-15,8 8 16,1 0-1,-10 8-15,-16-8 16,0-8 0,-9-1-1,-8-8-15,-1-8 16,9-1 0,0-25-16,18-42 15,7-60-15,-7-1 16,-35 86-16</inkml:trace>
  <inkml:trace contextRef="#ctx0" brushRef="#br0" timeOffset="180211.52">6213 13922 0,'0'0'0,"-8"0"0,-1 0 0,1-9 16,-9 1-1,8-1 1,1 1-16,-1 8 16,9 0-1,-8 0-15,-9 17 16,-18 17-1,-16 0-15,0 8 16,0 18 0,0 25-16,16 0 15,18-8 1,9-18-16,8-16 16,0-9-16,8-9 15,9 1 1,9-9-16,8 8 15,9 1 1,0-1-16,33 9 16,35 0-1,9-8-15,-26-1 16,-26-16 0,34 8-1,52-9-15,0 1 16,-26-1-1,17 9-15,51 9 16,-42-9-16,-35-17 16,60 0-1,-16 0 1,-61-9-16,0 9 0,35 9 16,8-9-1,-17-9 1,-51 1-1,25-18 1,1 1-16,-35-9 16,-17 0-16,-25 17 15,-1 0-15,-16-9 16,0 1 0,-18-26-1,0-17-15,-16-17 16,-18-17-1,0-1-15,1 1 16,-18 9 0,-8 8-16,-9 8 15,-34 9-15,-34 9 16,-9 25 0,-59 0-1,-35 8-15,-16 18 0,-61 8 31,-42 17-15</inkml:trace>
  <inkml:trace contextRef="#ctx0" brushRef="#br0" timeOffset="-211748.76">17932 8113 0,'0'0'0,"0"0"0,8-42 0,300-324 0,-172 204 16,-33-8-16,-9 43 15,-26 33 1,-17 9-16,-17 26 0,-17 16 15,-8 35 1,-26 25-16,-17 8 16,25 9-1,18 26 1,25-1-16,34 1 16,43-18-1,68-33-15,43-43 16,9-17-1,-44 8 1,-50 9-16,-43-8 16,-34-18-1,-18-50-15,52-154 16</inkml:trace>
  <inkml:trace contextRef="#ctx0" brushRef="#br0" timeOffset="-211510.68">18743 7629 0,'0'0'0,"17"51"0,43 68 15,16 8 1,-16-33-16,-26-35 15,-8-8-15,-18-8 16,1-18 0,-1-16-16</inkml:trace>
  <inkml:trace contextRef="#ctx0" brushRef="#br0" timeOffset="-211181.77">20108 7646 0,'0'0'0,"0"8"16,52 26-16,50 17 31,43-17-31,-17-17 16,17-34-16,69-25 16,-69 8-1,-103 25 1</inkml:trace>
  <inkml:trace contextRef="#ctx0" brushRef="#br0" timeOffset="-210745.9">22694 6608 0,'0'0'0,"-25"17"15,-43 43-15,-43 25 16,-35 17 0,-7 8-16,-9-8 15,25 0 1,43 0-16,26-8 15,34-26 1,25-17 0,26 0-16,35 0 15,50 9-15,17 8 16,-8-9 0,-25-8-16,-26 0 15,-26 17 1,-17 17-1,-43 26-15,-42 16 16,-52 1-16,18-52 16,25-25-1,52-25-15</inkml:trace>
  <inkml:trace contextRef="#ctx0" brushRef="#br0" timeOffset="-210242.28">23138 8173 0,'0'0'0,"0"0"16,0 0-16,0 0 15,0 0 1,9-26 0,51-84-16,25-86 0,9-8 31,0 0-31,17 17 16,-9 25-1,-8 26-15,-26 34 16,-8 34-1,0 26-15,-18 25 0,1 17 16,-9 25 0,-8 52-1,-9 59 1,-17 76-16,-26 26 16,1 1-1,-10-10-15,10-50 0,16-35 31,9-25-31,9-51 16,-9-25 0,0-26-16,-9-17 15,1-51 1,-1 8-16</inkml:trace>
  <inkml:trace contextRef="#ctx0" brushRef="#br0" timeOffset="-210026.61">23608 7586 0,'0'0'0,"8"8"16,26 35-1,43 17-15,17-1 16,8-16-1,1-26-15,-1-17 16,1-26 0,-44 9-16</inkml:trace>
  <inkml:trace contextRef="#ctx0" brushRef="#br0" timeOffset="-209691.01">25357 7305 0,'0'0'0,"9"9"15,8 25-15,9 25 16,-1 26-16,-16 17 15,-9 35 1,-26 16-16,0-9 16,-16 1-1,-1-9 1,9-9-16,0-42 16,0-34-16,25-33 15</inkml:trace>
  <inkml:trace contextRef="#ctx0" brushRef="#br0" timeOffset="-209458.88">24760 7288 0,'17'0'0,"111"26"0,128 8 15,85-17 1,1-26-16,-43-42 16,-18-34-1,52-34-15</inkml:trace>
  <inkml:trace contextRef="#ctx0" brushRef="#br0" timeOffset="-187067.49">17360 7671 0,'0'0'0,"0"0"0,0 0 16,0 0 0,-8 17-16,-1 9 15,-17 16 1,-8 18-16,0 8 15,0-9 1,8 9-16,1 0 16,-1 26-1,9 8-15,17 8 16,9-16 0,25-18-1,17-16-15,26-17 16,17-9-16,17-17 15,8-9 1,18-8-16,16-8 16,1 8-1,17 8 1,16 1-16,-7 8 16,-35 8-1,0-8-15,-17 9 16,-43-1-16,-17 1 15,-33-18 1,-10 1-16,-8-1 16,0-8-1,26-42-15,8-86 16,0-76-16,26-119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19:48:47.2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14040 13344 0,'0'0'0,"-9"0"0,-16 17 15,-9-9-15,8 1 16,0-1-16,1 1 16,-1-9-1,1 0 1,-1-9-16,0 1 16,9 8-1,0 0-15,-8 17 16,-26 17-16,-18 0 15,9 0 1,1 17 0,-10 25-1,18 9-15,9-8 16,16-18 0,0 1-16,1-1 15,-9 9 1,17 9-16,17 16 0,25 1 31,18-17-31,25-9 16,26-9-1,17-25-15,26-8 16,42-1-16,-26-16 16,-25-18-1,9-8-15,-35-8 16,-25-18-1,-26-8-15,-16-25 16,-18-27 0,-34-24-1,-26-52-15,-25-8 16,-18 26-16,-16-1 16,-9 9-1,-17 25-15,0 35 16,-26 8-1,-136-26 1</inkml:trace>
  <inkml:trace contextRef="#ctx0" brushRef="#br0" timeOffset="5813.81">20211 13403 0,'0'0'0,"0"0"16,0 0-16,0 0 16,-9-8-1,9-1-15,0 1 16,-8-1 0,-1 1-1,1-1-15,-1 1 16,-17-1-16,1 9 15,-1 0 1,-8 0-16,0 0 16,0 0-1,0 0-15,-9 17 16,0 0 0,1 0-1,-18 17-15,9 9 16,-9-1-1,0 35-15,9 16 16,0 9 0,17-17-16,17 0 15,-9 17-15,0 17 16,9 1-16,0-18 16,17-26-1,9-8-15,16 9 16,18-9 15,8-9-31,26-8 0,43-17 16,25-25-16,-17-18 31,8-8-31,9-25 16,0-9-1,-8-17-15,-9-9 0,-8-25 31,-18-17-15,-34-9-16,-17-16 16,-25-9-16,-52 0 0,-42 0 15,-103 0 1,-119-18 0,-51 18-1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19:52:22.28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1212 9338 0,'0'0'0,"0"0"0,0 0 15,0 0-15,0 0 16,0 17-16,0 17 15,0 17 1,0-9 0,0-16-16,0 0 15,0-9 1,0 0 0,0 0-16,0-9 15,0 9 1,0 0-16,17 0 15,26 0 1,16 9-16,18-9 16,17-9-16,-26 1 15,-33-9 1,7 0 0,1 0-16,8 0 15,-8 0 1,-18 0-16,1 0 15,-17 0-15,-1-9 16,-8 1 0,-8-26-1,-10 0-15,1 0 0,-17-9 16,-43 0 0,-51 9-16,9 17 31,34 17-31,33 0 15,-16 0 1,-34 17-16,25-8 16,34-1-16,9 1 15,17-1 1,8 1 0,9-9-16,9 0 15,25 0 1,9 9-16,17-9 0,59 8 31,60-8-31,-59 0 16,-43-8-1,25-1-15,60-25 16,137-43 0</inkml:trace>
  <inkml:trace contextRef="#ctx0" brushRef="#br0" timeOffset="2880.71">1511 11387 0,'0'0'15,"0"0"-15,0 0 16,25 0-16,9-8 0,9-1 16,17-8-16,34-8 15,8 8 1,9 0 0,-17 0-1,-43 8-15,-25 1 16,-1 8-1,-16 0 1,-1 0-16,1 0 16,0 0-1,-18 0-15,-25 0 16,-43 8 0,-25-8-16,-1 9 15,-16 8 1,8-9-16,34 1 15,26-9 1,8 0-16,9-9 16,0 9-16,25 0 15,9 0 1,0-8 0,43-9-16,42-9 15,1-8 1,16 9-16,0 8 15,-25 0 1,-25 17-16,-27 0 16,-8 0-1,-8 0-15,-9 0 16</inkml:trace>
  <inkml:trace contextRef="#ctx0" brushRef="#br0" timeOffset="8744.49">2287 7101 0,'0'0'0,"0"0"16,0 0-1,0 0-15,0 0 16,0 0-16,0 0 15,0 0 1,0 0 0,0 0-16,0 0 15,0 0 1,0 0-16,0 0 16,0 0-1,0 0-15,-17 0 16,9 0-16,-1 0 15,-8 0 1,-8 0 0,-18 0-16,-8 0 15,-18 9-15,-16 25 16,17 8 0,34 1-1,-1 8-15,18 8 31,0 1-31,0-1 16,9-16-16,8-1 16,0 35-1,0 8-15,0 0 16,0-8-16,0-18 16,0-16-16,0-1 15,17-16 1,8-1-16,-8 1 15,9-9 1,8 0-16,9 8 16,17 1-1,8 8 1,-8-9 0,-26 1-16,-9-9 15,27 8-15,24 9 16,10-8-1,16 8-15,1-17 0,-27-9 16,35-25 0,52-8-1,-1-9 1,-43-9-16,18 1 16,16-1-1,-25 18-15,-34-1 0,-8-16 31,8-9-15,-9-9-16,-17-8 16,-17 9-16,-16 8 15,-18 17 1,-9 0-16,-8 8 16,-17-25-1,-34-26-15,-26-16 16,-25-1-1,-35 1 1,-42 16-16,-26 18 16,-34 8-1,-34 17-15,-17 17 16,17 8 0,-69 18-16</inkml:trace>
  <inkml:trace contextRef="#ctx0" brushRef="#br0" timeOffset="11780.53">947 8164 0,'0'0'0,"0"0"0,-8 9 15,-1 25 1,-16 25-16,8 26 16,-18-8-16,27-9 15,-18-17 1,18 0-16,-18-8 15,18 16 1,8 18 0,0 8-16,8 0 15,1-26 1,8-16-16,-17-9 16,8-9-1,1 1-15,8-1 16,-9-8-1,1 9-15,17 8 16,-18 0 0,26 0-16,9 8 15,8 1 1,-8-9-16,-9-9 16,17-8-1,26 9 1,34-18-16,8-8 15,-8-25-15,17-1 16,26-8 0,-26 0-16,-17 0 15,-9 17 1,9 0 0,-34 17-16,-26 0 15,-25 0-15,0 0 16,-18 0-1,1 0-15,-1 0 16,1 0-16,-9 0 16,0-8-1,0-1 1,0-16-16,-9-26 16,1-17-1,-1-26 1,-8-16-16,0 8 15,9 8 1,-10-16-16,1-1 16,9 17-16,8 18 15,0 25-15,-9 8 32,1 9-32,-1 0 15,1 9 1,-18 8-16,1 0 15,-10 0-15,-50 8 16,-17 9 0,-61 26-1,-50 16-15,-26 9 16,-68-8 0,-9-9-16,-102 8 15,-26 1 1</inkml:trace>
  <inkml:trace contextRef="#ctx0" brushRef="#br0" timeOffset="15574.6">3107 8173 0,'0'0'0,"0"0"0,0 0 16,0 8-1,0 18-15,0 16 16,-9 26 0,-8 34-16,9-25 15,-1-18 1,-17 1 0,1 17-16,-1 33 15,9 1-15,9-18 16,-1-25-16,9 9 15,0-1 1,0 1 0,0-18-16,0-16 15,0-18-15,0 1 16,0-18 0,0 1-16,17-1 15,17 9 1,43-8-1,17-1-15,8 1 16,61 0 0,7-1-16,-42-8 15,-8 17-15,33 9 16,-7-1 0,-44 1-1,-17-9-15,9 8 16,-26 1-1,-16-18-15,-27 1 16,1-1 0,-18 1-16,1-1 15,-1 1 1,1-9-16,-9 0 16,0-17-1,9-26 1,-1-50-16,9-27 15,0-7-15,0-1 16,0 1 0,0 16-16,-8 18 15,-1 8 1,1 0-16,-9 0 16,0 8-1,-9 0-15,1 18 16,8 8-1,-9 8 1,1 9-16,-1 0 16,1 17-16,-1 0 15,1 0 1,-18 0 0,-25 0-16,-43 0 15,-60 26 1,-93 16-16,-69 18 15,-34-1 1,-25 1-16</inkml:trace>
  <inkml:trace contextRef="#ctx0" brushRef="#br0" timeOffset="19956.34">3346 9780 0,'0'0'0,"0"0"16,0 0-16,0 0 15,0 0 1,0 0-1,0 26 1,-9 42-16,-8 42 16,-9 1-16,1-35 15,-1 18-15,-16 33 32,7 1-32,10-17 15,8-52-15,0-16 16,17-9-16,0-9 31,0 1-15,17-18-16,8 1 15,10-1-15,-1-8 0,34-8 16,26-1 0,0 1-1,17-9-15,-9-9 16,-25 1-1,-9-1 1,18 1-16,-10-9 16,1 8-1,-17 9 1,0 9-16,-9 8 16,-17 0-16,-8 0 15,-9 0 1,-9 0-16,1 0 15,-1 0 1,1 0-16,-9 0 16,0 0-1,0-9-15,-9-25 16,1-25-16,-1-10 16,9-24-1,0-43 1,0-9-1,0 43-15,0 26 16,0 33 0,0 9-16,0 9 15,-8 8-15,-1 0 16,1 0 0,-1 8-1,-17 1-15,-25-1 16,-34 9-1,-26 9-15,-26 25 16,-33 8 0,-146 43-16</inkml:trace>
  <inkml:trace contextRef="#ctx0" brushRef="#br0" timeOffset="21494.09">1289 10120 0,'0'0'0,"0"0"16,0 0-16,0 9 16,0 25-1,0 17-15,-17 25 16,0 18-16,8 25 15,-8-8 1,0-9 0,17-9-16,0 18 15,0 8 1,0-17-16,0-34 16,0-9-1,0-16-15,8-18 16,18 1-1,-9-9-15,26-9 16,25 1 0,26-18-16,34-8 15,9-25 1,16-9 0,-16-9-16,-26 9 15,-9 0-15,1 17 16,-27 0-1,-7 17-15,-27 0 16,-16 17-16,0 0 16,-18 0-1,1 0 1,-1 0 0,1-8-16,-1-1 15,1-16-15,-1-18 16,-8-59-1,-8-34-15,-1 0 16,1 0-16,8 8 31,-9 9-31,1 9 16,-1 25-16,1 25 16,-18 9-1,0 0-15,-16 9 16,-1 8-16,-17 8 15,-8 9 1,-26 17 0,-17 0-16,-42 26 15,-27 16 1,-16 9-16,-120 43 16</inkml:trace>
  <inkml:trace contextRef="#ctx0" brushRef="#br0" timeOffset="49617.99">2287 9602 0,'0'0'0,"0"0"0,0 0 16,0 8-16,0 1 15,-17-1 1,9 1-16,-9-9 15,-9 0 1,-17 0-16,1 0 16,-27 17-1,-16 8 1,0 26-16,-1 26 16,-33 50-16,17 18 15,8-26 1,-9 8-16,26 9 15,26 1 1,17-27-16,17 1 16,17 50-1,0-8-15,34-59 16,69-9 0,42-17-1,25-51-15,95-26 16,-52-16-16,9-94 15,0-43 1,-94 35-16,-17-18 16,0-50-1,-51 33-15,-43 34 16,-34-42 0,-26 26-1,-34 42-15,-51 0 16,-51 17-16,-43 42 15,-34 43 1,-17 34-16,8 26 16,78 8-1,50-9-15,18 26 16,67-42 0</inkml:trace>
  <inkml:trace contextRef="#ctx0" brushRef="#br0" timeOffset="50408.07">5522 9516 0,'0'0'0,"-8"0"0,-18 0 15,0 0-15,-33 9 16,-27 25 0,-16 17-16,-1 9 15,1 16 1,0 35-16,-1 50 16,-8 26-1,17 26-15,35 8 16,24 0-1,35-25-15,26-35 16,34-25 0,42-25-16,18-34 15,33-52 1,44-33-16,16-43 16,-17-26-1,1-25-15,-27-43 16,-33-8-1,-26 0-15,-26-25 16,-34-1-16,-34 17 16,-17 9-1,-34 9-15,-34 25 16,-26 25 0,-17 26-16,-42 26 15,-18 33 1,-128 43-16</inkml:trace>
  <inkml:trace contextRef="#ctx0" brushRef="#br1" timeOffset="76494.96">16088 15155 0,'0'0'0,"0"0"0,0 0 16,-8 0-1,-18 0-15,1 8 16,-10-8 0,1 0-16,-8 9 15,-27 8-15,-16 17 16,0 17 0,-1 0-1,10 9-15,-1 8 16,8 8-1,10 9-15,-1 34 16,-17 34-16,17-8 16,26-18-1,9 1 1,16-9-16,18-25 16,33-9-16,27-9 15,33-8 1,52 0-1,8-34-15,26-34 16,16-17-16,-7-25 16,-10-26-1,1-26 1,-34-16-16,-9-18 16,-17-16-1,-34 7-15,-26-7 16,-34-9-1,-42 0-15,-61 0 16,-84-17 0,-103 25-16,-120 68 15,-16 43 1</inkml:trace>
  <inkml:trace contextRef="#ctx0" brushRef="#br1" timeOffset="81213.57">11812 11923 0,'-8'0'0,"-9"0"0,-17 0 16,-26 0-16,17 9 15,18-9 1,8 0-16,-9 0 0,-17 0 15,-25-9 1,-26 1 0,-17-9-1,17 17-15,26 0 16,-17 17-16,-35 17 16,-16 59-16,-1 18 31,52-9-31,16 17 15,-25 51-15,-8 9 16,17 8 0,25 42-1,43-50-15,43-17 16,59 42 0,9-60-16,34-50 15,68-18 1,52-42-16,16-42 15,9-35 1,9-50-16,-17-43 16,-18-9-1,-59-8-15,-43-34 16,-9 0 0,-50 0-16,-44 0 15,-50 25 1,-60-17-16,-52 9 15,-59 26 1,-77 50-16,-60 69 16,-59 59-1,-1 25-15</inkml:trace>
  <inkml:trace contextRef="#ctx0" brushRef="#br1" timeOffset="86116.28">8168 11889 0,'-9'-8'0,"-8"-1"0,-8-8 16,-9 9-1,-1 8 1,-16-9 0,-17 9-16,-26 26 15,-25 50 1,-27 52-16,1 25 16,34-17-16,35 34 15,24 34 1,18-25-16,26 16 15,25-25 1,43-42 0,85 0-16,8-43 15,52-51 1,34-26-16,-8-50 16,33-52-1,-68-25-15,-50-17 16,-27-17-1,-59-9-15,-60-25 16,-86 0 0,-153-17-16,-136 42 15,-154 94-15,-180 162 0,291 16 32</inkml:trace>
  <inkml:trace contextRef="#ctx0" brushRef="#br1" timeOffset="89854.98">2996 12289 0,'0'0'0,"0"0"0,-9-9 16,-8 1-1,-43-1-15,-25 9 16,-9 17 0,-94 43-16,-16 34 15,33 42 1,0 42-16,26 35 16,26 42-1,33 0-15,61-42 16,50-18-1,18-33-15,51-18 16,25-33 0,61-26-16,24-34 15,27-59 1,25-52-16,-26-25 16,-25-34-1,-26-17-15,-42-9 16,-43-8-1,-34-8-15,-43 8 16,-52 8-16,-67-17 16,-77 9-1,-145 51 1,-61 26-16</inkml:trace>
  <inkml:trace contextRef="#ctx0" brushRef="#br1" timeOffset="109115.51">25050 8003 0,'0'0'0,"0"-17"0,0-17 16,0-9 0,0 1-1,-8 8-15,-35 0 0,-42 0 31,-44 0-31,27 25 16,59 9-16,1 0 16,-18 0-1,-25 0 1,-9 17-16,-17 0 16,25 9-16,27 8 15,-1 17 1,-34 42-16,0-16 15,26-26 1,8 17 0,9 8-16,8 1 15,26-1 1,17-16-16,0-1 16,17-16-1,9 0-15,17 8 16,25 0-1,-17-17-15,17 8 16,43 1 0,-8-1-16,-1-8 15,-8 9 1,-34-9-16,25 8 16,35-8-1,16 0-15,-16-17 16,-9 0-1,42-8-15,18-9 16,-17 8 0,8-8-16,51 0 15,-25 0 1,0-8-16,16-1 16,1 9-1,17 0-15,-34-8 16,17 8-1,34-9-15,-9 9 16,18 9 0,-18-9-16,9 8 15,0-8 1,9 0-16,8-8 16,-9-1-1,1 1-15,-1-1 16,9 1-1,-17-1-15,-42 1 16,-44-9-16,-25 0 16,-25-9-1,-9 1 1,-35-1-16,-16 1 16,-9-18-16,-8-25 15,-18-25 1,-16-9-1,-26 8-15,-43-17 16,-34-25-16,-17 9 16,-60 25-1,-34 8 1,-34 18 0,-17 8-16,-17-9 15,-9-8-15,-17-9 16,-8 26-1,8 9-15,-42-1 16,-1 18 0,-25 25-16,-34 8 15,25 26-15,-42 34 16,34 0 0</inkml:trace>
  <inkml:trace contextRef="#ctx0" brushRef="#br1" timeOffset="110023.42">22498 8921 0,'-8'-8'0,"-18"-1"0,-8 1 15,-17-1-15,-26 1 16,-26-9 0,-42 0-16,-17 0 15,-26 8 1,-8 9 0,17 17-16,-9 26 15,17 8-15,43 25 16,26 9-1,8 9-15,26 8 16,25 8 0,35 1-16,33-9 15,18-17 1,51 26 0,93 16-1,35-16-15,69-1 0,41-33 16,1-35-1,77 1 1,59-1-16,-25-25 16,-9-8-1,-67-18-15,33-8 16,-9 9 0,-67-26-16,33-9 15,-34 1 1,-42-18-16,-26-16 15,-43-9-15,-59 0 16,-51 0 0,-44 8-1,-25 9-15,-34 9 16,-51-18 0,-102-51-16,-78-16 15,-33 16 1,-27 18-16,-42 16 15,-68 1 1,34 16-16,-25 1 0,-35 16 16,-34 35-1,-25 16 1,16 35-16,-8 16 16,0-25-1,77-8-15</inkml:trace>
  <inkml:trace contextRef="#ctx0" brushRef="#br1" timeOffset="132629">22054 13003 0,'0'0'0,"0"0"0,0 0 16,0 26-16,-8 33 15,-9 60 1,-9 35 0,-25 58-16,0-8 15,8-76-15,26-43 16,0-34-1,8-17-15,9-17 16,0-9 0,9-16-16,42-43 15,51-94 1,9-33 0,-8-1-16,16-25 15,-8 51-15,-25 68 16,8 17-1,-9 25-15,0 26 16,1 51 0,7 85-16,-7 94 15,-44 110-15,-33 0 16,-26-51 0,-17 86-1</inkml:trace>
  <inkml:trace contextRef="#ctx0" brushRef="#br1" timeOffset="178019.49">23753 12076 0,'0'0'0,"17"0"0,17 0 0,-8 9 15,-1-1 1,-8 1 0,0 8-16,0 8 15,-17 43 1,-34 17-16,-34 18 15,-26-1-15,17-26 16,35-25 0,25-8-16,25-9 15,35 8 1,51-16 0,93-26-16,69-26 15,86-42-15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19:56:28.67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7707 2339 0,'0'0'0,"0"0"0,0 0 16,0-9 0,17 1-16,0-1 15,9 1 1,-1-1-16,-16 9 15,-1 0 1,-8 0-16,-8 0 16,-1 0-1,-8 0 1,-51 17-16,-69 68 16,-16 26-1,50-18-15,52-25 16,17 9-1,8 25-15,9-8 16,9-18 0,16-16-16,61-1 15,76 1 1,-26-43-16,-93-17 16</inkml:trace>
  <inkml:trace contextRef="#ctx0" brushRef="#br0" timeOffset="334.75">7289 2772 0,'0'0'0,"0"0"0,25 0 16,18 9-1,34-1-15,0 1 16,-9-9 0,17-9-16,9 9 15,-51 0 1</inkml:trace>
  <inkml:trace contextRef="#ctx0" brushRef="#br0" timeOffset="1198.98">8791 3342 0,'0'0'0,"0"0"0,0-8 16,9-18-16,-1 1 15,-8-9 1,0 17-16,0 0 16,0 0-1,0 8 1,0 9-16,0 0 15,0 0 1,0 0-16,17-8 16,0-1-1,17-8-15,9-25 16,25-35 0,9 1-1,17-26-15,-17-52 0,-9-16 16,17 17-1,18-8-15,-1-1 0,-33 60 32,-18 42-17,-17 26-15,-8 17 0,-18 17 32,9 17-32,0 77 15,0 68 1,-34 42-16,-25 0 15,7-85 1,18-17-16,9-9 16,16-24-1,9-18-15,9-17 16,0-34 0,67-43-16,78-59 15,-9-34 1,-42-26-1,-35 9-15,-17 9 16,-25 16-16,-34 1 16,-18 67-1</inkml:trace>
  <inkml:trace contextRef="#ctx0" brushRef="#br0" timeOffset="1832.62">11480 1905 0,'-9'26'0,"-34"67"0,-25 52 15,-17 50-15,-1-16 16,9-43 0,9-9-16,8-7 15,9-35 1,17-34-16,9-26 15,7-16 1,18-26-16,9-34 16,25-68-1,77-111-15,26-8 16,-1 17 0,-8 17-16,-8 59 15,-1 26 1,1 25-16,-26 35 15,-18 25-15,10 25 16,-18 9 0,-17 17-16,-17 17 31,-17 17-31,-51 34 16,-25 34-1,-27-8-15,-16-26 16,-9-17-1,17-34-15,26-17 16,25-8 0,17-18-16,18 9 15</inkml:trace>
  <inkml:trace contextRef="#ctx0" brushRef="#br0" timeOffset="2098.96">12598 2364 0,'0'0'0,"25"17"15,35 9-15,8 8 0,9 8 31,8 1-31,-25-26 16,-26-9-16,35-16 16,33-9-1,-42 0-15</inkml:trace>
  <inkml:trace contextRef="#ctx0" brushRef="#br0" timeOffset="2418.35">14757 1701 0,'0'0'0,"0"0"0,0 0 0,0 0 15,-9 0-15,-16 17 32,-69 25-32,-68 35 31,-17 25-31,-1 43 16,27 33-16,50 9 0,86 26 15,94 42 1,77-34-16,144-51 31,78-42-31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00:13.75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2373 4159 0,'0'0'0,"0"0"0,0 0 0,17 17 16,0 17 0,-9 8-1,-16 26-15,-18 34 16,1 17-1,8-17-15,0-17 16,8-16 0,0-1-16,1-9 15,8 1 1,0-18-16,0 1 16,0-18-1,0 1-15,17 8 16,17-9-1,17 1-15,35-9 16,16-9 0,-25-16-16,25-9 15,69-17 1,-9-17-16,-8 8 16,17-8-1,16 17-15,10 17 16,-1 0-1,-25 9-15,25-9 16,26 17 0,-43 0-16,-8 0 15,17 0 1,-9 0-16,9 0 16,16 0-1,-16 17-15,8 0 16,1 0-1,8-9-15,-1 1 16,1-1 0,26 1-16,-9-1 15,-26 1 1,26 8-16,-17-9 16,8 18-1,17-1-15,-42 1 16,0-9-16,0 8 15,-43-8 1,-17 0 0,-9-8-16,-25-1 15,0 1-15,-17-18 16,-26 1 0,-17-1-16,-8 1 15,0-1 1,-9 1-1,-9-1-15,1-16 16,-1-9 0,1-17-16,-1 17 15</inkml:trace>
  <inkml:trace contextRef="#ctx0" brushRef="#br0" timeOffset="45152.88">4626 5851 0,'0'0'0,"0"0"16,0 17 0,0 0-16,0 9 15,-9 8 1,-8 25-16,-8 18 16,8-18-1,0-8-15,8-25 0,9-1 31,0-8-31,17 9 16,9-18 0,16 1-16,27-1 15,16 1-15,-25-18 16,0 9 0,42-8-1,26-1-15,9-8 16,-1 0-1,9-8-15,34-1 16,-25 9 0,0-8-16,33 8 15,-41 0 1,-36 8-16,-7-8 16,-26 17-1,-26 0-15,-17 0 16,-8 0-1,-18 0-15,9-8 16,0-1 0,9-25-16,8-51 15,0-42-15,0 8 16,-25 67 0</inkml:trace>
  <inkml:trace contextRef="#ctx0" brushRef="#br0" timeOffset="46105.17">8091 5341 0,'0'0'0,"0"0"0,-8 8 16,-1 43-1,1 43-15,-18 33 16,-8 18 0,-9-26-16,-17 17 15,18 9 1,33-35-16,9-25 16,17-34-1,9 0 1,17-8-16,16-9 15,1 0-15,-17-17 16,25-9 0,26-16-16,17-1 15,17 1 1,0-18 0,8 1-16,52-9 15,-26-17-15,-34 8 16,0 1-1,0-1-15,-17 1 16,-34 16 0,-26 9-16,-8 17 15,-17 0 1,-1 0 0,-16 0-16,-1 0 15,9-8 1,9-26-16,8-26 15,9-50-15,8-69 16,17-136 0</inkml:trace>
  <inkml:trace contextRef="#ctx0" brushRef="#br0" timeOffset="48969.86">7775 5970 0,'0'0'0,"0"0"0,0 0 0,0 0 15,-8 0 1,-9 0 0,-17 17-16,-9 0 15,-8 17 1,-18 17-16,1 0 16,8 17-16,9 9 15,-17 33 1,0 18-1,16-1-15,18-16 16,0 0 0,17-26-16,0-17 15,17 8 1,34 9-16,17 17 16,18-17-1,7-8-15,35-1 16,26-25-1,17-8-15,-1-26 16,1-34 0,-9-9-16,-8-8 15,-1-25 1,-8-18-16,-17 9 16,-17 0-1,-17-8-15,0-18 16,-18 1-1,-16-9-15,-17 0 16,-18-9 0,-25-8-16,-17 8 15,-34 1 1,-35 8-16,-50 8 16,-69 1-1,-43 33-15,-25 26 16,-77 9-1</inkml:trace>
  <inkml:trace contextRef="#ctx0" brushRef="#br0" timeOffset="54082.15">17087 6812 0,'0'0'0,"0"9"0,0 16 16,8 18-16,1 8 15,0 0 1,-1 8-16,-16 26 15,-1 17 1,-8-17-16,0-34 16,8-8-1,9-18-15,0-8 16,0-8 0,9-1-16,16 1 15,52-9 1,34 0-16,26-9 15,16 1 1,10 8-16,7 0 16,-8 0-1,35 8-15,-18 9 16,-8 17 0,-9 9-1,-26-9-15,-16 0 16,-18 0-1,-16-8-15,-18-9 16,-8-9 0,-9 1-16,-8-18 15,-9 1 1,0-26-16,9-35 16,-9-33-1,-9-42-15,-8 8 16,-8 76-1</inkml:trace>
  <inkml:trace contextRef="#ctx0" brushRef="#br0" timeOffset="70954.09">10959 7637 0,'0'0'0,"0"0"16,0 0-16,0 0 15,0 0 1,0 9-16,0-1 16,0 1-1,0-1-15,0 1 16,0-1-16,0 9 0,0 9 31,0 8-15,0 17-16,0 0 15,0 0-15,0-9 16,0 1 0,0-18-1,0-8-15,17 0 16,17 0-1,34 0-15,26 0 16,9-8-16,-1-9 16,35 0-1,16 0 1,-8 0-16,-25 0 16,25 0-1,0 17-15,-17-9 16,-43 1-1,-8 8-15,-8 0 16,-27 8 0,-16-8-16,-1-8 15,-16-1 1,-1 1-16,-8-9 16,-8-17-16,-9-34 15,-9-94 1,9-59-16,0-111 15</inkml:trace>
  <inkml:trace contextRef="#ctx0" brushRef="#br0" timeOffset="84170.03">11573 9142 0,'0'0'0,"0"0"0,0 0 15,0 0-15,0 0 16,0 0-16,9 17 15,-18 34 1,1 26 0,8 16-16,0-16 15,0-26 1,0-8-16,0-18 16,8 1-16,-8-9 15,0-9 1,0 1-1,0-9-15,9 0 16,25-9 0,26-16-16,25-1 0,1-8 15,-18 17 1,17 0 0,-17 17-16,-8 0 15,-9 8 1,1 1-16,-1 0 15,9-9-15,-1-9 16,-16 0 0,0-16-1,-9-18 1,-17 1-16,-9 25 16</inkml:trace>
  <inkml:trace contextRef="#ctx0" brushRef="#br0" timeOffset="110316.54">10891 7586 0,'0'0'0,"0"0"16,0 0-16,0 0 15,0 0-15,0 8 16,0 9 0,0 26-16,0 8 15,8 17 1,1-8-1,-1-1-15,1-16 16,-1-9 0,1-9-16,8 1 15,0-1-15,17 1 16,17-1 0,18 1-16,16-18 15,17 1 1,9-9-1,0 0-15,9 0 16,-1 17-16,26 0 16,0 17-1,-8 0 1,-18 0-16,-25 17 16,-8-9-1,-1 1-15,-25-9 16,-18-9-16,-7-16 15,-10-1 1,-8 1 0,0-1-16,0-16 15,0-1 1,1-16-16,-10-9 16,1-34-16,-18-26 15,9 52-15</inkml:trace>
  <inkml:trace contextRef="#ctx0" brushRef="#br0" timeOffset="113258.41">23966 6863 0,'0'0'0,"0"9"0,0 16 16,0 18-16,43-9 15,102 17 1,34-9-16,137-25 15,136-8 1,-119-1-16,-17-8 16,102 17-1,-136 0-15,8 17 16,-17 0 0,-170-17-16,16-8 15,-51-1 1,-42 1-1,-26-18-15,-128-8 16,-205-25 0,-68 8-16,-69 17 15,1-9-15,128 18 16,68 8 0,102 0-16,103 0 15,33 0 1,35 0-1,171-9-15,264-16 16,214 33 0,76 43-16,-16 17 15,-282-17 1</inkml:trace>
  <inkml:trace contextRef="#ctx0" brushRef="#br0" timeOffset="-147856.2">6990 11609 0,'0'0'0,"0"0"16,0 0-16,0 0 15,-8-9 1,-1 1-16,1-1 16,-1 1-16,0 8 15,1-9 1,8 9-1,0 0-15,0 0 16,0 0-16,0 0 16,0 0-1,0 17-15,0 9 0,-9 33 32,1 9-17,8-17-15,0 0 16,0-8-1,0-9 1,0-9-16,17-8 16,0-8-16,9-1 15,-1 1 1,1-1-16,8-8 16,9-8-1,8-1-15,17 1 16,0-1-1,18 1-15,8-1 16,-1-8 0,27 0-16,25 0 15,9-8 1,-1 8-16,1-9 16,17 1-1,-9 16-15,-17 1 16,34 8-1,-25-9 1,-9 9-16,-9 0 16,1 0-16,0 9 15,-26-9 1,-18 8-16,-7 1 16,-18-1-1,-17-8-15,-8 0 16,-17 0-16,-1-8 15,-8-1 1,-8 1-16,8-9 16,8-34-1,27-51-15,-18 51 16</inkml:trace>
  <inkml:trace contextRef="#ctx0" brushRef="#br0" timeOffset="-129879.48">10959 11387 0,'0'0'0,"0"0"0,0 0 16,0 0-1,0 0-15,0 0 16,0 0 0,0 0-16,0 0 15,0 0-15,0 0 32,0 0-32,0 0 15,0 9 1,8 8-16,-8 26 15,-8 8-15,-1 8 16,1-8-16,-9 9 16,8-18-1,1-16 1,8-1 0,0-16-16,0-1 15,0 1 1,17-1-16,17 1 0,0-1 31,9-16-31,16-1 16,10 1-16,16-1 15,17-8 1,9 9 0,17-1-16,35 1 15,24 8-15,-7 0 16,16 8-1,0 9 1,-34 0-16,52 0 16,-1-8-1,-25-9-15,8 8 0,9 1 32,8-18-32,-8 1 15,-43 8 1,9-9-16,-17 9 15,-26 9-15,-34-9 0,-18 0 32,-24 0-17,-27 0-15,1 0 16,-18 0 0,1 0-16,-9-9 0,0-25 31,0-42-31,17-43 15,17-35 1,52-126-16</inkml:trace>
  <inkml:trace contextRef="#ctx0" brushRef="#br0" timeOffset="-98706.4">12982 12025 0,'-9'9'0,"-8"33"0,0 18 15,0-1-15,8-8 16,1 9-1,-1 8-15,1 17 16,8-8-16,0-1 16,0-16-1,0-9 1,8-17-16,9-9 16,0 1-1,26-18-15,17 1 16,0-1-1,-9-16-15,9-1 16,8 1 0,9-18-1,25-16-15,26 8 16,17-9-16,17 9 16,18 0-1,24 17-15,-7 0 16,16 26-1,-8-1-15,42 9 16,10 9 0,-1-1-1,17 1-15,8 8 16,-8-9-16,1 9 16,-10 0-1,9 0 1,9-8-16,0-9 15,16-9-15,-8 1 16,18-1 0,-1-16-16,0 8 15,1 0 1,-1 8 0,34-25-16,-8-17 15,-9 17 1,-33 0-16,-10 0 15,-16 17-15,-26 9 16,-26 8-16,-51 0 31,26 8-31,-17 1 16,-35-1-16,-16 1 16,-18-18-1,1 1-15,-18-18 16,-34 1-1,-17-1-15,-8 1 16,0-1 0,-9 1-1,0-18-15,8-25 16,1-25 0,-35-43-16,1 59 15</inkml:trace>
  <inkml:trace contextRef="#ctx0" brushRef="#br0" timeOffset="-94483.89">12077 13539 0,'0'0'0,"0"0"16,0 0-1,8 0-15,1 0 16,0 0 0,-1 0-16,1 0 15,-9 0 1,0 0-16,-9 26 16,-8 25-1,0 25-15,0 1 16,8-9-1,1-9-15,8-25 16,0-8 0,0-9-16,0 0 15,17-9 1,8 9-16,27-8 16,-1-1-1,34 1-15,1-1 16,-18-16-1,26-1-15,8 1 16,9-9 0,17-9-16,0 9 15,0 9 1,17-9 0,0 8-16,-8 9 15,-9 0 1,26 0-16,-1 0 15,-16 0 1,16 0-16,10 9 16,-1-1-1,17 1-15,26-9 0,8 0 32,-8 0-32,-9 0 15,-8 0 1,8 0-16,-16 8 15,-10 9-15,-7 0 16,7 9 0,18-1-1,0-8-15,0-8 16,8-1-16,-8 1 16,-18-9-1,18 8 1,0-8-16,17-8 0,8 8 15,0 0-15,1-9 16,-9 1 15,17-1-31,8-8 16,9-8 0,8 8-16,1-9 15,0 9 1,-18 0-16,9 0 0,0 9 31,8-1-31,1-8 16,-9 0-1,0 0-15,-9 9 16,1-9 0,-35 17-16,9 8 15,0 1 1,-35-1-16,-7 9 15,-18 9 1,-34-18-16,-26 1 16,-34-1-1,-17 1-15,-8-9 16,-9 0 0,-8 0-16,-1 0 15,1 0 1,-9-9-16,8-8 15,9-34 1,17-59-16,35-94 16,59-111-16</inkml:trace>
  <inkml:trace contextRef="#ctx0" brushRef="#br0" timeOffset="-89372.15">10959 15351 0,'0'0'0,"0"0"0,0 0 16,0 0-16,0 0 16,0 0-1,25 8 1,27 9-16,67 0 16,69-8-1,59-1-15,52 1 16,26-9-16,76-17 15,34-9 1,-51-8 0</inkml:trace>
  <inkml:trace contextRef="#ctx0" brushRef="#br0" timeOffset="-84917.14">22234 15138 0,'0'0'0,"0"0"15,0 0-15,0 0 16,0 0 0,17-9-16,25 1 15,44-9 1,42 0-16,68 8 15,34 18 1,44 25-16,41 8 16,78 9-1,102-16-15,51-18 16,77-26-16,162-17 16,43-25-1,-401 26-15</inkml:trace>
  <inkml:trace contextRef="#ctx0" brushRef="#br0" timeOffset="-71032.8">5001 16167 0,'0'0'0,"0"0"15,0 0-15,0 8 16,9 27 0,-9 33-16,-9 8 15,-8 18-15,-8-1 16,-9-25-1,8-25-15,9-9 32,0-9-32,8-16 15,9-1-15,0-8 16,0 0 0,0 0-16,0 0 15,0 0 1,9 0-16,8 0 15,9 0-15,16-8 16,27 8 0,24 0-16,18 0 15,0-9 1,17 9 0,26-8-16,8 8 15,9-9 1,0 9-16,33-8 15,10-1-15,8 26 16,0-8 0,-9 8-1,9-9-15,17 1 16,0 8-16,-9-9 16,-25 1-16,-26-1 31,9 1-31,-9-9 15,-34 0 1,-25-9-16,-35 1 16,-16 8-1,-35 0-15,-9 0 16,-16 0 0,-1 0-16,1-9 15,-9-16 1,0-77-16,8-51 15,18-137 1</inkml:trace>
  <inkml:trace contextRef="#ctx0" brushRef="#br0" timeOffset="-67202.11">9875 16499 0,'0'0'0,"0"0"16,0 8-16</inkml:trace>
  <inkml:trace contextRef="#ctx0" brushRef="#br0" timeOffset="-45661.45">23625 1650 0,'0'0'0,"0"0"0,8 17 0,1 42 16,-9 103-1,-43 25-15,-34 9 16,18 33 0,24-101-1,-7-9 1,-18 17-16,9-34 0,8-42 15,26-35 1,0-25 0,8-42-1,27-69-15,41-136 16,18-8-16,17-8 16,34 7-1,34 52 1,-8 0-16,-26 77 15,-9 59 1,-16 25-16,-26 18 16,-26 25-1,-17 25-15,-9 60 16,-16 43-16,-43-18 16,-34-8-1,-26 0 1,8-17-16,27-33 15,42-27 1</inkml:trace>
  <inkml:trace contextRef="#ctx0" brushRef="#br0" timeOffset="-45387.29">24811 1973 0,'0'0'0,"43"43"0,42 33 16,35-16 0,-9-18-16,-18-16 15,1-26 1,-25-9-16,-27-8 15,-8 0 1,-25 9-16</inkml:trace>
  <inkml:trace contextRef="#ctx0" brushRef="#br0" timeOffset="-45200.09">24743 2551 0,'8'0'0,"52"0"16,68 17-16,120-8 15,-44-9 1,-152-26 0,-18-8-16,-9 17 15</inkml:trace>
  <inkml:trace contextRef="#ctx0" brushRef="#br0" timeOffset="-44375.51">26271 2789 0,'0'0'0,"0"0"0,0-8 16,0-9-1,17-17-15,8-34 16,9-17 0,1 0-16,-1 25 15,8 9 1,10-17-16,-1-17 16,0-8-16,9-9 15,-1 17 1,-7 16-16,-10 27 15,-16 16 1,-9 9-16,-8 9 16,-1-1-1,1 1-15,-1-1 16,1 9 0,-9 0-1,0 0-15,0 0 16,0 0-16,17-8 15,0 8 1,0 0-16,0 0 16,0 0-1,0 34-15,17 59 32,-8 44-32,-9-1 15,0 17-15,-17 25 16,-9-59-1,1-68-15,8 0 16,0-17 0,0-8-16,0-18 15,17 1-15,0-26 16,43-60 0,51-76-16,0-25 15,-17-1 1,-35 26-1,-16 51-15,0 0 0,-18 17 16,1 17 0,-18 34-1</inkml:trace>
  <inkml:trace contextRef="#ctx0" brushRef="#br0" timeOffset="-43923.61">28063 2143 0,'-9'9'0,"-8"33"0,-42 86 31,-10 33-31,10-50 0,16-26 31,0 0-31,9-9 16,17-33-1,0-17-15,17-18 16,0-16 0,17-9-16,34-60 0,60-68 31,26-25-31,-9 17 16,-17 17-1,0 17-15,0 17 16,-9 34-16,-17 34 15,-33 17 1,-10 8 0,-16 18-16,-1 25 15,1 26 1,-17 8-16,-9 8 16,-9-16-1,-17-18-15,-33-8 16,25-25-1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08:03.31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5001 6608 0,'0'0'0,"0"0"0,0 8 16,0 1-1,0 8-15,0 0 16,0 9-1,0 16-15,0 9 16,0 9 0,-8-9-16,8-9 15,0-16 1,0-1-16,0-8 16,0 0-1,0 0-15,0 9 16,8-9-1,27 8-15,16 1 16,34-1 0,18-8-16,-1 9 15,35-1-15,50 9 16,-7-8 0,24-18-1,27-16-15,51-9 16,8-9-1,8 1-15,10 8 16,-10 0 0,27 8-16,-18 1 15,43 8 1,-9 17-16,1 8 16,-18 9-1,-42-8-15,-9 8 16,-17 0-1,-60-9-15,-51 1 16,-25-18 0,-52-8-16,-25-8 15,-9-9 1,0-17-16,9-43 16,16-42-1,1-42-15,43-137 16</inkml:trace>
  <inkml:trace contextRef="#ctx0" brushRef="#br0" timeOffset="9865.59">4976 8181 0,'0'0'0,"0"0"16,0 0-16,0 0 15,-9 17-15,9 17 16,0 9 0,0 25-1,17 0-15,0-9 16,1 1-1,-1-18-15,0-7 16,0 16 0,0 17-16,-9 8 15,9-16-15,-8-1 16,8-16 0,0-9-1,0-9-15,0-8 16,17 0-1,26-8-15,8-1 16,26 9-16,26-17 16,33-8-1,18-9 1,34-26 0,25-16-16,9-9 15,26 8 1,-18 9-16,1 17 15,17 17 1,-1 17-16,-25 17 16,-8 0-1,-44 17-15,10 9 0,-10-1 32,-33-8-32,-26-8 15,-26-1 1,-16-16-16,-26-9 15,-9-9-15,-9-8 16,1-17-16,0-25 16,-9-26-1,26-60 1,8-34-16,43-101 16</inkml:trace>
  <inkml:trace contextRef="#ctx0" brushRef="#br0" timeOffset="16444.98">4865 9780 0,'0'0'16,"0"0"-16,0 0 0,0 0 15,0 0 1,0 0-16,0 9 16,0-1-1,0-8 1,-9 17-16,1 17 16,-1 0-1,1 9-15,8 8 16,0 0-1,0 0 1,8 0-16,1-9 0,8-8 31,0-8-31,9-1 16,8 1-16,8-9 16,10 0-1,16 8-15,9 1 16,8-9-1,43-9-15,17 1 16,0-18 0,35 1-16,24-18 15,-24 1-15,24-1 16,27-8 0,16 0-1,1 0-15,-1-8 0,18-9 31,-17 17-31,-10 0 16,-50 17 0,17 8-16,-9 18 15,-59-9 1,-18 8-16,1 9 16,-26-8-1,-43-1 1,-25-8-16,-1 0 15,-8-8-15,0-9 16,0-26 0,9-59-16,-26-85 0,-26-136 31</inkml:trace>
  <inkml:trace contextRef="#ctx0" brushRef="#br0" timeOffset="36385.81">5078 11447 0,'0'0'0,"0"9"0,9 33 15,8 26-15,0 9 16,9-1-16,-1-25 16,-8 9-1,0 16-15,9 9 16,0-8 0,8-18-1,0-16-15,8-18 16,-7-16-1,-1-9-15,34-9 16,34-8 0,9 0-16,0 0 15,-17-8-15,26 8 32,8-9-32,8 9 15,1 0-15,-1 0 16,44 0-1,-10 17-15,10 9 16,33 16 0,9 18-1,0 8-15,0-9 16,0 1 0,17-9-16,-26-9 15,-25 1-15,-9-9 16,-34 0-1,-25 0 1,-18-9-16,-25 1 16,-17-9-16,-18 0 15,-16-9 1,-9-16 0,8-60-16,-7-51 15,-1-43 1,0-50-16,8-95 15</inkml:trace>
  <inkml:trace contextRef="#ctx0" brushRef="#br0" timeOffset="42113.89">4805 12442 0,'0'0'0,"0"0"0,0 0 15,0 0 1,0 0 0,-8 26-16,-9 59 15,-9 68 1,-8 42-16,8-16 16,18-35-16,8-42 15,17-25 1,0-17-1,0-1-15,17-8 16,0 0 0,26-8-16,8-1 15,9-16-15,17-9 16,17-17 0,51-17-16,34-9 15,18 1 1,33-1-1,18 9-15,25 0 16,17 17 0,-25 0-16,17 17 15,-1 0-15,1 17 16,0-8-16,0-9 16,-9-9-1,-34-8 1,-34 0-1,-26-8-15,-25-9 16,-43 0 0,-34 8-16,-35-8 15,1 0-15,-9-8 16,9-18 0,17-16-1,0-111-15,25-171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10:10.70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1596 2840 0,'0'0'0,"0"0"0,0 0 16,0 0-16,0 0 16,0 0-1,0 0-15,0 0 16,0 0 0,0 0-16,0 0 15,0 0 1,0 18-16,0 7 15,0 43 1,0 26 0,-8-1-16,8-16 15,0-18-15,-9-16 16,0-1 0,9-8-16,0 0 15,0 9 1,0 8-1,9 0-15,8-9 0,9-16 32,16-1-32,18-8 15,25-17-15,35-25 16,-1-9 0,9 8-1,26-8-15,0 17 16,-1 0-1,1 17-15,-9 0 0,-17-8 32,9-1-32,16 1 15,1-1-15,-9 9 16,9 0 0,-9 0-16,0 9 15,0-1 1,0 1-16,-8-1 15,-35-16-15,-25-1 32,-18 1-32,-16-1 15,-17 9-15,-9 0 16,-9-8 0,1-1-16,-1-8 15,10-17 1,7-42-1,-8 25-15</inkml:trace>
  <inkml:trace contextRef="#ctx0" brushRef="#br0" timeOffset="30486.35">3781 10512 0,'0'0'0,"0"0"0,0 0 16,0 0-16,0 0 31,-9 8-31,1 35 15,-1 33 1,-8 35-16,-8 25 16,8 25-16,0-25 15,8-17 1,9 35-16,0-10 16,9-42-16,8-42 15,0-35 1</inkml:trace>
  <inkml:trace contextRef="#ctx0" brushRef="#br0" timeOffset="30869.9">4762 11107 0,'0'0'0,"0"0"15,0 0 1,0 0-16,-8 8 15,-1 26 1,-16 26 0,-9 33-1,-18 35-15,10 0 16,16-35 0,9-25-16,0-34 15,17-8-15,0-1 16,0-16-1</inkml:trace>
  <inkml:trace contextRef="#ctx0" brushRef="#br0" timeOffset="31132.21">4276 11311 0,'0'0'0,"0"0"15,0 0-15,26 17 16,33 17 0,52 8-16,43 1 15,-9-26 1,26-17-16,42-25 15,103-27 1</inkml:trace>
  <inkml:trace contextRef="#ctx0" brushRef="#br0" timeOffset="31577.01">6384 11039 0,'0'0'0,"0"0"16,0 0-16,0 8 15,17 18 1,-8 16-16,-9 26 16,-9 17-1,-25 43-15,-34 17 16,0-18-1,16-50 1,1-26-16,17-26 16,0 1-1,8-18-15,9 1 16,17-18 0,9-33-16,8-9 15,25 0 1,18 8-16,8 35 15,9 25 1,9 34-16,-10 0 16,10-9-1,25 1-15,34-35 16,154-25 0</inkml:trace>
  <inkml:trace contextRef="#ctx0" brushRef="#br0" timeOffset="31802.65">8023 11132 0,'0'0'0,"0"17"0,-9 34 16,1 43-1,-1 51 1,-16-1-16,-1-25 16,0-51-1,-8-25-15,9-26 16</inkml:trace>
  <inkml:trace contextRef="#ctx0" brushRef="#br0" timeOffset="31997.11">7545 11404 0,'0'0'0,"8"9"0,35 17 16,60 25-16,50 0 15,-16-34 1,-52-17-1,-59 0-15</inkml:trace>
  <inkml:trace contextRef="#ctx0" brushRef="#br0" timeOffset="32684.95">8979 10937 0,'0'0'0,"8"0"0,18 0 16,25 8 0,9 1-16,-17-1 15,-9 1 1,-9-1-16,1 9 16,-9 9-16,-9 8 15,-8 17 1,-8 8-1,-1-16-15,9-18 16,0 1 0,17-1-16,1 1 15,16-9-15,17 8 16,0 1 0,-8-1-1,-18-8-15,1 1 16,-17 24-1,-9 18-15,-26 16 16,-17-16 0,1-1-16,7-16 15,10-18 1,16-8-16</inkml:trace>
  <inkml:trace contextRef="#ctx0" brushRef="#br0" timeOffset="32917.1">10686 11141 0,'0'0'0,"0"17"0,-9 51 16,-25 51-1,-17 34-15,-9 0 16,0-42-16,26-43 16,17-43-1</inkml:trace>
  <inkml:trace contextRef="#ctx0" brushRef="#br0" timeOffset="33141.5">10140 11302 0,'0'0'0,"42"0"0,69 9 16,51 8-1,-8-9-15,-26 1 16,-34-1-16,-51 1 15</inkml:trace>
  <inkml:trace contextRef="#ctx0" brushRef="#br0" timeOffset="33357.32">11975 11915 0,'0'0'0,"0"8"15,0 26-15,8-8 32,1-18-17,8-8-15,-9 0 16</inkml:trace>
  <inkml:trace contextRef="#ctx0" brushRef="#br0" timeOffset="33512.26">12973 11600 0,'0'0'0,"0"17"15,0 26-15,0-1 16,17-8-1,9-8-15,-9-18 16</inkml:trace>
  <inkml:trace contextRef="#ctx0" brushRef="#br0" timeOffset="33677.49">14031 11643 0,'0'0'0,"0"8"0,0 18 16,0 8 0,18 0-16,7-9 15,-8-8 1</inkml:trace>
  <inkml:trace contextRef="#ctx0" brushRef="#br0" timeOffset="33938.51">15977 11090 0,'0'0'0,"-8"17"0,-9 59 16,-17 43-16,-9 9 15,0 8 1,9-25 0,9-43-1,8-26-15,8-25 16</inkml:trace>
  <inkml:trace contextRef="#ctx0" brushRef="#br0" timeOffset="34139.81">15465 11490 0,'0'0'0,"26"8"0,51 26 16,51 0-16,17 9 15,8-18 1,-16-8-16,8-25 15,60-26 1,128-43-16</inkml:trace>
  <inkml:trace contextRef="#ctx0" brushRef="#br0" timeOffset="34383.74">17830 10843 0,'0'0'0,"-9"43"16,-25 67-16,-17 43 16,-26 34-1,9-8-15,8-26 16,26-42-1,25-77-15</inkml:trace>
  <inkml:trace contextRef="#ctx0" brushRef="#br0" timeOffset="34756.96">18726 11234 0,'-9'0'0,"-76"68"0,-52 43 15,43-17 1,9-9-16,34-17 16,34-26-16,25-16 31,43 8-31,69-17 15,51-34 1,8-43-16,-17-25 16,-34 0-16,-34 0 31,-43 17-31,-34 0 16,-17 17-16,-34-9 0,-43 1 31,-25 33-31,-18 18 15,61 16 1</inkml:trace>
  <inkml:trace contextRef="#ctx0" brushRef="#br0" timeOffset="35114.87">20305 11847 0,'0'0'0,"0"0"0,0 0 16,-9 8-1,-25 35-15,-34 33 16,-9 26 0,9-17-16,25-25 15,26-9 1,25-9-16,35-16 15,77-9-15,76-51 16,17-34 0,-51-17-1,-51 8-15,-51-16 16,-34 8 0,-69-17-16,-204-68 15,-103-17 1</inkml:trace>
  <inkml:trace contextRef="#ctx0" brushRef="#br0" timeOffset="37991.16">2048 12442 0,'0'0'0,"0"0"0,0 0 16,-17 0-1,0 0-15,-8 9 0,-27 25 31,-24 42-15,-1 35 0,34 8-16,18 8 15,16 18-15,9-1 16,0-33-16,0-43 16,9-34-1,-1-25 1</inkml:trace>
  <inkml:trace contextRef="#ctx0" brushRef="#br0" timeOffset="38373">2407 12714 0,'0'0'0,"0"0"0,0 0 15,0 0 1,0 0-16,0 9 16,-9 8-1,-8 25-15,-8 26 16,-9 17 0,16 34-16,18 17 15,18-42 1,24-26-16,9-17 15,1-17 1,7-17-16,1-17 16,-17-25-16,-1-26 15,-24-18 1,-18-16 0,-18 17-16,-24 0 15,-9 17 1,-18 9-16,27 25 15</inkml:trace>
  <inkml:trace contextRef="#ctx0" brushRef="#br0" timeOffset="38911.06">3363 12859 0,'0'0'0,"0"0"15,-9 0-15,1 0 16,-26 8 0,-18 18-1,-24 25-15,7 8 16,10 9-16,16 0 15,26-8-15,17-18 16,25-16 0,27-1-16,24-25 15,1-17 1,0-25-16,0-9 16,-17-9-1,-18 1 1,-16-1-16,-18 1 15,-25-26 1,-8 42-16</inkml:trace>
  <inkml:trace contextRef="#ctx0" brushRef="#br0" timeOffset="39202.43">4669 12714 0,'0'0'0,"0"0"0,-9 26 16,1 16-1,-1 35-15,-8 8 16,0 25 0,0 1-16,8-26 15,1-17-15,8-34 16</inkml:trace>
  <inkml:trace contextRef="#ctx0" brushRef="#br0" timeOffset="39406.69">4387 12969 0,'0'0'0,"0"0"0,26 0 15,33 0-15,27 9 16,8 8-1,8-9 1,-17 1-16,-51-9 16</inkml:trace>
  <inkml:trace contextRef="#ctx0" brushRef="#br0" timeOffset="40848.71">6102 12374 0,'0'0'15,"0"0"-15,-8 0 0,-9 0 16,-17 17 0,-17 17-1,-18 17-15,-8 34 16,9 17 0,17-8-16,17-9 0,8-26 15,18 1 1,16-18-1,9-8 1,9-17-16,25-17 16,17-17-16,26-34 0,-8-8 31,-18-18-31,-17 1 0,-17 33 31,-8 18-15,-18 8-16,1 0 15,-1 17 1,-16 17-16,-18 68 16,-33 76-1,-10 60-15,18-59 16,43-68 0,8-35-16,8-42 15</inkml:trace>
  <inkml:trace contextRef="#ctx0" brushRef="#br0" timeOffset="41235.49">6751 12961 0,'0'0'0,"0"0"16,0 0-16,-8-9 15,-9 1 1,-18 8-16,-24 17 15,-10 8 1,1 18-16,0 16 16,25 9-1,18-8-15,33-9 16,18-9 0,16-7-16,10-35 15,16-26 1,26-25-16,-9 0 15,-34 17 1,-25 17-16,-9 0 16,-9 17-1,-8 17-15,-8 51 16,-9 43 0,-9 16-16,-8 26 15,26-25-15,16-77 16</inkml:trace>
  <inkml:trace contextRef="#ctx0" brushRef="#br0" timeOffset="41488.93">7946 13037 0,'0'0'0,"-17"34"16,-34 68-1,-18 43-15,10-17 16,25-1-16,8-16 16,9-52-1,17-8 1,0-25-16</inkml:trace>
  <inkml:trace contextRef="#ctx0" brushRef="#br0" timeOffset="41684.12">7613 13250 0,'0'0'0,"0"0"0,9 0 15,16 17 1,44 8-16,33 1 16,9 0-16,-9-18 15,-59 1 1</inkml:trace>
  <inkml:trace contextRef="#ctx0" brushRef="#br0" timeOffset="42112.25">8859 13012 0,'0'0'0,"0"0"0,-8 0 16,-18 17-16,1 0 15,-18 25 1,-8 26-16,17 9 15,-1-1 1,18-16-16,17-17 16,0-18-1,17 1-15,0-18 16,9 1 0,8-26-1,17-26-15,9-25 16,-17 0-1,-18 8-15,-8 26 16,-8 17-16,0 9 16,-9 16-1,-9 43 1,0 43-16,-16 0 16,8 42-1,17 8-15,17-50 16,0-52-16</inkml:trace>
  <inkml:trace contextRef="#ctx0" brushRef="#br0" timeOffset="42562.98">9977 13046 0,'0'0'0,"0"0"0,0 0 16,0 0-1,-17 0-15,-17 0 16,-34 25 0,-17 18-16,-1 16 15,18 18 1,25-9-16,26-25 16,17-1-1,17 9-15,26 9 16,17 8-1,-9-9-15,-8 1 16,-18-18 0,-8-8-16,-8 9 15,-18-1-15,-16 1 16,-18-9 0,9-17-16,0-9 15,-1 1 1,18-18-1,0-8-15,26-34 16,16-34-16,27 0 16,7 26-16,-24 33 15</inkml:trace>
  <inkml:trace contextRef="#ctx0" brushRef="#br0" timeOffset="42790.97">11087 13054 0,'0'0'0,"-17"26"0,-17 59 16,-26 51-1,-8-25-15,8-9 16,-8 8 0,8-16-16,34-52 15</inkml:trace>
  <inkml:trace contextRef="#ctx0" brushRef="#br0" timeOffset="43000.65">10694 13531 0,'0'0'0,"43"0"16,76 8-16,78-16 16,-18-1-1,-8 9-15,-9 0 16,-17 9-1,145-1-15</inkml:trace>
  <inkml:trace contextRef="#ctx0" brushRef="#br0" timeOffset="43188.05">13016 13930 0,'0'0'0,"0"0"0,8 9 16,9 8-16,0 0 15,1 8 1,-1-16-16</inkml:trace>
  <inkml:trace contextRef="#ctx0" brushRef="#br0" timeOffset="43456.67">15047 13735 0,'0'0'0,"0"0"0,0 0 16,0 17 0,0 0-1,17-9-15,17-16 0,0-1 32</inkml:trace>
  <inkml:trace contextRef="#ctx0" brushRef="#br0" timeOffset="44026.59">16515 13344 0,'-8'0'0,"-9"8"0,-9 26 0,0 0 16,9-8-16,17-9 31,0-9-31</inkml:trace>
  <inkml:trace contextRef="#ctx0" brushRef="#br0" timeOffset="44389.36">17403 13097 0,'0'0'0,"-17"34"0,-35 68 16,-7 17 0,8-17-16,-1-25 15,1-9 1,8-26-16,26-25 15</inkml:trace>
  <inkml:trace contextRef="#ctx0" brushRef="#br0" timeOffset="44555.76">17061 13318 0,'0'0'0,"9"8"0,42 27 16,60 33-16,68-17 16,43-17-1,-8-9-15,93-25 16</inkml:trace>
  <inkml:trace contextRef="#ctx0" brushRef="#br0" timeOffset="44777.9">19673 12978 0,'-17'17'0,"-103"255"0,-59 136 16,51-76-16,17 17 16</inkml:trace>
  <inkml:trace contextRef="#ctx0" brushRef="#br0" timeOffset="50441.3">3380 14900 0,'0'0'0,"0"0"16,0 0-16,0 25 16,0 26-1,-9 17-15,1 77 16,-1 42-1,-8-59 1,9-35-16,-1 18 16,1-9-16,8-26 15,0-42 1,0-8-16,0-18 16,8-25-1,18-42-15,33-35 16,35-67-1,17-26 1,-17 51-16,-17 25 16,-9 9-16,-8 25 15,-9 35 1,-8 16 0,0 18-16,8 25 15,0 25 1,9 43-16,-18 68 15,-25 18 1,-25-27-16,-1 9 16,-8-17-16,0-42 15,17-43-15,0-26 16</inkml:trace>
  <inkml:trace contextRef="#ctx0" brushRef="#br0" timeOffset="51788.59">3713 15572 0,'0'0'0,"-9"0"0,-8 17 15,-9 0 1,9-9 0,0 1-16,9-1 15,16-50 1,35-86-16,17 9 15,-18 43 1,1-10 0,-17 27-16,-18 16 15,-25 26-15,-43 17 16,-85 43 0,-42 76-16,16 51 15,60-42-15,51-35 31,18-16-31,33-18 16,18-16-16,42-26 16,68-43-1,35-33-15,17-26 16,-18-34 0,-50 8-1,-27 35-15,-24 33 16,-18 18-1,-26 16-15,1 26 16,-26 77 0,-26 50-16,-8 9 15,-17 9 1,25-52-16,17-59 16,18-25-16,8-9 15,25-26 1,52-59-1,26-34-15,-1 0 16,-34 9 0,-34 42-16,-16 25 15,-10 9-15,-16 17 16,-35 26 0,-77 76-1,-33 59-15,50-16 16,52-60-16,34-34 15,34-26 1,0-16 0</inkml:trace>
  <inkml:trace contextRef="#ctx0" brushRef="#br0" timeOffset="52042.91">5565 14645 0,'-9'0'0,"-16"25"16,-27 60 0,-16 77-1,0 33-15,17 18 0,8-43 16,26-42-1,25-1 1,1-67 0</inkml:trace>
  <inkml:trace contextRef="#ctx0" brushRef="#br0" timeOffset="52396.64">6009 15580 0,'-9'9'0,"-8"25"0,-17 25 16,17 1-1,25-9-15,9-26 16,18-16-1,33-26-15,34-26 16,18-33 0,-1-43-16,-42 0 15,-43 25 1,-17 35-16,-17 8 16,-17-1-1,-26 10-15,-33 25 16,-35 8-16,17 18 15,17-1 1,51-8 0</inkml:trace>
  <inkml:trace contextRef="#ctx0" brushRef="#br0" timeOffset="52765.09">7186 15214 0,'0'0'0,"0"0"0,0 0 15,0 0 1,-8 17-16,-18 43 16,-33 51-1,-10-9-15,18-26 16,8-8-1,18-25-15,16-1 16,26-16 0,35-18-16,41-16 15,27-18 1,-18-16-16,-16-1 16,-18-16-1,-17-1-15,-34-16 16,-17-9-1,-25 17-15,8 51 16</inkml:trace>
  <inkml:trace contextRef="#ctx0" brushRef="#br0" timeOffset="53096.52">8526 15044 0,'0'0'0,"-8"0"16,-18 9-1,-51 25-15,-25 42 16,0 27 0,-1 41-16,18 35 15,25 16 1,43-25-16,34-51 16,34 0-1,-8-59-15</inkml:trace>
  <inkml:trace contextRef="#ctx0" brushRef="#br0" timeOffset="53397.73">9542 14900 0,'0'0'0,"-8"17"0,-44 68 0,-33 68 15,-17 43 1,25-9-1,8-34 1,18 17-16,-26 119 16</inkml:trace>
  <inkml:trace contextRef="#ctx0" brushRef="#br0" timeOffset="53746.53">9935 15674 0,'0'0'0,"-9"0"31,-16 34-15,-18 17-16,9 8 15,17-16-15,8-1 16,18-16-1,25-1-15,43-25 16,51-34 0,0-25-1,-26-1-15,-34 9 16,-16 0 0,-18 9-16,-17-1 15,-26 1 1,-8-9-16,9 34 15</inkml:trace>
  <inkml:trace contextRef="#ctx0" brushRef="#br0" timeOffset="54099.16">11428 14951 0,'0'0'0,"0"0"16,-8 0-16,-1 17 15,-25 34 1,-17 34-16,-9 25 15,-8 10-15,0 7 16,16 1 0,1 16-16,26 18 15,7-52 1,18-76-16</inkml:trace>
  <inkml:trace contextRef="#ctx0" brushRef="#br0" timeOffset="54383.25">11847 14441 0,'0'0'0,"0"0"0,0 0 15,17 42 1,17 43 0,17 68-16,-17 60 0,-42 67 31,-61 35-31,-110 51 15,-26-17-15</inkml:trace>
  <inkml:trace contextRef="#ctx0" brushRef="#br0" timeOffset="56523.55">5471 16218 0,'0'0'0,"0"0"0,0 0 0,0 0 16,0 0-1,8 0 1,18 17-16,34 9 16,51 25-1,25-9 1,69 1-16,60-18 15,33-25-15,61-17 16,16-17 0,35 9-16,8 8 15,-17 0 1,9 8 0,-26 9-16,-34 0 15,0 9-15,-51-18 16,-52 1-1,-59-9 1,-60 0-16,-77 8 16</inkml:trace>
  <inkml:trace contextRef="#ctx0" brushRef="#br0" timeOffset="57211.24">7741 16558 0,'0'0'0,"0"0"0,0 0 31,0 0-31,0 0 15,0 0 1,0 0-16,0 0 0,9 0 16,16 9-1,18-1 1,34 9 0,8 0-16,9 9 15,-9-1 1,-8 1-16,-17 8 0,0 8 15,-18 18-15,-25 25 32,-17 8-17,-34 1-15,-8-9 0,-10-8 32,18-26-32,0-9 0,9-16 31,7-18-31,18 1 15,0-1 1,9 1-16,68-1 16,111-33-1,102-26-15,60-34 16,17-26 0</inkml:trace>
  <inkml:trace contextRef="#ctx0" brushRef="#br0" timeOffset="108996.11">9132 5290 0,'0'0'16,"0"0"-16,0 0 16,0 17-16,0 0 15,0 0 1,0 8-16,0 1 15,17 8-15,1 17 16,-1 8 0,0 1-1,0-1-15,8-16 16,1-9 0,0 0-16,16 0 15,9-8 1,9-9-16,34-9 15,0 1 1,-9-9-16,26 8 16,34-8-16,9 9 15,8-9 1,9 0 0,8-9-16,9 9 15,0 9 1,16-9-16,10-9 15,25 1 1,-17 8-16,0 8 16,0 1-16,-1-18 15,18 1-15,0 8 32,-17 8-32,-17 1 15,-26-9 1,-16 8-16,-18 1 15,-51-1 1,-35 1-16,-25-1 16,-8 1-16,-17-9 15,-1 0 1,1 0 0,-9-9-16,8-33 15,1-69-15,8-68 16,34-135-1</inkml:trace>
  <inkml:trace contextRef="#ctx0" brushRef="#br0" timeOffset="112234.19">16387 5094 0,'0'0'0,"0"0"0,0 17 0,9 17 16,-1-8-1,1-1-15,-1 1 16,1-9 0,-1 0-16,1 17 15,-9 0 1,0 8-16,-9 1 16,1-1-1,-1 1-15,1-18 16,-1-8-16,9-8 31,0-1-31,0 1 16,0-1-16,0-8 15,0 9 1,17 8-16,0 0 16,0 0-1,0 0 1,18 0-16,-1 0 0,17-9 31,0 1-31,26 8 16,17 0-16,0-8 15,0 8 1,8-9 0,18-8-16,16 9 15,1-9-15,-9 0 16,17 8-1,17 1 1,-8-1-16,50 9 16,10-8-1,-9-18-15,17 9 16,-1 9 0,27-1-16,8 1 15,17-1 1,9-8-16,25-8 15,17-1 1,18 9-16,16 17 16,-42-8-16,8 8 15,26 8 1,-42 9 0,-1 9-16,9-9 15,33 0-15,1-9 16,-17-8-1,17-17-15,-51 9 16,8 8 0,-25-9-1,-35 18-15,1-1 16,-35 9 0,-8 9-16,-60-18 15,-25 1 1,-18-1-16,-34 1 15,-16-18 1,-27 1-16,-16-1 16,-1-8-1,1 0-15,-1-17 16,1-17 0,-1-25-16,-8-35 15,-17-33 1,9 67-16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12:56.05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888 3266 0,'0'0'0,"0"0"0,0 0 16,0 8 0,0 18-1,0 16-15,-17 52 16,-1 25-16,-7 0 15,8-26 1,-17-16 0,8-9-16,18-17 15,8-17 1,25 9-16,-16-18 16,25-8-16,8 0 15,10-8 1,16-1-16,-17-8 15,26-8-15,34-1 32,43 1-32,8-1 0,17 18 31,43 8-31,-68 0 16,-9 8-1,8 1-15,1-18 16,-52-8-1,-42-8-15,0-1 16,0 1 0,-18-18-16,-8-25 0,-8-25 31,-26-43-31,-26-69 16,-8-135-1</inkml:trace>
  <inkml:trace contextRef="#ctx0" brushRef="#br0" timeOffset="4092.11">973 5358 0,'0'0'0,"0"0"0,0 0 16,0 8 0,0 9-16,9 0 15,16 0 1,-16 0-16,25 17 16,0 0-1,-17 9-15,9-9 16,16 8-1,18 9-15,8-17 16,43-8-16,9-9 16,-1-8-1,43-9 1,-8 0-16,8 8 16,9 1-16,42-9 15,-8 8 1,26 1-16,16-18 15,26 1 1,26-9 0,-17-9-16,8 9 15,-9 0 1,18 25 0,-9 10-16,18 7 15,7 1-15,10-9 16,8-17-1,-1 0 1,10 0-16,-1 8 16,1-16-16,16 8 15,9 8 1,34-8 0,-17-8-16,26-9 15,25 0 1,-25 0-16,-9-9 15,17 9 1,1 8-16,-35 18 16,-26 17-1,18-9-15,16 0 16,-16-17-16,16 0 16,-8-17-1,-34-9-15,-17 9 16,-60 8-1,-59-8-15,-52 17 16,-77 0 0,-34 0-16,-25 0 15,-17-8 1,-9-1-16</inkml:trace>
  <inkml:trace contextRef="#ctx0" brushRef="#br0" timeOffset="22897.03">1750 8309 0,'17'0'0,"25"25"0,35 26 16,26 9 0,25-9-16,42-9 15,52-25 1,68 0-16,35-8 16,42-9-1,34 0-15,51 0 16,52 9-1,34 8-15,25 0 16,34 25 0,18 18-16,59-9 15,43-17 1,8-9-16,44 18 16,-44-9-1,-59-9-15,-239-8 16</inkml:trace>
  <inkml:trace contextRef="#ctx0" brushRef="#br0" timeOffset="26682.43">1152 7101 0,'0'0'0,"0"0"16,0 0-16,0 0 15,0 0 1,0 0-16,0 0 16,17 0-1,26 0-15,34 0 16,42 0-1,52 0-15,17 0 16,17-8 0,34-1-16,17 1 15,25-9-15,18-17 16,42-9 0,18 9-1,-9-8-15,77-1 16,8 18-1,9 8 1,51 0-16,8 25 0,35 9 16,34 0-1,25 0 1,-25-8-16,-51-9 16,-9 8-16,-17 1 15,-9-1 1,18 9-1,16 0-15,10 26 16,-121-1-16</inkml:trace>
  <inkml:trace contextRef="#ctx0" brushRef="#br0" timeOffset="42161.97">17241 13539 0,'0'0'15,"0"0"-15,17 0 0,17 0 16,154 0 0,144 0-16,53-17 0,144-17 31,188 0-16,110 34-15,-400 17 16</inkml:trace>
  <inkml:trace contextRef="#ctx0" brushRef="#br0" timeOffset="52509.31">16925 15019 0,'0'0'0,"0"0"16,17-9-16,119-16 15,44-18 1,93-16-16,51 8 15,-17 17 1,163 0 0,16 25-16,-42 26 15,17 9-15,-34 8 16,-26-17 0,-17 0-1,-111 8-15,34 1 16</inkml:trace>
  <inkml:trace contextRef="#ctx0" brushRef="#br0" timeOffset="52821.76">17454 16329 0,'60'-17'0,"230"-34"0,231-9 15,127 26-15,120 17 16,-341 8 0</inkml:trace>
  <inkml:trace contextRef="#ctx0" brushRef="#br0" timeOffset="70933.35">5650 12595 0,'0'0'0,"0"0"15,0 0-15,0 0 16,0 0 0,0 0-16,0 17 15,0 26 1,0 8-16,-8 17 15,-9 0-15,-9 0 16,9 8 0,0 18-16,0-9 15,8-17 1,9-26-16,0-16 16,0-1-1,0-7 1,17-1-16,9 8 15,8 1 1,26-9-16,42-9 16,9 1-16,17-9 15,34-9 1,0-8-16,18 9 16,25 8-1,-18-9-15,10 9 16,25 17-1,-9 9 1,9-9-16,25-9 16,18-8-1,-1-25 1,10-1-16,-10-8 16,-16 0-16,-9 17 15,8 8 1,18 18-16,-35 8 15,-42 9 1,-9-9-16,-34 8 16,-34-8-1,-25-8-15,-35-1 16,-17 1-16,-8-1 16,-18-8-1,1-8 1,-1-1-16,1-33 15,8-61 1,0-50-16,26-144 16</inkml:trace>
  <inkml:trace contextRef="#ctx0" brushRef="#br0" timeOffset="91523.06">5650 14296 0,'0'0'0,"0"0"0,0 0 0,0 17 16,9 17-1,-1 0 1,1 0-16,-1 17 16,-16 34-1,-9 34-15,0-8 16,0-43-1,-1-17-15,10-26 16,8-8 0,0-8-16,0-1 15,17 1 1,0-1-16,26-8 16,25-8-1,26-1-15,25-8 16,26-8-1,18-1-15,41 9 16,10 0 0,25 26-16,8 8 15,18 8 1,8 9-16,17 0 16,-8 0-1,0 0-15,-1 0 16,-16-8-1,-9 8-15,-26 0 16,-8-9 0,-51-16-16,-35-9 15,-25-9 1,-34 1-16,-26-9 16,-8-17-1,-17-43-15,-1-76 16,9-153-1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15:36.14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1186 2934 0,'0'0'0,"0"0"0,0 0 0,0 34 0,0 9 0,9 33 16,-18 26 0,9 17-16,-8 17 0,-18 0 15,9-34 1,9-34-1,8-17 1,0-8-16,0-17 0,8-1 31,9-16-31,17-1 0,35-16 32,42-18-32,8 1 15,18-9 1,8-9-16,17 9 15,-26 8 1,10 9-16,7 17 16,1 0-16,-1 9 15,-25 8 1,-17 8 0,-17-8-16,-25-8 15,-10-1-15,-7-8 16,-10-8-1,-16-1 1,-1-16-16,1-18 16,8-42-1,-8-51 1,-18-76-16,-8-120 16</inkml:trace>
  <inkml:trace contextRef="#ctx0" brushRef="#br0" timeOffset="7581.02">9969 2441 0,'0'0'0,"0"0"0,0 0 16,0 0-16,0 0 16,8 17-1,-8 17 1,-17 8-1,-25 43-15,-10 17 16,1-25 0,17 0-16,0-9 15,0 8-15,17-16 16,0-9-16,0 8 16,17 1-1,0-9-15,0-9 31,17-8-31,34 0 16,34-8-16,43-18 16,26-8-1,8-8 1,9-9-16,-18 0 16,27 0-1,-1 0-15,-17 8 16,17 9-1,0 0-15,-51 9 0,-17 8 32,0 0-32,0 0 15,-25 0 1,-18 8-16,-25-16 16,-18-1-1,-8 1-15,0-1 0,9-25 31,17-42-31,8-52 16,-8-33 0,42-137-16</inkml:trace>
  <inkml:trace contextRef="#ctx0" brushRef="#br0" timeOffset="43344.28">5240 7671 0,'0'0'0,"0"0"0,0 0 0,-51 128 0,34-52 16,17 1-16,17-1 15,0 1 1,17-9-16,1-9 15,16-16 1,-9-9-16,18 0 0,34-9 16,17 1-1,26-18 1,42 9 0,26 0-16,34-17 15,25-17 1,18-17-16,-9 0 0,17-17 31,0 9-31,9 16 16,17 1-1,8 25-15,43 8 16,-42 18 0,16 8-16,-25-17 15,-26 0 1,-17 0-16,-34 0 15,-34-9 1,-26 1-16,-25-1 16,-52 1-1,-25-9-15,-9 0 16,-8-9 0,-17 1-16,16-18 15,27-16 1,-1-26-16,-34 0 15,-17-17 1,-25 34-16</inkml:trace>
  <inkml:trace contextRef="#ctx0" brushRef="#br0" timeOffset="72617.39">6085 12510 0,'0'0'0,"0"0"0,0 0 16,0 0-16,0 0 0,0 26 15,0 16 1,17 18 0,1 16-16,7 1 15,-8-18 1,0 9-16,0 26 16,9 33-16,0-8 31,-9-8-31,-9-26 15,1-17 1,-1-8-16,-8-18 16,9-16-16,-1-1 0,1 1 31,8-9-15,9 8-16,16 1 0,26-9 31,9-9-31,17 1 15,0-1 1,17 1-16,17 8 16,17-9-16,26 9 15,25 9 1,18-1 0,25-16-16,-1 8 15,1-9 1,-8-8-16,8 9 15,0-1-15,-9-8 16,18-8 0,16 8-1,-8 8-15,9-8 16,-9 9-16,-25-9 16,-18 17-16,-17-9 31,-25 9-31,-35 0 15,-8 0 1,-8 9-16,-1-9 16,-8-9-1,-8 1-15,-35-18 16,-8 1 0,-17-1-16,-1-8 15,1-17 1,0-42-16,-18-18 15,1 1 1,-1-18-16,-8-8 16,-8 9-1,-9-1-15,9 26 16,-9 8 0,0 18-16,0 16 15,-9 9-15,0 0 16,9 9-1,-8 8 1,-1 0-16,1 0 16,-1 0-1,-16 0-15,-9 0 16,-26 0-16,-43 8 16,-42 9-1,-8 0 1,8 17-16,-26 0 15,-25-8 1,25-1-16,-34 1 16,-17-1-16,-17-16 15,-25-9 1,-27 0-16,-7 0 16,-35 0-1,-51 0 1,25 17-16,-33 25 15,-44 9 1,10 17-16,7 0 16,35 9-1</inkml:trace>
  <inkml:trace contextRef="#ctx0" brushRef="#br0" timeOffset="86623.73">6085 15682 0,'0'0'0,"0"0"0,0 0 16,0 0 0,0 0-16,0 0 15,0 0 1,0 0-1,-8 0-15,-1 0 16,1 0 0,-9 0-16,-17 43 15,-9 67 1,0 26-16,9-17 16,17 26-1,9 8 1,8-34-16,8-51 15,9-25 1,9-9-16,8 17 16,0 8-1,17 18-15,43 8 16,43 0 0,-1-26-16,18-25 0,68 0 15,-26-16 1,9-10-1,34-16-15,17-1 16,26 0 0,25 9-16,9 0 15,25 9 1,0 0-16,-25 25 16,34 8-1,-8-8 1,-10-17-16,18 9 15,17-1 1,-8-8 0,25-8-16,0-9 15,-51-9-15,17 9 16,0-8 0,-43-1-16,-8 1 15,-52-1 1,-42 1-16,-17-9 15,-26 0 1,0 0-16,-25-9 16,-1 1-1,-8-18-15,-8-25 16,-1-26 0,-8 1-16,-25-1 15,-18 1 1,-17-9-16,-17 0 15,-25-9 1,-18 18-16,1 8 16,-9 16-1,-9 10-15,0-9 16,1 8 0,-1 9-16,1 17 15,-10-8-15,-7-1 16,-1 9-1,-17 0 1,-8 9-16,-26 8 16,-34 17-16,0 0 15,-17 8 1,-51 9-16,-26-8 16,-17-18-1,-17-16 1,17-18-16,-34 1 15,-35-9 1,27 8 0,-9 9-16,-9 0 15,-17 9 1,-34 8-16,9 0 0,-52 17 16,-25 17-1,-17 8 1,-9 9-1,-34 9-15,-34-18 0,-9 18 32,0-1-32,-16-8 15,8 0 1,127-8-16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17:25.01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666 3342 0,'0'0'0,"0"0"16,0 0-16,0 0 16,0-8-1,0-9-15,-17-17 16,0-9-1,0 1-15,-18-9 16,27 17 0,-1 17-16,-16 0 15,16 0 1,-8 0-16,17 8 16,-8 9-1,8 0-15,0 0 16,0 0-1,0 0-15,-9 0 16,9 0-16,-9 0 31,-16 17-31,16 17 16,-16 9-16,8 8 16,17-9-1,0-16 1,0-9-16,0 25 15,0 1 1,0 8-16,8 8 0,1-8 16,8 9-1,-9-9-15,1-9 16,-1-16 0,9-1-1,-8 1-15,-9-9 16,9 0-16,-9-17 31,0 0-31,0 8 0,8-8 31,18 9-31,-1-9 16,1 0-16,34 0 31,16-9-31,10-8 16,33-17-1,-33 0-15,25 9 0,8-9 16,18 0-16,8 8 16,-17 26-1,51 0 1,-17 9 0,9 8-16,34 8 15,-9-8 1,0 0-16,35 0 15,-26 0 1,17-8-16,25-1 16,18-16-1,-1-1-15,26 1 16,-8 8 0,25 0-16,1-9 15,-18 1 1,-9-1-16,-16 1 15,-26 8 1,-9-9-16,-25-8 16,-17 9-1,0-9-15,-52 0 16,-42 8 0,-43 9-1,-16 0-15,-10 0 16,-8 0-1,-8-8-15,-1-9 16,-16-51-16,-18-60 16,-34-144-1</inkml:trace>
  <inkml:trace contextRef="#ctx0" brushRef="#br0" timeOffset="11480.36">7707 3147 0,'0'0'0,"17"17"0,17 17 16,-8 0 0,8 8-16,-8 9 15,-1 9 1,1 8-16,-18 8 16,1-8-1,-1-17-15,1 0 16,8 0-1,0-8-15,0-9 16,17 0 0,60 0-16,34 0 15,-8-25 1,33-18-16,10 1 16,-1-9-1,0 0-15,43-9 16,17 9-1,51-8-15,34-1 16,0 0 0,60 1-16,-42-1 15,-10 1 1,52-1-16,-34 9 16,17 9-1,-8-9-15,33 17 16,18-9-1,8 9-15,-26 0 16,1 0 0,51 9-16,-69-18 15,9 1 1,34-1-16,-8 9 16,-35 9-1,26 8-15,26-9 16,-86 9-1,-8 0-15,-17 9 16,-43-9 0,-26-9-16,-76-8 15,-26 0 1,-26-8-16,-33-1 16,-18-8-1,-8-17 1,8-25-16,0-43 15,9-26-15,-18 18 16,10-43 0,50-137-16</inkml:trace>
  <inkml:trace contextRef="#ctx0" brushRef="#br0" timeOffset="33067.12">4191 14891 0,'0'0'0,"0"0"15,0 0-15,0 0 16,-9 17-16,-8 26 16,-9 25-1,-16 51 1,-1 26-16,26-18 15,8-33 1,9-18-16,-8 26 16,8 26-16,-9 8 15,-16-26 1,-1 44-16,1 24 16,-1-42-1,9-51-15,17 0 16,0-8-1,0-1 1,0-16-16,8-1 16,-8-16-16,0-18 15,0 1 1,0-1-16,0 1 16,18-9-1,-1 0 1,17 0-16,8 9 15,10-9 1,16 8-16,17-8 16,9-8-16,17-1 15,17 9 1,9-8 0,8-1-16,8 9 15,18 9 1,-26-1-16,17 9 15,52-8 1,-35-9-16,9-9 16,34 1-1,0-18-15,8 1 16,0-9-16,9 0 16,9 0-1,17 0 1,-1 0-16,1 0 15,8 0 1,0 8-16,0 1 16,-8 8-1,-1-9-15,-8 9 16,17 0-16,-17-8 16,9-1-1,-9 1 1,17-9-16,-17 0 15,-8-9-15,-18 1 16,-34-1-16,1 0 31,-44 9-15,-33 9-16,-9-1 0,-9 9 31,-8 0-31,-17 0 16,-26 0-1,-25 0-15,-1 0 16,-16 0 0,-1 0-16,1 0 15,0 0-15,-9-8 16,8-26 0,9-34-1,0-26-15,0-33 16,9-60-1,25 8-15,9 9 0,8-17 32,0 17-32,1 0 15,-10 0 1,-7 17-16,-10 8 16,-8 9-16,-8 17 15,-9 17 1,-8 42-16,-1 18 15,1 16 1,-9 9-16,0 0 16,0 9-1,-9-1-15,1 1 16,-18-1 0,0 1-16,-25-1 15,-17 1 1,-26-1-16,-42 1 15,-10-1 1,10-8-16,-43 0 16,-1 9-1,10-9-15,-69 8 16,-9 9 0,1 0-16,-9 0 15,-17 0 1,-1 0-16,-7-8 15,-1-1-15,9-16 16,8-9 0,-16 8-1,-9 1-15,-1 8 16,1 8 0,0 18-16,-17 8 15,17-9-15,-26-8 31,17 0-31,-17 9 16,26-1-16,17 1 16,0-9-16,8 8 15,26-8 1,43 0-16,-17-8 16,8 8-1,17-9 1,9 9-1,25-8-15,26 8 0,17 0 16,0-9 0,17 9-1,43 0-15,17 0 16,17 0 0,0 0-16,0 0 15,8 0 1,1 0-16,8 0 15,0 0-15,0 0 32,-9 0-32,9 26 15,9 16-15,25 35 16,17 25 0,9 25-1,-18 52-15,-7 42 16,-10-17-1,1 102-15</inkml:trace>
  <inkml:trace contextRef="#ctx0" brushRef="#br0" timeOffset="52482.38">3551 1199 0,'0'0'0,"0"9"0,0 42 15,8 34-15,9 8 32,-8-25-32,-1-17 15,9 0 1,0 17-16,0 9 16,-8 16-1,-1-16-15,1 0 16,0-18-16,-1-16 15,-8-18 1,0 1 0,0-18-16,0-8 15</inkml:trace>
  <inkml:trace contextRef="#ctx0" brushRef="#br0" timeOffset="52732.53">3312 2245 0,'0'0'15,"0"0"-15,0 0 16,0 17-16,17 17 16,17 0-16,8 9 15,1-18-15,17-8 31,25-17-31,35-25 16,25-43 0,51-94-16,69-93 15</inkml:trace>
  <inkml:trace contextRef="#ctx0" brushRef="#br0" timeOffset="53897.26">13528 13071 0,'0'0'0,"-17"17"15,-17 68-15,-26 26 16,-34 8 0,-8 34-16,-9 34 15,8-42 1,9-52-16,18-16 16,33-35-1,17-25-15,9-8 16,9-18-1,8 1-15,-9-1 16,1-16 0,-1-1-16,-8 9 15,8 0-15,1 9 16,-1 8 0,1 17-1,-18 8-15,1 43 16,-1 34-1,-17 18-15,18-35 16,8-26-16,17-16 16,25-18-1,78-16 1,127-52-16,103-67 0</inkml:trace>
  <inkml:trace contextRef="#ctx0" brushRef="#br0" timeOffset="71310.89">15534 11285 0,'-9'9'0,"-8"25"0,-34 85 15,-17 60 1,8-18-16,0 9 16,9 17-1,0 9 1,8 17 0,9 8-16,0 8 15,17 1-15,17-43 0,0 26 31,0-35-31,17-93 0,8-42 32,18-9-17,34 0-15,51-9 16,42-8-16,35-8 16,17-1-16,0 1 15,26-9 1,-1 0-16,35 0 31,17 8-31,25 9 16,0 17-1,-25 0-15,25 0 16,-34 17 0,18 9-16,-18-9 15,-8-8 1,-1-1-16,-25-8 15,0-8-15,-34-9 16,-34-9 0,-43 1-1,-51-1-15,-26-8 16,-25 0 0,-9-8-16,9-18 15,8-33 1,17-43-16,9-26 15,17-59 1,8-26-16,1 1 16,25-35-1,0 17-15,-9 9 16,1-17 0,16 17-16,-16 17 15,-9 25 1,-26 35-16,-25 42 15,-26 34-15,-8 25 16,-9 9 0,-9 17-16,1 9 15,-18-1 1,-8-16 0,-34-9-16,-52-43 15,-76-42-15,-26 17 16,-25 8-1,-43 1-15,-43-9 16,0-9 0,0 9-16,-136 0 15,-60 26 1,-43 50 0,-42 35-16,-77 42 15,-86 51 1,0 59-16,-16 35 15,366-77-15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18:49.53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1331 3189 0,'0'0'0,"0"9"15,9 8-15,17 34 16,-18 42 0,1 52-16,-1-9 15,9-43-15,-17-7 16,9-1-1,8-9-15,34-16 16,9-1 0,-9-25-1,0-17-15,35 9 16,33-18 0,18-25-16,-26-8 15,0-18 1,51-8-16,-9 0 15,-16 17 1,17 0-16,25 17 16,0 17-1,17 9-15,18 8 16,-69 8 0,-26 9-16,-8 9 15,-51-18 1,-26-16-16,-8-1 15,-18 1-15,-8-26 16,0-34 0,-17-51-1,-17-60-15,0 17 16,17 60 0,8 60-16</inkml:trace>
  <inkml:trace contextRef="#ctx0" brushRef="#br0" timeOffset="1012.31">12871 2977 0,'0'0'0,"-9"34"0,9 42 16,0 26-16,0 17 15,0-8 1,-8-18 0,-1-8-16,9-25 15,0-18-15,0-8 16,17 9 0,0-9-16,17 9 15,9-9 1,25 0-1,26-9-15,17-8 16,26-8 0,33-9-16,18-9 15,17 1-15,34 8 16,17 17 0,9 8-1,25 18-15,0-1 16,9 9-16,-26-8 15,-9-1 1,-16-8-16,-26 9 16,-9-1-1,-25-8 1,-26-8-16,-25-18 16,-35-16-1,-34-9-15,-8 0 16,-17-9-16,-18 1 15,1-18 1,-17-16 0,-18-18-16,1-42 0,-18 0 31,9-9-31,17-50 16,8-35-1,1-101-15</inkml:trace>
  <inkml:trace contextRef="#ctx0" brushRef="#br0" timeOffset="17614.38">16985 14024 0,'0'0'0,"0"0"0,0 0 16,0 0-1,0-9-15,8 9 16,-8 0-16,0 0 15,0 0 1,0 0-16,0 9 16,-8 25-1,-18 42-15,-17 60 16,1-8 0,25-17-16,-1-26 15,10-26 1,8 1-16,0-1 15,17-8 1,17 9 0,9-9-16,17 0 15,25 8-15,69 1 16,33-9 0,10-26-16,59-8 15,8-8 1,43-1-1,43-16-15,34 16 16,52 1-16,50 8 16,9 17-1,-8 0-15,-18 9 16,-25-18 0,25 1-16,-50-1 15,-78 1 1,0 8-16,-85-17 15,-68-9 1,-51-8 0,-43-8-16,-43-1 15,-17 1 1,-8-18-16,8-42 16,0-68-16,-26-94 15,-16-67-15,-1-18 16,18-34-1,34 26 1,8 17 0,9 42-16,8 35 0,-17 33 31,-8 60-31,-18 34 0,-16 43 16,-1 25-1,1 17 1,-18-1-16,-16 1 15,-78 0-15,-50 17 16,-26 0 0,-60 17-1,-18 0 1,-16 9-16,-25-17 16,-18-9-1,-17-17-15,34-1 16,-17-16-16,-33 9 15,-1-1 1,-34-8 0,-18 9-16,44 8 15,-9 8 1,-60 9-16,94 9 0,35 16 31,-1-8-31,43 9 16,34-1-1,51 1-15,9-9 16,34-9-16,51 1 16,35-1-1,7 1 1,18-9-16,0 0 16,9 0-1,-1 0-15,1 9 16,-1 8-16,1 42 15,-9 103 1,8 161-16,0 60 16,9-9-1,9-60 1,8-67-16,17 85 16</inkml:trace>
  <inkml:trace contextRef="#ctx0" brushRef="#br0" timeOffset="54806.69">1212 6591 0,'0'0'0,"0"0"16,0 17-16,0 0 15,0 0-15,34 0 16,51-8-16,9-18 16,17 0-1,17-16-15,26-1 31,8 18-31,26-1 16,34 18-16,34-1 16,25 1-1,27-1 1,16 9-16,0-17 16,26-8-1,17 16-15,26 9 0,42 1 31,1 16-31,-18 8 16,17 1-16,17-1 16,-8 1-1,-26-18-15,-42-8 32,-9-25-32,-17 8 15,-17 0-15,17 0 16,0 8-16,51 18 15,0-1-15</inkml:trace>
  <inkml:trace contextRef="#ctx0" brushRef="#br0" timeOffset="61440.76">8100 5894 0,'8'-9'0,"18"-8"0,51-17 16,25-17-1,18-8-15,33-1 16,9 17-16,-8 18 16,76 8-1,95 0 1,84 8-16,86 1 16,26 8-1,34-17-15,42-34 16,26-9-16,-204 26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20:03.24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11505 5536 0,'0'0'0,"0"0"0,0 0 16,0 0-16,0 0 15,0 0 1,0 0-16,0 0 15,0 0 1,17 0-16,9 0 16,42 0-1,60 9-15,77-1 32,77 1-32,76-9 15,52-26-15,-18 1 16,35-35-1,102-25-15,17-17 16,-144 9 0</inkml:trace>
  <inkml:trace contextRef="#ctx0" brushRef="#br0" timeOffset="1126.94">19050 5647 0,'0'0'0,"0"0"0,0 0 16,17 0-1,68-9-15,69-8 16,76-17-1,86-25-15,120-18 16,127 26 0,26 43-16,-180 16 15</inkml:trace>
  <inkml:trace contextRef="#ctx0" brushRef="#br0" timeOffset="3676.79">3918 6787 0,'25'-9'0,"103"1"16,145-9-16,145 17 15,120 8 1,119-16-16,60-1 16,103-8-1,-359 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20:51.52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5479 8207 0,'0'0'0,"0"0"16,0 0-16,18 0 15,58 17 1,86 8-16,69 26 16,42 9-1,17-9-15,60 8 16</inkml:trace>
  <inkml:trace contextRef="#ctx0" brushRef="#br0" timeOffset="4324.91">8791 7101 0,'0'0'0,"0"0"0,0 0 16,-9 0-1,-8 9-15,-8-1 16,-18 9 0,-17 0-1,-16 0-15,-10 0 16,9 9-1,9 8-15,-17 17 16,-9 17-16,17 0 16,17 0-1,1-9-15,7 1 16,18 0 0,9-9-16,16 17 15,18-9 1,33 1-16,27 8 15,33 0 1,26-9-16,17-8 16,9-8-1,25-26-15,17-9 16,1-16 0,-1-9-16,17-26 15,-34 1 1,-16-1-16,-10 1 15,-16-9 1,-26 0-16,-34-9 16,-18-25-1,-16-8-15,-34-10 16,-35 1-16,-76-17 16,-103 9-1,-120 33-15,-127 69 16,-69 76-1,-42 85-15,162-34 16</inkml:trace>
  <inkml:trace contextRef="#ctx0" brushRef="#br0" timeOffset="7870.46">7605 9244 0,'0'-8'0,"17"-1"0,17-16 16,60-9-16,59-9 15,1 18 1,0 8-16,59 0 15,-17 17 1,9 0-16,26 0 16,127-9-1,43 1 1</inkml:trace>
  <inkml:trace contextRef="#ctx0" brushRef="#br0" timeOffset="8503.74">7673 9891 0,'0'0'0,"0"0"0,8 0 15,52-9 1,111-8-1,68-42-15,43-9 16,16 17 0,-16 0-16,8 25 15,17 18 1,69 25-16,16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21:10.27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5539 4950 0,'0'0'0,"0"0"15,0 0 1,0 0-16,0 0 16,0 0-16,0 0 15,0 0 1,0 0-16,-17 0 15,-17 0 1,-17 17 0,-26 8-16,-43 35 15,1 25 1,-9 8-16,17-16 16,26-9-16,8 0 15,9 8 1,16 9-1,52 17-15,34-8 16,43-9 0,17-17-16,34-25 15,60-26-15,-34-26 16,-35-8 0,9-25-1,-8-18-15,-9-16 16,-18-1-16,-24 0 15,-35 1 1,-17 8-16,-26-9 16,-33 1-1,-69-9 1,-154-60-16</inkml:trace>
  <inkml:trace contextRef="#ctx0" brushRef="#br0" timeOffset="1876.07">6768 5409 0,'0'0'0,"0"0"16,-8 8-16,-1 9 15,1 26 1,-1 16-16,1 9 16,-1 0-1,0-8 1,9 0-16,0-9 16,0-9-16,18-16 15,7-1 1,18 1-16,25-9 15,9-9 1,-17-16-16,-1-1 16,27 1-1,8-1-15,25-8 16,-8-8-16,0 8 16,34 0-1,43 0-15,-34 0 16,-9 8-1,59 9 1,-41 9-16,-1-1 16,68 9-1,-33 0-15,-10 0 16,18-8-16,17-1 16,26-8-1,-27 0 1,-33 0-16,17 0 15,-17 0 1,-26 9-16,-8 8 16,-35 0-16,-25-9 15,0 9 1,8 0-16,-16 0 16,8 0-1,-18-8-15,-16-1 16,8-8-1,18 0-15,-1 9 16,-8-1 0,0-16-16,8-1 15,9-8 1,8-8-16,9 8 16,17 0-1,-8 0-15,-9 0 16,8 8-1,-8 9 1,9 9-16,-26-1 16,-9 9-16,-8 0 15,0 0 1,-1 9 0,-7-1-1,-1 1-15,9-1 16,-17-8-16,16-8 15,1-1 1,0 1 0,-17-1-16,-1-16 15,-16 8-15,0-9 16,-18 9-16,-8 0 16,-8 0-1,0 0-15,-1 0 16,-8-8-1,9-1-15,-1-25 16,-8-25-16,9-9 31,-1-17-31,18-43 16,59-153 0</inkml:trace>
  <inkml:trace contextRef="#ctx0" brushRef="#br0" timeOffset="6537.92">4404 6540 0,'0'-9'0,"26"1"0,25-1 16,68 9-16,112 0 16,119-8-1,68 25-15,-25 17 16</inkml:trace>
  <inkml:trace contextRef="#ctx0" brushRef="#br0" timeOffset="9929.79">24504 9142 0,'0'0'0,"0"0"16,0 0-1,0 0-15,-9 0 16,1 0-1,-9 0-15,-9-8 16,-8-1-16,-9 9 16,1 0-1,-10 0-15,10 0 16,-1 0 0,-17 17-1,1 26-15,-10-1 0,1 1 31,0-1-31,-1 1 16,1-9 0,0 0-16,8-9 15,17 1 1,9 8-16,17 0 16,0 26-1,26 8-15,16 8 0,27-8 31,7-8-31,27-1 16,7-8 0,18 0-16,9-8 15,8-1 1,0-16-16,9-1 16,8-8-1,0-8-15,8-9 16,1 0-1,-9 0-15,-8 8 16,-18-8 0,-34-8-16,-16-1 15,-27 1 1,-16-1-16,0-16 16,-18-26-1,-25-34-15,-34-34 16,-17 0-1,-9 34-15,0 0 16,-42 8 0,-35 17-16,-8 1 15,-52 8 1,-16 17-16,-18 0 16,-50 8-1,-10 35-15,-84-9 16,-1-26-1</inkml:trace>
  <inkml:trace contextRef="#ctx0" brushRef="#br0" timeOffset="16645.32">24555 9993 0,'0'0'0,"0"0"0,9 0 16,-1 0-16,1 0 15,-9 0 1,0 0 0,0 0-16,0 0 15,0 0 1,0 0-16,-9-9 16,-16 1-16,-1-1 15,-8 1-15,-9 8 16,0 0-1,1-9 1,-1 1-16,0-1 16,1 1-1,-9-1 1,-18 1-16,1-1 16,8 9-1,0 0-15,1 9 16,-10-1-16,1 9 15,-17 0-15,-9 0 32,26 0-32,16 9 15,10-1 1,8-8-16,-1 9 16,18 8-1,0 17-15,0 8 16,17 1-1,0-18-15,26 18 16,34 16 0,25 1-16,9-17 15,8 8 1,18 0-16,16 8 16,-8-8-16,-17-8 15,17-9 1,17 8-16,1-8 15,-10-8-15,18-1 16,8 1 0,-26-18-1,10 1 1,16-9-16,-9-17 16,-16-9-1,-26 1-15,0-18 16,-17 1-16,-18-1 31,-24-8-31,-10 0 16,-16 0-16,0-17 15,-18-17-15,-16 0 0,-10 0 32,-33-17-17,-26 0-15,9 9 16,-26-18-1,-51-17-15,-17 18 16,0 16 0,-60 18-16,-26 8 15,-33 17 1,-1 8 0,9 35-16,-94 8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3-13T20:22:07.14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5001 3504 0,'0'0'0,"0"0"0,0 0 16,0 0-16,0 0 15,0 0-15,0 0 16,0 0 15,0 0-31,0 0 16,0 0-1,0 0 1,-8 0-16,-1 8 16,9 1-16,-8-9 15,8 8 1,-9-8-16,9 9 15,-8-9 1,-26 17-16,-18 8 16,-41 18-1,-18-1-15,34 9 16,9 17 0,-18 1-16,1 16 15,-9 25 1,-17 18-16,9 16 15,33 60 1,18 26-16,-26 68 16,0-9-1,9 0-15,17-17 16,42-17 0,26-34-16,43-59 15,17 51 1,-26-69-16,-17-16 15,60 59 1,86 0-16,-52-68 16,25-26-1,95 18-15,67 25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13E60-FD95-4497-88D9-64D62C2E6A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5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43"/>
            <a:ext cx="10972800" cy="58515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imes New Roman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78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customXml" Target="../ink/ink3.xml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customXml" Target="../ink/ink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customXml" Target="../ink/ink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ustomXml" Target="../ink/ink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27: Five Worlds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-)CNF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9043" b="-29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1"/>
                <a:ext cx="11582400" cy="32766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Conjunctive Normal Form (CNF) formula: </a:t>
                </a:r>
              </a:p>
              <a:p>
                <a:pPr lvl="1"/>
                <a:r>
                  <a:rPr lang="en-US" dirty="0"/>
                  <a:t>Logical AND of </a:t>
                </a:r>
                <a:r>
                  <a:rPr lang="en-US" dirty="0">
                    <a:solidFill>
                      <a:srgbClr val="FF0000"/>
                    </a:solidFill>
                  </a:rPr>
                  <a:t>clauses</a:t>
                </a:r>
                <a:endParaRPr lang="en-US" dirty="0"/>
              </a:p>
              <a:p>
                <a:pPr lvl="1"/>
                <a:r>
                  <a:rPr lang="en-US" dirty="0"/>
                  <a:t>Each clause being an OR of </a:t>
                </a:r>
                <a:r>
                  <a:rPr lang="en-US" dirty="0">
                    <a:solidFill>
                      <a:srgbClr val="4F81BD"/>
                    </a:solidFill>
                  </a:rPr>
                  <a:t>variables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-CNF: Each clause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variables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1"/>
                <a:ext cx="11582400" cy="3276600"/>
              </a:xfrm>
              <a:blipFill>
                <a:blip r:embed="rId3"/>
                <a:stretch>
                  <a:fillRect l="-1211" t="-2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blipFill>
                <a:blip r:embed="rId4"/>
                <a:stretch>
                  <a:fillRect r="-221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4635" y="5470527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477393" y="4652845"/>
            <a:ext cx="381000" cy="137124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338468"/>
            <a:ext cx="747273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412706" y="5338468"/>
            <a:ext cx="297524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96398"/>
            <a:ext cx="91698" cy="5064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C28539-505E-560A-37B7-2DB0B49D3FBD}"/>
                  </a:ext>
                </a:extLst>
              </p14:cNvPr>
              <p14:cNvContentPartPr/>
              <p14:nvPr/>
            </p14:nvContentPartPr>
            <p14:xfrm>
              <a:off x="491760" y="1154160"/>
              <a:ext cx="9141120" cy="4185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C28539-505E-560A-37B7-2DB0B49D3F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2400" y="1144800"/>
                <a:ext cx="9159840" cy="420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497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 dirty="0"/>
              <a:t>Given a 1-CNF 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of 1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42974" y="4832579"/>
                <a:ext cx="290605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974" y="4832579"/>
                <a:ext cx="2906052" cy="461665"/>
              </a:xfrm>
              <a:prstGeom prst="rect">
                <a:avLst/>
              </a:prstGeom>
              <a:blipFill>
                <a:blip r:embed="rId2"/>
                <a:stretch>
                  <a:fillRect r="-672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44D3AA2-F797-359F-8114-127B0B1E2467}"/>
                  </a:ext>
                </a:extLst>
              </p14:cNvPr>
              <p14:cNvContentPartPr/>
              <p14:nvPr/>
            </p14:nvContentPartPr>
            <p14:xfrm>
              <a:off x="4753440" y="4638240"/>
              <a:ext cx="2811600" cy="701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44D3AA2-F797-359F-8114-127B0B1E24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44080" y="4628880"/>
                <a:ext cx="2830320" cy="7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1257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1-SAT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Running Time: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/>
              <a:t>-SAT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/>
              <a:t>Given a 2-CNF </a:t>
            </a:r>
            <a:r>
              <a:rPr lang="en-US" dirty="0"/>
              <a:t>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</a:t>
            </a:r>
            <a:r>
              <a:rPr lang="en-US"/>
              <a:t>of 2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626633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6266331" cy="461665"/>
              </a:xfrm>
              <a:prstGeom prst="rect">
                <a:avLst/>
              </a:prstGeom>
              <a:blipFill>
                <a:blip r:embed="rId2"/>
                <a:stretch>
                  <a:fillRect r="-1751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057401" y="5558136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352383" y="5019383"/>
            <a:ext cx="401667" cy="837169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237134"/>
            <a:ext cx="747273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632530" y="5237134"/>
            <a:ext cx="77701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37134"/>
            <a:ext cx="471370" cy="56573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blipFill>
                <a:blip r:embed="rId3"/>
                <a:stretch>
                  <a:fillRect r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90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2-SAT in Polynomial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Convert formula to an “implication graph”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0" y="2590801"/>
                <a:ext cx="66321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590801"/>
                <a:ext cx="6632136" cy="461665"/>
              </a:xfrm>
              <a:prstGeom prst="rect">
                <a:avLst/>
              </a:prstGeom>
              <a:blipFill>
                <a:blip r:embed="rId2"/>
                <a:stretch>
                  <a:fillRect r="-294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460036" y="356286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36" y="3562867"/>
                <a:ext cx="335084" cy="33517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457200" y="30176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017670"/>
                <a:ext cx="335084" cy="33517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/>
              <p:cNvSpPr/>
              <p:nvPr/>
            </p:nvSpPr>
            <p:spPr>
              <a:xfrm>
                <a:off x="1180202" y="302281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Oval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202" y="3022810"/>
                <a:ext cx="335084" cy="335172"/>
              </a:xfrm>
              <a:prstGeom prst="ellipse">
                <a:avLst/>
              </a:prstGeom>
              <a:blipFill>
                <a:blip r:embed="rId5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/>
              <p:cNvSpPr/>
              <p:nvPr/>
            </p:nvSpPr>
            <p:spPr>
              <a:xfrm>
                <a:off x="2484316" y="303910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316" y="3039104"/>
                <a:ext cx="335084" cy="335172"/>
              </a:xfrm>
              <a:prstGeom prst="ellipse">
                <a:avLst/>
              </a:prstGeom>
              <a:blipFill>
                <a:blip r:embed="rId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3843431" y="350520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431" y="3505200"/>
                <a:ext cx="335084" cy="335172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/>
              <p:cNvSpPr/>
              <p:nvPr/>
            </p:nvSpPr>
            <p:spPr>
              <a:xfrm>
                <a:off x="4495800" y="300248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002484"/>
                <a:ext cx="335084" cy="33517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/>
              <p:cNvSpPr/>
              <p:nvPr/>
            </p:nvSpPr>
            <p:spPr>
              <a:xfrm>
                <a:off x="5181600" y="301327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Oval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013278"/>
                <a:ext cx="335084" cy="33517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/>
              <p:cNvSpPr/>
              <p:nvPr/>
            </p:nvSpPr>
            <p:spPr>
              <a:xfrm>
                <a:off x="5208188" y="34748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188" y="3474828"/>
                <a:ext cx="335084" cy="335172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/>
          <p:cNvCxnSpPr>
            <a:stCxn id="89" idx="7"/>
            <a:endCxn id="85" idx="3"/>
          </p:cNvCxnSpPr>
          <p:nvPr/>
        </p:nvCxnSpPr>
        <p:spPr>
          <a:xfrm flipV="1">
            <a:off x="1051502" y="4782719"/>
            <a:ext cx="1649428" cy="1055459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/>
              <p:cNvSpPr/>
              <p:nvPr/>
            </p:nvSpPr>
            <p:spPr>
              <a:xfrm>
                <a:off x="1752600" y="3052465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052465"/>
                <a:ext cx="335084" cy="335172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/>
          <p:cNvCxnSpPr>
            <a:stCxn id="44" idx="6"/>
            <a:endCxn id="33" idx="2"/>
          </p:cNvCxnSpPr>
          <p:nvPr/>
        </p:nvCxnSpPr>
        <p:spPr>
          <a:xfrm flipV="1">
            <a:off x="2087684" y="3206691"/>
            <a:ext cx="396632" cy="1336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/>
              <p:cNvSpPr/>
              <p:nvPr/>
            </p:nvSpPr>
            <p:spPr>
              <a:xfrm>
                <a:off x="1180202" y="352472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Oval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202" y="3524727"/>
                <a:ext cx="335084" cy="335172"/>
              </a:xfrm>
              <a:prstGeom prst="ellipse">
                <a:avLst/>
              </a:prstGeom>
              <a:blipFill>
                <a:blip r:embed="rId12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/>
          <p:cNvCxnSpPr>
            <a:stCxn id="48" idx="2"/>
            <a:endCxn id="30" idx="6"/>
          </p:cNvCxnSpPr>
          <p:nvPr/>
        </p:nvCxnSpPr>
        <p:spPr>
          <a:xfrm flipH="1">
            <a:off x="795120" y="3692313"/>
            <a:ext cx="385082" cy="381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/>
              <p:cNvSpPr/>
              <p:nvPr/>
            </p:nvSpPr>
            <p:spPr>
              <a:xfrm>
                <a:off x="2484316" y="35510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Oval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316" y="3551028"/>
                <a:ext cx="335084" cy="335172"/>
              </a:xfrm>
              <a:prstGeom prst="ellipse">
                <a:avLst/>
              </a:prstGeom>
              <a:blipFill>
                <a:blip r:embed="rId13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/>
              <p:cNvSpPr/>
              <p:nvPr/>
            </p:nvSpPr>
            <p:spPr>
              <a:xfrm>
                <a:off x="1752600" y="356156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Oval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561568"/>
                <a:ext cx="335084" cy="335172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>
            <a:stCxn id="52" idx="2"/>
            <a:endCxn id="53" idx="6"/>
          </p:cNvCxnSpPr>
          <p:nvPr/>
        </p:nvCxnSpPr>
        <p:spPr>
          <a:xfrm flipH="1">
            <a:off x="2087684" y="3718614"/>
            <a:ext cx="396632" cy="105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Oval 56"/>
              <p:cNvSpPr/>
              <p:nvPr/>
            </p:nvSpPr>
            <p:spPr>
              <a:xfrm>
                <a:off x="3200400" y="30176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Oval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017670"/>
                <a:ext cx="335084" cy="335172"/>
              </a:xfrm>
              <a:prstGeom prst="ellipse">
                <a:avLst/>
              </a:prstGeom>
              <a:blipFill>
                <a:blip r:embed="rId15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/>
              <p:cNvSpPr/>
              <p:nvPr/>
            </p:nvSpPr>
            <p:spPr>
              <a:xfrm>
                <a:off x="3170116" y="350520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Oval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116" y="3505200"/>
                <a:ext cx="335084" cy="335172"/>
              </a:xfrm>
              <a:prstGeom prst="ellipse">
                <a:avLst/>
              </a:prstGeom>
              <a:blipFill>
                <a:blip r:embed="rId1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/>
              <p:cNvSpPr/>
              <p:nvPr/>
            </p:nvSpPr>
            <p:spPr>
              <a:xfrm>
                <a:off x="3874755" y="301327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Oval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4755" y="3013278"/>
                <a:ext cx="335084" cy="335172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>
            <a:stCxn id="57" idx="6"/>
            <a:endCxn id="60" idx="2"/>
          </p:cNvCxnSpPr>
          <p:nvPr/>
        </p:nvCxnSpPr>
        <p:spPr>
          <a:xfrm flipV="1">
            <a:off x="3535485" y="3180864"/>
            <a:ext cx="339271" cy="439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34" idx="2"/>
            <a:endCxn id="58" idx="6"/>
          </p:cNvCxnSpPr>
          <p:nvPr/>
        </p:nvCxnSpPr>
        <p:spPr>
          <a:xfrm flipH="1">
            <a:off x="3505201" y="3672786"/>
            <a:ext cx="338231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35" idx="6"/>
            <a:endCxn id="36" idx="2"/>
          </p:cNvCxnSpPr>
          <p:nvPr/>
        </p:nvCxnSpPr>
        <p:spPr>
          <a:xfrm>
            <a:off x="4830884" y="3170070"/>
            <a:ext cx="350716" cy="1079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9"/>
              <p:cNvSpPr/>
              <p:nvPr/>
            </p:nvSpPr>
            <p:spPr>
              <a:xfrm>
                <a:off x="4495800" y="351426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Oval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514260"/>
                <a:ext cx="335084" cy="335172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/>
          <p:cNvCxnSpPr>
            <a:stCxn id="37" idx="2"/>
            <a:endCxn id="70" idx="6"/>
          </p:cNvCxnSpPr>
          <p:nvPr/>
        </p:nvCxnSpPr>
        <p:spPr>
          <a:xfrm flipH="1">
            <a:off x="4830884" y="3642414"/>
            <a:ext cx="377304" cy="3943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/>
              <p:cNvSpPr/>
              <p:nvPr/>
            </p:nvSpPr>
            <p:spPr>
              <a:xfrm>
                <a:off x="5943600" y="302835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Oval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028358"/>
                <a:ext cx="335084" cy="335172"/>
              </a:xfrm>
              <a:prstGeom prst="ellipse">
                <a:avLst/>
              </a:prstGeom>
              <a:blipFill>
                <a:blip r:embed="rId19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Oval 74"/>
              <p:cNvSpPr/>
              <p:nvPr/>
            </p:nvSpPr>
            <p:spPr>
              <a:xfrm>
                <a:off x="6599116" y="303910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Oval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116" y="3039104"/>
                <a:ext cx="335084" cy="335172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/>
          <p:cNvCxnSpPr>
            <a:stCxn id="74" idx="6"/>
            <a:endCxn id="75" idx="2"/>
          </p:cNvCxnSpPr>
          <p:nvPr/>
        </p:nvCxnSpPr>
        <p:spPr>
          <a:xfrm>
            <a:off x="6278684" y="3195944"/>
            <a:ext cx="320432" cy="10746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Oval 78"/>
              <p:cNvSpPr/>
              <p:nvPr/>
            </p:nvSpPr>
            <p:spPr>
              <a:xfrm>
                <a:off x="5943600" y="348596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Oval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3485960"/>
                <a:ext cx="335084" cy="335172"/>
              </a:xfrm>
              <a:prstGeom prst="ellipse">
                <a:avLst/>
              </a:prstGeom>
              <a:blipFill>
                <a:blip r:embed="rId21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79"/>
              <p:cNvSpPr/>
              <p:nvPr/>
            </p:nvSpPr>
            <p:spPr>
              <a:xfrm>
                <a:off x="6604787" y="3474828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Oval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787" y="3474828"/>
                <a:ext cx="335084" cy="335172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Connector 80"/>
          <p:cNvCxnSpPr>
            <a:stCxn id="80" idx="2"/>
            <a:endCxn id="79" idx="6"/>
          </p:cNvCxnSpPr>
          <p:nvPr/>
        </p:nvCxnSpPr>
        <p:spPr>
          <a:xfrm flipH="1">
            <a:off x="6278685" y="3642414"/>
            <a:ext cx="326103" cy="11132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/>
              <p:cNvSpPr/>
              <p:nvPr/>
            </p:nvSpPr>
            <p:spPr>
              <a:xfrm>
                <a:off x="765490" y="4588745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Oval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0" y="4588745"/>
                <a:ext cx="335084" cy="335172"/>
              </a:xfrm>
              <a:prstGeom prst="ellipse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/>
              <p:cNvSpPr/>
              <p:nvPr/>
            </p:nvSpPr>
            <p:spPr>
              <a:xfrm>
                <a:off x="2651858" y="4496631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Oval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858" y="4496631"/>
                <a:ext cx="335084" cy="335172"/>
              </a:xfrm>
              <a:prstGeom prst="ellipse">
                <a:avLst/>
              </a:prstGeom>
              <a:blipFill>
                <a:blip r:embed="rId24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88"/>
              <p:cNvSpPr/>
              <p:nvPr/>
            </p:nvSpPr>
            <p:spPr>
              <a:xfrm>
                <a:off x="765490" y="5789092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Oval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90" y="5789092"/>
                <a:ext cx="335084" cy="335172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Connector 91"/>
          <p:cNvCxnSpPr>
            <a:stCxn id="31" idx="6"/>
            <a:endCxn id="32" idx="2"/>
          </p:cNvCxnSpPr>
          <p:nvPr/>
        </p:nvCxnSpPr>
        <p:spPr>
          <a:xfrm>
            <a:off x="792284" y="3185256"/>
            <a:ext cx="387918" cy="514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Oval 94"/>
              <p:cNvSpPr/>
              <p:nvPr/>
            </p:nvSpPr>
            <p:spPr>
              <a:xfrm>
                <a:off x="2581879" y="5802170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Oval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879" y="5802170"/>
                <a:ext cx="335084" cy="335172"/>
              </a:xfrm>
              <a:prstGeom prst="ellipse">
                <a:avLst/>
              </a:prstGeom>
              <a:blipFill>
                <a:blip r:embed="rId26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Connector 95"/>
          <p:cNvCxnSpPr>
            <a:stCxn id="89" idx="6"/>
            <a:endCxn id="95" idx="2"/>
          </p:cNvCxnSpPr>
          <p:nvPr/>
        </p:nvCxnSpPr>
        <p:spPr>
          <a:xfrm>
            <a:off x="1100575" y="5956678"/>
            <a:ext cx="1481305" cy="13078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5" idx="2"/>
            <a:endCxn id="84" idx="6"/>
          </p:cNvCxnSpPr>
          <p:nvPr/>
        </p:nvCxnSpPr>
        <p:spPr>
          <a:xfrm flipH="1">
            <a:off x="1100574" y="4664217"/>
            <a:ext cx="1551284" cy="9211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val 103"/>
              <p:cNvSpPr/>
              <p:nvPr/>
            </p:nvSpPr>
            <p:spPr>
              <a:xfrm>
                <a:off x="4010973" y="5740007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4" name="Oval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973" y="5740007"/>
                <a:ext cx="335084" cy="335172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Connector 104"/>
          <p:cNvCxnSpPr>
            <a:stCxn id="85" idx="5"/>
            <a:endCxn id="104" idx="1"/>
          </p:cNvCxnSpPr>
          <p:nvPr/>
        </p:nvCxnSpPr>
        <p:spPr>
          <a:xfrm>
            <a:off x="2937871" y="4782718"/>
            <a:ext cx="1122175" cy="100637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Oval 124"/>
              <p:cNvSpPr/>
              <p:nvPr/>
            </p:nvSpPr>
            <p:spPr>
              <a:xfrm>
                <a:off x="3900096" y="4496631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Oval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096" y="4496631"/>
                <a:ext cx="335084" cy="335172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Oval 126"/>
              <p:cNvSpPr/>
              <p:nvPr/>
            </p:nvSpPr>
            <p:spPr>
              <a:xfrm>
                <a:off x="5516684" y="4470244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Oval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684" y="4470244"/>
                <a:ext cx="335084" cy="335172"/>
              </a:xfrm>
              <a:prstGeom prst="ellipse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Oval 127"/>
              <p:cNvSpPr/>
              <p:nvPr/>
            </p:nvSpPr>
            <p:spPr>
              <a:xfrm>
                <a:off x="5516684" y="5696646"/>
                <a:ext cx="335084" cy="33517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8" name="Oval 1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684" y="5696646"/>
                <a:ext cx="335084" cy="335172"/>
              </a:xfrm>
              <a:prstGeom prst="ellipse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2" name="Straight Connector 131"/>
          <p:cNvCxnSpPr>
            <a:stCxn id="95" idx="1"/>
            <a:endCxn id="84" idx="5"/>
          </p:cNvCxnSpPr>
          <p:nvPr/>
        </p:nvCxnSpPr>
        <p:spPr>
          <a:xfrm flipH="1" flipV="1">
            <a:off x="1051503" y="4874833"/>
            <a:ext cx="1579449" cy="97642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25" idx="3"/>
            <a:endCxn id="95" idx="7"/>
          </p:cNvCxnSpPr>
          <p:nvPr/>
        </p:nvCxnSpPr>
        <p:spPr>
          <a:xfrm flipH="1">
            <a:off x="2867892" y="4782719"/>
            <a:ext cx="1081277" cy="1068537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25" idx="2"/>
            <a:endCxn id="85" idx="6"/>
          </p:cNvCxnSpPr>
          <p:nvPr/>
        </p:nvCxnSpPr>
        <p:spPr>
          <a:xfrm flipH="1">
            <a:off x="2986942" y="4664217"/>
            <a:ext cx="913154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95" idx="6"/>
            <a:endCxn id="104" idx="2"/>
          </p:cNvCxnSpPr>
          <p:nvPr/>
        </p:nvCxnSpPr>
        <p:spPr>
          <a:xfrm flipV="1">
            <a:off x="2916963" y="5907594"/>
            <a:ext cx="1094010" cy="6216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04" idx="7"/>
            <a:endCxn id="127" idx="3"/>
          </p:cNvCxnSpPr>
          <p:nvPr/>
        </p:nvCxnSpPr>
        <p:spPr>
          <a:xfrm flipV="1">
            <a:off x="4296986" y="4756332"/>
            <a:ext cx="1268771" cy="1032761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28" idx="1"/>
            <a:endCxn id="125" idx="5"/>
          </p:cNvCxnSpPr>
          <p:nvPr/>
        </p:nvCxnSpPr>
        <p:spPr>
          <a:xfrm flipH="1" flipV="1">
            <a:off x="4186108" y="4782719"/>
            <a:ext cx="1379648" cy="963013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7696200" y="2821633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Are there any cycles with a variable and its negation?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44FBEF0-3A19-7FA6-9CA4-3135B3641F9D}"/>
                  </a:ext>
                </a:extLst>
              </p14:cNvPr>
              <p14:cNvContentPartPr/>
              <p14:nvPr/>
            </p14:nvContentPartPr>
            <p14:xfrm>
              <a:off x="0" y="2550240"/>
              <a:ext cx="11230560" cy="3508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44FBEF0-3A19-7FA6-9CA4-3135B3641F9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-9360" y="2540880"/>
                <a:ext cx="11249280" cy="352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720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2-SAT in Polynomial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Convert formula to an “implication graph”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1001" y="2590801"/>
                <a:ext cx="51698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solidFill>
                            <a:srgbClr val="4F81BD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latin typeface="Cambria Math"/>
                        </a:rPr>
                        <m:t>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bar>
                            <m:barPr>
                              <m:pos m:val="top"/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ba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bar>
                        <m:barPr>
                          <m:pos m:val="top"/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bar>
                      <m:r>
                        <a:rPr lang="en-US" sz="2400" i="1">
                          <a:latin typeface="Cambria Math"/>
                        </a:rPr>
                        <m:t>∨</m:t>
                      </m:r>
                      <m:bar>
                        <m:barPr>
                          <m:pos m:val="top"/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bar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2590801"/>
                <a:ext cx="5169877" cy="461665"/>
              </a:xfrm>
              <a:prstGeom prst="rect">
                <a:avLst/>
              </a:prstGeom>
              <a:blipFill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/>
          <p:cNvSpPr txBox="1"/>
          <p:nvPr/>
        </p:nvSpPr>
        <p:spPr>
          <a:xfrm>
            <a:off x="7696200" y="2821633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Are there any cycles with a variable and its negation?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159692-6FE0-4DB0-B3EE-FDF6D8EB3C5B}"/>
                  </a:ext>
                </a:extLst>
              </p:cNvPr>
              <p:cNvSpPr/>
              <p:nvPr/>
            </p:nvSpPr>
            <p:spPr>
              <a:xfrm>
                <a:off x="2590800" y="3699243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2159692-6FE0-4DB0-B3EE-FDF6D8EB3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699243"/>
                <a:ext cx="658516" cy="658689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6A444B2-A4F1-4F3A-A561-F741DCB3037E}"/>
                  </a:ext>
                </a:extLst>
              </p:cNvPr>
              <p:cNvSpPr/>
              <p:nvPr/>
            </p:nvSpPr>
            <p:spPr>
              <a:xfrm>
                <a:off x="5329775" y="3741278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6A444B2-A4F1-4F3A-A561-F741DCB30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775" y="3741278"/>
                <a:ext cx="658516" cy="658689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21ED1CF-77FE-4306-A57B-04D1DF670ADC}"/>
                  </a:ext>
                </a:extLst>
              </p:cNvPr>
              <p:cNvSpPr/>
              <p:nvPr/>
            </p:nvSpPr>
            <p:spPr>
              <a:xfrm>
                <a:off x="2641144" y="5592418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21ED1CF-77FE-4306-A57B-04D1DF670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144" y="5592418"/>
                <a:ext cx="658516" cy="658689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A1E4334-20D6-4906-B3AB-D1D904330B49}"/>
                  </a:ext>
                </a:extLst>
              </p:cNvPr>
              <p:cNvSpPr/>
              <p:nvPr/>
            </p:nvSpPr>
            <p:spPr>
              <a:xfrm>
                <a:off x="5381380" y="5562601"/>
                <a:ext cx="658516" cy="65868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A1E4334-20D6-4906-B3AB-D1D904330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380" y="5562601"/>
                <a:ext cx="658516" cy="65868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3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11582400" cy="3276600"/>
          </a:xfrm>
        </p:spPr>
        <p:txBody>
          <a:bodyPr>
            <a:normAutofit/>
          </a:bodyPr>
          <a:lstStyle/>
          <a:p>
            <a:r>
              <a:rPr lang="en-US"/>
              <a:t>Given </a:t>
            </a:r>
            <a:r>
              <a:rPr lang="en-US" dirty="0"/>
              <a:t>a 3-CNF formula (logical AND of </a:t>
            </a:r>
            <a:r>
              <a:rPr lang="en-US" dirty="0">
                <a:solidFill>
                  <a:srgbClr val="FF0000"/>
                </a:solidFill>
              </a:rPr>
              <a:t>clauses</a:t>
            </a:r>
            <a:r>
              <a:rPr lang="en-US" dirty="0"/>
              <a:t>, each an OR of 3 </a:t>
            </a:r>
            <a:r>
              <a:rPr lang="en-US" dirty="0">
                <a:solidFill>
                  <a:srgbClr val="4F81BD"/>
                </a:solidFill>
              </a:rPr>
              <a:t>variables</a:t>
            </a:r>
            <a:r>
              <a:rPr lang="en-US" dirty="0"/>
              <a:t>), Is there an </a:t>
            </a:r>
            <a:r>
              <a:rPr lang="en-US" dirty="0">
                <a:solidFill>
                  <a:srgbClr val="7030A0"/>
                </a:solidFill>
              </a:rPr>
              <a:t>assignment </a:t>
            </a:r>
            <a:r>
              <a:rPr lang="en-US" dirty="0"/>
              <a:t>of true/false to each variable to make the formula true?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4F81BD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∨</m:t>
                          </m:r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𝑢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∧(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solidFill>
                                <a:srgbClr val="4F81BD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rgbClr val="4F81BD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913" y="4876803"/>
                <a:ext cx="8542037" cy="461665"/>
              </a:xfrm>
              <a:prstGeom prst="rect">
                <a:avLst/>
              </a:prstGeom>
              <a:blipFill>
                <a:blip r:embed="rId2"/>
                <a:stretch>
                  <a:fillRect r="-221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134635" y="5470527"/>
            <a:ext cx="1019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499" y="580286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Variables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2477393" y="4652845"/>
            <a:ext cx="381000" cy="1371243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962958" y="5338468"/>
            <a:ext cx="747273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4412706" y="5338468"/>
            <a:ext cx="297524" cy="46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0"/>
          </p:cNvCxnSpPr>
          <p:nvPr/>
        </p:nvCxnSpPr>
        <p:spPr>
          <a:xfrm flipV="1">
            <a:off x="4710230" y="5296398"/>
            <a:ext cx="91698" cy="50647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𝒙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𝒛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𝒇𝒂𝒍𝒔𝒆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/>
                        </a:rPr>
                        <m:t>𝒕𝒓𝒖𝒆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083" y="5387369"/>
                <a:ext cx="1637586" cy="1569660"/>
              </a:xfrm>
              <a:prstGeom prst="rect">
                <a:avLst/>
              </a:prstGeom>
              <a:blipFill>
                <a:blip r:embed="rId3"/>
                <a:stretch>
                  <a:fillRect r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6AE2170-9F71-9D65-3ACF-BB92DF2B3CAF}"/>
                  </a:ext>
                </a:extLst>
              </p14:cNvPr>
              <p14:cNvContentPartPr/>
              <p14:nvPr/>
            </p14:nvContentPartPr>
            <p14:xfrm>
              <a:off x="2584080" y="560160"/>
              <a:ext cx="2728800" cy="677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6AE2170-9F71-9D65-3ACF-BB92DF2B3C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74720" y="550800"/>
                <a:ext cx="2747520" cy="69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4127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3-SAT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Given a 3-CNF formula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/>
                  <a:t> variables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/>
                  <a:t> clauses, try all combinations of True/False, check to see if any combinations evaluate to True.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22" t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9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3-SAT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3-CNF formula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variables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 clauses, try all combinations of True/False, check to see if any combinations evaluate to True.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44" t="-2426" b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F8D7-E2A3-4222-BD86-A63794DF33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D41DC-06A0-E80B-F65B-86FA6E8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ideas related to P and 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14756-45DB-148D-611C-D8C978CFAE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0972800" cy="54863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One-Way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is a one-way function provided that there is an algorithm to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polynomial time,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exponential time</a:t>
                </a:r>
              </a:p>
              <a:p>
                <a:pPr lvl="1"/>
                <a:r>
                  <a:rPr lang="en-US" dirty="0"/>
                  <a:t>Note that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belongs to NP</a:t>
                </a:r>
              </a:p>
              <a:p>
                <a:pPr lvl="2"/>
                <a:r>
                  <a:rPr lang="en-US" dirty="0"/>
                  <a:t>To verify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Public Key Cryptography</a:t>
                </a:r>
              </a:p>
              <a:p>
                <a:pPr lvl="1"/>
                <a:r>
                  <a:rPr lang="en-US" dirty="0"/>
                  <a:t>Two keys: public key, private key</a:t>
                </a:r>
              </a:p>
              <a:p>
                <a:pPr lvl="1"/>
                <a:r>
                  <a:rPr lang="en-US" dirty="0"/>
                  <a:t>To encrypt a message: 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𝑝𝑢𝑏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in polynomial time</a:t>
                </a:r>
              </a:p>
              <a:p>
                <a:pPr lvl="1"/>
                <a:r>
                  <a:rPr lang="en-US" dirty="0"/>
                  <a:t>To decrypt a ciphertext: 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𝑝𝑟𝑖𝑣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in polynomial time</a:t>
                </a:r>
              </a:p>
              <a:p>
                <a:pPr lvl="1"/>
                <a:r>
                  <a:rPr lang="en-US" dirty="0"/>
                  <a:t>If you don’t know the private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exponential time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𝑝𝑢𝑏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which we need to be a one-way function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14756-45DB-148D-611C-D8C978CFA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0972800" cy="5486399"/>
              </a:xfrm>
              <a:blipFill>
                <a:blip r:embed="rId2"/>
                <a:stretch>
                  <a:fillRect l="-1000" t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FC19EA-8C67-89DD-93CB-8DCF23AE7991}"/>
                  </a:ext>
                </a:extLst>
              </p14:cNvPr>
              <p14:cNvContentPartPr/>
              <p14:nvPr/>
            </p14:nvContentPartPr>
            <p14:xfrm>
              <a:off x="826560" y="441000"/>
              <a:ext cx="9556200" cy="5603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FC19EA-8C67-89DD-93CB-8DCF23AE79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7200" y="431640"/>
                <a:ext cx="9574920" cy="56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032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9144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4000" dirty="0" err="1"/>
              <a:t>Impagliazzo’s</a:t>
            </a:r>
            <a:r>
              <a:rPr lang="en-US" sz="4000" dirty="0"/>
              <a:t> 5 Worlds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295400" y="1099067"/>
            <a:ext cx="10515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Describes what computer science might look like depending on how certain open questions are answered. 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Algorithmica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Heuristica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Pessiland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Minicrypt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 err="1"/>
              <a:t>Cryptomania</a:t>
            </a:r>
            <a:endParaRPr lang="en-US" sz="3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7AE46A-3632-EC75-3B06-F4D0312C5F36}"/>
                  </a:ext>
                </a:extLst>
              </p14:cNvPr>
              <p14:cNvContentPartPr/>
              <p14:nvPr/>
            </p14:nvContentPartPr>
            <p14:xfrm>
              <a:off x="1686960" y="2378880"/>
              <a:ext cx="2452320" cy="257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7AE46A-3632-EC75-3B06-F4D0312C5F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7600" y="2369520"/>
                <a:ext cx="2471040" cy="259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0107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913874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4000" dirty="0"/>
              <a:t>Gauss vs. </a:t>
            </a:r>
            <a:r>
              <a:rPr lang="en-US" sz="4000" dirty="0" err="1"/>
              <a:t>Büttner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524000" y="838200"/>
            <a:ext cx="91440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762000"/>
            <a:ext cx="107442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 err="1"/>
              <a:t>Büttner’s</a:t>
            </a:r>
            <a:r>
              <a:rPr lang="en-US" sz="2400" dirty="0"/>
              <a:t> goal: embarrass Gauss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/>
              <a:t>Come up with a problem which Gauss finds difficult but </a:t>
            </a:r>
            <a:r>
              <a:rPr lang="en-US" sz="2400" dirty="0" err="1"/>
              <a:t>Büttner</a:t>
            </a:r>
            <a:r>
              <a:rPr lang="en-US" sz="2400" dirty="0"/>
              <a:t> can solve quickly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Come up with a 3-CNF formula and a satisfying assignment together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Give the formula to Gauss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2400" dirty="0"/>
              <a:t>When Gauss is stumped show the satisfying assignment</a:t>
            </a:r>
          </a:p>
        </p:txBody>
      </p:sp>
      <p:pic>
        <p:nvPicPr>
          <p:cNvPr id="7" name="Picture 2" descr="Carl Friedrich Gau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064" y="3200400"/>
            <a:ext cx="2616819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BDF19F-A700-C1D8-EA97-BE6F80DCCB84}"/>
                  </a:ext>
                </a:extLst>
              </p14:cNvPr>
              <p14:cNvContentPartPr/>
              <p14:nvPr/>
            </p14:nvContentPartPr>
            <p14:xfrm>
              <a:off x="565200" y="1022400"/>
              <a:ext cx="9230400" cy="524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BDF19F-A700-C1D8-EA97-BE6F80DCCB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5840" y="1013040"/>
                <a:ext cx="9249120" cy="526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368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Algorithmica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304800" y="838200"/>
            <a:ext cx="117348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P=NP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NP problems solvable efficiently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can quickly find the solution to </a:t>
            </a:r>
            <a:r>
              <a:rPr lang="en-US" sz="3000" dirty="0" err="1"/>
              <a:t>Buttner’s</a:t>
            </a:r>
            <a:r>
              <a:rPr lang="en-US" sz="3000" dirty="0"/>
              <a:t> problem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not embarrassed – he can solve any problem </a:t>
            </a:r>
            <a:r>
              <a:rPr lang="en-US" sz="3000" dirty="0" err="1"/>
              <a:t>Buttner</a:t>
            </a:r>
            <a:r>
              <a:rPr lang="en-US" sz="3000" dirty="0"/>
              <a:t> gives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3725425"/>
            <a:ext cx="349033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VLSI Design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Strong AI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Cure for cancer?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1204" y="3720266"/>
            <a:ext cx="287699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No privacy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Computers take over</a:t>
            </a:r>
          </a:p>
        </p:txBody>
      </p:sp>
      <p:pic>
        <p:nvPicPr>
          <p:cNvPr id="9" name="Picture 2" descr="http://upload.wikimedia.org/wikipedia/commons/thumb/f/f6/HAL9000.svg/2000px-HAL9000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553" y="217510"/>
            <a:ext cx="1722448" cy="172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static.ddmcdn.com/gif/blogs/6a00d8341bf67c53ef0147e2a2c381970b-800w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191000"/>
            <a:ext cx="2758665" cy="222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4CF936-3BEA-9F43-70C9-31694157CA3D}"/>
                  </a:ext>
                </a:extLst>
              </p14:cNvPr>
              <p14:cNvContentPartPr/>
              <p14:nvPr/>
            </p14:nvContentPartPr>
            <p14:xfrm>
              <a:off x="267480" y="1175760"/>
              <a:ext cx="7586280" cy="4703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4CF936-3BEA-9F43-70C9-31694157CA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120" y="1166400"/>
                <a:ext cx="7605000" cy="47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738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Heuristica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385512" y="734124"/>
            <a:ext cx="11349288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P≠NP in worst case, P=NP on average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Time to come up with a problem ≈ time to solve it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 err="1"/>
              <a:t>Büttner</a:t>
            </a:r>
            <a:r>
              <a:rPr lang="en-US" sz="3000" dirty="0"/>
              <a:t> can give hard problems, but it’s hard to find them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not embarrassed – Most formulas </a:t>
            </a:r>
            <a:r>
              <a:rPr lang="en-US" sz="3000" dirty="0" err="1"/>
              <a:t>Buttner</a:t>
            </a:r>
            <a:r>
              <a:rPr lang="en-US" sz="3000" dirty="0"/>
              <a:t> gives are easy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813932" y="3538665"/>
            <a:ext cx="36343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Maybe similar to </a:t>
            </a:r>
            <a:r>
              <a:rPr lang="en-US" sz="3000" dirty="0" err="1"/>
              <a:t>Algorithmica</a:t>
            </a:r>
            <a:endParaRPr lang="en-US" sz="30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Depends on real-world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3332" y="3667515"/>
            <a:ext cx="35795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Bad real world distributions could make things hard to solve</a:t>
            </a:r>
          </a:p>
        </p:txBody>
      </p:sp>
      <p:pic>
        <p:nvPicPr>
          <p:cNvPr id="8" name="Picture 2" descr="http://upload.wikimedia.org/wikipedia/commons/thumb/c/c4/2-Dice-Icon.svg/2000px-2-Dice-Icon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72312">
            <a:off x="10148893" y="3437143"/>
            <a:ext cx="1618076" cy="161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FECBC21-7BCE-C494-59D3-66E5A0B2A9D7}"/>
                  </a:ext>
                </a:extLst>
              </p14:cNvPr>
              <p14:cNvContentPartPr/>
              <p14:nvPr/>
            </p14:nvContentPartPr>
            <p14:xfrm>
              <a:off x="405720" y="878760"/>
              <a:ext cx="5371200" cy="5370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FECBC21-7BCE-C494-59D3-66E5A0B2A9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360" y="869400"/>
                <a:ext cx="5389920" cy="538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835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3600" dirty="0" err="1"/>
              <a:t>Pessiland</a:t>
            </a:r>
            <a:endParaRPr lang="en-US" sz="36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69278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sz="1600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152400" y="838200"/>
            <a:ext cx="11963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P≠NP on average, one-way functions don’t exist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dirty="0"/>
              <a:t>Hard problems easy to find, but </a:t>
            </a:r>
            <a:r>
              <a:rPr lang="en-US" sz="2800" i="1" dirty="0"/>
              <a:t>solved</a:t>
            </a:r>
            <a:r>
              <a:rPr lang="en-US" sz="2800" dirty="0"/>
              <a:t> hard problems difficult to find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dirty="0"/>
              <a:t>Gauss can be stumped, but </a:t>
            </a:r>
            <a:r>
              <a:rPr lang="en-US" sz="2800" dirty="0" err="1"/>
              <a:t>Büttner</a:t>
            </a:r>
            <a:r>
              <a:rPr lang="en-US" sz="2800" dirty="0"/>
              <a:t> does no better – The only way </a:t>
            </a:r>
            <a:r>
              <a:rPr lang="en-US" sz="2800" dirty="0" err="1"/>
              <a:t>Buttner</a:t>
            </a:r>
            <a:r>
              <a:rPr lang="en-US" sz="2800" dirty="0"/>
              <a:t> wins is to first find a hard problem, then solve it on his own.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spcBef>
                <a:spcPct val="20000"/>
              </a:spcBef>
            </a:pPr>
            <a:endParaRPr lang="en-US" sz="2800" dirty="0"/>
          </a:p>
          <a:p>
            <a:pPr marL="342900" indent="-342900">
              <a:spcBef>
                <a:spcPct val="20000"/>
              </a:spcBef>
            </a:pP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3276601"/>
            <a:ext cx="3713356" cy="293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Universal Compression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Derandomization</a:t>
            </a:r>
            <a:endParaRPr lang="en-US" sz="28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Quantum computing doesn’t matter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0840" y="3352801"/>
            <a:ext cx="3434560" cy="250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8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No crypto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No algorithmic advantages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Progress is slow</a:t>
            </a:r>
          </a:p>
        </p:txBody>
      </p:sp>
      <p:pic>
        <p:nvPicPr>
          <p:cNvPr id="8" name="Picture 2" descr="https://kaysolo.files.wordpress.com/2013/06/optimism-pessim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3222775"/>
            <a:ext cx="3100169" cy="27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963C24-BE95-C2E2-74C7-45EF781DC6C4}"/>
                  </a:ext>
                </a:extLst>
              </p14:cNvPr>
              <p14:cNvContentPartPr/>
              <p14:nvPr/>
            </p14:nvContentPartPr>
            <p14:xfrm>
              <a:off x="147600" y="431640"/>
              <a:ext cx="8093520" cy="5854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963C24-BE95-C2E2-74C7-45EF781DC6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240" y="422280"/>
                <a:ext cx="8112240" cy="587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78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Minicrypt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732" name="Rectangle 4"/>
              <p:cNvSpPr>
                <a:spLocks noChangeArrowheads="1"/>
              </p:cNvSpPr>
              <p:nvPr/>
            </p:nvSpPr>
            <p:spPr bwMode="auto">
              <a:xfrm>
                <a:off x="317268" y="838200"/>
                <a:ext cx="11557464" cy="6019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/>
                  <a:t>One-way functions exist, no public key cryptography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 err="1"/>
                  <a:t>Büttner</a:t>
                </a:r>
                <a:r>
                  <a:rPr lang="en-US" sz="3000" dirty="0"/>
                  <a:t> can give hard problems to Gauss and also know their solutions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sz="3000" dirty="0"/>
                  <a:t>Gauss is embarrassed – Using a one-way function, </a:t>
                </a:r>
                <a:r>
                  <a:rPr lang="en-US" sz="3000" dirty="0" err="1"/>
                  <a:t>Buttner</a:t>
                </a:r>
                <a:r>
                  <a:rPr lang="en-US" sz="3000" dirty="0"/>
                  <a:t> can give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and ask Gauss to identify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000" dirty="0"/>
              </a:p>
              <a:p>
                <a:pPr marL="457200" indent="-457200">
                  <a:spcBef>
                    <a:spcPct val="20000"/>
                  </a:spcBef>
                  <a:buFont typeface="Arial" panose="020B0604020202020204" pitchFamily="34" charset="0"/>
                  <a:buChar char="•"/>
                </a:pPr>
                <a:endParaRPr lang="en-US" sz="300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3000" dirty="0"/>
              </a:p>
              <a:p>
                <a:pPr marL="342900" indent="-342900">
                  <a:spcBef>
                    <a:spcPct val="20000"/>
                  </a:spcBef>
                </a:pPr>
                <a:endParaRPr lang="en-US" sz="3000" dirty="0"/>
              </a:p>
            </p:txBody>
          </p:sp>
        </mc:Choice>
        <mc:Fallback xmlns="">
          <p:sp>
            <p:nvSpPr>
              <p:cNvPr id="713732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268" y="838200"/>
                <a:ext cx="11557464" cy="6019800"/>
              </a:xfrm>
              <a:prstGeom prst="rect">
                <a:avLst/>
              </a:prstGeom>
              <a:blipFill>
                <a:blip r:embed="rId2"/>
                <a:stretch>
                  <a:fillRect l="-1213" t="-121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708733" y="3776552"/>
            <a:ext cx="35955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Private key crypto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Can prove identity (digital signatures)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</p:txBody>
      </p:sp>
      <p:sp>
        <p:nvSpPr>
          <p:cNvPr id="7" name="TextBox 6"/>
          <p:cNvSpPr txBox="1"/>
          <p:nvPr/>
        </p:nvSpPr>
        <p:spPr>
          <a:xfrm>
            <a:off x="5761471" y="3848100"/>
            <a:ext cx="28769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No electronic currencies</a:t>
            </a:r>
          </a:p>
        </p:txBody>
      </p:sp>
      <p:pic>
        <p:nvPicPr>
          <p:cNvPr id="8" name="Picture 2" descr="http://www.homedecorators.com/images/items/medium/080983024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4267200"/>
            <a:ext cx="2197332" cy="187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C76A7E-69B3-EC24-3CFD-61F0505EF118}"/>
                  </a:ext>
                </a:extLst>
              </p14:cNvPr>
              <p14:cNvContentPartPr/>
              <p14:nvPr/>
            </p14:nvContentPartPr>
            <p14:xfrm>
              <a:off x="436320" y="1071720"/>
              <a:ext cx="8483760" cy="4512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C76A7E-69B3-EC24-3CFD-61F0505EF1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960" y="1062360"/>
                <a:ext cx="8502480" cy="45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44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1524000" y="76200"/>
            <a:ext cx="7848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100000"/>
              </a:lnSpc>
            </a:pPr>
            <a:r>
              <a:rPr lang="en-US" sz="4000" dirty="0" err="1"/>
              <a:t>Cryptomania</a:t>
            </a:r>
            <a:endParaRPr lang="en-US" sz="4000" dirty="0"/>
          </a:p>
        </p:txBody>
      </p:sp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1524002" y="-18466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Rectangle 4"/>
          <p:cNvSpPr>
            <a:spLocks noChangeArrowheads="1"/>
          </p:cNvSpPr>
          <p:nvPr/>
        </p:nvSpPr>
        <p:spPr bwMode="auto">
          <a:xfrm>
            <a:off x="533400" y="838200"/>
            <a:ext cx="11201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Public Key Crypto Exists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 err="1"/>
              <a:t>Büttner</a:t>
            </a:r>
            <a:r>
              <a:rPr lang="en-US" sz="3000" dirty="0"/>
              <a:t> can come up with problems and solutions, then share the solution with all other students </a:t>
            </a:r>
          </a:p>
          <a:p>
            <a:pPr marL="342900" indent="-342900">
              <a:spcBef>
                <a:spcPct val="20000"/>
              </a:spcBef>
            </a:pPr>
            <a:r>
              <a:rPr lang="en-US" sz="3000" dirty="0"/>
              <a:t>Gauss is very embarrassed – </a:t>
            </a:r>
            <a:r>
              <a:rPr lang="en-US" sz="3000" dirty="0" err="1"/>
              <a:t>Buttner</a:t>
            </a:r>
            <a:r>
              <a:rPr lang="en-US" sz="3000" dirty="0"/>
              <a:t> can share the private key with all students, then ask Gauss to decrypt ciphertexts. Gauss is the only one in the room who won’t be able to do it.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  <a:p>
            <a:pPr marL="342900" indent="-342900">
              <a:spcBef>
                <a:spcPct val="20000"/>
              </a:spcBef>
            </a:pPr>
            <a:endParaRPr lang="en-US" sz="3000" dirty="0"/>
          </a:p>
        </p:txBody>
      </p:sp>
      <p:sp>
        <p:nvSpPr>
          <p:cNvPr id="3" name="TextBox 2"/>
          <p:cNvSpPr txBox="1"/>
          <p:nvPr/>
        </p:nvSpPr>
        <p:spPr>
          <a:xfrm>
            <a:off x="1813932" y="4195961"/>
            <a:ext cx="38583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Secure computation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Signatures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Bitcoin,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8024" y="4191000"/>
            <a:ext cx="3891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3000" dirty="0"/>
              <a:t>Disadvantages: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3000" dirty="0"/>
              <a:t>Algorithmic progress will be slow</a:t>
            </a:r>
          </a:p>
        </p:txBody>
      </p:sp>
      <p:pic>
        <p:nvPicPr>
          <p:cNvPr id="8" name="Picture 2" descr="http://www.correderajorge.es/wp-content/uploads/2013/09/public_key_cryptography_s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579" y="4884547"/>
            <a:ext cx="2331148" cy="147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B7C032-219C-F4AE-99B0-60ECF4391672}"/>
                  </a:ext>
                </a:extLst>
              </p14:cNvPr>
              <p14:cNvContentPartPr/>
              <p14:nvPr/>
            </p14:nvContentPartPr>
            <p14:xfrm>
              <a:off x="1410480" y="1861560"/>
              <a:ext cx="6455520" cy="582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B7C032-219C-F4AE-99B0-60ECF43916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1120" y="1852200"/>
                <a:ext cx="6474240" cy="60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498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29F367-289B-AD88-BAF0-0DDECB088133}"/>
                  </a:ext>
                </a:extLst>
              </p14:cNvPr>
              <p14:cNvContentPartPr/>
              <p14:nvPr/>
            </p14:nvContentPartPr>
            <p14:xfrm>
              <a:off x="1972440" y="2556360"/>
              <a:ext cx="1770480" cy="1004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29F367-289B-AD88-BAF0-0DDECB0881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63080" y="2547000"/>
                <a:ext cx="1789200" cy="10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14EDFF-4CF4-FFB1-4DD6-A7EBF5366663}"/>
                  </a:ext>
                </a:extLst>
              </p14:cNvPr>
              <p14:cNvContentPartPr/>
              <p14:nvPr/>
            </p14:nvContentPartPr>
            <p14:xfrm>
              <a:off x="1585440" y="1782000"/>
              <a:ext cx="7875360" cy="2284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14EDFF-4CF4-FFB1-4DD6-A7EBF53666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6080" y="1772640"/>
                <a:ext cx="7894080" cy="230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C0861C-70AF-99FA-C93D-E8B6732523A9}"/>
                  </a:ext>
                </a:extLst>
              </p14:cNvPr>
              <p14:cNvContentPartPr/>
              <p14:nvPr/>
            </p14:nvContentPartPr>
            <p14:xfrm>
              <a:off x="1311840" y="1261440"/>
              <a:ext cx="488880" cy="156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C0861C-70AF-99FA-C93D-E8B6732523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02480" y="1252080"/>
                <a:ext cx="507600" cy="158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0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80F87-4A02-45B3-9FBE-146080C3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981200"/>
            <a:ext cx="8568526" cy="381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4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412A03-1B66-40AA-90A8-AFC8A82BE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154362"/>
            <a:ext cx="828046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18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NP, will that have large practical impact?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127894A-E6A6-499A-8B6C-25FBC6188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70E6-3087-4411-B35F-4FB43256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1607A-734E-4F07-8DE5-EE9BE1D58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92" y="1417638"/>
            <a:ext cx="2314615" cy="1371624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E4916206-F9BA-456F-A791-587BBA00A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657600" y="1294511"/>
            <a:ext cx="6691639" cy="5548455"/>
          </a:xfrm>
        </p:spPr>
      </p:pic>
    </p:spTree>
    <p:extLst>
      <p:ext uri="{BB962C8B-B14F-4D97-AF65-F5344CB8AC3E}">
        <p14:creationId xmlns:p14="http://schemas.microsoft.com/office/powerpoint/2010/main" val="147814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55390</TotalTime>
  <Words>1050</Words>
  <Application>Microsoft Office PowerPoint</Application>
  <PresentationFormat>Widescreen</PresentationFormat>
  <Paragraphs>193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 Light</vt:lpstr>
      <vt:lpstr>Arial</vt:lpstr>
      <vt:lpstr>Times New Roman</vt:lpstr>
      <vt:lpstr>Calibri</vt:lpstr>
      <vt:lpstr>Cambria Math</vt:lpstr>
      <vt:lpstr>Office Theme</vt:lpstr>
      <vt:lpstr>CSE 332 Winter 2026 Lecture 27: Five Worlds</vt:lpstr>
      <vt:lpstr>(k-)CNF</vt:lpstr>
      <vt:lpstr>1-SAT</vt:lpstr>
      <vt:lpstr>1-SAT algorithm</vt:lpstr>
      <vt:lpstr>2-SAT</vt:lpstr>
      <vt:lpstr>2-SAT in Polynomial Time</vt:lpstr>
      <vt:lpstr>2-SAT in Polynomial Time</vt:lpstr>
      <vt:lpstr>3-SAT</vt:lpstr>
      <vt:lpstr>3-SAT algorithm</vt:lpstr>
      <vt:lpstr>3-SAT algorithm</vt:lpstr>
      <vt:lpstr>Other ideas related to P and NP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Does P=NP?</vt:lpstr>
      <vt:lpstr>When Will P=NP be resolved?</vt:lpstr>
      <vt:lpstr>Notable Statements on P vs NP</vt:lpstr>
      <vt:lpstr>If P≠NP, will that have large practical impact?</vt:lpstr>
      <vt:lpstr>If P≠NP, will that have large practical impact?</vt:lpstr>
      <vt:lpstr>If P=NP, will that have large practical impact?</vt:lpstr>
      <vt:lpstr>If P=NP, will that have large practical impact?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387</cp:revision>
  <dcterms:created xsi:type="dcterms:W3CDTF">2023-10-13T16:06:42Z</dcterms:created>
  <dcterms:modified xsi:type="dcterms:W3CDTF">2026-03-13T20:39:22Z</dcterms:modified>
</cp:coreProperties>
</file>