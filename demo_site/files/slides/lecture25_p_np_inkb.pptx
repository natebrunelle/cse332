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57" r:id="rId2"/>
    <p:sldId id="269" r:id="rId3"/>
    <p:sldId id="259" r:id="rId4"/>
    <p:sldId id="263" r:id="rId5"/>
    <p:sldId id="270" r:id="rId6"/>
    <p:sldId id="271" r:id="rId7"/>
    <p:sldId id="272" r:id="rId8"/>
    <p:sldId id="273" r:id="rId9"/>
    <p:sldId id="275" r:id="rId10"/>
    <p:sldId id="274" r:id="rId11"/>
    <p:sldId id="276" r:id="rId12"/>
    <p:sldId id="277" r:id="rId13"/>
    <p:sldId id="921" r:id="rId14"/>
    <p:sldId id="912" r:id="rId15"/>
    <p:sldId id="913" r:id="rId16"/>
    <p:sldId id="914" r:id="rId17"/>
    <p:sldId id="919" r:id="rId18"/>
    <p:sldId id="915" r:id="rId19"/>
    <p:sldId id="916" r:id="rId20"/>
    <p:sldId id="917" r:id="rId21"/>
    <p:sldId id="918" r:id="rId22"/>
    <p:sldId id="920" r:id="rId23"/>
    <p:sldId id="927" r:id="rId24"/>
    <p:sldId id="923" r:id="rId25"/>
    <p:sldId id="924" r:id="rId26"/>
    <p:sldId id="925" r:id="rId27"/>
    <p:sldId id="969" r:id="rId28"/>
    <p:sldId id="932" r:id="rId29"/>
    <p:sldId id="890" r:id="rId30"/>
    <p:sldId id="905" r:id="rId31"/>
    <p:sldId id="933" r:id="rId32"/>
    <p:sldId id="934" r:id="rId33"/>
    <p:sldId id="938" r:id="rId34"/>
    <p:sldId id="964" r:id="rId35"/>
    <p:sldId id="965" r:id="rId36"/>
    <p:sldId id="940" r:id="rId37"/>
    <p:sldId id="941" r:id="rId38"/>
    <p:sldId id="942" r:id="rId39"/>
    <p:sldId id="966" r:id="rId40"/>
    <p:sldId id="967" r:id="rId41"/>
    <p:sldId id="968" r:id="rId42"/>
    <p:sldId id="797" r:id="rId43"/>
    <p:sldId id="798" r:id="rId44"/>
    <p:sldId id="799" r:id="rId45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Ravie" panose="04040805050809020602" pitchFamily="82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32:14.0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6-03-09T22:32:14.448"/>
    </inkml:context>
  </inkml:definitions>
  <inkml:trace contextRef="#ctx0" brushRef="#br0">17744 8998 0,'0'0'0,"0"8"0,0-8 0,0 26 0,9 8 16,-1 25 0,-8 26-16,-8 34 15,-18 9 1,9-34-16,8-43 15,9-9-15,0-16 16,9-1 0,8-8-1,0 0-15,9-8 16,-1-1 0,1 1-16,0-9 15,-9 0 1,8 0-16,9 0 15,35 0-15,16 0 16,9 0 0,17-9-16,-17 9 15,8 0 1,1 0 0,-18 9-1,-17-1-15,-8 1 16,-17-1-16,-9 1 15,-9-1 1,-8 1-16,-8-9 16,0 0-16,-1 0 31,1 0-31,-9 0 16,0 0-16,8 0 15,1-9-15,-1-8 16,9-34-1,-8-17 1,-1-17-16,1-17 16,-1 59-16</inkml:trace>
  <inkml:trace contextRef="#ctx1" brushRef="#br0">19032 9437 0</inkml:trace>
  <inkml:trace contextRef="#ctx1" brushRef="#br0" timeOffset="1045.93">19032 9437 0</inkml:trace>
  <inkml:trace contextRef="#ctx0" brushRef="#br0" timeOffset="9363.18">22993 8709 0,'0'0'0,"0"0"0,-8 17 0,-1 34 15,-8 25-15,8-8 16,1 0 0,-9-8-16,8-1 15,1-8 1,-1 0-16,1 17 15,8 9 1,0-1-16,0-8 16,0-8-1,8-9-15,-8-8 16,9-18 0,8 1-1,0-9-15,17-9 16,17 1-1,35-1-15,25-16 16,0-9-16,8-9 16,1 9-16,8-8 15,0 8 1,8 8-16,43-8 16,1 0-1,16 9 1,17-9-1,-16 17-15,-10 17 16,-7 0-16,-27 0 16,-33 8-1,-35-8-15,-17-8 16,-25-1 0,-9-8-1,-8 0-15,-1-8 16,1-18-1,8-42-15,17-60 16,1-84 0,33-120-16</inkml:trace>
  <inkml:trace contextRef="#ctx0" brushRef="#br0" timeOffset="47333.81">24785 12153 0,'0'0'0,"0"0"0,0-9 0,0-33 0,0 25 16,-8 0-16,-1 0 0,1 0 15,-1 0-15,1 0 16,-1 0-1,1-17-15,-9-68 16,8-60 0,9 18-1,9-44-15,-1-16 16,1 34 0,-18-17-16,-8 9 15,0 76-15,9 42 16,-1 17-1,0 26-15,1 0 16,-9 17 0,-9 0-16,-16 26 15,-18 16 1,0 35 0,9 8-16,8-8 15,9-18-15,8-16 16,9-9-1,9-9-15,-1-8 16,1-8-16,8-1 16,0 1-1,0-9 1,0 0 0,0 0-16,0 0 0,0-17 15,25-68 1,10-51-1,7 17-15,18 33 16,8 27 0,1 33-16,16 26 15,51 68-15,1 43 32,-43-17-32,-9-18 15,-17-25 1,-16-25-16,-27-18 15</inkml:trace>
  <inkml:trace contextRef="#ctx0" brushRef="#br0" timeOffset="51682.18">20100 13990 0,'0'0'0,"0"0"0,0 34 0,-9 51 16,1 51-16,-18-8 16,-8-1-1,-26 52-15,0-9 16,18-60 0,-1-42-16,9 0 15,0-17 1,17-17-16,0-8 15,8-18 1,1 1-16,8-1 16,0-8-1,0-8-15,0-9 16,25-85 0,18-77-1,8 9-15,17-8 16,9-26-16,0 50 15,0 35 1,17-25-16,8 8 16,-8 34-1,0 42 1,-9 18-16,-8 25 16,0 0-1,-17 17-15,-18 25 16,1 18-16,-17 42 15,-9 17 1,-34-26-16,-26 1 16,-17-1-1,-17 1 1,-34-9-16,-17-34 16,-8-26-1,-1-42-15,-144-51 16</inkml:trace>
  <inkml:trace contextRef="#ctx0" brushRef="#br0" timeOffset="53415.74">22336 13335 0,'0'0'0,"0"0"0,0 0 0,0 0 16,0 0-16,-9 0 16,1 0-1,-26 17-15,-17 9 16,-9-1-1,0 9 1,-17 17-16,0 0 16,18 9-16,7 8 15,1 17 1,17 0 0,9 0-16,7-9 15,18-8 1,18 0-16,24 9 15,18-9-15,34-25 16,25-18 0,18-25-1,16-17-15,1-25 16,-17 7 0,-35-7-16,-59 25 15</inkml:trace>
  <inkml:trace contextRef="#ctx0" brushRef="#br0" timeOffset="54666.03">21781 14840 0,'0'0'0,"0"0"0,0 0 0,0 0 15,17 9 1,17-1-16,9 1 15,17 8-15,42 0 16,9 8 0,17 1-1,17-18-15,0 1 16,-8-1 0,-43-8-16,-51 0 15</inkml:trace>
  <inkml:trace contextRef="#ctx0" brushRef="#br0" timeOffset="55358.45">23420 15146 0,'0'0'16,"0"0"-16,0 0 16,0 0-16,0 0 15,0-25-15,25-77 16,35-51 0,17-17-1,8-26-15,-8 43 16,-17 51-1,-17 25-15,-1 26 16,-16 17 0,-9 17-16,-8 0 15,-1 17 1,-8 17-16,9 51 16,-18 68-1,-17 18-15,9-44 16,9-8-1,8-17-15,0-34 16,8-17 0,9-8-16,9-9 15,17-17-15,34-26 16,8-33 0,17-43-1,1-43-15,-18 1 16,-25 24-1,-9 27-15,-8-1 16,-9 18 0,-26 50-16</inkml:trace>
  <inkml:trace contextRef="#ctx0" brushRef="#br0" timeOffset="55954.46">25366 14517 0,'0'0'0,"0"0"0,0 0 16,-9 17-1,-8 34-15,-17 43 16,-17 50 0,-17 18-16,8-9 15,9 0 1,-1-25-16,18-52 16,17-25-1,0-25-15,17-18 16,0-16-1,0-69-15,17-50 16,9-78 0,17-33-16,16 60 15,1-1 1,17 18-16,-9 50 16,-8 34-1,8 26-15,-8 9 16,-9 16-16,9 9 15,-9 17 1,0 17 0,0 26-16,-8 25 15,-17 26 1,-26-9-16,-17-9 16,-35-8-1,-33-8-15,-43-18 16,-60-33-1,-145-43-15</inkml:trace>
  <inkml:trace contextRef="#ctx0" brushRef="#br0" timeOffset="57002.27">20151 16278 0,'0'0'15,"-9"-9"-15,-16 1 0,-1-1 16,-16-8-16,7 0 16,1 17-1,-8 0 1,-1 17-16,-25 43 15,8 67 1,17 18-16,9 8 16,9 34-16,16-26 15,0-33 1,1 42-16,-1-17 16,1-59-1,8-35 1,0-8-16,0-8 15,0-9 1,0-9-16,0-16 16,0-1-1,0-8-15,8-34 16,9-93-16,1-43 16,7-26-1,18-42 1,-1 34-16,1-9 0,17-8 31,8 34-31,0 0 0,1 34 31,8 34-31,-9 17 16,-8 17 0,-1 17-16,-16 25 15,0 18-15,-9 16 16,0 26-16,9 26 31,-9 42-31,-17 51 16,-17 8-1,-26-25-15,-8-17 16,-17 1-16,-26-1 16,-8-17-1,8-26 1,9-8-16,8-17 15,0-25 1,9-9-16,-34-68 16,25 8-1</inkml:trace>
  <inkml:trace contextRef="#ctx0" brushRef="#br0" timeOffset="58013.68">22123 16329 0,'0'0'16,"0"0"-16,0 0 0,0 0 15,0 0-15,0 0 16,0 0-16,0 0 16,0 0-1,0 0-15,0 0 16,0 0-1,0 0 1,-9 0-16,1 8 0,-1 1 31,0-1-15,-16 1-16,-1 8 16,-16 0-1,-10 0 1,-7 0-16,-1 17 15,-8 8-15,8 1 16,-8-1 0,8 9-16,0 9 15,9-9-15,0 0 16,-1 8 0,1 1-16,9-1 15,7 9 1,10-8-1,8 0-15,17-18 16,0 1-16,17-9 16,17 8-1,9 1-15,16-9 0,10-9 32,7-8-32,27-8 15,16-9 1,1-9-1,-9 1-15,-9-1 16,-8 1-16,-9-18 16,-50 9-1</inkml:trace>
  <inkml:trace contextRef="#ctx0" brushRef="#br0" timeOffset="58933.17">23019 17409 0,'0'0'0,"0"0"0,0 0 15,0 0-15,0 0 16,0 0-1,0-9-15,17-16 16,0-26 0,17-60-16,17-34 15,-8 18 1,-9 33-16,9 18 16,-18 16-1,1 26 1,-9 17-16,-8 9 15,-1 16 1,9 26-16,0 51 16,-8 51-16,-1 9 15,-8-34 1,0-18-16,17-16 16,0-9-16,0-26 15,1-16 1,16-9-1,8-17-15,18-26 16,17-33 0,34-52-16,-17-25 15,-26 17 1,-8 25-16,-18 18 16,-16 25-16,-9 25 15,-8 18 1</inkml:trace>
  <inkml:trace contextRef="#ctx0" brushRef="#br0" timeOffset="59715.15">24803 16601 0,'0'0'0,"0"0"0,0 0 0,-9 0 0,0 17 16,-16 34 0,-18 34-16,-8 34 15,0 0 1,-9 8-16,9-7 0,0 7 31,8 1-31,9-43 16,17-34-1,0-26-15,8-8 16,9-8 0,0-9-16,0-26 15,0-42 1,17-25 0,9-9-16,16 0 15,10-9-15,-1 17 16,9 9-1,-1 17-15,1 9 16,0 8 0,8 0-16,9 17 15,0 8 1,-17 9-16,-9 17 16,-9 0-1,-16 9-15,0 8 16,-18 25-1,-8 9 1,-8 9-16,-18-9 16,-25 8-1,0-8-15,-9-8 16,0-18-16,0 1 16,1-18-1,-18-16 1,0-35-16,43 9 15</inkml:trace>
  <inkml:trace contextRef="#ctx0" brushRef="#br0" timeOffset="63043">26390 13454 0,'0'0'0,"0"0"0,0 0 15,0 0-15,0 0 16,26 17 0,25 9-1,51 8 1,35 17-16,25 0 16,-17 17-1,-8 0-15,-18 8 16,-33-8-1,-27 0-15,-25 0 16,-17 17 0,-42 43-16,-43 8 15,-9 0 1,-34 26-16,-17-1 16,17-16-1,17-35-15,43 1 16,25 0-1,35-9-15,25-34 16,17 0-16,34-9 31,-8-16-31,-17-18 16,8 1-16,-17-9 16,-16-9-1,-27 1-15,-16-1 0,-27 35 31,-58 33-31,-27 18 16,9-9-16,34-34 31,26-9-31,17 10 16,17 16-16,34 25 16,60 26-1,34-17-15,0-25 16,-17-1-1,-9 35 1,-34-1-16,-51 1 0,-77 51 31,-102 67-31,-51-50 16,-35-52 0,35-33-16,161-60 15</inkml:trace>
  <inkml:trace contextRef="#ctx0" brushRef="#br0" timeOffset="63669.62">28276 14509 0,'0'0'0,"34"-9"0,43-8 16,51 0-1,9 9 1,-9 8-16,-17 8 15,-26 9 1,-17 0-16,-25 17 16,-17 9-1,-18 25-15,-33 34 16,-44 17 0,-16 0-16,8-9 15,26-16 1,0-9-16,17 9 15,8-18 1,26 1-16,9 16 16,8 52-1,8-1-15,-8-25 16,0-42-16,0 8 16,-8-42-1</inkml:trace>
  <inkml:trace contextRef="#ctx0" brushRef="#br0" timeOffset="63829.12">29172 16992 0,'0'-9'0,"9"1"0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34:24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4703 7050 0,'0'0'0,"0"0"0,0 0 0,0 0 15,0 0-15,17 17 16,0 0 0,8 0-16,61 17 15,33 9 1,9-1-1,52-16-15,16-1 16,9 1-16,51-9 16,25 0-1,10-9-15,24 1 16,-7-1 0,-10-8-1,27-25-15,42-18 16</inkml:trace>
  <inkml:trace contextRef="#ctx0" brushRef="#br0" timeOffset="777.83">12222 7195 0,'0'0'0,"26"0"0,42 8 16,68 1-1,61-9 1,33 17-16,18 0 16,42 0-1,17-9-15,60-16 16,17-26-1,-34-34-15</inkml:trace>
  <inkml:trace contextRef="#ctx0" brushRef="#br0" timeOffset="4629.96">3269 8028 0,'0'0'0,"0"0"0,0 0 0,17 9 16,34 8-1,35 0-15,67-9 16,43 1 0,43-1-16,52-8 15,41-8 1,27 8 0,34 8-16,33-8 0,1 9 15,-34 16 1</inkml:trace>
  <inkml:trace contextRef="#ctx0" brushRef="#br0" timeOffset="6331.78">4310 9151 0,'0'0'0,"0"0"0,0 0 0,0 8 15,0 9 1,-8 9-16,-9 33 16,-26 43-1,9 9-15,8-26 16,9-34 0,17-25-16,0-1 15,9-8-15,16 0 31,26-8-31,1-18 16,7-8-16,18-8 16,26-9-1,33 0-15,1 0 16,42-9 0,51-8-1,1 8-15,33 9 16,-16 9-16,-1 8 15,-25 0 1,-17 8 0,0 9-16,-68 9 15,-18-1-15,-8 1 16,-26-1 0,-25 1-1,-17-1-15,-9 1 16,-8-9-1,-18 0-15,1-9 16,-1-8-16,1-25 16,-18-43-1,9 25 1</inkml:trace>
  <inkml:trace contextRef="#ctx0" brushRef="#br0" timeOffset="67301">6085 12051 0,'0'0'0,"0"0"0,0 0 0,0 0 16,0 0-16,0 0 15,0 0 1,0 0-16,9 0 16,25 8-1,26 1-15,17-1 16,17 9-1,-26 0-15,-17-8 16,-25-1 0,25 9-16,34 0 15,26 0-15,17 0 16,-34 0 0,-43-8-16,43-9 15,77 0 1,-18-17-1,-25 0-15,35-9 16,24 1 0,-50 8-16,0 17 15,50 0-15,-33 0 16,-9 0 0,34 8-16,1-8 15,7 9 1,10-1-16,-27-8 15,1 0 1,34 9-16,-26-9 16,0 0-1,43 8-15,-60 1 16,18-9 0,67 8-1,-16 1-15,-1-18 16,-8 1-1,17-9-15,0-17 16,77-51 0,76-17-1</inkml:trace>
  <inkml:trace contextRef="#ctx0" brushRef="#br0" timeOffset="85434.35">16925 4975 0,'0'0'0,"0"0"0,0 0 0,0 0 15,0 0 1,8 9-16,-8-9 16,9 8-1,-9-8-15,8 9 16,-8-1 0,9 18-16,8 25 15,9 25-15,-1 1 16,1-1-1,-18 18 1,1 50-16,-18-8 16,1-33-1,-18-27-15,1 9 16,8-17 0,-1-17-16,10-17 15,-1-8 1,9-18-16,0-8 15,0-17 1,17-17-16,26-68 16,8-51-1,-8 17-15,-9 17 16,17-26 0,1 1-1,-1 42-15,0 8 16,9 1-16,17 8 15,8 8 1,0 18-16,1 16 16,-10 34-1,-24 18-15,-1 34 16,0 42-16,-8 76 16,-18 35-1,-33-1 1,-9 26-16,8-59 15,9-51 1,0-35-16,0-50 16</inkml:trace>
  <inkml:trace contextRef="#ctx0" brushRef="#br0" timeOffset="87183.18">18546 3878 0,'0'0'0,"0"0"0,0 0 15,0 0-15,0 0 16,0 0-16,0 0 16,0 0-1,0 0 1,0 0-16,0 17 15,0 9 1,0 25-16,0 25 0,-17 26 31,-8-17-15,-18 0-16,0 9 16,-8-1-16,17-16 0,8-18 15,9-16 1,0-18-1,0-8 1,9-8-16,8-1 16,0-25-16,0-25 15,8-18-15,9 1 16,9-9 0,8-17-16,0-9 15,9 1 1,-18 16-1,1 9-15,8 9 16,0-9-16,9 0 16,8 8-1,0 0 1,-8 18-16,0 16 16,-9 9-1,9 0-15,-9 17 16,0 0-16,0 17 15,-8 9 1,-1 16 0,1 9-16,-9 9 15,-9 0 1,-8 16-16,-17 1 0,-25-18 16,-18-8 15,0-17-31,-25-17 15,0-25-15,-18-26 16,35 0 0</inkml:trace>
  <inkml:trace contextRef="#ctx0" brushRef="#br0" timeOffset="89184.22">15815 4652 0,'0'0'0,"-8"0"0,-1 0 16,-16 0-1,-18 0 1,0 0-16,-25 17 15,-9 0 1,0 8-16,18 9 16,-35 26-1,-9 8-15,-8 17 16,9 17 0,17-8-1,25-18-15,26 1 0,17-9 31,0 0-31,17-9 16,8 18-16,35-9 16,25-9-1,43-7 1,-17-27-16,-9-16 16,35-26-1,-1-17-15,9-18 16,-34 1-1,-26 0-15,1-17 16,16-17-16,-17-25 16,-8-9-1,-26 25-15,-25 18 16,-1-18 0,-25 1-16,-34-10 15,8 27 1,1 16-16,-27 9 15,-16 9 1,17 8 0,42 25-16</inkml:trace>
  <inkml:trace contextRef="#ctx0" brushRef="#br0" timeOffset="89764.99">17462 3147 0,'0'0'0,"-8"0"16,-18 17 0,-25 17-16,-9 25 15,-16 26-15,-18 34 16,0 34 0,8 43-1,-24 42-15,-1 34 16,8 26-1,1 42-15,25-42 16,43-18 0,34-16-16,34-17 15,26-26 1,34-94-16,8-50 16,52-35-1,178 9-15</inkml:trace>
  <inkml:trace contextRef="#ctx0" brushRef="#br0" timeOffset="90319.36">20202 3189 0,'0'9'0,"26"59"16,8 51-16,9 17 15,8 25 1,0 18-16,-25-26 16,-18 68-1,-16 43 1,-44 8-16,-76 68 0,-68 9 31,-68-9-31,-95-25 16,26-77-16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37:31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2569 2279 0,'0'0'0,"0"0"0,0 0 0,0 0 16,0 17-16,-9 17 15,-25 43 1,0 25-16,-8 0 16,-10 25-1,18 1-15,26-9 16,8-25 0,8-26-1,1-26-15,-1-16 16,1-1-16,8-8 15,0 0 1,9 0-16,16 0 16,18 0-1,17 0-15,8-8 16,35-9 0,16 0-16,26-9 15,26-8 1,34 9-16,17 8 15,0 17 1,17-9-16,26 9 16,16 0-1,10 9-15,33-1 16,-8 9 0,25 0-16,18 9 15,-26-9-15,51 0 16,26 0-1,-26 0 1,-34-9-16,43-8 16,-26 0-1,-26 0-15,35-17 16,-43 0 0,0 17-16,8-8 15,-34 8-15,1 9 16,25 16-1,-35 1 1,-33-9 0,-34 0-16,-27-9 15,-41-8-15,-27-8 16,-16-1 0,-26 1-16,-26-18 15,-25 1-15,0-1 16,-1-8-1,1-25-15,-9-18 32,-8 9-32,-17 0 15,-1-17-15,-25-26 16,0 43 0</inkml:trace>
  <inkml:trace contextRef="#ctx0" brushRef="#br0" timeOffset="27960.76">30470 8751 0,'0'0'0,"0"0"0,0 0 0,0 0 16,0 0 0,0 0-16,0 0 31,0 0-15,0 0-16,-9 0 0,1 17 31,-18 9-31,-8 8 15,-9 17 1,-8 17-16,8 0 16,9-9-1,9 1-15,-18 16 16,0 26 0,9 0-16,0-8 15,8-26-15,9-17 16,0-17-1,9-8-15,-1-9 16,1-9 0,-1 1-16,9-1 15,0-8 1</inkml:trace>
  <inkml:trace contextRef="#ctx0" brushRef="#br0" timeOffset="28319.1">29548 9406 0,'0'0'0,"0"0"0,0 0 15,0 8-15,0 18 16,-9 8-1,9 8-15,0 10 16,0-10 0,0 1-16,0-9 15,9 17 1,8 0-16,0 0 16,17 0-1,0-9 1,9 1-16,8-26 0,18-17 31,42-17-31,25-43 16,129-67-16</inkml:trace>
  <inkml:trace contextRef="#ctx0" brushRef="#br0" timeOffset="44058.96">31554 12544 0,'0'-8'0,"17"-1"0,17-8 15,9 0-15,-18 9 16,1-1-1,-18 1-15,1-1 16,-1 1 0,1-1-16,-1 9 15,-8 0 1,0 0-16,-8 0 16,-18 26-1,-25 16-15,-17 18 16,-26 8-1,0 0-15,0 0 16,0-9 0,26 1-16,17-18 15,25-16 1,9-18-16,17 1 16,0-9-1,0 0-15,0 0 16,0 0-1,-8-9-15,-1 1 16,9-9 0,0 0-1,0 8-15,0 1 16,0-1-16,-8 9 16,-1 0-16,0 0 31,-16 0-31,-1 0 15,1 9-15,-1 8 16,0 0 0,9 0-16,0 0 15,9-9 1,8 9-16,8 0 16,18 17-1,17 17-15,33 0 16,35-8-1,-51-26-15</inkml:trace>
  <inkml:trace contextRef="#ctx0" brushRef="#br0" timeOffset="57333.69">30000 14526 0,'0'0'0,"0"0"16,0 0-16,0 0 16,-8 0-16,-1-9 15,-25 1-15,-34-1 16,-9-8 0,-17 0-1,0-8-15,9 8 16,0 17-1,-9 0-15,-9 0 16,9 8-16,9-8 16,0 0-1,-1 9-15,1 8 16,8 0 0,17 0-1,9 0-15,9 17 16,-10 17-1,1 0-15,8 0 16,9 8 0,9 18-16,-9 16 15,8 18-15,9-18 16,17-8 0,0 18-1,0-1-15,0 0 16,17-17-1,9 0-15,8 0 16,8-9 0,10-16-16,16-1 15,9 1-15,-1-9 16,27 8 0,25 1-16,0 0 15,-17-26 1,0 0-1,17 8-15,0-16 16,-9-18 0,-8-16-16,26-9 15,25-9 1,-17-25 0,9-8-16,-1-18 15,-25 9 1,-8 0-16,-35-9 15,9-25-15,0-25 16,-26 8 0,-34 8-16,-16-42 15,-36 8-15,-33 18 32,-34 8-32,-35-9 15,-33-8 1,-35 0-16,-68 17 15,-26 43 1,-16 33-16,-35 43 0,-34 34 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3-09T22:39:16.9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1" timeString="2026-03-09T22:39:19.554"/>
    </inkml:context>
  </inkml:definitions>
  <inkml:trace contextRef="#ctx0" brushRef="#br0">31380 13899 0</inkml:trace>
  <inkml:trace contextRef="#ctx0" brushRef="#br0" timeOffset="478.17">31380 13899 0</inkml:trace>
  <inkml:trace contextRef="#ctx0" brushRef="#br0" timeOffset="683.81">31380 13899 0</inkml:trace>
  <inkml:trace contextRef="#ctx1" brushRef="#br0">9423 6982 0,'0'0'0,"0"0"0,0 17 0,-9 0 15,1 9-15,-1 16 16,-8 43-1,0 17-15,8 9 16,1-26-16,8 0 16,0 17-1,0-8-15,0-18 16,0-8 0,0-17-16,0-8 15,8-9 1,1-9-1,8 1-15,0-1 16,9-8 0,8 0-16,0-8 15,9 8 1,8 0-16,17 0 16,-8-9-1,25-8-15,18-8 16,-1 8-1,9-9-15,0 1 16,0-1 0,0-8-16,-17 0 15,-9 9 1,-17 8-16,-34 0 16,-8 0-16,-17 0 15,-1 0 1,1 0-1,-9 0 1,0-17-16,-9-34 16,1-43-16,-1-8 15,18-17 1,8-17 0,17 0-16,0 17 15,0 17 1,-8 25-16,-1 18 15,-8 16-15,-8 26 16,-1 0 0,1 0-1,-9 17-15,-17-8 16,-34-1 0,-60 9-16,-51 0 15,-52-8-15,-33-9 16,-44 0-1,-41-9-15,-44 9 16</inkml:trace>
  <inkml:trace contextRef="#ctx0" brushRef="#br0" timeOffset="3383.94">9172 6914 0</inkml:trace>
  <inkml:trace contextRef="#ctx0" brushRef="#br0" timeOffset="3626.22">9172 6914 0</inkml:trace>
  <inkml:trace contextRef="#ctx0" brushRef="#br0" timeOffset="4011.19">9172 6914 0</inkml:trace>
  <inkml:trace contextRef="#ctx1" brushRef="#br0" timeOffset="14464.37">26134 8709 0,'0'0'0,"0"0"0,0 0 0,0 0 15,0 0-15,0 0 16,0 0-16,0 17 15,9 8 1,-9 9 0,0 17-1,8 9 1,-8 16-16,-17 1 16,-17 8-16,-17 25 15,-9 1 1,0-1-16,0-16 15,18-26 1,-1-8-16,0 16 16,1 9-1,16 0-15,9-8 16,17-18 0,0-16-16,0-18 15,0 1 1,0-9-16,0 0 15,17 0 1,9 0-16,25 0 16,17 0-1,26-9-15,9 1 16,7-9 0,10 0-16,25 0 15,9 0 1,-1 8-16,1 1 15,8-1 1,-8 9-16,-18 9 16,-25 8-1,-8 0 1,-35-9-16,-8 10 16,-18-1-16,1-9 15,0 1 1,-18-9-16,-8-9 15,-8 1 1,-1-1-16,1-8 16,8-17-1,0-42-15,9-18 16,-9-34 0,8-42-16,1 0 15,-9 9 1,17-9-1,0-17-15,9 16 0,0 35 16,-1 0 0,-16 17-16,0 17 15,-9 26 1,0 16-16,-9 18 16,1 8-1,-1 0-15,-8 8 16,0 9-1,-8-8 1,-9-1-16,-17-8 16,-43-8-16,-68-18 15,-69 1 1,-67 8-16,-61 8 16,-67 18-1,-86 8 1,93 25-1</inkml:trace>
  <inkml:trace contextRef="#ctx1" brushRef="#br0" timeOffset="22598.46">14074 7560 0,'0'0'0,"-8"0"0,-27-8 15,-33-1 1,-17 1-16,25 8 16,-34 8-1,-77 1-15,9-1 16,68 9-1,9 9-15,-34 0 16,-35-9 0,17 0-16,78-9 15,-18-16 1,-26-18-16,-8 0 16,-17-16-1,-153-52-15</inkml:trace>
  <inkml:trace contextRef="#ctx1" brushRef="#br0" timeOffset="22931.96">12043 6872 0,'0'0'0,"0"0"0,0 0 15,0 8 1,8 9 0,1 0-16,-1 17 15,-16 17 1,-1 26-16,1 16 16,-43 18-1,-35 8-15,1 0 16,-18 0-1,27-17-15,42-25 16,76-1-16,78-16 16,272-43-1,35-17 1</inkml:trace>
  <inkml:trace contextRef="#ctx1" brushRef="#br0" timeOffset="32198.39">9576 12459 0,'0'0'0,"0"0"16,0 0-16,0 0 0,0 0 15,-8 0 1,-18 17 0,-8 9-16,0 16 0,0 9 15,8 9 1,9 8 0,-9 8-1,1-8-15,-1 0 16,9 0-1,0-25-15,8-9 16,9-9 0,0-8-16,26-8 15,34-1 1,34-8-16,17-8 16,0-1-1,17 1-15,8 8 16,9 0-1,-8 8-15,16 9 16,10 9 0,-10 8-16,9 8 15,-8 1 1,-17-1-16,-9 1 16,-26-9-1,-25-8-15,-9-1 16,-25-16-1,-18-1-15,-16 1 16,0-9 0,-1 0-16,-8-9 15,9-33 1,-1-52-16,-8-25 16,-34-51-1,-43-153-15</inkml:trace>
  <inkml:trace contextRef="#ctx1" brushRef="#br0" timeOffset="51015.03">25093 2875 0,'0'0'0,"0"0"15,0 0-15,0 0 0,-9 0 0,1 17 16,-1 17-16,1 8 16,-18 18-1,-17-1-15,9 9 16,0-17 0,-9 17-16,-8 68 15,8 34-15,9-59 16,-8-43-1,-1 9 1,9-18-16,8-16 16,9-18-16,0-8 15,9-8 1,8-1 0,0-16-16,0-18 15,8-67-15,35-112 16,17 10-1,16-9 1,18 0-16,0 42 16,34-34-1,26 9-15,-9 51 16,17 17 0,-8 43-16,-9 16 15,-34 43-15,-17 26 31,-9 25-31,-17 8 16,-34 26 0,-25 26-16,-52 25 15,-51 0-15,-17-26 16,-25-16-16,-9-35 31,17-42-31,8-17 16,9-34-1,9-25-15,25-26 16,51 51 0</inkml:trace>
  <inkml:trace contextRef="#ctx1" brushRef="#br0" timeOffset="52030.72">27798 2279 0,'0'0'0,"0"0"0,0 0 0,0 0 16,0 0-16,-8 0 15,-9 9-15,-17 8 16,-18 0 0,-33 0-1,-34 8 1,-1 1-16,1 8 0,-9 17 15,-18 17 1,10 25 0,25 9-16,43-25 15,33-17 1,27 8-16,42 8 16,34 9-1,52-8-15,16-9 16,10-26-1,-10-16 1,-16-9-16,-9-9 16,-60-8-16</inkml:trace>
  <inkml:trace contextRef="#ctx1" brushRef="#br0" timeOffset="53071.87">29019 2534 0,'0'0'0,"0"0"0,0 0 16,0 0-1,-9-8-15,-8-1 0,-17-8 16,8-8 15,-16-1-31,-1-8 16,0 0-1,1 0-15,-1 0 16,9 17 0,0 0-16,17 9 15,0-1 1,0 9-16,-9 9 15,-8 33 1,-9 26-16,-8 26 0,0 42 16,8 8-1,9 1 1,-17 17-16,0-18 16,-1-25-1,10-8 1,8-26-16,16-9 15,1-25 1,9-25-16,-1-1 16,9-8-1,0-8-15,0-1 16,0 1 0,17-1-16,9 9 15,17-8 1,-1-1-16,18 1 15,8 8 1,9 0-16,0 0 16,-9 0-1,1-8-15,-18-1 16,-9-8 0,-16-8-16,-9-1 15</inkml:trace>
  <inkml:trace contextRef="#ctx1" brushRef="#br0" timeOffset="53349.01">28490 3045 0,'0'0'0,"8"8"0,26 18 16,26 8 0,0 0-16,-18-17 0,-7-9 15,-1-8 1,-17 0-1</inkml:trace>
  <inkml:trace contextRef="#ctx1" brushRef="#br0" timeOffset="53799.47">29685 2892 0,'0'0'0,"8"8"0,18 35 16,16 33-16,18 26 15,0 9 1,8-1-16,0 18 15,-8-1 1,8 1-16,1-17 16,-10-26-1,-7-17-15,-18-34 16,-17-17 0,-9-9-16</inkml:trace>
  <inkml:trace contextRef="#ctx1" brushRef="#br0" timeOffset="54104.89">30717 3036 0,'0'0'0,"-25"0"0,-18 17 0,-34 9 16,-25 16 0,-52 35-1,-42 50-15,-18 9 16,18-8 0,0 25-16,8-8 15,43-43-15,34-34 16,68-43-1</inkml:trace>
  <inkml:trace contextRef="#ctx1" brushRef="#br0" timeOffset="54919.77">31511 2858 0,'0'0'0,"0"0"0,0 0 0,-9 17 0,9 0 31,-8 8-31,-1 18 16,-8 16-1,-8 52-15,-18 25 16,-17-9-1,1-8-15,-10 9 16,-25 8 0,9-34-16,17-34 15,17-17 1,16-17-16,10-25 16,8-1-1,0-16-15,0-9 16,17-34-1,8-43-15,26-34 0,35-42 32,24 0-32,-7 17 15,16 9 1,-8-1 0,9 0-16,-1 43 15,-8 26 1,-9 16-16,-8 26 15,-9 0-15,-8 17 16,17 17 0,0 17-1,-18 9-15,1 25 16,0 42-16,-26 18 16,-34-9-1,-17 0-15,-43 26 16,-17-9-1,-16-43-15,-10-33 16,-59-43 0,-60-68-16,-85-68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41:16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10771 12255 0,'0'0'0,"0"8"0,17 18 0,0-1 0,-8 1 31,-1-1-31,9 1 16,0 17-1,-8 25-15,0 17 16,-1-9 0,-8-16-16,0-9 15,0-26 1,0-16-16,0-1 15,0 1 1,0-1-16,0-8 16,0 0-1,0 0-15,9 0 16,-9 0 0,17 0-16,0 0 15,17 0 1,9-8-16,16-1 15,27-8 1,16-8-16,-8 8 16,17 8-1,0 9-15,-17 0 16,0 17 0,-9 0-16,-34 0 15,0 0 1,-8 9-16,0-1 15,-18 1-15,1-18 16,-9 1 0,0-1-1,-8-16-15,8-18 16,8-42-16,-8-42 16,-8-9-1,-26-60-15,-17-144 16</inkml:trace>
  <inkml:trace contextRef="#ctx0" brushRef="#br0" timeOffset="18285.3">9184 7807 0,'-9'0'16,"1"26"-16,-1 16 0,-17 18 16,1-1-16,-9 26 15,-18 9 1,1-1-16,9-25 16,7-8-1,18-18-15,0-16 16,9-1-1,8-8-15,0-8 16,17-1 0,0 1-16,17-1 15,26-16 1,25 8-16,-8 0 16,-17 0-1,25 8-15,35 18 16,25 0-1,0-9-15,0-9 16,68 9 0,-25-8-16,-26 8 15,51 0 1,9 0-16,9 0 16,-18 0-1,52 8-15,16-8 16,10-8-1,7-1-15,-7 1 16,41-18 0,-50 1-16,68 8 15,8 17 1,-16 0-16,16-9 16,-8-8-1,17 9-15,17-1 16,-51 9-16,17 0 15,-34 0 1,-52-17 0,-16 0-1,-9-8-15,-60-9 16,-42 8 0,8 1-16,-68-1 15,-26 9-15,-25 0 16,-1-8-1,-16-1 1,-9-25-16,-9 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42:20.1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7707 9397 0,'0'0'0,"0"0"0,0 0 16,0 0-16,0 0 16,9 0-1,33-8-15,44-1 16,33 1 0,-25-1-1,68-8-15,86-17 16,16 0-16,9 0 15,18 17-15,33 17 16,68 17 0,18 9-16</inkml:trace>
  <inkml:trace contextRef="#ctx0" brushRef="#br0" timeOffset="5413.63">6145 10869 0,'0'0'0,"0"0"0,0 0 15,0 0 1,0 0-16,0 0 15,0 0 1,0 0 0,0 0-16,0 0 15,0 0 1,0 0 0,0 0-16,0 0 15,9 0-15,-1 0 16,9 0-1,0 8-15,0-8 16,18 0 0,7-8-16,35-9 15,-9-9 1,9 9 0,34 0-16,17 17 15,17-8 1,60-9-16,51 8 15,0-16 1,17-1-16,9 1 16,-9 8-1,9 8-15,-1 9 0,1-8 16,68-1 0</inkml:trace>
  <inkml:trace contextRef="#ctx0" brushRef="#br0" timeOffset="10815.8">7169 11932 0,'0'0'16,"0"0"-16,17-9 15,0 1-15,18-1 0,-1 1 31,8-9-31,27 0 16,16 17-16,43 8 16,68 35-1,86 33 1,59 9-16,146 9 16,68-18-16,-9-50 15,-128-18 1</inkml:trace>
  <inkml:trace contextRef="#ctx0" brushRef="#br0" timeOffset="19370.77">14381 7603 0,'0'0'0,"0"0"0,0 0 0,0 0 16,0 0-16,0 0 0,0 0 31,0 8-31,9 44 0,-1 58 31,-16 35-31,-18-9 0,-16 17 31,8-9-15,8-25-16,0 1 0,9-18 31,17-9-31,0-8 16,9-8 0,-1-9-16,-8 8 15,0-16 1,0-18-16,9 1 15,-9-1-15,8-8 16,9 0 0,1-8-1,16-1-15,0 1 16,26-9 0,25-9-16,0 1 15,26-1 1,26-8-16,8-8 15,8 8 1,10 0-16,24 0 16,-7 0-16,-1 8 15,34-8 1,9-8-16,34-1 16,-17 9-1,9-8-15,8-1 16,0 1-1,8-1-15,18 1 16,25-1 0,-8 1-1,0 8-15,-18 0 16,10-9 0,-18 9-16,8-8 15,1-1-15,0 1 16,-1-9-1,-16 0-15,8-9 16,-25 9 0,-27 0-16,-24-8 15,-27 8 1,-33 8 0,-43 1-16,-34 8 0,-26 0 15,-9 0 1,-16 0-1,-1 0-15,1 0 32,-9-9-17,-9-16-15,-8-35 0,-17-25 16,-17-34 0,0-17-16,0 9 15,-1 7 1,1 10-1,0-9-15,0 8 16,17 35-16,-9 8 16,0 0-1,-16 8-15,-10 1 0,-33 8 16,-1 17 0,1 0-1,-18 8-15,-50 18 31,-1 8-31,26 0 16,-68 17 0,-26-9-16,-26-8 15,-8 0-15,-9 9 0,-25-1 32,-17 1-32,-69-1 15,60 1 1,9 8-16,-77 0 15,42 0 1,1 8 0,-43-8-16,76-17 0,10 17 15,16-8 1,17-9 0,35 8-16,8-16 15,25 8 1,61 0-1,-1-9-15,43 1 16,68-1 0,35 1-1</inkml:trace>
  <inkml:trace contextRef="#ctx0" brushRef="#br0" timeOffset="20801.62">22652 7680 0,'0'0'0,"0"0"0,25 0 0,9 0 16,1-9-1,24 1 1,18-1-16,9-8 16,-10 17-16,-7 9 15,-10 8 1,-7 0-1,-18-9-15,-9 9 16,1 0 0,-9 17-16,-8 9 15,-9 16 1,-9 1-16,-8 8 16,0-9-1,8-16-15,9-1 16,9 1-16,8-9 15,0 0 1,0-9 0,-8 1-16,-1-1 15,1-16 1,-1-1-16,1 1 16,-9-1-16</inkml:trace>
  <inkml:trace contextRef="#ctx0" brushRef="#br0" timeOffset="20983.96">23616 9049 0,'0'0'0,"-8"8"0,-9 18 16,0-1 0</inkml:trace>
  <inkml:trace contextRef="#ctx0" brushRef="#br0" timeOffset="27241.49">14484 7637 0,'0'0'0,"0"0"0,0 0 16,0 0-1,0 0 1,0 0-16,0 0 16,0 0-1,-9-8-15,-8-10 16,-25-16-1,-10-17-15,1 0 16,0 9 0,-26-9-16,-8 17 15,-9 0-15,-9 0 16,27 17 0,-1-9-1,-17 9-15,-9 0 16,-7 0-1,7 9-15,35 8 16,8 0 0,-8 17-16,-9 17 15,9 8 1,-1 9-16,18 9 16,17-9-1,0 17-15,17 8 16,0-7-1,8 16-15,-8-9 16,9 1 0,-9-9-16,-9-9 15,9-16 1,0-9 0,8-9-16,9-16 15,0-9-15,0-9 16,0-25-1,-8-42-15,-1-26 16,-8 25 0,17 52-16</inkml:trace>
  <inkml:trace contextRef="#ctx0" brushRef="#br0" timeOffset="27514.22">12589 7450 0,'0'0'0,"0"0"15,0 0-15,0 0 16,-8 8-1,-10 18-15,-24 33 16,-9 27 0,-9 50-16,0 17 15,17-17 1,9 0-16,17 0 16,9-43-16,8-25 15,0-25 1,17-9-1,0-8-15,43-9 16,50-34 0,70-60-16,33-51 15,69-67 1</inkml:trace>
  <inkml:trace contextRef="#ctx0" brushRef="#br0" timeOffset="44538.93">14450 7756 0,'0'0'0,"0"0"0,0 0 16,0 17-16,0 26 15,-9 16 1,9 9-1,0 0-15,0 26 16,17 25-16,9 34 16,8 0-1,0 34 1,0 34-16,-17 9 16,0 25-1,0-51-15,1 26 16,-10 8-1,9-9-15,-8 18 16,8 8 0,0 0-16,0-17 15,0 18-15,-9-18 0,10 17 32,-1-9-32,-17 10 15,0 16 1,0-9-1,0-42-15,0-50 16,8 7-16,9-42 16,0-59-1,-8-18 1,8-16-16,-9-1 16,1-8-1,-1-8-15,1-1 16,-9-8-1,0-8-15,0-1 16,0 1 0,0-9-16,0 0 15,17-9 1,9 1-16,16-9 16,10 8-1,7-8-15,10 9 16,16-1-1,17 1-15,9 8 16,9 0 0,-18-9-16,9 9 15,9 0 1,16 0-16,9 0 16,0 0-16,26 0 15,-17 9 1,25-1-1,17 1-15,1-9 16,16 8-16,17 1 16,9-1-1,17 1-15,0 8 16,9 8 0,17-8-16,-1-8 15,18-1 1,8-8-1,9 0-15,17-8 16,-17-1 0,0 1-16,-18 8 15,-16 8-15,-26 1 16,-43 8 0,-25 0-16,-51 0 15,-35-9 1,-34 1-1,-25-1-15,-17 1 16,-1-9 0,-16 0-16,-1 0 15,1 0 1,-1 0-16,-8-9 16,9 1-16,0-1 15,-9 1 1,0-1-1,0 1-15,0-9 16,0 0 0,0 0-16,0-9 15,-9 1 1,0-18-16,-16-8 16,-1-34-16,1-8 15,-1-9 1,-8-9-1,0-8-15,0-8 16,8-18 0,9 0-16,0-50 15,8-35 1,26-8-16,9-17 16,8 0-1,9-9-15,-9 9 16,0 0-1,0 25-15,-17 26 16,-17-17-16,0 8 16,-17 43-1,-8-8 1,-1 8 0,9 17-16,-9-1 0,1 10 15,-9 16 1,8 26-1,0 9-15,1 8 16,8 8 0,8 26-16,1 9 15,-1 8 1,9 8-16,0 9 0,0 0 16,0 9 15,0-1-31,0 1 15,0 8 1,0 0-16,0-9 16,0 9-1,0 0-15,0-8 16,-8-1 0,-1 1-16,1-1 15,-1-8 1,0 0-16,-8-9 15,0 9-15,0 0 16,0 9 0,0-1-16,0 1 15,8-18 1,-8-25-16,17 9 16</inkml:trace>
  <inkml:trace contextRef="#ctx0" brushRef="#br0" timeOffset="93758.71">12273 14475 0,'0'0'0,"0"0"0,0 0 0,-17 0 15,0 25-15,-43 43 0,-8 34 16,17-8 0,17-1-16,0-16 15,17-9-15,-1-9 16,18 9-1,0-8-15,0 17 32,0 16-32,9-8 15,0-25-15,8-1 16,0-16 0,8-1-1,1-16-15,8-1 16,0 1-1,9-1-15,0-16 0,8-1 32,0 1-32,26-9 0,17-9 15,8 9 1,9 0 0,17 0-16,17-8 15,26 8 1,0 0-16,33-9 15,18 9 1,0-8 0,34 8-16,9 0 15,16-9 1,44 1 0,8 8-16,0 0 15,25-9-15,9 9 16,17 9-1,-8-9-15,-1 0 16,1 0 0,8 8-16,-9 1 15,26-1 1,35-8-16,-10-8 16,1-1-1,0 1 1,8-1-16,-34-8 15,1 9-15,-44-1 16,-34 1 0,-25-18-16,-17 9 15,-26-8 1,-34 8-16,-35-9 16,-7-8-1,-18 0-15,-34 0 16,-34 17-1,-35 0-15,-16 0 16,-9-8 0,9-1-16,-9-16 15,9-9 1,8-26 0,-8-17-16,-1 9 15,-8-8 1,1-9-16,-10 0 15,-16 0-15,-1 17 16,-16 0 0,-1 17-16,1 17 15,-9 8 1,-9 9 0,0 0-16,1 8 15,-9 1-15,-26-9 16,-8 0-1,-9 0-15,-9 8 16,-7-8 0,24 17-16,1 0 15,-17 0 1,-43-8-16,-26-1 16,-8 18-1,-43-18 1,0 18-16,17 16 15,-42 1 1,0 8-16,8 0 16,8 17-16,35-9 15,-43 9 1,-8-8 0,8 8-16,0-9 15,34-16 1,-51 8-16,-8 0 15,8 0-15,17 0 16,25-26 0,-25 1-16,18-1 15,-18 1 1,0-18-16,51-8 16,-51 0-1,0 0 1,26 17-16,-9 0 15,-8 9 1,-26-1-16,-17 9 16,17 9-16,8-9 15,1 25 1,-18 1-16,9 8 16,0 8-1,-8-8 1,-26 0-16,8 0 15,18-25 1,8-1-16,17-16 16,26-9-16,33-17 15,-24 0 1,-1-9 0,26 9-16,-18 0 15,10-8-15,8 25 16,8 17-16,-8 17 31,0 8-31,16 9 16,-16 9-1,-145 33-15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45:18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10421 8326 0,'0'0'0,"0"0"0,0 0 0,0 0 16,0 0 0,0 0-16,0 0 15,0 0 1,17 0-16,137 17 16,8 0-1,26 8-15,68-8 16,-9-25-1,18-9 1,76-26-16,-50-8 16,76-8-16,51 8 15</inkml:trace>
  <inkml:trace contextRef="#ctx0" brushRef="#br0" timeOffset="3821.96">7460 9270 0,'0'0'0,"0"0"15,0 0-15,0 0 0,0 0 16,17 0 0,25 8-16,1-8 15,17-8 1,59 8-16,69 8 16,-43 1-1,26 8-15,59 0 16,18 0-1,25 0-15,43-9 16,-35 9 0,103 0-16,17 0 15,-119 0 1,153 9-16,9-1 16,-94 1-1,-17 8-15,34-17 16</inkml:trace>
  <inkml:trace contextRef="#ctx0" brushRef="#br0" timeOffset="6588.43">11130 10290 0,'0'0'0,"0"0"15,0 0-15,0 0 0,0 0 0,0 0 16,0 0 0,0 0-1,25 0-15,69 0 16,8-8-16,180 16 31,17 9-15,-26 26-16,213 25 0,-76-17 15</inkml:trace>
  <inkml:trace contextRef="#ctx0" brushRef="#br0" timeOffset="12930.94">8253 11336 0,'0'0'0,"0"0"0,0-8 0,0-9 16,0 0-1,17 0-15,0 0 16,1 0 0,7 0-16,9 8 15,0 1 1,9-1-1,34-8-15,-9 17 16,-17 0 0,-16 0-16,-1 0 0,25 9 15,27-1 1,8 1 0,17 8-1,-26-9-15,-25 1 16,16 8-16,10 0 15,-1 0 1,9 0 0,8 8-16,-25 1 15,9-9-15,16 0 16,9 0 0,9 0-16,-27-8 15,1-1-15,17-8 31,9 0-31,-1 0 16,-25-8 0,9-1-16,33 9 15,-16 0 1,-1 0-16,9 0 16,17 0-1,17-9-15,1 1 16,7-18-1,35 9-15,-9 9 16,-25-1 0,25 9-16,1 0 15,7 0-15,-7 9 16,-1-9 0,69 8-16,102 9 15</inkml:trace>
  <inkml:trace contextRef="#ctx0" brushRef="#br0" timeOffset="14862.26">13690 12221 0,'0'0'0,"0"0"0,0 0 16,0 0-1,26-9-15,33-25 16,35-25 0,17-9-16,9 17 15,25 8 1,43 9-16,8 26 15,111 16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3-09T22:46:26.8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1" timeString="2026-03-09T22:46:32.061"/>
    </inkml:context>
  </inkml:definitions>
  <inkml:trace contextRef="#ctx0" brushRef="#br0">14640 10142 0</inkml:trace>
  <inkml:trace contextRef="#ctx1" brushRef="#br0">13869 2806 0,'0'0'0,"0"0"0,0 0 0,-8 0 15,-1 9-15,1-1 16,-1 9 0,1 1-16,-1 16 15,1 17-15,8 17 16,17 0 0,-9 0-1,9 25-15,-8 52 16,-1 8-16,1-34 31,-9-43-31,-9 10 16,9-18-16,0-9 15,0-16 1,0-18 0,0 1-16,0-9 15,9-9-15,8 1 31,8-1-31,27-16 16,7-1-16,1-16 16,51-9-1,34 0-15,-8 17 16,42 0-16,34 8 16,-25 9-16,26 26 31,25 16-31,-26 18 15,-8-1 1,-35-8-16,-67-17 16,-35-8-16,-8-1 15,-17-16 1,-1-1 0,9-16-16,1-35 15,7-42 1,-7-34-16,7-34 15,1-9 1,8-33-16,35-111 0</inkml:trace>
  <inkml:trace contextRef="#ctx1" brushRef="#br0" timeOffset="4128.55">22336 3878 0,'0'0'0,"68"-8"0,86-18 31,-35 9-31,-16 9 0,93-1 16,-8 0 0,-9 1-1,86-1-15,-61-8 16,10 0 0,8 0-16,-111 9 15,42-1 1,44-8-1,-61 9-15,-85-1 16,-25 9-16,0 0 16,-18 0-1,1 0 1,-1 0-16,-8 0 16,-34-8-1,-94-18-15,-85-8 16,-60 17-16,-18 17 15,27 17 1,-86 9 0,17-1-16,-17 1 15,26-1 1,76-16-16,18-1 16,76 1-1,-17-1-15,52-8 16,59 0-16,26 0 15,26 0 1,25 0-16,85-8 16,129-1-1,59 1-15,145-1 16,-8 1 0,-94 16-1,42-8-15,69 9 16,-43-1-1,-128 1-15,94-1 16,-51 1 0,17-1-16</inkml:trace>
  <inkml:trace contextRef="#ctx1" brushRef="#br0" timeOffset="15713.78">2834 8173 0,'0'0'0,"0"0"0,0 0 16,8 0-1,-8 0-15,0 0 16,0 0-1,9 17-15,-9 25 16,0 26-16,-9 17 16,9 0-1,0-25-15,0-18 16,0-16 0,0 0-1,0-18-15,0 1 0,0-1 31,0 1-31,0-9 16,17 8 0,9 1-16,8-1 15,0 1 1,0-9-16,17 0 16,26 0-1,-8-9-15,-10 1 16,35-9-1,0-9 1,8 9-16,9-8 16,-25 7-1,-1 10-15,18-1 16,-1 9-16,17 0 16,-16 0-1,-9 0-15,8 17 16,9-8-1,0 0-15,0-1 16,-9 1 0,26-1-16,18-8 15,-10-8 1,9 8 0,17 8-16,1-8 0,-10 0 15,-8 0 1,26 0-1,-17 0-15,8 0 16,8 9 0,1-18-16,8 9 15,1 9-15,-10-1 16,10-8 0,7 0-16,-7 0 31,16 0-31,-17 0 15,-8 0 1,17-8-16,-9 8 16,0-9-1,0 9-15,-17 0 16,-8 0 0,-17 9-16,-9-9 0,-17 17 15,-18 0-15,-16 0 31,-17-9-31,-17 1 16,-18-1 0,1-8-16,-18 0 15,1 0-15,0 0 16,-9 0 0,0-8-1,0-9 1,8-86-16,18-194 15</inkml:trace>
  <inkml:trace contextRef="#ctx1" brushRef="#br0" timeOffset="37387.51">5539 11387 0,'0'0'0,"0"0"0,0 0 15,0 0-15,0 0 16,0 0 0,0 9-16,0 16 15,0 35-15,0 25 16,0 0 0,0-17-1,0-17-15,0-8 16,0-9-1,0 0-15,17 17 0,9 0 32,-1 8-32,1-16 15,0-9 1,-9-9 0,0 1-16,0-18 15,0 1-15,26-1 16,25-16-1,0-1-15,-17-8 16,18-8 0,33-1-1,-8 1-15,8-1 16,-8 1-16,9-9 16,42 0-1,8 8-15,-16 9 16,-18 0-1,9 9-15,-34 8 16,0 0 0,-25 17-16,-18-9 15,-26 1 1,1-1-16,-9 1 16,-8-1-1,-1-8-15,-8-8 16,9-26-1,-1-102-15,18-77 16,34-110 0</inkml:trace>
  <inkml:trace contextRef="#ctx1" brushRef="#br0" timeOffset="46065.51">11420 11387 0,'0'0'0,"-9"0"0,1 17 31,-9 26-31,0 8 16,8 0 0,0 0-16,9 0 15,0 0 1,-8-8-16,8-1 15,0-16 1,0-1-16,0-8 16,17-8-1,0 8 1,17-9-16,17 1 16,1-9-16,-1 0 15,0 0 1,9 0-16,8 8 15,9-8 1,17 9-16,17 8 16,-9-9-1,9 9-15,0 0 16,9-8 0,-9-1-16,-9 1 15,17-1 1,1 1-16,8-9 15,0 8 1,-9 1 0,-8-1-16,0-8 15,0 0-15,-17 9 16,-26-9 0,-16 8-1,-27-8-15,1 0 16,-18 0-1,1 0-15,-1 0 16,-8-8 0,0-18-16,9-42 15,-9-34 1,17-25-16,17 16 16,9 43-1,-17 43-15</inkml:trace>
  <inkml:trace contextRef="#ctx1" brushRef="#br0" timeOffset="47734.65">16566 11507 0,'0'0'0,"0"0"0,0 0 15,-8 17-15,-1 0 16,1 17 0,-1 17-16,9 0 15,0 0 1,0-9-16,0 1 16,0-1-16,9-16 15,8-1 1,-9 1-1,1-9-15,-1-9 16,9 1 0,1-1-16,-1 1 15,17-9 1,17 8-16,9-8 16,17 0-1,8 0-15,0 9 16,9-1-1,0 9-15,8 9 16,9-9 0,17 8-16,9-16 0,42-1 31,17-8-31,1-8 16,8-1-1,-1 1-15,-24-1 16,-1 9-16,0 0 15,-8 0 1,0 9-16,8-1 16,0-16-1,9 8 1,-9-9-16,-17-8 16,0 9-1,-8 8-15,-17 0 16,-18 0-1,1 0 1,-1 0-16,-34 8 16,-25-8-16,-17 0 15,-18 0 1,-8 0 0,-8 0-16,8-8 15,0-26-15,0-43 16,17-42-1,0-34-15,43-128 16</inkml:trace>
  <inkml:trace contextRef="#ctx1" brushRef="#br0" timeOffset="65284.51">8791 13309 0,'0'0'0,"0"0"0,0 0 0,0 0 16,0 0-16,-9 0 16,1 17-1,-1 18 1,-16-1-16,8 17 15,0 8 1,0 9-16,0 17 16,-1 0-1,1-8 1,9-9-16,8-26 16,0-16-16,0-1 15,0 1-15,8-9 16,9 0-1,9-9-15,17 1 0,16-1 32,10-16-17,8-1-15,16-8 16,10-8 0,8 8-16,8-9 15,18 9 1,8 9-16,-8 8 15,-1 8 1,1 9 0,-1-8-16,-16 8 15,-18-9-15,-17 9 16,-25 0 0,-9-8-16,-8-1 15,-17 1 1,-1-1-16,-16-8 15,-1 0 1,9-8-16,0-35 16,-8-67-1,-18-18-15,1 69 16</inkml:trace>
  <inkml:trace contextRef="#ctx1" brushRef="#br0" timeOffset="123746.07">25306 9780 0,'0'0'15,"0"0"-15,0 0 0,34 17 0,26 26 16,51 25-16,128 25 16,-9-25-1,43-17-15,43-8 16,-34-26-1,128 0-15,-60 8 16,-26 18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48:45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5812 3291 0,'0'0'0,"0"17"16,9 34-16,-1 34 0,1 0 15,-9 17 1,-9 26 0,-8 17-16,0-1 15,0-8 1,17-34-16,0-17 16,17-25-16,26-9 31,8-26-31,43-16 15,51-18-15,0-8 16,0-8 0,0-9-16,9 0 15,0 8-15,16 9 16,-8 9 0,9-1-1,8 1-15,-8-1 16,8 9-16,-42-8 15,-35 8 1,-16 8-16,-35 1 16,-17-1-1,-8 1 1,-18-9-16,1 0 16,-1 0-1,-8 0 1,0-17-16,17-60 0,17-67 15,26-60 1,26-43 0,7-8-16,-16 8 15,0 18 1,8-18 0,-16 26-16,-18 25 15,-17 18-15,-17 42 0,-17 16 31,-8 27-15,-18 8-16,-25 17 16,-18 8-1,-24 18-15,-35 16 16,-35 18 0,1 16-16,-26 26 15,1 0 1,-1-8-16,0-1 15,9 1 1,-17-18-16,8 1 16,-26 8-1,1-9-15,34 1 16,17-1 0,17 1-16,25-9 15,35 0 1,25 0-16,17 0 15,18 0 1,8 0-16,0 0 16,8 0-1,9 8-15,0 18 16,17 33 0,9 43-16,8 52 15,-8 50-15,-9 59 16,-34 26-1,-18 26 1,-33 25-16,-17-68 16,-52 9-1</inkml:trace>
  <inkml:trace contextRef="#ctx0" brushRef="#br0" timeOffset="18023.79">6085 3750 0,'0'0'0,"0"0"0,17 0 0,60-8 15,60-9-15,-35 0 16,-51 8 0,35 9-16,67 0 15,18 9 1,-43-1-16,17 9 16,43-8-16,-51-9 15,-78 0 1,1 0-1,17 0-15,-9 0 16,-17 0 0,-25 0-16,-17 0 15,-1 0 1,-16 0-16,-52 0 16,-85 8-1,-35 1-15,-7 8 16,-69-17-1,85 0-15,26 8 16,-51-16-16,42-1 16,69 1-1,25-1-15,9 1 16,16 8 0,18 0-1,9 0-15,8 0 16,0 0-16,34-9 15,128 9 1,0 9 0,-8-1-16,85 26 15,-17 1 1,17-1-16,119 25 16</inkml:trace>
  <inkml:trace contextRef="#ctx0" brushRef="#br0" timeOffset="54820.15">3158 5775 0,'0'0'0,"0"8"0,0 18 0,-17 161 0,8-102 15,1-26-15,8-16 16,0-18-16,17 1 16,8-18-1,10 1-15,7-18 16,9-16-1,35-18-15,-1 9 16,-17 0 0,9 9-16,9-9 15,-18 0 1,0 17-16,9 0 16,-9 17-1,-17 0-15,-8 0 0,-17 8 31,-1 1-31,-16-1 16,-1-8 0,1 0-16,0 0 15,-1 0 1,-8 0-16,0-17 16,17-25-1,0-43-15,-8-17 16,-1 8-1,-8 9-15,-8-9 16,-1 9 0,1 17-16,-1 0 15,-8 17 1,9 0-16,-10 0 16,1 17-1,9 0-15,-1 17 16,1 0-1,-1 0-15,9 9 16,-8-1 0,8 9-16,-9 0 15,1 0 1,-18 0-16,-8 9 16,-9-1-1,-8 9-15,-9 0 16,-8-8-1,8-1-15,0 1 16,9-9 0,0 0-16,8 0 15,9 0 1,0 0-16,17 0 16,0 0-1,0 0-15,8 0 16,1 0-1,-1 0-15,1 0 16,-1 8-16,1 9 16,-1 17-1,1 34 1,-9 43-16,-1 25 16,-16 25-1,-8 10 1,-1-35-16,26-68 15</inkml:trace>
  <inkml:trace contextRef="#ctx0" brushRef="#br0" timeOffset="62662.73">8398 8692 0,'0'0'0,"0"0"15,0 0-15,0 0 0,0 0 16,0 0 15,0 0-31,0 0 0,0 17 16,-8 25-1,-1 9-15,1 17 16,-1-8 0,1-1-1,-18 9-15,9-17 0,0-8 16,0-18 0,8 1-1,9-18-15,0 9 16,0-8-16,0 8 31,17 0-31,1 0 16,24 0-1,9 8-15,9 1 16,8-18-16,26 9 16,34-8-1,0-9-15,0 0 16,26 0-16,25 0 31,-25 0-31,34-9 0,8 9 16,-25 0-1,16 0 1,10 9-16,-18-1 16,34-8-1,18 9 1,8-9-16,0 0 15,0-9-15,0-8 16,-26 9 0,26-18-1,-9 1-15,1-9 16,-1 0 0,-59 17-16,0 8 15,-9 18 1,-34 8-16,-17 0 15,17 0 1,0 0-16,-9 8 16,-16 1-1,-9-9-15,-9 0 16,-8 0 0,-26-9-16,-25 1 15,-1-1 1,-16 1-16,-1-9 15,1 0 1,-9 0-16,0 0 16,0 0-1,0-17-15,8-43 16,18-50 0,17-94-16,25-136 15</inkml:trace>
  <inkml:trace contextRef="#ctx0" brushRef="#br0" timeOffset="184141.12">6598 5953 0,'0'-17'16,"0"-34"-16,8-42 0,86-171 0,-43 170 0,0-8 0,-25 26 0,-9 16 15,-8 26-15,-1 9 16,-16 8 0,-27 0-1,-16 17-15,9 17 0,-27 8 32,-8 9-32,18-8 15,25-1-15,8-16 16,9-1-1,0 1-15,8-1 16,9 1 0,0-9-1,0-17-15,26-17 16,17-26 0,16-8-16,10 9 15,-1 8-15,-8 0 16,-18 25-1,-8 9-15,1 17 16,-1 9 0,25 50-1,10 43-15,-10 26 16,-33-60 0</inkml:trace>
  <inkml:trace contextRef="#ctx0" brushRef="#br0" timeOffset="-154230.96">2962 12825 0,'0'0'0,"0"0"0,0 0 0,0 17 0,0 17 16,-9 17-16,-17 59 15,1 52 1,8-35 0,0-33-16,0 8 0,17 9 31,0-18-31,0 1 16,0-26-1,0-17-15,0-9 16,0-8-16,0-8 15,0-1-15,17 1 32,8-1-32,9-16 15,1-1 1,7-8 0,1 0-16,8 0 0,0 0 15,-8 0 1,25-8-1,26-1-15,17 1 16,0-1 0,9-8-16,-9 0 0,0 0 31,8 9-31,1-1 16,-18 9-16,9 0 15,8 0 1,1 0-1,8 0-15,0 0 16,-9 0-16,1 0 16,8 9-16,0-1 31,0 1-31,-9-1 16,1 9-1,-1 0-15,-8-8 16,0 8-1,0-9-15,-25 1 16,-1-1 0,-17 1-16,-17-1 15,-8-8 1,8 0-16,-8 0 16,-9 0-1,-8 0-15,-1 0 16,-16 0-16,-1 0 15,1 0 1,-9 0 0,0 0-16,0 0 15,9-8 1,8-18-16,0-25 16,8-34-1,9-34-15,1-25 16,-1 8-1,-9-9-15,1 9 16,0 17 0,-1 8-1,-16 26-15,-1 17 16,1 26-16,-9 8 16,0 17-1,0 0-15,-9 8 16,1 1-1,-1-1 1,-16 1-16,-1-1 16,0 1-16,-16 8 15,-1-9 1,-25 1-16,-18-9 16,10 8-1,-18-8 1,-17-8-16,-26-1 15,-8 9-15,8 0 16,-50 9 0,7-1-16,1 1 15,-43 8 1,-8 0-16,-18 0 16,1 0-1,-1-9-15,-16 9 16,8 0-1,0-8 1,8-1-16,-8 1 16,17-1-16,0-25 15,-94-17 1</inkml:trace>
  <inkml:trace contextRef="#ctx0" brushRef="#br0" timeOffset="-91527.17">12726 14194 0,'0'0'0,"-9"-9"0,1 1 0,-1-1 0,-8 9 16,-9 0-1,1 0-15,-1 0 16,1 17-1,-10 43-15,-16 59 16,8 34 0,9 43-16,0-1 15,0-8 1,0-8-16,8-26 16,1-42-1,-18-1-15,9-33 16,0-26-1,8-26-15,1-16 16,-1-26 0,0-43-16,-8-67 15,9-43 1,25-35 0,17-24-16,25 33 15,18 1 1,25-1-16,1 43 15,16 17 1,26 8-16,0 18 16,9 16-16,-9 35 15,-9 33 1,1 18 0,-26 25-16,-17 25 15,-18 26 1,-8 34-16,-33 26 15,-36 25-15,-24-25 16,-26-26 0,-18-17-16,-16-34 15,8-26 1,-17-8-16,-26-17 16,1-8-1,25-1-15,25 1 16,44-1-16,8 9 31,17 0-31</inkml:trace>
  <inkml:trace contextRef="#ctx0" brushRef="#br0" timeOffset="-90889.28">13869 14109 0,'0'0'0,"0"0"0,0 0 0,0 0 16,0 0-1,0 0-15,0 0 16,0 17 0,17 0-16,9 8 15,34 9 1,-1 9-16,1-9 15,17 9 1,0-18-16,-9-8 16,-8 0-1,8 0-15,0-8 16,-8 8-16,-17 0 16,-18-9-1,10 9-15,-1-8 16,-9-1-1,-8 1 1</inkml:trace>
  <inkml:trace contextRef="#ctx0" brushRef="#br0" timeOffset="-90555.39">13989 15163 0,'0'0'0,"0"0"0,0 0 15,8 0-15,35 0 32,17-8-32,34-1 15,17 1 1,8-9-16,1 8 16,-27-8-1,-16 17-15,-34 9 0</inkml:trace>
  <inkml:trace contextRef="#ctx0" brushRef="#br0" timeOffset="-89952.2">15201 15504 0,'0'0'0,"0"0"15,0-9-15,8-8 16,9-42-16,17-18 31,1-8-31,24-51 16,27-26-1,-18 26-15,0 34 16,-8 17 0,-9 9-16,-17 33 15,-8 18-15,-9 8 16,-8 17 0,-1 17-1,1 51-15,-18 85 16,-8 25-1,-9 1-15,1 17 16,8-43 0,8-77-16,9-33 15,0-18 1,0-8-16,17-8 16,17-26-1,35-51-15,25-51 16,-1-26-1,-7-25-15,-18 0 16,-8 42 0,8 1-16,-17-1 15,-8 35-15,-9 25 16,-17 42 0</inkml:trace>
  <inkml:trace contextRef="#ctx0" brushRef="#br0" timeOffset="-89283.54">17138 14806 0,'0'0'0,"0"0"0,0 0 16,0 0-16,-8 0 0,-1 26 31,-17 25-31,-16 34 16,-18 25-1,0 35-15,-8 8 16,17-34 0,17-34-16,0-17 15,16-17-15,1-17 16,9-17 0,-1-8-1,9-1-15,0-16 16,0-26-16,17-51 15,18-51 1,-1 8 0,25 9-16,1 8 0,8 1 31,1-1-31,8 26 16,-1 26-16,-7 16 15,7 18-15,1 8 31,0 17-31,-9 17 0,-8 0 32,-17 17-32,-9 0 15,-17 8 1,-26 26-16,-59 43 16,-43 8-1,0-26-15,9-41 16,17-52-16,-18-69 15,52 18 1</inkml:trace>
  <inkml:trace contextRef="#ctx0" brushRef="#br0" timeOffset="-84150.81">21005 14636 0,'0'0'0,"0"0"0,-9 0 16,-17 0 0,-25 0-16,-9 9 15,1 8 1,-35 25 0,-9 26-16,18 34 15,25-17 1,18-8-16,33 33 15,26 1 1,51-17-16,9-26 16,9-34-1,50-43-15,18-59 16,-35-8 0,-16-27-16,-1-50 0,-34 0 31,-42 51-31,-35 26 15,-16 25 1,16 34-16</inkml:trace>
  <inkml:trace contextRef="#ctx0" brushRef="#br0" timeOffset="-83456.44">22088 14381 0,'0'9'0,"-8"25"0,-9 42 16,-26 60-1,-8 43-15,0-26 16,0-9-16,16 10 16,1-44-1,17-50-15,17-26 16,0-17 0,0-26-16,9-33 15,25-43 1,26-43-16,33-68 15,-16 9-15,0 26 32,8-1-32,-25 35 15,0 42 1,-9 42-16,-8 9 16,-18 17-16,-7 17 15,-1 0 1,0 34-16,-17 60 15,-34 25 1,-26 17-16,-26 17 16,1-26-1,8-42-15,18-42 16,-1-18 0,9 1-16,-1-18 15,18 1 1,17-1-1,0-8-15,9 0 16,8 0-16,17 26 16,34 25-1,43 34 1,17 9-16,-17-18 16,-9-8-1,-34-34-15</inkml:trace>
  <inkml:trace contextRef="#ctx0" brushRef="#br0" timeOffset="-82285.24">24956 14466 0,'0'0'0,"0"0"0,-8 0 0,-1 17 16,-16 26-16,-10 33 15,-7 60 1,-10 9-16,10-26 16,-9 17-1,-9 17-15,17-17 0,9-42 31,8-26-31,-8-9 16,17-25 0,0-8-16,9-18 15,8 1-15,0-9 16,0-26 0,17-76-16,17-59 31,26 33-31,-1-8 15,18-26-15,-17 18 16,-9 42 0,17 17-16,1-9 15,-10 18 1,18-1-16,0 18 16,-17 25-1,0 8-15,-1 18 16,-8 8-1,-8 17-15,-9 17 16,-8 17 0,-18 8-16,-8-8 15,-25 17 1,-26 17-16,-26-8 16,-17-18-1,9-25-15,-1-17 16,1-17-1,-9-59-15,43 8 16</inkml:trace>
  <inkml:trace contextRef="#ctx0" brushRef="#br0" timeOffset="-80892.23">26970 14611 0,'0'0'0,"0"0"0,0 0 16,0 0-1,0 0-15,0 0 16,0 0-1,0 0 1,0 0-16,0 0 16,0 0-1,-8 0-15,-1 0 16,-25 0 0,-17 0-16,-9 8 15,1 1 1,-1-1-16,-9-8 15,10 9 1,8-9-16,-9 8 16,0 1-1,-8 8-15,17 0 16,-1 0 0,10 0-16,-1 8 15,-8 26 1,0 0-16,16-8 15,18-1 1,0 1-16,17-1 16,9 1-1,16-1-15,35-8 16,26 0 0,24-8-16,10-9 15,-9 0 1,8 0-16,18 0 15,145-17 1</inkml:trace>
  <inkml:trace contextRef="#ctx0" brushRef="#br0" timeOffset="-79747.72">27679 15487 0,'0'0'0,"0"0"0,0 0 16,0 0-1,0 0-15,0 0 16,0 0-16,0 0 16,0 0-1,0 0-15,0 0 16,0 0 0,0 0-16,8-9 15,9-16 1,18-9-1,7-17-15,1-9 16,0 9 0,-1-17-1,9-26-15,9-25 16,0 0-16,0 0 16,-1-8-1,-24 25-15,-10 34 16,1 17-16,-18 17 15,1 17 1,-1 0-16,-8 17 16,0 8-1,9 52-15,-18 42 16,-8 8 0,17 26-1,0 9-15,0-35 16,0-42-1,17-8 1,0-18-16,1-8 0,7-8 16,9-18-1,0-8-15,18-17 32,16-42-32,9-35 0,-9-8 15,-25 17 1,-9 17-16,9 0 15,-9 9 1,-9 25-16,-16 25 16</inkml:trace>
  <inkml:trace contextRef="#ctx0" brushRef="#br0" timeOffset="-79096.71">29522 14560 0,'0'0'0,"0"0"0,0 0 0,0 8 16,0 18-16,-8 25 15,-18 34 1,-8 34-1,-17 0-15,0-9 0,-1 1 16,18-26-16,0-17 31,17-34-15,9-8-16,-1-9 16,9-9-1,0 1-15,0-9 16,0-9-1,17-25-15,26-42 16,8-27 0,9 1-1,-9-8-15,9 16 16,-1 18 0,-16 8-16,0 25 15,-1 9 1,-7 0-16,16 17 15,-9 0-15,1 17 16,0 9 0,0 8-1,-18 8-15,1 9 16,-18 17-16,1 0 16,-18-8-1,1-1-15,-18 1 16,-17-1-1,1-16-15,-27-26 16,-16-26 0,-17-42-1,-9-25-15,68 42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55:39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11053 10095 0,'0'0'0,"-9"0"0,-8 0 0,-26 8 0,-25 9 16,-17 17-1,17 0 1,-9 0-16,0 17 16,17 17-1,9 26-15,-17 42 16,-26 43-1,0 16-15,26-25 16,16-51 0,18-8-16,26-9 15,16-17 1,35-8-16,34-9 16,17-26-16,34-33 15,51-52 1,0-33-1,9-43-15,17-26 16,-60 0 0,-60 18-16,-34-1 15,-33 1 1,-44 8-16,-59-9 16,-103-17-16,-85 26 15,-94 26 1,-111 84-16,77 52 15</inkml:trace>
  <inkml:trace contextRef="#ctx0" brushRef="#br0" timeOffset="3107.77">18546 2203 0,'0'0'0,"0"0"0,0 0 16,-8-9-16,-9-16 15,-26-26 1,-17 0-16,-51-17 16,-8 17-1,-9 17-15,-51 16 16,8 27-1,-25 34-15,-43 16 16,51 9 0,9 17-16,-43 26 15,34-18-15,26 18 16,17 8 0,34 0-16,25 17 15,44 0 1,42 9-1,51-1-15,77 9 16,51-17 0,77-34-16,17-51 15,-8-59-15,-17-26 16,-35-26 0,-34-8-1,-34-34-15,-8-17 16,-35 0-16,-25-34 15,-26-17 1,-25 8 0,-35-33-16,-42-18 15,-43 35 1,-68-43-16,-85 8 16,-146 94-16,-145 76 15,129 69 1</inkml:trace>
  <inkml:trace contextRef="#ctx0" brushRef="#br0" timeOffset="9372.48">23889 8343 0,'0'0'0,"0"0"0,0-9 0,-8 1 16,-1-1-16,-8-8 16,0 9-1,0-9-15,-9 8 16,-8-16-16,-17 8 15,-26 0 1,0 8 0,-8 9-16,-17 9 15,-1 8 1,-25 8-16,9 1 16,8 8-16,-9 17 15,-16 17 1,8 0-16,17 8 15,17 10 1,26-1 0,8 8-16,17 18 15,26 16 1,43 18-16,25-9 16,51 0-1,69-8-15,8-43 16,52-43-16,25-33 15,0-43-15,8-17 32,-42-9-17,0-8-15,-68 0 16,-35-17-16,-8-17 16,-34 8-16,-34-8 15,-69-51 1,-59-144-1</inkml:trace>
  <inkml:trace contextRef="#ctx0" brushRef="#br0" timeOffset="12005.02">3960 2534 0,'0'0'0,"0"17"0,9 17 0,-1 0 16,9 0-1,-8-8 1,-1 8-16,1 8 16,-1 18-16,1 0 15,0-18 1,8-16-16,0-1 15,17-16-15,26-1 16,8-16 0,-17-1-16,0-16 31,35-9-31,16 0 16,9 17-16,8-1 15,-33 10 1,8-1-16,8 1 15,-25 8 1,0 0 0,-17 17-16,-9 0 15,-17 0 1,-9-8-16,-7-1 0,-10 1 16,1-9-1,-9-9 1,25-59-16,26-128 15,9-152 1</inkml:trace>
  <inkml:trace contextRef="#ctx0" brushRef="#br0" timeOffset="16182.75">25050 5094 0,'0'0'0,"0"0"0,0 0 15,0 0-15,0 0 16,-8 26 0,-18 33-16,-34 43 15,-25 17 1,17 0-16,8-8 16,34-26-1,35-17-15,25-8 16,34-1-1,35-25-15,50-17 16,44-34 0,-52-34-16,-9-68 15,103-111-15</inkml:trace>
  <inkml:trace contextRef="#ctx0" brushRef="#br0" timeOffset="16695.77">26262 4643 0,'0'0'0,"-9"9"0,1 33 15,-26 35 1,0 42 0,-9 26-16,-8 8 15,0-34 1,-9 8-16,0-8 16,26-42-16,17-26 15,17-26-15,8-7 31,27-18-31,24-18 16,10-16 0,24-17-16,1 9 0,-34 16 31,-17 9-31,-18 17 16,1 0-1,-9 26-15,-8 42 16,-18 43-1,-17-1-15,1 9 16,8-8 0,8-26-1,9-34-15,17-26 16,35-25-16,-18 0 16</inkml:trace>
  <inkml:trace contextRef="#ctx0" brushRef="#br0" timeOffset="17104.57">26885 5724 0,'0'0'0,"0"0"16,9 0-16,33 0 15,18 0 1,-9-9-16,-8 0 15,8-16 1,9-1-16,0 1 16,-26-1-16,-9 1 0,-16-1 31,-18 1-15,-16-1-16,-52 1 0,-34 16 31,-8 26-31,8 17 15,34 26 1,26 33-16,8 10 16,26-10-1,8-16-15,26-1 16,60 9 0,60-17-16,-18-34 15,26-51 1,180-59-16</inkml:trace>
  <inkml:trace contextRef="#ctx0" brushRef="#br0" timeOffset="17513.89">28677 5604 0,'0'0'0,"0"0"0,-25 9 16,-52 16-1,-25 18-15,-9-9 16,-26 17 0,26-8-16,34-18 15,18 1 1,16-1-16,17 1 16,9-1-1,26 9 1,16 9-16,27 8 15,24 8 1,-7 1-16,-18-18 16,-26 9-1,1 0-15,-17 9 16,-26 8-16,-26 8 16,-25-8-1,16-17 1,18-33-16,-8-18 15,16-9 1</inkml:trace>
  <inkml:trace contextRef="#ctx0" brushRef="#br0" timeOffset="17891.83">29352 5758 0,'0'0'0,"-9"0"0,-16 17 15,-52 17-15,-26 17 0,-8 0 16,-8 8 0,8-8-1,26 0-15,25-8 16,26 8-1,17-9-15,34 18 16,34 8 0,17-9-1,35 1-15,16-9 0,-17 0 32,-16 0-32,-35 17 15,-25-8 1,-35 8-16,-42 8 15,-77 9 1,-137 68 0</inkml:trace>
  <inkml:trace contextRef="#ctx0" brushRef="#br0" timeOffset="27418.43">8791 2806 0,'0'0'0,"0"0"0,0 0 16,0 0-16,0 0 15,0 0 1,0 0-16,0 0 15,0 0 1,0 0-16,0 0 16,0 0-1,0 0-15,0 0 0,0 0 16,0 0-16,0 0 31,0 0-15,0 0-16,0 0 15,0-8 1,0-9-16,0-9 16,0 1-1,0-18-15,0 1 16,0 8 0,0 0-16,9 8 15,8 1 1,0-1-16,0 1 0,17-1 31,-9-8-31,1 17 16,-17 0-1,-1 0-15,1 9 16,-1 8 0,-8 0-16,0 0 15,-8 0 1,-9 8-16,-9 9 15,0 9 1,1 8-16,-1 17 16,-16 8-1,-10-8-15,10-8 16,8-9 0,-1-9-16,18-8 15,0 0 1,0-8-16,9-1 15,-1 1 1,9-1-16,0-8 16,0 0-1,0 0-15,0 0 16,0 0 0,9-17-16,16-25 15,18-18 1,0 1-16,-18 8 15,1 0-15,-9 17 16,-9 0 0,1 8-1,-9 18-15</inkml:trace>
  <inkml:trace contextRef="#ctx0" brushRef="#br0" timeOffset="34566.62">20697 13701 0,'0'0'0,"0"0"0,0 0 16,0 0-1,0 0 1,0 0-16,0 0 16,0 0-1,-8 0 1,-9-9-16,-17 1 15,-18-18 1,-42-25-16,-8 0 16,0 0-1,-26 9-15,-35-1 16,10 9 0,-9 0-16,-26 0 15,26 0 1,17 8-16,-9 1 15,-25-1 1,42 9-16,18 9 16,-26-9-16,-18 0 15,18 0 1,9 8-16,-18 1 16,9 8-1,17 0 1,8 17-16,1 8 15,0 9 1,16 9-16,35 16 16,0 18-1,16 0-15,1-9 16,0 0 0,17 0-16,8 0 15,9 17 1,17 0-16,9-9 15,16-8 1,9 0-16,1 0 16,24 17-1,35 1-15,34 16 16,0-9 0,-25-16-16,42 16 15,25-8 1,-33-17-16,8 0 15,68 26 1,-42-26-16,8-9 16,43 9-16,-60-16 15,9 7 1,43 1-16,-52-9 16,8 8-1,52 9 1,-17 9-16,8-9 15,-16-9-15,8 18 16,34 8 0,-52-26-16,18 18 15,9 8 1,-1-17-16,26 0 16,-68-17-1,-9-8 1,43 8-16,-60-17 15,-26 0 1,26-9-16,9-16 16,-35-1-1,-8-8-15,26-8 16,0-1 0,-9 1-16,-35-1 15,-7 1-15,16-1 16,-8-8-1,17-8 1,-17 8-16,-17-9 16,-9-16-16,9-9 15,-17 0-15,-18 0 32,-16 16-32,-18 1 15,-8-8 1,-25-18-16,-26-25 0,-43-51 15,-17 0 1,-9 26-16,-25 8 31,-17 25-31,-34-33 16,-26-18 0,34 17-1,0 18-15,-17-1 0,1-25 16,-1-17-1,8 26 1,-24 16 0,-18 1-16,-18-10 15,-16-16 1,17 17-16,-8 17 16,-18 17-1,0 17-15,-33 9 16,-18-9-1,8 17-15,1 17 16,34 8 0,0 1-16,51-1 15,-60-25-15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56:37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2987 4431 0,'0'0'0,"0"0"0,0 0 15,-8 0-15,-18 0 16,0 8-1,-8 1-15,-17 8 16,-17 8-16,-9 26 16,-8 34-1,-26 51 1,0 26-16,25 25 16,-7 0-1,7-17-15,18 9 16,25-26-16,1-8 15,7 25 1,27-17-16,8-26 16,26 1-1,8-1 1,25 1-16,-7-17 16,-10-35-1,1 1-15,-17-1 16,8 9-1,8 9-15,-7-9 16,-18-34-16,-9-9 16,-16-8-1,-1-8 1,1-1 0,-18 1-16,-17-1 15,-8-16-15,0 0 16,0-18-1,8 0-15,9 1 16,0-1-16,17 1 16,0 8-1,17 0-15,0 0 16,0 0 0,34 0-1,25 17-15,10 17 16,-18 0-16,34 34 15,18 9-15,-9-1 16,-9-8 0,-8 9-1,-26-18 1,-8 1-16,-18 25 16,-42 34-1,-60 42-15,-68 35 0,0 17 16,-34 25-1,-34 0 1,102-68-16,76-59 16,95 42-1,94-9 1,170-42-16,52-110 0,-35-103 16</inkml:trace>
  <inkml:trace contextRef="#ctx0" brushRef="#br0" timeOffset="7397.99">6512 6633 0,'0'0'0,"0"0"0,0 0 16,-8 17-1,-1 1 1,9 16-16,0 8 16,-8 9-16,8 9 15,-9-1 1,9 1-16,0-18 16,0-16-16,9-1 31,8 1-31,8-1 15,18-8 1,25 0-16,9-8 16,25-9-16,9 0 15,0 0 1,9 0 0,-1 0-16,18 0 15,25 8 1,17 1-16,9-1 0,25 1 31,1-9-31,-1-9 0,18-8 31,-1 17-31,9 0 16,-9 0 0,-25 9-16,-17-9 15,-26 0 1,-34 0-16,-25 0 15,-27 0 1,-24 0-16,-27 0 16,1 0-1,-18 0-15,1-9 16,0-8 0,-18-25-16,-25-35 15,0-33 1,17-26-16,17-162 15</inkml:trace>
  <inkml:trace contextRef="#ctx0" brushRef="#br0" timeOffset="11577">7169 7629 0,'0'0'0,"0"0"0,0 0 0,0 0 0,0 0 16,0 0-16,0 0 15,-8 8-15,-1 35 16,1 42 0,-1 8-1,-8-8-15,0-25 16,17-18-1,0-16 1,0-1-16,9-8 16,-1-8-1,18-1-15,33-8 16,18-17 0,26-8-1,-1-18-15,-25 9 16,8-8-16,26 8 15,9 0-15,-1 8 16,-33 9 0,16 9-1,35-9-15,-1 17 16,-16-9 0,16 9-16,18 0 15,-1 0 1,-25 0-16,0 17 15,26 9 1,0-9-16,-9 0 16,17 0-1,26 0 1,-9 0-16,-8 8 16,34-8-16,8 0 15,26 0 1,0-8-16,0-1 15,17-8 1,17 0-16,0 0 16,-17 9-1,9-1-15,8 9 16,0-8 0,0 16-16,9 9 15,17 0 1,-9 9-16,8-9 15,10 0 1,-18-9 0,26-16-16,8 8 15,-25-9-15,-18 1 16,-16-1 0,-18-8-16,-25 9 15,0-1-15,-17-8 16,-17 9-1,-17-1 1,-1-8-16,1 9 16,-34-18-1,-27 1-15,-50 8 16,-26 0 0,-8 0-16,-17 0 15,-1 0-15,1-9 31,-1 1-31,-8-35 16,0-42-16,17-42 16,26-52-1,42-127-15</inkml:trace>
  <inkml:trace contextRef="#ctx0" brushRef="#br0" timeOffset="24055.4">11787 11387 0,'0'0'0,"0"0"0,0 0 15,0 0-15,0 0 16,0 0-16,0-8 16,8 8-1,-8 0-15,0 0 16,0-9-1,9 9-15,-9 0 16,0 0 0,17 0-1,17 0 1,26 9-16,42-1 16,52 1-16,42-1 15,69 9 1,93 1-1,26-1-15,52 0 16,93-43-16,-111-17 16</inkml:trace>
  <inkml:trace contextRef="#ctx0" brushRef="#br0" timeOffset="29331.83">6606 11753 0,'0'0'0,"0"0"0,0 0 0,0 0 16,-8 0-16,-1 9 15,0 8 1,1 0 0,-9 0-16,0 8 15,0-8 1,8 17-16,-8 26 16,9 16-1,8 9-15,0-8 16,8-18-16,1-16 15,8-18 1,0 1 0,17-9-16,17-9 15,0 1 1,18-1-16,-1-8 16,17 0-16,-8-8 15,0-1 1,17 9-1,0-8-15,17 8 16,0-9 0,-1 9-16,-7 0 0,16 9 31,9-9-31,9 0 16,0 0-16,-1 0 15,9-9 1,-8 9-1,-9-8-15,17-1 16,-9-8-16,-8 0 31,0 9-31,1-1 16,-10 1-16,-8-1 16,-9 9-1,1 9-15,-1-1 16,-25-8-1,0 9-15,0-1 16,-18 1 0,-7-1-16,-18-8 15,-9 0 1,-16 0-16,8 0 16,-9 0-1,-8 0-15,9 0 16,-9-8-1,9-9-15,-1-26 16,9-25 0,9-25-16,-9-26 15,-9 59 1</inkml:trace>
  <inkml:trace contextRef="#ctx0" brushRef="#br0" timeOffset="31256.35">12649 11915 0,'0'0'0,"0"0"0,0 0 0,0 0 16,0 0-16,0 0 0,0 0 15,0 0 1,0 0-1,0 0-15,0 0 16,0 8-16,-9 9 31,1 17-31,-9 17 16,8 0 0,9 9-16,-8-9 15,8-9 1,0-16-16,0-1 15,0-8-15,0 0 16,0 0 0,8 0-1,1-8-15,-1-1 0,9 1 16,0-1 0,0 1-16,18 0 31,7-1-31,9 1 15,9-1-15,17-8 16,8 0 0,1 0-1,-1 0 1,9 9-16,17-1 16,8 1-16,9-9 15,0 8 1,0 9-16,9 0 15,17 0-15,-9 0 32,8-8-32,27 8 15,-1-9-15,0 1 16,26-1 0,-26 1-1,-8-1-15,8 1 16,-8-1-1,-18 1-15,10-1 16,16-8 0,-9-8-16,27-9 15,16 0 1,-8-17-16,17 0 16,-26 0-1,9-9-15,-17 1 16,-35 7-1,18 18-15,0-8 16,-26 8 0,17 0-16,0 0 15,-34 0 1,-8 8-16,-35 1 16,-8-1-16,-9 9 15,-17 0 1,-8 0-1,-17 0-15,-1 0 16,-8 0 0,-8 0-16,-1 0 15,1 0 1,-9-8-16,9-1 16,-1-16-16,1-43 15,-1 25 1</inkml:trace>
  <inkml:trace contextRef="#ctx0" brushRef="#br0" timeOffset="43315.16">7314 12502 0,'0'0'0,"0"0"0,0 0 15,0 0-15,0 0 16,0 0-16,0 0 16,0 0-1,-8 0-15,-1 8 32,1 1-32,8-1 15,0-8 1,0 9-16,-9 8 15,9 17 1,0 17-16,0 0 16,9 17-1,-1-9 1,1 1-16,-9-9 16,8 17-16,1-9 15,-9-8 1,0-25-16,0-9 15,0-9 1,0 1-16,9-1 16,-1 1-1,1-1-15,-9-8 0,0 0 16,0 9 0,0-9-1,0 0 1,0 0-16,0 0 15,0 0 1,0 0-16,0 0 0,17 0 16,0 0-1,25 0 1,10-9 0,24 1-16,35-9 15,0 8 1,9 1-16,-1-9 15,18 0 1,-1 8-16,-16 9 16,16 0-1,1 9-15,0 8 16,-9 0 0,0 8-16,-17 9 15,8-8 1,-16-1-16,-27 1 15,-16-9 1,-9 0-16,-17-9 16,-8 1-1,-9 0-15,-8-1 16,-1-8-16,1 0 16,-9 0-1,0 0 1,0 0-16,0-17 15,8-17-15,-8-17 16,0-9 0,9 35-1</inkml:trace>
  <inkml:trace contextRef="#ctx0" brushRef="#br0" timeOffset="45685.96">11642 13233 0,'0'0'0,"0"0"0,-9 0 16,9 8-16,0-8 16,0 0-1,0 0-15,0 0 0,0 0 31,0 0-31,0 0 16,17 0 0,0 9-16,26-9 15,17 0 1,8 0 0,17 0-16,18 0 15,8 0-15,17 0 16,0 0-1,8 8-15,26-8 16,1 9 0,16-1-16,9 1 15,-18-1 1,10 1-16,7-1 16,18-8-1,26-8-15,33-18 16,9 1-1,0-1-15,18 1 16,-1-1 0,-9 9-1,18 0-15,0 17 16,-9 0-16,0 0 16,0 0-16,1 0 15,-1 0 1,17-8-16,-8 8 31,8 0-31,-25 8 16,8-8-16,0 0 15,9 0 1,8 9-16,43-9 16,17-9-16,-51-8 15,59 0 1,44-17-16,24 17 15,44 9 1,16-1-16,-93-8 16</inkml:trace>
  <inkml:trace contextRef="#ctx0" brushRef="#br0" timeOffset="63220.23">3986 14492 0,'0'0'0,"0"0"0,0 0 15,25 0 1,35 8-16,51-8 16,17-17-16,77-17 15,17 0 1,68 17-16,17 9 15,26-1 1,26 9 0,-95 0-16,189 0 15,-35 9 1</inkml:trace>
  <inkml:trace contextRef="#ctx0" brushRef="#br0" timeOffset="67636.42">8791 15146 0,'0'0'0,"0"0"0,0-8 15,9-1 1,-1 1-16,1-1 15,-9-8 1,0 9 0,0-9-16,0 17 15,0-9 1,0 9-16,0 0 16,0 0-1,0 0-15,0 0 0,0 0 16,0-8-1,0 8 1,0 0-16,0 0 16,0 0-1,0 0-15,0-9 16,8 1 0,9-1-1,26 1-15,25-1 16,43-8-1,-26 9-15,-25 16 16,94 9-16,51 0 16,-43 0-1,94 0-15,-17 0 16,25-17 0,1 0-1,-205 0-15</inkml:trace>
  <inkml:trace contextRef="#ctx0" brushRef="#br0" timeOffset="77609.49">8433 16039 0,'0'0'0,"17"-8"0,0-1 16,0 1-16,0-1 15,0 9-15,0 0 16,9 0 0,8 9-16,8-1 15,-7 1-15,16 8 16,34-9-16,26 1 31,26-18-31,8-8 16,0 0-1,43-17-15,-9 17 16,17 0 0,17 17-16,52 17 15,-9-8 1,68 8-16</inkml:trace>
  <inkml:trace contextRef="#ctx0" brushRef="#br0" timeOffset="99880.24">10029 16754 0,'0'0'0,"0"0"0,0 0 16,0 0-1,0 0-15,0 0 16,0 0-16,0 0 15,0 0 1,0 0-16,8 17 16,9 17-1,0 17 1,0 17-16,0 0 16,0 0-1,1-9-15,-10-24 16,9-10-1,0 1 1,0-9 0,0 0-16,17 0 0,1-9 15,7 1 1,9-1-16,9-8 16,0 0-16,0-8 15,17-1 1,25-8-1,9-8 1,0 8-16,8 0 0,9 17 16,0 0-1,-8 17-15,-9 0 16,8 0 0,1 8-1,-1-16-15,9-1 16,-25 1-16,-26-1 15,-9 1-15,-8-9 16,-1 0 0,-16-9-1,-9-8 1,9-8-16,-9-35 16,9-42-1,-26-26-15,-9 69 0</inkml:trace>
  <inkml:trace contextRef="#ctx0" brushRef="#br0" timeOffset="132647.03">24734 10384 0,'0'0'0,"0"0"15,-8 0-15,8 0 0,-9-9 16,1 9 0,8-8-1,0-1-15,0 1 16,25-18-1,52-16-15,34-9 0,34 17 16,51 8 0,26 43-1,26 34 1,-35 17-16,-25 9 16,8 8-1,-59 0-15,-35 9 0,-8 33 16,-17 18-1,-34-1 1,-52 26-16,-25 43 16,-43 25-1,-42 9 1,-1-18-16,1-16 16,33-17-1,44-26-15,25-17 16,42 8-1,43-8-15,35-34 16,-1-33-16,1-27 16,16-16-1,-8-18 1,-25-16-16,-18-9 16,-17 0-1,-25-9-15,-1 9 16,-16 0-16,-9 0 15,-9 0 1,-8 0 0,-17 9-16,-17 16 15,-26 18 1,17 33-16,18 35 16,16 25-16,43 42 15,34 35 1,26 0-1,0 33-15,-34 9 16,-52 9 0,-85 0-16,-77 25 15,-85-9-15,-68-67 0,-43-34 32,-43-77-17,-50-77 1,-10-59-16,86-25 15</inkml:trace>
  <inkml:trace contextRef="#ctx0" brushRef="#br0" timeOffset="138437.1">27739 14288 0,'0'0'16,"0"0"-16,0 0 0,0 0 0,0 0 16,0 0-1,0-9-15,0 0 16,0 1-1,0-1-15,0-16 16,25-1 0,9-8-16,18-17 15,33-68-15,17-51 16,-8 34 0,0-25-1,34-69-15,0 34 16,0 9-16,-8 0 15,-52 85 1,-25 51-16,-18 17 16,-8 17-1,-8 9-15,-18 8 16,-16 51 0,-35 68-1,0 8-15,0 26 16,1 34-16,33-42 15,18-68 1,8-35-16,17 9 16,17-8-1,8-1-15,10-25 16,33-17 0,34-42-16,44-77 15,-10-43 1,-33 9-16,8-68 15,-26 17 1,-8 51-16,77-103 16</inkml:trace>
  <inkml:trace contextRef="#ctx0" brushRef="#br0" timeOffset="139148.65">30367 13250 0,'-8'8'0,"-26"52"16,-35 59-16,-25 51 15,1 0-15,16-59 0,-9-9 32,-7 8-32,24-25 15,27-34 1,25-25-16,-1-9 16,18-17-1,9-26-15,25-50 16,43-77-1,34-43-15,0 35 16,17 8 0,17-9-16,-26 34 15,1 35 1,-18 42 0,1 17-16,-26 8 15,-18 18-15,1 8 16,-9 34-1,-8 42-15,-26 43 16,-43 1 0,-42 7-16,-34-8 15,-9-25 1,17-52-16,-8-50 16,-44-52-1,-127-76-15</inkml:trace>
  <inkml:trace contextRef="#ctx0" brushRef="#br0" timeOffset="144847.18">26134 5485 0,'0'0'0,"0"0"0,0 0 15,0 0-15,0 0 16,0 0-1,0 0-15,0 0 16,0 0 0,0 0-1,0 0 1,0 0-16,0 9 16,0-9-16,0 0 15,0 0 1,0 0-16,0 0 15,26 0 1,16 0-16,35 0 16,43 0-1,-1-9-15,18 9 16,16 0 0,-16 9-16,-35-1 15,-25 9 1,8 17-1,-33 0-15,-18 26 16,-34 17 0,-26 25-16,-17 34 15,-33 8 1,-18 18-16,17-43 0,0-9 16,9 9-1,25-8 1,26-17-16,17-26 0,17-17 15,0-9 17,17-8-32,26 0 15,-17-17 1</inkml:trace>
  <inkml:trace contextRef="#ctx0" brushRef="#br0" timeOffset="145007.19">26817 8164 0,'0'0'0,"-9"17"0,9 26 0,0-9 16</inkml:trace>
  <inkml:trace contextRef="#ctx0" brushRef="#br0" timeOffset="146071.39">25101 6123 0,'0'0'0,"0"0"0,-8 9 16,-9 33-1,-17 60-15,-26 43 16,-8 50 0,-1 10-16,27-78 15,7 9 1,1 0-16,17-25 16,0-43-1,17-26 1,0-16-16,0-9 15,0-9 1,0-16-16,0-35 16,17-50-16,17-26 15,26-51 1,8-9-16,-8 26 16,17 0-1,17-9-15,0 9 16,-9 26-1,9 8 1,-9 34-16,-8 17 16,17 25-16,-17 18 15,-17 16 1,-1 18-16,1 16 16,-26 1-1,-17-1-15,-17 9 16,-60 17-1,-76 9-15,-52-26 16,0-34 0,1-34-16,-95-60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2:59:53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22754 6778 0,'0'0'0,"-8"0"0,-9 0 0,-9 0 16,-8-8 0,-34-1-16,-18 9 15,-8 9 1,-34 33 0,-25 26-16,8 43 15,-18 76 1,-16 51-16,-34 111 15,68-1-15,59-50 16,-8 76 0,60-59-16,60-18 15,17-33 1,25-102-16,94 33 16,43-59-1,102-76-15,69-60 16,-69-102-1,128-68 1,-59 0-16,-103-17 16,-26-26-16,-50-25 15,-35-17 1,-68 0-16,-52-18 16,-59 1-16,-77-8 15,-93-1 1,-86 17-1,-86 69-15,-42 76 16,-9 59-16,9 60 31,-9 85-31,43 68 16,60 43-16,8 42 16</inkml:trace>
  <inkml:trace contextRef="#ctx0" brushRef="#br0" timeOffset="740.44">26578 9440 0,'0'0'15,"-9"-9"-15,-8 1 0,-17-1 16,-34 1 0,-60-1-16,-69 43 15,-24 43-15,-18 34 16,-9 59-1,26 42-15,17 60 16,-8 35 0,42 33-16,52 8 15,16-16 1,9 68-16,60-69 16,77-33-1,34-26 1,94-34-16,67-16 15,95-86-15,77-60 16,-43-67 0,34-35-1,34-76-15,-68-51 16,-76-51 0,-44-34-16,-68-34 15,-25-52-15,-77-33 16,-86-34-1,-119-43-15,-128-25 16,-94 51 0,-128 25-16,-51 34 15,171 145 1</inkml:trace>
  <inkml:trace contextRef="#ctx0" brushRef="#br0" timeOffset="11138.63">9320 9780 0,'0'0'0,"0"0"0,-8 0 0,-18 0 31,-25 0-31,-35 26 16,-24 25-1,-1 25-15,-35 43 16,1 0 0,-8 26-16,25 59 0,25 17 31,-33 51-31,16-17 15,-8 18-15,17 41 16,69-16 0,25-17-1,34-26-15,76 76 16,53-33 0,-18-119-16,51 33 15,34-33 1,-8-94-16,43-34 15,16-43 1,26-101-16,1-77 16,-53-85-1,-24-18-15,-69-75 16,-34-18 0,-34 51-1,-43-59-15,-60 43 16,-85 24-16,-42 27 15,-69 59 1,-60 42-16,-42 85 16,-60 77-1,25 60-15,9 68 16,-17 84 0,69 103-16,67 25 15</inkml:trace>
  <inkml:trace contextRef="#ctx0" brushRef="#br0" timeOffset="12076.1">5590 14007 0,'0'0'0,"-8"0"0,-26 0 0,-17 0 16,-26 17-1,-26 8-15,-25 35 16,17 50-1,0 35-15,9 0 16,17 33 0,16 9-16,10-17 15,7 60 1,27-43-16,25-8 16,34 42-1,26-60-15,42 9 16,26 35-16,-17-52 15,60-26 1,16 1-16,52-9 16,0-43-1,26-59 1,-9-25-16,-17-60 16,26-9-1,-52 9-15,43-34 16,-60-42-1,-76 8-15,8-17 16,-26-52 0,-50 1-16,-61-51 15,-59-42-15,-52-18 16,-42 26 0,-68 34-16,-61-1 15,-50 52 1,-52 34-16,-42 51 15,-43 68 1,-68 68 0,136 17-16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0:28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4421 7101 0,'0'0'0,"-8"0"0,-1 0 15,0 0-15,1-8 16,-9-18-1,-9-25-15,9 0 16,0 9 0,0 25-16,0 0 15,8 0 1,1 8-16,-1 9 16,9 0-1,0 0 1,0 0-16,0 0 15,0 0 1,0 0-16,0 0 16,0 0-1,-8 9-15,-1 16 16,-16 26 0,-9 26-16,-1 25 15,1 17 1,17-17-16,0-34 15,17-17 1,0-17-16,0-9 16,0-16-1,0-1-15,0 9 16,17-8 0,9-1-16,17 9 15,16-8 1,10-1-16,24-8 15,18 0-15,0 0 16,9-8 0,-9-1-16,8 9 15,35 0 1,0 9 0,-9-9-16,0 8 15,0 10-15,-9-1 16,-8-9-1,9 9-15,-35-8 16,-16-1 0,-18 1-16,-17-1 15,-8-16-15,-18-1 16,10-8 0,-10-43-16,1-50 15,17-179 1</inkml:trace>
  <inkml:trace contextRef="#ctx0" brushRef="#br0" timeOffset="4428.46">16379 7407 0,'0'0'0,"8"0"0,43 0 16,60-8-16,43-9 15,68-26 1,77-8-16,59-8 16,35 8-1</inkml:trace>
  <inkml:trace contextRef="#ctx0" brushRef="#br0" timeOffset="5243.75">20296 7144 0,'0'0'0,"0"0"16,0 0-16,0 0 16,9 0-16,16 0 15,35 8 1,25-8-16,86-8 16,85 8-1,94 17 1</inkml:trace>
  <inkml:trace contextRef="#ctx0" brushRef="#br0" timeOffset="6038.46">22601 7475 0,'0'0'0,"0"0"0,8 0 15,43 0-15,94 0 16,111 9-1,52-1-15,42 1 16,34 8 0</inkml:trace>
  <inkml:trace contextRef="#ctx0" brushRef="#br0" timeOffset="18582">8253 8590 0,'0'0'0,"0"0"0,0 0 0,0 0 0,0 0 15,0 0 1,0 0 0,0 0-16,0 0 15,9 0-15,25 17 16,17 0 0,0 0-16,18 0 15,7 8 1,-7 1-1,-27-1-15,52 1 16,43 8-16,8-17 16,9 0-1,8 0-15,34 8 16,-51 1 0,9-1-16,76 1 15,-33-1-15,59-33 31,8-26-31,43-17 16,35-26-16,-52 9 16,103 17-1,8 17 1</inkml:trace>
  <inkml:trace contextRef="#ctx0" brushRef="#br0" timeOffset="21530.36">9337 9372 0,'0'0'0,"0"0"0,0 0 16,0 0-16,0 0 16,0 0-1,0 0-15,0 0 16,0 0 0,0 17-16,0 8 15,0 9 1,0 17-16,0 1 0,0 7 31,0 1-15,0-18-16,0 1 15,0 8-15,0 8 0,9-8 16,8 0 0,0-8-1,0-1-15,0-8 16,0-8-1,0-1 1,0-8 0,0-8-16,17-1 15,18 1 1,16-1-16,17-16 16,18-9-16,25-9 15,8-16 1,1 8-16,8 0 15,0 0-15,0 8 32,0 9-32,17 0 15,1 17 1,-18 0-16,0 0 16,0 0-1,0 0-15,-17-8 16,9 8-1,-9 0-15,-17 8 16,-1 9 0,-16 0-16,0 9 15,-17-9-15,-9 0 16,-8-9 0,-17 1-1,-1-1-15,-7-8 16,-10 0-1,1 0-15,-18 0 16,1 0-16,-1 0 16,-8 0-1,0-8-15,9-1 16,-18-16 0,1-18-16,-1-25 15,-8-17 1,17-17-16,26-42 15,51-137 1</inkml:trace>
  <inkml:trace contextRef="#ctx0" brushRef="#br0" timeOffset="22779.08">15482 9695 0,'0'0'0,"0"0"0,0 0 16,0 0-16,0 0 15,0 0 1,0 0-16,9 0 16,-1 9-16,1-1 15,0 9 1,-1 17-1,-8 17-15,-8 17 16,-1 0-16,9 0 31,0-8-31,9-9 16,-1-9-16,9-8 16,0-8-1,17 8 1,9-9-16,8-8 15,18-8 1,16-9 0,17-9-16,9 1 15,0-9 1,17 0-16,9 0 16,-1 0-1,1 8-15,-1 1 16,18-1-16,25 1 15,-8-9 1,-17 8-16,8-8 16,-9 0-16,-7 9 15,-1 8 1,-9-9 0,-25 1-1,-26 8-15,-16 0 0,-9 0 16,-1 0-1,-16 0-15,-9 0 16,-8 0 0,-9 0-1,-9 0-15,1 0 16,-1 0 0,-8 0-16,0-9 15,0 1-15,0-26 16,0-34-1,9-34 1,-1 42-16</inkml:trace>
  <inkml:trace contextRef="#ctx0" brushRef="#br0" timeOffset="27300.74">13058 11387 0,'0'0'0,"0"0"16</inkml:trace>
  <inkml:trace contextRef="#ctx0" brushRef="#br0" timeOffset="27521.14">13195 11294 0,'0'0'0,"0"0"0,0 0 0,0 0 16,0 0-16,0 0 16,9-9-16,50-33 31,52-26-31,26-9 0,25 9 16,34 9-1,-42 25 1,-103 17-16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1:24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5001 8207 0,'0'0'0,"0"0"0,0 8 0,0 18 16,0 16-1,0 18-15,-8 25 16,-1 25-1,-16 10-15,-1 16 16,-8 17 0,8-51-1,18-43-15,16 1 16,10-1-16,7-8 16,26 9-16,35 8 15,25-26 1,8-8-1,-16-8-15,16 8 16,18 9 0,8-1-1,-26-8-15,9 0 16,17 9-16,-8-1 16,-35 18-1,-33-9 1,-10 8-16,1 1 0,-17-18 15,-1 1 1,-16-18 0,-9-8-16,-8-8 15,-1-1 1,1 1-16,-9-9 16,8-26-1,18-50-15,16-60 16,35-51-16,9-9 31,-1 9-31,34-102 16</inkml:trace>
  <inkml:trace contextRef="#ctx0" brushRef="#br0" timeOffset="1467.05">23667 11898 0,'0'0'0,"0"8"0,0 18 0,0 33 15,0 18 1,0-9-16,9 0 15,-9 0-15,8-9 16,1-8 0,-9-8-1,0-17-15,0-1 16,0 1-16,0-1 16,17 1-1,9 8-15,50 17 16,44 0-1,-1 0-15,35 0 16,17-9 0,0 18-1,16-1-15,27 1 16,16 25-16,-8 25 16,8 18-1,1-9-15,-18 0 16,-42-17-1,-52-25 1,-25-26 0,-42-26-16,-27-16 0,-8-1 31,0-16-31,17-9 16,18-34-16,7-34 15,-16-34 1,-17 51-16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4:42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4336 7101 0,'0'0'0,"0"0"15,0 0-15,-9 0 0,1 34 0,-18 26 16,0 25-16,-8 8 15,17-16 1,0-26 0,0-17-16,17 0 15,0-9-15,0 1 16,9-9 0,8 0-1,17 0-15,9 9 16,-1-18-1,26 1-15,35-9 16,16-9 0,9 1-16,-17-1 15,9 1-15,25-1 16,0 9-16,-25-8 31,-1-1-31,35 9 16,-9 0-16,-51 0 15,-9 9 1,26-9-16,-26 8 16,-25 1-1,-17-1-15,-18-8 16,-16 9 0,-1-9-16,1 0 15,-9-9 1,0-33-16,-9-154 15,-16-153 1</inkml:trace>
  <inkml:trace contextRef="#ctx0" brushRef="#br0" timeOffset="6619.48">17770 7008 0,'0'0'0,"-9"0"0,1 17 0,-9 8 15,-9 26-15,9 9 16,0 33-16,8 1 16,9-18-1,9-25 1,-1-25-16,1-1 16,-1 9-16,1-8 15,0-1 1,-1-7-1,9-1-15,0-9 16,17 1-16,1-1 16,7-16-1,9-1-15,35 1 16,-9-1 0,-1 1-1,10 8-15,-18 0 16,-17 0-16,-17 0 15,-8 0-15,-9 0 16,0 0 0,9 8-1,-1-8 1,1 0-16,-18 0 16,1 0-16,0-8 15,-1-10 1,9-58-1,-8 16-15</inkml:trace>
  <inkml:trace contextRef="#ctx0" brushRef="#br0" timeOffset="8101.55">26868 7569 0,'0'0'0,"0"0"0,0 0 0,0 0 16,0 0-1,0 0 1,9 0-16,42-9 15,26 1-15,51-9 16,119 8 0,-25 1-16,0 8 15,0 8 1,-26 1-16,60 8 16,-77-17-1,-33 0-15,16-9 16,-34 1-1,-60 8 1,-34 0-16,-17 0 16,-8 0-16,-26-9 15,-77-8-15,-77 9 16,-85 8 0,-60 17-1,9 17 1,0-17-16,42-9 0,86-16 15,42-1 1,61 9-16,50-8 16,34-9-1,129-34 1,187-17-16,77 8 16,69-8-16,-60 17 15</inkml:trace>
  <inkml:trace contextRef="#ctx0" brushRef="#br0" timeOffset="17673.59">7656 9244 0,'0'0'0,"0"0"16,0 0-16,0 0 15,-9 0-15,1 0 16,-9 0-16,-9 0 16,-8 0-1,0 0 1,-9 17-16,-8 17 16,0 26-1,17 8-15,25 8 16,9-16-1,9-9-15,-1-17 16,9 0-16,17 9 16,9 8-1,17 0 1,-9 0 0,34 0-16,52 0 15,17-26 1,-9-16-16,8-9 15,52-17-15,-26 0 16,18 0 0,16-9-1,17 1-15,26 8 0,1 0 32,-1 8-32,-26 18 15,-8-1 1,-26 9-16,1 9 15,33 16 1,-59-8-16,-9 0 16,34 9-1,-51-18-15,-42-16 16,-44-1 0,-16 1-16,-17-9 15,-1-9 1,-8-16-16,9-18 15,0 1 1,-9-9-16,8 0 16,1 0-1,8-17-15,-8 25 16</inkml:trace>
  <inkml:trace contextRef="#ctx0" brushRef="#br0" timeOffset="18424.41">15841 9780 0,'0'0'0,"0"0"0</inkml:trace>
  <inkml:trace contextRef="#ctx0" brushRef="#br0" timeOffset="19092.5">15593 9525 0,'0'0'0,"-8"26"0,8-26 0,0 51 0,0 0 16,8 17-1,1 34-15,-9 34 16,8-17 0,-8-43-16,17-8 15,9 26 1,8-1-16,9-7 15,-9-18 1,17-9-16,26 1 16,25-18-16,18-8 15,-1-25 1,27-1-16,24-16 16,-8-9-1,9-9 1,51-16-16,-17-9 15,0 0 1,-9 0-16,-8 8 16,0 9-16,-35 8 15,-25 9 1,0 0 0,0 0-16,-34 9 15,-17-1 1,-26 1-16,-25 8 15,-1-9 1,-16 1 0,-1-26-16,-16-43 15,-9-33 1,-26-35-16,9 9 0,17 68 31</inkml:trace>
  <inkml:trace contextRef="#ctx0" brushRef="#br0" timeOffset="27765.99">26134 9780 0,'0'0'0,"17"0"0,68 26 16,61 8 0,50 0-16,68 8 15,18-16 1,-9-18-16,162 1 15,-33-9 1,-146-17-16,94-26 16</inkml:trace>
  <inkml:trace contextRef="#ctx0" brushRef="#br0" timeOffset="28723.98">4455 10928 0,'0'0'0,"0"0"0,17 9 16,35 8-16,24 0 15,27 8 1,-9 1-16,17-9 15,93 0 1,-24-26-16,59 1 16,25-9-1,52 0-15,51 17 16,-51 0 0,162 17-16,34 0 15,-128-17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5:31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8620 6132 0,'0'0'0,"0"0"0,-8 0 0,-1 0 16,-8 0-1,-51 8-15,-17-8 16,8 17-16,-43 9 16,-33 16-1,8 18-15,51-1 0,0 9 16,-17 9 15,-9 25-31,-16 26 16,42-9-1,26-9-15,16 1 16,18-9-16,9 0 16,25-9-1,17-16 1,8-1-16,44 1 16,42 25-16,17-8 15,17-9 1,34-9-1,9-8-15,25-8 16,52-9-16,-9-17 16,17-17-1,-26-17-15,18-17 16,8-9 0,17-8-1,0-17-15,-25-8 16,17-9-1,-9-9-15,0 1 16,0-26 0,-43-1-1,-33 1-15,-35 9 16,-51-1 0,-34-8-16,-18 0 15,-42 17-15,-8 0 0,-35-8 31,-42-43-31,-60 8 16,-43 17 0,-33 9-16,-61 17 15,-42 17 1,-18 26-16,-33 25 16,-1 8-1,35 18 1,-17 8-16,25-26 15,-34-16-15</inkml:trace>
  <inkml:trace contextRef="#ctx0" brushRef="#br0" timeOffset="1251.97">7570 7969 0,'-8'0'0,"-9"-9"0,-17 1 15,-26-9-15,-17 0 16,-8 0-1,-9 17 1,-17 8-16,0 35 16,-26 33-1,27 35-15,24 16 16,1 35 0,8 8-16,17 17 0,35 9 31,8-1-31,17 9 15,8-8 1,35 8-16,25 9 16,-8-18-1,42 26-15,43 1 16,0-10 0,-8-8-16,8-8 15,43 25 1,-35-34-16,1-17 15,51 17 1,-34-25-16,-1-1 16,27 10-1,-44-35-15,-8 17 16,18 8 0,-10-8-16,-16-17 15,8 1 1,26-10-16,-43-33 15,0-9 1,8-17-16,-8-9 16,-17-16-1,-34-26-15,-17-9 16,-18 1-16,-8-1 16,1-16-1,-1-26 1,0-26-16,-8-33 15,-9-35-15,-26-33 16,-17-35 0,1 0-1,-18 9-15,-25-34 16,-9 0 0,-25-9-16,-26-16 15,-9 33 1,1-8-16,-35-17 15,9 17-15,-1 17 16,-33-9 0,-17-8-16,-9 17 31,-17 17-31,-17 0 16,8 34-16,9 16 15,0 18 1,17 9-16,9 25 15,42 34 1,-102 0-16</inkml:trace>
  <inkml:trace contextRef="#ctx0" brushRef="#br0" timeOffset="2633.46">10421 14449 0,'0'0'0,"0"0"0,0 0 15,0 0 1,0 0-16,0 0 15,0 0-15,-8-8 16,-1-1 0,-17 1-1,-16-18-15,-1 1 16,-8 8 0,-9 0-16,-8 8 15,0 9 1,-9 17-16,0 17 15,-17 9 1,-8 42-16,-9 25 16,25-8-16,27 0 15,25 0 1,8 0 0,43 0-1,26 18-15,25-18 16,9 0-1,17 0-15,-26-17 16,26 17-16,17 8 0,-9 1 31,9 8-15,-17 0-16,0-8 16,17 8-1,8-9-15,9 1 0,-25-26 16,16-9-1,9 1 1,-8-26-16,-9-9 0,0-16 31,0-1-31,-9-16 0,0-1 32,-8 1-17,-34-9-15,-17-9 16,-9 1-1,0-18-15,0-33 16,-8-60 0,-26-26-16,-17-33 15,-43-43 1,-25 8-16,-26 9 16,-17-17-1,-9 34-15,-51-17 0,-8-1 31,34 18-31,-9 0 16,9 0 0,43 17-16,84 102 15</inkml:trace>
  <inkml:trace contextRef="#ctx0" brushRef="#br0" timeOffset="3832">15935 4371 0,'0'0'0,"-9"-8"0,1-1 0,8 9 16,0 0 0,0 0-16,0 0 15,0 0 1,-9 0 0,-8 0-16,-34 26 15,-34 25 1,-35 17-1,-42 25-15,-34 18 16,-35 34-16,1 25 16,-18-26-16,-16 35 15,-1-1 1,0-16 0,1 0-16,33-9 15,35-17 1,42-17-16,43-9 15,26 1-15,25-18 16,35 1 0,25 0-16,25-9 15,27 8-15,24-8 16,27-17 0,59-17-1,51-8-15,-8-35 16,26-16-1,-1-18-15,18-33 16,16-18 0,-33 1-16,-1-18 15,-25-16 1,-26-27-16,-8-7 16,-26-1-1,-34-33 1,-17-1-16,-26-16 15,-17-10-15,-25 18 16,-26-25 0,-9 8-1,-16 8-15,-9-8 16,-26 17 0,-8 25-16,-1 9 0,1 34 15,42 77 1</inkml:trace>
  <inkml:trace contextRef="#ctx0" brushRef="#br0" timeOffset="5010.64">18828 4388 0,'0'0'0,"0"0"0,-8-8 15,-10-9-15,-16-9 16,-34-16-1,-34-9 1,-18 0-16,-33 0 16,-10 17-16,1 17 15,-8 17 1,16 8 0,34 9-16,18 9 15,17-1 1,16 9-16,10 0 15,7 17-15,1 9 16,17 16 0,0 1-1,17 8-15,8 8 16,18 27 0,16-1-16,10-9 15,7-16 1,18 25-16,17 34 15,0-26 1,8-8-16,17 18 16,18 16-1,-9-17-15,17-9 16,25 26-16,1 0 16,-26-25-1,0-9 1,0 17-16,0 9 15,-8-18-15,-1-25 16,1-8 0,8 8-16,0 0 15,-17-25 1,8-9-16,9-9 16,-8-16-1,-9-1-15,17-8 16,8-8-1,-16-1 1,8 1-16,-26-1 16,1-16-1,-10-1-15,1-8 16,-17-8 0,0-1-16,-17 1 15,-1-9 1,10-9-16,-1-25 15,-8-25 1,-18-43-16,-16-9 0,-34-42 16,-52-51-1,-34 8-15,-51-42 32,-69-34-32,-42 0 15,-34-9 1,-43 17-16,-51-8 0,-34 17 31,-26 8-31,35 35 0,67 33 31</inkml:trace>
  <inkml:trace contextRef="#ctx0" brushRef="#br0" timeOffset="7894.93">13178 3827 0,'0'0'0,"0"0"0,-17 9 16,-17 16-1,-35 26 1,-50 68-16,-43 43 16,0 33-1,-26 69-15,-8 51 16,33 8-16,-7 42 16,-18 44-1,68-95-15,52 18 16,34 0-16,34-86 31,0-25-31,60 1 16,59-10-1,18-101-15,42-43 16,69-9-16,-35-50 16,26-18-1,-17-33 1,-9-103-16,26-33 0,-77-27 31,-25-58-31,-1-43 0,-42-17 31,-42-1-31,-18-16 16,-34 43 0,-17 16-16,-26 34 15,-17 43-15,-42 34 16,-43 8-1,-35 43 1,-59 26-16,-42 67 16,-26 86-1,-18 76-15,1 85 16,34 102 0,25 94-16,26 8 15,103-51 1,84-8-16,44 42 15,51-119 1,110-76-16,35 0 16,17-86-1,51-59-15,68-85 16,18-68 0,-35-76-16,9-18 15,-35-59 1,-50-26-16,-52 1 15,-25-103 1,-78 43-16,-67 25 16,-43-17-1,-60 60-15,-68 9 16,-52 59 0,-59 42-16,-43 43 15,1 68 1,-18 68-16,17 68 15,17 145 1,1 101-16,50 103 16,111 85-1,112-128-15</inkml:trace>
  <inkml:trace contextRef="#ctx0" brushRef="#br0" timeOffset="7966.84">12043 8709 0,'171'0'15,"204"0"-15</inkml:trace>
  <inkml:trace contextRef="#ctx0" brushRef="#br0" timeOffset="9075.69">16635 3096 0,'-17'8'0,"-103"86"0,-68 59 0,1 17 16,-61 51-1,-51 68-15,1 34 16,76-17 0,77 1-16,59-35 15,78 0-15,59-34 16,85-34 0,69 9-16,60-60 15,51-77 1,17-67-1,59-86-15,-8-67 16,-42-1-16,25-50 16,-52-10-1,-76-7-15,-25-35 16,-61 1 0,-42-10-1,-59 1-15,-44-8 16,-59 8-1,-52 33-15,-50 27 16,-61 25 0,-33 51-16,-43 51 15,-60 34 1,0 42-16,-9 43 16,9 51-1,26 34-15,34 26 16,25 50-16,26 44 15,52 7 1,67 9 0,86 1-16,85 24 15,86-42-15,59-17 16,94-8 0,26-102-16,-17-43 15,102-26 1,-17-42-1,-119-59-15,76-9 16,-51-51 0,-34-111-16,0-17 15,-102 9 1,-43-68-16,-34 0 16,-52-34-16,-42 0 15,-68 33 1,-77-7-16,-52 25 15,-25 42 1,-34 43 0,-26 76-16,-59 60 15,-60 51 1,-9 102-16,17 69 16,43 41-16,43 18 15,51 16 1</inkml:trace>
  <inkml:trace contextRef="#ctx0" brushRef="#br0" timeOffset="10373.71">15218 9644 0,'-26'26'0,"-85"50"0,-68 60 16,0 17-1,34 26-15,0 67 16,34 27 0,51 16-16,34 17 15,52-42 1,102 33-16,43-16 16,-1-111-1,69-42-15,86-18 16,-52-67-1,77-94-15,8-17 16,-76-86 0,17-67-16,-61-51 15,-33-17-15,-85-17 16,-52-17 0,-76 0-1,-69 16-15,-60 18 16,-76 26-1,-43 67 1,-69 51-16,-76 43 16,-43 85-16,-8 60 15,-9 76 1,9 43-16,59 25 16,60 59-16,52 9 31,76 1-31,68 67 15,78-43-15,118 35 16,35-17 0,120-43-1,67-17-15,35-136 16,145-42 0,-51-52-16,-77-25 15,34-34-15,-43-17 16,-68-34-1,-26-26-15,-59 18 16,-34-35 0,-26-67-16,-52-44 15,-50-24 1,-52-35 0,-25 9-16,-60 8 15,-34 18 1,8 33-16,-59 0 15,-9 52-15,-26 67 0,-42 18 32,0 59-17,-94 59-15,34 77 16,-51 153-16,-17 86 0,110 67 31,52 68-15,128 0-16,103-127 15,16-9 1</inkml:trace>
  <inkml:trace contextRef="#ctx0" brushRef="#br0" timeOffset="11500.3">18453 13480 0,'-9'-9'0,"-34"-42"0,-76-43 15,-60-16-15,-60 8 16,-60 8 0,-51 35-1,26 42-15,16 42 16,35 35 0,43 33-16,16 52 15,44 34 1,50 42-16,43 8 15,52 26 1,59-16-16,77-1 0,43 0 16,76 8-1,35 10 1,8-78-16,68-59 16,-34-42-1,77-52 1,-8-42-16,-86-25 15,52-60 1,-52-43-16,-68-8 16,-9-43-1,-68 1-15,-60-26 16,-42-9 0,-68-25-16,-61-34 15,-84-9-15,-61 35 16,-51 33-1,-25 26 1,-43 59-16,-68 52 16,8 59-1,35 42-15,-9 52 16,17 33 0,77 35-16,42 50 0,52 26 15,59 26 1,60 25-1,69 51-15,42 1 32,77-1-32,77-26 15,68-33-15,25-17 16,86-77 0,52-34-16,-44-26 15,9-42 1,26-51-16,-18-51 15,-84-17 1,-18-34-16,-34-51 0,-85-17 31,-52-26-31,-25-67 16,-77-43 0,-85-18-16,-94-50 15,-103-8 1,-42 58-16,-52 52 15,-50 68 1,-78 51-16,86 51 16</inkml:trace>
  <inkml:trace contextRef="#ctx0" brushRef="#br0" timeOffset="12598.88">10182 11974 0,'-17'-8'16,"-77"-1"-16,-51 18 15,-43 25-15,-51 42 16,-17 43-16,-17 60 16,9 42-1,42 26 1,34 76-16,86 9 16,67-69-16,52 60 15,35-59-15,76-60 31,77 26-31,85-43 0,43-77 16,-1-84 0,129-69-1,-42-67 1,-129-52-16,51 9 16,-42-25-1,-52-35-15,9-59 16,-110 25-1,-44-8-15,-34 17 16,-68-9 0,-42-8-16,-61 51 15,-102-43 1,-68 52-16,-51 67 16,-43 60-1,-17 34-15,-34 51 16,8 43-1,17 33-15,18 60 16,33 43 0,35 51-16,34 33 15,85 9 1,103-8-16,51-26 16,51-8-1,85 25-15,86-25 16,77-26-1,33 8-15,78-67 16,-1-26 0,-76-34-16,111-25 15,-35-69 1,-85-93-16,69-26 16,-60 1-1,-26-103-15,-26-25 16,-59-8-1,-43-35-15,-59 0 16,-69-101 0,-86-1-16,-59 51 15,-51-16 1,-60 33 0,-85 51-16,-60 52 15,-86 50-15,-93 85 16,-77 129-16,222 7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6:55.5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10950 10273 0,'0'0'0,"0"0"0,0 0 0,-8 0 0,-18 0 16,-16 17 0,-18 9-16,-43 25 15,-16 25-15,16 35 16,-8 34-1,-8 50-15,25 26 16,17 43 0,35-34-16,59-52 15,34-16 1,43-35-16,34-33 16,60-69-1,59-84 1,43-69-16,-8-33 15,-60-35-15,-26-16 16,-42-1 0,-52 0-16,-42 18 15,-69 33 1,-67-8 0,-146 17-16,-128 25 15</inkml:trace>
  <inkml:trace contextRef="#ctx0" brushRef="#br0" timeOffset="4617.43">25886 4040 0,'0'0'0,"0"0"0,0 0 31,0 0-31,0 0 15,0 0 1,-8-9 0,-26-8-16,-17 0 15,-9 0-15,9 0 0,-26 9 32,-9-1-17,-16 9-15,-17 17 16,33 17-16,-8 9 15,-34 16 1,-8 9-16,8-8 16,25 8-16,-8 8 31,-17 43-31,9 9 16,25-1-16,17-7 15,34 24 1,43 9-16,26-34 15,17-8 1,34 42-16,25 17 16,-25-42-1,-35-18-15,44 60 16,33 17 0,9-51-1,-8-17-15,33 9 16,69 17-16,-34-52 15,-9-42 1,26-8-16,17-35 16,34-16-1,-51-35-15,-26-25 16,35-25 0,-61-1-16,-16-17 15,8-33 1,-26-18-1,-33 9-15,-35-8 16,-34-35-16,-26 0 16,-25 1-1,-25-35-15,-35 9 16,-26 25 0,-25-25-1,-8 34-15,-27 26 16,-42 8-1,-25 17-15,-26 33 16,-35 35-16,-16 17 16,0 43-1,34 42-15,-43 34 16</inkml:trace>
  <inkml:trace contextRef="#ctx0" brushRef="#br0" timeOffset="12139.66">23420 8113 0,'0'0'0,"0"-8"0,0-1 0,0 1 16,-9-18-1,1 1-15,-9-1 16,0 9-1,0 0-15,0 0 16,-9 9 0,0-1-16,-8 9 0,-17 0 31,-26 17-31,-17 9 16,-8 8-1,-9 25-15,-9 18 16,1 8-1,17 8-15,16 1 16,18 8-16,8 17 16,17 9-1,18-18 1,16 9-16,18-8 16,25-1-1,26 1-15,42 8 16,35-25-1,-1-35-15,26-33 16,43-18 0,-43-33-16,1-26 15,33-35-15,-34-16 16,-25-17 0,8-34-1,-26-17-15,-33 0 16,-35-17-1,-26 0-15,-42 25 16,-25 9 0,-44 17-16,-67 0 15,-129 51 1,-170 111-16,-146 195 16,223-17-1</inkml:trace>
  <inkml:trace contextRef="#ctx0" brushRef="#br0" timeOffset="18226.41">15448 7935 0,'0'0'15,"0"0"-15,0 0 0,0 0 16,0 0-1,0 0-15,17 0 16,9 0 0,17 0-16,33 8 15,-7 1 1,25-9-16,42 8 16,26-8-1,9 0-15,17 9 0,8-1 16,0-8-1,35 9 1,-35-1 0,-8-16-16,25 8 15,-68-9-15,-110 9 16</inkml:trace>
  <inkml:trace contextRef="#ctx0" brushRef="#br0" timeOffset="18851.02">15346 7331 0,'0'0'0,"0"0"15,0 0-15,8 0 16,9 0-1,18-9-15,33 1 16,26-9 0,0 8-1,25 9-15,52-8 16,-18 8-16,10 0 16,50-9-1,-34-8-15,26 0 16,34 0-1,-43 0-15,-16-17 16,24 0 0,112 0-16</inkml:trace>
  <inkml:trace contextRef="#ctx0" brushRef="#br0" timeOffset="19413.21">15354 6676 0,'17'0'0,"35"9"0,33-9 0,9 8 16,-9 1 0,35-9-1,25 0-15,0 8 16,51 9 0,60 9-16,-17-18 15,77-8-15</inkml:trace>
  <inkml:trace contextRef="#ctx0" brushRef="#br0" timeOffset="24133.61">15235 5766 0,'0'0'0,"-9"26"0,-16 16 0,-9 26 15,8 9 1,-8 25 0,8 0-16,1 0 15,8 8 1,-9 1-16,0 8 15,1 0-15,8 0 16,-9 9 0,-8-9-1,-9 0-15,1 0 16,-10-9 0,18-25-16,17-25 15,0-9-15,9-25 16,-1-1-16,9-16 31,-8 8-31,8-9 0,0 1 31,0-1-31,0 1 16,0-9 0,17 8-1,8 9-15,18 9 16,8-9-16,26-9 15,8 1 1,9-1-16,0 9 16,8 0-1,1 0-15,-9 9 16,25-1 0,18 9-16,-18-8 15,1-1 1,-1-8-16,18 0 15,-9-8 1,-17 8-16,-9 0 16,1 0-1,16 8-15,1-8 16,8 0 0,-9 0-16,1-8 15,8-1 1,8 1-16,-8-9 15,0-17 1,17-17-16,0 0 16,-8 0-1,0-9-15,8 9 16,0 9 0,-9-1-16,-16-8 15,-18 9-15,1-1 16,-10 9-1,-16 0-15,-8 0 16,-10 0 0,-16 9-1,0 8-15,-9 0 16,-9 0 0,1 0-16,-9 0 15,-8 0 1,-1 0-16,1 0 15,-1 0-15,-8 0 16,0 0 0,0 0-1,0 0-15,0 0 16,0 0 0,0-9-16,0-16 15,9-43 1,-1-17-16,-8 8 15,-8 0 1,-1 9-16,1 0 16,-9-17-16,0-8 15,-1 8 1,1 8 0,9 9-16,-9 17 15,0 0 1,0 17-16,0 0 15,0 0-15,-1 9 16,1-1 0,9 9-1,-1 0-15,1 8 16,-1 1-16,1-18 16,-1 1-1,1-1 1,-1-16-16,-8-18 15,0-8-15,0-17 16,0-17 0,8 0-16,1 17 15,-9 0 1,-9 0 0,-17 9-16,1 16 15,-1-8 1,-17 0-16,-8 8 15,0 9 1,-18 9-16,-25 8 16,-17 8-1,-8 9 1,-60 17-16,-18 17 16,9 9-16,-34 25 15,-17 0 1,-8 0-1,-26 0-15,-1 0 16,1-9 0,0 1-16,0 0 15,-9 8 1,17 0-16,1 0 16,16-9-16,-76 9 15</inkml:trace>
  <inkml:trace contextRef="#ctx0" brushRef="#br0" timeOffset="26724.85">14723 6693 0,'0'0'0,"0"0"0,-9-8 0,-16-1 15,-27-17 1,-50-8-16,-9-8 15,9 8 1,-35 0-16,-34-9 16,35 18-1,-1 16-15,-51 1 16,1 25 0,-18 8-16,-51 35 15,0 25 1,-17 9-16,-35 42 15,18 25 1,9 1-16,16 8 16,0 8-1,1 10-15,42-18 16,17 8 0,9 9-16,17-8 15,25 0 1,26-9-16,25-26 15,35-16 1,8-9-16,26-9 16,9 9-1,8-17-15,0-16 16,8-35 0,0-26-16,1 1 15,8-18-15,0 1 16,0-9-1,0-9-15,-9-16 16,1-26 0,-9-26-1,0 9-15,-9 17 16,1 17 0,-1 0-16,0 17 15,1 0-15,-1 0 16,1 17-1,7 0-15,1 17 16,0 0 0,9 17-16,8 17 15,0 0 1,0 0 0,0-8-16,0-18 15,8 1 1,18-9-16,25-9 15,34-25-15,69-51 16,34-34 0,-17 0-1,-35 34-15,-76 42 16</inkml:trace>
  <inkml:trace contextRef="#ctx0" brushRef="#br0" timeOffset="28995.51">20279 13760 0,'0'0'0,"0"0"0,0 0 15,0 0-15,0 0 16,0 9-16,17 50 31,9 94-31,25 68 0,34 43 32,43-9-32,34 17 15,-16-34-15,-18-25 16,25 8-16,-16-59 15,-18-26 1,-8 8-16,-17-24 16,-26-44-1,-25-33 1,-26-26 0,-17-17-16</inkml:trace>
  <inkml:trace contextRef="#ctx0" brushRef="#br0" timeOffset="29283.23">22123 14466 0,'0'0'0,"0"0"0,-9 0 15,-17 26 1,-119 76-16,-145 59 31,-128 1-31,-103 42 16,9-34-16,-34-17 0,34 0 31,111-25-15,76-43-16,138-43 15,135-25 1</inkml:trace>
  <inkml:trace contextRef="#ctx0" brushRef="#br0" timeOffset="87268.97">19323 5205 0,'0'0'0,"0"0"0,0 0 0,0 0 0,26 17 15,33 17-15,1 0 16,-26-9-1,0 9 1,26 0-16,9 0 16,-1 26-1,-8 16-15,-9 18 16,-9 17-16,-16-18 16,-9 9-1,0 43 1,9 16-16,-18-50 15,9-35 1,0 9-16,18-8 16,-10-26-1,1-8-15,-18-18 16,1-8 0,-1-8-16,1-1 15,-9 1 1,0-9-16,0 0 15,0 0 1,-9-9-16,1 1 16,-1 8-1,9 0-15,0 0 16,0 0 0,0 0-16,0 25 15,17 26 1,0 17-16,-8-8 15,0 8 1,-1 25-16,1 26 16,-1 0-1,-8-25-15,-8-18 16,-9 18 0,-26 17-16,-34-18 15,34-50 1</inkml:trace>
  <inkml:trace contextRef="#ctx0" brushRef="#br0" timeOffset="101296.18">20202 13429 0,'0'0'0,"0"0"0,0 0 0,0 0 16,0 0 0,0 8-16,26 35 15,25 84 1,60 86-1,43 59-15,25 9 16,0 16 0,-17-33-16,-25-26 15,8-8-15,-26-69 16,-16-42 0,-18-8-1,-34-35-15,-25-33 16,-17-35-1</inkml:trace>
  <inkml:trace contextRef="#ctx0" brushRef="#br0" timeOffset="101503.66">22251 14177 0,'0'0'0,"0"0"0,-9 0 15,-136 51-15,-205 102 32,-94 43-32,-42-1 15,-9 1 1,51-52-16,60-59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09:09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3371 2806 0,'0'0'0,"0"0"0,0 17 0,0 52 16,0 41-16,0-8 15,-8-17 1,8 0-16,0 17 16,0 0-1,8-17-15,1-17 16,8-8 0,0-9-1,17-17-15,9 9 16,8-9-1,26-9-15,8 1 16,26-18 0,34-16-16,9-1 15,25 1-15,17-9 16,1 0 0,33-17-16,26 8 15,9-8 1,16-17-1,44 8-15,-18-8 0,69 0 16,-9 0 0,-35 9-1,61-1 1,-26 9-16,0 9 16,34 25-16,-25 8 15,-1 1-15,-16 8 16,25 17-1,-17 0 1,-43 0 0,-17 17-16,-42-9 15,17 1 1,-18-1-16,-33-8 16,-9 0-16,-35-17 15,-25-8-15,18-1 16,-18-8-1,-34-8 1,0-1-16,-9 1 16,-8-1-16,-17-16 15,-43 8-15,-16 0 32,-10 0-17,-16 0-15,-1-9 16,-8-8-1,-17-17-15,0 17 16</inkml:trace>
  <inkml:trace contextRef="#ctx0" brushRef="#br0" timeOffset="835.34">17778 3572 0,'0'0'0,"0"0"0,0 0 0,0 0 16,34-9-16,94-16 16,129-26-1,127 0 1,59 25-16,44 35 16,119 25-1,-188 0-15</inkml:trace>
  <inkml:trace contextRef="#ctx0" brushRef="#br0" timeOffset="5637.28">2663 6404 0,'0'0'16,"0"0"-16,0 0 0,0 0 15,17 17 1,17 8-16,17 9 16,1 0-1,-1 9-15,-9 16 16,1 10 0,0 16-16,-18-9 15,-8-8 1,1 0-16,-1 17 15,0 9 1,-9-1-16,1-16 16,-1-18-1,-16-16-15,-1-1 16,9-16 0,-8-1-1,-1-16-15,-8-9 0,-26-34 16,-25-68-1,34 34 1</inkml:trace>
  <inkml:trace contextRef="#ctx0" brushRef="#br0" timeOffset="5877.37">2629 7254 0,'0'0'0,"0"26"0,17 67 16,8 26-16,35 26 15,17 34 1,-17-35 0,-9-50-16,0-18 15,0-25 1,9-17-16,34-34 16,17-25-1,17-69-15,17-76 16,34-102-1</inkml:trace>
  <inkml:trace contextRef="#ctx0" brushRef="#br0" timeOffset="26148.32">20569 11396 0,'0'0'0,"-8"0"15,-1 0-15,-16-9 16,-10 1-16,-16-9 16,-9 0-1,1 17 1,-10 0-16,-24 0 16,-10 17-1,-16 17-15,-1 17 16,26 9-1,-17 25-15,9 0 16,25-9-16,17-8 16,9 0-1,0 17 1,8-8-16,26-18 16,17 1-16,17-1 15,17-8 1,26 9-1,25-9-15,18-17 16,25-17 0,43 9-16,-9-9 15,17 0 1,43 0-16,-43 0 0,9-9 16,17 9-1,-17 0 1,8 0-1,-8 0-15,-18 9 16,18-1-16,-17 9 16,8 9-16,51-1 15,-25-16 1,17-9-16,17-9 31,9-8-31,16 0 16,-16 0-1,16 0-15,-25 0 16,-17-8 0,-34-9-16,0 0 0,51 0 15,-60 0 1,-25 0 0,25-9-1,-43 9-15,-42-8 16,0 8-1,0 0-15,-26-9 16,-16-8 0,-10-8-16,1-18 15,0 1-15,-18-10 16,1 1-16,-18-8 31,-8-18-31,-17-16 16,-25 16-1,-35 1-15,-26 8 16,-33 8 0,-78-8-16,-76 9 15,-68 25 1,-43 59-16,-69 26 16,-50-8-1,50 8-15,26 8 16,-25 18-1,17-18-15,42 1 16,-51 16 0,51-8-16</inkml:trace>
  <inkml:trace contextRef="#ctx0" brushRef="#br0" timeOffset="27304.35">28157 13003 0,'0'0'0,"-9"0"0,1-8 0,-9-1 15,-9-8 1,0 0 0,-8-8-16,-34-18 15,-17 9-15,-26-8 16,-86-9-1,35 17-15,34 8 16,-25 18 0,-10 8-16,44 0 15,51 8 1,-26 9-16,17-8 16,26 8-1,8 0 1,9 0-16,17 17 15,0 8-15,25 26 16,26 9 0,9-1-16,8-8 15,52 26 1,50 8 0,-7 0-16,-18-8 15,25-18-15,9 1 16,-25-9-1,-9 0 1,26 8-16,-9 9 16,-34-25-1,-43-26 1,17 0-16,18-9 16,-27-25-16,10-17 15,-1-17-15,-17-17 16,-16-8-1,-27-9 1,-16-26-16,-43-67 16,-60-26-16,-68-1 15,-146-24-15,-33 16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11:30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8475 6293 0,'0'0'0,"0"0"0,0 0 0,0 0 16,0 0-16,17 0 16,34 17-1,35 9-15,42 25 16,102 8-1,26-8 1,17-17-16,52 0 16,25-17-1,34-17-15,102 17 16,26-8-16,9-18 16,51-16-1,17-26 1,0 8-16,-180 18 15</inkml:trace>
  <inkml:trace contextRef="#ctx0" brushRef="#br0" timeOffset="7371.66">11002 8998 0,'0'0'0,"0"0"0,0 0 15,0 0-15,8 8 16,1 1 0,-1-1-1,-8 9-15,0 9 16,-8 16-1,-1 9-15,1-8 16,8-1 0,0-16-1,0-1-15,8 1 16,1-1 0,8 1-16,0-1 15,8-8-15,18 0 16,17 9-1,17-18 1,25 1-16,18-1 16,-1-8-1,18-8-15,8 8 16,17 0-16,17-9 16,26 1-16,25-9 15,18 8 1,8 9-1,0 0 1,9 9-16,8-9 16,8 8-1,1-8-15,-9 9 0,-17 8 32,-17 0-32,-26-9 15,-25 9-15,-34 9 16,-26-17-16,-43-1 15,1 1 1,-10-9 0,-16 8-1,-17-8-15,-18 0 16,1 0 0,-9 0-16,-8-8 15,-1-1-15,1 1 16,-1-1-1,1 9 1,-9 0-16,0-8 16,0-1-1,-9 0-15,1-8 16,-1-8 0,-16-1-16,-1-16 15,-8-9 1,0-9-16,25 35 15</inkml:trace>
  <inkml:trace contextRef="#ctx0" brushRef="#br0" timeOffset="8611.51">19323 9261 0,'0'0'0,"0"0"0,0 9 0,0-1 15,0 9 1,0-8-1,0-1 1,0 9 0,0 0-16,0 0 15,0 0-15,9 9 16,-9-1 0,0 1-1,0-9-15,0 0 16,0 0-1,8 0-15,9 0 16,0 9-16,26-9 16,8 8-1,9-16 1,17-1-16,17 1 16,17-9-1,25 8-15,18-8 16,16 17-1,35 0-15,26 26 16,-18 25 0,-8-9-16,0-8 15,-34-8 1,-1-1-16,-16 1 16,-35-9-1,-33-9-15,-27 1 16,-16-18-1,-17 1-15,-9-1 16,0-16 0,-9-1-16,1-8 15,8-25 1,0-52-16,9-50 16,33-145-1</inkml:trace>
  <inkml:trace contextRef="#ctx0" brushRef="#br0" timeOffset="14781.49">13502 8709 0,'0'0'16,"0"0"-16,0 0 0</inkml:trace>
  <inkml:trace contextRef="#ctx0" brushRef="#br0" timeOffset="15175.76">13127 8709 0,'0'0'0,"0"0"0,0-9 0,0 1 16,0-1-1,0 1 1,0-1-16,0 1 16,8-1-1,9 1-15,26-1 16,17 1-16,25-9 15,18 8 1,-10 1-16,18 8 16,34 0-1,9 0-15,8 0 16,35 8 0,-1-8-1,0 0-15,52-8 16,-9 16-1,0-8-15,-17 0 16,-18 0 0,10 0-1,102 0-15</inkml:trace>
  <inkml:trace contextRef="#ctx0" brushRef="#br0" timeOffset="15595.45">18683 8453 0,'0'0'0,"0"0"0,0 0 16,9-8 0,50-1-1,27-16-15,76-1 16,60 9-16,34 9 16,51-1-1,69 1-15</inkml:trace>
  <inkml:trace contextRef="#ctx0" brushRef="#br0" timeOffset="19550.68">23232 8249 0,'0'0'0,"-8"0"0,-9 17 0,-26 9 16,-43 25-16,-33 8 15,-9 18 1,-9 8-16,9-8 15,26-9 1,42-26-16,18-16 16,16-26-16,9-9 15,8 1 1,9-1-16,0-8 16,0-8-1,0 8-15,0 0 16,-8 8-1,-1 1 1,1-1-16,-1 9 16,-25 0-16,-9 26 15,-16 8 1,-18 17 0,17-9-16,26-8 15,25 9 1,18-9-16,25 0 15,43 0 1,17-17-16,-60-9 16</inkml:trace>
  <inkml:trace contextRef="#ctx0" brushRef="#br0" timeOffset="45062.56">10805 10120 0,'0'0'0,"0"0"0,0 0 0,0 0 16,-8 0-16,-1 26 15,-16 16 1,-35 35 0,-26 42-1,10 0-15,24-8 0,18-26 16,9-17-1,8-9 1,17-16-16,0-1 16,17-16-16,42-1 15,61-16 1,16-18-16,35-16 16,60-9-1,-44 8 1,-16 18-16,34 8 15,8 0-15,18 8 16,16 1-16,26 8 16,35-9-1,-1 1-15,26-1 16,-17 9 0,51 17-1,8 9-15,-59-9 16,85 8-1,-34-8-15,-94-25 16,34-1 0,-42 1-1,-9-1-15,-17 1 16,-85-9-16,-60 17 16,-9-9-1,-34 1 1,-17-1-16,-8-8 15,-18 0 1,-16-8-16,-9-18 16,-34-50-1,-1-94-15,-24-145 0</inkml:trace>
  <inkml:trace contextRef="#ctx0" brushRef="#br0" timeOffset="47862.79">11326 13250 0,'0'0'0,"0"0"0,0 0 16,0 0 0,0 8-16,0 26 15,8 43 1,-16 34-16,-1 16 16,1-8-1,8-25-15,0-26 16,17-17-1,0-9-15,17 1 16,9-18 0,25 9-16,26-8 15,42-18 1,44 1-16,25-18 16,25-8-1,0 9-15,9-9 16,43 8-16,8 1 15,9 8 1,25 0 0,9 0-16,-26 8 15,-25 1-15,-26 8 16,-25 0 0,-69 0-1,-51 8-15,-17-8 16,-26-8-1,-17-1-15,-8-16 16,-9-26-16,-9-26 16,1-25-1,-9-25-15,-8 8 16,-1 25 0,1 26-1,-1 34 1</inkml:trace>
  <inkml:trace contextRef="#ctx0" brushRef="#br0" timeOffset="49087.26">18017 13786 0,'0'0'0,"0"0"0,0 0 15,0 17-15,-8 25 16,-1 18-1,1 8-15,-18 8 16,9-16 0,0-9-16,8-9 15,9-16 1,9-1-16,8 1 16,34 0-1,52-1 1,42-25-16,17-8 15,0-1 1,26 1-16,-9 8 16,-8 0-16,-1 17 15,-24 0 1,-18 25 0,0 1-16,-17-1 15,-26 9 1,-17-8-16,-25-18 0,-18 1 15,-16-18 1,0 1 0,-1-1-16,9-25 15,17-59 1,17-69-16,35-144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12:37.1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2236 3019 0,'0'0'0,"-8"0"0,-1 17 15,-8 17 1,0 0-16,8 9 16,1 16-1,8 26-15,-17 26 32,8 8-32,-8 0 0,17-26 15,0-33-15,0-17 31,17-18-31,43 9 0,51-8 32,43-26-32,42-26 15,26-8-15,8 9 16,26 8 0,52-9-1,50 0-15,9 9 16,43 17-1,16 9-15,27 8 0,8 8 16,34 18 0,17 8-16,-26-25 31,-59 8-31,-86 0 0,-8-17 31,-34 0-31,-17-17 16,-43 0-1,-94 0-15,-51-9 16,-35 9 0,-33 0-16,-9-8 15,-8-9 1,-9-26-16,-26-50 16,9 41-1</inkml:trace>
  <inkml:trace contextRef="#ctx0" brushRef="#br0" timeOffset="6929.31">8407 6021 0,'0'0'0,"0"0"0,0 0 31,-9 17-31,9 0 16,0 17-1,0 9-15,0 16 16,0 18-1,17-1-15,18 1 16,7-1 0,35 1-1,8-1-15,52-16 16,59-26-16,35-34 16,25-34-1,34-8-15,26-10 16,17 1-1,34 0-15,17 0 16,34 17 0,26 9-1,-9 8-15,34 8 16,-8 9-16,0-8 16,26 8-1,-52 8-15,-51 18 16,-17-9-1,-43-17-15,-59 8 16,-52-8 0,-42-8-16,-43-9 15,-34 8 1,-43-8-16,-25 0 16,-1-8-16,1-26 15,8-34 1,9-43-1,-1-42-15,44-145 16</inkml:trace>
  <inkml:trace contextRef="#ctx0" brushRef="#br0" timeOffset="14755.26">2834 7943 0,'0'0'0,"0"0"0,0 0 0,0 0 16,0 0-1,0 0-15,0 0 16,0 0-16,34-8 31,17-1-31,26-8 16,17 0-1,-18 0-15,27 9 16,51-18-16,8-8 16,34 0-1,17 0 1,35 0-16,34 0 15,16 9 1,27 8-16,16 25 16,35 1-16,25-9 15,77 0 1,51-26-16,34-8 16,-145 8-1</inkml:trace>
  <inkml:trace contextRef="#ctx0" brushRef="#br0" timeOffset="19461.12">18802 7969 0,'0'0'0,"9"0"0,42 0 0,9 0 15,51-26 1,85-25 0,-17-8-16,43-18 15,51-8 1,69 17-16,33 17 16,1 34-16,85 8 15,77 18 1,76 16-16,-51-8 15,-8-8-15,-137-9 16</inkml:trace>
  <inkml:trace contextRef="#ctx0" brushRef="#br0" timeOffset="21771.01">3371 9244 0,'0'0'0,"0"0"0,0 0 15,0 0 1,0 0-16,17 0 16,26 9-16,17-1 15,17 9 1,59-8-1,60 8-15,61-17 16,41-9 0,78 1-16,59-26 15,34-17 1,69-17-16,43-17 16,-172 17-1</inkml:trace>
  <inkml:trace contextRef="#ctx0" brushRef="#br0" timeOffset="22753.53">15636 8879 0,'9'0'0,"25"17"0,68 8 15,94 26-15,78 9 16,41-9 0,112 8-16,85-16 15,77-35 1,-162 1-16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3:14:30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12034 7663 0,'0'0'0,"0"0"0,0 0 0,0 0 0,0 0 15,0 0 1,0 0-16,-8 25 15,-9 43 1,-9 34-16,-17 26 16,1 16-1,-9 9-15,8-17 16,9-8 0,17-9-16,0-17 15,17-8 1,17-18-16,8-8 15,18-8 1,25-1-16,35-25 16,25-17-1,17-25-15,17-18 16,26-8 0,16-17-1,27 0-15,8 0 0,25 17 16,18 0-1,34 9 1,17 8-16,-9 0 16,60 0-1,-25 8-15,-18 1 16,43 8 0,-17 0-16,-17 8 15,51 1-15,0-1 31,-17-8-31,9 0 16,25-8-16,-25-1 16,-43 1-1,8-1 1,-50 1-16,-35 16 16,-34 9-1,-26 0-15,-25 17 0,-52-8 31,-42-1-31,-26-8 16,-33-8-16,-18-1 16,-9 1-1,1-9 1,-9 0-16,0 0 16,0 0-16,0-17 15,0-60-15,0-50 31,17 8-31,8-9 16,35-34-16,8 1 16,-16 42-1,-1 17 1,9 0-16,-26 8 16,-9 26-1,-16 8-15,-1 1 16,-8-18-1,-17-16-15,-17-35 16,0-8 0,8 17-16,-16 9 15,-18-9-15,0 8 16,1 17 0,24 35-1,-7 8-15,-1 0 16,-8 8-1,0 9-15,-9 9 16,-25-1 0,-9 9-16,8 17 15,-16 0 1,-35 17-16,-16 17 16,-26 0-1,-35 9-15,1-9 16,25 0-1,-42 0-15,-18-9 16,1-16 0,-10-9-16,-7-9 15,-9 1 1,17-9-16,-9 8 16,9 1-16,0-9 15,17 8 1,-8-8-1,8 0-15,-17 9 16,8-1 0,-17 9-16,-8 0 15,-17 0 1,0 17-16,8 0 16,-8-8-1,17 8-15,17 0 16,17 8-1,26 1-15,-18-1 16,9 1 0,69-18-16,-10-8 15,18 9 1,51-9-16,18 0 16,16 0-1,17 0-15,18 0 16,8 0-1,-1 0-15,10 0 16,-1 17-16,-8 25 16,17 61-1,9 92 1,8 52-16,0 25 16,-8 0-1,-1-8-15,1-18 16,-9 1-1,0 0-15,0-43 16,17 102 0</inkml:trace>
  <inkml:trace contextRef="#ctx0" brushRef="#br0" timeOffset="1721.5">12504 13386 0,'0'0'0,"-9"17"15,-16 43-15,-10 76 0,-7 42 16,-1 43-1,0 34 1,9 1-16,9-1 16,8-17-1,0 17-15,17-34 16,0-51-16,0 26 16,8-60-16,1-51 31,8-17-31,0 0 15,17-25-15,17-1 16,9-25-16,34-17 31,34-17-31,17-8 16,26-1-16,8 1 0,26-18 31,16 9-15,27-17-16,25 8 15,17 9 1,9 9-16,-17 8 0,42 17 31,0 25-31,18 26 16,-1 9 0,-17-9-16,35-9 15,8 1 1,-43 8-16,43 0 15,17-8 1,-42-9-16,8 0 16,0 0-1,-18-9-15,-16 1 16,-26-18 0,-33 9-16,-53-8 15,-33-1 1,-17 1-16,-43-1 15,-43 1 1,-25-1-16,-18-8 16,-16 0-16,-1 0 15,1 0 1,-1-8-16,1-18 16,8-67-1,0-60-15,17-60 16,17-25-1,26-17 1,17-17-16,8-18 16,-8 10-1,0 25-15,-8 17 16,-18 25 0,-8 26-16,-9 34 15,-17 25-15,-26 43 16,1 34-1,-9 17 1,-9 0-16,-8 9 16,-8 8-1,-18 0-15,-17 8 16,-16 9-16,-27 9 16,-25 8-1,0 0-15,9 8 16,-18 1-1,-25-1 1,8-16-16,1-9 16,-35 0-1,-17 0-15,-25-17 16,-1 0 0,1-9-16,-26 1 15,-26-1 1,-8-8-16,-17-9 15,-1 1 1,10 16-16,-27-8 16,-8 17-1,-42 9-15,33-9 16,-16 8 0,-35 18-16,43-9 15,-25 8-15,-35 18 16,9-9-1,34-9 1,9 1-16,-52-9 16,69 0-16,25-9 15,-43 1 1,35-9 0,8 8-16,17 1 15,26-1 1,17-8-16,-68-25 15</inkml:trace>
  <inkml:trace contextRef="#ctx0" brushRef="#br0" timeOffset="34548.75">24384 9108 0,'0'0'0,"-8"9"0,-9 50 15,-17 86-15,-9 68 16,-8 25 0,0 0-16,-18 34 15,9-17 1,26-59-16,9 8 15,16-17 1,1-43-16,-9 35 16,0 8-1,-1-34-15,-7 43 16,-9-1 0,17-76-16,0-8 15,17-9 1,0-25-16,17-18 15,0-16 1,0-18-16,0-8 16,34 0-1,43 0-15,51-25 16,34-9 0,35-17-16,-1-26 15,26-8-15,43 9 16,59 16-1,18 18 1,-27-18-16,95 17 16,-34 9-16,-26 17 15,42 0 1,10 26 0,-35 0-16,-77-9 15,51 17 1,-33 17-16,-27 8 15,-33 9 1,-43 0-16,-17-8 16,-77-18-1,-17 1-15,-34-18 16,-26-8 0,-17-8-16,-8-1 15,-18 1 1,1-9-16,8-9 0,0-42 31,8-68-31,-8-42 0,1-78 31,7-33-31,9-8 16,9-18 0,17 0-16,-1-42 15,-7 34-15,-1 34 16,9 8-16,-1 1 15,-7 24 1,-10 35 0,-16 34-16,-18 26 15,1 33-15,-18 35 32,1 25-32,-1 17 15,1 8 1,-1 9-1,1 0-15,-18 0 16,-17 0-16,-42 0 16,-34 17-16,-9 17 15,-69 26-15,-33 8 32,-18-9-32,1-8 15,-9-25 1,-17-1-16,-26 1 15,-8-9 1,-9 0-16,-60 8 16,18 1-1,-9-1 1,-51-8-16,34-8 16,8-1-1,-8 1-15,85-9 16,18 0-16,16-9 15,43-8 1,17 0 0,60 0-16,9 9 15,-1-1 1,26 9-16,34 0 16,17 8-16,9 9 15,17 0 1,9 0-1,7 0-15,1 0 16,9 0 0,-1 0-16,1 0 15,-1 18-15,9-1 16,0 0 0,0-9-16</inkml:trace>
  <inkml:trace contextRef="#ctx0" brushRef="#br0" timeOffset="37485.74">13485 9942 0,'0'0'15,"9"-9"-15,25 1 0,17-9 16,52-17-1,59-9-15,-9 1 0,9-1 32,52 1-32,-26-9 15,25 0-15,26-17 16,17-1 0,9 10-16,-43 16 15,34-8 1,85-17-1</inkml:trace>
  <inkml:trace contextRef="#ctx0" brushRef="#br0" timeOffset="39080.21">23224 7450 0,'-9'8'0,"-8"26"0,-26 68 0,-25 60 15,0 0-15,8-18 16,9 9 0,-9 17-16,0-51 15,9-33 1,8-10-16,9-25 16,17-25-1</inkml:trace>
  <inkml:trace contextRef="#ctx0" brushRef="#br0" timeOffset="39288.36">22601 7969 0,'0'0'0,"0"0"0,0 8 16,17 18-1,17 16-15,51 1 16,77-1 0,43-8-16,51-25 15,111-9 1</inkml:trace>
  <inkml:trace contextRef="#ctx0" brushRef="#br0" timeOffset="40085.56">22874 11770 0,'0'0'0,"-9"9"0,-16 50 0,-18 52 0,-8 16 16,-9 1-1,-8 33-15,-18 18 16,18-26 0,25-59-1,18-35-15,16-42 16</inkml:trace>
  <inkml:trace contextRef="#ctx0" brushRef="#br0" timeOffset="40274.51">22020 12051 0,'0'0'0,"9"0"0,42 34 16,103 34-16,119-9 16,51-50-1,43-9-15</inkml:trace>
  <inkml:trace contextRef="#ctx0" brushRef="#br0" timeOffset="57049.87">31434 7101 0,'0'0'0,"0"0"15,0 0-15,0 0 0,0 0 16,0-8 0,17-1-1,0-25 1,17-8-16,26-9 16,26-17-1,-1 17-15,9 17 16,-26 17-16,-8 17 15,0 8 1,-1 9-16,-7 17 16,-10 0-1,-16 17-15,-18 9 16,-16 25 0,-9 17-16,0-17 15,0-9 1,0 9-16,8-8 15,0-9 1,1 0 0,8-8-16,0-9 15,0-26 1</inkml:trace>
  <inkml:trace contextRef="#ctx0" brushRef="#br0" timeOffset="57180.01">32185 8402 0,'0'0'0,"0"9"0,0-1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6.xml"/><Relationship Id="rId4" Type="http://schemas.openxmlformats.org/officeDocument/2006/relationships/image" Target="../media/image2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24.pn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35.pn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customXml" Target="../ink/ink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12.png"/><Relationship Id="rId7" Type="http://schemas.openxmlformats.org/officeDocument/2006/relationships/customXml" Target="../ink/ink17.xml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411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5" Type="http://schemas.openxmlformats.org/officeDocument/2006/relationships/customXml" Target="../ink/ink18.xml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jpeg"/><Relationship Id="rId1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17" Type="http://schemas.openxmlformats.org/officeDocument/2006/relationships/customXml" Target="../ink/ink21.xml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5" Type="http://schemas.openxmlformats.org/officeDocument/2006/relationships/image" Target="../media/image2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7.png"/><Relationship Id="rId7" Type="http://schemas.openxmlformats.org/officeDocument/2006/relationships/image" Target="../media/image470.png"/><Relationship Id="rId12" Type="http://schemas.openxmlformats.org/officeDocument/2006/relationships/image" Target="../media/image52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49.jpeg"/><Relationship Id="rId10" Type="http://schemas.openxmlformats.org/officeDocument/2006/relationships/image" Target="../media/image51.jpeg"/><Relationship Id="rId4" Type="http://schemas.openxmlformats.org/officeDocument/2006/relationships/image" Target="../media/image48.jpeg"/><Relationship Id="rId9" Type="http://schemas.openxmlformats.org/officeDocument/2006/relationships/image" Target="../media/image49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25: P and NP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61C0FF-98E9-B5FA-D7A6-069B85E7F936}"/>
                  </a:ext>
                </a:extLst>
              </p14:cNvPr>
              <p14:cNvContentPartPr/>
              <p14:nvPr/>
            </p14:nvContentPartPr>
            <p14:xfrm>
              <a:off x="6372360" y="3135240"/>
              <a:ext cx="4133160" cy="330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61C0FF-98E9-B5FA-D7A6-069B85E7F9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63000" y="3125880"/>
                <a:ext cx="4151880" cy="332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F2C8A9-AC97-B0D9-A80F-EC1186115AFC}"/>
                  </a:ext>
                </a:extLst>
              </p14:cNvPr>
              <p14:cNvContentPartPr/>
              <p14:nvPr/>
            </p14:nvContentPartPr>
            <p14:xfrm>
              <a:off x="1176840" y="1132920"/>
              <a:ext cx="6182280" cy="3267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F2C8A9-AC97-B0D9-A80F-EC1186115A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7480" y="1123560"/>
                <a:ext cx="6201000" cy="32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D8A630-43CD-7610-70E4-8BD854FC356F}"/>
              </a:ext>
            </a:extLst>
          </p:cNvPr>
          <p:cNvGrpSpPr/>
          <p:nvPr/>
        </p:nvGrpSpPr>
        <p:grpSpPr>
          <a:xfrm>
            <a:off x="2653211" y="3775899"/>
            <a:ext cx="6583250" cy="2918001"/>
            <a:chOff x="1931018" y="3462667"/>
            <a:chExt cx="6583250" cy="29180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0BBED7-1BDE-181F-1891-23716F499E92}"/>
                </a:ext>
              </a:extLst>
            </p:cNvPr>
            <p:cNvCxnSpPr>
              <a:stCxn id="6" idx="7"/>
              <a:endCxn id="13" idx="2"/>
            </p:cNvCxnSpPr>
            <p:nvPr/>
          </p:nvCxnSpPr>
          <p:spPr>
            <a:xfrm flipV="1">
              <a:off x="2369120" y="3719301"/>
              <a:ext cx="1593280" cy="9030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CF018F-DFA0-8834-DDD5-2289E8D4638F}"/>
                </a:ext>
              </a:extLst>
            </p:cNvPr>
            <p:cNvSpPr/>
            <p:nvPr/>
          </p:nvSpPr>
          <p:spPr>
            <a:xfrm>
              <a:off x="1931018" y="4547141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8C5049-82EF-1BCE-74DA-F1315FF4FC9B}"/>
                </a:ext>
              </a:extLst>
            </p:cNvPr>
            <p:cNvSpPr/>
            <p:nvPr/>
          </p:nvSpPr>
          <p:spPr>
            <a:xfrm>
              <a:off x="2241704" y="586740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1717E-AE97-E58E-B460-A5F37284BE8C}"/>
                </a:ext>
              </a:extLst>
            </p:cNvPr>
            <p:cNvSpPr/>
            <p:nvPr/>
          </p:nvSpPr>
          <p:spPr>
            <a:xfrm>
              <a:off x="6105339" y="551341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41E82D-B4CE-C0E0-01D6-341113AA66FD}"/>
                </a:ext>
              </a:extLst>
            </p:cNvPr>
            <p:cNvSpPr/>
            <p:nvPr/>
          </p:nvSpPr>
          <p:spPr>
            <a:xfrm>
              <a:off x="8001000" y="526097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3799E7-388A-DB69-AF41-C20993004D91}"/>
                </a:ext>
              </a:extLst>
            </p:cNvPr>
            <p:cNvSpPr/>
            <p:nvPr/>
          </p:nvSpPr>
          <p:spPr>
            <a:xfrm>
              <a:off x="7315200" y="355115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AB8753-9AE9-F155-6D7F-668B6F0A42DE}"/>
                </a:ext>
              </a:extLst>
            </p:cNvPr>
            <p:cNvSpPr/>
            <p:nvPr/>
          </p:nvSpPr>
          <p:spPr>
            <a:xfrm>
              <a:off x="5867400" y="44910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633ACC-60D3-1C8B-45C3-AC6EBAD23B25}"/>
                </a:ext>
              </a:extLst>
            </p:cNvPr>
            <p:cNvSpPr/>
            <p:nvPr/>
          </p:nvSpPr>
          <p:spPr>
            <a:xfrm>
              <a:off x="3862036" y="444290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18345-3EC7-E1CF-C962-D16A36304650}"/>
                </a:ext>
              </a:extLst>
            </p:cNvPr>
            <p:cNvSpPr/>
            <p:nvPr/>
          </p:nvSpPr>
          <p:spPr>
            <a:xfrm>
              <a:off x="3962400" y="346266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C9939F-4E45-819B-E503-E17C1F226296}"/>
                </a:ext>
              </a:extLst>
            </p:cNvPr>
            <p:cNvCxnSpPr>
              <a:stCxn id="12" idx="0"/>
              <a:endCxn id="13" idx="4"/>
            </p:cNvCxnSpPr>
            <p:nvPr/>
          </p:nvCxnSpPr>
          <p:spPr>
            <a:xfrm flipV="1">
              <a:off x="4118670" y="3975935"/>
              <a:ext cx="100364" cy="4669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54A0F3-06C2-7D8B-7643-8E15DA7CFD63}"/>
                </a:ext>
              </a:extLst>
            </p:cNvPr>
            <p:cNvCxnSpPr>
              <a:stCxn id="12" idx="6"/>
              <a:endCxn id="11" idx="2"/>
            </p:cNvCxnSpPr>
            <p:nvPr/>
          </p:nvCxnSpPr>
          <p:spPr>
            <a:xfrm>
              <a:off x="4375304" y="4699541"/>
              <a:ext cx="1492096" cy="48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DEA97-1361-9C15-2FDA-CF0718DD481B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6305502" y="3989259"/>
              <a:ext cx="1084864" cy="5769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4522E44-17A8-AA87-5A1A-585783746079}"/>
                </a:ext>
              </a:extLst>
            </p:cNvPr>
            <p:cNvCxnSpPr>
              <a:stCxn id="10" idx="5"/>
              <a:endCxn id="9" idx="0"/>
            </p:cNvCxnSpPr>
            <p:nvPr/>
          </p:nvCxnSpPr>
          <p:spPr>
            <a:xfrm>
              <a:off x="7753302" y="3989259"/>
              <a:ext cx="504332" cy="12717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688FE9-1B5B-3D83-8ED4-F0B54F2207AD}"/>
                </a:ext>
              </a:extLst>
            </p:cNvPr>
            <p:cNvCxnSpPr>
              <a:stCxn id="9" idx="2"/>
              <a:endCxn id="8" idx="6"/>
            </p:cNvCxnSpPr>
            <p:nvPr/>
          </p:nvCxnSpPr>
          <p:spPr>
            <a:xfrm flipH="1">
              <a:off x="6618607" y="5517609"/>
              <a:ext cx="1382393" cy="2524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CC224D-25C9-AD5F-1F89-94B0DC40BBE0}"/>
                </a:ext>
              </a:extLst>
            </p:cNvPr>
            <p:cNvCxnSpPr>
              <a:stCxn id="8" idx="2"/>
              <a:endCxn id="7" idx="6"/>
            </p:cNvCxnSpPr>
            <p:nvPr/>
          </p:nvCxnSpPr>
          <p:spPr>
            <a:xfrm flipH="1">
              <a:off x="2754972" y="5770044"/>
              <a:ext cx="3350367" cy="3539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BD48E-631A-9E9D-CA20-27B64F24DF6A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H="1" flipV="1">
              <a:off x="2187652" y="5060409"/>
              <a:ext cx="310686" cy="8069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D80C8D-3431-51AF-4019-D8385D0E924C}"/>
                </a:ext>
              </a:extLst>
            </p:cNvPr>
            <p:cNvCxnSpPr>
              <a:stCxn id="12" idx="2"/>
              <a:endCxn id="6" idx="6"/>
            </p:cNvCxnSpPr>
            <p:nvPr/>
          </p:nvCxnSpPr>
          <p:spPr>
            <a:xfrm flipH="1">
              <a:off x="2444286" y="4699541"/>
              <a:ext cx="1417750" cy="1042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58390F-2323-1BC3-4E5E-5239061AF6B9}"/>
                </a:ext>
              </a:extLst>
            </p:cNvPr>
            <p:cNvCxnSpPr>
              <a:stCxn id="12" idx="3"/>
              <a:endCxn id="7" idx="7"/>
            </p:cNvCxnSpPr>
            <p:nvPr/>
          </p:nvCxnSpPr>
          <p:spPr>
            <a:xfrm flipH="1">
              <a:off x="2679806" y="4881009"/>
              <a:ext cx="1257396" cy="10615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03B5A7-E497-66B7-9DCF-D69BF1F0970A}"/>
                </a:ext>
              </a:extLst>
            </p:cNvPr>
            <p:cNvCxnSpPr>
              <a:stCxn id="12" idx="7"/>
              <a:endCxn id="10" idx="2"/>
            </p:cNvCxnSpPr>
            <p:nvPr/>
          </p:nvCxnSpPr>
          <p:spPr>
            <a:xfrm flipV="1">
              <a:off x="4300138" y="3807791"/>
              <a:ext cx="3015062" cy="71028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5C7ACF-065F-F2E9-A3EF-8EA3E9A1E2D5}"/>
                </a:ext>
              </a:extLst>
            </p:cNvPr>
            <p:cNvCxnSpPr>
              <a:stCxn id="13" idx="6"/>
              <a:endCxn id="11" idx="1"/>
            </p:cNvCxnSpPr>
            <p:nvPr/>
          </p:nvCxnSpPr>
          <p:spPr>
            <a:xfrm>
              <a:off x="4475668" y="3719301"/>
              <a:ext cx="1466898" cy="84693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E937A-5865-1A25-7FFF-43C0B86486BA}"/>
                </a:ext>
              </a:extLst>
            </p:cNvPr>
            <p:cNvCxnSpPr>
              <a:stCxn id="8" idx="0"/>
              <a:endCxn id="11" idx="4"/>
            </p:cNvCxnSpPr>
            <p:nvPr/>
          </p:nvCxnSpPr>
          <p:spPr>
            <a:xfrm flipH="1" flipV="1">
              <a:off x="6124034" y="5004341"/>
              <a:ext cx="237939" cy="5090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/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True!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9B14CB-097A-A996-ED52-436C44A5E58C}"/>
                  </a:ext>
                </a:extLst>
              </p14:cNvPr>
              <p14:cNvContentPartPr/>
              <p14:nvPr/>
            </p14:nvContentPartPr>
            <p14:xfrm>
              <a:off x="848160" y="820440"/>
              <a:ext cx="10578960" cy="508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9B14CB-097A-A996-ED52-436C44A5E5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800" y="811080"/>
                <a:ext cx="10597680" cy="510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F46084-4FCC-AF31-5A5E-4A5630D3795A}"/>
                  </a:ext>
                </a:extLst>
              </p14:cNvPr>
              <p14:cNvContentPartPr/>
              <p14:nvPr/>
            </p14:nvContentPartPr>
            <p14:xfrm>
              <a:off x="3301920" y="759240"/>
              <a:ext cx="8306640" cy="424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F46084-4FCC-AF31-5A5E-4A5630D379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2560" y="749880"/>
                <a:ext cx="8325360" cy="426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3471477" y="5383014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7337357" y="4032547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50021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2F3FB3-51DD-3627-1EA3-DFC67FC0C967}"/>
                  </a:ext>
                </a:extLst>
              </p14:cNvPr>
              <p14:cNvContentPartPr/>
              <p14:nvPr/>
            </p14:nvContentPartPr>
            <p14:xfrm>
              <a:off x="3186360" y="2810520"/>
              <a:ext cx="3377160" cy="184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2F3FB3-51DD-3627-1EA3-DFC67FC0C9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000" y="2801160"/>
                <a:ext cx="3395880" cy="18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E63B7-26A8-E554-2435-7EE8062A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CD1BFD-574C-E5F5-667A-A8E28277AD99}"/>
              </a:ext>
            </a:extLst>
          </p:cNvPr>
          <p:cNvSpPr/>
          <p:nvPr/>
        </p:nvSpPr>
        <p:spPr>
          <a:xfrm>
            <a:off x="261106" y="2732548"/>
            <a:ext cx="4998720" cy="2555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2096823" y="4645922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3809894" y="6098815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/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629A71-AB01-83C3-B166-62581ECB1099}"/>
              </a:ext>
            </a:extLst>
          </p:cNvPr>
          <p:cNvSpPr txBox="1"/>
          <p:nvPr/>
        </p:nvSpPr>
        <p:spPr>
          <a:xfrm>
            <a:off x="1102278" y="2952357"/>
            <a:ext cx="43211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Sorting</a:t>
            </a:r>
          </a:p>
          <a:p>
            <a:pPr algn="ctr"/>
            <a:r>
              <a:rPr lang="en-US" sz="2800" dirty="0"/>
              <a:t>Shortest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Euler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214B-E7A6-DCFB-5A0B-3874A9D2C550}"/>
              </a:ext>
            </a:extLst>
          </p:cNvPr>
          <p:cNvSpPr txBox="1"/>
          <p:nvPr/>
        </p:nvSpPr>
        <p:spPr>
          <a:xfrm>
            <a:off x="4440933" y="2895021"/>
            <a:ext cx="43211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Hamiltonian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Longest Path</a:t>
            </a:r>
          </a:p>
          <a:p>
            <a:pPr algn="ctr"/>
            <a:r>
              <a:rPr lang="en-US" sz="2800" dirty="0"/>
              <a:t>Vertex Cover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Independent Set</a:t>
            </a:r>
          </a:p>
          <a:p>
            <a:pPr algn="ctr"/>
            <a:r>
              <a:rPr lang="en-US" sz="2800" dirty="0"/>
              <a:t>Satisfiability</a:t>
            </a:r>
          </a:p>
          <a:p>
            <a:pPr algn="ctr"/>
            <a:r>
              <a:rPr lang="en-US" sz="2800" dirty="0"/>
              <a:t>Most Board Game Strategies</a:t>
            </a:r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4BBCD3F-25F1-691B-63D2-538728A5A186}"/>
                  </a:ext>
                </a:extLst>
              </p14:cNvPr>
              <p14:cNvContentPartPr/>
              <p14:nvPr/>
            </p14:nvContentPartPr>
            <p14:xfrm>
              <a:off x="2212200" y="2584080"/>
              <a:ext cx="6824520" cy="3095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4BBCD3F-25F1-691B-63D2-538728A5A1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2840" y="2574720"/>
                <a:ext cx="6843240" cy="31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6DBCF4-7DB5-ED48-E849-462C0F7212BB}"/>
                  </a:ext>
                </a:extLst>
              </p14:cNvPr>
              <p14:cNvContentPartPr/>
              <p14:nvPr/>
            </p14:nvContentPartPr>
            <p14:xfrm>
              <a:off x="2685600" y="2942280"/>
              <a:ext cx="2691720" cy="145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6DBCF4-7DB5-ED48-E849-462C0F721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6240" y="2932920"/>
                <a:ext cx="2710440" cy="14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958611-1CA8-AC52-8D16-693C4D86A74F}"/>
                  </a:ext>
                </a:extLst>
              </p14:cNvPr>
              <p14:cNvContentPartPr/>
              <p14:nvPr/>
            </p14:nvContentPartPr>
            <p14:xfrm>
              <a:off x="1020240" y="1010160"/>
              <a:ext cx="9036720" cy="4053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958611-1CA8-AC52-8D16-693C4D86A7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0880" y="1000800"/>
                <a:ext cx="9055440" cy="407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B128F1-9A11-D49B-E006-0D8B3EE83D8F}"/>
                  </a:ext>
                </a:extLst>
              </p14:cNvPr>
              <p14:cNvContentPartPr/>
              <p14:nvPr/>
            </p14:nvContentPartPr>
            <p14:xfrm>
              <a:off x="771120" y="520560"/>
              <a:ext cx="10026360" cy="5171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B128F1-9A11-D49B-E006-0D8B3EE83D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760" y="511200"/>
                <a:ext cx="10045080" cy="51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72D86C-4595-12B4-FC18-1AAC0C4DDD92}"/>
                  </a:ext>
                </a:extLst>
              </p14:cNvPr>
              <p14:cNvContentPartPr/>
              <p14:nvPr/>
            </p14:nvContentPartPr>
            <p14:xfrm>
              <a:off x="1425600" y="554040"/>
              <a:ext cx="9141480" cy="540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72D86C-4595-12B4-FC18-1AAC0C4DDD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6240" y="544680"/>
                <a:ext cx="9160200" cy="54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D7C3F4-6D91-71CF-D969-64685471F1C4}"/>
                  </a:ext>
                </a:extLst>
              </p14:cNvPr>
              <p14:cNvContentPartPr/>
              <p14:nvPr/>
            </p14:nvContentPartPr>
            <p14:xfrm>
              <a:off x="651240" y="1595160"/>
              <a:ext cx="10521000" cy="463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D7C3F4-6D91-71CF-D969-64685471F1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80" y="1585800"/>
                <a:ext cx="10539720" cy="46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EB3C0D-8618-1759-5BBC-33A66C9EAAD0}"/>
                  </a:ext>
                </a:extLst>
              </p14:cNvPr>
              <p14:cNvContentPartPr/>
              <p14:nvPr/>
            </p14:nvContentPartPr>
            <p14:xfrm>
              <a:off x="1603800" y="2433960"/>
              <a:ext cx="8493120" cy="3692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EB3C0D-8618-1759-5BBC-33A66C9EAA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94440" y="2424600"/>
                <a:ext cx="8511840" cy="37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849C36-2BF8-C174-F721-D743473644CF}"/>
                  </a:ext>
                </a:extLst>
              </p14:cNvPr>
              <p14:cNvContentPartPr/>
              <p14:nvPr/>
            </p14:nvContentPartPr>
            <p14:xfrm>
              <a:off x="1465560" y="2470680"/>
              <a:ext cx="7211880" cy="1629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849C36-2BF8-C174-F721-D743473644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6200" y="2461320"/>
                <a:ext cx="7230600" cy="16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9034" y="1476112"/>
            <a:ext cx="3316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Independent set of size 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078E9B-D60C-2C70-39F8-53C50A04FF80}"/>
              </a:ext>
            </a:extLst>
          </p:cNvPr>
          <p:cNvGrpSpPr/>
          <p:nvPr/>
        </p:nvGrpSpPr>
        <p:grpSpPr>
          <a:xfrm>
            <a:off x="1650264" y="1218142"/>
            <a:ext cx="8281702" cy="4725458"/>
            <a:chOff x="1650264" y="1218142"/>
            <a:chExt cx="8281702" cy="4725458"/>
          </a:xfrm>
        </p:grpSpPr>
        <p:sp>
          <p:nvSpPr>
            <p:cNvPr id="3" name="Oval 2"/>
            <p:cNvSpPr/>
            <p:nvPr/>
          </p:nvSpPr>
          <p:spPr>
            <a:xfrm>
              <a:off x="1650264" y="1218142"/>
              <a:ext cx="1193396" cy="1085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930334" y="238955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658898" y="308942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495800" y="4605706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60959" y="3575103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593975" y="3638669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F83D5C-B06D-5B61-F1B7-071B58B75FA4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54" name="Picture 2" descr="Image result for Prince Harry">
              <a:extLst>
                <a:ext uri="{FF2B5EF4-FFF2-40B4-BE49-F238E27FC236}">
                  <a16:creationId xmlns:a16="http://schemas.microsoft.com/office/drawing/2014/main" id="{FC7BF773-543A-36BB-85A2-E852E796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Image result for meghan markle">
              <a:extLst>
                <a:ext uri="{FF2B5EF4-FFF2-40B4-BE49-F238E27FC236}">
                  <a16:creationId xmlns:a16="http://schemas.microsoft.com/office/drawing/2014/main" id="{18976E11-3245-3052-1367-F83E3B8CA8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Image result for Prince Charles">
              <a:extLst>
                <a:ext uri="{FF2B5EF4-FFF2-40B4-BE49-F238E27FC236}">
                  <a16:creationId xmlns:a16="http://schemas.microsoft.com/office/drawing/2014/main" id="{E0E20691-7F62-4E1C-E08A-BBC1D9ED6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8" descr="Image result for justin trudeau">
              <a:extLst>
                <a:ext uri="{FF2B5EF4-FFF2-40B4-BE49-F238E27FC236}">
                  <a16:creationId xmlns:a16="http://schemas.microsoft.com/office/drawing/2014/main" id="{7091F052-D78A-5EC1-422D-C05634FFD2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0" descr="Image result for Elton John">
              <a:extLst>
                <a:ext uri="{FF2B5EF4-FFF2-40B4-BE49-F238E27FC236}">
                  <a16:creationId xmlns:a16="http://schemas.microsoft.com/office/drawing/2014/main" id="{C869DCB8-FC13-CA2C-E8D8-222848EF7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4" descr="Image result for angela merkel">
              <a:extLst>
                <a:ext uri="{FF2B5EF4-FFF2-40B4-BE49-F238E27FC236}">
                  <a16:creationId xmlns:a16="http://schemas.microsoft.com/office/drawing/2014/main" id="{EC5C45C6-D6C2-4402-049A-BAAD9E8A8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6" descr="Image result for paul mccartney">
              <a:extLst>
                <a:ext uri="{FF2B5EF4-FFF2-40B4-BE49-F238E27FC236}">
                  <a16:creationId xmlns:a16="http://schemas.microsoft.com/office/drawing/2014/main" id="{61760EA7-C5B0-FE7B-CD24-EEC6A134E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9AC9EFE-C8B4-2B76-9F59-E83ABDEB7A4C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4D112E7-7183-183E-7C90-FA150E696656}"/>
                </a:ext>
              </a:extLst>
            </p:cNvPr>
            <p:cNvCxnSpPr>
              <a:stCxn id="54" idx="3"/>
              <a:endCxn id="61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D871E6D-2982-E6D2-F692-6FD8D572CDBD}"/>
                </a:ext>
              </a:extLst>
            </p:cNvPr>
            <p:cNvCxnSpPr>
              <a:stCxn id="56" idx="1"/>
              <a:endCxn id="61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0157654-DC71-4772-AAA4-D605A2A32DAA}"/>
                </a:ext>
              </a:extLst>
            </p:cNvPr>
            <p:cNvCxnSpPr>
              <a:stCxn id="56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3A0686C-6192-785E-3908-93BE44CA529F}"/>
                </a:ext>
              </a:extLst>
            </p:cNvPr>
            <p:cNvCxnSpPr>
              <a:stCxn id="56" idx="1"/>
              <a:endCxn id="59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0E3B107-C700-D459-FF70-4E7F8E49DE14}"/>
                </a:ext>
              </a:extLst>
            </p:cNvPr>
            <p:cNvCxnSpPr>
              <a:stCxn id="56" idx="1"/>
              <a:endCxn id="58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9EF4EE-F63C-1D9C-F677-3A71A2D459F0}"/>
                </a:ext>
              </a:extLst>
            </p:cNvPr>
            <p:cNvCxnSpPr>
              <a:stCxn id="58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DDBFF65-E730-587C-9097-0D975EAD565B}"/>
                </a:ext>
              </a:extLst>
            </p:cNvPr>
            <p:cNvCxnSpPr>
              <a:stCxn id="59" idx="1"/>
              <a:endCxn id="60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61DA65C4-9194-5335-DCCA-B8618CFAF63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Joe Biden - CNBC">
              <a:extLst>
                <a:ext uri="{FF2B5EF4-FFF2-40B4-BE49-F238E27FC236}">
                  <a16:creationId xmlns:a16="http://schemas.microsoft.com/office/drawing/2014/main" id="{A411C35C-A4E2-3254-9169-5A9C40884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4" descr="Emmanuel Macron - Wikipedia">
              <a:extLst>
                <a:ext uri="{FF2B5EF4-FFF2-40B4-BE49-F238E27FC236}">
                  <a16:creationId xmlns:a16="http://schemas.microsoft.com/office/drawing/2014/main" id="{4D391E1C-1EDA-14A3-9DCA-919040D43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79788093-DC07-81F4-2186-40AE05B238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0399E19D-B23D-BB29-F3A7-827B923531CE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0" name="Picture 8" descr="Ed Sheeran">
              <a:extLst>
                <a:ext uri="{FF2B5EF4-FFF2-40B4-BE49-F238E27FC236}">
                  <a16:creationId xmlns:a16="http://schemas.microsoft.com/office/drawing/2014/main" id="{1678B1E8-7F87-809D-84DD-C51634FDB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873C8361-77B5-F5CC-E499-9D9F79B0B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5415EF9-C4B6-D771-038F-C3F889B237A1}"/>
                  </a:ext>
                </a:extLst>
              </p14:cNvPr>
              <p14:cNvContentPartPr/>
              <p14:nvPr/>
            </p14:nvContentPartPr>
            <p14:xfrm>
              <a:off x="1751400" y="2954520"/>
              <a:ext cx="7890840" cy="2030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5415EF9-C4B6-D771-038F-C3F889B237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42040" y="2945160"/>
                <a:ext cx="7909560" cy="20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10800000">
            <a:off x="5179497" y="4800601"/>
            <a:ext cx="1060704" cy="914400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4290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04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2648" y="1345324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11" idx="2"/>
          </p:cNvCxnSpPr>
          <p:nvPr/>
        </p:nvCxnSpPr>
        <p:spPr>
          <a:xfrm flipV="1">
            <a:off x="6240202" y="3962401"/>
            <a:ext cx="1227399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886201" y="3962401"/>
            <a:ext cx="1293297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1"/>
            <a:endCxn id="10" idx="0"/>
          </p:cNvCxnSpPr>
          <p:nvPr/>
        </p:nvCxnSpPr>
        <p:spPr>
          <a:xfrm flipH="1">
            <a:off x="3886200" y="1802524"/>
            <a:ext cx="1366448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0"/>
            <a:endCxn id="12" idx="3"/>
          </p:cNvCxnSpPr>
          <p:nvPr/>
        </p:nvCxnSpPr>
        <p:spPr>
          <a:xfrm flipH="1" flipV="1">
            <a:off x="6167048" y="1802524"/>
            <a:ext cx="1300552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A0C380-6C5B-151F-84BB-E2077E211372}"/>
                  </a:ext>
                </a:extLst>
              </p14:cNvPr>
              <p14:cNvContentPartPr/>
              <p14:nvPr/>
            </p14:nvContentPartPr>
            <p14:xfrm>
              <a:off x="1505520" y="2522880"/>
              <a:ext cx="9021600" cy="145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A0C380-6C5B-151F-84BB-E2077E2113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6160" y="2513520"/>
                <a:ext cx="9040320" cy="14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cxnSp>
        <p:nvCxnSpPr>
          <p:cNvPr id="14" name="Straight Connector 13"/>
          <p:cNvCxnSpPr>
            <a:stCxn id="8" idx="1"/>
            <a:endCxn id="23" idx="2"/>
          </p:cNvCxnSpPr>
          <p:nvPr/>
        </p:nvCxnSpPr>
        <p:spPr>
          <a:xfrm flipV="1">
            <a:off x="4711377" y="5562601"/>
            <a:ext cx="1570890" cy="490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578088" y="5181601"/>
            <a:ext cx="602937" cy="871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3" idx="1"/>
            <a:endCxn id="10" idx="3"/>
          </p:cNvCxnSpPr>
          <p:nvPr/>
        </p:nvCxnSpPr>
        <p:spPr>
          <a:xfrm flipH="1" flipV="1">
            <a:off x="3806687" y="4953000"/>
            <a:ext cx="2246980" cy="381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2"/>
            <a:endCxn id="10" idx="0"/>
          </p:cNvCxnSpPr>
          <p:nvPr/>
        </p:nvCxnSpPr>
        <p:spPr>
          <a:xfrm>
            <a:off x="2409825" y="3032236"/>
            <a:ext cx="1168262" cy="16921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8" idx="3"/>
            <a:endCxn id="29" idx="1"/>
          </p:cNvCxnSpPr>
          <p:nvPr/>
        </p:nvCxnSpPr>
        <p:spPr>
          <a:xfrm flipV="1">
            <a:off x="2638425" y="2447105"/>
            <a:ext cx="1734926" cy="3565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3"/>
            <a:endCxn id="26" idx="1"/>
          </p:cNvCxnSpPr>
          <p:nvPr/>
        </p:nvCxnSpPr>
        <p:spPr>
          <a:xfrm>
            <a:off x="4830552" y="2447105"/>
            <a:ext cx="2408449" cy="586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9" idx="2"/>
            <a:endCxn id="27" idx="0"/>
          </p:cNvCxnSpPr>
          <p:nvPr/>
        </p:nvCxnSpPr>
        <p:spPr>
          <a:xfrm flipH="1">
            <a:off x="4137081" y="2675705"/>
            <a:ext cx="464871" cy="7867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30" idx="1"/>
          </p:cNvCxnSpPr>
          <p:nvPr/>
        </p:nvCxnSpPr>
        <p:spPr>
          <a:xfrm>
            <a:off x="4365681" y="3691099"/>
            <a:ext cx="959855" cy="4197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6" idx="2"/>
            <a:endCxn id="30" idx="0"/>
          </p:cNvCxnSpPr>
          <p:nvPr/>
        </p:nvCxnSpPr>
        <p:spPr>
          <a:xfrm flipH="1">
            <a:off x="5554136" y="3262477"/>
            <a:ext cx="1913465" cy="6197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9" idx="3"/>
            <a:endCxn id="63" idx="1"/>
          </p:cNvCxnSpPr>
          <p:nvPr/>
        </p:nvCxnSpPr>
        <p:spPr>
          <a:xfrm flipV="1">
            <a:off x="4830552" y="1709900"/>
            <a:ext cx="909851" cy="7372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6" idx="0"/>
            <a:endCxn id="63" idx="3"/>
          </p:cNvCxnSpPr>
          <p:nvPr/>
        </p:nvCxnSpPr>
        <p:spPr>
          <a:xfrm flipH="1" flipV="1">
            <a:off x="6197602" y="1709901"/>
            <a:ext cx="1269998" cy="10953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23" idx="0"/>
            <a:endCxn id="30" idx="2"/>
          </p:cNvCxnSpPr>
          <p:nvPr/>
        </p:nvCxnSpPr>
        <p:spPr>
          <a:xfrm flipH="1" flipV="1">
            <a:off x="5554135" y="4339458"/>
            <a:ext cx="728132" cy="7659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3" idx="0"/>
            <a:endCxn id="26" idx="2"/>
          </p:cNvCxnSpPr>
          <p:nvPr/>
        </p:nvCxnSpPr>
        <p:spPr>
          <a:xfrm flipV="1">
            <a:off x="6282268" y="3262478"/>
            <a:ext cx="1185333" cy="1842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10800000">
            <a:off x="4181025" y="5938348"/>
            <a:ext cx="530353" cy="457201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349487" y="4724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53667" y="5105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39000" y="2805277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08480" y="3462499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1225" y="2575035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73351" y="2218504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325535" y="3882257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40402" y="14813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39000" y="1292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Vertex cover of size 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49A16E-B0C1-04CA-6517-3C31C9E19435}"/>
                  </a:ext>
                </a:extLst>
              </p14:cNvPr>
              <p14:cNvContentPartPr/>
              <p14:nvPr/>
            </p14:nvContentPartPr>
            <p14:xfrm>
              <a:off x="2295360" y="942840"/>
              <a:ext cx="5401800" cy="519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49A16E-B0C1-04CA-6517-3C31C9E194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0" y="933480"/>
                <a:ext cx="5420520" cy="521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A0ED50-840E-1E45-841A-DBC0E5A0EA80}"/>
                  </a:ext>
                </a:extLst>
              </p14:cNvPr>
              <p14:cNvContentPartPr/>
              <p14:nvPr/>
            </p14:nvContentPartPr>
            <p14:xfrm>
              <a:off x="3232440" y="1322640"/>
              <a:ext cx="6704640" cy="456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A0ED50-840E-1E45-841A-DBC0E5A0EA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23080" y="1313280"/>
                <a:ext cx="6723360" cy="458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3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988003-EA83-5B2D-75AF-0C752539FAF3}"/>
                  </a:ext>
                </a:extLst>
              </p14:cNvPr>
              <p14:cNvContentPartPr/>
              <p14:nvPr/>
            </p14:nvContentPartPr>
            <p14:xfrm>
              <a:off x="946440" y="1010160"/>
              <a:ext cx="9408600" cy="407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988003-EA83-5B2D-75AF-0C752539FAF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7080" y="1000800"/>
                <a:ext cx="9427320" cy="40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B2AFA1-3D4E-52A1-49B0-21A75EC2A6FF}"/>
                  </a:ext>
                </a:extLst>
              </p14:cNvPr>
              <p14:cNvContentPartPr/>
              <p14:nvPr/>
            </p14:nvContentPartPr>
            <p14:xfrm>
              <a:off x="3051000" y="2265480"/>
              <a:ext cx="5312880" cy="3003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B2AFA1-3D4E-52A1-49B0-21A75EC2A6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1640" y="2256120"/>
                <a:ext cx="5331600" cy="30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4AB811-4C15-4028-EF75-7CEA6CEE6CD9}"/>
                  </a:ext>
                </a:extLst>
              </p14:cNvPr>
              <p14:cNvContentPartPr/>
              <p14:nvPr/>
            </p14:nvContentPartPr>
            <p14:xfrm>
              <a:off x="765000" y="1086840"/>
              <a:ext cx="7927560" cy="226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4AB811-4C15-4028-EF75-7CEA6CEE6C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5640" y="1077480"/>
                <a:ext cx="7946280" cy="228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4F5812-7D26-D733-8406-4A8B08C06580}"/>
                  </a:ext>
                </a:extLst>
              </p14:cNvPr>
              <p14:cNvContentPartPr/>
              <p14:nvPr/>
            </p14:nvContentPartPr>
            <p14:xfrm>
              <a:off x="3819240" y="2253240"/>
              <a:ext cx="7773840" cy="372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4F5812-7D26-D733-8406-4A8B08C0658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09880" y="2243880"/>
                <a:ext cx="7792560" cy="37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57105</TotalTime>
  <Words>2672</Words>
  <Application>Microsoft Office PowerPoint</Application>
  <PresentationFormat>Widescreen</PresentationFormat>
  <Paragraphs>426</Paragraphs>
  <Slides>44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Ravie</vt:lpstr>
      <vt:lpstr>Calibri Light</vt:lpstr>
      <vt:lpstr>Arial</vt:lpstr>
      <vt:lpstr>Calibri</vt:lpstr>
      <vt:lpstr>Cambria Math</vt:lpstr>
      <vt:lpstr>Office Theme</vt:lpstr>
      <vt:lpstr>CSE 332 Winter 2026 Lecture 25: P and NP</vt:lpstr>
      <vt:lpstr>Tractability</vt:lpstr>
      <vt:lpstr>Euler Path Problem</vt:lpstr>
      <vt:lpstr>A Seemingly Similar Problem</vt:lpstr>
      <vt:lpstr>Complexity Classes</vt:lpstr>
      <vt:lpstr>Complexity Classes and Tractability</vt:lpstr>
      <vt:lpstr>EXP and P</vt:lpstr>
      <vt:lpstr>Members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Example</vt:lpstr>
      <vt:lpstr>Solving and Verifying Independent Set</vt:lpstr>
      <vt:lpstr>Generalized Baseball</vt:lpstr>
      <vt:lpstr>Generalized Baseball</vt:lpstr>
      <vt:lpstr>Vertex Cover</vt:lpstr>
      <vt:lpstr>Example</vt:lpstr>
      <vt:lpstr>Solving and Verifying Vertex Cover</vt:lpstr>
      <vt:lpstr>EXP⊃NP⊇P 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381</cp:revision>
  <dcterms:created xsi:type="dcterms:W3CDTF">2023-10-13T16:06:42Z</dcterms:created>
  <dcterms:modified xsi:type="dcterms:W3CDTF">2026-03-11T13:32:54Z</dcterms:modified>
</cp:coreProperties>
</file>