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4"/>
  </p:notesMasterIdLst>
  <p:sldIdLst>
    <p:sldId id="257" r:id="rId4"/>
    <p:sldId id="453" r:id="rId5"/>
    <p:sldId id="457" r:id="rId6"/>
    <p:sldId id="385" r:id="rId7"/>
    <p:sldId id="465" r:id="rId8"/>
    <p:sldId id="466" r:id="rId9"/>
    <p:sldId id="459" r:id="rId10"/>
    <p:sldId id="460" r:id="rId11"/>
    <p:sldId id="461" r:id="rId12"/>
    <p:sldId id="462" r:id="rId13"/>
    <p:sldId id="463" r:id="rId14"/>
    <p:sldId id="464" r:id="rId15"/>
    <p:sldId id="358" r:id="rId16"/>
    <p:sldId id="357" r:id="rId17"/>
    <p:sldId id="258" r:id="rId18"/>
    <p:sldId id="263" r:id="rId19"/>
    <p:sldId id="262" r:id="rId20"/>
    <p:sldId id="267" r:id="rId21"/>
    <p:sldId id="268" r:id="rId22"/>
    <p:sldId id="269" r:id="rId23"/>
    <p:sldId id="454" r:id="rId24"/>
    <p:sldId id="271" r:id="rId25"/>
    <p:sldId id="270" r:id="rId26"/>
    <p:sldId id="272" r:id="rId27"/>
    <p:sldId id="455" r:id="rId28"/>
    <p:sldId id="274" r:id="rId29"/>
    <p:sldId id="275" r:id="rId30"/>
    <p:sldId id="276" r:id="rId31"/>
    <p:sldId id="277" r:id="rId32"/>
    <p:sldId id="46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37:10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17608 4048 0,'0'0'0,"0"0"0,0 0 0,0 0 0,17 17 0,0 26 15,8 25 1,-8 0 0,-8 34-16,-26 59 15,0 1-15,-9-60 0,-8 0 32,-9 9-17,18-35-15,8-25 16,8-25-1,1-26-15,8 0 16</inkml:trace>
  <inkml:trace contextRef="#ctx0" brushRef="#br0" timeOffset="315.63">16899 3946 0,'0'0'0,"0"0"0,0 0 15,34 9-15,35 8 16,24 0-1,18 0-15,26-9 16,17 9 0,-18 0-16,-16-8 15,-18-9-15,-8 0 16,-43-9 0</inkml:trace>
  <inkml:trace contextRef="#ctx0" brushRef="#br0" timeOffset="777.81">18743 3750 0,'0'0'0,"-9"0"16,1 17-16,-35 26 16,-25 25-16,-9 9 15,-8 33 17,-9 43-32,25 26 15,27-9 1,16 17-16,35 9 0,25-18 15,34-25-15,9-59 32,-34-60-32</inkml:trace>
  <inkml:trace contextRef="#ctx0" brushRef="#br0" timeOffset="1864.96">18990 4057 0,'0'0'0,"0"0"0,0 8 0,-8 26 16,-1 0-1,1 17 1,-1 34-16,-16 26 15,7 8 1,1-17-16,9-17 16,-1 0-16,9-17 15,0-25 1,-8-18 0,8 1-16,0-18 15,-9-16-15,1-9 16,-1-34-1,18-43-15,16-42 16,18-9 0,34 18-16,8 16 15,0 26 1,-8 26-16,0 16 16,0 9-1,25 26 1,-8 25-16,-34 25 15,0 35 1,-18 59-16,-16 25 16,-26 1-16,-17 0 15,-9-1 1,-16-50 0,8-35-16,8-33 15,17-26 1</inkml:trace>
  <inkml:trace contextRef="#ctx0" brushRef="#br0" timeOffset="2270.01">20535 3342 0,'0'0'0,"0"9"0,34 25 0,43 51 0,8 25 16,-8 43 0,-9 35-1,-25 58 1,-26 35-16,-42 42 0,-86 68 31,-120 17-31,18-59 16</inkml:trace>
  <inkml:trace contextRef="#ctx0" brushRef="#br0" timeOffset="7399.15">21252 4031 0,'0'0'0,"0"0"0,0 0 0,9 9 16,33 16-16,18 1 16,51 8-1,0-17 1,-9 0-16,43 0 15,35-9-15,-61-8 16,-42 0 0,-34 0-16</inkml:trace>
  <inkml:trace contextRef="#ctx0" brushRef="#br0" timeOffset="7809.46">21465 4822 0,'0'0'0,"0"0"0,26 0 16,17 0-1,8 9-15,0-1 16,26 9 0,51 9-16,154 33 15</inkml:trace>
  <inkml:trace contextRef="#ctx0" brushRef="#br0" timeOffset="9962.68">22908 3342 0,'0'0'0,"0"0"0,17 0 0,17 17 16,0 0-16,0 0 15,9 9 1,17 8 0,17 17-16,8 0 15,-8 17 1,-1 25-16,-16 27 16,-9 33-16,-16 25 15,-27 18 1,-25-9-16,-26-26 15,-42-7 1,-26-18 0,-17-34-16,9-51 15,33-34 1,18-34-16,8-17 16,18-26-1,16-8-15,26-8 16,17 8-16,26 17 15,25 8 1,26 34 0,34 26-16,25 35 15,18 41-15,34 26 16,8 9 0,35-9-1,76 17-15</inkml:trace>
  <inkml:trace contextRef="#ctx0" brushRef="#br0" timeOffset="10943.96">9363 13888 0,'0'0'0,"0"0"0,0 0 16,0 0-16,0 0 16,0-9-1,0 1 1,8-18-16,18-33 15,25-9 1,17 8-16,9 9 16,0 0-1,0 17-15,-9 17 16,-8 9-16,-17 8 16,-9 0-1,-9 17 1,1 34-16,-9 59 15,-8 18 1,-18-9-16,0-9 16,1-8-16,8-17 15,0-25 1,-9-17-16,9-26 16</inkml:trace>
  <inkml:trace contextRef="#ctx0" brushRef="#br0" timeOffset="11192.22">9465 14594 0,'0'0'0,"9"0"0,33 17 0,86 8 16,77 9-1,17-8-15,26-18 16,16-33 0,78-26-16</inkml:trace>
  <inkml:trace contextRef="#ctx0" brushRef="#br0" timeOffset="12175.46">22370 13862 0,'0'0'0,"0"0"0,0 0 15,0 0 1,17-8 0,9-1-1,34-8-15,33-8 16,27-9 0,-9 17-16,-9 17 0,-25 0 15,-17 17 1,-9 17-1,-8 8-15,-18 35 16,-25 25 0,-42 17-16,-35 0 0,-9-8 31,10-18-15,24-33-16,27-18 15,8-16 1,25-1-16,44 9 15,84-8 1,103-9-16,68-17 16,-17-17-1,52-26-15</inkml:trace>
  <inkml:trace contextRef="#ctx0" brushRef="#br0" timeOffset="14853.41">25281 3274 0,'0'0'0,"0"0"0,0 0 31,0 9-31,8 25 16,1 25 0,-1 18-16,-8 33 0,0 26 31,-8 18-31,-18 7 15,9 9-15,-9-8 16,9-1 0,17-33-16,0-26 15,-8-25 1,8-26-16,0-17 16,0-26-16,0-8 31</inkml:trace>
  <inkml:trace contextRef="#ctx0" brushRef="#br0" timeOffset="15205.05">24837 3138 0,'0'0'0,"0"0"0,0 0 0,8 0 15,35 26 1,25 8-16,9 17 15,17 8 1,17-8-16,42-25 16,27-18-1,-18-25-15,9-34 16,127-42 0</inkml:trace>
  <inkml:trace contextRef="#ctx0" brushRef="#br0" timeOffset="15652.26">26706 2900 0,'0'0'0,"-9"9"0,1 16 0,-18 43 16,-34 77-1,-25 50-15,-43 52 16,-26 51 0,9-18-16,60-33 15,34-9 1,42-42-16,52-18 0,42-16 31,-42-94-31</inkml:trace>
  <inkml:trace contextRef="#ctx0" brushRef="#br0" timeOffset="19240.16">27201 3325 0,'0'0'0,"0"0"0,-9 9 0,1 8 15,-1 0 1,1 0 0,-1-9-1,1 1-15,8-1 16,0 1-16,0-1 31,0 1-31,0-9 16,0 0-1,0 0-15,0 0 16,0-9-16,8-16 16,18-26-16,8-17 31,9 0-31,8 8 16,0 1-16,9 8 15,-9 8 1,0 26-1,0 0-15,1 17 16,-1 9-16,9 16 16,-1 35-1,-16 16-15,0 26 16,-18 0 0,-16-34-1,-1-25-15,-8-18 0,0-8 31,0-8-31</inkml:trace>
  <inkml:trace contextRef="#ctx0" brushRef="#br0" timeOffset="19630.33">26842 3827 0,'0'0'0,"26"9"0,85 25 0,77-9 16,-9 1-1,17-26-15,1 0 16,-35-26 0,0-16-1,-43 8-15,-25 34 16,-51 8-1</inkml:trace>
  <inkml:trace contextRef="#ctx0" brushRef="#br0" timeOffset="20286.61">27508 4303 0,'0'0'0,"9"0"0,25 17 0,26 9 15,-1-1-15,-7 1 16,-18-1 0,-9-8-1,1 9-15,-26 16 16,-34 35-1,-52 25-15,-16-17 16,17-17-16,-18-8 16,26-18-1,35-16 1,25-18-16,0 1 16,17-1-16,25 1 15,69 25 1,51-9-1,34 9-15,9 0 16,-43-17 0,-51-17-16,-68 0 15</inkml:trace>
  <inkml:trace contextRef="#ctx0" brushRef="#br0" timeOffset="21706.84">28626 2551 0,'0'0'0,"0"0"0,34 34 16,60 68-16,9 17 15,-27 1 1,-7 50-16,-18 51 16,-17 93-1,-42 52-15,-69 8 16,-85 26 0,-120 17-16,26-94 15</inkml:trace>
  <inkml:trace contextRef="#ctx0" brushRef="#br0" timeOffset="25502.19">16882 12434 0,'0'0'0,"-8"0"0,-1 17 15,-17 17 1,1 25 0,-9 43-1,-9 26-15,-8 25 16,0 8 0,16-16-16,18-43 0,-8-17 31,-1-34-31,1-25 15,16-18-15</inkml:trace>
  <inkml:trace contextRef="#ctx0" brushRef="#br0" timeOffset="26159.28">16814 12051 0,'0'0'0,"0"0"0,8 8 15,35 18 1,25-1-16,26 1 15,26-18 1,25-25 0,-9-8-16,-16-1 15,-26-8 1,-35 17-16,-24 9 16,-10 8-16,-16 0 15,-1 0 1,1 0-1,-9 0-15,-9 17 16,1 17-16,-18 25 16,-8 26-1,8 26-15,9 17 16,17 8-16,0 8 16,9 1-1,-1-9 1,-8-26-16,9-16 15,-9-18 1,0-7 0,8-10-16,-8-25 15,0-8-15,0-9 16,0-9-16,0 1 16,0-1-1,-8-8 1,-9 0-16,-77-8 15,-77-1 1,-59-8-16,-69 26 16,-59 33-1</inkml:trace>
  <inkml:trace contextRef="#ctx0" brushRef="#br0" timeOffset="29219.56">29924 3606 0,'0'0'16,"0"0"-16,0 0 0,8 17 16,9 17-1,9 34-15,-1 8 16,-16 18-16,-1 8 15,-8-8 1,-17 16-16,-8 1 16,8-26-16,0-17 31,8-26-31,9-16 16,0-18-16,0 1 15,0-9-15</inkml:trace>
  <inkml:trace contextRef="#ctx0" brushRef="#br0" timeOffset="29485.79">29428 3963 0,'0'0'0,"0"0"0,0 0 16,43 17-16,43 9 16,67-1-1,26-8-15,-25-8 16,0-9 0,-26 0-1,-34 8-15,-35-16 16,-33 8-1</inkml:trace>
  <inkml:trace contextRef="#ctx0" brushRef="#br0" timeOffset="29799.47">31682 3138 0,'0'9'0,"-9"76"0,-16 161 16,-10 103-16,10 0 15,16-1 1,9-7 0,-8 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7T00:08:59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20714 3921 0,'0'0'0,"0"0"16,0 17-16,0 0 0,0 17 15,0 0-15,-8 8 16,-1 1-16,1-1 16,-1 9-1,-8 9 1,0 8-16,0 0 15,-9 0 1,9 17-16,0 0 16,0 0-1,0-17-15,9-8 16,8-18 0,0-16-1,0-18-15,0 1 0,0-1 16,-9-16-1,-17-18 1,1-42 0,-18-51-16,9-26 15,17-16 1,8 8-16,9 8 16,9 26-1,-1 43-15,1 8 16,0 25-16,-9 9 15,0 8 1,0 9-16,0 9 16,0-1-1,0 9-15,0 0 16,-9 26-16,9 68 16,-9 25-1,1 8-15,-1 9 31,1 9-31,-1-26 16,1-17 0,-1-34-16,9-9 15,0-16 1,0-9-16,0-8 16,0-18-1,0 1-15,0-9 16,0 0-1,0-17-15,17-26 0,0-51 16,9-33 0,-9-1-1,9 1 1,-9-1-16,0 1 16,0 25-1,-9 25-15,1 26 16,-1 17-1,1 17-15,-9 0 16,0 8 0,0 9-16,0 0 15,0 43 1,9 59-16,-1 34 16,-8 26-1,-8 25-15,-1-26 16,-8-25-1,8-25-15,1-17 16,-1-43 0,9-17-16,0-9 15,0-16 1,0-1-16,-8-25 16,8-34-1,0-51-15,0-68 16,0-17-1,8 25-15,1-33 16,-1 25 0,1 51-1,8 16-15,-8 27 16,-1 25-16,-8 17 16,0 17-1,0 0 1,0 17-16,0 0 15,0 8-15,9 52 16,-9 84 0,-9 35-16,1-9 15,-10 9 1,10-26 0,-9-43-16,0-33 15,0-26 1,8-17-16,9-9 15,0-16 1,0-1-16,0 1 16,0-9-1,0-17-15,-8-51 16,-1-43 0,1-33-16,-1 8 0,1-17 15,-1 17 1,9 42-1,0 26 1,0 25-16,0 9 16,0 17-1,0 0-15,0 9 16,0 8 0,-9 8-16,1 60 15,-9 69 1,0 33-16,17 34 15,8-17 1,-8-43-16,9-25 16,-1-8-16,1-43 15,-9-34 1,0-8 0,0-18-16,0 1 15,0-18-15,0-25 16,-9-42-1,1-44 1,-1-33-16,1-8 16,8-1-16,0-8 15,0 9 1,0 33 0,17 26-16,0 17 15,0 8 1,-8 26-16,-1 17 15,1 17-15,-9 17 16,0 0 0,17 34-16,0 34 15,8 85 1,9 43 0,-16-17-16,7-1 15,-8-33 1,-8-43-16,-9-26 15,0-42-15,0-8 16,0-1 0,0-16-16,0-1 15,0-8 1,-9-8 0,-8-35-16,0-67 15,26-77-15,25-136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40:05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16165 5485 0,'-8'0'0,"-1"0"16,-16 0-16,-18 17 0,9 0 15,0 0 1,16-8-16,1 8 15,0 0-15,0 0 16,0 0 0,-8 34-1,-1 34-15,9 17 16,0 9 0,17-1-16,0-8 0,17-8 15,26-18 1,33-16-1,27-9-15,-9-17 16,-26-26 0,26-16-16,17-18 15,17-33 1,0-18 0,-51-8-16,-26 9 0,-17-18 31,-8 9-31,-26 9 15,-43 8 1,-119 8-16,-111 60 16,0 34-1,17 34-15,-94 26 16</inkml:trace>
  <inkml:trace contextRef="#ctx0" brushRef="#br0" timeOffset="39628.8">26134 4414 0,'0'0'0,"0"0"16</inkml:trace>
  <inkml:trace contextRef="#ctx0" brushRef="#br0" timeOffset="39994.01">26134 3921 0,'0'0'0,"0"0"0,0 0 0,0 0 0,0 17 15,0 8 1,0 26 0,0 26-16,0 8 15,-9-17 1,-16 8-16,-52 77 16,-17 26-1,17-60-15,-8-25 16,17-9-1,34-17 1,17-34-16,8-9 16,0-16-16,9-1 15,0 1 1</inkml:trace>
  <inkml:trace contextRef="#ctx0" brushRef="#br0" timeOffset="40271.15">25374 4950 0,'0'0'0,"0"0"0,0 42 0,0 52 16,0 33-1,0-42 1,0-34-16,9-8 15,-1-9-15,10-9 16,-1 1-16,34-26 16,94-43-1,77-76 1,68-85 0</inkml:trace>
  <inkml:trace contextRef="#ctx0" brushRef="#br0" timeOffset="97649.83">19699 16261 0,'0'0'0,"0"0"0,0 0 15,0 0-15,0 0 16,0 8-16,8 1 16</inkml:trace>
  <inkml:trace contextRef="#ctx0" brushRef="#br0" timeOffset="103119.79">11480 16754 0,'0'0'0,"-9"0"0,-17 0 0,-25 0 31,-26 0-31,-42 0 16,-18 25-16,-16 43 15,-35 34-15,9 26 16,25 8 0,0 68-16,61-17 31,50-34-31,34 68 15,35-50-15,42-95 16,43-25-16,60-8 16,34-60-1,25-136 1,9-35 0,-51-33-16,-60 0 15,-43 17 1,-8-43-16,-34 60 15,-35 51-15,-16 26 16,-18 25 0,-17 34-1,-33 42-15,24 18 16</inkml:trace>
  <inkml:trace contextRef="#ctx0" brushRef="#br0" timeOffset="103527.53">10626 17315 0,'0'0'0,"0"0"16,0 0-16,0 0 0,0 0 31,0 0-31,0 0 16,9 17-16,33 9 15,52-1-15,68 1 32,52-26-32,119-26 15</inkml:trace>
  <inkml:trace contextRef="#ctx0" brushRef="#br0" timeOffset="104113.01">13076 16499 0,'0'0'0,"0"0"0,-9 0 0,-25 8 16,-17 9-1,-18 17 1,-16 9-16,-26 16 16,-17 26-1,9 34-15,25 17 16,34-17 0,34 1-16,18 24 15,50-16 1,44-9-1,25-43-15,34-25 0,26-25 16,-9-9 0,119 8-16</inkml:trace>
  <inkml:trace contextRef="#ctx0" brushRef="#br0" timeOffset="104879.98">13912 16864 0,'0'0'0,"0"0"0,0 0 0,0 17 16,-9 26-1,-8 25 1,-8 17-16,-18 0 16,0 9-1,1-9-15,8-26 16,17-25 0,8-17-16,9-8 15,9-26-15,25-17 31,42-43-31,35-50 16,0-1 0,-8 17-16,-9 43 15,-17 34-15,-1 26 16,1 16 0,0 43-1,0 51-15,-17 17 16,-18 26-1,-8 25-15,-17-51 0,-17-42 16,9-43 0,-9-9-1,0-16 1</inkml:trace>
  <inkml:trace contextRef="#ctx0" brushRef="#br0" timeOffset="105104.62">15508 16584 0,'9'17'0,"8"85"0,0 93 31,-34 52-31,-60 25 15,-34-25 1,-60 42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42:09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18043 3368 0,'0'0'0,"0"0"0,0 17 0,8 42 16,1 43-16,-9 0 15,-9-8 1,1-17-1,8-18-15,0-16 16,0-1 0,0 1-16,0-9 15,17 8-15,9-8 16,42 0 0,60-17-16,51-17 15,9-17 1,-26 0-16,0 9 15,17 8 1,-8 0 0,8 17-16,9 17 15,-9 0-15,-51 0 16,-42 0-16,-35-9 16,-17-16-1,-17-1 1,-8 1-16,-9-9 15,-9-26 1,-16-59 0,-1-85-16,0-162 15</inkml:trace>
  <inkml:trace contextRef="#ctx0" brushRef="#br0" timeOffset="3794.52">11027 5247 0,'0'0'0,"0"0"0,0 0 16,9 17 0,-1 9-16,1 16 15,-18 52 1,-16 25-1,8 0-15,-9-17 16,9-25 0,0-26-16,8-9 15,9-16-15,0-1 16,17 1 0,26-9-16,25 8 15,35 1 1,33-18-16,35 1 15,8-9 1,18-9-16,7 1 16,27-18-1,8 1 1,42 8-16,1 0 16,17 0-1,17 8-15,8 9 16,9 9-16,-26 8 15,17 0 1,26 8 0,-8 1-16,-27-9 15,18-17 1,0 0-16,0 8 16,8 9-1,-33-8-15,25 16 16,-9 1-16,0 8 15,18 8 1,-35-8-16,0-8 16,-25-1-1,-26-8-15,-17 0 16,-51 0 0,-35-8-1,-16-1-15,-35 1 16,-33-18-1,-27 1-15,-8-9 16,-8-17-16,8-26 16,17-59-1,-8-17 1,0 9-16,-1-18 16,-25 77-16</inkml:trace>
  <inkml:trace contextRef="#ctx0" brushRef="#br0" timeOffset="10251.87">13408 6914 0,'0'0'0,"0"0"0,0 0 0,0 0 15,0 0-15,0 0 16,0 0 0,0 0-16,26 17 15,25 17 1,77 0-1,86 17-15,67-8 16,18-18 0,68-25-16,26-8 15</inkml:trace>
  <inkml:trace contextRef="#ctx0" brushRef="#br0" timeOffset="12313.15">14757 4780 0,'0'0'0,"0"0"0,0 0 0,0 0 16,0 0-16,0 0 15,-9 0 1,-16 17-1,-1 0-15,-8 8 32,0 1-32,8 8 0,1 0 31,-1 0-31,-8 8 16,-9 18-16,-16 25 0,-1 8 31,0 18-31,17-9 15,18 0 1,25 0-16,8-8 16,9-18-1,26-8-15,8-17 0,9-17 32,17-17-32,0-17 15,8-25 1,0-26-16,-8-17 15,-9-34 1,-25-18-16,-26-33 16,-34-8-1,-26-26 1,-42 0-16,-51 25 16,-35 9-16,-17 51 15,-94-17 1</inkml:trace>
  <inkml:trace contextRef="#ctx0" brushRef="#br0" timeOffset="15925.41">4361 8164 0,'0'0'0,"0"0"0,0 0 16,0 0-16,0 0 16,0 0-1,17 9-15,35 8 16,59 0 0,42-17-16,154-34 15</inkml:trace>
  <inkml:trace contextRef="#ctx0" brushRef="#br0" timeOffset="18968">6888 9244 0,'0'0'0,"0"0"0,0 0 0,0 0 15,0-8 1,17-18-16,0-16 15,8 8 1,1 0-16,0 0 16,-1 17-16,9 0 15,9 0 1,17 17 0,8 0-16,17 0 15,18-9 1,33-8-16,10-25 15,127-69-15</inkml:trace>
  <inkml:trace contextRef="#ctx0" brushRef="#br0" timeOffset="25611.84">3883 10460 0,'0'0'0,"0"0"0,0 0 16,0 0-16,0 0 16,0 0-1,0 0-15,0 0 16,0 0-1,0 0 1,0 0-16,0 0 16,0 9-1,0 8-15,0 9 16,9 16 0,8 26-16,-8 9 15,-1-18 1,1-8-16,8-8 15,0-1 1,0-16-16,0-1 16,17-16-1,0-1-15,9-16 16,34-18 0,8 1-16,17-18 15,18-16 1,16-1-16,1-8 15,-17 9-15,25 8 16,0 0 0,-17 17-1,25 8-15,18 9 16,-17 8-16,16 9 16,10 9-1,-1-9 1,17 17-16,18 9 15,-35-9 1,17 0-16,43 0 16,-17 0-16,8-9 31,-8-8-31,0 0 16,17 9-16,-17 8 15,17 0 1,-43 8-16,1 1 15,25-1-15,-9 1 16,-17-1 0,-8-16-1,-17 8-15,-1 8 16,-16 1-16,-26-1 16,9 1-1,-1-1-15,-8-8 16,-17 0-1,-34-8 1,0-9-16,-9 0 16,-8 0-1,-17 0-15,-9-9 16,-9 1 0,9-9-1,1-17-15,16-9 16,9-25-1,-1-8-15,-33 33 16</inkml:trace>
  <inkml:trace contextRef="#ctx0" brushRef="#br0" timeOffset="59019.02">8253 13446 0,'0'0'0,"0"0"0,0 0 0,0 8 0,0 1 0,0-1 0,0-8 15,0 9 1,0 8-16,0 0 16,0-9-1,0 1-15,0-1 16,0 1-1,0-1-15,0 1 16,0 8 0,26 0-16,17 8 15,42 9 1,26-8-16,-9-9 16,60-9-1,69 1-15,-18-1 16,60 1-1,18-18-15,-1 1 16,171-9 0,93-26-16,-144-8 15</inkml:trace>
  <inkml:trace contextRef="#ctx0" brushRef="#br0" timeOffset="77723.82">4506 16592 0,'0'0'0,"0"0"0,0 0 0,9-8 15,17-1 1,16-16-16,44 8 16,7 8-1,36 26-15,67 34 16,9-8 0,76-9-16,44-34 15,16-51 1,154-60-1,26-25-15,-129 26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43:50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16379 4414 0,'0'0'0,"-9"17"0,-25 42 32,-17 1-32,8-26 0,26-9 15,0-16 1,0-1-16,8 1 15,1-1 1,-1 1 0,1-9-16,-1 8 15,-8-8 1,-9 9 0,-16-1-16,8-8 15,-9 0 1,0 9-16,-16 8 0,-18 17 31,8 0-31,10 9 16,7-9-1,-7 8 1,-1 9-16,9 0 16,8 9-16,9 8 0,0 8 15,0 9 1,8 9-1,9-18 1,8 18 0,9 8-16,0 17 15,0 9 1,18-1-16,-1 1 16,0-9-1,17-17-15,0-26 16,9 1-1,8-18-15,0 1 16,17 0-16,9-18 16,9-8-1,24-17 1,18-17-16,9-34 16,17-34-1,-1-9-15,-16-33 16,-9-26-16,-9-17 15,-16 0 1,-1-26-16,1-17 16,-27 1-1,-16 8-15,-26 8 16,-25 18 0,-26-1-1,-17 9-15,-35 17 16,-42 8-16,-59 1 15,-78 25 1,-59 34-16,-52 76 16,-42 77-1,26 26-15</inkml:trace>
  <inkml:trace contextRef="#ctx0" brushRef="#br0" timeOffset="12230.16">11206 9721 0,'0'0'0,"0"0"0,0 0 0,0 0 16,0 0-1,0 0 1,-8-9-16,8 9 0,-9 0 16,-16 0-1,-18 26 1,-17 8 0,-8 25-16,-26 35 15,0 8-15,9-9 16,0 9-1,8-8-15,26-18 16,16-8-16,1-8 31,17-9-31,0 0 16,0 0 0,17 0-16,17-8 15,9-1-15,8-8 16,17 9-1,0-1 1,9-8-16,17 9 16,0-18-1,8 1-15,26-1 16,8 1-16,9-18 16,-8 9-1,-1-8-15,9 8 16,0 0-1,-8-9-15,-18 1 16,18-1 0,16-16-1,-8-18-15,-17 9 16,9 0 0,-9-8-16,0-1 15,-9 1-15,-25-1 16,8-16-16,9-1 31,-25-8-31,-10 9 16,-16-9-1,0-9-15,-18 1 16,1-9 0,-18 8-16,-8-16 15,-17-1-15,-17 17 16,-17-16-1,-34-1-15,-18 1 16,-25-1 0,-17 9-1,0 0-15,-9 0 0,-16 17 32,-18 17-32,-8 17 15,-26 17 1,-17 9-16,-34 8 15,-1 8 1,-16 1 0,9 16-16,8-8 15,-77 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45:17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6666 6489 0,'0'0'0,"0"0"15,0 0-15,0 0 0,0 0 16,0 0-16,0 0 15,0 0 1,0 0-16,-9 8 16,-25 18-1,-17 33-15,-9 35 16,-8 25 0,8 9-16,9-18 15,8 18 1,18-1-1,16-8 1,9 0-16,17 1 16,9-10-1,16-16-15,18-18 16,26-25-16,7-25 16,10-18-16,16-33 15,-8-26 1,-8-17-1,-1-9 1,-25 1-16,-26-9 16,-25-18-16,-26-16 15,-43-8 1,-34-1 0,-42-8-16,-18 26 15,-33 25 1,-35 34-16,-128 8 15</inkml:trace>
  <inkml:trace contextRef="#ctx0" brushRef="#br0" timeOffset="1205.55">6623 7833 0,'0'0'0,"0"0"16,0 0-16,0 0 15,0 0-15,0 0 16,0-9-1,-8 1 1,-1 8-16,1 0 16,-1 0-1,-17 17-15,1 0 16,-1 8-16,1 9 16,-10 9-1,18-1 1,9 9-16,8 9 15,0-1 1,17 1-16,17-9 16,26-9-1,17-8-15,8-17 16,17-17 0,18-17-16,16-17 15,-8-8 1,-25 8-16,-9-9 15,8 9 1,-17 0-16,-25 0 16,-17 17-1,-17 0-15,-1 0 16,-8 0-16,-8-8 16,-9 16-1</inkml:trace>
  <inkml:trace contextRef="#ctx0" brushRef="#br0" timeOffset="1550.26">7332 7850 0,'0'0'0,"0"0"15,0 0 1,0 0-1,17 17-15,0-9 0,8 1 16,9-1-16,18-16 16,-1-1 15,-9 1-31,-16-1 16,0 1-1,-18 8-15,1 0 16,8 0-1,0 17-15,0 8 16,9 35-16,-18 16 16,1 1-1,-9-35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48:13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11522 4601 0,'0'0'16,"0"8"-16,17 18 0,0 25 15,9 34-15,0 26 16,-18 25-16,-16 34 31,-27 34-31,1 25 16,9 35-16,-1 25 16,0-8-1,1-17 1,-1-35-16,1-33 0,8-35 31,8-42-31,9-42 0,9-35 16,-1-16-1,1-9 1,8-9-16,-9 1 16</inkml:trace>
  <inkml:trace contextRef="#ctx0" brushRef="#br0" timeOffset="807">11718 4933 0,'9'0'0,"51"8"0,128 1 16,85-18 0,34-16-16,26-9 15,42-9 1,-16 9-16,-18 17 15,60 9 1,-17 8-16,-25 8 16,-1 9-1,-16 0-15,-52 17 16,-26 17 0,-25 17-16,-76-8 15,-18 8 1,-34 8-16,-26 9 15,-17 17 1,-25 17-16,-17 9 16,-1 34-1,-8-18-15,0-16 16,0 16 0,18 18-16,-1-1 15,8-25 1,18 1-16,0-10 15,-9-16 1,-25-35-16,-1-16 16,-16-18-1,-1-8-15,-8-8 16,-8-1 0,-1-8-16,-42 0 15,-60 0 1,-43-17-16,-76-17 15,-35-8 1,-50 8-16,-86 0 16,-18 17-1,-25 17-15,-85 0 16,-68 0 0,-94-9-1,16 26-15,-59 26 16,282-26-1</inkml:trace>
  <inkml:trace contextRef="#ctx0" brushRef="#br0" timeOffset="1826.02">6794 7322 0,'0'9'0,"0"76"0,17 102 0,0 51 15,9 0 1,-1-42-16,-8 33 16,-17-7-1,-8-1-15,-18 8 16,0-25-1,-8 1-15,-8-10 16,8-33 0,-26 118-16</inkml:trace>
  <inkml:trace contextRef="#ctx0" brushRef="#br0" timeOffset="3255.06">6990 7552 0,'0'0'0,"9"-9"0,42 1 16,43-1-1,17 9-15,102-8 16,43-1 0,26 1-16,34-1 15,51-8 1,76 17 0,10-8-16,59 8 0,0-9 15,43 9 1,17 9-1,-1 8-15,18 8 16,17 1 0,26-9-16,-18 25 15,9 10 1,0-18-16,-34 0 16,-25-17-1,-18 8-15,-17-8 16,-42 0-1,-61-8-15,-7-1 16,-35 1 0,-103-9-16,-16 8 15,-43 1 1,-77-18-16,17 9 16,-8 0-16,-43 0 31,-17 0-31,-26-8 15,-26 8 1,1 0-16,0 0 16,8 8-16,0 9 15,0 26-15,9 33 32,-17 60-32,-18 26 15,-25 42 1,0 26-16,-8-43 15,-9 17 1,0-17-16,8-17 0,-16 0 16,8-25-1,0-35-15,-1-25 16,10-8 0,-9-18-16,0-8 15,8-25 1,9-1-1,0-16 1,-8-1-16,-1 1 16,-25-1-1,-43 1-15,-76-18 16,-35-8 0,-34-8-16,-34-1 15,-17 1 1,-17 8-16,-18 8 15,1 9-15,-43 0 0,-77 0 32,86 0-17,-9-8-15,-60-9 0,26 0 16,9 0 0,-61-9-1,-24 1-15,-10 16 16,-42 1-1,34-1 1,43 1-16,-26 8 16,-34 0-1,8-9-15,-16 1 16,-26 16 0,-1 26-16,-16-8 15,-17-1 1,34-16-16,17-18 15,17-16 1,-9-18-16,52 1 16,93-9-1,-16-9-15,-9 1 16,51 33 0,-26 18-16</inkml:trace>
  <inkml:trace contextRef="#ctx0" brushRef="#br0" timeOffset="3823.88">4054 9380 0,'0'0'0,"0"0"0,0 17 16,9 85-16,-1 77 16,-8 34-1,-8 84-15,-35 78 16,-17-18-16,9 8 31,0 10-31,17-18 16,8-51-16,9-59 15,26-52 1,8-110-16,-9-59 16</inkml:trace>
  <inkml:trace contextRef="#ctx0" brushRef="#br0" timeOffset="5184.99">4157 9899 0,'0'0'0,"0"0"16,0 0-16,25 17 15,69 26-15,60 8 32,25-9-32,77-16 15,77-9-15,8-9 16,60 1 0,60-18-16,43 1 15,33-1-15,10-8 16,-1 0-1,17-8 1,9 8 0,-9 17-16,18 8 15,-9 1 1,17 8-16,-43 0 16,9 8-16,-1 9 15,-16 9 1,-9 8-16,-17 8 15,-25 1 1,-9-1 0,-9 1-16,-42-9 15,-26 0-15,43 9 16,0-9 0,8-26-16,-8-16 15,-69-18 1,35-8-1,17-17-15,-86-8 16,43-9 0,9 0-16,-111 16 15,33-16-15,-7 9 16,-69-1 0,-26 9-16,-42 17 15,-26 0 1,-51 0-16,-43 17 15,-9 0 1,-16 17 0,0 9-16,-18 16 15,-16 43 1,-44 18-16,-24 50 16,7 0-16,35-34 15,0 8 1,9 18-1,7 16-15,-7-24 16,-18 16 0,-8 17-16,-34 17 15,-26-17-15,8-9 16,18-33 0,0-17-16,25-26 15,0-17 1,-8-9-16,8 1 15,17-26 1,9-9-16,0 1 16,-9-18-1,-8 1 1,-43-26-16,-51-9 16,-34-8-1,-69-17-15,-33 9 16,-78 8-16,-110-17 15,-26 8 1,-60 1 0,-8-9-16,-18-17 15,-42-9-15,9 26 16,-60 17 0,-60 8-16,34 18 15,-103 16 1,18 18-1,0 16-15,-43-7 16,-34 7 0,9-8-16,-18 0 15,-68 9 1,52-18-16,-35 1 16,-68 33-1,-26 18-15,-25 16 16,529-33-16</inkml:trace>
  <inkml:trace contextRef="#ctx0" brushRef="#br0" timeOffset="11178.07">18444 5485 0,'0'0'0,"0"0"0,-9 9 16,9 33 0,-8 35-1,-1 16-15,1 1 16,-1-34-1,-16-9-15,-1 17 16,-8 0-16,8-9 16,9-16-1,0-9 1,9-9-16,-1-16 16,9-1-16,0-25 15,17-17 1,26-42-16,34-60 15,8 0 1,-17 34-16,9 42 16,-17 26-1,0 25-15,8 26 16,0 60-16,-17 42 31,-33 68-31,-27 34 16,-8-42-16,8-111 15</inkml:trace>
  <inkml:trace contextRef="#ctx0" brushRef="#br0" timeOffset="25029.41">22336 8122 0,'0'0'0,"0"0"0,0 0 16,0 0-16,0 0 15,0 0 1,-9 8-16,-8 18 16,-17 42-1,-17 34-15,8 8 16,9-25-1,9-16-15,-1-1 16,9-9-16,0-16 16,8-18-1,1 1 1,8-18-16,0 1 16,0-18-1,25-8-15,61-59 16,42-43-1,34-9-15,-26 26 16,-33 42 0,-18 18-16,-25 33 15,-17 18 1,-1 50-16,-25 77 16,-17 60-1,0 0-15,9 101 16</inkml:trace>
  <inkml:trace contextRef="#ctx0" brushRef="#br0" timeOffset="31673.48">23830 9661 0,'0'0'0,"0"0"0,0 0 15,0 0-15,-9 17 16,0 34-1,-16 60-15,-18 42 16,-8-26 0,8-42-16,9 0 15,17-34 1,9-25-16,8-9 16,0-9-1,17-16-15,8-1 16,26-16-1,26-26-15,0-17 16,17-17 0,8 0-16,-16 17 15,-9 17 1,-18 25 0,1 9-16,0 34 15,-9 60 1,-8 101-16,-18 94 15,-8 86-15</inkml:trace>
  <inkml:trace contextRef="#ctx0" brushRef="#br0" timeOffset="38320.31">23736 11081 0,'0'0'0,"0"0"0,0 0 15,0 0 1,0 0-16,0 17 16,0 9-16,-9 8 15,1 0 1,8 17-16,0 0 15,0-9 1,0 1 0,8-1-16,1 1 15,-1-9 1,9-8-16,9 8 16,25 0-1,17 8-15,9-16 16,26-1-1,42-8-15,25 9 16,-7-18 0,50 1-16,-8-1 15,-52-8-15,44 17 16,-18 0 0,-60 0-1,-16 0-15,-18 17 16,-17 0-16,-8-8 15,-17-1 1,-17-8 0,-1-8-16,-16-1 15,-1 1 1,1-1-16,-9-8 16,0-8-1,-9-35-15,1-50 16,8-43-1,17-34 1,17-26-16,34-119 16</inkml:trace>
  <inkml:trace contextRef="#ctx0" brushRef="#br0" timeOffset="40055.31">25656 7067 0,'0'0'0,"0"0"0,0 0 15,9 9-15,-1-1 16,-8 1-1,-8 8 1,-1 17-16,-17 8 16,-8 9-16,0 9 15,0-9 1,17-9 0,0-8-16,8-8 15,1-1 1,8 1-16,8-1 15,18 1-15,17-1 16,8-8 0,17 0-1,9 1-15,0-1 16,8-9-16,9 1 16,-26 8-1,-25-9 1,-17 1-16,-1-1 15,1 1-15,-9-1 16,0 1 0,-9-1-1,1 1-15,-9-9 16,0 0 0,17-17-16,0-26 15,0-59 1,0-34-16,-8-17 15,16-145-15</inkml:trace>
  <inkml:trace contextRef="#ctx0" brushRef="#br0" timeOffset="44760.5">28012 14611 0,'0'0'0,"0"0"15,17 25-15,17 35 16,0 33-16,0 9 16,-25-8-1,-18 25 1,-16 43-16,-10-18 16,18-59-16,0-17 15,0 34 1,-8 34-16,8 0 15,-9-34 1,-8 34-16,-17 60 16,16-43-16,10-51 15,8 26 1,8 16-16,9-16 31,0-43-31,-8-17 16,-1 34-16,9 17 15,0-8-15,0-26 16,0-34 0,0-17-16,0-9 31,0-8-31,0-8 0,0-1 16,0 1-1,0-1 1,0 1-1,0-1-15,0 9 16,0-8-16,0-1 16,0 9-1,0 0-15,17 17 16,26 17 0,8 0-1,9 9-15,17 8 16,17-8-1,8-1-15,17-16 16,35 8 0,-17-9-16,-1 18 15,26-1 1,9 9-16,-17 0 16,-35-8-1,18-18-15,8-25 0,-9-8 31,-16-9-31,16-9 16,10-16 0,-18-9-16,-52 8 15,-24 9 1,7 0-16,-16 0 16,0-8-1,-9-1-15,0-16 16,0 8-1,-8 8-15,8 9 16,17-17 0,9-34-16,-9-34 15,0-17 1,9 17-16,17 17 16,34-77-1,8-33-15,-42 76 16,-26 0-1,-8-34-15,-17 16 16,-1 35 0,-8 9-16,0-69 15,0-8 1,-8 26-16,-1-18 16,-8-25-1,9 51-15,0 34 16,-9 0-1,0 25-15,0 18 16,-9 16 0,9 9-16,0 9 15,0 8 1,0 0-16,0 8 16,0 1-1,0 8-15,0 0 16,0 0-1,0 0-15,0-9 16,-9 1-16,1-1 16,-1-8-1,-33-17 1,-35-25-16,-60-18 16,-50-17-1,-61 1-15,-51-9 16,-42 17-1,-26 8-15,-17 9 16,-34 9 0,-18-1-1,-25-8-15,-42 0 0,-52 0 16,-42 8 0,187 35-16</inkml:trace>
  <inkml:trace contextRef="#ctx0" brushRef="#br0" timeOffset="75726.32">22336 1624 0,'0'0'0,"0"0"0,0 0 0,0 0 32,0 0-32,17 9 15,0 8-15,17 0 16,9 0-1,17 0-15,16 0 16,10-9 0,-26 1-1,8-9-15,0 8 16,-8 9 0,-17 0-16,-1 9 15,-16-1 1,-18 18-16,-8 17 15,-17 25 1,-42 17-16,-27 0 16,-16 0-1,-18 0-15,9-9 0,17-16 32,9-26-32,8-9 15,26-16 1,17-18-16,17 1 15,0-1 1,17 1-16,17-9 16,68 8-1,52-8 1,25 0-16,0 0 16,0 0-16,-8 0 15,-18 0 1,-25 0-16,0 0 15,-25 9 1,-27-1 0,1-8-16,-34 0 15</inkml:trace>
  <inkml:trace contextRef="#ctx0" brushRef="#br0" timeOffset="76060.99">22413 1225 0,'0'0'0,"0"0"0,0 0 16,0 0-16,0 8 16,17 9-1,51 0-15,94 0 16,52-8 0,25-18-1,0-16-15,0-9 0,93-9 31</inkml:trace>
  <inkml:trace contextRef="#ctx0" brushRef="#br0" timeOffset="76737.39">21798 3181 0,'0'0'0,"0"8"0,-8 35 16,-1 8-16,9 25 15,0 18 1,0-1-1,17 1-15,0-9 16,0-26-16,18-16 16,7-26-1,-8-8 1</inkml:trace>
  <inkml:trace contextRef="#ctx0" brushRef="#br0" timeOffset="77040.86">22003 2611 0,'0'0'0,"0"0"0,0 0 0,0 0 16,0 0-16,9 8 15,16 9 1,-8 0-1</inkml:trace>
  <inkml:trace contextRef="#ctx0" brushRef="#br0" timeOffset="77506.24">22694 3121 0,'0'0'0,"0"0"0,0 0 15,17 9-15,18-1 16,16 1-16,9-1 15,16-8 1,10-8 0,-1-1-1,-8-8-15,-17 9 16,-35 8-16</inkml:trace>
  <inkml:trace contextRef="#ctx0" brushRef="#br0" timeOffset="77766.64">22831 3546 0,'0'0'0,"17"0"0,26-8 0,25-1 15,17-16 1,1 8 0,-1 0-16,-17 0 0,-34 8 15</inkml:trace>
  <inkml:trace contextRef="#ctx0" brushRef="#br0" timeOffset="78064.06">23949 3189 0,'0'0'0,"-8"34"0,-1 26 16,0 42-16,1 17 16,-9 8-1,0-33 1,17-26-16,8-25 15,1-26-15</inkml:trace>
  <inkml:trace contextRef="#ctx0" brushRef="#br0" timeOffset="78933.84">22327 230 0,'0'0'0,"0"42"0,9 43 0,-18 9 16,-25 25-1,9-17-15,-1-17 16,0 17 0,1-9-16,8-33 15,17-9 1,8-42-16</inkml:trace>
  <inkml:trace contextRef="#ctx0" brushRef="#br0" timeOffset="79320.3">22891 638 0,'0'0'0,"0"0"16,0 0-16,0 0 0,-9 0 31,1 25-31,-9-16 0,0 16 31,-1-16-31,1 25 16,17-17-1,0 8-15,17 1 16,26-26-16,42 0 16,9-34-1,9-17 1,-9-9-16,-35 1 16,-24 25-1,-18 0-15,-26 0 16,-25 17-16,-51 17 15,-35 34 1,9 17-16,51-17 16</inkml:trace>
  <inkml:trace contextRef="#ctx0" brushRef="#br0" timeOffset="79876.07">23761 519 0,'0'0'0,"-8"8"0,-9 18 15,8 8 1,-8-17-1,0 8-15,8-8 16,9 0-16,0 17 16,0-25-1,18 8 1,7 0-16,9-17 16,0 8-16,9-16 15,-9-9 1,0-9-1,-8-25-15,-9 0 16,-8 9 0,-1-9-16,1 8 15,-9 35-15,0 8 16,0 8 0,-9 86-1,-8-1-15,0 35 16,-17 50-1,-17 1-15,-18 8 16,-7-25 0,-1-43-16,0-34 15,-17-17-15,0-34 16,-17-34 0,51-9-16</inkml:trace>
  <inkml:trace contextRef="#ctx0" brushRef="#br0" timeOffset="80444.27">24555 408 0,'0'0'0,"-8"34"0,-18 43 16,-8-1-16,8-33 16,-8 16-1,0-16-15,8-1 16,9-8-1,0-8-15,9-18 16,8 1 0,0-18-16,42-16 15,52-26 1,26-60-16,-1 1 16,1 33-1,-18 9-15,-25 51 16,-26 77-1,-34 93-15,-60 110 16,-25 103 0</inkml:trace>
  <inkml:trace contextRef="#ctx0" brushRef="#br0" timeOffset="81575.28">25554 1386 0,'0'0'0,"0"0"0,0 9 0,0 42 16,-9 110-1,-8 103-15,17-17 16,17-26-1,26 119 1</inkml:trace>
  <inkml:trace contextRef="#ctx0" brushRef="#br0" timeOffset="83594">20518 1446 0,'0'0'0,"0"0"0,0 0 16,0 0-16,-9 8 16,1 18-16,-18 33 15,1 35 1,-1 33-1,-8 18-15,0 0 16,8-18 0,9-33-16,0-18 15,0-25-15,17-25 16,0-9 0,0-9-16,0-16 15,26-52 1,16-59-1,27-25-15,-1-1 16,43-17-16,-9 43 16,-33 51-1,-1 9 1,9 33-16,8 18 16,26 50-16,-9 52 15,-16 50 1,-35 61-1,-43 7-15,-16-33 16,-18-35 0,9-84-16</inkml:trace>
  <inkml:trace contextRef="#ctx0" brushRef="#br0" timeOffset="95370.79">23471 16507 0,'0'0'15,"34"0"-15,43 9 0,34-1 16,-26 1 0,-42-1-1,8-8 1,9 17-16,-34-8 16</inkml:trace>
  <inkml:trace contextRef="#ctx0" brushRef="#br0" timeOffset="95634.1">23394 16788 0,'0'0'0,"0"0"0,0 0 16,9 0-16,25-9 15,43 1 1,17-1-16,-35 9 16</inkml:trace>
  <inkml:trace contextRef="#ctx0" brushRef="#br0" timeOffset="96591.03">17445 16371 0,'0'0'0,"-17"0"0,-34 17 16,-17 26-16,-26 8 16,-8 25-1,8 18-15,8 8 16,-16 34-1,34-9-15,33-42 16,27-33 0,25-1-16,17-17 15,52-9-15,42-25 16,25-42 0,-25-44-16,-25-33 15,-18 9 1,-34 8-1,-25-9-15,-35-8 16,-16 17 0,-27 34-16,27 34 15</inkml:trace>
  <inkml:trace contextRef="#ctx0" brushRef="#br0" timeOffset="96976.54">16865 16873 0,'0'0'16,"0"0"-16,0 0 0,0 0 15,0 0-15,9 8 16,16 9-1,26-8-15,26-9 16,34-17 0,-43 0-1</inkml:trace>
  <inkml:trace contextRef="#ctx0" brushRef="#br0" timeOffset="97404.17">18401 16431 0,'0'0'16,"-8"0"-16,-1 0 0,-16 0 16,-1 17-1,-25 8 1,-9 9-16,-25 26 15,-9 8-15,-9 34 16,1 34-16,34 8 31,25-7-31,26-1 16,34-9-16,43-25 16,34-25-1,51-43 1,171 0-16</inkml:trace>
  <inkml:trace contextRef="#ctx0" brushRef="#br0" timeOffset="98081.15">18854 16669 0,'0'0'0,"0"0"0,-9 0 0,1 17 15,-9 34 1,-9 42-16,-8 18 16,0-9-1,8-17-15,9-25 16,0-18-16,8-16 31,1-9-31,8-9 16,0-8-16,17-8 15,17-26 1,26-51-16,17-26 16,-9 17-1,-8 26 1,-9 17-16,-8 17 15,-18 17 1,1 17-16,-1 9 16,9 42-1,-8 42-15,-9 9 0,-8-8 32,-18 8-32,1 9 15,-9-9-15,17-34 16,0-17-1,0-17-15,8-26 16</inkml:trace>
  <inkml:trace contextRef="#ctx0" brushRef="#br0" timeOffset="98374.35">20177 16890 0,'0'0'0,"0"17"0,0 51 16,-9 34-16,-8 0 16,8 9-1,1 8 1,-1-17-16,9-34 16,0-34-16</inkml:trace>
  <inkml:trace contextRef="#ctx0" brushRef="#br0" timeOffset="98774.25">20834 17145 0,'0'0'0,"-9"0"0,-8 9 15,-25 25 1,-10 25-16,1 26 16,8 9-16,18-9 15,25-26 1,17-16-16,0-9 16,26-9-1,25-16 1,17-26-1,1-26-15,-10-16 0,-7-1 16,-27 9 0,-16 9-1,-17 8-15,-1 8 16,-16 9-16,-1 0 16,-8 9-1,8 8-15</inkml:trace>
  <inkml:trace contextRef="#ctx0" brushRef="#br0" timeOffset="99308.92">21551 17136 0,'0'0'0,"0"0"0,0 0 16,-9 26-1,-16 25-15,-1 17 0,-8 9 16,17-9 0,8-9-1,9-8-15,0-8 16,17-9 0,17 0-16,9-9 15,8-8-15,1-8 31,-10-18-31,-8-8 16,-8-8 0,0-1-16,-9 1 15,-9 8 1,1 8-16,-1-8 16,-8 9-16,0 8 15,0 0 1,0 0-1,-8 25-15,-9 35 0,-9 8 16,-8 8-16,-43 43 31,-8 26-15,-1-34-16,18-35 16,8-25-16,-8-8 15,-17-18 1,-35-16-16,1-9 0,76 0 15</inkml:trace>
  <inkml:trace contextRef="#ctx0" brushRef="#br0" timeOffset="99848.99">22643 16847 0,'0'0'0,"-8"9"0,-9 33 0,-18 26 15,-16 17 1,0 0 0,-9-8-16,1 25 15,7-8 1,18-35 0,17-25-16,0-8 15,17-18-15,0-8 16,9-25-16,8-18 15,25-16 1,27-1 0,-1 1-16,-8 16 15,-1 9 1,1 26-16,-17 8 16,-1 17-1,-7 17-15,-1 51 16,0 51-1,-26-9-15,-8-59 16,0-17 0,0-25-16,0-18 15,0-8 1</inkml:trace>
  <inkml:trace contextRef="#ctx0" brushRef="#br0" timeOffset="100036.71">23258 16898 0,'0'17'0,"-9"85"0,-8 128 15,-17 51-15,-60 59 16,-51 26-16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55:19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22976 1242 0,'0'0'0,"0"0"0,0 0 0,0 0 0,0 0 0,-8 17 15,-1 34 17,-17 34-32,9 8 15,0-25 1,-8 0-16,-1-8 0,9-9 31,0-26-31,0 1 0,8-18 16,9 1-1,0-9 1,9-17-16,8-43 16,34-67-1,26-1 1,8 26-16,1 17 16,16-8-1,-25 16-15,-17 26 16,-1 17-1,1 17-15,-9 17 16,1 26 0,-1 25-16,-9 34 15,-16 17 1,-26 25-16,-9 1 16,1-26-1,-9-17-15,0-17 16,0-17-1,8-26-15,9-8 16,0-17 0</inkml:trace>
  <inkml:trace contextRef="#ctx0" brushRef="#br0" timeOffset="772.84">23872 587 0,'0'0'0,"0"0"0,0 0 0,17 0 16,9 0-16,8 8 16,0 1-1,17 16 1,1 9-16,-10-17 16,1 9-1,0 8-15,-18-17 16,1 0-16,-18 0 15,1 0 1,-9 17-16,-17 8 16,-9-8-1,-8 0 1,17-16-16,0-10 16,0 1-16,8-1 15,9 1 1,9-1-16,59 9 15,52-17 1,-1 0-16,-8 0 16,-8 0-1,-27 9 1,-42-1-16</inkml:trace>
  <inkml:trace contextRef="#ctx0" brushRef="#br0" timeOffset="1273.48">22473 2585 0,'0'0'0,"17"0"0,51 0 0,51 9 16,35-1-1,51 1-15,0-1 16,17-16-1,8 8 1,-17-9-16,-8 9 16,-60 9-1,-42-9-15,-26 8 16,-52 1-16</inkml:trace>
  <inkml:trace contextRef="#ctx0" brushRef="#br0" timeOffset="1758.64">22822 3325 0,'0'0'0,"0"0"0,0 0 16,0 17-16,-8 0 16,-1 17-16,1 26 15,-18 25-15,1 0 31,8 8-15,-1-16-16,1-17 16,17-9-1,0-9-15,17-8 0,26-8 16,43-1-16,24-8 31,10-25-31,-9-9 16,-17-9-1,0 1-15,-26 8 16,-17 0 0,-25 8-16,-18 9 15</inkml:trace>
  <inkml:trace contextRef="#ctx0" brushRef="#br0" timeOffset="2046.61">23326 3606 0,'0'0'0,"0"0"0,-9 8 0,1 18 15,-1 33 1,-8 35-16,-8 34 15,-18 25-15,0 8 16,9-16 0,0-26-1,8-17-15,1-17 16,16-43 0</inkml:trace>
  <inkml:trace contextRef="#ctx0" brushRef="#br0" timeOffset="2478.19">24094 2985 0,'0'0'16,"0"0"-16,0 0 16,0 0-16,0 0 15,0 9 1,-8 8-16,-1 25 15,-25 18-15,-26 33 16,18-8 0,16-25-1,9-18-15,0 1 16,17-1 0,17-8-16,17 0 0,0-8 15,17-18 1,18-8-16,7-25 15,-33-1 1</inkml:trace>
  <inkml:trace contextRef="#ctx0" brushRef="#br0" timeOffset="2674.8">24188 2704 0,'0'0'15,"0"0"-15,0 0 0,0 0 0,0 0 32,0 0-32,9 9 15</inkml:trace>
  <inkml:trace contextRef="#ctx0" brushRef="#br0" timeOffset="17764.91">19630 5783 0,'0'0'0,"0"0"15,0 0-15,0 0 16,0 0-16,9 26 16,-18 25-1,-8 34 1,-42 59-16,-18 18 16,17-52-1,0-42-15,1 0 16,-1-8-1,26-26-15,17-9 16,8 1 0,0-18-16,9 1 15,9-18 1,17-16-16,42-43 16,26-51-1,8-9-15,1 9 16,-18 34-1,0 26-15,-8 16 16,8 9 0,-8 17-1,0 26-15,8 16 16,-16 18 0,-10 25-16,-16 34 15,-26 25-15,-34-8 16,-17 9-1,8-26-15,9-34 16,9-34 0,8-17-1,0-8-15,0-9 0</inkml:trace>
  <inkml:trace contextRef="#ctx0" brushRef="#br0" timeOffset="18468.43">20433 5485 0,'0'0'0,"17"0"0,34 9 16,34-1-16,1 9 16,-10 0-1,-16-8-15,-17 8 16,-18 0-1,1 0-15,-17 25 16,-18 26 0,-34 35-16,-16-10 15,16-33 1,17-18-16,9-16 16,17-9-1,43 0 1,85-9-16,26-25 15,-86 0-15</inkml:trace>
  <inkml:trace contextRef="#ctx0" brushRef="#br0" timeOffset="32614.77">22558 8428 0,'0'0'0,"0"0"16,0 0-16,0-9 16,0 1-16,0-1 15,8-16 1,9-1-16,9 1 15,17 8 1,-1 0-16,1 17 16,-17 8-1,16 18-15,10 25 16,7 17 0,-16 8-16,-26-7 15,-17 33 1,-26 34-16,1-9 15,-1-33 1,-25-35-16,-43 1 16,9-9-1,8-26 1,26-16-16,17-9 16,25 0-16,9-9 15,0 1 1,17-26-16,17-17 15,18 0-15,-1 17 16,0 8 0,-17 9-16,0 17 31,17 9-31,26 16 16,34 1-1,17-1-15,-42-8 16,-27-8-16,10-1 15,-1 1 1,-17-9 0,-25 0-16</inkml:trace>
  <inkml:trace contextRef="#ctx0" brushRef="#br0" timeOffset="32941.85">24009 8555 0,'0'0'0,"0"0"0,0 0 15,-9 9-15,1 8 16,-1 9-1,1-9-15,-1 8 16,1-8 0,8-8-16,0-1 15,0 1 1,0-9-16,0 0 16,8-9-16,26 1 15,-17-1 1</inkml:trace>
  <inkml:trace contextRef="#ctx0" brushRef="#br0" timeOffset="33701.81">24785 7977 0,'0'0'0,"0"0"0,0 9 16,-8 25-16,-1 8 15,-16 35 1,-18 25-16,-8-9 16,17-25-1,8-17-15,9-25 16,0-1-1,17-16-15,0-1 16,26-8 0,42-51-16,34-25 15,-8-1 1,-25 1-16,-1-1 16,9 9-1,-18 17-15,-7 17 16,-10 26-1,-8 16 1,-8 26-16,0 9 16,-1 42-16,-16 25 15,-18 9 1,1-25-16,-1-43 16,1-26-1,8 1-15,0-9 16,8-8-1</inkml:trace>
  <inkml:trace contextRef="#ctx0" brushRef="#br0" timeOffset="34256.12">25716 7416 0,'0'0'0,"8"0"0,44 0 0,41 0 16,-16 8 0,-34 1-1,0-1-15,-9 1 16,-9-1 0,-8 1-16,-8-1 15,-9 18-15,-9 8 16,-25 0-1,-8 8 1,-10-16-16,18 0 16,17-18-1,0 1-15,17-1 16,0-8-16,26 9 0,16-1 16,10 9 15,41 0-31,10 9 15,-1-9 1,1 8-16,-44-16 16,-24-9-1,-18 0-15</inkml:trace>
  <inkml:trace contextRef="#ctx0" brushRef="#br0" timeOffset="34889.46">24350 9244 0,'0'0'0,"43"0"0,85 17 15,77 17-15,34-8 32,17-1-32,-9-16 0,1-9 31,-60-9-16,-35 9-15,18-8 16,-43 8-16,-43 8 16,-51-8-1</inkml:trace>
  <inkml:trace contextRef="#ctx0" brushRef="#br0" timeOffset="35990.42">25417 9772 0,'0'0'0,"-8"0"0,-1 0 0,0 0 16,1 0 0,-18 17-1,1 0-15,-18 17 16,-8 8-16,8-8 0,26-8 31,0-1-15,17-8-16,0 0 15,26-8 1,42-1-16,34 1 0,-8-18 31,17 1-31,9-9 16,-1 0-1,-25 8-15,-34 1 0,-18-1 16,-24 1 0</inkml:trace>
  <inkml:trace contextRef="#ctx0" brushRef="#br0" timeOffset="36217">26015 9814 0,'0'0'0,"0"0"0,-9 9 0,-8 42 16,-34 76 0,-18 69-1,1 8-15,25-34 16,43-110-16</inkml:trace>
  <inkml:trace contextRef="#ctx0" brushRef="#br0" timeOffset="43127.1">29394 10775 0,'0'0'0,"0"0"16,0 0-16,9 0 15,16 0 1,10 0-16,7 0 16,10 0-16,-1 9 15,-9-1 1,-16 1-16,0-1 15,-9 9 1,-9 26 0,-25 50-16,-8 18 15,-1-26-15,-25-26 16,-9-8 0,9-25-1,8-1-15,-8-8 16,17-8-1,17-1-15,8-8 16,9-8 0,0-9-16,9-17 15,8 0-15,0 17 16,17 0 0,17 17-16,9 25 15,25 9 1,9 9-16,-34-18 15,-17-8 1,42-8 0,26-9-16,-51 0 15</inkml:trace>
  <inkml:trace contextRef="#ctx0" brushRef="#br0" timeOffset="43693.75">29787 9942 0,'0'0'0,"0"0"0,0 0 15,8 0-15,10 0 16,-10 0 0,9 0-16,0 8 15,9 9 1,-1 0-16,1-8 16,-9 8-1,-8 0-15,-18 8 16,1 9-1,-1 9 1,-8-1-16,0-16 16,0-1-1,17-16-15,0 8 16,8-9-16,27 9 16,58-8-1,44-9-15,162-9 16</inkml:trace>
  <inkml:trace contextRef="#ctx0" brushRef="#br0" timeOffset="45404.65">30751 10418 0,'0'0'0,"0"0"0,0 0 16,0 0-1,-8 8-15,-1 1 16,1-1 0,-1 1-16,1-1 15,-1 1 1,9 0-1,0-1-15,0-8 0,0 0 32,0 0-32,0 0 15,0 0-15,0 0 16,17-8 0,9-1-16,-1 9 15,1 0 1,-17 0-1,-1 0-15,1 0 16,-9 0 0,8 9-16,9-9 15,0-9-15</inkml:trace>
  <inkml:trace contextRef="#ctx0" brushRef="#br0" timeOffset="46263.12">31554 9661 0,'0'0'0,"0"0"0,0 9 15,-9 8 1,1 17-16,-1 8 31,1 26-31,-10 0 16,-7 9-1,-1-18-15,1-8 16,8-8 0,0-18-16,8 1 15,0-18 1,9 1-16,0-1 0,9-16 31,8-1-31,17-25 16,0-17-1,9-25-15,17 8 16,-9 25 0,-8 9-16,-18 17 15,-8 0 1,9 9-16,-9 8 16,0 0-1,0 34-15,9 34 16,-18 25-1,-8-8-15,-8-17 16,-1-8 0,9-18-16,0-25 15,0-8 1,0-9-16</inkml:trace>
  <inkml:trace contextRef="#ctx0" brushRef="#br0" timeOffset="46817.24">32194 9261 0,'0'0'0,"0"0"16,0 0 0,0 0-16,17 17 15,0 0 1,17 0-16,9 17 16,-1 0-16,1 9 15,-17 8 1,-9 0-16,-17 0 15,-17-8 1,-9-1 0,-17-8-16,-16-8 15,16-18 1,9 1-16,17-1 16,0-8-1,8 0-15,9 0 16,0 0-1,17 0-15,34 0 16,43 9-16,0-1 16,-34 1-1,-9-9 1,17 0-16,-8 8 16,-34-8-1</inkml:trace>
  <inkml:trace contextRef="#ctx0" brushRef="#br0" timeOffset="47136.15">31468 10673 0,'0'0'0,"26"0"0,51 0 0,85 17 16,-8-8-1,-18 8-15,43-9 16,-16 1 0,-44-9-1,-17 0-15,-50 0 16</inkml:trace>
  <inkml:trace contextRef="#ctx0" brushRef="#br0" timeOffset="50690.74">31554 11328 0,'0'0'0,"0"0"0,0 0 0,0 0 16,0 0-16,-9 0 15,-8 17 1,-9 0-16,-16 17 16,-1 0-1,0 17-15,9-8 16,9 8 0,8-9-16,0 1 15,17-9 1,8-9-16,18 1 15,16-1 1,1-8-16,0-8 16,8-1-1,0 1-15,-8-1 16,0-8 0,-9 0-16,0 0 15,26-8 1,-26 8-16</inkml:trace>
  <inkml:trace contextRef="#ctx0" brushRef="#br0" timeOffset="51042.1">32006 11430 0,'0'0'0,"-8"0"0,-10 26 0,-16 33 16,-17 43-16,0 9 15,8-9 1,-8 0-16,17-9 16,8-16-16,9-18 31,17-33-15</inkml:trace>
  <inkml:trace contextRef="#ctx0" brushRef="#br0" timeOffset="51921.73">32450 10979 0,'0'0'0,"0"0"0,0 0 0,0 0 15,8 0 1,9 0-16,9 0 15,8 9 1,0-9-16,9 0 16,-9 8-1,-8 1-15,-1 8 16,-16 8 0,-1 9-16,-8 9 15,-8 8 1,-18 17-16,-16-9 15,-10-16 1,18-1-16,9-16 16,8-9-1,17-8 1,8-1-16,52 1 16,94-26-1,161-35-15</inkml:trace>
  <inkml:trace contextRef="#ctx0" brushRef="#br0" timeOffset="67592.12">25588 13420 0,'0'0'0,"17"0"0,34 9 15,34 8-15,26-9 16,-34 1 0,-26 8-16,-25 0 15,0 0 1,-9 17-16,8 34 15,-8 34 1,-42 17-16,-26-43 16,-26-25-1,-9-17-15,27-8 16,16-18-16,9 1 16,17-1-1,0-8-15,17 0 16,0 0-1,0-8-15,17-1 16,8 1 0,27 8-16,24 17 15,1-9 1,-26 1 0,9 8-16,51 0 15,26 17 1,-9-17-1,-52-17-15,-50-9 16</inkml:trace>
  <inkml:trace contextRef="#ctx0" brushRef="#br0" timeOffset="68399.3">26390 12952 0,'0'0'0,"0"0"0,0 0 16,0 0-16,9 0 16,8 0-16,0 0 31,17 9-31,0-1 16,-8 1-1,-1-1-15,1 1 16,-9-1-16,-9 1 15,1-9-15,-1 8 16,1 1 0,0 8-16,-18 0 15,-8 0 1,-9 8 0,1-8-1,8-8-15,0-1 16,8 1-16,9-1 15,0-8 1,0 0-16,9 0 16,8 9-1,0-1 1,0 9-16,8 0 16,10 0-16,-10 17 15,1-8 1,-18-1-16,1-8 15,-9 1 1,-17-1 0,-34 17-16,-69-9 15,-153 26 1</inkml:trace>
  <inkml:trace contextRef="#ctx0" brushRef="#br0" timeOffset="71282.42">27423 13539 0,'0'0'0,"0"0"0,0 0 16,0 0-1,-9 0 1,1 9-16,-9 8 0,0 0 31,0-9-31,8 1 16,0-1-16,9 1 15,0-9 1,0 0-16,0 0 16,0 0-1,0 0 1,0 0-16,0 0 0,0 0 16,0 0-16,0-9 15,18 1 1,-1-1-1,0 1 1,0-1-16,0 9 16,8 0-1,1 0-15,8 0 16,-17 0-16</inkml:trace>
  <inkml:trace contextRef="#ctx0" brushRef="#br0" timeOffset="72335.73">28840 12578 0,'0'0'0,"0"0"0,0 0 0,0 0 15,0 0 1,0 0-1,0 9-15,-9 16 0,1 18 32,-18 8-32,-17 8 15,9 1 1,0-18-16,17-16 16,0-1-1,0-8-15,8-8 16,9-1-1,0 1-15,0-1 16,0-8 0,0 0-16,17-8 15,17-18 1,9-25-16,-9 0 16,0 9-1,1 8-15,16 0 16,0 17-1,0 8-15,-8 9 16,8 26 0,0 16-16,-17 18 15,-8-1 1,-17 26-16,-9 9 16,-9-18-1,9-25-15,0-17 16,26-17-1,-9-8-15</inkml:trace>
  <inkml:trace contextRef="#ctx0" brushRef="#br0" timeOffset="73009.14">29565 12229 0,'0'0'0,"0"0"0,0 0 16,17 0 0,17 9-1,17 8-15,9 8 16,-9-8-16,-25-8 16,0-1-1,-18 1 1,1-1-16,-1 9 15,-25 9 1,-17 17-16,-26 8 16,9 0-16,8-17 15,18-9 1,8-16 0,17-1-16,8-8 15,52 9 1,8-1-16,26-8 0,34-8 15,-17-9 1,-51 8 0</inkml:trace>
  <inkml:trace contextRef="#ctx0" brushRef="#br0" timeOffset="73361.5">28558 13488 0,'8'0'0,"52"9"0,102 8 0,69 0 15,-9 0 1,17-9-16,-9 1 15,18-9 1,-26 0-16,68-26 16</inkml:trace>
  <inkml:trace contextRef="#ctx0" brushRef="#br0" timeOffset="88461.71">29087 13930 0,'0'0'0,"0"0"0,0 0 0,0 0 16,-8 0-16,-1 17 15,-17 17 1,1 0-16,-1 9 16,-16-1-1,7 9-15,10-8 16,16-9-1,9 8-15,26 10 16,8-10 0,34-8-1,43-8-15,17-9 16,-17-17-16,-17-26 16,-9 1-1,-25 8-15,-9 0 16,-25 0-1,-17 17-15</inkml:trace>
  <inkml:trace contextRef="#ctx0" brushRef="#br0" timeOffset="88723.95">29172 14253 0,'0'0'0,"0"0"0,0 26 16,-8 34-16,8 25 16,-9 17-1,1-9-15,-9 1 16,0-18-1,17-42-15</inkml:trace>
  <inkml:trace contextRef="#ctx0" brushRef="#br0" timeOffset="89317.98">30017 13854 0,'0'0'0,"0"0"0,0 0 0,17 17 15,1 0 1,16 0-16,0 0 16,0 0-1,-8 0 1,-1-9-16,-8 1 15,-8-1-15,-1 1 16,1-1 0,-9 9-16,-9 0 15,-8 9 1,0-18-16,0 1 16,9-1-1,8 1-15,0-9 16,0 0-1,0 0-15,17 17 16,0 0 0,8 17-16,1 8 15,-9 1 1,-8-9 0,-18 0-16,-8 0 15,-26-8 1,18-9-16</inkml:trace>
  <inkml:trace contextRef="#ctx0" brushRef="#br0" timeOffset="96717.51">27209 2262 0,'0'0'0,"9"-8"0,25-1 16,17 9-1,1 0-15,7 9 16,1 8-16,0 8 31,-9 43-31,-8 51 0,-35 0 16,-42 9-1,-34 34 1,-35-1-16,1-50 16,8-35-1,9-33-15,16-18 16,18-16 0,17-1-16,17-8 15,17 0 1,0 0-16,9-8 15,16-1-15,26 9 16,18 17 0,7 0-1,-7 17 1,-1 26-16,0-1 16,1 1-16,-10-26 15,-16-17 1,-9-17-16,0-51 15,-8 8 1</inkml:trace>
  <inkml:trace contextRef="#ctx0" brushRef="#br0" timeOffset="97178.31">28276 1327 0,'0'0'0,"0"8"0,0 18 0,-8 16 15,-9-8 1,0 0 0,-9 0-16,0 17 15,9 9 1,0 8-1,9 0-15,8 8 16,0 1-16,17 0 16,17-9-16,9-26 15,-1-8-15,-8-25 16,-8-9 0,-9-9-1</inkml:trace>
  <inkml:trace contextRef="#ctx0" brushRef="#br0" timeOffset="97421.31">28421 952 0,'0'0'0,"0"0"0,0 9 16,17 17-16,-8-1 15,0-8 1,8 0-16,0 0 0,0 0 16</inkml:trace>
  <inkml:trace contextRef="#ctx0" brushRef="#br0" timeOffset="98664.8">29787 1361 0,'0'8'0,"-9"52"0,-8 50 15,-8 18-15,-18 8 16,-8-8 0,0-18-16,-1-25 15,10-34-15,16-17 16,9-17 0,0-8-1,17-1-15,0-25 16,34-42-16,43-77 15,17-9 1,0 26 0,8-9-16,-25 35 15,-9 25 1,-8 25-16,-17 18 16,-9 8-1,-9 17-15,10 34 0,-10 42 31,-8 26-15,-8 17-16,-18-8 16,1-9-16,8-34 15,-9-34 1,9-17-16,0-8 16</inkml:trace>
  <inkml:trace contextRef="#ctx0" brushRef="#br0" timeOffset="99176.65">30640 842 0,'0'0'16,"26"-9"-16,25 1 0,9 8 16,0 8-16,8 9 15,-8 0 1,-9 17-16,-8 17 16,-9 9-1,-17 8 1,-17-8-16,-17-1 15,-9-8-15,-8-8 16,-26-18 0,-8-8-16,17-25 15,8-1 1,26 1 0,9-1-16,8-8 15,34 0 1,43-8-16,33 8 15,18 0-15,1 17 16,-27 0 0,-34 0-1,-25 0-15,-9 0 16,-25 0 0</inkml:trace>
  <inkml:trace contextRef="#ctx0" brushRef="#br0" timeOffset="99525.37">29207 2619 0,'0'0'0,"17"9"0,59 16 16,70 18-16,58-18 15,18-16 1,0-9-16,9 0 15,8-17-15,-35-9 16,-33 9 0,-9 0-16,-25 0 15,-35 0 1,-68 9-16</inkml:trace>
  <inkml:trace contextRef="#ctx0" brushRef="#br0" timeOffset="99989.16">29505 3572 0,'0'0'0,"0"25"0,0 35 16,-8 16 0,-18 10-16,-25 7 15,-9 9 1,0-8-16,9-9 15,9-17 1,16-26-16,17-8 16,18-8-1,25 8-15,51-9 16,43 1 0,26-18-16,-26-8 15,-34-8 1,-9-9-16,-16 0 15,-10-17 1,-16-9-16,-26 18 16</inkml:trace>
  <inkml:trace contextRef="#ctx0" brushRef="#br0" timeOffset="100254.85">29881 3793 0,'-9'17'0,"-16"68"0,-18 102 16,0 17 0,18 0-16,-1-17 15,9-93 1,9-43-16,8-17 15,0-17-15,0-8 16</inkml:trace>
  <inkml:trace contextRef="#ctx0" brushRef="#br0" timeOffset="100622.25">30939 3351 0,'0'0'0,"-8"0"0,-1 17 16,-16 17-16,-1 17 15,-17 17-15,1 0 16,-1 0-16,9-17 16,17 0-1,8-9-15,9-16 16,0-9-1,17-8-15,9-9 32,34-17-32,-26 0 15</inkml:trace>
  <inkml:trace contextRef="#ctx0" brushRef="#br0" timeOffset="100780.7">30956 2934 0,'0'9'0,"9"42"0,51 178 16</inkml:trace>
  <inkml:trace contextRef="#ctx0" brushRef="#br0" timeOffset="115570.1">25784 4856 0,'0'0'0,"0"0"0,0 0 0,9 0 16,8 9-1,0-1-15,8 1 16,-8-1 0,-8 1-16,-1-9 0,1 0 15,0 0 1</inkml:trace>
  <inkml:trace contextRef="#ctx0" brushRef="#br0" timeOffset="115787.65">25306 5213 0,'0'0'0,"0"0"0,0 0 0,43 17 0,34 9 16,34 16 0,8-8-16,1-17 0,-1-17 31,-51-8-15,-42-1-16</inkml:trace>
  <inkml:trace contextRef="#ctx0" brushRef="#br0" timeOffset="116524.54">27022 4609 0,'-9'0'0,"-8"34"15,-26 51-15,-16 26 0,-1-17 16,9-9-1,17-17 1,16-26-16,1-16 16,9-1-1,8-16-15,0-1 16,0-8 0,8-17-16,27-25 15,33-35 1,0-8-16,9 17 15,-17 17-15,-18 17 16,-16 17 0,0 9-1,8 8-15,-9 17 16,9 17 0,-8 25-16,-17 18 15,-9 16 1,-9 1-16,0-9 15,9-26 1,0-25-16,0-17 16,0-8-1,0-9-15</inkml:trace>
  <inkml:trace contextRef="#ctx0" brushRef="#br0" timeOffset="116986.12">27474 4320 0,'0'0'0,"0"0"0,0 0 15,0 0-15,17 9 16,0 8 0,17 8-16,9-8 15,17 0 1,25 9-16,-8-1 16,-17-8-1,-26 0-15,-9 0 16,-8 0-16,-8-8 15,-1 8 1,-16 0-16,-18 0 16,1 0-1,8-9-15,0 1 16,17-1 0,8 1-1,60 16-15,35 1 16,42-1-16,34-16 15,128-18 1</inkml:trace>
  <inkml:trace contextRef="#ctx0" brushRef="#br0" timeOffset="117498.04">26595 5511 0,'0'0'0,"0"0"0,0 0 0,8 8 15,44 9 1,67 0-16,35-8 16,68-18-1,42-8-15,-42-8 16,0-1-1,-34 18-15,-17-9 16,-1 0 0,-8 8-16,129 1 15</inkml:trace>
  <inkml:trace contextRef="#ctx0" brushRef="#br0" timeOffset="118198.66">27423 5979 0,'0'0'0,"0"0"0,0 0 16,17 0-16,8 0 15,10 0 1,-1 17 0,8 0-1,-16 0-15,0 8 16,-1-8-1,-16 17-15,-9 9 16,-34 8 0,-18 8-1,-24-8-15,-1-25 16,34-18-16,9-16 0,17-1 16,0 1-1,0-18-15,8 9 31,9 9-31,17-1 0,17 1 16,1 8 0,7 0-16,9 17 31,1 17-15,-1 8-16,-8 1 15,-18-18-15,1 1 0,-9-18 31,0-8-15</inkml:trace>
  <inkml:trace contextRef="#ctx0" brushRef="#br0" timeOffset="118580.19">28293 5647 0,'0'0'0,"0"0"15,0 0-15,0 0 16,0 8 0,0 1-16,0-1 15,-8 1 1,-1 8-16,-16 9 15,-1 8-15,0 0 16,9 8 0,9 1-1,16 8-15,9-9 16,9-16 0,17-1-16,25-16 15,-34-9 1</inkml:trace>
  <inkml:trace contextRef="#ctx0" brushRef="#br0" timeOffset="118738.53">28396 5579 0,'0'0'0,"0"0"0,0 8 0</inkml:trace>
  <inkml:trace contextRef="#ctx0" brushRef="#br0" timeOffset="136136.6">28635 17825 0,'0'0'0,"0"0"0,0 0 16,0 0-16,0 0 16,-9 17-1,1 9-15,-18 33 16,0 35 0,1 0-16,8-26 15,0-26 1,8-16-16,9-1 15,0-16 1,-8 8-16,-1 8 16,1 9-1,8 9-15,0-1 16,17-25 0,25-8-16,27-26 15,16-9 1,34 1-16,18-9 15,0 0 1,-9 17-16,-35 0 16,1 17-1,-17 8-15,17 1 16,0-1 0,-26-16-16,-17-1 15,-8 1 1,-9-1-16,-8 1 15,-9-1 1,-9-8-16,10-25 16,-1-35-1,8-25 1,1 25-16,-1 9 16,-8 9-1,9-1-15,-17 9 0,-1 17 16,1 0-1,-9 17 1,0 0-16,-9 9 16,1-9-1,-18 0 1,-17 0-16,-16 0 0,-35 17 31,-26 8-31,-42 9 16,-43 9-1,-42 16-15,-26 9 16,59 9-16,35-1 16,42-16-16,95-26 31</inkml:trace>
  <inkml:trace contextRef="#ctx0" brushRef="#br0" timeOffset="146023.38">29906 17791 0,'0'-8'0,"-8"-1"0,-1 1 0,1-1 32,-1 1-32,9 8 15,-8 0-15,-1 8 16,-8 1-1,9 8-15,-9 0 16,8 17 0,-8 25-1,0 43-15,0 9 16,0-26-16,17-42 16,0 8-16,17 0 15,0-9 1,8-8-1,-7-8 1,-1-1-16,0-16 16,8-18-16,18-8 15,8 0 1,-8-8 0,8-9-16,0-43 15,0-25 1,-8 9-16,-17 16 15,-18 34 1,-8 9-16,0 9 16,-8-9-1,-1-9-15,-8 9 0,0 0 32,-9 0-32,1 0 15,-9 17 1,0 0-16,-1 17 15,-7 0 1,-1 17 0,-8 0-16,0 9 15,8 8-15,0 17 16,-8 0 0,17 0-16,17-9 15,0-8 1,0 9-16,17-9 15,0 9 1,17-1-16,0 1 16,0-9-1,9-9-15,-1-8 16,1 0 0,-1-8-1,-8-1-15,9 1 16,0-1-1,-1 1-15,1-9 16,0-9-16,-1 1 16,9-9-1,0-9 1,1-16-16,-10-9 16,1-9-16,-1 0 15,1 9 1,-9 0-1,-8 0-15,-1 0 16,1-8 0,-18 8-16,1 8 15,-1 9 1,-8 17-16,0 0 16,-9 17-1,-8 9-15,-17 16 16,-17 9-16,16-8 15,10 8 1,-1 8 0,9 9-16,8 0 15,18-8 1,8-18-16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0:58:15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13127 5545 0,'0'0'0,"0"8"0,-17 18 16,-43 42-1,-34 17 1,9 0-16,-26 17 16,-26 43-16,-8 25 15,26-26-15,8 18 16,25 17-1,44-1-15,59 52 32,51-1-32,60-59 15,51-25 1,77-9-16,9-51 16,8-68-16,9-51 15,-26-42 1,-17-9-1,-26-26-15,-8-51 16,-43-8 0,-17-42-16,-34-18 0,-60-25 15,-51-9 1,-68 52 0,-94 16-1,-120 35-15,-110 84 16,-69 119-16,0 86 15,94-17-15,17-35 32</inkml:trace>
  <inkml:trace contextRef="#ctx0" brushRef="#br0" timeOffset="1270.77">16524 7620 0,'0'0'0,"0"0"0,-9 9 0,1 8 15,-18 25 1,0 9-16,9 9 0,-8 16 16,-1 26-1,9 0-15,26-8 16,25 8-1,34 0-15,34-9 16,18-16 15,16-34-31,18-1 16,8-16-16,9-18 16,-9-16-1,26-18-15,-26 1 16,-25-18-1,-1 0-15,-16-16 16,-26 8-16,-35 0 31,-25-9-31,-17-8 16,-25 9-16,-35-18 16,-42 9-1,-52 0-15,-25 26 0,-43 16 16,-34 18-1,9 8-15,17 0 16,33-9 15,1 1-31,-120-1 16</inkml:trace>
  <inkml:trace contextRef="#ctx0" brushRef="#br0" timeOffset="2053.44">16694 4269 0,'-8'0'0,"-43"26"15,-18 8 1,-7 25-16,-10 26 15,-16 34-15,8 17 16,26 9 0,8 34-16,17-9 15,35 0 1,8 0 0,34 0-16,26 0 15,16-34-15,52 9 16,26-26-16,34-43 31,34-33-31,25-43 16,9-34-1,-17-26-15,-17-16 0,-17-9 32,-9-43-32,-25 1 0,-52-1 15,-42-8 1,-34-9-1,-43-8 1,-60-8-16,-68-9 16,-102 25-1,-78 34-15,-84 43 16,-61 17 0,10 43-16,50 8 15</inkml:trace>
  <inkml:trace contextRef="#ctx0" brushRef="#br0" timeOffset="6634.35">20825 4320 0,'0'0'0,"0"0"0,0 0 16,0 0-1,0 0-15,-8 0 16,-1 17 0,-8 0-16,0 0 15,0 17 1,-26 34-16,-42 26 16,-9-1-1,9-16-15,8-26 16,34-17-1,9-8-15,17-18 16,0 1 0,8-9-16,9 0 15</inkml:trace>
  <inkml:trace contextRef="#ctx0" brushRef="#br0" timeOffset="6885.65">20057 4745 0,'0'0'0,"-8"9"0,8 25 16,0 26-1,8 25-15,1 25 16,8-33 0,0-26-16,-9-34 15,61-26 1,135-59-1,78-59-15,25-86 16,-25-51 0</inkml:trace>
  <inkml:trace contextRef="#ctx0" brushRef="#br0" timeOffset="15535.58">15115 11464 0,'0'0'0,"0"0"0,-8 26 15,8 33-15,8 18 16,1-1 0,-1-8-1,1 9-15,0 42 16,-18 17-16,9-43 16,0-25-1,0-17-15,9-17 16,8 0-1,0 1 1,0-10-16,17 9 16,9 0-16,8 9 15,0-9 1,9-9 0,17 1-16,8-18 15,9 1 1,25-9-16,18-9 15,8-8-15,17 9 16,26-1 0,-9 1-1,26-9-15,17 8 16,0 1 0,8-9-16,1 0 15,8 17 1,-9 8-16,0 9 15,9 0-15,-17-8 16,-17-9 0,-17 0-1,-34 8-15,-26-8 16,-17 9 0,-26-1-16,-25-8 15,-18 0 1,-16 0-16,-18 0 15,1-8-15,0-18 16,-1-33 0,1-60-1,-18-60 1,1-42-16,-10-111 16</inkml:trace>
  <inkml:trace contextRef="#ctx0" brushRef="#br0" timeOffset="41295.62">21969 9780 0,'0'0'0,"0"0"0,0 0 0,0 0 15,-17 17 1,-9 9-16,-25 33 15,-60 18 1,-51 25 0,8 8-16,35-16 15,8-1-15,8 1 16,35-9 0,26-25-16,24-18 15,18 1 1,35 8-16,16 0 15,77-9 1,77 1-16,-43-26 16,9-17-1,16 0-15,-59 0 16,-42-9 0,-52 9-16</inkml:trace>
  <inkml:trace contextRef="#ctx0" brushRef="#br0" timeOffset="41526.58">20945 11353 0,'0'0'15,"17"0"-15,43 9 16,110 8-16,86 0 16,52 8-16,-44-25 15,52-34 1</inkml:trace>
  <inkml:trace contextRef="#ctx0" brushRef="#br0" timeOffset="43337.48">24043 10443 0,'0'0'0,"-9"17"0,1 26 16,-1 17-16,-16 42 16,-18 42-1,-8 9-15,0-17 16,8-42-1,26-43-15,0-26 16,17-8 0,25-8-1,18-52-15,60-84 16,33-35 0,9 1-16,-17-1 15,-17 26-15,-17 34 16,-9 34-1,-16 25-15,-10 26 16,-7 26 0,-10 42-16,1 51 15,-17 43 1,-43 25-16,-9 0 16,-8-26-1,17-50 1,0-43-16,17-26 15</inkml:trace>
  <inkml:trace contextRef="#ctx0" brushRef="#br0" timeOffset="43799.97">25571 9516 0,'0'9'0,"0"34"0,8 25 15,1 17-15,-9 0 0,0 17 31,-9-9-15,-25-16-16,-17-9 16,0-17-1,17-26-15,-1-16 16,18-1-16,0-8 16,17 0-1,0 0 1,0-8-16,34-1 0,9 9 15,17 9 1,34 8 0,8 8-16,26 9 15,-17 0 1,-68-25-16</inkml:trace>
  <inkml:trace contextRef="#ctx0" brushRef="#br0" timeOffset="44405">27039 10180 0,'0'0'0,"0"0"0,0 8 16,17 18-16,0 25 15,8 0 1,1-9-16,8 9 16,-8 9-1,-1-9-15,1-8 16,0-1 0,-18 9-16,-8 9 15,-17 16-15,-17 18 16,-43 16-1,-17 1 1,-25 8-16,16-17 0,27-9 16,24-7-1,10-10 1,25-8-16,17-8 16,25-9-1,26 0-15,43 0 16,17-9-1,0-16 1,-17-18-16,17 1 0,-17-9 31,-9-9-31,-42 9 16</inkml:trace>
  <inkml:trace contextRef="#ctx0" brushRef="#br0" timeOffset="44695.34">26834 10214 0,'0'0'0,"0"0"0,0 0 0,25 0 16,44 17-1,42 0-15,17 0 16,17 0 0,0 0-16,-51-9 15,-60-8 1</inkml:trace>
  <inkml:trace contextRef="#ctx0" brushRef="#br0" timeOffset="45233.06">26168 12425 0,'0'0'0,"-8"17"0,-9 26 15,-9 16 1,-17 26 0,9 9-16,0-9 15,17-9-15,17-8 16,8-8-16,10-9 16,7-17-1,9-17 1,-8-17-1</inkml:trace>
  <inkml:trace contextRef="#ctx0" brushRef="#br0" timeOffset="45435.87">26424 12085 0,'0'0'0,"0"0"16,0 0-16,0 8 16,0 9-16,0-8 15</inkml:trace>
  <inkml:trace contextRef="#ctx0" brushRef="#br0" timeOffset="45804.49">26842 12706 0,'0'0'15,"0"0"-15,0 0 0,17 0 16,1 0 0,-1 0-16,0 0 15,-9 0 1,1 0-16,8-9 16,0 9-1</inkml:trace>
  <inkml:trace contextRef="#ctx0" brushRef="#br0" timeOffset="46012.55">26663 12782 0,'0'0'0,"0"0"0,0 0 0,26 17 16,8 9-1,17-1-15,0 1 16,18-9 0,7 0-16,-33-9 15</inkml:trace>
  <inkml:trace contextRef="#ctx0" brushRef="#br0" timeOffset="46375.25">27909 12612 0,'0'0'0,"0"0"0,-8 0 15,-18 0-15,9 9 16,-9 8 0,1 0-16,-9 8 15,0 1 1,-1 8-16,10 0 16,8 0-16,0 0 15,0 8 1,0 1-1,8-9-15,9-17 16,0-9 0</inkml:trace>
  <inkml:trace contextRef="#ctx0" brushRef="#br0" timeOffset="47457.69">27798 12442 0,'0'0'0,"0"0"0,0 0 15,0 0 1,0 0-16,0 0 15,0 9 1,0-1-16,0 9 16,0 0-1,0 17-15,0 17 0,-8 26 16,-26 33 0,-18 26-1,1-17-15,0 0 16,8-25-1,9-43 1,17-17-16,9-8 0,-1-9 31,9-9-31,0-8 16,9-17-16,8-34 16,17-43-1,17-25-15,0-8 16,-8 25-1,-17 34 1,-1 17-16,-16 8 16,-1 9-1,1 9-15,-1 8 16,1 0 0,-9 0-16,0 8 15,0 1-15,0-1 16,0 9-1,0 0-15,-9 9 0,1 25 16,-18 68 15,-8 34-31,17-9 16,17-8 0,8-34-16,1-34 15,0-25 1</inkml:trace>
  <inkml:trace contextRef="#ctx0" brushRef="#br0" timeOffset="48668.39">26603 9270 0,'0'0'0,"0"0"0,0 0 16,0 0-16,0 0 15,0 0 1,0 0-16,0 0 15,0-9 1,0-16 0,17-9-16,9-9 15,17 1 1,25 8-16,9 0 16,0 17-1,0 17-15,-26 0 16,0 17-1,0 8-15,0 18 16,-8 25-16,0 17 16,-18 8-1,1-16 1,0-9-16,-9-17 16,17-8-16,8-18 15,18 1 1,8-18-1,1-8-15,16-8 16,-8-1 0,-17-8-16,-1-8 15,-7-9 1,-1-9-16,-9-8 16,-16 8-16,0-16 15,-9 8 1,-9 0-16,-16 17 15,-1 8 1,1 9 0,-18 0-16,0 9 15,-16-1-15,-27 18 16,-33 25 0,-9 17-16,-17 8 15,-8 1 1,-10-9-16,1-17 15,-17-9 1,26-25-16,8-17 16,8-17-1,69 17 1</inkml:trace>
  <inkml:trace contextRef="#ctx0" brushRef="#br0" timeOffset="49247.14">29685 9882 0,'0'0'0,"0"0"16,0 0-16,0 0 0,0 0 16,-9 17-1,-8 34 1,-26 43-16,-16 59 16,-1 0-16,17 0 15,9-8 1,8-26-16,9-9 15,17-59 1</inkml:trace>
  <inkml:trace contextRef="#ctx0" brushRef="#br0" timeOffset="49523.95">28771 11115 0,'0'0'0,"26"9"0,68 25 15,76 0-15,35-17 16,-8-9-1,-1-16-15,0-1 16,-8-8-16,-26 9 16,-51 16-1,-60 1 1</inkml:trace>
  <inkml:trace contextRef="#ctx0" brushRef="#br0" timeOffset="50180.72">29198 12170 0,'0'0'0,"0"0"15,0 0-15,17 0 16,9 17 0,8 8-16,-9 9 15,1 17 1,-9 9-16,-8 17 16,-9 16-16,-43 9 31,-25 9-31,-26-26 15,17-34-15,17-17 16,26-17 0,17-9-1,0-16-15,17-1 0,9-16 16,25-9 0,25-17-16,27 8 15,-18 18 1,0 16-1,9 18-15,0 8 16,-17 17 0,-9 17-1,-8-9-15,-9-16 16,0-1 0,-17-16-16</inkml:trace>
  <inkml:trace contextRef="#ctx0" brushRef="#br0" timeOffset="50493.26">30214 11813 0,'0'0'0,"-9"0"0,1 17 16,-9 8-16,-9 26 15,0 0 1,-16 17 0,8 9-16,16-18 15,10 1-15,8-18 16,17-8-1,17-8-15,26-1 16,-17-16 0</inkml:trace>
  <inkml:trace contextRef="#ctx0" brushRef="#br0" timeOffset="50684.62">30700 11379 0,'0'0'0,"0"0"0,0 8 16,0 18-16,0 0 0</inkml:trace>
  <inkml:trace contextRef="#ctx0" brushRef="#br0" timeOffset="53728.18">25537 11796 0,'0'0'16,"-9"8"-16,0 26 0,-16 77 16,-18 59-1,1 25-15,-18 44 16,0-27 0,9-50-16,25 16 15,18-33 1,16-51-16,9-26 15,0-17 1,18-9-16,33 1 16,60-26-1,60-17-15,42-34 16,35-17 0,-9 0-16,51-9 15,0 9 1,0 17-16,18 34 15,-27 25-15,52 18 16,-25 17 0,-44-9-1,-16 0-15,-26-9 16,-9 26 0,-25 9-16,-34-1 15,-43-16 1,-26-26-16,-42-9 15,-26-16-15,-8-1 16,-9-16 0,9-26-16,25-68 15,17-51 1,0-34-16,9-1 16,-9 18-1,9-17 1,34-110-16</inkml:trace>
  <inkml:trace contextRef="#ctx0" brushRef="#br0" timeOffset="54191.15">28780 14015 0,'-9'0'0,"-33"0"0,-78 34 0,-51 43 15,-33 50 1,-10 44-16,35 7 16,60 9-16,76-42 15,86-43 1,170-9-16,316-67 16,-102-35-16</inkml:trace>
  <inkml:trace contextRef="#ctx0" brushRef="#br0" timeOffset="65687.84">12589 14415 0,'0'0'0,"0"0"0,0 0 16,9 0-16,25 17 0,17 0 31,43 0-31,34-17 16,17-17-16,17-8 15,-17-9 1,-34 0-16,-60 17 16,-34 8-16</inkml:trace>
  <inkml:trace contextRef="#ctx0" brushRef="#br0" timeOffset="65914.81">12410 15172 0,'0'0'0,"8"0"0,26 0 0,52-9 16,76 9 0,17-8-16,-8-18 15,42-8 1,129-17-16</inkml:trace>
  <inkml:trace contextRef="#ctx0" brushRef="#br0" timeOffset="66397.42">15013 14177 0,'-17'0'0,"-51"34"0,-60 43 0,-9 25 16,-17 34-16,18 42 15,33 1 1,35-1-16,43-8 15,25-33 1,25-44-16,26-25 31,60-17-31,26-34 16,42-59 0,26-69-16,-26-16 15,-51 7-15,0-58 16,-34 16-1,-43 35 1,-34 25-16,-25-9 16,-35 18-1,-17 16-15,35 52 0</inkml:trace>
  <inkml:trace contextRef="#ctx0" brushRef="#br0" timeOffset="66660.27">14364 15010 0,'0'0'0,"17"-8"0,52-9 16,33-9-16,26 1 16,0-1-1,-8 9-15,-1 0 16,-25-8 0,-51 16-16</inkml:trace>
  <inkml:trace contextRef="#ctx0" brushRef="#br0" timeOffset="67047.21">16165 14100 0,'-8'0'0,"-18"26"0,-34 59 15,-34 85-15,1 51 16,33 17-1,43-17-15,17 1 16,17-44 0,8-59-16,27 17 15,33-25 1,34-52 0,-50-33-16</inkml:trace>
  <inkml:trace contextRef="#ctx0" brushRef="#br0" timeOffset="67538.23">17027 14611 0,'0'0'0,"0"0"0,-8 34 0,-26 42 31,-18 52-31,1 8 16,0-26 0,8-8-16,9-33 0,17-35 31,8-9-31,9-16 15,18-35 1,33-42-16,34-43 0,18-16 31,7-1-31,-24 35 16,-9 25 0,-9 25-16,-17 18 15,-8 25 1,-1 25-16,1 60 0,-9 51 31,-25 26-31,-18 16 16,1-33-1,-1-43 1,1-51-16,8-34 16</inkml:trace>
  <inkml:trace contextRef="#ctx0" brushRef="#br0" timeOffset="68006.28">18162 14049 0,'0'0'0,"9"9"0,8 8 0,17 0 16,-8 8-16,-1 9 16,-16 9-1,-9 33 1,-34 18-1,-26-9-15,-8-17 16,16-25 0,1-18-16,17-16 15,17-1 1,0-8-16,17 0 0,0 0 16,0 0-1,34 9-15,43 8 31,25 8-31,9 1 0,-8-9 16,-1-9 0,-51-8-1</inkml:trace>
  <inkml:trace contextRef="#ctx0" brushRef="#br0" timeOffset="68248.23">19451 13837 0,'9'25'0,"50"94"0,18 153 16,-43 111-1,-93 144 1,-138 103 0,35-239-16</inkml:trace>
  <inkml:trace contextRef="#ctx0" brushRef="#br0" timeOffset="74914.28">24205 8198 0,'0'0'0,"0"0"0,0 17 15,-8 51-15,-1 43 16,-8 33-1,-9 52 1,-8 17-16,0 50 16,-26 35-1,1 25-15,-18 34 16,-9 18-16,1 58 31,8 35-31,18-26 16,7-76-1,18-9 1,9 17-16,-10-59 16,1 17-16,17-52 0,0-42 15,17-8 1,0-77 0,26 9-1,8-26-15,17-43 0,9-33 16,8-18-16,52 1 15,59-9 1,51-17 0,52-9-1,42-8-15,35 0 16,25 0-16,25-8 31,18-1-31,51 1 0,9 8 31,-61 8-31,18 1 16,-17 8 0,-17 25-16,-9 27 0,-60 24 31,1 18-31,-52-18 16,-68-33-1,-43-9-15,-25-9 16,-9-8-1,-51-17-15,-18-8 16,-16-18-16,-9-8 0,18-76 31,7-111-15,-24-94-16,7-51 16,27-42-1,-9-26-15,-18-8 16,10-17-1,16 0-15,-8-35 16,-9 18 0,9 34-16,8-17 15,1 34 1,-1 59-16,-8 51 16,-18 52-1,-16 58-15,-26 52 16,-8 60-1,-9 25-15,-9 17 16,-34 0 0,-59 17-16,-86-9 15,-51 1 1,-68 8-16,-68-9 16,-10 1-1,-24-1-15,-52-25 16,-51-42-1,-34-18-15,-60-17 16,-94-8 0,-77 0-16,-42 17 15,-60 34 1,-69 77-16,470 42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1:00:13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8202 7603 0,'0'0'0,"0"0"16,0 0-16,-8 0 0,-10 17 15,-33 60 1,-26 76 0,-42 51-1,8 8-15,60-42 0,17-8 0,17 42 31,0-8-15,17-35 0,-9 43-16,9-42 15,0-60-15,9-25 16,8 16 0,42-8-16,18-17 15,43-17 1,16-42-1,86-52-15,26-33 16,8 8 0,0-9-16,-17-33 15,8-18 1,-8 9-16,26 8 16,-52 18-16,-42-18 15,0-8 1,-52 26-16,-51-1 15,-16-8 1,-18-26-16,-34 1 16,-60-18-1,-94-16 1,-51-1-16,-76 35 16,-78 16-1,-59 35-15,-34 84 16,-18 52-16,-16 33 15,-18 77-15,-8 77 32,43 25-32,136-42 15</inkml:trace>
  <inkml:trace contextRef="#ctx0" brushRef="#br0" timeOffset="2827.81">5642 9916 0,'0'0'16,"-9"0"-16,1 0 0,-18 0 0,-25 17 16,-35 26-16,-25 25 15,-17 42 1,-8 52 0,8 42-16,25 60 15,27 42 1,33 77-16,26-60 15,42-68 1,35-51-16,43-94 16,59-16-16,51-43 15,60-59 1,35-60-16,24-94 16,-16-51-1,-17-42 1,-17-17-16,-86 51 15,-43 17 1,-50 8-16,-35 9 16,-51 9-1,-42 16-15,-69 9 16,-120 25-16,-238 69 16,-222 186-1,-111 222-15,383-128 16</inkml:trace>
  <inkml:trace contextRef="#ctx0" brushRef="#br0" timeOffset="14882.08">24197 6540 0,'0'0'0,"0"0"0,17 17 15,0 0 1,8 17-16,1-9 16,0 1-1,-9 8-15,-9 9 16,1 8 0,-9 17-1,-9 0 1,9-9-16,0-16 15,0-1 1,0-16-16,0-1 0,9 1 16,8-9-1,17-9 1,43 9 0,34-8-16,25-9 15,1 0-15,-1 0 16,18 8-1,-26 9-15,-17 0 16,-17 9 0,8-1-1,-16 1-15,-10-1 16,1 1 0,-9-18-16,-16 1 15,-27-1 1,1-16-16,0-9 15,-9-17-15,17-43 16,-9-33-16,-8-26 16,9-136-1</inkml:trace>
  <inkml:trace contextRef="#ctx0" brushRef="#br0" timeOffset="33854.28">23992 11022 0,'0'0'0,"0"17"0,0 25 0,0 1 16,-9 8-16,1 17 16,-18 8-1,0-8-15,1 1 16,8-18 0,0-17-1,8-9-15,9-8 16,0 0-1,0 0-15,26 0 16,16-8 0,10-1-16,7-16 15,10-18-15,-1 1 16,0-1 0,35-8-16,16 0 15,1 0 1,-1 17-1,18 9-15,16 8 16,-16 17-16,17 17 16,25 17-1,-9 8-15,-7-8 16,-10-8 0,-42-1-1,-25-8-15,-18-8 16,-17-18-1,-25 1-15,-9-1 0,-9-8 32,1 0-32,8-8 15,8-9-15,10-34 16,-1-34 0,0-26-1,-9-25-15,1 0 16,0-9-1,8-135-15</inkml:trace>
  <inkml:trace contextRef="#ctx0" brushRef="#br0" timeOffset="44987.09">28404 17825 0,'0'0'0,"0"0"15,0 0-15,-8 0 16,-1 0-16,1-8 16,-9-1-1,0 1-15,-9-1 16,0-16-1,-25-35-15,0-42 16,0 0-16,17 17 16,8-34-1,9-60 1,17 26 0,0 26-16,17-52 15,0 9 1,9 34-16,8-17 15,0 8-15,-8 18 0,-1 42 32,-8 17-17,-8 8-15,8 9 16,0 0 0,17 0-16,17 0 15,-8 0 1,-9 17-16,-8 17 15,-1 0 1,-8 9-16,-8 8 16</inkml:trace>
  <inkml:trace contextRef="#ctx0" brushRef="#br0" timeOffset="45332.13">28174 15606 0,'0'0'0,"0"0"0,0 0 0,0 0 15,0 0 1,0 0 0,8 0-16,9-9 15,9 1-15,8-9 16,9-9-1,8 1-15,-8 8 16,-9 0 0,0 8-1,-8 9-15,-1 17 16,1 9 0,-1 16-16,1 9 15,8 0 1,9 9-16,-18-35 15</inkml:trace>
  <inkml:trace contextRef="#ctx0" brushRef="#br0" timeOffset="46482.9">30504 16771 0,'0'0'0,"0"0"0,0 0 15,-9 17-15,1 17 16,-18 8 0,-8 26-16,0 0 15,17-25 1,0-9-16,8-9 16,9-8-1,0 0-15,17 1 16,-8-10-1,8 1-15,26 8 16,16 0 0,44-9-16,25-25 15,0-17 1,0-9-16,8-8 16,-16 9-16,-26 16 15,-43 9 1,-8 17-1,-18 0-15,1 0 16,-18 0 0,1 0-16,-1 0 15,-8 0 1,0 0-16,0 0 16,0 0-1,0-8-15,18-26 16,-1-17-1,17-17-15,17-26 16,-17 43-16</inkml:trace>
  <inkml:trace contextRef="#ctx0" brushRef="#br0" timeOffset="195188.19">31554 13182 0,'0'0'0,"0"0"0,0 0 0,0 0 16,0 0 0,17 0-1,0 25-15,0 18 16,0 33-16,-26 27 0,-50 33 15,-35 25 17,-9 9-32,1 0 15,8 0-15,26-16 16,17-44 0,25-42-16,9-25 0,17-35 31,-9-8-16,1-17-15,-18-59 16,-8-35 0,17 9-16,9 34 15,-1 34 1,9 17-16,0 0 16,0 17-1,0 0-15,-17 25 16,-9 52-1,-8 34 1,9-18-16,-1 9 16,0-8-16,18-26 15,33-26 1,95-16-16,136-52 16,60-50-1,34-43-15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1:01:07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15994 7526 0,'0'0'0,"-8"0"0,-18 0 0,-59 26 16,-145 25-1,-1 0 1,-42 9-16,-17 16 16,25 18-16,9 8 15,43 8 1,-1 26-16,52 26 16,17 16-1,34 1 1,51-9-16,35-68 0,25-34 15,8-8 1,9-1 0,26-8-1,8 0-15,-17-8 16,1-18-16,33-8 16,86-42-1,161-60 1</inkml:trace>
  <inkml:trace contextRef="#ctx0" brushRef="#br0" timeOffset="411.95">14134 8760 0,'0'0'0,"0"0"16,0 0-16,0 0 16,0 25-1,17 9-15,-9 9 16,10-9 0,7 17-16,26 8 15,35 1 1,-9-18-16,-9-16 15,-17-1 1,-25-16-16,-1-1 16,-16 1-1,-9-1-15,-60 26 16,-59 26-16,-95 16 16,-25 1-1,-42-18-15,-86 27 16</inkml:trace>
  <inkml:trace contextRef="#ctx0" brushRef="#br0" timeOffset="8617.04">16336 9780 0,'0'0'0,"0"0"0,0 0 0,0 0 16,0 0-16,-9 0 16,1 17-1,-9 43-15,0 33 16,0 1 0,0-26-1,-1-17 1,10-26-16,8 1 15,0-9-15,0 0 16,17 0-16,9-9 16,25 1-1,26-1 1,8 1-16,9-9 16,17 0-1,0-17-15,8 8 0,26-8 16,26-8-1,8-1-15,35 9 16,-27 0 15,-16 17-31,43 0 16,-27 0-16,-33 9 16,0-1-1,-26 1-15,-35-1 0,-33-8 31,0 0-15,-9 9-16,-25-9 16,-9 0-16,-9 0 15,1-9 1,-1-42-16,1-68 16,-18-161-1</inkml:trace>
  <inkml:trace contextRef="#ctx0" brushRef="#br0" timeOffset="12158.62">14339 12884 0,'0'0'0,"0"0"0,0 26 16,-9 16-16,1 43 16,-1 26-1,1 16 1,-1-7-16,-8-1 15,8 17-15,9-34 16,18-17-16,7-26 16,9-16-1,17-9-15,18-9 16,33-8 0,26-25-1,26-9-15,17-26 16,16-8-1,35 0-15,-43 9 16,1 8-16,50 25 16,-42 26-1,-17 0-15,33 0 16,-50 9 0,-17 8-1,-1 8-15,-8-16 16,-25-1-16,-35 1 15,-25-9-15,-9-9 32,-9 1-32,-16-1 15,-1-8-15,1-8 16,8-9 0,0-51-16,0-51 15,17-26-15,-8-33 16,-1 7-1,1 27 1,0 16-16,-9 9 16,-9 34-1,1 26 1,-9 25 0,0 8-16,0 9 15,-9 0-15,1 0 16,-26 9-1,-35 8 1,-33 8-16,-60 35 16,-52 8-16,-59 17 15,-85 17 1,-43-17 0,-26-34-16,-51-17 15,-26-34-15,95-9 16</inkml:trace>
  <inkml:trace contextRef="#ctx0" brushRef="#br0" timeOffset="17173.84">14211 13913 0,'0'0'0,"0"0"0,0 0 15,0 0-15,-9 0 0,-8 0 32,-17 17-32,-34 0 15,-26 26-15,-17 16 16,25 18-1,-16 33 1,-26 27-16,9-27 16,-1 1-1,35 8-15,25 8 16,0-8 0,9-17-16,8 0 15,18-8 1,25-17-16,17-1 15,8-25 1,18 0 0,25-8-16,52-1 15,8-8 1,-43-25-16,-34-1 16,9 1-1,0-1-15,0-8 16,-1 9-1,-33-9-15</inkml:trace>
  <inkml:trace contextRef="#ctx0" brushRef="#br0" timeOffset="17495.75">13682 15257 0,'0'0'0,"0"0"0,0 0 0,0 9 15,25 8-15,18 8 16,17 1 0,16-1-1,10 1-15,-18-1 16,-25-8-1,8 17-15,0-8 16,-8-1 0,-18 1-16,-8-9 15,-25 25-15,-43 52 16,-111 67 0,-18 1-16,112-94 15</inkml:trace>
  <inkml:trace contextRef="#ctx0" brushRef="#br0" timeOffset="30680.9">15602 16218 0,'0'0'0,"0"0"0,0 0 0,0 0 15,0 0 1,0 9-16,8 8 16,1 17-16,-9 17 15,8-9 16,-8-8-31,9 0 16,8-8-16,9-1 0,8 1 31,17-1-31,0 1 0,0-1 32,9-16-17,8-1-15,18 1 16,8-18-16,-9 1 0,-17-1 15,9 1 1,-17 8-16,-17 0 16,-9 0 15,-9 0-31,1 0 16,0 0-1,-9 0-15,8-9 16,-8 1-1,0-1-15,0-25 16,0-25 0,1 25-16</inkml:trace>
  <inkml:trace contextRef="#ctx0" brushRef="#br0" timeOffset="76348.64">11710 15682 0,'0'0'0,"0"0"0,-9-8 0,-16-1 16,-9 1-16,-18-1 15,-41 1 1,-1 8-16,-9 8 16,-16 43-1,-9 34-15,8 34 16,43 0-1,35-8-15,25 8 16,34-8 0,34-35-16,34-25 15,86-51 1,17-51-16,-9-42 16,34-9-1,-42-18-15,-34-33 16,-9 26-1,-51 33-15,-18-16 16,-25-1 0,-34 18-16,-42 8 15,-1 34 1</inkml:trace>
  <inkml:trace contextRef="#ctx0" brushRef="#br0" timeOffset="76828.63">11044 15810 0,'0'0'0,"0"0"0,0 0 16,0 8 0,26 43-16,25 26 15,60-1 1,51-25-1,86-42-15,25-43 16,26-60 0,59-33-16</inkml:trace>
  <inkml:trace contextRef="#ctx0" brushRef="#br0" timeOffset="77162.71">12743 15444 0,'-9'0'0,"-8"17"0,-43 85 15,-51 145 1,26 42-16,59-17 16,61-17-1,41-34 1,78-17-16,42-76 15,137-60-15,68-17 16</inkml:trace>
  <inkml:trace contextRef="#ctx0" brushRef="#br0" timeOffset="77524.53">20817 14500 0,'0'0'0,"25"60"0,52 144 16,-34 221-16,-180 281 16,-255 212-1,127-424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1:05:13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25895 2704 0,'0'0'0,"0"0"0,0 0 15,-9 0 1,-8 9-16,-25 16 0,-27 9 15,-7 0 1,-27 9 0,-25 8-1,0 9-15,34-18 16,26 1 0,8 8-16,1 0 15,7-9 1,18 1-16,17-1 15,26 1 1,8 8-16,51 17 16,51 8-1,35 1-15,-43-35 16,-26 1-16,18 8 16,-35 0-1,-25 0 1,-26 0-16,-34 26 15,-69 16 1,-50 18-16,-26-35 16,0-25-1,8-25-15,34-26 16,18-51 0,42 17-16</inkml:trace>
  <inkml:trace contextRef="#ctx0" brushRef="#br0" timeOffset="591.72">26595 3478 0,'0'0'0,"-17"9"0,-26 16 0,0 9 31,-25 17-31,-9 0 16,1 9-1,24 16-15,18-7 16,9-10-16,8-8 0,17-8 16,0-9 15,0-26-31,17 1 15,25-35-15,1-16 16,8-26 0,-8-17-1,-9 25-15,-8 17 16,-9 26 0,0 9-16,0 8 15,0 25 1,-9 43-16,-8 60 15,-17 34 1,0-52-16,17-59 16,9-25-1,-1-9-15</inkml:trace>
  <inkml:trace contextRef="#ctx0" brushRef="#br0" timeOffset="1490.58">27218 3461 0,'0'0'0,"26"9"0,42 8 15,43 8 1,0-8-16,-43-8 16,43-18-16,43-8 31,-1 0-31,-84 9 16</inkml:trace>
  <inkml:trace contextRef="#ctx0" brushRef="#br0" timeOffset="1964.09">29190 2449 0,'0'0'0,"0"0"0,-18 0 15,-16 17-15,-34 9 16,-17 8-16,-9 17 15,0 25 1,17 1 0,34-1-16,26 10 15,34-1 1,26 8-16,25-8 16,43 0-1,9 9-15,-9-18 16,-34-8-16,-26 0 15,-17-8 1,-26 8-16,-42 17 16,-68 17-1,-43-17-15,77-51 16</inkml:trace>
  <inkml:trace contextRef="#ctx0" brushRef="#br0" timeOffset="3011.87">29838 2994 0,'0'0'16,"0"0"-16,9 8 0,16 9 16,35 0-16,17 9 15,8-1 1,1 1 0,-10-1-16,-24 1 15,-18-18 1,-9 9-16,-16-8 15</inkml:trace>
  <inkml:trace contextRef="#ctx0" brushRef="#br0" timeOffset="3286.83">29898 3801 0,'0'0'0,"26"0"0,50 9 15,69 0 1,-25-1-16,-9-8 15,25 9-15,146 25 16</inkml:trace>
  <inkml:trace contextRef="#ctx0" brushRef="#br0" timeOffset="4204.74">31221 3206 0,'0'0'16,"0"0"-16,0 0 0,0 0 16,0 0-1,-9 0-15,-16 26 16,-18 16 0,-8 1-16,17 8 15,0 0 1,8 17-16,9-9 15,17 1-15,0-18 16,8-16-16,9-1 16,26-8-1,42-25 1,26-35 0,-8-33-16,-35-1 0,-8-25 31,-17 9-31,-18 25 15,-16 25 1,-1 9-16,1 17 16,-1 0-1,-8 17-15,0 0 16,-8 9 0,-1 33-16,-16 52 15,-27 50 1,1 35-16,9-60 15,16 0-15,9 9 16,0-18 0,17-16-1,17-26-15,-9-43 16</inkml:trace>
  <inkml:trace contextRef="#ctx0" brushRef="#br0" timeOffset="4647.77">31946 2143 0,'0'0'0,"-8"9"0,-18 42 16,-17 34-1,-8 8-15,-8 9 16,7-8-16,1-9 15,17-17 1,17-9 0,17-8-16,26 9 15,16-17 1,44-9-16,16-17 16,-34-17-1,-8-9-15,17 1 16,-26-18-1,-34 18-15</inkml:trace>
  <inkml:trace contextRef="#ctx0" brushRef="#br0" timeOffset="4992.14">32697 2271 0,'0'0'0,"-8"17"0,-1 25 15,-25 43-15,-26 51 0,-16-17 16,-1-25 0,-9 0-1,10-26 1,33-34-16,17-26 16,18-8-16</inkml:trace>
  <inkml:trace contextRef="#ctx0" brushRef="#br0" timeOffset="5187.13">32322 2483 0,'0'0'0,"0"26"0,17 25 0,26 17 16,8 0-1,0-26-15,-17-16 16,0-18 0,9-16-16,-17 8 15</inkml:trace>
  <inkml:trace contextRef="#ctx0" brushRef="#br0" timeOffset="5408.17">33133 2322 0,'-9'8'0,"-16"43"0,-35 60 16,-9 16-1,10-16-15,8-9 16,8-25-16,17-26 15,18-17 1</inkml:trace>
  <inkml:trace contextRef="#ctx0" brushRef="#br0" timeOffset="5751.04">32860 3691 0,'0'0'16,"0"0"-16,0 0 0,8 0 0,18 0 16,33-9-1,1 1-15,-9-1 16,26-8 0,0-8-1,8-9-15,129-68 0</inkml:trace>
  <inkml:trace contextRef="#ctx0" brushRef="#br0" timeOffset="5950.46">33448 3274 0,'0'9'0,"9"42"0,8 59 0,9 9 0,-18 0 0,-16 0 0,-9 60 0,17-179 0</inkml:trace>
  <inkml:trace contextRef="#ctx0" brushRef="#br0" timeOffset="9316.77">24803 5562 0,'-9'0'0,"-34"17"0,-25 8 0,17 9 16,-43 9-16,-34 8 15,-9 9 1,26-26-16,52-9 16,25 1-16,-1-1 15,18-8 1,9 0-1,8-8-15,34 16 16,43 9 0,17 9-16,-9 8 15,-25 0-15,-18 8 16,-16 18 0,-35 8-16,-33 8 15,-61 43 1,-8-16-1,35-44-15,7-16 16,-16-9 0,42-34-16</inkml:trace>
  <inkml:trace contextRef="#ctx0" brushRef="#br0" timeOffset="9665.12">25511 5392 0,'0'0'0,"0"0"0,0 0 31,-9 0-31,-16 8 0,-35 35 31,-51 33-31,-51 60 16,-9 52-1,-8 7-15,42 1 16,69-35 0,34 1-16,17 34 15,51-52 1,60-50-16,43-18 0,-78-42 15</inkml:trace>
  <inkml:trace contextRef="#ctx0" brushRef="#br0" timeOffset="10235.2">25810 6344 0,'0'0'16,"-9"0"-16,-8 0 0,-17 0 15,-17 9 1,-35 8-16,-25 17 16,18 8-16,7 9 15,18 0 1,25 9-16,35 0 16,16-9-1,26-17 1,52-17-16,8-26 15,42-50 1,9-1-16,-25-8 16,-18 8-1,-51 9-15,-16 26 16,-18 8-16,-9 8 16,1 9-1,-18 9 1,-25 42-16,-17 34 15,-9 43 1,0-18-16,26-42 16,17-8-16,9-26 15,16-9 1,1-16 0</inkml:trace>
  <inkml:trace contextRef="#ctx0" brushRef="#br0" timeOffset="10427.61">26219 6676 0,'0'0'0,"0"0"0,9 0 16,25 9 0,34 8-16,18 0 15,-18-9 1,-17 1-16,34-18 15,44-8 1,-61 0-16</inkml:trace>
  <inkml:trace contextRef="#ctx0" brushRef="#br0" timeOffset="10686.19">27696 6072 0,'0'0'0,"0"26"0,-17 50 0,-17 52 15,0-26 1,-18 0-16,1 42 15,8-16 1,9-26-16,17-42 16,9-35-1</inkml:trace>
  <inkml:trace contextRef="#ctx0" brushRef="#br0" timeOffset="10989.8">28549 5596 0,'0'0'15,"9"34"-15,8 60 0,-8 67 16,-35 52 0,-51 16-16,-17 9 15,-8 9-15,-69-68 16,17-43 0,69-17-16,60-60 15</inkml:trace>
  <inkml:trace contextRef="#ctx0" brushRef="#br0" timeOffset="11395.59">29164 6123 0,'0'0'0,"26"17"0,16 9 0,-8 8 15,18 8 1,24 18-16,10-18 16,-1-8-1,9-8-15,-26-18 16,-25-8-1,-26 0-15</inkml:trace>
  <inkml:trace contextRef="#ctx0" brushRef="#br0" timeOffset="11626.12">28840 6778 0,'0'0'0,"0"0"0,0 9 0,25 16 16,26 1-1,43-18 1,26-16-16,-9-18 16,51-16-16,26-9 15,110-35 1</inkml:trace>
  <inkml:trace contextRef="#ctx0" brushRef="#br0" timeOffset="12210.13">30470 6251 0,'0'0'0,"-9"8"0,-16 18 0,-44 25 15,-7 17 1,-18 8-1,0 9-15,43-8 16,25-17 0,17-1-16,26-8 15,35-17 1,42-25-16,-1-35 0,10-50 16,16-18-1,-16 0 1,-9-25-1,-26 17-15,-17 34 16,-25 26 0,-18 25-16,1 0 15,-1 0 1,-8 17-16,-8 8 16,-9 26-16,-17 51 15,-9 17 1,-25 43-16,-1 25 15,18-42 1,9-35 0,24-33-16,10-18 15,8-16 1,0-18-16</inkml:trace>
  <inkml:trace contextRef="#ctx0" brushRef="#br0" timeOffset="12638.83">31212 5103 0,'0'0'0,"-8"8"16,-18 26-16,-8 17 16,0 9-1,0-1-15,8 1 16,9-1-16,9-8 31,-1 0-31,9 0 16,0-8-16,9 8 15,33-8-15,35-18 16,34-16 0,-9-18-1,-33-16 1,16-10-16,-42 10 0</inkml:trace>
  <inkml:trace contextRef="#ctx0" brushRef="#br0" timeOffset="12937.97">32091 5137 0,'0'0'0,"0"0"0,-8 34 16,-9 42-1,-26 18 1,-8-18-16,-9 9 15,0-8 1,1-9-16,7-17 16,35-34-16</inkml:trace>
  <inkml:trace contextRef="#ctx0" brushRef="#br0" timeOffset="13158.34">31827 5222 0,'0'0'0,"8"8"16,26 18-16,18-1 15,-10 1-15,-7-9 16,-1 0-1,0 0 1,-17-9-16</inkml:trace>
  <inkml:trace contextRef="#ctx0" brushRef="#br0" timeOffset="13413.38">32680 5290 0,'0'0'0,"-8"42"0,-1 35 15,-8-1 1,9 1-16,-1-9 15,1 8 1,-1-41-16</inkml:trace>
  <inkml:trace contextRef="#ctx0" brushRef="#br0" timeOffset="13799.28">32603 6710 0,'0'0'0,"0"0"0,0 0 16,0 0-1,35 0 1,24 9-16,10-1 15,7-16 1,10-1 0,-44 1-16</inkml:trace>
  <inkml:trace contextRef="#ctx0" brushRef="#br0" timeOffset="14060.16">33474 6123 0,'0'9'0,"-8"50"0,-10 52 0,-7 33 0,-18 18 0,-17-9 0,9-34 0,43-76 15</inkml:trace>
  <inkml:trace contextRef="#ctx0" brushRef="#br0" timeOffset="15716.57">26211 8198 0,'-9'0'0,"-8"0"0,-34 17 16,-43 17 0,-17 9-1,0 8-15,26 8 16,34 9-1,17-8-15,16-9 16,1-8 0,17-9-16,35 8 15,24 9 1,27 0-16,16 17 16,-25-8-1,-26-9-15,-25 17 16,-1 0-1,-8 8-15,-8 1 16,-1-18 0,-8-16-1,0-9-15,0-17 16,0-9-16,0-8 16</inkml:trace>
  <inkml:trace contextRef="#ctx0" brushRef="#br0" timeOffset="15974.44">27474 8521 0,'0'0'0,"9"9"0,25 16 0,25 10 16,-7-1 0,-1-9-16,0 1 15,9-9 1,-18-9 0,-16 1-16</inkml:trace>
  <inkml:trace contextRef="#ctx0" brushRef="#br0" timeOffset="16161.32">27218 9108 0,'0'0'0,"8"0"0,52 17 15,85 0-15,35-25 16,33-35-1,0-16 1,52-69-16</inkml:trace>
  <inkml:trace contextRef="#ctx0" brushRef="#br0" timeOffset="16786.3">29087 8139 0,'-8'0'0,"-18"8"0,-34 26 0,0 0 0,1 9 31,-10 8-31,10 8 0,16 9 15,17-8 1,35-9-16,8-8 16,17-18-16,43-16 31,60-18-15,25-51-16,-43-8 15,-25 0-15,-9 0 0,-16 17 16,-35 9 15,-9 25-31,-16 0 16,0 8-1,-9 9-15,-9 26 16,-8 33 0,-17 35-16,0 8 15,8-17 1,9-25-16,8-9 15,9-34 1,9-9-16</inkml:trace>
  <inkml:trace contextRef="#ctx0" brushRef="#br0" timeOffset="17213.99">29906 7305 0,'0'0'0,"-8"9"0,-1 16 16,-16 26-1,-1 9 1,-8-1-16,8-16 16,1-1-1,8 1-15,0-9 16,0 0 0,17-8-16,0-1 15,17 1 1,17-1-16,8 1 15,27-1 1,16 1-16,9-18 16,-9 1-16,1-1 15,-18-16 1,-42 8 0</inkml:trace>
  <inkml:trace contextRef="#ctx0" brushRef="#br0" timeOffset="17505">30982 7322 0,'0'0'0,"0"0"0,-9 17 16,-8 26 0,-8 16-16,-9 18 15,-9-9 1,-8 0 0,-1-8-16,18-18 15,9-16 1,8-9-16</inkml:trace>
  <inkml:trace contextRef="#ctx0" brushRef="#br0" timeOffset="17742.23">30598 7518 0,'0'0'0,"8"0"0,18 17 0,25 8 31,26 18-15,0-17-16,-9-9 0,17-9 15,9-16-15,9 8 32,-44 0-32</inkml:trace>
  <inkml:trace contextRef="#ctx0" brushRef="#br0" timeOffset="17895.71">31776 7560 0,'-9'9'0,"1"25"0,-27 51 16,1 0-16,17-17 15,-8-17 1,16-25-16</inkml:trace>
  <inkml:trace contextRef="#ctx0" brushRef="#br0" timeOffset="18313.82">31588 8615 0,'0'0'0,"0"0"16,0 0-16,17 0 16,26 17-1,16 0-15,27 17 16,-1-17-1,-8-8-15,34-9 16,-51 0 0</inkml:trace>
  <inkml:trace contextRef="#ctx0" brushRef="#br0" timeOffset="18562.68">32791 8037 0,'0'0'0,"0"8"0,-17 35 31,-17 50-31,0 18 16,-9 25-16,-8-17 15,-9 0-15,1 26 16,-10-1 0,35-76-1</inkml:trace>
  <inkml:trace contextRef="#ctx0" brushRef="#br0" timeOffset="19097.49">28933 9185 0,'0'0'0,"0"0"0,0 0 16,18 0-16,33 17 16,68 8-1,60 1 1,43-9-16,51-9 16,18 9-1,16-8-15,9-1 16,25 18-1,1 8 1,-18 0-16,-8 0 16,-52-9-16,-50 1 15,-35-9 1,0-9-16,128-8 16</inkml:trace>
  <inkml:trace contextRef="#ctx0" brushRef="#br0" timeOffset="19909.49">29830 9780 0,'0'0'0,"0"0"0,0 0 15,0 0 1,0 0-16,0 0 16,0 0-1,0 0 1,0 0-16,0 0 15,-9 0-15,-8 9 16,-26 16-16,-16 9 16,-27 17-1,-8 9 1,9 16 0,8 1-16,26-18 0,25-16 31,18-18-31,16 1 15,27-18 1,41-8-16,69-42 16,1-35-1,-27-16-15,-17-9 16,-25 17 0,-43 42-16,-8 9 15,-9 17 1,-8 0-16,-1 17 15,-16 9 1,-18 42-16,-34 59 16,-8 52-16,0 16 15,8 9 1,26-50 0,25-52-16,18-34 15,8-17 1,8-9-16,27-16 15,33-1 1,-25-8-16</inkml:trace>
  <inkml:trace contextRef="#ctx0" brushRef="#br0" timeOffset="20152.73">30470 10324 0,'0'0'0,"0"0"0,0 0 15,0 0 1,0 0-16,0 0 16,0 0-16,25 0 15,18 9 1,25-1 0,26 1-16,0-18 15,-9 1 1,18-18-16,59 1 15,162-18 1</inkml:trace>
  <inkml:trace contextRef="#ctx0" brushRef="#br0" timeOffset="20327.38">32015 9755 0,'0'0'0,"0"42"0,-26 111 0,-17 68 16,9 34-1,26-50-15,8-146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1:07:05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4762 7637 0,'0'0'0</inkml:trace>
  <inkml:trace contextRef="#ctx0" brushRef="#br0" timeOffset="1017.26">4541 7543 0,'0'0'0,"0"0"0,0 0 16,0 0-16,0 0 15,0 0 1,8 9 0,1-1-16,-1 9 15,1 9 1,-9 25-16,-9 26 16,-8 8-1,-17 0-15,-9 17 16,1-26-1,16-33-15,9-1 16,0-16 0,8-1-16,1 1 15,8-1-15,0 1 16,0-9 0,0 0-16,0-9 15,0 9 1,17 0-16,8 0 15,10 9 1,16-18 0,9-16-16,8-1 0,9-16 31,8-1-31,0 1 16,18-9-16,-1 17 15,-8 0-15,9 17 16,25 0-1,17 0-15,0 8 16,17-16 0,17 8-16,-8-9 31,0 1-31,8-9 16,-9 0-16,10 0 15,25-9 1,-1 9-16,10 0 15,-1 9 1,18-1 0,-1 9-16,-8 0 0,17 0 31,-9-8-31,18-1 16,-1-8-1,9 9-15,26-9 16,0 17-16,8 0 0,-8 8 31,-1 9-15,1 0-16,-9 9 15,0-1 1,-25 9-16,-18 9 0,-8-9 16,-17 8-16,-17-8 31,-9 9-31,-43-1 15,-33-16 1,-18-1 0,-34-16-16,-25-1 15,-9 1-15,-8-1 0,8-25 16,8-34 15,26-85-31,9-93 16,0-111-1</inkml:trace>
  <inkml:trace contextRef="#ctx0" brushRef="#br0" timeOffset="29617.76">4430 9780 0,'0'0'0,"0"0"0,-9 0 0,1 26 15,-1 33 1,-8 35-16,0 8 16,0-9-1,17 1-15,0 33 16,8 1-16,1-26 15,-9-34 1,0-25-16,8-9 16,9-9-1,1 1-15,16-18 16,0 1 0,17-1-16,0-16 15,35-9 1,16-9-16,0-8 15,-8-8 1,9 8-16,16-9 16,1 18-1,16 8-15,9 8 16,0 1-16,-16 8 16,-1 17-1,-9 0 1,-17 8-1,-16-8-15,-9-8 16,-18-1 0,-16 1-16,-17-9 15,-1-9-15,-8-8 16,0-42 0,9-35-16,-17 34 15</inkml:trace>
  <inkml:trace contextRef="#ctx0" brushRef="#br0" timeOffset="42646.48">7374 11864 0,'0'0'0,"0"0"0,0 0 0,0 0 16,0 0 0,0 0-1,0 0-15,0 0 16,0 0-1,0 0-15,0 0 16,-8 17-16,8 0 16,0 0-1,0 8 1,0 9-16,0 0 16,0-8-1,0-1-15,0-8 0,0 0 16,8-8-16,9-1 31,0 1-15,17-1-16,18 9 15,7 0-15,1 0 16,8-8-16,18 8 31,-1 0-31,9 0 16,8 0-1,1 8-15,-18 1 16,-16-1 0,-18 1-16,-9-9 15,-16-9 1,0 1-16,-9 0 16,0-18-1,0 0-15,0-16 16,17-26-1,-8 25-15</inkml:trace>
  <inkml:trace contextRef="#ctx0" brushRef="#br0" timeOffset="44045.99">12307 11957 0,'0'0'0,"0"0"0,0 0 15,0 0 1,0 0-16,35 9 16,16 8-16,26 8 31,42 9-31,77 9 15,26-9-15,68-34 16,86-26 0</inkml:trace>
  <inkml:trace contextRef="#ctx0" brushRef="#br0" timeOffset="48891.69">18538 12323 0,'0'0'15,"-9"-9"-15,9 9 0,0 0 16,0 0-16,0 0 16,9 0-1,51-17-15,119-25 16,128-26 0,60 8-16,17 26 15,86 17 1,-61 26-1</inkml:trace>
  <inkml:trace contextRef="#ctx0" brushRef="#br0" timeOffset="69691.82">10865 12680 0,'0'0'0,"0"0"0,-9 0 15,1 9-15,8-1 16,0 1-1,0 8-15,0 0 16,0 8-16,0 9 16,0 0-16,0 9 15,0 8 1,0 0 0,0 8-1,0 1-15,17-1 16,0-16-1,0-9-15,43 0 16,42 0 0,35-17-16,8-9 0,0-16 15,43-9 1,-43 8 0,9 9-1,50-8-15,-16 8 16,0 0-16,42 17 15,18 0 1,16 0-16,-16 0 16,17 0-1,-9 0-15,17-8 16,-17-1 0,-9 1-1,18 8-15,-9-9 16,-9 9-1,1 9-15,-9 8 16,-17 0 0,8 0-16,-76-17 0,8 0 15,9-9 1,-35-8 0,-42 9-1,0-9-15,0 0 0,-26-9 16,-25 1-1,0-26 1,-1-17-16,-8-26 16,-17 35-1</inkml:trace>
  <inkml:trace contextRef="#ctx0" brushRef="#br0" timeOffset="74720.14">4532 5945 0,'0'0'0,"0"0"15,0 0-15,0 0 16,0 17-16,-8 17 16,-18 17-1,0-9 1,-8 9-16,0 0 15,0 0 1,8-8-16,9-1 16,0-8-16,0 9 15,0-1 1,17 1-16,0-1 16,17-8-1,9 0-15,42 17 16,43 1-1,17-10-15,17 1 16,26-9 0,-1-9-1,1 1-15,-9-9 16,-34 8-16,-25-8 16,-26 0-1,-26 9 1,-9-1-16,-16-16 15,-9 8 1,-8-9-16,-1 1 16,1-1-16,-1 1 15,-8-9 1,0 0-16,0 0 31,9-9-31,25-16 16,43-35-1,8-25-15,0-17 16,1-17-16,-26 17 16,-18 25-16,-16 26 15,-18 17 1,1 17-16,-1 0 16,-8 9-1,0 8-15,0 0 16,-25 0-1,-86-9 1,-68 9-16,-43 0 16,-51-17-1,-94-17-15,-103-93 0,86-18 16</inkml:trace>
  <inkml:trace contextRef="#ctx0" brushRef="#br0" timeOffset="83171.95">2834 14373 0,'0'0'0,"17"8"0,34 1 16,9-1-16,25-16 15,17-1 1,18-8-16,8-8 16,-9-1-16,1-8 15,8 8 1,8 1 0,-33 8-16,-26 0 15,-26 8 1,-25 9-16,-9-8 15,-9 8 1</inkml:trace>
  <inkml:trace contextRef="#ctx0" brushRef="#br0" timeOffset="83485.95">3815 13998 0,'0'0'0,"0"0"0,0 0 16,0 0-16,0 0 16,17-8-1,17-1-15,9 9 16,8-8 0,17-1-16,-8 1 15,0 8 1,-17 0-16,-18 0 15,-16 0 1,-1 17-16,-16 59 16,-43 43-1,8-8-15,26-26 16,17-51 0</inkml:trace>
  <inkml:trace contextRef="#ctx0" brushRef="#br0" timeOffset="99505.08">4131 15478 0,'0'0'0,"0"0"0,0 0 16,0 0 15,0 0-31,0 0 15,0 0-15,0 0 0,0 9 32,-9 16-32,1 9 15,8 0 1,0 17-16,0 9 16,8-1-1,1-16 1,-1-9-16,10-9 15,-1 1-15,0-18 16,17 1 0,0-9-16,0-9 15,26-16 1,17-1-16,-1 1 16,1-1-1,0 1-15,8-1 16,1 1-1,16 8 1,1 0-16,8 17 16,17 0-16,25 17 15,9 0 1,1 17-16,-10-9 16,-16 9-1,-9 0-15,0 0 16,-17-8-1,-34-1-15,8-8 16,-8-8 0,-9-9-16,-25-9 15,-1 1 1,10-18-16,-1-8 16,9-51-1,8-42-15,51-145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21T21:09:39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6736 0,'0'0'0,"0"0"0,0 0 0,-9 25 16,-8 35-16,-17 25 15,-9 17 1,-17 34 0,9-9-16,26-33 15,7-26 1,18-26-16,0-16 16,26 8-16,8 8 15,9-8 1,-17-16-16,16-10 15,44 1 1,16-18-16,17 1 16,-8-10-1,9-7 1,42-1-16,9-8 16,-26 0-16,17 0 15,43-8 1,-52 8-16,18 0 15,51 0 1,-9 17 0,26 0-16,-25 8 15,25 1 1,0-1-16,-9 9 16,26 0-1,-59 9-15,16-1 16,-34 1-16,-25-1 15,25 1 1,0 8 0,-42 0-16,-1 0 15,27-9-15,-35 1 16,-43-1 0,-34-16-1,-17-1-15,0 1 16,9-1-1,8-16-15,1-9 16,-10-34-16,1-34 16,-9-43-1,9-152-15</inkml:trace>
  <inkml:trace contextRef="#ctx0" brushRef="#br0" timeOffset="4944.89">13673 7101 0,'0'0'0,"0"0"0,0 0 0,0 0 16,0 0-1,0 0-15,-9 0 16,1 9-1,8-9 1,-9 0-16,1 0 16,8 8-16,-9-8 15,1 9 1,-1 8-16,1 0 16,-1 17-1,1 0-15,-1 0 16,9 0-1,0 8 1,9 9-16,8 9 16,17-1-16,0 1 15,0-9 1,9-8-16,8-9 16,9-9-1,8 1-15,17-9 16,18-9-1,25-8 1,8-8-16,9-9 16,9 0-1,0 8-15,8-8 16,0-8-16,0 8 16,-17 0-1,-8 17 1,-9 0-16,-17 8 15,-17 9 1,-17 0-16,-18 0 16,-16-8-1,-17-1-15,-1 1 16,-8-1-16,-8-8 16,8-8-1,17-35-15,0-42 16,17-60-1,-17-59 1,-8-127-16</inkml:trace>
  <inkml:trace contextRef="#ctx0" brushRef="#br0" timeOffset="14176.65">20253 6761 0,'0'0'0,"0"0"0,0 0 16,0 0-1,-8 0-15,-1 0 16,1 0-16,-18 0 16,-25 0-16,-9 9 31,1-9-31,-1 8 16,-9 9-1,1-8-15,8-1 16,-8 9-16,-17 9 0,-1-1 31,10 1-31,7-1 16,18-8-1,0 9-15,0 8 16,8 8 0,9 1-1,17 8-15,8 17 16,18 0-1,16 8-15,18-8 16,8-8 0,18 8-16,25-9 15,-26-7 1,17-10-16,18 9 16,-1 0-1,9-8-15,-26-18 16,1 1-1,33-9-15,18-9 16,-1-8 0,-50-8-16,25-26 15,25-17 1,-25 0-16,0-9 16,-34-16-1,-17-1-15,-18-17 16,1 1-1,0-1-15,-18 9 16,-25-8 0,-8 8-16,-26 8 15,-43 1 1,-85-9-16,-35 34 16,-67 34-1,-27 34-15,10 51 16,-52 51-1,-17 34-15</inkml:trace>
  <inkml:trace contextRef="#ctx0" brushRef="#br0" timeOffset="29029.87">26672 6565 0,'0'0'0,"0"0"0,0 0 15,0 0-15,0 0 16,-9-8 0,1-1-1,-27 1-15,-16-9 16,-8 0 0,-27 0-16,1 0 15,-1 17 1,-42 8-16,-25 18 15,25 8 1,17 8-16,17 1 16,0-9-1,17 9-15,9-1 16,17 1 0,8-9-16,18-9 15,7 9 1,1 9-16,17 33 15,17 1 1,9-1-16,25 26 16,26-17-1,-9 0-15,26 9 16,26-1-16,25-24 16,26-18-1,8-17 1,0-17-16,51-17 15,44-9-15,-61-25 16,-42-17 0,8-26-16,-43 9 15,-42 0 1,0-8-16,-17-35 31,-34-8-31,-35 0 16,-50 9-16,-61-35 15,-102-17 1,-128 69-16,-136 84 16,-35 86-1,1 68-15,110-9 16</inkml:trace>
  <inkml:trace contextRef="#ctx0" brushRef="#br0" timeOffset="38889.33">3883 8215 0,'0'0'0,"0"0"0,0 0 0,0 0 16,-8 17-16,-9 9 15,-9 42 1,-8 25-16,17-16 15,0-18 1,0-16-16,17-9 16,0 9-1,0-1-15,17 1 16,0-9 0,0-9-16,0 1 15,26-1-15,8-16 16,17-1-1,1-16 1,-1-1-16,0-8 16,9 9-1,8-1-15,18 9 16,-9-8 0,8 8-16,-8 0 15,0 8 1,8 9-1,1 0-15,-1-8 0,18-1 16,-1 1 0,18-9-1,16-9-15,-8 1 16,9-1 0,17-8-16,-26 9 15,-9-1 1,9 1-16,35-1 15,-27-8-15,26 0 16,9 9 0,-26 8-1,9-9-15,0 9 16,-18 9 0,1-1-16,0 1 15,42-1 1,-8 1-16,0-18 15,25 1 1,-25 8-16,-1-9 16,-7 9-1,-10 0 1,-16 0-16,8 0 16,-34 0-16,-25 17 15,-1-8 1,-17 8-1,-16-9-15,-10-8 16,-7-8 0,-1-9-16,9-17 15,-1-43 1,-16-33-16,-9-18 16,-8-42-16,8-136 15</inkml:trace>
  <inkml:trace contextRef="#ctx0" brushRef="#br0" timeOffset="47439.92">19536 7816 0,'0'0'0,"0"25"0,18 35 16,-10 16-16,-8 26 15,-8 60 1,-18 16-1,0-25-15,18-16 16,16-18 0,9-17-1,9-43-15,17-16 16,8-9 0,17-9-16,26-16 15,26-18 1,8-8-16,8-8 0,26-9 15,-8 0 1,0 0 0,-1 0-16,-25 0 15,-17 17 1,-8 0-16,-10 17 16,-24 0-1,-35 0 1,-8 0-16,-18 0 15,1 0-15,-1 0 16,-8-9-16,-8-8 16,-27-42-16,-33-35 31,-17-17-15,8-8-16,-17 0 15,0 9 1,-17 8-16,-25 17 0,-61 0 15,-127-34 1</inkml:trace>
  <inkml:trace contextRef="#ctx0" brushRef="#br0" timeOffset="51671.91">25562 7807 0,'0'0'0,"0"0"0,-8 9 16,-1 16 0,-17 18-16,-16 25 15,-9 25 1,-9 9-1,0 17-15,9-8 0,17-35 0,17-25 32,17-8-17,8-9-15,9 9 16,35-9 0,24 0-16,27-9 15,33-8 1,44-8-16,-35-1 15,0-8 1,34 17-16,-25 0 16,-18 17-1,9 17-15,-8 9 16,-18 8 0,-25 8-16,-34-16 15,-17-18 1,-18-16-1,1-1-15,-18-16 16,1-1-16,-9-16 16,8-52-1,1-67-15,-1-26 16,10-34 0,24-35-1,9 52-15,1 26 16,7-18-1,-7 35-15,-27 42 16,-8 42-16,-8 9 16,-18 9-1,-16-1-15,-61 18 16,-101 42 0,-112 25-1,-77 26-15,-25 17 16,-26 9-1,35-9-15</inkml:trace>
  <inkml:trace contextRef="#ctx0" brushRef="#br0" timeOffset="62426.99">1989 9576 0,'0'0'0,"0"0"0,0 0 15,0 0-15,0 0 16,8-8 0,43-1-16,26-16 15,68-10 1,35 1-16,-27 9 16,9 8-1,0 8-15,-42 9 16,-26 0-16,-43 0 15,-8 0 1,-18 9-16,1-1 16,-18-8-1,1 0-15,0 0 16,-1 0 0,1 0-16,-9-8 15,0-9 1,0 0-1,-9-9-15,1 1 16,-1 8 0,0 0-16,1 8 15,-1 1-15,9 8 16,0 0 0,0 0-1,17-9-15,52 1 16,42 8-16,17 0 15,-9 8 1,-8 9 0,-17 0-16,-43-8 15,-17-1-15,-8 1 16,-17-1 0,-1 1-1,-25-1-15,-51 43 16,-43 26-1,60-34-15</inkml:trace>
  <inkml:trace contextRef="#ctx0" brushRef="#br0" timeOffset="75163.14">13673 9380 0,'0'0'0,"0"0"0,0 0 16,9 0 0,-1 9-16,1-1 15,-1-8-15,1 0 16,-9 0 0,8 0-1,1 17-15,-1 0 16,1 0-16,-9 9 15,0 8 1,0 17 0,8 0-16,1 9 15,-1-1-15,9 1 16,18-18 0,7-16-16,18-1 15,17-8 1,8-8-16,35-9 15,16-9 1,1 1 0,-9 8-16,17 17 0,9 0 31,-18 8-31,-51-8 16,9 17-1,9-8-15,-9-1 16,0-8-1,-1 0-15,-24-8 16,-10-1 0,-7 1-16,-10-1 15,-16 1 1,-18-9-16,1 0 0,0 0 16,-9-17-1,-9-34 1,9 17-16</inkml:trace>
  <inkml:trace contextRef="#ctx0" brushRef="#br0" timeOffset="85937.96">18546 9244 0,'0'0'0,"0"0"0,0 0 16,0 0-16,-8-8 0,-1-1 31,1 1-15,-1-1-16,1 1 15,8 8 1,0 0-16,-9-9 16,9 9-16,0 0 0,-8 0 15,-1 0 16,1 17-31,-1 9 16,1 16 0,-1 18-16,0-1 15,9-8 1,0-8-16,0 0 16,9-9-1,8-9-15,9 9 16,8 0-1,17-8-15,0 8 16,18-9 0,-1 1-16,9-1 15,17-8 1,8 0-16,17-8 16,1-1-1,8 1-15,17-1 16,0 1-1,0 8-15,0 0 16,17 8 0,1 9-16,-10 0 15,1 0 1,0-8-16,-18-1 16,9-8-1,-8-8-15,-18-1 16,-8 1-1,-8-1 1,-10-8-16,-24 0 16,-18 0-16,0-8 15,-8-1 1,0 1-16,-18-18 16,1 1-1,-1-35 1,-8-33-16,0-26 15,1-26 1,16-144-16</inkml:trace>
  <inkml:trace contextRef="#ctx0" brushRef="#br0" timeOffset="101604.14">25289 8896 0,'0'0'0,"0"0"0,0 0 0,-8 8 16,-1 9-16,0 17 31,1 9-31,-1 33 16,1 9-16,-1-8 15,1-1 1,-1 1-1,1-9-15,-1-9 0,1 10 16,-1-1-16,9-9 16,0 1-1,0-18-15,0-16 16,9-1 15,-1 1-31,-8-9 16,17 0-16,9 0 15,17-9-15,76 1 32,43-9-32,0-9 15,26-8 1,-9 9-16,-34-1 16,-8 1-1,0 8-15,-9 0 16,-35 17-1,-7 0-15,-35-9 16,-17 1 0,-8-1-16,-9 1 15,-9-1 1,1-8-16,-1 0 16,10-8-1,-1-18-15,25-59 16,27-34-1,-1 0-15,-8-17 16,-9-9 0,-26 26-16,-16 43 15,-1 16 1,1 26-16,-9 17 16,0 0-1,0 9-15,-9-1 16,-25 1-1,-68-1-15,-154 26 16,-69 17 0,-84 34-16,-103-8 15,119-26 1</inkml:trace>
  <inkml:trace contextRef="#ctx0" brushRef="#br0" timeOffset="119721.46">1767 10758 0,'0'0'15,"0"0"-15,0-8 16,0-1-16,8 1 16,1 8-16,-9 0 15,0 0 1,25 0-1,-16 0 1,25-9-16,26 1 16,34-1-1,8 9-15,9 0 16,26-8-16,-1-1 16,-16 1-1,-43-9 1,-1 8-16,1 1 15,-17-9 1,-9 0 0,-8 8-16,-18 1 15,-8-1-15</inkml:trace>
  <inkml:trace contextRef="#ctx0" brushRef="#br0" timeOffset="120033.96">2851 10435 0,'0'0'0,"0"0"0,0 0 16,0 0 0,17 0-16,17 8 15,17 1 1,9-1-16,8-8 15,-8 0 1,-9 9-16,-17 0 16,-8-1-1,-18 1-15,-8 16 16,-68 86 0,-86 84-16,-33 1 15,7-35 1,-67 43-16</inkml:trace>
  <inkml:trace contextRef="#ctx0" brushRef="#br0" timeOffset="124088.69">13912 10282 0,'0'0'0,"0"0"0,0 0 0,0 0 15,0 17 1,0 8-1,-9 18-15,1 8 16,-1 17-16,-8 0 16,0 9-1,9-9 1,8-9-16,0-16 16,0-1-1,0-16-15,8-1 16,18 1-1,16-1-15,78-8 16,42-8-16,-25-9 16,42 0-1,26 0-15,-43 8 16,34 18 0,-8 8-1,-51 0-15,16 17 16,1 8-16,-52-16 15,-16-1 1,-18 1 0,-17-18-16,-25 1 15,-1-18 1,-16 1-16,-1-9 16,9-9-1,1-8-15,16-42 16,0-26-1,-9-26-15,1-16 16,-17 16-16,-18 35 16,0 8-1,-8 17 1,0 17-16,-8 0 16,-18 0-1,-17 8-15,-51-8 16,-42 17-16,-52-9 15,-60-8 1,-85-25 0,-51-1-16,26 35 15</inkml:trace>
  <inkml:trace contextRef="#ctx0" brushRef="#br0" timeOffset="133260.1">1750 12042 0,'0'0'0,"0"0"0,0 0 16,17 0-16,8 0 15,27-8 1,33-1-16,17-8 16,-8-8-1,43-9-15,68 0 16,-43 0 0,-43 17-16,43 0 15,1 0-15,-44 8 16,-25 9-1,0 0 1,-26 9-16,-25-9 16,-18 0-1,-16 0-15,-9 0 16,-9-9 0,1 9-1</inkml:trace>
  <inkml:trace contextRef="#ctx0" brushRef="#br0" timeOffset="133515.43">3371 11532 0,'0'0'0,"0"0"0,0 0 0,0 0 16,0 0-1,0 0 1,0 0-16,0 0 16,9 9-16,34 8 15,16 0 1,18 0-16,0 0 15,-9 0 1,-34 0-16,-8-9 16,-18 9-1,-8 9 1,-42 50-16,-86 60 16,-26 0-1,86-76-15</inkml:trace>
  <inkml:trace contextRef="#ctx0" brushRef="#br0" timeOffset="162930.46">14057 11319 0,'0'0'0,"-8"-8"0,-18-1 0,0 9 16,9 0-1,0 0-15,0 0 16,0 0 0,8 0-16,-8 0 15,0 0 1,-8 17-16,-18 17 15,-8 9 1,8 8-16,1 9 16,-1 25-1,9 0-15,8-9 16,9 9 0,17 9-16,17-1 15,9-8 1,8-8-16,9-9 15,16 0 1,18-9-16,0 1 16,8 0-16,1-1 31,25-8-31,25 0 16,9-25-16,0-1 15,17-16 1,26-9-1,-9-9-15,-8 1 16,17-9-16,-26-9 16,0 1-1,17-9 1,-25-9-16,-9 1 16,0-1-16,-17 9 15,-25 0 1,-26 0-16,-26 8 15,-26 9 1,-8 0-16,-8 0 16,0 0-1,-9-8 1,-18-18-16,-16-8 16,-43-34-1,-16-8-15,-27-1 16,-25 9-16,-17-8 15,0 8 1,-9 8-16,-25 1 16,-18-10-1,-25 27-15,-25 25 16,-43 17 0,-43 25-16,-17 26 15,51 17 1,-34 26-16,-26 25 15</inkml:trace>
  <inkml:trace contextRef="#ctx0" brushRef="#br0" timeOffset="196310.04">13980 11209 0,'0'0'0,"-8"0"0,-1 8 0,-93 69 0,76-52 15,1 18 1,-10 16-16,10 10 16,8 7-1,17 1 1,0-1-16,0-8 15,17 0 1,0-8 0,17-1-16,17 9 15,26 0-15,17-8 16,25-9 0,9-9-16,35-16 15,7-18-15,-8-8 16,26-8-16,-9-18 31,9-8-31,9 0 0,-18 0 31,0 9-31,0-9 16,-25 0 0,-18-9-16,-25 1 15,-51 16 1,-17-8-16,-18 9 15,-16-1 1,-26-16-16,-43-26 16,-51-17-1,-77-17-15,-16 0 16,-18 8 0,-17 0-1,8 1-15,18 25 16,17 25-16,16 18 15,-118 16 1</inkml:trace>
  <inkml:trace contextRef="#ctx0" brushRef="#br0" timeOffset="197213.24">20236 11047 0,'0'0'0,"-8"0"0,-1 0 0,-8 0 0,-17 0 16,-17 0-1,-17 9 1,-9 8 0,-17 0-16,0 0 15,0 17-15,9 8 16,-1 9 0,10 26-1,-1 8-15,9 17 16,8 0-1,17-8-15,9-1 16,17 9 0,25 0-16,18 0 15,17-8 1,25-1-16,17-8 16,35-25-1,42-26-15,43-34 16,0-25-1,17-18-15,-9-17 16,0-8 0,1-17-16,-52 9 15,-17-1 1,-26 1-16,-42 8 16,-26 17-1,-33 0-15,-27-17 16,-59-26-1,-94-25-15,-103 8 16,-102 43 0,-145 77-16,94 50 15</inkml:trace>
  <inkml:trace contextRef="#ctx0" brushRef="#br0" timeOffset="204476.54">25477 11166 0,'0'0'0,"0"0"0,-9 0 16,1 0-16,-1-8 16,1 8-1,-1 0-15,1 0 16,-18 17-1,0 8-15,-8 35 16,-17 42 0,-9 60-1,9-1-15,8-25 16,18 0 0,16-8-16,9-43 15,17-34-15,17-9 16,9-25-1,60-17-15,25-34 16,51-34 0,43-17-16,-26 17 15,9 26-15,-34 16 16,-26 26 0,8 9-1,1 25-15,-26 0 16,-51 0-1,-26 0 1,0 0-16,-8-9 0,-18 1 16,-7-18-1,-10 1-15,1-18 16,-1-16 0,-16-26-1,-1-17-15,-25-51 16,-43-34-1,-25-9 1,-26 35-16,-52 24 16,-59 27-16,-51 42 15,-77 34 1</inkml:trace>
  <inkml:trace contextRef="#ctx0" brushRef="#br0" timeOffset="212515.99">30786 11294 0,'0'0'0,"0"0"0,-9 0 0,0 17 15,-8 17-15,-34 42 16,-17 61 0,0 7-16,16-33 15,10-1 1,8 18-16,17-26 15,-1-34 1,18-26-16,0-8 16,0-17-1,18-17-15,41-42 16,52-77 0,34-34-16,-8-26 15,-9 9 1,-17 43-1,-9 33-15,1 34 16,-1 35-16,-8 33 16,8 69-1,9 102-15,-17 135 16,-43-16 0,-16 42-16,-1 60 15</inkml:trace>
  <inkml:trace contextRef="#ctx0" brushRef="#br0" timeOffset="-139141.16">1741 13735 0,'0'0'0,"0"0"0,0 0 0,0 0 16,0-9-16,43-8 15,59-8 1,18-9 0,8 0-16,34 0 15,34 25-15,-34 9 16,-17 0 0,18 9-1,-27-1-15,-50 1 16,-1 8-1,17-9-15,-25 1 16,-26-18-16,-8 1 16,-17-9-1,-18 8-15</inkml:trace>
  <inkml:trace contextRef="#ctx0" brushRef="#br0" timeOffset="-138824.2">3371 12935 0,'0'0'0,"0"0"0,0 0 15,0 0-15,-8 0 16,8 17 0,0 9-16,17 8 15,34 25 1,26 9-16,17 0 15,0 0 1,-26-8-16,0-9 16,-8 9-1,-9-1-15,-25 9 16,-26 9 0,-17 16-1,-52 35-15,-33 16 16,-43-8-16,-120 60 15</inkml:trace>
  <inkml:trace contextRef="#ctx0" brushRef="#br0" timeOffset="-117650.2">1767 15733 0,'0'0'0,"0"0"16,0 0-16,0 0 0,0 0 31,0 0-31,0-8 0,42-1 31,52-16-31,34-1 16,-8 1 0,16-1-16,44 1 15,-35 8 1,-43 8-16,26 9 15,-8-8 1,-18-1-16,-25 1 16,-26-1-1,-25 9-15</inkml:trace>
  <inkml:trace contextRef="#ctx0" brushRef="#br0" timeOffset="-117364.02">2868 15317 0,'0'0'0,"0"0"0,8 0 16,26 0-16,18 0 15,24 17-15,10 0 0,-9 8 31,-18 1-15,10 8-16,-18 8 16,-17-16-1,-17-1-15,-25 43 16,-95 68-16,-119 111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AFC52-F46C-4845-B64D-0DCC1AECCCC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97389-0441-4D4C-B013-3AC3B336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97389-0441-4D4C-B013-3AC3B33670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6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EDFD-05A3-AB2C-28EA-1F10E5D21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A4A9E-A38E-8FAD-4725-63270224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024BA-3F6E-B600-8DEF-F5B8815A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B921-02AB-A8AB-A0C8-655556A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D915-48D5-56D7-32CC-399EFE7F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F38B-CB5A-B13E-F5D7-2DA1A6B9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2621-C1D2-6EA5-9C00-AD4D21D6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215E-AE4B-9861-F145-FDA28262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C039-B059-ECCC-530A-3AB6CB0A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EA18-99AF-5466-77A2-2ED025B8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553B-F670-1604-5051-C69575AB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F92DB-5E7F-F49E-F5A2-4CD71172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753E-851C-6254-0D25-2F887273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8AB3-1264-7FDE-D829-8552CB0E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5CDF-C478-A7EF-68E9-A9B03181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64F7-D59E-B01A-8BD5-00384E22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F09C-F9B9-2C50-7C6F-29C125516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A614B-6667-7695-5A04-2F636199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B1E8-E8EC-EC48-AC56-00B0294D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2EA3-CE48-C170-7657-2D913ED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36BE-3261-CE4F-7435-03969F8E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4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765F-128C-5F4B-4E20-D385D2B4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8912-9AF9-E09C-E9BF-C1A235440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D6C8-55A2-957D-7F4E-CC7BCF01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549B-8BC6-6148-ACAA-049554DFE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1610D-E8FB-B2C8-5980-6848B27C4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98579-8216-620D-1649-3AF68889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7186D-AE3C-BCC2-5CC7-DFDB1E9C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3C042-93EE-DFEB-EB11-59AE48DB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8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93B1-B34F-DEF0-36F0-9044F5D7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A602-329F-B48E-59DF-A750E786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3EDF7-DE2E-A73E-8F31-9D5E4D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12E61-B33E-641F-586B-71558099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9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244B7-1B24-A316-4AE0-092CD30B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F25EA-9B44-0E03-1033-8525546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25D09-469B-22B7-3367-45C141A2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6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1B2F-B9E6-9510-4D05-E3D54924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E975-5B17-DA24-6CEB-DC943E8B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5A351-A381-B7DE-629A-344A18790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D2EF-7CF7-DD3F-F641-183E8B2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5405-E07D-ACE1-4750-3CCE6C35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E168D-7644-1D4C-5394-6437965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801B-B60C-BB23-B536-10DDE66C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861CE-32FE-1378-773F-41832B9F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2144C-D26D-D14D-26EE-59C3FC1E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EF677-D138-7015-213C-2BB3F4A7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190E5-FB64-35C9-62D3-131BE331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29FB-47F6-106B-7BD5-F0203103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1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187-FA0C-1996-5F4B-01C6D21D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157-1E29-206A-A4D1-E079FFF5C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D6E6-27DC-9868-8ED6-B497F66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647-A949-3CDF-67EE-AB590ED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DF69-C102-21BC-88B3-80F4E212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C123A-D9AF-475A-C065-C2FA1596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27EB4-E58B-3FD3-E171-2FF9248A2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4642-AEF9-1A45-F614-49CABD0D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41C59-45AB-EDDF-36FA-E3E263F9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2C6A-7AA0-08EE-B17B-CA0D2FF9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6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0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4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1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53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64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5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05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97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4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78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232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46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113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90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9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7B289-BD5E-5EED-C530-FE49EC1F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310A-CDE1-6296-A6C7-FAD4EBB4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0977-A77A-05DC-ACE8-6F1D91538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77BE-A1DA-9A34-23FB-D1B3BF2A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4270-8225-31C5-8BCA-531C6C5C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5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3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w.edu/3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210.png"/><Relationship Id="rId26" Type="http://schemas.openxmlformats.org/officeDocument/2006/relationships/image" Target="../media/image3.png"/><Relationship Id="rId3" Type="http://schemas.openxmlformats.org/officeDocument/2006/relationships/image" Target="../media/image261.png"/><Relationship Id="rId21" Type="http://schemas.openxmlformats.org/officeDocument/2006/relationships/image" Target="../media/image2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200.png"/><Relationship Id="rId25" Type="http://schemas.openxmlformats.org/officeDocument/2006/relationships/customXml" Target="../ink/ink2.xml"/><Relationship Id="rId2" Type="http://schemas.openxmlformats.org/officeDocument/2006/relationships/image" Target="../media/image1000.png"/><Relationship Id="rId16" Type="http://schemas.openxmlformats.org/officeDocument/2006/relationships/image" Target="../media/image19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0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170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28" Type="http://schemas.openxmlformats.org/officeDocument/2006/relationships/image" Target="../media/image4.png"/><Relationship Id="rId10" Type="http://schemas.openxmlformats.org/officeDocument/2006/relationships/image" Target="../media/image330.png"/><Relationship Id="rId19" Type="http://schemas.openxmlformats.org/officeDocument/2006/relationships/image" Target="../media/image22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270.png"/><Relationship Id="rId27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7.png"/><Relationship Id="rId26" Type="http://schemas.openxmlformats.org/officeDocument/2006/relationships/image" Target="../media/image8.png"/><Relationship Id="rId3" Type="http://schemas.openxmlformats.org/officeDocument/2006/relationships/image" Target="../media/image261.png"/><Relationship Id="rId21" Type="http://schemas.openxmlformats.org/officeDocument/2006/relationships/image" Target="../media/image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4.png"/><Relationship Id="rId25" Type="http://schemas.openxmlformats.org/officeDocument/2006/relationships/customXml" Target="../ink/ink7.xml"/><Relationship Id="rId2" Type="http://schemas.openxmlformats.org/officeDocument/2006/relationships/image" Target="../media/image40.png"/><Relationship Id="rId16" Type="http://schemas.openxmlformats.org/officeDocument/2006/relationships/image" Target="../media/image43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48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590.png"/><Relationship Id="rId26" Type="http://schemas.openxmlformats.org/officeDocument/2006/relationships/image" Target="../media/image9.png"/><Relationship Id="rId3" Type="http://schemas.openxmlformats.org/officeDocument/2006/relationships/image" Target="../media/image54.png"/><Relationship Id="rId21" Type="http://schemas.openxmlformats.org/officeDocument/2006/relationships/image" Target="../media/image62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58.png"/><Relationship Id="rId25" Type="http://schemas.openxmlformats.org/officeDocument/2006/relationships/customXml" Target="../ink/ink8.xml"/><Relationship Id="rId2" Type="http://schemas.openxmlformats.org/officeDocument/2006/relationships/image" Target="../media/image53.png"/><Relationship Id="rId16" Type="http://schemas.openxmlformats.org/officeDocument/2006/relationships/image" Target="../media/image57.png"/><Relationship Id="rId20" Type="http://schemas.openxmlformats.org/officeDocument/2006/relationships/image" Target="../media/image6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6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55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60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350.png"/><Relationship Id="rId18" Type="http://schemas.openxmlformats.org/officeDocument/2006/relationships/image" Target="../media/image78.png"/><Relationship Id="rId26" Type="http://schemas.openxmlformats.org/officeDocument/2006/relationships/customXml" Target="../ink/ink10.xml"/><Relationship Id="rId3" Type="http://schemas.openxmlformats.org/officeDocument/2006/relationships/image" Target="../media/image68.png"/><Relationship Id="rId21" Type="http://schemas.openxmlformats.org/officeDocument/2006/relationships/image" Target="../media/image8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77.png"/><Relationship Id="rId25" Type="http://schemas.openxmlformats.org/officeDocument/2006/relationships/image" Target="../media/image46.png"/><Relationship Id="rId2" Type="http://schemas.openxmlformats.org/officeDocument/2006/relationships/image" Target="../media/image67.png"/><Relationship Id="rId16" Type="http://schemas.openxmlformats.org/officeDocument/2006/relationships/image" Target="../media/image3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45.png"/><Relationship Id="rId5" Type="http://schemas.openxmlformats.org/officeDocument/2006/relationships/image" Target="../media/image69.png"/><Relationship Id="rId15" Type="http://schemas.openxmlformats.org/officeDocument/2006/relationships/image" Target="../media/image370.png"/><Relationship Id="rId23" Type="http://schemas.openxmlformats.org/officeDocument/2006/relationships/image" Target="../media/image83.png"/><Relationship Id="rId10" Type="http://schemas.openxmlformats.org/officeDocument/2006/relationships/image" Target="../media/image74.png"/><Relationship Id="rId19" Type="http://schemas.openxmlformats.org/officeDocument/2006/relationships/image" Target="../media/image79.png"/><Relationship Id="rId4" Type="http://schemas.openxmlformats.org/officeDocument/2006/relationships/image" Target="../media/image271.png"/><Relationship Id="rId9" Type="http://schemas.openxmlformats.org/officeDocument/2006/relationships/image" Target="../media/image73.png"/><Relationship Id="rId14" Type="http://schemas.openxmlformats.org/officeDocument/2006/relationships/image" Target="../media/image360.png"/><Relationship Id="rId22" Type="http://schemas.openxmlformats.org/officeDocument/2006/relationships/image" Target="../media/image82.png"/><Relationship Id="rId27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13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12" Type="http://schemas.openxmlformats.org/officeDocument/2006/relationships/customXml" Target="../ink/ink12.xml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10.png"/><Relationship Id="rId11" Type="http://schemas.openxmlformats.org/officeDocument/2006/relationships/image" Target="../media/image163.png"/><Relationship Id="rId5" Type="http://schemas.openxmlformats.org/officeDocument/2006/relationships/image" Target="../media/image1700.png"/><Relationship Id="rId10" Type="http://schemas.openxmlformats.org/officeDocument/2006/relationships/image" Target="../media/image1410.png"/><Relationship Id="rId4" Type="http://schemas.openxmlformats.org/officeDocument/2006/relationships/image" Target="../media/image1010.png"/><Relationship Id="rId9" Type="http://schemas.openxmlformats.org/officeDocument/2006/relationships/image" Target="../media/image13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1.png"/><Relationship Id="rId7" Type="http://schemas.openxmlformats.org/officeDocument/2006/relationships/image" Target="../media/image12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10.png"/><Relationship Id="rId11" Type="http://schemas.openxmlformats.org/officeDocument/2006/relationships/image" Target="../media/image163.png"/><Relationship Id="rId5" Type="http://schemas.openxmlformats.org/officeDocument/2006/relationships/image" Target="../media/image1010.png"/><Relationship Id="rId10" Type="http://schemas.openxmlformats.org/officeDocument/2006/relationships/image" Target="../media/image155.png"/><Relationship Id="rId4" Type="http://schemas.openxmlformats.org/officeDocument/2006/relationships/image" Target="../media/image910.png"/><Relationship Id="rId9" Type="http://schemas.openxmlformats.org/officeDocument/2006/relationships/image" Target="../media/image14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CSE 332 Winter 2026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Lecture 7: Recurrences, Dictionaries, BSTs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3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3A8-F389-D526-27E0-2C577B7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Overall structure of recursion: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non-recursive “work”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Do one or more recursive calls on some portion of your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more non-recursive “work”</a:t>
                </a:r>
              </a:p>
              <a:p>
                <a:pPr lvl="1"/>
                <a:r>
                  <a:rPr lang="en-US" dirty="0"/>
                  <a:t>Repeat until you reach a base case</a:t>
                </a:r>
              </a:p>
              <a:p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time it takes to run the algorithm on an input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The sum of how long it takes to run the same algorithm on each smaller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Plus the total amount of non-recursive work done in that stack frame</a:t>
                </a:r>
              </a:p>
              <a:p>
                <a:r>
                  <a:rPr lang="en-US" dirty="0"/>
                  <a:t>Usually: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Called “divide and conquer”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Called “chip and conquer”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  <a:blipFill>
                <a:blip r:embed="rId2"/>
                <a:stretch>
                  <a:fillRect l="-928" t="-2387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59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B12C-1484-4384-0A8A-F40C8F0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high-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list[low];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middle = 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high+low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low, middle) +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middle, high);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F2D31B-4C27-A15A-4F58-A3A796CBCD1B}"/>
                  </a:ext>
                </a:extLst>
              </p14:cNvPr>
              <p14:cNvContentPartPr/>
              <p14:nvPr/>
            </p14:nvContentPartPr>
            <p14:xfrm>
              <a:off x="3370680" y="918360"/>
              <a:ext cx="8035200" cy="4375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F2D31B-4C27-A15A-4F58-A3A796CBCD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1320" y="909000"/>
                <a:ext cx="8053920" cy="439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671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DB51FF6-5A72-E840-01B3-5698028859AE}"/>
                  </a:ext>
                </a:extLst>
              </p14:cNvPr>
              <p14:cNvContentPartPr/>
              <p14:nvPr/>
            </p14:nvContentPartPr>
            <p14:xfrm>
              <a:off x="7318800" y="1239840"/>
              <a:ext cx="138600" cy="55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DB51FF6-5A72-E840-01B3-5698028859A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09440" y="1230480"/>
                <a:ext cx="15732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28FE40-13A5-30D2-B61C-0CF9EE29FFC3}"/>
                  </a:ext>
                </a:extLst>
              </p14:cNvPr>
              <p14:cNvContentPartPr/>
              <p14:nvPr/>
            </p14:nvContentPartPr>
            <p14:xfrm>
              <a:off x="3631680" y="1411560"/>
              <a:ext cx="5776920" cy="518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28FE40-13A5-30D2-B61C-0CF9EE29FFC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22320" y="1402200"/>
                <a:ext cx="5795640" cy="52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3FB1-2024-3C2F-82C7-A570445A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Chip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from the parent’s input size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0?”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  <a:blipFill>
                <a:blip r:embed="rId2"/>
                <a:stretch>
                  <a:fillRect l="-928" t="-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C897E2-E22C-EDBD-186F-906C678BA023}"/>
                  </a:ext>
                </a:extLst>
              </p14:cNvPr>
              <p14:cNvContentPartPr/>
              <p14:nvPr/>
            </p14:nvContentPartPr>
            <p14:xfrm>
              <a:off x="1397880" y="1212480"/>
              <a:ext cx="6283800" cy="4788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C897E2-E22C-EDBD-186F-906C678BA0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8520" y="1203120"/>
                <a:ext cx="630252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540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50C5-7F4C-B114-9C6D-551C7350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4591-7216-6863-6ED7-569C0FEE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Divide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Divide the parent’s input size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divide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1?”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  <a:blipFill>
                <a:blip r:embed="rId2"/>
                <a:stretch>
                  <a:fillRect l="-928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C6DD3B-D042-D23F-3E56-E70D0CE489EB}"/>
                  </a:ext>
                </a:extLst>
              </p14:cNvPr>
              <p14:cNvContentPartPr/>
              <p14:nvPr/>
            </p14:nvContentPartPr>
            <p14:xfrm>
              <a:off x="3524400" y="1472760"/>
              <a:ext cx="2707200" cy="255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C6DD3B-D042-D23F-3E56-E70D0CE489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5040" y="1463400"/>
                <a:ext cx="2725920" cy="257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02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52AD-3F4C-DE42-5E30-D2A783A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more!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each, assume the base case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27297D-BFC5-AB10-2FB3-7F2A19C97D47}"/>
                  </a:ext>
                </a:extLst>
              </p14:cNvPr>
              <p14:cNvContentPartPr/>
              <p14:nvPr/>
            </p14:nvContentPartPr>
            <p14:xfrm>
              <a:off x="2227680" y="2336040"/>
              <a:ext cx="562680" cy="676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27297D-BFC5-AB10-2FB3-7F2A19C97D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8320" y="2326680"/>
                <a:ext cx="581400" cy="6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975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2E4A17-3133-F54D-9F3D-DEFE99CE46A2}"/>
                  </a:ext>
                </a:extLst>
              </p14:cNvPr>
              <p14:cNvContentPartPr/>
              <p14:nvPr/>
            </p14:nvContentPartPr>
            <p14:xfrm>
              <a:off x="986400" y="82800"/>
              <a:ext cx="10401120" cy="6665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2E4A17-3133-F54D-9F3D-DEFE99CE46A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77040" y="73440"/>
                <a:ext cx="10419840" cy="66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10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??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E0E284-A9C8-DA6B-CD89-6FFBE2E813C0}"/>
                  </a:ext>
                </a:extLst>
              </p14:cNvPr>
              <p14:cNvContentPartPr/>
              <p14:nvPr/>
            </p14:nvContentPartPr>
            <p14:xfrm>
              <a:off x="6900840" y="211320"/>
              <a:ext cx="4996440" cy="643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E0E284-A9C8-DA6B-CD89-6FFBE2E813C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91480" y="201960"/>
                <a:ext cx="5015160" cy="645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48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8A36D7-4FF8-E853-3DBE-4690A75B7FEB}"/>
                  </a:ext>
                </a:extLst>
              </p14:cNvPr>
              <p14:cNvContentPartPr/>
              <p14:nvPr/>
            </p14:nvContentPartPr>
            <p14:xfrm>
              <a:off x="4363200" y="1536840"/>
              <a:ext cx="7392960" cy="4289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8A36D7-4FF8-E853-3DBE-4690A75B7F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53840" y="1527480"/>
                <a:ext cx="7411680" cy="43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96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11C388-BD4D-1659-758A-A4D3E1242E0D}"/>
                  </a:ext>
                </a:extLst>
              </p14:cNvPr>
              <p14:cNvContentPartPr/>
              <p14:nvPr/>
            </p14:nvContentPartPr>
            <p14:xfrm>
              <a:off x="1699200" y="2354400"/>
              <a:ext cx="9746640" cy="406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11C388-BD4D-1659-758A-A4D3E1242E0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89840" y="2345040"/>
                <a:ext cx="9765360" cy="408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021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16B702-8FCD-C328-1C6C-A1B15680B270}"/>
                  </a:ext>
                </a:extLst>
              </p14:cNvPr>
              <p14:cNvContentPartPr/>
              <p14:nvPr/>
            </p14:nvContentPartPr>
            <p14:xfrm>
              <a:off x="3886920" y="2709360"/>
              <a:ext cx="3659760" cy="352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16B702-8FCD-C328-1C6C-A1B15680B2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7560" y="2700000"/>
                <a:ext cx="3678480" cy="35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437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39" name="Rectangle 38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16513" y="1473029"/>
            <a:ext cx="2286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24" name="Rectangle 23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Rectangle 41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373913" y="497822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056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6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95AC4A-B13D-B6B6-F4D3-23285B2F7CD5}"/>
                  </a:ext>
                </a:extLst>
              </p14:cNvPr>
              <p14:cNvContentPartPr/>
              <p14:nvPr/>
            </p14:nvContentPartPr>
            <p14:xfrm>
              <a:off x="8600040" y="771480"/>
              <a:ext cx="3466440" cy="3120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95AC4A-B13D-B6B6-F4D3-23285B2F7C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90680" y="762120"/>
                <a:ext cx="3485160" cy="313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6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6" grpId="0" animBg="1"/>
      <p:bldP spid="20" grpId="0"/>
      <p:bldP spid="55" grpId="0"/>
      <p:bldP spid="58" grpId="0"/>
      <p:bldP spid="59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46" name="Rectangle 45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7400" y="3279706"/>
            <a:ext cx="1143000" cy="1828800"/>
            <a:chOff x="762000" y="3301829"/>
            <a:chExt cx="1143000" cy="1828800"/>
          </a:xfrm>
        </p:grpSpPr>
        <p:sp>
          <p:nvSpPr>
            <p:cNvPr id="40" name="Rectangle 39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2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057400" y="3276600"/>
            <a:ext cx="1143000" cy="1828800"/>
            <a:chOff x="762000" y="3301829"/>
            <a:chExt cx="1143000" cy="1828800"/>
          </a:xfrm>
        </p:grpSpPr>
        <p:sp>
          <p:nvSpPr>
            <p:cNvPr id="34" name="Rectangle 33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52" name="Rectangle 51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7391400" y="5011757"/>
            <a:ext cx="228600" cy="1188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72600" y="1447800"/>
            <a:ext cx="228600" cy="3657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052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rot="16200000">
            <a:off x="5329359" y="2124934"/>
            <a:ext cx="437983" cy="82277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86700" y="6488668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for the series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8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0" grpId="0"/>
      <p:bldP spid="30" grpId="0"/>
      <p:bldP spid="31" grpId="0"/>
      <p:bldP spid="58" grpId="0" animBg="1"/>
      <p:bldP spid="59" grpId="0" animBg="1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1F1704-1364-9193-FF58-9A8FCA3B2070}"/>
                  </a:ext>
                </a:extLst>
              </p14:cNvPr>
              <p14:cNvContentPartPr/>
              <p14:nvPr/>
            </p14:nvContentPartPr>
            <p14:xfrm>
              <a:off x="1020240" y="2140200"/>
              <a:ext cx="6437160" cy="360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1F1704-1364-9193-FF58-9A8FCA3B20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880" y="2130840"/>
                <a:ext cx="6455880" cy="36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attempts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  <a:p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5640191"/>
                  </p:ext>
                </p:extLst>
              </p:nvPr>
            </p:nvGraphicFramePr>
            <p:xfrm>
              <a:off x="1485900" y="1988820"/>
              <a:ext cx="9220199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91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91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8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89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05882" r="-22397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05882" r="-139865" b="-380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05882" r="-976" b="-380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</a:t>
                          </a:r>
                        </a:p>
                        <a:p>
                          <a:r>
                            <a:rPr lang="en-US" sz="2100" dirty="0"/>
                            <a:t>(worst)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43333" r="-22397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43333" r="-139865" b="-1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43333" r="-976" b="-1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 (expected)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43333" r="-22397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43333" r="-139865" b="-1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43333" r="-976" b="-1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FBFB7D-9910-2693-8031-4B901DC16DDD}"/>
                  </a:ext>
                </a:extLst>
              </p14:cNvPr>
              <p14:cNvContentPartPr/>
              <p14:nvPr/>
            </p14:nvContentPartPr>
            <p14:xfrm>
              <a:off x="626760" y="2329920"/>
              <a:ext cx="10871280" cy="342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FBFB7D-9910-2693-8031-4B901DC16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400" y="2320560"/>
                <a:ext cx="10890000" cy="34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AF19-ADB0-CEDA-E499-060E3A41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Tree “Vocab”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F1423-9B9F-8928-7B3D-7CF5E1C30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98" y="18045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Traversal:</a:t>
            </a:r>
          </a:p>
          <a:p>
            <a:pPr lvl="1"/>
            <a:r>
              <a:rPr lang="en-US" dirty="0"/>
              <a:t>An algorithm for “visiting/processing” every node in a tree</a:t>
            </a:r>
          </a:p>
          <a:p>
            <a:r>
              <a:rPr lang="en-US" dirty="0"/>
              <a:t>Pre-Order Traversal:</a:t>
            </a:r>
          </a:p>
          <a:p>
            <a:pPr lvl="1"/>
            <a:r>
              <a:rPr lang="en-US" dirty="0"/>
              <a:t>Root, Left Subtree, Right Subtree</a:t>
            </a:r>
          </a:p>
          <a:p>
            <a:pPr lvl="1"/>
            <a:r>
              <a:rPr lang="en-US" dirty="0"/>
              <a:t>D U S 2 B</a:t>
            </a:r>
          </a:p>
          <a:p>
            <a:r>
              <a:rPr lang="en-US" dirty="0"/>
              <a:t>In-Order Traversal:</a:t>
            </a:r>
          </a:p>
          <a:p>
            <a:pPr lvl="1"/>
            <a:r>
              <a:rPr lang="en-US" dirty="0"/>
              <a:t>Left Subtree, Root, Right Subtree</a:t>
            </a:r>
          </a:p>
          <a:p>
            <a:pPr lvl="1"/>
            <a:r>
              <a:rPr lang="en-US" dirty="0"/>
              <a:t>S U 2  D B</a:t>
            </a:r>
          </a:p>
          <a:p>
            <a:r>
              <a:rPr lang="en-US" dirty="0"/>
              <a:t>Post-Order Traversal</a:t>
            </a:r>
          </a:p>
          <a:p>
            <a:pPr lvl="1"/>
            <a:r>
              <a:rPr lang="en-US" dirty="0"/>
              <a:t>Left Subtree, Right Subtree, Root</a:t>
            </a:r>
          </a:p>
          <a:p>
            <a:pPr lvl="1"/>
            <a:r>
              <a:rPr lang="en-US" dirty="0"/>
              <a:t>S 2 U B 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71AA27-B709-68DB-ED61-5CFC34EE7535}"/>
              </a:ext>
            </a:extLst>
          </p:cNvPr>
          <p:cNvSpPr/>
          <p:nvPr/>
        </p:nvSpPr>
        <p:spPr>
          <a:xfrm>
            <a:off x="9921241" y="681037"/>
            <a:ext cx="688077" cy="68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0F0F4-CCA6-1F0F-2E8C-1EA305114FE8}"/>
              </a:ext>
            </a:extLst>
          </p:cNvPr>
          <p:cNvSpPr/>
          <p:nvPr/>
        </p:nvSpPr>
        <p:spPr>
          <a:xfrm>
            <a:off x="8930641" y="138225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07A1F2-30F9-729B-1528-91EAFB4D1467}"/>
              </a:ext>
            </a:extLst>
          </p:cNvPr>
          <p:cNvSpPr/>
          <p:nvPr/>
        </p:nvSpPr>
        <p:spPr>
          <a:xfrm>
            <a:off x="10941446" y="1424116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BEA08-669E-B443-72F8-BA5F0CEEB896}"/>
              </a:ext>
            </a:extLst>
          </p:cNvPr>
          <p:cNvSpPr/>
          <p:nvPr/>
        </p:nvSpPr>
        <p:spPr>
          <a:xfrm>
            <a:off x="8321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BE23D9-06E9-66F6-B04D-AE64602081C5}"/>
              </a:ext>
            </a:extLst>
          </p:cNvPr>
          <p:cNvSpPr/>
          <p:nvPr/>
        </p:nvSpPr>
        <p:spPr>
          <a:xfrm>
            <a:off x="9464041" y="2351492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00C509-5697-D96D-ED44-6AF53EE8DA7A}"/>
              </a:ext>
            </a:extLst>
          </p:cNvPr>
          <p:cNvCxnSpPr>
            <a:stCxn id="6" idx="1"/>
            <a:endCxn id="4" idx="5"/>
          </p:cNvCxnSpPr>
          <p:nvPr/>
        </p:nvCxnSpPr>
        <p:spPr>
          <a:xfrm flipH="1" flipV="1">
            <a:off x="10508550" y="1268346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22C071-DF0C-D512-68A9-B941D1228586}"/>
              </a:ext>
            </a:extLst>
          </p:cNvPr>
          <p:cNvCxnSpPr>
            <a:stCxn id="5" idx="7"/>
            <a:endCxn id="4" idx="3"/>
          </p:cNvCxnSpPr>
          <p:nvPr/>
        </p:nvCxnSpPr>
        <p:spPr>
          <a:xfrm flipV="1">
            <a:off x="9517951" y="1268346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9E9506-B816-4FDB-6488-95FEF0DA2885}"/>
              </a:ext>
            </a:extLst>
          </p:cNvPr>
          <p:cNvCxnSpPr>
            <a:stCxn id="8" idx="0"/>
            <a:endCxn id="5" idx="5"/>
          </p:cNvCxnSpPr>
          <p:nvPr/>
        </p:nvCxnSpPr>
        <p:spPr>
          <a:xfrm flipH="1" flipV="1">
            <a:off x="9517951" y="1969561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CC884B-01B4-13C8-F936-0590B4EE303A}"/>
              </a:ext>
            </a:extLst>
          </p:cNvPr>
          <p:cNvCxnSpPr>
            <a:stCxn id="7" idx="0"/>
            <a:endCxn id="5" idx="3"/>
          </p:cNvCxnSpPr>
          <p:nvPr/>
        </p:nvCxnSpPr>
        <p:spPr>
          <a:xfrm flipV="1">
            <a:off x="8665079" y="1969561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4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41BB-3D3E-2892-1138-23936D22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that Traversal!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85F3B-810A-B300-B3D1-DB07A7B7626D}"/>
              </a:ext>
            </a:extLst>
          </p:cNvPr>
          <p:cNvSpPr txBox="1"/>
          <p:nvPr/>
        </p:nvSpPr>
        <p:spPr>
          <a:xfrm>
            <a:off x="0" y="1828800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21AD2-233A-B15D-281E-50F6C7B8EB57}"/>
              </a:ext>
            </a:extLst>
          </p:cNvPr>
          <p:cNvSpPr txBox="1"/>
          <p:nvPr/>
        </p:nvSpPr>
        <p:spPr>
          <a:xfrm>
            <a:off x="4045337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C02A-AE8D-56FD-438A-B6623B7BE486}"/>
              </a:ext>
            </a:extLst>
          </p:cNvPr>
          <p:cNvSpPr txBox="1"/>
          <p:nvPr/>
        </p:nvSpPr>
        <p:spPr>
          <a:xfrm>
            <a:off x="8146664" y="1822768"/>
            <a:ext cx="40453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CorderTraversal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process(root)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process(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21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B5E9-06A8-32A2-7716-F22B52B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297E-7EE5-3C68-FD59-6C568325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763"/>
            <a:ext cx="10515600" cy="4351338"/>
          </a:xfrm>
        </p:spPr>
        <p:txBody>
          <a:bodyPr/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Tree where each node has at most 2 children</a:t>
            </a:r>
          </a:p>
          <a:p>
            <a:r>
              <a:rPr lang="en-US" dirty="0"/>
              <a:t>Order Property</a:t>
            </a:r>
          </a:p>
          <a:p>
            <a:pPr lvl="1"/>
            <a:r>
              <a:rPr lang="en-US" dirty="0"/>
              <a:t>All keys in the left subtree are smaller than the root</a:t>
            </a:r>
          </a:p>
          <a:p>
            <a:pPr lvl="1"/>
            <a:r>
              <a:rPr lang="en-US" dirty="0"/>
              <a:t>All keys in the right subtree are larger than the root</a:t>
            </a:r>
          </a:p>
          <a:p>
            <a:pPr lvl="1"/>
            <a:r>
              <a:rPr lang="en-US" dirty="0"/>
              <a:t>Consequence: cannot have repeated values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71E9C4-A101-FA4C-0659-721A14214FB9}"/>
              </a:ext>
            </a:extLst>
          </p:cNvPr>
          <p:cNvGrpSpPr/>
          <p:nvPr/>
        </p:nvGrpSpPr>
        <p:grpSpPr>
          <a:xfrm>
            <a:off x="5719609" y="-50800"/>
            <a:ext cx="6172672" cy="2998788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790789-87A7-46C0-EA6C-2277D13D78EE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295B32-4297-8096-ECFD-F8DF78979C08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BB6D470-F748-CAA2-B85B-F5670795C1A8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D716C2-27E6-7E2D-7139-2D180A5286B4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18C3C5-E267-10AD-79B8-85A8152A145D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710BDE-CE64-A054-63A0-910654063B2A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D2F92E-73DC-0C75-E9E1-B514E3CDE03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B0BCFA-A5E6-EA50-A0E5-4E556987C546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4C1969-2C20-D8A3-AF4D-89148C62640C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44E483-8BEE-9320-2C66-83FC9EA0B1A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71AA0-D30E-E312-E5A8-C884765372F5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3C3A7-61D8-70EC-4EEE-3D6FE811705B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3F9A90-2C43-EFB7-CB66-282BFFEA2185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EEC53A-1AFB-D890-5A14-FFCEFA2A15B8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BA74E8D-B454-F5F2-6149-D711F44D4890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211060-D69A-92CF-3F0C-77A1BD53CDBE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0372726-C603-E467-D286-87E153C707A7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884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6548-9D98-39FE-74B0-AE28060A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BSTs?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E5AD0C-4A2B-9A16-4E21-6AB1559EA083}"/>
              </a:ext>
            </a:extLst>
          </p:cNvPr>
          <p:cNvGrpSpPr/>
          <p:nvPr/>
        </p:nvGrpSpPr>
        <p:grpSpPr>
          <a:xfrm>
            <a:off x="200248" y="1567009"/>
            <a:ext cx="4036614" cy="2762801"/>
            <a:chOff x="131609" y="2379747"/>
            <a:chExt cx="4036614" cy="27628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6A6EC8-5DF8-4AA2-99AA-01038135CE44}"/>
                </a:ext>
              </a:extLst>
            </p:cNvPr>
            <p:cNvSpPr/>
            <p:nvPr/>
          </p:nvSpPr>
          <p:spPr>
            <a:xfrm>
              <a:off x="2259363" y="237974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805804-F2DC-C6FD-B8E9-574ACB44AD21}"/>
                </a:ext>
              </a:extLst>
            </p:cNvPr>
            <p:cNvSpPr/>
            <p:nvPr/>
          </p:nvSpPr>
          <p:spPr>
            <a:xfrm>
              <a:off x="1556072" y="3043035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B5938-265F-ABFC-25F4-5D8918243D7E}"/>
                </a:ext>
              </a:extLst>
            </p:cNvPr>
            <p:cNvSpPr/>
            <p:nvPr/>
          </p:nvSpPr>
          <p:spPr>
            <a:xfrm>
              <a:off x="2943201" y="300747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F0C916-C4B6-92D6-8494-EA5DFFA91B3D}"/>
                </a:ext>
              </a:extLst>
            </p:cNvPr>
            <p:cNvSpPr/>
            <p:nvPr/>
          </p:nvSpPr>
          <p:spPr>
            <a:xfrm>
              <a:off x="820352" y="379936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91AC77-7F7D-F3E6-C149-208F5C5970A9}"/>
                </a:ext>
              </a:extLst>
            </p:cNvPr>
            <p:cNvSpPr/>
            <p:nvPr/>
          </p:nvSpPr>
          <p:spPr>
            <a:xfrm>
              <a:off x="3555712" y="3697555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1FA898-5F86-702E-BACF-23EAF0ED22D9}"/>
                </a:ext>
              </a:extLst>
            </p:cNvPr>
            <p:cNvSpPr/>
            <p:nvPr/>
          </p:nvSpPr>
          <p:spPr>
            <a:xfrm>
              <a:off x="131609" y="4530037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F02345-0F06-9D9F-427F-6826149A089F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078883" y="2902558"/>
              <a:ext cx="270180" cy="230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F37D10-ECAB-4C4B-8186-21080F7EB02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2782174" y="2902558"/>
              <a:ext cx="250727" cy="1946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B40EF5-F8EE-E10F-696D-062B8556F3FC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1343163" y="3565846"/>
              <a:ext cx="302609" cy="323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C5E63E-B3AA-4E99-B718-95F43830258A}"/>
                </a:ext>
              </a:extLst>
            </p:cNvPr>
            <p:cNvCxnSpPr>
              <a:cxnSpLocks/>
              <a:stCxn id="12" idx="7"/>
              <a:endCxn id="8" idx="3"/>
            </p:cNvCxnSpPr>
            <p:nvPr/>
          </p:nvCxnSpPr>
          <p:spPr>
            <a:xfrm flipV="1">
              <a:off x="654420" y="4322171"/>
              <a:ext cx="255632" cy="297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5BC7B60-9565-522D-D281-1C17537B9FCE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3466012" y="3530286"/>
              <a:ext cx="179400" cy="2569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884F94-B209-66BE-9805-70530BB7643C}"/>
              </a:ext>
            </a:extLst>
          </p:cNvPr>
          <p:cNvGrpSpPr/>
          <p:nvPr/>
        </p:nvGrpSpPr>
        <p:grpSpPr>
          <a:xfrm>
            <a:off x="6758024" y="2938268"/>
            <a:ext cx="3877904" cy="3796337"/>
            <a:chOff x="41909" y="1095926"/>
            <a:chExt cx="3877904" cy="379633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8C104B-2AC3-76E9-2B47-DAB7FCAFA33F}"/>
                </a:ext>
              </a:extLst>
            </p:cNvPr>
            <p:cNvSpPr/>
            <p:nvPr/>
          </p:nvSpPr>
          <p:spPr>
            <a:xfrm>
              <a:off x="2032627" y="237198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9204F87-3913-03CF-D0FF-35DB4BAA0656}"/>
                </a:ext>
              </a:extLst>
            </p:cNvPr>
            <p:cNvSpPr/>
            <p:nvPr/>
          </p:nvSpPr>
          <p:spPr>
            <a:xfrm>
              <a:off x="1339516" y="3025542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7C5F20C-29FD-AE0D-F4C5-50410235796D}"/>
                </a:ext>
              </a:extLst>
            </p:cNvPr>
            <p:cNvSpPr/>
            <p:nvPr/>
          </p:nvSpPr>
          <p:spPr>
            <a:xfrm>
              <a:off x="2694793" y="172896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8EF4C2-E99D-433A-7E38-FD10C7AE2AA5}"/>
                </a:ext>
              </a:extLst>
            </p:cNvPr>
            <p:cNvSpPr/>
            <p:nvPr/>
          </p:nvSpPr>
          <p:spPr>
            <a:xfrm>
              <a:off x="674261" y="3667241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66E27F-8D6C-3E0B-4F79-2A655295B958}"/>
                </a:ext>
              </a:extLst>
            </p:cNvPr>
            <p:cNvSpPr/>
            <p:nvPr/>
          </p:nvSpPr>
          <p:spPr>
            <a:xfrm>
              <a:off x="3307302" y="1095926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54C4440-F81A-3A7F-27E9-725F1CAA06F4}"/>
                </a:ext>
              </a:extLst>
            </p:cNvPr>
            <p:cNvSpPr/>
            <p:nvPr/>
          </p:nvSpPr>
          <p:spPr>
            <a:xfrm>
              <a:off x="41909" y="4279752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7012BB1-0ABB-B4AD-2F57-9C1110B619BB}"/>
                </a:ext>
              </a:extLst>
            </p:cNvPr>
            <p:cNvCxnSpPr>
              <a:cxnSpLocks/>
              <a:stCxn id="25" idx="3"/>
              <a:endCxn id="26" idx="7"/>
            </p:cNvCxnSpPr>
            <p:nvPr/>
          </p:nvCxnSpPr>
          <p:spPr>
            <a:xfrm flipH="1">
              <a:off x="1862327" y="2894791"/>
              <a:ext cx="260000" cy="220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783DAE3-3D5D-15E4-B689-776BBAEF2CA2}"/>
                </a:ext>
              </a:extLst>
            </p:cNvPr>
            <p:cNvCxnSpPr>
              <a:cxnSpLocks/>
              <a:stCxn id="25" idx="7"/>
              <a:endCxn id="27" idx="3"/>
            </p:cNvCxnSpPr>
            <p:nvPr/>
          </p:nvCxnSpPr>
          <p:spPr>
            <a:xfrm flipV="1">
              <a:off x="2555438" y="2251773"/>
              <a:ext cx="229055" cy="2099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E6B326-F8D7-83A0-7746-675AF1939561}"/>
                </a:ext>
              </a:extLst>
            </p:cNvPr>
            <p:cNvCxnSpPr>
              <a:stCxn id="28" idx="7"/>
              <a:endCxn id="26" idx="3"/>
            </p:cNvCxnSpPr>
            <p:nvPr/>
          </p:nvCxnSpPr>
          <p:spPr>
            <a:xfrm flipV="1">
              <a:off x="1197072" y="3548353"/>
              <a:ext cx="232144" cy="208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325648F-1B77-2F45-09C7-4D83E88B0D3C}"/>
                </a:ext>
              </a:extLst>
            </p:cNvPr>
            <p:cNvCxnSpPr>
              <a:cxnSpLocks/>
              <a:stCxn id="30" idx="7"/>
              <a:endCxn id="28" idx="3"/>
            </p:cNvCxnSpPr>
            <p:nvPr/>
          </p:nvCxnSpPr>
          <p:spPr>
            <a:xfrm flipV="1">
              <a:off x="564720" y="4190052"/>
              <a:ext cx="199241" cy="1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518FA16-BC35-AB0B-3154-ED1E47669354}"/>
                </a:ext>
              </a:extLst>
            </p:cNvPr>
            <p:cNvCxnSpPr>
              <a:cxnSpLocks/>
              <a:stCxn id="29" idx="3"/>
              <a:endCxn id="27" idx="7"/>
            </p:cNvCxnSpPr>
            <p:nvPr/>
          </p:nvCxnSpPr>
          <p:spPr>
            <a:xfrm flipH="1">
              <a:off x="3217604" y="1618737"/>
              <a:ext cx="179398" cy="1999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DE8E303-07A5-0FEA-D6A9-AA75413C8B43}"/>
              </a:ext>
            </a:extLst>
          </p:cNvPr>
          <p:cNvGrpSpPr/>
          <p:nvPr/>
        </p:nvGrpSpPr>
        <p:grpSpPr>
          <a:xfrm>
            <a:off x="5894880" y="334374"/>
            <a:ext cx="4036614" cy="2762801"/>
            <a:chOff x="5413263" y="1203158"/>
            <a:chExt cx="4036614" cy="27628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DE93E5E-47AF-DA70-5553-9B15F4248E19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0D95083-1032-E089-E0A6-2DDC0645E5CD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40CD5BB-759D-9930-59D7-E866E894F84D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AFB0B45-1D09-7FB3-2584-B1C055243DC8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E7364C8-CE67-2CDD-F323-1DB8BA6ED0FC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7B236FA-64A2-FF24-C027-2E1851FDA694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469DE87-EE49-BE73-3F23-F86634871488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3B9DA36-B4DF-1C20-A4FD-670899389501}"/>
                  </a:ext>
                </a:extLst>
              </p:cNvPr>
              <p:cNvCxnSpPr>
                <a:cxnSpLocks/>
                <a:stCxn id="58" idx="3"/>
                <a:endCxn id="5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5C94700-070A-B561-8ADC-5D4F8C148F03}"/>
                  </a:ext>
                </a:extLst>
              </p:cNvPr>
              <p:cNvCxnSpPr>
                <a:cxnSpLocks/>
                <a:stCxn id="58" idx="5"/>
                <a:endCxn id="6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3319A1F-7FEA-B5E1-183D-B46A7BD98F7A}"/>
                  </a:ext>
                </a:extLst>
              </p:cNvPr>
              <p:cNvCxnSpPr>
                <a:stCxn id="61" idx="7"/>
                <a:endCxn id="5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FDEE638-D040-5710-1D02-39AA593813D4}"/>
                  </a:ext>
                </a:extLst>
              </p:cNvPr>
              <p:cNvCxnSpPr>
                <a:cxnSpLocks/>
                <a:stCxn id="63" idx="7"/>
                <a:endCxn id="6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4BFAE1A-394A-A2F5-3B40-B82D2E654900}"/>
                  </a:ext>
                </a:extLst>
              </p:cNvPr>
              <p:cNvCxnSpPr>
                <a:stCxn id="62" idx="1"/>
                <a:endCxn id="6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FA0846D-5821-0C57-9E29-76E3C1337D8F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250BAC-0A03-1B48-1E20-909F0F10479D}"/>
                </a:ext>
              </a:extLst>
            </p:cNvPr>
            <p:cNvCxnSpPr>
              <a:cxnSpLocks/>
              <a:stCxn id="69" idx="1"/>
              <a:endCxn id="5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ACDE4A-98B0-022C-87D8-15AEA4022316}"/>
              </a:ext>
            </a:extLst>
          </p:cNvPr>
          <p:cNvGrpSpPr/>
          <p:nvPr/>
        </p:nvGrpSpPr>
        <p:grpSpPr>
          <a:xfrm>
            <a:off x="2376685" y="3800627"/>
            <a:ext cx="4036614" cy="2762801"/>
            <a:chOff x="5413263" y="1203158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EFED0A-5C34-B6F0-549E-4E88321F4178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1714744-621D-F5E0-3846-0DE7B9124DEE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E982F01-E273-B8BE-B119-E2CC24AD004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860A6C0-91DB-9D6E-4E29-D2DA63F0461F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5ED5B8-C63A-1E80-38DD-8981EBB048FF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801A08-6C6E-24D9-1F1A-23D7CC5BB202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A063D3F-1277-6121-2D74-062102099201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1B54F0-6F9E-6234-A5A1-BF7815089EA1}"/>
                  </a:ext>
                </a:extLst>
              </p:cNvPr>
              <p:cNvCxnSpPr>
                <a:cxnSpLocks/>
                <a:stCxn id="13" idx="3"/>
                <a:endCxn id="16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AF691C-C423-88A5-793D-69792CD41AA7}"/>
                  </a:ext>
                </a:extLst>
              </p:cNvPr>
              <p:cNvCxnSpPr>
                <a:cxnSpLocks/>
                <a:stCxn id="13" idx="5"/>
                <a:endCxn id="18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50A1733-3E9B-E375-CD65-075CED3234CA}"/>
                  </a:ext>
                </a:extLst>
              </p:cNvPr>
              <p:cNvCxnSpPr>
                <a:stCxn id="20" idx="7"/>
                <a:endCxn id="16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397CF2A-3C8F-10A1-2382-29256DF9A85E}"/>
                  </a:ext>
                </a:extLst>
              </p:cNvPr>
              <p:cNvCxnSpPr>
                <a:cxnSpLocks/>
                <a:stCxn id="36" idx="7"/>
                <a:endCxn id="20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EDE9409-B167-DA3A-92F3-63FF2E4C3C11}"/>
                  </a:ext>
                </a:extLst>
              </p:cNvPr>
              <p:cNvCxnSpPr>
                <a:stCxn id="22" idx="1"/>
                <a:endCxn id="18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CB6E68-1D64-B8A9-6FEF-CE6C62F71FBC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59C2F0-D084-076D-73BD-249FCD714F8D}"/>
                </a:ext>
              </a:extLst>
            </p:cNvPr>
            <p:cNvCxnSpPr>
              <a:cxnSpLocks/>
              <a:stCxn id="9" idx="1"/>
              <a:endCxn id="16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5263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08E2-751D-F879-3C45-BB45A60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not use an array?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represented a heap using an array, finding children/parents by index</a:t>
                </a:r>
              </a:p>
              <a:p>
                <a:r>
                  <a:rPr lang="en-US" dirty="0"/>
                  <a:t>We will represent BSTs with nodes and references. Why?</a:t>
                </a:r>
              </a:p>
              <a:p>
                <a:pPr lvl="1"/>
                <a:r>
                  <a:rPr lang="en-US" dirty="0"/>
                  <a:t>We might have “gaps” in our tree</a:t>
                </a:r>
              </a:p>
              <a:p>
                <a:pPr lvl="1"/>
                <a:r>
                  <a:rPr lang="en-US" dirty="0"/>
                  <a:t>Memory!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5E47A-18BE-FF51-7E6C-F3393F2D6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920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if (key ==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return find(key,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return Null;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917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4863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root.left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root = </a:t>
            </a:r>
            <a:r>
              <a:rPr lang="en-US" dirty="0" err="1"/>
              <a:t>root.right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</a:t>
            </a:r>
          </a:p>
          <a:p>
            <a:pPr marL="0" indent="0">
              <a:buNone/>
            </a:pPr>
            <a:r>
              <a:rPr lang="en-US" dirty="0"/>
              <a:t>		return Null;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root.value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771352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6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root = </a:t>
            </a:r>
            <a:r>
              <a:rPr lang="en-US" dirty="0" err="1"/>
              <a:t>insertHelper</a:t>
            </a:r>
            <a:r>
              <a:rPr lang="en-US" dirty="0"/>
              <a:t>(key, value, root);	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insertHelper</a:t>
            </a:r>
            <a:r>
              <a:rPr lang="en-US" dirty="0"/>
              <a:t>(key, value, root){</a:t>
            </a:r>
          </a:p>
          <a:p>
            <a:pPr marL="0" indent="0">
              <a:buNone/>
            </a:pPr>
            <a:r>
              <a:rPr lang="en-US" dirty="0"/>
              <a:t>	if(root == null)</a:t>
            </a:r>
          </a:p>
          <a:p>
            <a:pPr marL="0" indent="0">
              <a:buNone/>
            </a:pPr>
            <a:r>
              <a:rPr lang="en-US" dirty="0"/>
              <a:t>		return new Node(key, value);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root.right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root.left</a:t>
            </a:r>
            <a:r>
              <a:rPr lang="en-US" dirty="0"/>
              <a:t> = </a:t>
            </a:r>
            <a:r>
              <a:rPr lang="en-US" dirty="0" err="1"/>
              <a:t>insertHelper</a:t>
            </a:r>
            <a:r>
              <a:rPr lang="en-US" dirty="0"/>
              <a:t>(key, value, </a:t>
            </a:r>
            <a:r>
              <a:rPr lang="en-US" dirty="0" err="1"/>
              <a:t>root.left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return root;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2267298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Insert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insert(key, value, root){</a:t>
            </a:r>
          </a:p>
          <a:p>
            <a:pPr marL="0" indent="0">
              <a:buNone/>
            </a:pPr>
            <a:r>
              <a:rPr lang="en-US" dirty="0"/>
              <a:t>	if (root == Null){ </a:t>
            </a:r>
            <a:r>
              <a:rPr lang="en-US" dirty="0" err="1"/>
              <a:t>this.root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parent = Null;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parent = root;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!= Null){ </a:t>
            </a:r>
            <a:r>
              <a:rPr lang="en-US" dirty="0" err="1"/>
              <a:t>root.value</a:t>
            </a:r>
            <a:r>
              <a:rPr lang="en-US" dirty="0"/>
              <a:t> = value; }</a:t>
            </a:r>
          </a:p>
          <a:p>
            <a:pPr marL="0" indent="0">
              <a:buNone/>
            </a:pPr>
            <a:r>
              <a:rPr lang="en-US" dirty="0"/>
              <a:t>	else if (key &lt; </a:t>
            </a:r>
            <a:r>
              <a:rPr lang="en-US" dirty="0" err="1"/>
              <a:t>parent.key</a:t>
            </a:r>
            <a:r>
              <a:rPr lang="en-US" dirty="0"/>
              <a:t>){ </a:t>
            </a:r>
            <a:r>
              <a:rPr lang="en-US" dirty="0" err="1"/>
              <a:t>parent.left</a:t>
            </a:r>
            <a:r>
              <a:rPr lang="en-US" dirty="0"/>
              <a:t> = new Node(key, value); }</a:t>
            </a:r>
          </a:p>
          <a:p>
            <a:pPr marL="0" indent="0">
              <a:buNone/>
            </a:pPr>
            <a:r>
              <a:rPr lang="en-US" dirty="0"/>
              <a:t>	else{ </a:t>
            </a:r>
            <a:r>
              <a:rPr lang="en-US" dirty="0" err="1"/>
              <a:t>parent.right</a:t>
            </a:r>
            <a:r>
              <a:rPr lang="en-US" dirty="0"/>
              <a:t> = new Node (key, value);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70735B-03F0-160D-23CF-0D614E00B4D4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5413263" y="1203158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A1F936-94E3-B970-9075-7FDD968CD1F3}"/>
                </a:ext>
              </a:extLst>
            </p:cNvPr>
            <p:cNvGrpSpPr/>
            <p:nvPr/>
          </p:nvGrpSpPr>
          <p:grpSpPr>
            <a:xfrm>
              <a:off x="5413263" y="1203158"/>
              <a:ext cx="4036614" cy="2762801"/>
              <a:chOff x="131609" y="2379747"/>
              <a:chExt cx="4036614" cy="27628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50B02B1-9B98-2BBC-8CE2-98986D25F159}"/>
                  </a:ext>
                </a:extLst>
              </p:cNvPr>
              <p:cNvSpPr/>
              <p:nvPr/>
            </p:nvSpPr>
            <p:spPr>
              <a:xfrm>
                <a:off x="2259363" y="237974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75DB836-C24D-B0D7-C861-32998C858A21}"/>
                  </a:ext>
                </a:extLst>
              </p:cNvPr>
              <p:cNvSpPr/>
              <p:nvPr/>
            </p:nvSpPr>
            <p:spPr>
              <a:xfrm>
                <a:off x="1556072" y="3043035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0170677-49FE-DA4D-C375-3C8BA0C66CFA}"/>
                  </a:ext>
                </a:extLst>
              </p:cNvPr>
              <p:cNvSpPr/>
              <p:nvPr/>
            </p:nvSpPr>
            <p:spPr>
              <a:xfrm>
                <a:off x="2943201" y="300747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34C13F0-4203-47AB-2431-B2ED32886F93}"/>
                  </a:ext>
                </a:extLst>
              </p:cNvPr>
              <p:cNvSpPr/>
              <p:nvPr/>
            </p:nvSpPr>
            <p:spPr>
              <a:xfrm>
                <a:off x="820352" y="3799360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FBCF91-BBF7-4271-9169-45F56648DD71}"/>
                  </a:ext>
                </a:extLst>
              </p:cNvPr>
              <p:cNvSpPr/>
              <p:nvPr/>
            </p:nvSpPr>
            <p:spPr>
              <a:xfrm>
                <a:off x="3555712" y="3697555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AC532E5-2A85-D663-8446-585A13F92E62}"/>
                  </a:ext>
                </a:extLst>
              </p:cNvPr>
              <p:cNvSpPr/>
              <p:nvPr/>
            </p:nvSpPr>
            <p:spPr>
              <a:xfrm>
                <a:off x="131609" y="4530037"/>
                <a:ext cx="612511" cy="61251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09125AD-9B5C-7493-9272-2F1DA89CE01F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2078883" y="2902558"/>
                <a:ext cx="270180" cy="230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93D686-AF2B-E9E1-76F6-D11031779EE4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782174" y="2902558"/>
                <a:ext cx="250727" cy="194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7955860-35DB-B2E4-DCE1-B378FA7BC357}"/>
                  </a:ext>
                </a:extLst>
              </p:cNvPr>
              <p:cNvCxnSpPr>
                <a:stCxn id="11" idx="7"/>
                <a:endCxn id="9" idx="3"/>
              </p:cNvCxnSpPr>
              <p:nvPr/>
            </p:nvCxnSpPr>
            <p:spPr>
              <a:xfrm flipV="1">
                <a:off x="1343163" y="3565846"/>
                <a:ext cx="302609" cy="3232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23286C-EC12-D977-43D0-51802A0AC727}"/>
                  </a:ext>
                </a:extLst>
              </p:cNvPr>
              <p:cNvCxnSpPr>
                <a:cxnSpLocks/>
                <a:stCxn id="13" idx="7"/>
                <a:endCxn id="11" idx="3"/>
              </p:cNvCxnSpPr>
              <p:nvPr/>
            </p:nvCxnSpPr>
            <p:spPr>
              <a:xfrm flipV="1">
                <a:off x="654420" y="4322171"/>
                <a:ext cx="255632" cy="2975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23BC4-097B-A907-A1CC-F4A3083684DE}"/>
                  </a:ext>
                </a:extLst>
              </p:cNvPr>
              <p:cNvCxnSpPr>
                <a:stCxn id="12" idx="1"/>
                <a:endCxn id="10" idx="5"/>
              </p:cNvCxnSpPr>
              <p:nvPr/>
            </p:nvCxnSpPr>
            <p:spPr>
              <a:xfrm flipH="1" flipV="1">
                <a:off x="3466012" y="3530286"/>
                <a:ext cx="179400" cy="2569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637BB8-2207-4532-477F-45453B8D7C43}"/>
                </a:ext>
              </a:extLst>
            </p:cNvPr>
            <p:cNvSpPr/>
            <p:nvPr/>
          </p:nvSpPr>
          <p:spPr>
            <a:xfrm>
              <a:off x="7531290" y="2520224"/>
              <a:ext cx="612511" cy="61251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B42508-3220-7F2F-F806-D6A321054F05}"/>
                </a:ext>
              </a:extLst>
            </p:cNvPr>
            <p:cNvCxnSpPr>
              <a:cxnSpLocks/>
              <a:stCxn id="6" idx="1"/>
              <a:endCxn id="9" idx="5"/>
            </p:cNvCxnSpPr>
            <p:nvPr/>
          </p:nvCxnSpPr>
          <p:spPr>
            <a:xfrm flipH="1" flipV="1">
              <a:off x="7360537" y="2389257"/>
              <a:ext cx="260453" cy="2206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BCDDF-B493-4857-C77E-F1CA84F2DE5D}"/>
              </a:ext>
            </a:extLst>
          </p:cNvPr>
          <p:cNvSpPr txBox="1"/>
          <p:nvPr/>
        </p:nvSpPr>
        <p:spPr>
          <a:xfrm>
            <a:off x="6956564" y="6312842"/>
            <a:ext cx="516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Insert happens only at the leaves!</a:t>
            </a:r>
          </a:p>
        </p:txBody>
      </p:sp>
    </p:spTree>
    <p:extLst>
      <p:ext uri="{BB962C8B-B14F-4D97-AF65-F5344CB8AC3E}">
        <p14:creationId xmlns:p14="http://schemas.microsoft.com/office/powerpoint/2010/main" val="323534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// Now root is the node to delete, what happens next?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258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AF61-C0E9-5358-15F9-71C3896E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– 3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EAC8-3204-C998-083A-0CA3CB38D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0 Children (i.e. it’s a leaf)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1 Child</a:t>
            </a:r>
          </a:p>
          <a:p>
            <a:pPr lvl="1"/>
            <a:r>
              <a:rPr lang="en-US" dirty="0"/>
              <a:t>Replace the deleted node with its child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 Children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Replace the deleted with the largest node to its left or else the smallest node to its right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AC3D59-3E05-191D-A7BF-6AC36E848F5B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33A002-A754-52F5-FA72-68624BE2C8D0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8219CE-3255-59E4-61D6-419B3BAFB9D7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142312F-4523-0F4A-18D6-D202467C630B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B78B0BF-9986-AD99-C54F-D7B175C1C6D9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B86446-8709-F970-19FA-1560746A8F8B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2845EA2-0AD9-0332-93AD-E32D492ACF75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5DC21F3-A9FD-FEF7-D158-D2B83E668A9A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2595E8C-ACCE-26C0-95A6-DF31D51FB63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09B76C-5533-8CEE-1C8E-C13D430D6C0A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6BA5A95-4800-75BA-5CE6-E383F92011EB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AC4D699-B4C5-E5A7-F3D0-4965AD3CEF52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BE01189-9D86-9F73-E90F-C51F6D57DB47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6CAF12A-D2DF-12A3-D54E-B3E2AADBEE87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D0412F1-A696-4E74-5C2D-01D272BC7D1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0FEBA68-EB7A-A625-123F-3DFEFE9705FD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6FB638-874C-F8CE-DA66-D385D2D1E610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rgbClr val="FF646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35A3DD-4BC9-7373-F046-80248E667B84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A20141-63E4-638D-8E70-95A8CD7079FC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9F92928-0AF8-46E7-0CF2-997221C964DA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148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D992-8A3B-FA6D-C215-0B6ED397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 and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04EE-D13B-45D9-058D-3DB66EC3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of a BST:</a:t>
            </a:r>
          </a:p>
          <a:p>
            <a:pPr lvl="1"/>
            <a:r>
              <a:rPr lang="en-US" dirty="0"/>
              <a:t>Right-most Thing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Min of a BST:</a:t>
            </a:r>
          </a:p>
          <a:p>
            <a:pPr lvl="1"/>
            <a:r>
              <a:rPr lang="en-US" dirty="0"/>
              <a:t>Left-most Thing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BF0BCB-E919-4887-EA0E-2950E757CB98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003D4F-20EE-2715-9BC2-D19DE4581AEE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8D83DF-C06D-6B78-1A7C-F817960D477A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2EDFBE-0A1B-19F2-557F-3B1A84B93183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55E32266-34D1-3723-EBDF-C9A36280C466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1D17E1C-7320-E465-2AF6-0DFBD16C3748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82C6223-5B81-9C2F-51F0-9A31796FD9C1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E529F80-9D8C-AD5B-0003-47F0052FA1C6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DB1C023-75B2-F46B-74A7-E40104367967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9B93E87A-6C9B-1D2C-C84A-2AA38EABAC4D}"/>
                    </a:ext>
                  </a:extLst>
                </p:cNvPr>
                <p:cNvCxnSpPr>
                  <a:cxnSpLocks/>
                  <a:stCxn id="13" idx="3"/>
                  <a:endCxn id="14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DE72BA0-DEC4-4371-557B-FD0A27B58A15}"/>
                    </a:ext>
                  </a:extLst>
                </p:cNvPr>
                <p:cNvCxnSpPr>
                  <a:cxnSpLocks/>
                  <a:stCxn id="13" idx="5"/>
                  <a:endCxn id="15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14E1AA9-03DC-F6A2-880E-44E821AD716D}"/>
                    </a:ext>
                  </a:extLst>
                </p:cNvPr>
                <p:cNvCxnSpPr>
                  <a:stCxn id="16" idx="7"/>
                  <a:endCxn id="14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46D2F62-F574-C773-B0F2-218AD20D8DB1}"/>
                    </a:ext>
                  </a:extLst>
                </p:cNvPr>
                <p:cNvCxnSpPr>
                  <a:cxnSpLocks/>
                  <a:stCxn id="18" idx="7"/>
                  <a:endCxn id="16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265655F-9185-06A5-BD36-032DE2A30AAE}"/>
                    </a:ext>
                  </a:extLst>
                </p:cNvPr>
                <p:cNvCxnSpPr>
                  <a:stCxn id="17" idx="1"/>
                  <a:endCxn id="15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F28718-ABD4-67D4-B846-AEAE833BCF68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F8DDC98-3F89-07C7-160A-648B352778FE}"/>
                  </a:ext>
                </a:extLst>
              </p:cNvPr>
              <p:cNvCxnSpPr>
                <a:cxnSpLocks/>
                <a:stCxn id="11" idx="1"/>
                <a:endCxn id="14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F51E-8B90-CBD3-7E71-086AF7DF6FD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D72FE-0A5E-9EC8-90AC-E805731A3D95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5A2F8EA-25C5-E8CC-7AA6-AA386BB59595}"/>
                </a:ext>
              </a:extLst>
            </p:cNvPr>
            <p:cNvCxnSpPr>
              <a:cxnSpLocks/>
              <a:stCxn id="6" idx="7"/>
              <a:endCxn id="11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5ECE53-FA8D-7B43-2013-D57B557F7DCC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317041B-3D3A-8B57-9A2C-1609D76990ED}"/>
              </a:ext>
            </a:extLst>
          </p:cNvPr>
          <p:cNvSpPr txBox="1"/>
          <p:nvPr/>
        </p:nvSpPr>
        <p:spPr>
          <a:xfrm>
            <a:off x="4450489" y="1515664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3E0CB-96F1-9F4E-AA9E-AFD3225402CD}"/>
              </a:ext>
            </a:extLst>
          </p:cNvPr>
          <p:cNvSpPr txBox="1"/>
          <p:nvPr/>
        </p:nvSpPr>
        <p:spPr>
          <a:xfrm>
            <a:off x="4450489" y="4145638"/>
            <a:ext cx="38700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minNode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(root){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if (root == Null){ return Null;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while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Null){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	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root.left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return 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2177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BD36-B9B4-B904-6568-7F4E476A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(iterative)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43F5-B6CB-752F-1E16-1BC1A824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while (root != Null &amp;&amp; key != </a:t>
            </a:r>
            <a:r>
              <a:rPr lang="en-US" dirty="0" err="1"/>
              <a:t>root.key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if (key &lt;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root.left</a:t>
            </a:r>
            <a:r>
              <a:rPr lang="en-US" dirty="0"/>
              <a:t>; 	}</a:t>
            </a:r>
          </a:p>
          <a:p>
            <a:pPr marL="0" indent="0">
              <a:buNone/>
            </a:pPr>
            <a:r>
              <a:rPr lang="en-US" dirty="0"/>
              <a:t>		else if (key &gt; </a:t>
            </a:r>
            <a:r>
              <a:rPr lang="en-US" dirty="0" err="1"/>
              <a:t>root.key</a:t>
            </a:r>
            <a:r>
              <a:rPr lang="en-US" dirty="0"/>
              <a:t>){ root = </a:t>
            </a:r>
            <a:r>
              <a:rPr lang="en-US" dirty="0" err="1"/>
              <a:t>root.right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(root == Null){ return;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if (root has no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Null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one child){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that child instead;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(root has two children){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make parent point to either the max from the left or min from the right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4246F8-D514-89E9-07BE-E764FD3DDE5E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70735B-03F0-160D-23CF-0D614E00B4D4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1F936-94E3-B970-9075-7FDD968CD1F3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50B02B1-9B98-2BBC-8CE2-98986D25F159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375DB836-C24D-B0D7-C861-32998C858A21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0170677-49FE-DA4D-C375-3C8BA0C66CFA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434C13F0-4203-47AB-2431-B2ED32886F9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AFBCF91-BBF7-4271-9169-45F56648DD71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C532E5-2A85-D663-8446-585A13F92E62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09125AD-9B5C-7493-9272-2F1DA89CE01F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593D686-AF2B-E9E1-76F6-D11031779EE4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7955860-35DB-B2E4-DCE1-B378FA7BC357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523286C-EC12-D977-43D0-51802A0AC727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3623BC4-097B-A907-A1CC-F4A3083684DE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F637BB8-2207-4532-477F-45453B8D7C43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3B42508-3220-7F2F-F806-D6A321054F05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E3A21A5-2643-9862-95E7-21A8A8044617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A649D9-8400-9565-121B-970C2A8B192B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1C5561-F71C-BB55-B723-357F94648CC6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5CEB3B-8BE4-AFAA-1FF9-30DE6145E6CA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1729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68D2-3B25-68DF-253C-F021135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0637-A613-A9E7-519E-9AD94EB6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US" dirty="0"/>
              <a:t>Delete Operation (recursive)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87991-6266-62EE-BEE3-DDCD294D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60" y="1371600"/>
            <a:ext cx="10515600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delete(key, root){</a:t>
            </a:r>
          </a:p>
          <a:p>
            <a:pPr marL="0" indent="0">
              <a:buNone/>
            </a:pPr>
            <a:r>
              <a:rPr lang="en-US" dirty="0"/>
              <a:t>	if (root == Null){ return; } // key not present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== key){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if (root has no children) { return Null;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one child) { return that child;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if (root has two children) {return </a:t>
            </a:r>
            <a:r>
              <a:rPr lang="en-US" dirty="0" err="1">
                <a:solidFill>
                  <a:srgbClr val="FF0000"/>
                </a:solidFill>
              </a:rPr>
              <a:t>removeMax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root.left</a:t>
            </a:r>
            <a:r>
              <a:rPr lang="en-US" dirty="0">
                <a:solidFill>
                  <a:srgbClr val="FF0000"/>
                </a:solidFill>
              </a:rPr>
              <a:t>);}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root.key</a:t>
            </a:r>
            <a:r>
              <a:rPr lang="en-US" dirty="0"/>
              <a:t> &lt; key) { </a:t>
            </a:r>
            <a:r>
              <a:rPr lang="en-US" dirty="0" err="1"/>
              <a:t>root.right</a:t>
            </a:r>
            <a:r>
              <a:rPr lang="en-US" dirty="0"/>
              <a:t> = delete(key, </a:t>
            </a:r>
            <a:r>
              <a:rPr lang="en-US" dirty="0" err="1"/>
              <a:t>root.right</a:t>
            </a:r>
            <a:r>
              <a:rPr lang="en-US" dirty="0"/>
              <a:t>); }</a:t>
            </a:r>
          </a:p>
          <a:p>
            <a:pPr marL="0" indent="0">
              <a:buNone/>
            </a:pPr>
            <a:r>
              <a:rPr lang="en-US" dirty="0"/>
              <a:t>	else { </a:t>
            </a:r>
            <a:r>
              <a:rPr lang="en-US" dirty="0" err="1"/>
              <a:t>root.left</a:t>
            </a:r>
            <a:r>
              <a:rPr lang="en-US" dirty="0"/>
              <a:t> = delete(key, </a:t>
            </a:r>
            <a:r>
              <a:rPr lang="en-US" dirty="0" err="1"/>
              <a:t>root.left</a:t>
            </a:r>
            <a:r>
              <a:rPr lang="en-US" dirty="0"/>
              <a:t>); }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61E36-B68E-3844-0FB4-D07CB8A59E36}"/>
              </a:ext>
            </a:extLst>
          </p:cNvPr>
          <p:cNvGrpSpPr/>
          <p:nvPr/>
        </p:nvGrpSpPr>
        <p:grpSpPr>
          <a:xfrm>
            <a:off x="8079280" y="365125"/>
            <a:ext cx="4036614" cy="2762801"/>
            <a:chOff x="8079280" y="365125"/>
            <a:chExt cx="4036614" cy="27628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C00FB46-1775-1E8D-BA80-A93F1F121BF6}"/>
                </a:ext>
              </a:extLst>
            </p:cNvPr>
            <p:cNvGrpSpPr/>
            <p:nvPr/>
          </p:nvGrpSpPr>
          <p:grpSpPr>
            <a:xfrm>
              <a:off x="8079280" y="365125"/>
              <a:ext cx="4036614" cy="2762801"/>
              <a:chOff x="5413263" y="1203158"/>
              <a:chExt cx="4036614" cy="276280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3E2A454-89C6-127B-EEDC-99911058E492}"/>
                  </a:ext>
                </a:extLst>
              </p:cNvPr>
              <p:cNvGrpSpPr/>
              <p:nvPr/>
            </p:nvGrpSpPr>
            <p:grpSpPr>
              <a:xfrm>
                <a:off x="5413263" y="1203158"/>
                <a:ext cx="4036614" cy="2762801"/>
                <a:chOff x="131609" y="2379747"/>
                <a:chExt cx="4036614" cy="276280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3DFA3AD-01DB-A6BE-8B5E-EA3CB1053BAE}"/>
                    </a:ext>
                  </a:extLst>
                </p:cNvPr>
                <p:cNvSpPr/>
                <p:nvPr/>
              </p:nvSpPr>
              <p:spPr>
                <a:xfrm>
                  <a:off x="2259363" y="237974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C4C4165-1130-AEE5-61C5-4DE2D95EA573}"/>
                    </a:ext>
                  </a:extLst>
                </p:cNvPr>
                <p:cNvSpPr/>
                <p:nvPr/>
              </p:nvSpPr>
              <p:spPr>
                <a:xfrm>
                  <a:off x="1556072" y="3043035"/>
                  <a:ext cx="612511" cy="61251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39E2EB3-E5B7-3DE3-3F62-F2B09ABA2673}"/>
                    </a:ext>
                  </a:extLst>
                </p:cNvPr>
                <p:cNvSpPr/>
                <p:nvPr/>
              </p:nvSpPr>
              <p:spPr>
                <a:xfrm>
                  <a:off x="2943201" y="300747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DE9FB5A6-B0C6-BAFA-8D92-7609CFD23173}"/>
                    </a:ext>
                  </a:extLst>
                </p:cNvPr>
                <p:cNvSpPr/>
                <p:nvPr/>
              </p:nvSpPr>
              <p:spPr>
                <a:xfrm>
                  <a:off x="820352" y="3799360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42CFA475-7883-AB14-A0D1-C3DF86F38D5D}"/>
                    </a:ext>
                  </a:extLst>
                </p:cNvPr>
                <p:cNvSpPr/>
                <p:nvPr/>
              </p:nvSpPr>
              <p:spPr>
                <a:xfrm>
                  <a:off x="3555712" y="3697555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B72759D-0EAB-AFEF-0BB4-FA089BCB0305}"/>
                    </a:ext>
                  </a:extLst>
                </p:cNvPr>
                <p:cNvSpPr/>
                <p:nvPr/>
              </p:nvSpPr>
              <p:spPr>
                <a:xfrm>
                  <a:off x="131609" y="4530037"/>
                  <a:ext cx="612511" cy="61251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A019D8E7-3242-85A5-59A4-389BF853E2D0}"/>
                    </a:ext>
                  </a:extLst>
                </p:cNvPr>
                <p:cNvCxnSpPr>
                  <a:cxnSpLocks/>
                  <a:stCxn id="8" idx="3"/>
                  <a:endCxn id="9" idx="7"/>
                </p:cNvCxnSpPr>
                <p:nvPr/>
              </p:nvCxnSpPr>
              <p:spPr>
                <a:xfrm flipH="1">
                  <a:off x="2078883" y="2902558"/>
                  <a:ext cx="270180" cy="230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4F23168-F205-C5B7-7E6A-14F06968361F}"/>
                    </a:ext>
                  </a:extLst>
                </p:cNvPr>
                <p:cNvCxnSpPr>
                  <a:cxnSpLocks/>
                  <a:stCxn id="8" idx="5"/>
                  <a:endCxn id="10" idx="1"/>
                </p:cNvCxnSpPr>
                <p:nvPr/>
              </p:nvCxnSpPr>
              <p:spPr>
                <a:xfrm>
                  <a:off x="2782174" y="2902558"/>
                  <a:ext cx="250727" cy="1946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01FE7DCC-114A-9A06-B5EE-CECB8ED7F293}"/>
                    </a:ext>
                  </a:extLst>
                </p:cNvPr>
                <p:cNvCxnSpPr>
                  <a:stCxn id="11" idx="7"/>
                  <a:endCxn id="9" idx="3"/>
                </p:cNvCxnSpPr>
                <p:nvPr/>
              </p:nvCxnSpPr>
              <p:spPr>
                <a:xfrm flipV="1">
                  <a:off x="1343163" y="3565846"/>
                  <a:ext cx="302609" cy="3232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1A82CAD-1880-2C4B-0C5A-19B5669309F8}"/>
                    </a:ext>
                  </a:extLst>
                </p:cNvPr>
                <p:cNvCxnSpPr>
                  <a:cxnSpLocks/>
                  <a:stCxn id="13" idx="7"/>
                  <a:endCxn id="11" idx="3"/>
                </p:cNvCxnSpPr>
                <p:nvPr/>
              </p:nvCxnSpPr>
              <p:spPr>
                <a:xfrm flipV="1">
                  <a:off x="654420" y="4322171"/>
                  <a:ext cx="255632" cy="2975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96F06EA-B6F9-E0D8-313A-EBB0BD27F9F7}"/>
                    </a:ext>
                  </a:extLst>
                </p:cNvPr>
                <p:cNvCxnSpPr>
                  <a:stCxn id="12" idx="1"/>
                  <a:endCxn id="10" idx="5"/>
                </p:cNvCxnSpPr>
                <p:nvPr/>
              </p:nvCxnSpPr>
              <p:spPr>
                <a:xfrm flipH="1" flipV="1">
                  <a:off x="3466012" y="3530286"/>
                  <a:ext cx="179400" cy="2569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E69FDC4-D3A5-1174-0261-BE45E67AE3EB}"/>
                  </a:ext>
                </a:extLst>
              </p:cNvPr>
              <p:cNvSpPr/>
              <p:nvPr/>
            </p:nvSpPr>
            <p:spPr>
              <a:xfrm>
                <a:off x="7531290" y="2520224"/>
                <a:ext cx="612511" cy="6125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7285EB2-EF93-8085-1F22-7AE90F8D0C74}"/>
                  </a:ext>
                </a:extLst>
              </p:cNvPr>
              <p:cNvCxnSpPr>
                <a:cxnSpLocks/>
                <a:stCxn id="6" idx="1"/>
                <a:endCxn id="9" idx="5"/>
              </p:cNvCxnSpPr>
              <p:nvPr/>
            </p:nvCxnSpPr>
            <p:spPr>
              <a:xfrm flipH="1" flipV="1">
                <a:off x="7360537" y="2389257"/>
                <a:ext cx="260453" cy="2206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5B8BB4-D860-4551-F696-A573D5767851}"/>
                </a:ext>
              </a:extLst>
            </p:cNvPr>
            <p:cNvSpPr/>
            <p:nvPr/>
          </p:nvSpPr>
          <p:spPr>
            <a:xfrm>
              <a:off x="9568237" y="2510120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EB9E36-AE08-FB14-D41D-B0E6DF9762B3}"/>
                </a:ext>
              </a:extLst>
            </p:cNvPr>
            <p:cNvSpPr/>
            <p:nvPr/>
          </p:nvSpPr>
          <p:spPr>
            <a:xfrm>
              <a:off x="10876335" y="2510119"/>
              <a:ext cx="612511" cy="61251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10FEEE-2316-3BA5-CD0A-B7FE0EB615E7}"/>
                </a:ext>
              </a:extLst>
            </p:cNvPr>
            <p:cNvCxnSpPr>
              <a:cxnSpLocks/>
              <a:stCxn id="20" idx="7"/>
              <a:endCxn id="6" idx="3"/>
            </p:cNvCxnSpPr>
            <p:nvPr/>
          </p:nvCxnSpPr>
          <p:spPr>
            <a:xfrm flipV="1">
              <a:off x="10091048" y="2205002"/>
              <a:ext cx="195959" cy="394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AA4587B-2D59-D07E-BF69-10F62C0E0D85}"/>
                </a:ext>
              </a:extLst>
            </p:cNvPr>
            <p:cNvCxnSpPr>
              <a:cxnSpLocks/>
              <a:stCxn id="21" idx="1"/>
              <a:endCxn id="6" idx="5"/>
            </p:cNvCxnSpPr>
            <p:nvPr/>
          </p:nvCxnSpPr>
          <p:spPr>
            <a:xfrm flipH="1" flipV="1">
              <a:off x="10720118" y="2205002"/>
              <a:ext cx="245917" cy="3948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935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7724</TotalTime>
  <Words>2610</Words>
  <Application>Microsoft Office PowerPoint</Application>
  <PresentationFormat>Widescreen</PresentationFormat>
  <Paragraphs>603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Symbol</vt:lpstr>
      <vt:lpstr>Office Theme</vt:lpstr>
      <vt:lpstr>1_Office Theme</vt:lpstr>
      <vt:lpstr>2_Office Theme</vt:lpstr>
      <vt:lpstr>CSE 332 Winter 2026 Lecture 7: Recurrences, Dictionaries, BSTs</vt:lpstr>
      <vt:lpstr>Analysis of Recursive Algorithms</vt:lpstr>
      <vt:lpstr>Recursive List Summation</vt:lpstr>
      <vt:lpstr>Tree Method</vt:lpstr>
      <vt:lpstr>Tree Method Summary: Chip and Conquer</vt:lpstr>
      <vt:lpstr>Tree Method Summary: Divide and Conquer</vt:lpstr>
      <vt:lpstr>Let’s do some more!</vt:lpstr>
      <vt:lpstr>Tree Method</vt:lpstr>
      <vt:lpstr>Tree Method</vt:lpstr>
      <vt:lpstr>Solving T(n)=2T(n/2)+n^2</vt:lpstr>
      <vt:lpstr>Tree Method</vt:lpstr>
      <vt:lpstr>Solving T(n)=2T(n/8)+1</vt:lpstr>
      <vt:lpstr>Finite Geometric Series</vt:lpstr>
      <vt:lpstr>Finite Geometric Series</vt:lpstr>
      <vt:lpstr>Dictionary (Map) ADT</vt:lpstr>
      <vt:lpstr>Naïve attempts</vt:lpstr>
      <vt:lpstr>More Tree “Vocab”</vt:lpstr>
      <vt:lpstr>Name that Traversal!</vt:lpstr>
      <vt:lpstr>Binary Search Tree</vt:lpstr>
      <vt:lpstr>Are these BSTs?</vt:lpstr>
      <vt:lpstr>Aside: Why not use an array?</vt:lpstr>
      <vt:lpstr>Find Operation (recursive)</vt:lpstr>
      <vt:lpstr>Find Operation (iterative)</vt:lpstr>
      <vt:lpstr>Insert Operation (recursive)</vt:lpstr>
      <vt:lpstr>Insert Operation (iterative)</vt:lpstr>
      <vt:lpstr>Delete Operation (iterative)</vt:lpstr>
      <vt:lpstr>Delete – 3 Cases</vt:lpstr>
      <vt:lpstr>Finding the Max and Min</vt:lpstr>
      <vt:lpstr>Delete Operation (iterative)</vt:lpstr>
      <vt:lpstr>Delete Operation (recursive)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Nathan J (njb2b)</dc:creator>
  <cp:lastModifiedBy>Nathan Brunelle</cp:lastModifiedBy>
  <cp:revision>30</cp:revision>
  <dcterms:created xsi:type="dcterms:W3CDTF">2024-06-26T12:44:42Z</dcterms:created>
  <dcterms:modified xsi:type="dcterms:W3CDTF">2026-01-21T21:20:31Z</dcterms:modified>
</cp:coreProperties>
</file>