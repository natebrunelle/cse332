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25"/>
  </p:notesMasterIdLst>
  <p:sldIdLst>
    <p:sldId id="257" r:id="rId4"/>
    <p:sldId id="426" r:id="rId5"/>
    <p:sldId id="453" r:id="rId6"/>
    <p:sldId id="306" r:id="rId7"/>
    <p:sldId id="307" r:id="rId8"/>
    <p:sldId id="455" r:id="rId9"/>
    <p:sldId id="407" r:id="rId10"/>
    <p:sldId id="456" r:id="rId11"/>
    <p:sldId id="457" r:id="rId12"/>
    <p:sldId id="385" r:id="rId13"/>
    <p:sldId id="458" r:id="rId14"/>
    <p:sldId id="465" r:id="rId15"/>
    <p:sldId id="466" r:id="rId16"/>
    <p:sldId id="459" r:id="rId17"/>
    <p:sldId id="460" r:id="rId18"/>
    <p:sldId id="461" r:id="rId19"/>
    <p:sldId id="462" r:id="rId20"/>
    <p:sldId id="463" r:id="rId21"/>
    <p:sldId id="464" r:id="rId22"/>
    <p:sldId id="358" r:id="rId23"/>
    <p:sldId id="35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4" d="100"/>
          <a:sy n="64" d="100"/>
        </p:scale>
        <p:origin x="71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2:40:51.990"/>
    </inkml:context>
    <inkml:brush xml:id="br0">
      <inkml:brushProperty name="width" value="0.05292" units="cm"/>
      <inkml:brushProperty name="height" value="0.05292" units="cm"/>
      <inkml:brushProperty name="color" value="#FF0000"/>
    </inkml:brush>
  </inkml:definitions>
  <inkml:trace contextRef="#ctx0" brushRef="#br0">14245 8037 0,'0'0'0,"0"0"16,0 0-1,0 0 1,0 0-16,8 8 15,-8 9-15,0 17 16,-8 0 0,8-8-1,0-1-15,0-16 0,0-1 16,0 1 0,8-1-1,18 9-15,17 0 16,33-8-1,18-1-15,-17 1 16,17-18 0,26 1-1,16-1-15,-16 9 0,16 0 32,18 17-32,-1 0 15,-16 9 1,-18-9-16,18 8 15,-26 1 1,0-9-16,-34-9 16,-18 9-1,-7 0-15,-10-8 0,-16-1 16,0 1 0,-9-1-1,-9-8 1,1-8-16,8-18 15,17-50-15,0-35 16,-17 60-16</inkml:trace>
  <inkml:trace contextRef="#ctx0" brushRef="#br0" timeOffset="45957.95">9935 8530 0,'0'0'0,"0"0"0,0 0 0,0 0 15,0 0 16,0 0-31,0 0 16,0 0 0,-9 0-16,-8 0 15,-26 0 1,-25 0-16,0 0 16,-9 8-1,-8 9-15,8 0 16,0 26-1,-8 0-15,16 8 0,1 17 32,17 0-32,25 17 15,18 0 1,33-17-16,27-9 0,41 1 31,53-18-31,16-25 16,0-34-16,17-17 15,-8-42 1,-35-9 0,-67 0-16,-27-9 0,-8-8 31,-34-8-31,-42 7 16,-86 1-1,-128-8-15,-86-26 16</inkml:trace>
  <inkml:trace contextRef="#ctx0" brushRef="#br0" timeOffset="54929.31">14168 9831 0,'0'0'16,"0"0"-16,0 0 15,0 9 1,0-1-16,0 1 16,0-1-1</inkml:trace>
  <inkml:trace contextRef="#ctx0" brushRef="#br0" timeOffset="55442.03">14031 9942 0,'0'0'0,"0"0"16,0 0-16,0 0 15,0 0 1,0 0-1,-8-9-15,-1 1 16,1-1-16,-1 1 16,1-1-1,-9 1-15,-9-18 16,-8 9 0,-17 0-16,-9 17 15,-8 17-15,-1 9 31,1 33-31,0 18 16,8 33 0,35 1-16,16-9 15,26-9-15,34-16 16,35 0-16,50-18 16,52-25-1,25-34 1,-8-34-1,-17-25-15,-34-26 16,-26-18-16,-52 10 16,-33 8-1,-34-9-15,-86-42 16,-102-8 0,-86 42-1,-42 51-15,-43 25 16</inkml:trace>
  <inkml:trace contextRef="#ctx0" brushRef="#br0" timeOffset="59602.61">10959 10971 0,'0'0'0,"0"0"0,0 0 16,0 0 0,0 0-16,0 0 15,0 0 1,0 0 0,8-9-16,18-8 15,17-17 1,8-8-16,0-1 0,-8 9 15,-9 9 1,-8 8 0,-18 8-1,1 1-15,-1 8 16,1 0-16,-9 0 16,0 17-1,8 25 1,-8 18-16,0 33 15,9 9 1,-1 0-16,9-8 16,-8-9-1,-1-17-15,-8-17 16,0-8-16,0-1 16,-8-8-1,-1-8 1,1 8-16,-26 8 15,17-16 1</inkml:trace>
  <inkml:trace contextRef="#ctx0" brushRef="#br0" timeOffset="59802.66">10643 11821 0,'0'0'0,"9"-8"16,67-9 0,61-26-16,25 1 15,0-1 1,18-16 0,24-9-16,104-52 15</inkml:trace>
  <inkml:trace contextRef="#ctx0" brushRef="#br0" timeOffset="74883.87">12802 11940 0,'0'0'0,"0"0"0,0 0 16,0 0 0,0 0-16,0 0 15,9-8 16,8-9-31,26-34 16,16-43 0,27-16-16,-1 16 15,-25 26 1,-26 26-16,-8 7 16,-18 18-16,1 0 0,-1 9 31,1 8-16,-9 8-15,0 35 0,-17 51 32,-43 42-32,-17 17 15,26-9 1,8 1-16,18-18 16,8-25-1,0-16-15,17-27 16,0-16-1,0-18-15,0-8 16,0-17 0,0-8-16,8-1 15</inkml:trace>
  <inkml:trace contextRef="#ctx0" brushRef="#br0" timeOffset="75086.25">12359 12629 0,'0'0'0,"0"0"0,51 43 16,68 25-1,78 17-15,84-34 16,27-51-16,50-34 15</inkml:trace>
  <inkml:trace contextRef="#ctx0" brushRef="#br0" timeOffset="131511.31">17377 9780 0,'0'0'0,"0"0"16,0 0-1,0 0 1,0 17-16,9 26 16,-1 50-16,1 26 15,-18 26 17,1 33-32,-18 1 15,-8-17 1,-9 16-16,9-8 15,9-59-15,7-60 16,10-17 0,8-9-16,0-16 15</inkml:trace>
  <inkml:trace contextRef="#ctx0" brushRef="#br0" timeOffset="132067.4">16583 9780 0,'0'0'0,"0"0"16,17 0 0,18 0-16,-1 0 15,0 0-15,-9 0 16,10 0-1,7 0-15,18 0 0,34 9 32,42 8-17,52 0-15,34-9 16,9-8 0,16-8-16,1-18 15,85-8 1</inkml:trace>
  <inkml:trace contextRef="#ctx0" brushRef="#br0" timeOffset="135317.18">19622 9287 0,'0'0'0,"0"0"0,0 0 16,-9 0-1,1 8-15,-9 9 16,-17 9 0,-26 16-16,-26 26 15,-24 18 1,-1 24-16,-17 60 15,-9 68 1,9 60-16,26-26 16,50-17-1,35-25-15,51-52 16,52-16 0,25-34-16,59-43 15,78-51 1,102-34-16</inkml:trace>
  <inkml:trace contextRef="#ctx0" brushRef="#br0" timeOffset="136174.09">20270 9908 0,'0'0'0,"0"0"16,0 0-16,-17 8 15,-17 18-15,-17 16 16,0 9 0,0 9-16,17 8 15,-1 0 1,1 17-16,-8 25 16,7 1-1,1-26-15,9-8 16,-1-18-1,9-8 1,0-17-16,8-8 16,1-18-1,8 1-15,0-9 16,0-17-16,25-68 16,35-68-1,26-9 1,25 0-16,17 26 15,-26 17 1,-8 26-16,-26 33 16,9 18-16,0 16 15,-9 18 1,-17 25-16,-8 34 16,0 59-1,-26 43 1,-26 34-16,-25 9 15,-9-26 1,1-25-16,8-1 16,16-42-1,10-42-15,8-9 16,8-26-16</inkml:trace>
  <inkml:trace contextRef="#ctx0" brushRef="#br0" timeOffset="136503.68">21517 9321 0,'0'0'0,"0"0"15,0 8-15,17 18 16,25 25 0,35 85-16,17 94 15,-34 76 1,-60 76-1,-51 52-15,-26-60 16,-26-76 0,-25-68-16,-68 16 15</inkml:trace>
  <inkml:trace contextRef="#ctx0" brushRef="#br0" timeOffset="158181.4">22336 10231 0,'0'0'0,"0"0"0,0 0 16,0 0-16,0 0 16,0-9-1,0 1-15,0-1 16,0 1-1,0-1-15,0 9 16,0-8 0,0 8-1,-9-9-15,9 9 16,0 0 0,0 0-16,0 0 15,9-8-15,34-1 16,76-25-1,18 0 1,16 9-16,18-9 16,-17 8-1,-35 9-15,-25-8 16,-51 8 0</inkml:trace>
  <inkml:trace contextRef="#ctx0" brushRef="#br0" timeOffset="158594.7">22413 11311 0,'0'0'0,"0"0"16,0 0-16,0 0 15,34 17-15,43-9 32,51-8-32,60-25 15,42-1 1,17-16-16,86-9 15</inkml:trace>
  <inkml:trace contextRef="#ctx0" brushRef="#br0" timeOffset="165713.12">24461 9397 0,'0'0'0,"0"0"16,9 0 0,16 17-16,18 0 15,8 9 1,17 8-16,1 0 15,8 9 1,34 8-16,-18 17 16,-33 8-1,-9 18-15,-8 33 16,-26 9 0,-17 9-16,-17-1 15,-26-7 1,-33-18-16,-1 8 15,-17-8 1,8-8-16,-16-26 16,0-17-1,8-34-15,25-9 16,10-16 0,8-18-16,-1-8 15,18-8 1,0-26-16,17-9 15,17 1 1,17 8 0,0 17-16,17 8 15,35 18 1,50 25-16,26 51 16,34 25-16,18 9 15,-27-8 1,10-26-16,118 26 15</inkml:trace>
  <inkml:trace contextRef="#ctx0" brushRef="#br0" timeOffset="171232.65">26569 9295 0,'0'0'0,"0"0"16,0 0-16,0 9 15,-8 8 1,-1 17-16,1 25 16,-1 26-1,1 9-15,-1 8 16,-8 26-16,-9-1 31,9-16-31,-8-1 16,-1 1-1,9 8-15,0-17 16,0-17-16,8-34 16,1-17-16,-1-8 15,1-18 1,-1 1-1,1-9 1</inkml:trace>
  <inkml:trace contextRef="#ctx0" brushRef="#br0" timeOffset="171484.32">25733 9891 0,'0'0'0,"0"0"0,25 17 16,27 17 0,101 17-16,52-26 15,26-42 1,25-17-16,-9-25 15,86-35 1</inkml:trace>
  <inkml:trace contextRef="#ctx0" brushRef="#br0" timeOffset="182915.27">28276 9244 0,'0'0'0,"0"0"16,-8-8-1,-1-1 1,1 1-16,8 8 16,0 0-16,0 0 15,0 0 1,0 0-1,0 0-15,-9 0 16,9 17 0,0 8-16,-8 43 15,-1 43-15,1 17 16,-10-9 0,-7 42-1,-1 1-15,9-43 16,0-17-1,0 0-15,0 8 16,0-16-16,0-17 16,17-18-1,0-25-15,0-8 16,0-18 0</inkml:trace>
  <inkml:trace contextRef="#ctx0" brushRef="#br0" timeOffset="183527.2">27483 9219 0,'0'0'0,"0"0"0,0 0 16,0 0-1,0 0-15,0 0 16,0 0-1,0 0-15,0 0 16,0-9 0,0 1-16,17-9 15,8 0 1,26-9-16,35 18 16,25 8-1,17 8 1,34 9-16,0 0 15,-8-8-15,16-18 16,1-16-16,-17-26 16,119-68-1</inkml:trace>
  <inkml:trace contextRef="#ctx0" brushRef="#br0" timeOffset="185194.81">30103 8930 0,'0'0'0,"-9"0"16,1 0-1,-1 0-15,9 8 16,-8-8-16,-18 17 15,-17 0 1,-8 17-16,0 17 16,0 9-1,-1 25 1,-7 42-16,-1 26 16,9 18-1,0 41-15,8 18 16,0-1-16,9-7 15,34-69 1,9-17-16,33-9 16,18-25-1,34-34-15,25-34 16,18-42 0,153-69-16</inkml:trace>
  <inkml:trace contextRef="#ctx0" brushRef="#br0" timeOffset="185903.16">31007 9244 0,'0'0'0,"0"0"15,0 0 1,0 0 0,0 0-16,0 0 15,-8 17-15,-1 17 16,-16 17 0,-18 43-1,0 0-15,-8 8 16,17-9-1,0-16-15,8-18 0,9-25 16,9-8 0,-1-9-1,9-9-15,0-16 16,17-9 0,9-17-16,8-26 15,17-16-15,9-1 16,0 18-1,-1 8-15,10-1 32,8 10-32,-18 8 15,-16 17 1,0 8-16,-18 9 16,9 17-16,-8 9 0,0 16 31,-9 27-16,-9 7-15,1-16 16,-1-18 0,1-16-16,8-9 15,-9-9 1,1-8-16</inkml:trace>
  <inkml:trace contextRef="#ctx0" brushRef="#br0" timeOffset="186276.78">30453 10307 0,'0'0'0,"25"0"0,61 17 16,50 9 0,43-9-16,1-9 15,-35 1 1,0-9-1,-9-9-15,-25-8 16,0-8 0,-51 8-1</inkml:trace>
  <inkml:trace contextRef="#ctx0" brushRef="#br0" timeOffset="186833.91">30982 10792 0,'0'0'0,"34"0"15,34 0 1,26 0 0,-26 17-1,-33 0 1,-10-8-16,-16-1 15,-1 9-15,-25 26 16,-25 16 0,-27 9-16,-16 0 15,0-8 1,16-26-16,27-9 16,7-16-1,18-1-15,17-8 16,0-8-1,17-9 1,26-9-16,17 1 16,25 8-16,1 8 15,-1 9 1,9 17 0,-9 9-16,0-9 15,18-9 1,8-8-16,-43 0 15</inkml:trace>
  <inkml:trace contextRef="#ctx0" brushRef="#br0" timeOffset="187168.65">32501 9108 0,'0'0'0,"17"34"16,34 60-1,18 50 1,7 78-16,-24 50 0,-10 42 15,-25 35 1,-51 17 0,-34-1-1,-86-24-15,-59-18 16</inkml:trace>
  <inkml:trace contextRef="#ctx0" brushRef="#br0" timeOffset="-180737.58">19374 13488 0,'0'0'0,"0"0"16,0 0-16,0-8 16,0-1-1,0 9-15,0 0 16,0 0-1,-8 0-15,-1 0 16,1 17 0,-9 17-16,-9 60 15,9 50 1,8 9-16,-8 17 16,0 9-1,9-43-15,-1-17 16,1-8-1,-1-18-15,9-25 16,-8-25-16,8-26 16</inkml:trace>
  <inkml:trace contextRef="#ctx0" brushRef="#br0" timeOffset="-180255.62">18401 13539 0,'0'0'16,"0"0"-16,0 0 15,0 0-15,0 0 16,0 0-1,0 0-15,0 0 16,0 0 0,43-8-16,59 8 15,61-9 1,59 1-16,34-9 16,0-9-1,-26 1-15,-17-1 16,-16 9-1,101 9-15</inkml:trace>
  <inkml:trace contextRef="#ctx0" brushRef="#br0" timeOffset="-179232.66">21406 13216 0,'0'0'0,"0"0"16,0 0-1,0 0-15,0 0 16,-17 8-1,-43 18 1,-8 25-16,-9 17 16,-17 26-16,0 16 15,9 26-15,-1 43 16,-8 16 0,35 10-1,25-10 1,42-33-16,43-18 0,9-33 15,8-35 1,18-25-16,16-17 31,-42-25-31</inkml:trace>
  <inkml:trace contextRef="#ctx0" brushRef="#br0" timeOffset="-178626.94">22421 13803 0,'0'0'0,"0"0"0,0 0 16,0 0 0,0 0-16,-8 8 15,-18 35 1,-25 59 0,-17 42-1,16 44-15,1 16 0,17-26 16,9-25-1,16-51 1,18-42 0,-1-35-16</inkml:trace>
  <inkml:trace contextRef="#ctx0" brushRef="#br0" timeOffset="-178237.42">22746 13267 0,'0'0'0,"8"0"16,43 34-1,35 34-15,8 26 16,-9 25 0,-17 0-16,-8 59 15,-26 26 1,-68 94-1,-171 136-15,-187 93 16,127-187 0</inkml:trace>
  <inkml:trace contextRef="#ctx0" brushRef="#br0" timeOffset="-174364.06">24461 13973 0,'0'0'0,"0"0"0,0 0 31,9 0-31,16 0 16,27 0-1,24 0-15,18 0 16,26-9-16,-18 9 0,-8-8 31,-17-1-15,-17 1-16,-26-1 15</inkml:trace>
  <inkml:trace contextRef="#ctx0" brushRef="#br0" timeOffset="-174068.87">24060 14636 0,'0'0'0,"0"0"15,9 0 1,33 17-1,69 0-15,60-8 16,0-1 0,8-16-16,17-18 15,-8-8 1,111-17-16</inkml:trace>
  <inkml:trace contextRef="#ctx0" brushRef="#br0" timeOffset="-173860.12">26629 12961 0,'-9'8'0,"-25"103"15,-94 331 1,-85 315 0,102-332-16</inkml:trace>
  <inkml:trace contextRef="#ctx0" brushRef="#br0" timeOffset="-134492.4">3918 7884 0,'0'0'0,"0"0"16,0 0 0,0 0-16,0 0 15,-9 17 1,0 0-16,-16 0 15,-1-9 1,-16 1-16,-1-1 16,0-8-1,1 0-15,7 0 16,-7 17 0,-1 0-16,-8 26 15,8 16 1,9 9-16,17 17 15,0 0 1,8 9-16,1 8 16,-1-8-1,9-9-15,0 0 16,-8 8 0,-1-8-16,9-8 15,9-26 1,-9-9-16,8-16 15,26-9 1,60-9-16,43-8 16,145-34-1</inkml:trace>
  <inkml:trace contextRef="#ctx0" brushRef="#br0" timeOffset="-133832.08">19630 16779 0,'0'0'0,"0"0"15,0 0-15,0-8 16,9-1 0,-1 1-16,1-9 15,-9-9-15,-9 9 16,1 0 0,-1 0-1,-8 9-15,-8 8 16,-27 34-1,-7 25-15,-10 35 16,10 8 0,16 0-16,17-26 15,9-24 1,0-18-16,9-17 16</inkml:trace>
  <inkml:trace contextRef="#ctx0" brushRef="#br0" timeOffset="-133548.64">18845 16414 0,'0'0'0,"0"0"15,9 34-15,50 34 16,61 17 0,25-9-1,34-8 1,35-34-16,8-25 16,-18-35-1,1-16-15,102-18 16</inkml:trace>
  <inkml:trace contextRef="#ctx0" brushRef="#br0" timeOffset="-133279.2">21107 16133 0,'-9'0'0,"-8"25"16,-34 44 0,-34 33-1,-43 59 1,-26 60-16,18 34 16,8 26-1,59-34-15,44-77 16,-18 110-1</inkml:trace>
  <inkml:trace contextRef="#ctx0" brushRef="#br0" timeOffset="-132835.8">21747 17324 0,'-8'0'0,"-18"17"16,-34 34-16,-25 34 0,25 0 15,34-34 16,18-9-31,16-8 16,27 0 0,41-8-16,52-9 15,9-34 1,-18-17-16,-8-43 16,-17-8-1,-42 9-15,-27-1 16,-33-8-1,-27 9-15,-33-1 16,-34 17 0,-9 26-16,60 26 15</inkml:trace>
  <inkml:trace contextRef="#ctx0" brushRef="#br0" timeOffset="-132580.45">23241 16312 0,'0'0'0,"0"0"16,0 17-1,17 25-15,17 43 16,0 34-1,-8 34-15,-26 0 16,-35 17 0,-7 18-16,-18-18 15,-25 0 1,-9-34-16,51-68 16</inkml:trace>
  <inkml:trace contextRef="#ctx0" brushRef="#br0" timeOffset="-132214.87">24009 16737 0,'0'0'0,"0"0"32,8 8-32,35 9 15,8 17 1,0-8-16,9-1 15,-9-8-15,9 0 16,-9-8-16,-17-1 16,-25-8-1,0 0 1</inkml:trace>
  <inkml:trace contextRef="#ctx0" brushRef="#br0" timeOffset="-132008.1">24103 17239 0,'0'0'0,"8"8"16,43 18-16,35 25 15,42 0 1,17-9-16,17-33 0,137-18 31</inkml:trace>
  <inkml:trace contextRef="#ctx0" brushRef="#br0" timeOffset="-131628.05">25938 17017 0,'0'0'0,"0"0"15,-17 0 1,-35 17-16,-41 9 16,-27 8-1,18 0 1,16 26-16,9 8 15,35-9 1,16 9-16,35 9 16,33 8-16,69-9 15,52-25 1,50-42-16,-25-35 16,-60-16-1,-43-1 1,-34 1-16,-34-18 15,-59-42 1,-189-76-16,-93-27 16</inkml:trace>
  <inkml:trace contextRef="#ctx0" brushRef="#br0" timeOffset="-112187.2">4455 11277 0,'0'0'0,"0"0"16,0 0-1,0 0-15,0 0 16,0 0 0,0 0-16,0 0 15,0 0 1,0 0-1,0 0-15,0 0 16,0 0-16,0 0 16,0 0-1,0 0 1,0 0-16,0 0 16,0 0-1,0 0-15,0 0 16,0 0-16,9 0 15,8 0 1,17 0 0,0-9-16,9 1 15,8-1 1,9 1-16,8-1 0,-8-8 31,0 9-31,16-1 16,18-8-1,9 0-15,-1 9 16,0 8 0,9-9-16,9 9 0,8 0 15,-9 0 1,1 0-16,25 9 31,9-9-15,-9 0-16,8 8 0,27-8 15,-10 0-15,-8 0 32,9 0-32,-9 0 0,0 9 15,-8-1 17,17 9-32,0 0 15,-1-8 1,9-9-16,-8 8 15,-17 1 1,-1-1-16,-7 1 16,-27-1-1,-8-8-15,-17 9 16,0-9 0,0 17-16,-18-9 15,-7 1 1,-10-1-16,-16 1 15,-9-1 1,-8 1-16,-9-9 16,-9 0-1,1 0-15,0 0 16,-1 0 0,-8 0-16,0 0 15,0 0 1,-8 0-16,-18 8 15,-25-16-15,-18-1 16,-7 1 0,-27-18-1,-8 9-15,-8 0 16,-9 0-16,0 9 16,-26-9-1,-17 17 1,18 0-16,-44-9 15,-24 9 1,-10 0-16,9 0 16,9 0-16,-18 0 15,-8 0 1,0 0 0,9 0-16,0-8 15,-9 8-15,25 8 16,-16-8-1,-1 9 1,1-9-16,8-9 16,0 1-1,9-1-15,16 1 16,1-1-16,34 1 16,-128 8-16</inkml:trace>
  <inkml:trace contextRef="#ctx0" brushRef="#br0" timeOffset="-103809.74">27431 12774 0,'0'0'0,"0"0"16,9 0-1,16-9-15,27 1 16,16 8-1,9 0-15,25 17 16,26 8 0,9 9-16,-9 9 15,-9 16 1,1 9-16,-26 26 16,-9 8-1,-34 25-15,-25 10 16,-43 41-1,-34 9-15,-35-34 16,-8-8-16,9-1 16,17-24-1,25-35 1,17-26-16,26 1 16,26 8-1,8 17-15,34 0 16,18-9-1,-9-16-15,-9-18 16,-17-8 0,-17-8-16,-17-1 15,-25 60 1,-35 60-16,-17-9 16,-16-17-1,7 9-15,44 8 16,16-17-1,18-26-15,50 18 16,35 51 0,17 8-16,-34-17 15,-26 42 1,-59 18-16,-137 17 16,-137 16-1,-42-33-15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2:49:05.030"/>
    </inkml:context>
    <inkml:brush xml:id="br0">
      <inkml:brushProperty name="width" value="0.05292" units="cm"/>
      <inkml:brushProperty name="height" value="0.05292" units="cm"/>
      <inkml:brushProperty name="color" value="#FF0000"/>
    </inkml:brush>
  </inkml:definitions>
  <inkml:trace contextRef="#ctx0" brushRef="#br0">11027 8683 0,'0'0'0,"0"0"0,0 0 16,0 0 0,9 0-1,-1 0-15,1 0 16,-1 0-1,9 0-15,-8 17 16,-1 0-16,1 0 16,-1 0-1,-8 9-15,0-9 16,0 0 0,0 0-1,0 0-15,9 0 16,8 0-1,0 0-15,17 0 16,9 0 0,17 0-16,-1 8 15,1-8-15,17 9 16,17-9 0,8 0-1,18-9-15,16 9 16,1 0-1,8 0-15,34 0 16,9-8-16,17-1 16,17 1-16,-26-18 15,0-8 1,1 9 0,-27-1-16,27 1 15,-27-1 1,-50-8-1,-18 9-15,-25-1 0,8 1 32,-8 8-32,-25 0 15,-18 0-15,-9 0 16,-16 0 0,-1 0-1,1 0-15,-1 0 16,1 0-1,-9 0-15,0-9 16,0 1 0,0-18-16,0-16 15,8-26-15,10-9 16,-10 1 0,1 8-16,8 0 31,0-1-31,0 10 15,-9 8-15,1 8 16,-1 9-16,-8 0 16,0 9-16,0 8 31,0 0-31,-8 8 16,-1 9-16,-16 0 15,-18 0 1,-8 9-1,0 8-15,-35 0 16,-25 0 0,-25 8-16,16 1 15,1-9-15,-9-9 16,-17 1 0,8-9-1,18 8-15,-9-8 16,-26-8-1,0-1 1,26 1-16,17-9 16,-17-9-16,0 1 15,34-1 1,-8-8 0,8 0-16,-17 9 15,-25 8-15,25 0 16,8 8-1,26 1-15,-16-1 16,-10 1 0,18-1-16,17 1 15,16-1 1,1 9-16,0 0 16,17 0-1,8 0-15,9 0 16,0 0-1,8 0 1,1 0-16,8 0 16,0 0-16,-9 0 15,9 0 1,-8 0 0,8 0-16,-9 0 15,1 9 1,-1 16-16,-8 18 15,0 16-15,0 26 16,0 0 0,0 17-16,-9 18 15,-8 7 1,9 43-16,-27 153 16</inkml:trace>
  <inkml:trace contextRef="#ctx0" brushRef="#br0" timeOffset="19660.83">1383 5902 0,'0'0'0,"25"-8"15,61-35-15,67-25 16,69-9 0,-17 9-1,17 9-15,119-35 16</inkml:trace>
  <inkml:trace contextRef="#ctx0" brushRef="#br0" timeOffset="21650.31">1212 7101 0,'0'0'0,"0"0"15,0 0 1,0 0-16,0 0 31,0 0-31,0 0 16,0 0-1,0 0-15,0 0 16,0 0 0,0 0-16,34-8 15,137-1 1,42-16-16,69-18 16,93-16-1</inkml:trace>
  <inkml:trace contextRef="#ctx0" brushRef="#br0" timeOffset="30620.31">1528 7960 0,'0'0'0,"25"-8"0,69-9 16,120-43-1,42-33-15,68 8 16,69 25 0</inkml:trace>
  <inkml:trace contextRef="#ctx0" brushRef="#br0" timeOffset="66209.8">7195 9721 0,'0'0'0,"0"0"0,0 0 0,-17 25 0,0 9 16,0 17-16,-9 17 15,1 0 1,-1 9-16,0-1 16,9-25-16,9-8 31,8-9-31,0-9 15,0 1 1,17-9-16,0 8 16,26-16-16,33-1 15,10-8 1,16 0 0,18-8-16,25-18 15,8 9 1,18 9-16,17-9 15,-9 8 1,17 1-16,-8 8 0,-17 8 16,-18 9-1,1-8 1,-26 8-16,-25 0 16,-18 0-1,-25 0-15,-9 0 16,-26-9-1,-8 1 1,-8-1-16,0-8 16,-1 9-1,-8-9-15,0 0 16,0-9-16,0-16 16,-8-35-1,-1-33 1,9-26-16,0-34 15,0 0 1,17 8-16,9-17 0,-1 1 31,1 25-31,-9 25 16,-8 1 0,-1-1-16,-16 26 15,-1 17-15,-8 17 16,0 17-16,-9 0 31,1 0-31,-18 17 16,0 0-1,-42 17-15,-26 8 16,-9 18-16,-16 17 16,-18 8-16,9 0 15,26-17 1,-9-9-1,-34 1 1,-9-1-16,17 1 16,-51-9-1,-8 8-15,42-8 0,-25 0 16,8 0 0,52 0-1,16-8-15,26-1 16,35-8-16,24 0 15,18 0 1,9 0-16,8 0 31,0 0-31,0 0 16,17 0 0,0 0-16,0 17 15,17 17-15,0 94 16,-42 144-16,-69 204 15,0-68 1</inkml:trace>
  <inkml:trace contextRef="#ctx0" brushRef="#br0" timeOffset="78856.37">22447 8930 0,'0'0'0,"0"0"16,-9 8-1,1 26-15,-9 26 16,-17 16 0,-9 18-16,0 16 15,9 1-15,0-26 16,8-25 0,9-9-16,0-9 15,9-8 1,-9 17-1,0 0-15,0 0 16,-1-8 0,10-1-16,-9 1 15,8-18 1,9 1-16,0-18 16,0 9-16,0 0 15,0 0 1,0 9-1,0-1-15,0 1 16,0-1 0,0-8-16,9 0 15,-1-8 1,1-1-16,-1 1 16,1-1-16,0 1 31,-1-1-31,1 1 15,-1-1-15,1 1 16,-1-1 0,1 1-1,-1-1-15,1 1 16,-1-1 0,-8-8-16,9 9 0,-1-1 15,9 9 1,26 9-16,8-1 15,18 9 1,16-8 0,9-9-16,8-8 15,18-18 1,33 1-16,1-9 16,17-9-1,8-8 1,-17 0-16,-8 0 15,-1 0 1,-33 8-16,-9 9 16,-17 9-16,-26-1 15,-17 9 1,-25 0 0,-1 0-16,-16 0 15,-1 0 1,1 0-16,0 0 0,-9 0 15,0 0 1,0 0 0,0-8-16,8-9 15,-8-43 1,0-42-16,9-42 16,16-18-16,9 9 15,-8 25 1,0 18-1,-9 25 1,-9 17-16,1 17 16,-9 17-16,0 0 15,-9 8 1,1 1 0,-26-1-16,-26-8 15,-26 9 1,-76-1-16,-34 18 15,-35 8 1,-50 0-16,-35 8 0,-17 9 16,-17-17-1,-25-17 1</inkml:trace>
  <inkml:trace contextRef="#ctx0" brushRef="#br0" timeOffset="99583.95">10660 9585 0,'0'0'0,"0"0"0,0 0 15,-8 8 1,-1 9-16,1 26 15,-18 25 1,-17 51-16,-8 17 16,0-26-1,17-25-15,8 0 16,0 9-16,9-18 16,0-24-1,9-27 1,8 1-16,0-9 15,0-9 1,8 1-16,1-1 16,16-8-16,18 0 15,17-8 1,25-9 0,18-17-16,-1 0 15,9-1-15,17 1 16,-8 9-1,8 8-15,8 8 16,1-8 0,8 9-1,34-1-15,17 9 16,9 0-16,17-8 16,-9-1-1,18 1-15,8 8 16,8 0-1,9-17-15,-8 8 16,-1 9 0,10 9-1,-1-1-15,0 9 16,25 0 0,-8 0-16,9 9 15,0-9-15,-1 8 16,-16-8-1,8-8 1,0-1-16,-8-8 16,-9-8-1,8-18-15,1 9 16,0-8 0,-9 8-16,-9 0 15,-25 8-15,-9 9 16,1 9-1,-26 8-15,-9 8 32,26-16-32,-9-1 15,9-16-15,0-1 16,-35 1 0,1-18-1,-43 1-15,-34 8 16,-17 8-1,-9 9-15,-8 0 16,-18 0-16,-16 0 16,0 0-16,-18 0 15,1 0 1,-1 0 0,-8-8-16,0-9 15,-17-34-15,-17-34 16,-17-51-1,-43-43-15,-60-101 32</inkml:trace>
  <inkml:trace contextRef="#ctx0" brushRef="#br0" timeOffset="127936.16">25878 5485 0,'0'0'0,"0"0"0,-9 0 16,1 0-16,-1 0 15,1 0 1,-18 17 0,-16 26-16,16 8 15,17 0 1,9-9-16,9-7 15,-1-10-15,-8 9 16,-17 17 0,-25 34-1,8 0-15,-18 0 16,-24 9 0,-18-1-16,-9-8 15,-8 0 1,-25 17-16,-35 35 15,-17 33 1,18 0-16,42-17 16,25-17-1,35-51-15,34-43 16,8-16 0,9-18-16,-9-8 15,-8-17 1,0-34-16,0-8 15,17 8-15,8 8 16,9 1 0,0 8-1,0 17-15,0 0 16,0 8 0,0 9-16,-17 0 15,-17 26-15,-17 25 16,0 25-1,8-16 1,17-18-16,9-16 16,17-1-1,9 1-15,42-18 16,94-25-16,52-25 16,-10 25-1,-24 76-15,101 120 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2:56:09.681"/>
    </inkml:context>
    <inkml:brush xml:id="br0">
      <inkml:brushProperty name="width" value="0.05292" units="cm"/>
      <inkml:brushProperty name="height" value="0.05292" units="cm"/>
      <inkml:brushProperty name="color" value="#FF0000"/>
    </inkml:brush>
  </inkml:definitions>
  <inkml:trace contextRef="#ctx0" brushRef="#br0">2492 4371 0,'0'0'0,"0"0"16,0 0 0,0 0-16,0 0 15,0 0 1,0 0-16,0 0 15,0 0 1,9-8-16,42-1 16,26 1-1,-17-1-15,33 9 0,27-8 16,16 8 0,-25-9-1,-8 9 1,25-8-16,-17-9 15,0 0 1,-17 0-16,-43 8 16,-17 1-1,-8-1-15,-9 1 16,-9-1 0,1 1-16,8-9 15,-9 0 1</inkml:trace>
  <inkml:trace contextRef="#ctx0" brushRef="#br0" timeOffset="300.52">3593 3878 0,'0'0'0,"0"0"0,0 0 15,0 0 1,26 17-16,34 9 15,8 8 1,0-9-16,35 1 16,-1-1-1,-34-16-15,-17-1 16,-25 1 0,-17-1-16,-9 9 15,-52 26 1,-84 59-1,-43 25-15,8-33 16,68-43-16,78-34 16</inkml:trace>
  <inkml:trace contextRef="#ctx0" brushRef="#br0" timeOffset="10237.76">6085 6523 0,'26'0'0,"136"-9"0,188 9 15</inkml:trace>
  <inkml:trace contextRef="#ctx0" brushRef="#br0" timeOffset="100122.46">21679 14611 0,'0'0'0,"-9"-9"0,1 1 15,-1-1 1,1 1-16,-9-9 15,-9 0 1,-8 0-16,-9 0 16,0 0-1,1 8 1,-9-8 0,8 0-1,9 9-15,8 8 16,1 0-16,-10 0 15,-16 17-15,-34 25 32,-9 35-32,-17 8 15,17 25 1,9 18-16,17-1 0,16-8 16,10 9-1,16-9 1,17-25-16,9-18 15,18-8 1,24-8-16,44-18 16,50-8-1,35-34-15,25-34 16,26-25 0,0-26-1,-17-17-15,-35-9 0,-7-16 16,-35-1-16,-43 0 31,-34 9-31,-25 9 0,-35-1 31,-50-16-15,-69 16-16,-86 9 0,-50 42 16,-10 18-16,-75-1 15</inkml:trace>
  <inkml:trace contextRef="#ctx0" brushRef="#br0" timeOffset="101894.17">23445 14049 0,'0'0'0,"0"0"0,0 0 16,0 0-16,-8 0 16,-18 0-1,1 17-15,-35 17 16,-34 34 0,-17 26-1,-8 42 1,-9 17-16,17 26 15,8 33 1,35-8-16,34-16 16,34-10-16,25-8 15,35-17 1,26-25 0,16-35-16,17-25 0,27-17 15,-27-34 1,-85-8-16</inkml:trace>
  <inkml:trace contextRef="#ctx0" brushRef="#br0" timeOffset="102296.84">24367 14611 0,'0'0'0,"0"0"16,0 0-16,0 0 16,-8 8-1,-1 35-15,-25 25 16,-17 42 0,-26 35-16,0-1 15,17-16 1,9-26-16,17-17 15,17-17 1,17-34-16,0-17 16</inkml:trace>
  <inkml:trace contextRef="#ctx0" brushRef="#br0" timeOffset="102719.2">24811 15163 0,'0'0'0,"0"0"15,-8 0 1,-10 17 0,-7 17-16,-26 18 15,-9 7-15,0 18 16,9-9-1,17-17 1,17-17-16,17-9 16,8-8-1,26 0-15,43-8 16,51-35-16,9-25 16,-26-17-1,-17-8-15,-35-1 16,-24 9-16,-35 8 31,-26 1-31,-42 8 16,-69 34-1,-170 25-15</inkml:trace>
  <inkml:trace contextRef="#ctx0" brushRef="#br0" timeOffset="103289.03">25400 15308 0,'0'0'0,"17"0"0,0 0 16,9 0 0,-18 0-16,1 0 15,-1 0-15,1 17 16,-18 9-1,-16 8 1,-1 8-16,-8 1 16,17-9-1,0-9-15,17 1 16,8-9-16,35-9 31,34-8-31,8-17 16,1-8-1,-18-18-15,-17 9 16,-17 0-16,-8 17 16,-18 0-1,1 17 1,-9 0-16,-17 17 16,-17 34-1,-9 60-15,-8 67 0,8 18 16,9-26-1,-9 17 1,-8 0-16,-26-42 16,0-18-1,-25-25-15,-17-25 16,-27-35-16,-7-25 31,16-34-31,43-25 16,18-1-1,24-8-15,35 34 16</inkml:trace>
  <inkml:trace contextRef="#ctx0" brushRef="#br0" timeOffset="103836.98">26800 15180 0,'0'0'0,"-9"17"16,-8 43 0,-8 25-16,-10 17 15,-7 9 1,-10-9-16,1-17 16,9-26-1,16-25-15,9-17 16,17-8-1,0-26-15,51-43 16,86-42 0,50-17-16,1 26 15,-26 16 1,-34 26-16,-34 26 16,-34 8-1,-9 17-15,0 17 16,-8 34-1,-17 51-15,-18 34 16,-8 8 0,0-16-16,9-52 15,8-25-15,-9-34 16</inkml:trace>
  <inkml:trace contextRef="#ctx0" brushRef="#br0" timeOffset="104063.53">29283 14755 0,'0'0'0,"17"26"0,18 93 16,-27 85-1,-59 94-15,-86 59 16,-170 85 0,43-110-16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2:59:35.224"/>
    </inkml:context>
    <inkml:brush xml:id="br0">
      <inkml:brushProperty name="width" value="0.05292" units="cm"/>
      <inkml:brushProperty name="height" value="0.05292" units="cm"/>
      <inkml:brushProperty name="color" value="#FF0000"/>
    </inkml:brush>
  </inkml:definitions>
  <inkml:trace contextRef="#ctx0" brushRef="#br0">24495 6727 0,'0'0'0,"0"0"16,0 0-16,9 0 16,25 17-1,51-8-15,43-9 16,26-17-1,51-26-15,136-42 16</inkml:trace>
  <inkml:trace contextRef="#ctx0" brushRef="#br0" timeOffset="3270.41">25972 3878 0,'0'0'16,"0"0"-16,0 0 15,0 0 1,-9 0-16,1-8 15,-1-1-15,-8 1 16,0-1 0,0 1-1,-9-1-15,1 9 16,-26 0 0,-1 17-16,1 0 0,-9 17 15,-8 34 1,-17 26-16,25 16 15,9 1 1,0 25-16,17 0 16,8-9-1,26-33-15,0 8 32,17-8-32,9-1 15,25-8 1,17-17-16,34-17 15,44-25-15,24-35 16,-8-42 0,1-17-16,-18-25 15,-17-18-15,-43-8 16,-34 17 0,-17-17-1,-34 0 1,-25 0-16,-52-9 15,-42-16-15,-69-18 0,-77 35 32,-76 16-17</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3:01:59.957"/>
    </inkml:context>
    <inkml:brush xml:id="br0">
      <inkml:brushProperty name="width" value="0.05292" units="cm"/>
      <inkml:brushProperty name="height" value="0.05292" units="cm"/>
      <inkml:brushProperty name="color" value="#FF0000"/>
    </inkml:brush>
  </inkml:definitions>
  <inkml:trace contextRef="#ctx0" brushRef="#br0">16925 9355 0,'0'0'0,"0"0"0,0 0 0,170-26 0,27 1 16,33 8-16,9 8 16,0 1-1,-17-1-15,-43 1 31,103-1-31</inkml:trace>
  <inkml:trace contextRef="#ctx0" brushRef="#br0" timeOffset="607.9">20185 9210 0,'0'0'0,"0"0"16,0 0-16,9 0 16,42 0-1,94-17 1,77-25-16,-9-9 16,-33 0-16,-1-9 15,119-42 1</inkml:trace>
  <inkml:trace contextRef="#ctx0" brushRef="#br0" timeOffset="1106.33">22583 9176 0,'0'0'0,"0"0"16,9 9-16,51 8 15,119 0 1,103-17-16,110-34 16,-16-9-1,-103-8-15,77-34 16</inkml:trace>
  <inkml:trace contextRef="#ctx0" brushRef="#br0" timeOffset="1294.07">26834 8904 0,'77'0'0,"238"26"16,223 59-16,102 42 16,-221-33-1</inkml:trace>
  <inkml:trace contextRef="#ctx0" brushRef="#br0" timeOffset="5431.4">5625 9712 0,'0'0'0,"25"-8"0,60-18 15,86-16 1,85-1-16,60 18 16,25 25-1,26 8-15</inkml:trace>
  <inkml:trace contextRef="#ctx0" brushRef="#br0" timeOffset="9787.78">6871 10750 0,'0'0'0,"0"0"0,8 0 16,52 0-1,25-9 1,112-8-1,24-17-15,78 0 16,8 0 0,26-17-16,77-8 15</inkml:trace>
  <inkml:trace contextRef="#ctx0" brushRef="#br0" timeOffset="14571.8">9602 11923 0,'0'0'0,"0"0"0,0 0 16,-9 0 0,1 0-16,-1 0 15,1 0 1,-1 0-16,9 0 15,0 0-15,17 0 16,77 17 0,85-8-1,35 8-15,-18-17 16,111-26 0</inkml:trace>
  <inkml:trace contextRef="#ctx0" brushRef="#br0" timeOffset="14809.44">12393 12408 0,'0'0'0,"42"-8"0,155-1 15,161 0-15</inkml:trace>
  <inkml:trace contextRef="#ctx0" brushRef="#br0" timeOffset="16501.05">7460 13131 0,'0'0'0,"34"8"0,136 1 15,180-60 16,34-43-31</inkml:trace>
  <inkml:trace contextRef="#ctx0" brushRef="#br0" timeOffset="19073.99">13425 14075 0,'0'0'0,"0"0"16,0 0 0,0 0-16,0 8 15,0-8 1,-8 17-16,-1 26 15,-8 42 1,0 9-16,0-26 16,9-17-1,-1-17-15,1-9 16,8 1 0,0-9-16,0 0 15,0 0 1,8 0-1,9 0-15,26 8 16,25 1 0,26-18-16,26 1 15,16-9 1,9 0-16,9 0 16,17-9-16,-9 9 15,17 0 1,-8 0-1,-18 0-15,1 9 16,-1 8 0,-16-9-16,-35 1 15,-16-1-15,-26 1 16,-9-1 0,-9 1-16,-7-1 15,-10 1 1,1-9-16,-18 0 15,1 0 1,-1 0 0,-8-9-16,0-16 15,-8-43 1,-1-43-16,-8-178 16</inkml:trace>
  <inkml:trace contextRef="#ctx0" brushRef="#br0" timeOffset="36113.82">10361 9244 0,'0'0'0,"0"0"16,0 0-16,-8 0 15,-1-8 1,1 8-16,-1 0 16,1-9-1,-1 9-15,-16 0 16,-27 0-1,-24 17-15,-18 17 16,-9 17 0,1 17-16,8 9 15,34-17 1,35-9-16,16-9 16,35-8-1,42 0-15,51-8 16,35-26-1,-9-34-15,-17-26 16,-17 9 0,-43 0-16,-33 0 15,-18 8 1,-34-16-16,-52-26 16,-50-17-1,-52-9-15,-8 1 16,-77-60-1</inkml:trace>
  <inkml:trace contextRef="#ctx0" brushRef="#br0" timeOffset="37641.58">14347 11336 0,'0'0'0,"0"0"0,9-8 16,8-1 0,8 1-1,1-1 1,8-8-16,0-8 0,9-18 15,0 1 1,8-1 0,0-8-16,0 0 15,-8 0-15,-9 17 32,-8 9-32,-9 8 15,-9 0 1,1 17-16,-1 0 15,1 17-15,-9 42 16,-9 26 0,1 26-1,-9 8-15,0 0 16,8-17 0,9-17-16,0-25 0,0-18 15,0-16 1,-8 8-1,-1-17 1</inkml:trace>
  <inkml:trace contextRef="#ctx0" brushRef="#br0" timeOffset="37819.79">13946 11991 0,'0'0'0,"17"9"16,94 42-16,128 25 15,68-8-15,9-51 16,43-17 0</inkml:trace>
  <inkml:trace contextRef="#ctx0" brushRef="#br0" timeOffset="39354.9">19059 13692 0,'0'0'0,"0"9"15,-9 42 1,0 42-1,-16 18-15,-9 33 16,-9 35 0,-8-34-16,8-26 15,0 0-15,9-9 16,0-33 0,9-26-1,-1-17-15,17-26 16</inkml:trace>
  <inkml:trace contextRef="#ctx0" brushRef="#br0" timeOffset="39656.81">18350 13412 0,'0'0'0,"0"0"16,34 25-16,60 26 16,68 9-1,26-18-15,17-8 16,-9-8-1,-17-18-15,18-8 16,127-25-16</inkml:trace>
  <inkml:trace contextRef="#ctx0" brushRef="#br0" timeOffset="40170.46">20723 13658 0,'0'0'0,"0"0"15,-17 9-15,-17 42 16,-35 42 0,-25 52-1,9 8-15,0 8 16,-9 10 0,26-10-16,33-16 15,44 8-15,25 8 16,26 1-16,25-26 15,9-17 1,9-34 0,-52-59-16</inkml:trace>
  <inkml:trace contextRef="#ctx0" brushRef="#br0" timeOffset="40734.83">21175 14560 0,'0'0'0,"-8"8"16,-18 35 0,-17 33-16,1 26 15,-9 9 1,-9-9-16,-9 0 15,10-26 1,16-33-16,26-26 16,17-8-1,0-18-15,17-25 16,34-43 0,26-33-16,0-1 15,25 26 1,1 9-16,-18 25 15,-8 25-15,0 9 16,8 26 0,9 16-16,-9 35 15,-8 16 1,-26 26 0,-17 0-16,-16 0 15,-10 9 1,1-60-16</inkml:trace>
  <inkml:trace contextRef="#ctx0" brushRef="#br0" timeOffset="41064.82">22635 14976 0,'0'0'0,"42"0"16,78-8-16,33-9 31,18-17-31,17-9 16,-26-16-1,-17-9-15,-77 34 16</inkml:trace>
  <inkml:trace contextRef="#ctx0" brushRef="#br0" timeOffset="41319.14">24171 14602 0,'0'0'0,"0"9"15,0 33 1,-9 26-1,-16 43-15,-1 8 16,-16 0-16,7-26 16,18-25-1,9-25 1,-1-9-16,9-17 16</inkml:trace>
  <inkml:trace contextRef="#ctx0" brushRef="#br0" timeOffset="41601.21">25127 13514 0,'0'8'0,"34"26"16,34 60 0,18 101-16,-35 77 15,-77 128 1,-110 153-16,-86 25 16,-9-153-1,-16-127 1</inkml:trace>
  <inkml:trace contextRef="#ctx0" brushRef="#br0" timeOffset="45054.85">8970 15708 0,'0'0'0,"0"0"15,0 0 1,0 0 0,0 0-16,-8 17 15,-1 25 1,1 26-16,-9 17 16,8-8-1,-8 8-15,-9 25 16,1 18-1,16-26-15,1-25 16,8-9 0,0-26-16,0-16 15,0-18 1</inkml:trace>
  <inkml:trace contextRef="#ctx0" brushRef="#br0" timeOffset="45406.78">8194 15546 0,'0'0'15,"0"0"-15,17 0 16,51 9 0,60-1-16,51-16 15,17-9 1,-16-9-1,7 1-15,-16-1 16,119-16 0</inkml:trace>
  <inkml:trace contextRef="#ctx0" brushRef="#br0" timeOffset="45865.66">10404 15580 0,'0'0'0,"-17"9"0,-17 25 16,-26 25-1,0 18-15,-8 42 32,17 25-32,8 26 15,26 26 1,26-43-16,16-25 16,27-18-1,24-25-15,-33-51 16</inkml:trace>
  <inkml:trace contextRef="#ctx0" brushRef="#br0" timeOffset="46419.25">11019 16175 0,'0'0'0,"0"0"16,-9 26-16,-25 25 15,0 34 1,0 9-1,0 8-15,-1-9 16,18-16 0,0-35-16,17-8 15,0-17 1,17-8-16,26-26 16,34-26-16,8-42 15,0-17 1,-8 9-1,-25 16-15,-10 26 16,-8 9 0,18 8-16,7 0 15,1 25 1,-9 18 0,0 16-16,18 43 15,-10 43 1,-16 8-16,-9 0 0,-25 25 15,-9-8 1,-9-25 0,-8-52-1,9-33-15</inkml:trace>
  <inkml:trace contextRef="#ctx0" brushRef="#br0" timeOffset="46743.24">12794 16039 0,'0'0'0,"0"9"0,17 50 16,9 52-16,-18 34 15,-25 25 1,-17 25-16,-26 1 16,-8-43-1,0-34-15,-1-8 16,44-60-1</inkml:trace>
  <inkml:trace contextRef="#ctx0" brushRef="#br0" timeOffset="47125.6">13536 16490 0,'0'0'0,"9"0"0,34 9 16,25 8 0,26 0-1,0 0-15,0 8 16,-1-8-16,-24-8 16,-27-1-16,-16 1 15,-9-9 1</inkml:trace>
  <inkml:trace contextRef="#ctx0" brushRef="#br0" timeOffset="47380.71">13656 16839 0,'0'0'0,"0"0"15,0 0 1,8 0-16,35 17 0,34 0 31,17-9-31,8 1 16,1-18 0,16-8-16,9-17 15,0 0 1,-60 26-16</inkml:trace>
  <inkml:trace contextRef="#ctx0" brushRef="#br0" timeOffset="47684.39">16131 16073 0,'0'0'0,"0"0"16,-8 17-16,-10 34 16,-24 35-1,-18 41 1,-17 18-16,0-1 15,26-16-15,9-26 16,7-26 0,18-25-1,0-17-15,9-17 16</inkml:trace>
  <inkml:trace contextRef="#ctx0" brushRef="#br0" timeOffset="48004.87">15226 15869 0,'0'0'0,"17"0"0,52 17 16,33 17 0,1 0-16,33 9 15,-8-1-15,0-8 16,17 9 0,17-9-1,-17-9-15,9-8 16,145 9-1</inkml:trace>
  <inkml:trace contextRef="#ctx0" brushRef="#br0" timeOffset="48276.58">17189 15742 0,'0'0'0,"-8"8"16,-69 35-16,-68 42 16,-9 59-1,-33 69-15,7 17 16,35-35 0,51-16-16,35 8 15,42-34 1,68 0-16,43-8 15,-35-77 1</inkml:trace>
  <inkml:trace contextRef="#ctx0" brushRef="#br0" timeOffset="48850.82">17591 16524 0,'0'0'0,"-9"0"16,-8 26-1,-43 42 1,-8 34 0,17 8-16,-1-8 0,18-25 31,9-26-31,8-26 16,8 1-16,9-18 15,17 1 1,34-26-1,43-26-15,17-33 16,-8-9 0,-9 0-16,-18 17 15,-7 25 1,-18 9-16,-8 17 16,-9 17-1,0 26-15,0 33 16,-8 60-1,-9 26-15,-26-35 16,9-33 0,0-26-16,9-17 15,8-17 1,8-8-16,9-9 16,1 0-1,-10 0-15</inkml:trace>
  <inkml:trace contextRef="#ctx0" brushRef="#br0" timeOffset="49056.24">18564 16856 0,'0'0'0,"0"0"15,17 8-15,25 9 16,18 9-16,8-9 15,18-9 1,-1-8 0,-17-8-16,-17-9 15,1-9 1,-27 9-16</inkml:trace>
  <inkml:trace contextRef="#ctx0" brushRef="#br0" timeOffset="49287.99">19801 16618 0,'0'0'0,"0"8"16,-8 26-16,-1 60 15,-17 33 1,-8 9-1,-8-8 1,7-34-16,18-43 16,17-26-16,0-16 15</inkml:trace>
  <inkml:trace contextRef="#ctx0" brushRef="#br0" timeOffset="49590.21">20458 16158 0,'0'9'0,"17"42"16,17 77-16,1 59 15,-27 25-15,-42-8 16,-60 9-16,-51 8 31,-17-25-31,-9-52 16,26-50 0,43-35-16,59-42 15</inkml:trace>
  <inkml:trace contextRef="#ctx0" brushRef="#br0" timeOffset="49974.42">21849 16703 0,'0'0'0,"0"0"16,-8 25-16,-18 35 16,-16 33-1,-10 35-15,1 8 0,0-8 32,8-35-32,-16 9 15,16-42 1</inkml:trace>
  <inkml:trace contextRef="#ctx0" brushRef="#br0" timeOffset="50223.81">20970 17085 0,'0'0'0,"35"26"16,58 8 0,35 9-1,9-18-15,8-8 16,-8-25 0,-26-1-16,-9-16 15,-51 8-15</inkml:trace>
  <inkml:trace contextRef="#ctx0" brushRef="#br0" timeOffset="50501.87">22891 16618 0,'-9'8'0,"-25"77"16,-51 128 0,8 34-1,26-35 1,-18 111-16</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4-06-26T17:24:58.058"/>
    </inkml:context>
    <inkml:brush xml:id="br0">
      <inkml:brushProperty name="width" value="0.05292" units="cm"/>
      <inkml:brushProperty name="height" value="0.05292" units="cm"/>
      <inkml:brushProperty name="color" value="#FF0000"/>
    </inkml:brush>
  </inkml:definitions>
  <inkml:trace contextRef="#ctx0" brushRef="#br0">26141 12453 0</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3:03:05.782"/>
    </inkml:context>
    <inkml:brush xml:id="br0">
      <inkml:brushProperty name="width" value="0.05292" units="cm"/>
      <inkml:brushProperty name="height" value="0.05292" units="cm"/>
      <inkml:brushProperty name="color" value="#FF0000"/>
    </inkml:brush>
  </inkml:definitions>
  <inkml:trace contextRef="#ctx0" brushRef="#br0">19084 6855 0,'0'0'0,"0"0"0,0 0 16,17 17 0,26 0-16,17 8 15,42 1-15,9-9 16,0 0-1,34-9-15,0 1 16,-25-9 0,-52 0-16,-8 0 15,-1 0 1,-7 8-16,-35 1 16</inkml:trace>
  <inkml:trace contextRef="#ctx0" brushRef="#br0" timeOffset="296.77">20160 6829 0,'0'0'0,"0"0"16,34 17-1,17 0 1,9-8-16,8-1 16,9 1-1,-9-1-15,-17 1 16,-25-9-16,-9 0 16,-9 0-1,-33 17-15,-112 68 16,-102 76-1,-51 60-15</inkml:trace>
  <inkml:trace contextRef="#ctx0" brushRef="#br0" timeOffset="2017.27">19084 9270 0,'0'0'0,"0"0"15,0 0-15,0 0 16,0 0-16,0-9 16,0 1-1,9-1 1,-1 1-1,9-1-15,9 1 0,8 8 32,-8 0-32,8 0 0,0 0 31,9 0-31,25 8 16,0-8-1,-8-8-15,42-1 16,43-8-16,0 0 0,-51 0 31,17-8-15,34-9-16,9 0 15,-43 0 1,-43 8-16,9 9 16,-17-8-1,-43 16-15</inkml:trace>
  <inkml:trace contextRef="#ctx0" brushRef="#br0" timeOffset="2388.34">20373 8394 0,'0'0'0,"0"0"15,0 0-15,0 0 16,0 0 0,17 17-16,17 0 15,26 17 1,0 0-16,-9 0 16,9 8-16,8 18 15,0 0 1,-17-1-1,-8-16-15,-17-1 16,-9 1-16,-9-1 16,-16-8-1,-44 26-15,-110 59 16,-94 42 0,51-33-1,-68 25-15</inkml:trace>
  <inkml:trace contextRef="#ctx0" brushRef="#br0" timeOffset="4420.58">19417 11090 0,'0'0'0,"0"0"15,0 0-15,0 0 16,0 0-1,0 0 1,0 0-16,0 0 16,-9 0-16,9 8 15,0-8 1,9 17-16,17 0 16,16 9-1,9-9-15,26 8 16,17 1-1,17 8 1,0-9-16,-26 1 16,9-1-16,0 1 15,-26-9 1,-16-9 0,-18 1-16,-9-9 0,-16-9 31,0 9-16,-9 0-15</inkml:trace>
  <inkml:trace contextRef="#ctx0" brushRef="#br0" timeOffset="4740.45">20108 11277 0,'0'0'0,"0"0"16,0 0-1,0 0 1,9 0-16,25 0 15,17 8-15,17 9 32,18 0-32,-9 9 15,-18-9 1,-7 0-16,-27 0 16,1 0-16,-9 0 0,-9 0 31,-8 17-31,-59 51 0,-69 43 31,-17-26-15,68-60-16,34-42 15,35-42 1,8-1-16</inkml:trace>
  <inkml:trace contextRef="#ctx0" brushRef="#br0" timeOffset="6589.89">19263 13522 0,'0'0'0,"0"0"15,0 0 1,0 0-16,0 0 15,0 0-15,0 0 16,0 0 0,9 0-1,34 0-15,33-8 16,18 8 0,9 0-16,-1 0 15,-8 8 1,0 1-16,-26-1 15,-25-8-15,-9 0 16,-17 0 0</inkml:trace>
  <inkml:trace contextRef="#ctx0" brushRef="#br0" timeOffset="6900.54">19656 13292 0,'0'0'0,"0"0"0,26 0 15,33 9 1,27 8 0,8 0-16,-18 0 0,-24 0 15,16 0 1,-8 9-16,-9-1 31,-17-16-31,-8 8 16,-18 0-16,-8 0 15,-26 34-15,-33 51 16,-44 25 0,-25-25-16,17-34 31,60-34-31</inkml:trace>
  <inkml:trace contextRef="#ctx0" brushRef="#br0" timeOffset="8402.59">18922 17102 0,'0'0'0,"-9"0"15,-8 9 1,0-1-16,0 1 16,9-1-16,-1 1 15,1-9 1,8 0 0,0 0-1,25-9-15,35-8 0,51-8 16,60-1-1,-9-8 1,0 9-16,26-1 16,-43 9-1,-43 0-15,-25 0 16,0 17-16,-9-8 16,-34-1-1,-25 9 1</inkml:trace>
  <inkml:trace contextRef="#ctx0" brushRef="#br0" timeOffset="8726.46">19844 16983 0,'0'0'0,"0"0"0,0 0 16,0 0-1,0 0-15,25 17 16,18 0 0,17 0-1,0 0-15,8 0 16,0-8 0,-8-1-16,-18 1 15,-16-1-15,-9 1 31,-8-1-31,-26 27 16,-35 24-16,-50 43 16,-17 9-16,76-69 31</inkml:trace>
  <inkml:trace contextRef="#ctx0" brushRef="#br0" timeOffset="13657.57">27175 4924 0,'0'0'0,"0"0"15,0 0-15,0 0 16,0 0 0,0 0-16,0 0 31,0 17-31,9 9 15,-1 16-15,1 35 16,-1 8 0,-16 8-1,-1 9-15,1 0 0,-1 9 16,1-9 0,-1-17-1,1-17 1,-1-8-16,1-9 15,-18 0 1,0 8-16,-8-8 0,9-8 16,-1-1-1,9-16 1,0-1-16,8-8 16,1 0-1,-18 0-15,-25-8 16,8-1-16,1 1 31,-35 8-31,-17-9 16,-8 9-1,-9-8-15,25-9 16,44 8-16,-1 1 16,9-1-16,0-8 31,17 0-31,8 0 15,0 0 1,1 0-16,-1-8 16,1-1-16,-1-8 15,-16-8 1,-1-1 0,9 1-16,0 8 15,0 0-15,8 8 16,1 9-1,8 0-15,-9 0 16,9 0-16,0 0 31,-8 0-31,-1 0 16,-8 17-16,-8 0 0,-1 17 16,0-8-1,9-1 1,0-16-1,0-1 1,9 1-16,-1-1 16,9 9-1,9 9-15,42 8 0,26 8 32,8 1-32,34-9 15,9 8 1,-59-16-16</inkml:trace>
  <inkml:trace contextRef="#ctx0" brushRef="#br0" timeOffset="15633.58">26134 4609 0,'0'0'0,"0"0"16,0 0 0,-9 0-16,1 17 15,-18 9 1,-16-1-16,-18 9 15,0-8 1,0-1 0,1 1-16,-1 0 15,0 8 1,-8 0-16,-9 0 16,9 17-16,8 0 15,0 17 1,1 0-16,16-9 15,9-8-15,0 0 16,-1 0 0,10 17-16,8 0 15,0 17 1,0-8-16,17 0 16,8-1-1,9-16 1,9-1-16,8 9 15,17-8-15,9-1 16,17 1 0,0-18-16,-1-8 31,35-8-31,9-18 16,-1-16-1,-33-9-15,-9-9 16,16 9-16,-16-8 15,0-1 1,0 1 0,8-18-16,1 1 15,-18-9 1,0 0-16,-8-9 0,0 1 16,-18-1-1,1 1 1,-17-10-1,-18 1-15,1 9 16,-1-18 0,1-8-16,-18 0 0,-8-17 31,-26-8-31,1 25 16,-27 8-1,-24 9-15,-10 0 16,-25 8-16,-17 1 31,-26 25-31,-42 8 16,-35 18-16,-42 42 15,-154 102 1,52 9-16</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3:04:25.752"/>
    </inkml:context>
    <inkml:brush xml:id="br0">
      <inkml:brushProperty name="width" value="0.05292" units="cm"/>
      <inkml:brushProperty name="height" value="0.05292" units="cm"/>
      <inkml:brushProperty name="color" value="#FF0000"/>
    </inkml:brush>
  </inkml:definitions>
  <inkml:trace contextRef="#ctx0" brushRef="#br0">11232 7169 0,'0'0'0,"0"0"15,0 0 1,-9 0-16,1 0 16,-18 9-1,-8 8 1,-43 8-16,-17 18 0,-8 16 15,0 1 1,8 16 0,-17 26-1,-9 9-15,35 8 0,8-8 32,26-26-32,8 0 15,9-9 1,0-8-16,17 9 15,8-1 1,18 1-16,17 8 16,25 9-1,26-18-15,33 1 16,19-1 0,16 1-16,8-9 15,9 0 1,18-9-16,24-8 15,10-8 1,25-26 0,17-17-16,-9-17 15,-16-9-15,-35-16 16,0-9 0,-16-9-1,-35 1-15,-26 8 16,1-9-1,-18-8-15,-34 9 0,-25-1 16,-9 1 0,-17-10-16,-17-16 15,-42-34 1,-44-8 0,-42 8-16,-85 0 15,-43 34-15,-34 17 16,-77 17-1,-34 8-15,16 1 32</inkml:trace>
  <inkml:trace contextRef="#ctx0" brushRef="#br0" timeOffset="4844.17">14757 8709 0,'0'0'0,"0"0"16,0 0-1,0-9-15,8 9 16,-8 0-1,0 0-15,0 0 16,9 17 0,-9 17-16,0 0 15,-9 9 1,1-1-16,-1 1 16,1-1-1,-1-8-15,9 0 16,0-8-16,0-1 15,0 1 1,0-9-16,17 0 16,0 0-1,18 0 1,16 0-16,9-9 16,16 1-1,35-9-15,26 0 16,-9-9-16,26 9 15,8-8 1,8-9 0,-25 0-16,26 8 15,0 1 1,-35-1 0,-8 9-16,9 0 15,-26 0-15,-43 0 16,-25 0-16,-17 0 15,-1 0 1,-16 0-16,-1 0 31,1 0-31,-1 0 16,1 0-16,-9-8 16,8-1-1,1-8-15,8-17 16,9-59-16,-1 33 31</inkml:trace>
  <inkml:trace contextRef="#ctx0" brushRef="#br0" timeOffset="9918.15">17761 8709 0,'0'0'0,"0"0"16,0 0 0,0 0-1,0 0-15,0 0 16,0 0-16,0 0 15,0 0 1,0 0-16,0 0 16,-8 0-1,-1 17-15,1 0 16,-9 0 0,-1 8-1,10 9-15,-1 0 16,9 17-16,0-8 15,9-9-15,8 0 16,0-9 0,17 9-1,9-8-15,34-9 16,34-9 0,42 1-1,44-18-15,25 1 16,16-1-1,-7 9-15,-18 9 16,9 8 0,0 0-16,9 0 15,-1 0 1,-68 0-16,17 0 16,-16-9-1,-70-8-15,-16-8 16,-26-1-1,-8 1-15,-17 8 16,-18 0 0,1-9-16,-1 1 15,1-18 1,8-25-16,0-34 16,17-17-1,-8 60-15</inkml:trace>
  <inkml:trace contextRef="#ctx0" brushRef="#br0" timeOffset="15554.19">2083 9491 0,'0'0'0,"0"0"0,0 0 15,0 0 1,0 0-16,0 0 16,0 0-16,0 0 15,0 0 1,0 0 0,0 0-16,0 0 15,0 0 1,0 0-16,25-9 15,9 1 1,9-1-16,42 1 16,18 8-1,-1 0-15,1 0 16,-27 8 0,-16 1-16,17-1 15,8-8 1,-16 0-16,-10 0 15,1 0 1,-17 0-16,-18 0 16,-16 0-1,-1 0-15,-8 0 16,-17 0 0,-17 0-16,-8 0 15,-1 9 1,9-9-16,17 0 15,0 0 1,-1 0-16,10 0 16,8 0-16,0 0 15,0 0 1,8 0 0,27 0-16,16 0 15,0 8-15,9 1 16,-18-9-1,-16 0-15,0 0 16,-18 0 0,1 0-1,-18 0-15,-51 26 16,-50 25-16,-19 17 16,-16 8-1,86-42-15</inkml:trace>
  <inkml:trace contextRef="#ctx0" brushRef="#br0" timeOffset="20788.78">2287 10818 0,'0'0'0,"0"0"16,0 0 0,35 0-1,33 17 1,17 0-16,26 8 16,-43-16-1,26-1-15,34 1 16,17-1-1,-25-8-15,-60-8 16,-9-1 0,-9-8-16,-24 0 15,-10 17 1,-8 0-16</inkml:trace>
  <inkml:trace contextRef="#ctx0" brushRef="#br0" timeOffset="21075.16">2834 10639 0,'0'0'0,"0"0"0,0 0 15,0 0 1,0 0 0,8 0-16,35 17 15,34 0-15,34 0 16,-18-8-1,-33-1 1,8 9-16,1 0 16,-1 0-1,-25 9-15,-9 8 16,-9 0-16,-25 25 16,-34 18-1,0-1-15,9-8 16,8-8-1,8-35-15</inkml:trace>
  <inkml:trace contextRef="#ctx0" brushRef="#br0" timeOffset="29461.5">4967 12212 0,'0'0'0,"0"0"0,0 0 16,69-25-1,110-35-15,120-25 16,76-8-16,18 16 15,-9 26 1</inkml:trace>
  <inkml:trace contextRef="#ctx0" brushRef="#br0" timeOffset="33455.93">6051 13046 0,'0'0'0,"0"0"0,-8 0 16,-1 25 0,-8 26-16,0 9 15,9-1 1,-1 1-16,0 0 16,1-1-16,-1 1 15,1-9 1,8-9-16,0 1 15,0-9 1,17 0 0,17 0-16,17 0 15,9-9-15,25-16 16,26-1 0,43-25-16,25-8 15,9-1 1,42-16-16,9-1 15,26 1 1,25-9 0,-8 17-16,25 17 15,-8 0 1,17 0-16,-18 17 16,1 8-16,8 1 15,26-18 1,51-8-1,-59-8-15,-1-1 16,43 9 0,-51 0-16,25 17 15,-25 9-15,17-9 16,42 8 0,-50 1-16,7-1 15,18 1 1,-42-1-16,-1-8 15,-34 9 1,-51 8 0,0 17-16,-26 0 15,-8 0 1,-9-9-16,-51 9 16,-34-8-1,-34-9-15,-26-9 16,-8 1-16,-18-1 15,1-8 1,-1 0 0,1 9-16,-1-9 15,-8 0 1,0-9-16,0-8 0,0-17 16,26-25-1,-9 25 1</inkml:trace>
  <inkml:trace contextRef="#ctx0" brushRef="#br0" timeOffset="35838.44">17659 13003 0,'0'0'0,"0"0"15,0 0 1,0-8-16,0 8 16,0 0-1,0 0-15,0 0 16,0 0 0,0 0-16,0 0 15,0 0 1,0 0-16,0 0 15,0 0 1,0 25-16,0 18 16,0 33-1,-9 35-15,9 8 16,0-17 0,0-25-16,0-9 15,0-9 1,9-16-16,8-9 15,0 0 1,9-9-16,25 9 16,34 0-16,26-17 15,0-8 1,9-1 0,50-16-16,27-18 15,24-16-15,35-18 16,35-8-1,16 9-15,17 16 16,-8-8 0,17 17-1,51 0-15,-68 17 16,25 9 0,52-1-16,-69 1 15,0 8-15,35 17 16,-26 0-1,17 17 1,-60 0-16,34 8 16,9-8-16,-26-8 15,52-1 1,-52-16 0,17-1-16,18-8 15,-35 0 1,9 0-16,-43 0 15,-34 0-15,-9-8 16,-42-1 0,8-8-1,-8 0-15,-68 17 16,-26-8 0,-35-1-16,1 9 15,-9 0 1,-17 0-1,-8 0-15,-17 0 16,-1 0 0,1 0-16,-1 0 0,-8 0 15,0 0 1,0 0 0,0 0-1,0 0-15,0 0 16,0 0-16,0 0 15,0 0 1,0 0 0,0 0-16,0-8 15,9-26 1,-1-26-16,1 1 16,-9-1-16,-9 9 15,1 0 1,-1 8-16,-16-16 15,7 25 1</inkml:trace>
  <inkml:trace contextRef="#ctx0" brushRef="#br0" timeOffset="37343.08">16370 12034 0,'0'0'0,"0"0"0,0 0 15,0 0 1,0 0-16,0 0 16,0 0-1,0 0-15,0 0 16,0 0-1,0 0-15,0 17 16,0 0 0,0 8-16,9 1 15,-9-9 1,0 0-16,0 0 16,8 0-1,1 0-15,-1 0 16,1 0-1,-1 17-15,1 0 16,-1 8 0,1 1-16,-1 25 15,1 17 1,-1 0-16,1 0 16,0-34-1,-1-8-15,-8-18 16,0 1-16,0-1 15,-8 1 1,-1-9-16,0 17 16,-8 0-1,0 0 1,0-9-16,9 1 16,8-18-16,0 1 15,0-1 1,0 9-1,17 0-15,8 0 16,35 9-16,25-18 16,18-8-1,8-8-15,0-1 16,0 1 0,-17-1-1,-18 9-15,-7 0 16,-18 0-16,-8 9 15,-18-1 1,1-8-16,-18 0 16,1 0-1,-1 0 1,1 0 0,-9 0-16,0-8 15,8-9-15,10-26 16,-1-33-1,0-18 1,8-16-16,1-1 16,0 9-1,-18 43-15,1 8 0,-1 0 16,-8-9 0,0 9-1,0 17-15,-8 0 16,-1 0-1,1 8-15,-1 1 0,0 8 16,-16 0 0,-1 0-16,-16 17 15,-1 0 17,-34 8-32,-42 9 15,-52 17 1,-51 9-16,-60-26 0,-59-17 15,-35-17 1</inkml:trace>
  <inkml:trace contextRef="#ctx0" brushRef="#br0" timeOffset="46762.49">19050 10409 0,'0'0'15,"0"0"-15,-9 9 16,-8 25-16,-17 34 16,-34 17-16,-17 26 31,-43 42-31,-9 17 0,26-34 0,0-34 31,0 0-15,26-17-16,25-17 0,34-34 15,9-8 1,0-18 0,17 1-1,-8-18-15,-1-8 16,-8-8-1,9-9-15,-1 17 16,1 0 0,-1 0-16,1 0 15,-10 8 1,-16 9 0,-34 26-16,-34 42 15,16 0-15,35 0 16,8-9-1,26-16-15,17-18 16,34 9 0,69 0-16,93-25 15,111-69 1,60-33-16</inkml:trace>
  <inkml:trace contextRef="#ctx0" brushRef="#br0" timeOffset="53563.35">15764 9261 0,'0'0'0,"-8"0"15,-1 9 1,-8-1-16,0 1 16,-9-1-16,-8 9 15,-34 9 1,-18 16-16,-7 26 15,-27 18 1,9-10-16,34-33 16,18-1-1,16-8 1,26 0 0,17 9-16,25-1 15,35 9-15,8-17 16,18-8-1,33-35 1,18-25-16,-26-8 16,-34-9-1,-26-9-15,-17 1 0,-17-18 16,-43-8 0,1 51-1</inkml:trace>
  <inkml:trace contextRef="#ctx0" brushRef="#br0" timeOffset="54553.89">18461 10001 0,'0'0'0,"-8"0"15,-1 0 1,-25 17 0,-17 9-16,-9 8 15,-17 8 1,0 26 0,18-8-16,16-9 15,17 8 1,9-8-16,17-17 15,17 1 1,43-18-16,51-17 16,17-35-1,-34-16-15,-9-8 16,-25 8 0,-26 8-16,-34-8 15,-25 0 1,7 26-16</inkml:trace>
  <inkml:trace contextRef="#ctx0" brushRef="#br0" timeOffset="55372.24">14066 11251 0,'0'0'0,"-9"0"16,-8 0-1,-9 17-15,-8 0 16,-8 0 0,-27 17-1,10 9-15,-1 8 16,-8 26-1,-1 16-15,9-8 16,18-17-16,25-34 16,25 0-1,18-8 1,17-1-16,42-16 16,17-26-16,26-34 15,-8-34 1,-43-17-16,-26 8 15,-17 1 1,-51 7-16,0 52 16</inkml:trace>
  <inkml:trace contextRef="#ctx0" brushRef="#br0" timeOffset="61807.07">16925 14891 0,'0'0'0,"0"0"0,0 0 15,0 0 1,0 9-16,0-9 15,0 0 1,0 0-16,8 8 16,-8-8-1,0 0-15,0 0 16,0 0 0,0 0-16,0 0 15,0 0 1,0 0-16,0-8 15,0-9 1,-8-26-16,8-25 16,0-8-1,8-18-15,-8-8 16,0 9-16,0 16 16,0 9-1,0 25 1,0 1-1,0-1-15,-8 1 16,-1 8-16,1 0 16,8 17-1,0 0-15,0 8 16,0 9 0,0 0-16,-9 0 15,1 9 1,-1 8-16,9 0 15,-8 8 1,8 1-16,0-1 16,0 1-1,0-1-15,0-16 16,-9 8 0,9-9-16,0 1 15,0-9-15,0 0 16,-8-9-1,-1 1 1,9-18-16,0-16 16,17-35-1,0-8-15,9 0 16,-1 17 0,1 17-1,-9 17-15,-8 9 16,8 8-1,0 8-15,0 9 16,17 9 0,9 25-16,8 34 15,0 25-15,-8-8 16,-9-17 0,8-8-1,-7-18-15,-27-33 16</inkml:trace>
  <inkml:trace contextRef="#ctx0" brushRef="#br0" timeOffset="70543.47">18905 4465 0,'0'0'0,"0"17"16,17 42-16,-8 43 16,-1 0-1,-16 18-15,-10 50 16,-7 8-1,-1-33-15,-8 8 16,0 0 0,8-42-16,9-43 15,0-26 1,9-16-16,-1-9 16,1-9-16</inkml:trace>
  <inkml:trace contextRef="#ctx0" brushRef="#br0" timeOffset="70898.67">18256 4320 0,'0'0'0,"0"0"16,9 9 0,25 16-16,60 9 31,59-8-31,27-9 15,7-34 1,-7-9-16,-18 1 16,-17-18-1,-43 9-15,-59 17 16</inkml:trace>
  <inkml:trace contextRef="#ctx0" brushRef="#br0" timeOffset="71316.17">20313 4065 0,'0'0'0,"-8"9"0,-18 8 16,-8 17-1,-17 34 1,-9 34-16,0 34 15,-8 17 1,-9 25-16,9 10 16,8-10-16,17-16 15,18-9 1,25-17 0,42-17-1,44-25-15,16-35 16,-51-33-16</inkml:trace>
  <inkml:trace contextRef="#ctx0" brushRef="#br0" timeOffset="72011.73">20808 4822 0,'0'0'0,"-17"17"15,-17 43 1,-17 25 0,0 8-16,8 9 0,0-17 15,9-8-15,8-26 32,9-26-17,9 1-15,8-18 16,0 1-1,0-9-15,0-9 16,17-25 0,26-25-16,16-35 15,18-8-15,-9 17 16,-8 0 0,0 17-1,0 9-15,-9 8 16,-8-1-16,-1 18 15,9 0 1,1 17-16,-10 17 16,1 9-1,0 16 1,-1 18-16,-16 34 16,-9 59-1,-25 25-15,-1-25 16,-8-34-16,0-17 15,0-34 1,8-17-16,9-17 16,0-8-1,0-9 1</inkml:trace>
  <inkml:trace contextRef="#ctx0" brushRef="#br0" timeOffset="72557.31">21841 3963 0,'0'0'0,"26"26"0,16 33 16,26 26-1,1 17-15,-18 0 16,-8 0-1,-18 17-15,-8 26 16,-8 17 0,-26 16-16,-17 1 15,-35-18 1,-7-8-16,16-34 16,17-42-1,18-26-15,16-34 16</inkml:trace>
  <inkml:trace contextRef="#ctx0" brushRef="#br0" timeOffset="72908.67">22720 4609 0,'0'0'0,"0"0"16,9 0-1,16 9 1,26 8-16,18 8 0,16-8 15,-17 0 1,-8 0 0,-9-8-1,-25-1-15,-1 1 0,-16-9 16,0 0-16</inkml:trace>
  <inkml:trace contextRef="#ctx0" brushRef="#br0" timeOffset="73135.83">22609 5154 0,'0'0'0,"9"8"15,50 18 1,35 16-16,9-8 15,-9-25 1,-1-9-16,-7-17 16,-18-17-1,-8-26-15,-26 18 16</inkml:trace>
  <inkml:trace contextRef="#ctx0" brushRef="#br0" timeOffset="73791.87">24197 3674 0,'0'0'0,"0"0"0,0 0 16,0 0 0,0 0-16,0 0 15,0 0 1,0 0-16,8 25 15,1 35 1,-26 59-16,-18 68 16,-33 77-1,-17 42-15,17-25 16,33-26 0,18-51-16,17 93 15</inkml:trace>
  <inkml:trace contextRef="#ctx0" brushRef="#br0" timeOffset="75947.32">24931 4201 0,'0'0'0,"0"0"0,-9 34 16,1 43-1,8 8-15,-9 8 16,0 35-1,1-1-15,-1-24 16,1-18 0,-1-26-16,1 1 15,-9-18 1,0-16-16,-9-1 16,-34-33-1,18-1-15</inkml:trace>
  <inkml:trace contextRef="#ctx0" brushRef="#br0" timeOffset="76107.12">24367 4388 0,'0'0'0,"26"17"16,76 51-1,60 26-15,77-9 16,77-43-16,51-8 16</inkml:trace>
  <inkml:trace contextRef="#ctx0" brushRef="#br0" timeOffset="77944.77">26373 3904 0,'0'0'16,"9"0"-16,33 17 16,35 0-16,0 0 15,-17 17 1,-1 17-16,-16 25 0,-9 35 31,-25 42-31,-35 34 16,-17-17-1,-25-8-15,-34 8 0,8-26 16,0-59 0,17-25-1,17-26 1,9-26-16,8-16 15,-8-26 1,9-43-16,16-8 0,17 17 16,35 17 15,25 0-31,60 26 16,60 25-1,76 51-15,18 17 16,-52 0-16,69 25 15</inkml:trace>
  <inkml:trace contextRef="#ctx0" brushRef="#br0" timeOffset="80011.05">28370 4023 0,'0'0'0,"0"0"15,0 8 1,9 26-16,-1 17 15,-8 9 1,-8 16-16,-18 35 16,9 33-1,-9-8-15,1-8 16,-1 8-16,1 17 16,-1-25-1,-8-35-15,17-42 16,8-25-1,9-1 1,0-16-16,0-18 16,9 9-1</inkml:trace>
  <inkml:trace contextRef="#ctx0" brushRef="#br0" timeOffset="80343.35">27764 3878 0,'0'0'0,"9"0"0,-1 0 16,1 0-1,8 0 1,0 17-16,17 0 16,26 17-1,8 0-15,43 0 16,51 9-16,-8-18 16,-18-16-1,-25-9 1,0-17-16,-34-26 15,-43 18 1</inkml:trace>
  <inkml:trace contextRef="#ctx0" brushRef="#br0" timeOffset="80932.16">29958 3640 0,'0'0'0,"-9"0"15,-8 0 1,-9 17-16,-8 0 16,-8 8-1,-10 18-15,-7 25 16,-1 0 0,-8 26-16,-26 25 15,-34 42 1,8 43-16,1 0 15,25 26 1,34-26-16,35-42 16,16-9-1,26-9-15,26-16 16,25-26 0,9-25-16,-9-43 15,-42-17 1</inkml:trace>
  <inkml:trace contextRef="#ctx0" brushRef="#br0" timeOffset="81917.36">30504 3878 0,'0'0'0,"0"0"15,8 0-15,1 17 16,0 9-16,-1 16 16,-16 18-1,-10 8-15,-16 17 16,-17 8-1,8-8 1,1-8 0,8-18-16,8-25 15,9-8 1,8-9-16,9-9 16,0-8-1,9-8-15,51-26 16,25-26-16,0-25 15,9-8 1,0-1 0,-26 18-16,18 8 15,-1 0 1,-17 25-16,-16 18 0,-1 25 31,0 17-31,0 8 16,-8 26-1,-9 34-15,-17 60 16,-17-1-16,-8-25 0,-1-34 31,1-34-15,-1-25-16,0-9 16,-8-17-1,9 0-15</inkml:trace>
  <inkml:trace contextRef="#ctx0" brushRef="#br0" timeOffset="82353.25">29924 5205 0,'0'0'0,"25"17"16,60 8 0,86 9-16,8-8 15,-16-18 1,24 1-16,-16-1 16,-26-8-1,-8-8-15,-1-9 16,-16 8-16,-35 1 31,-17 8-31,-33 0 16</inkml:trace>
  <inkml:trace contextRef="#ctx0" brushRef="#br0" timeOffset="82977.6">30401 5562 0,'9'0'0,"25"8"0,43 18 16,8 16-16,-16 1 16,-18 0-1,-26 8-15,-8 0 16,-17 17-1,-25 8 1,-52 9-16,-8-8 16,-1-18-16,-16-8 15,8-17 1,17-25-16,17-1 16,18-16-1,25-1-15,8-8 16,9-8-1,17-1 1,17-8-16,1 9 16,16 8-1,9 17-15,25 34 16,34 25-16,1 18 16,-9-1-1,-17-25-15,-26-25 16,0-1-16,-8-16 31,-17-18-31,-18 1 16</inkml:trace>
  <inkml:trace contextRef="#ctx0" brushRef="#br0" timeOffset="83369.6">32143 3793 0,'0'0'0,"34"43"0,51 84 16,18 77 0,-10 51-16,-41 26 15,-52 8 1,-26 68-16,-59 35 15,-69-18-15,-128 25 16,-93-16 0,76-119-16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3:06:11.494"/>
    </inkml:context>
    <inkml:brush xml:id="br0">
      <inkml:brushProperty name="width" value="0.05292" units="cm"/>
      <inkml:brushProperty name="height" value="0.05292" units="cm"/>
      <inkml:brushProperty name="color" value="#FF0000"/>
    </inkml:brush>
  </inkml:definitions>
  <inkml:trace contextRef="#ctx0" brushRef="#br0">9269 5689 0,'0'0'0,"0"0"15,0 0-15,0 0 16,0 0 0,0 0-1,0 0-15,0 0 16,26 9-16,59 8 15,77 0 1,-8 0-16,-9 0 16,43 0-1,-35 0-15,-42-8 16,17-9-16,-25-9 31,-10-16-15,-7-1-16,-26-17 15,-9-16 1,-26 33-16</inkml:trace>
  <inkml:trace contextRef="#ctx0" brushRef="#br0" timeOffset="239.09">10617 5417 0,'0'0'0,"26"17"0,51 43 16,34 16 0,25 1-1,-8-9-15,9-8 16,-35-9 0,-25-17-16,-17 0 15,-9-9 1,-25-8-16,-9 0 15,-17 9-15,-103 50 16,-170 77 0</inkml:trace>
  <inkml:trace contextRef="#ctx0" brushRef="#br0" timeOffset="8020.65">8279 8462 0,'0'0'0,"0"0"16,0 0-1,0 0-15,0 0 16,0 0 0,-9 8-16,1 18 15,-9 25-15,-9 17 16,1 17-1,-10 51-15,1 17 16,0-34 0,9 0-1,7 9-15,1-18 16,9-24 0,8-35-16,8-9 0,9-16 15,18-1 1,24 1-1,35-18-15,43-8 16,16-17 0,10 0-1,24-8-15,1-1 16,0-8 0,8-8-16,-25 8 15,-17-1 1,-9 10-1,-17 8-15,-26 0 0,-25 17 16,-34 0 0,-18 0-1,1 0-15,-9-9 16,8-42 0,18-25-16,-9-35 0,0-33 31,1-9-16,-1 25-15,-9 18 16,-16 24-16,-1 27 16,-8 25-1,0 17 1,0 0-16,0 0 16,-8 8-1,-1 1-15,-8 8 16,-34 0-1,-43 17-15,-42 17 0,-86 0 32,-69 0-32,-101 0 15,-129 17-15,112 0 16</inkml:trace>
  <inkml:trace contextRef="#ctx0" brushRef="#br0" timeOffset="9455.1">17514 8343 0,'0'0'0,"0"0"15,0 8-15,8 18 16,-16 25 0,-18 34-16,-25 26 15,0-1-15,-1-8 16,10 9 0,8-9-16,17-9 15,0-8 1,17-8-1,17-18-15,25-8 16,44-8-16,25-9 16,17-17-1,25-9 1,18-16-16,-26 8 16,9-9-1,-1 9-15,1 9 16,0 8-16,-1 0 15,-16 17 1,-26-8-16,-17-9 16,-26 8-1,-17-16-15,-17-1 16,-8 1 0,-18-9-1,1 0-15,8-9 16,9-16-1,16-52-15,26-59 16,1-26-16,-9 18 16,-1-9-1,-25 25 1,-8 35-16,-9 16 16,-8 26-1,-1 17-15,1 17 0,-9 0 31,0 8-31,-9 1 16,-68 8 0,-76 17-1,-103 34-15,-43 26 16,-42-1 0,-86 1-16,-34-43 15,-17-43-15,-60-67 16,129 8-1</inkml:trace>
  <inkml:trace contextRef="#ctx0" brushRef="#br0" timeOffset="25483.59">1169 16218 0,'0'0'16,"0"0"-16,0 0 15,0 0-15,0 0 31,0 0-31,0 0 16,43 0-16,34-8 16,51-10-16,34-16 31,-8-8-31,16-18 16,-25 9-1,0 0-15,43-8 16,-17-9-16,-17 8 15,-9 18-15,-77 25 16</inkml:trace>
  <inkml:trace contextRef="#ctx0" brushRef="#br0" timeOffset="25786.76">2262 15461 0,'0'0'0,"0"0"0,0 0 16,0 0 0,0 0-16,8 0 15,26 17 1,26-8-16,17 8 15,8 8-15,-8 1 16,-26-9 0,-8 17-16,-17 17 15,-43 102 1,-60 51-16,-94 68 16</inkml:trace>
  <inkml:trace contextRef="#ctx0" brushRef="#br0" timeOffset="34124.4">15047 6370 0,'0'0'0,"0"0"0,0 0 16,26 25-1,25 18-15,43-1 16,77 18-1,8-9-15,68-9 16,52 10 0,77 7-16,33-8 15</inkml:trace>
  <inkml:trace contextRef="#ctx0" brushRef="#br0" timeOffset="109119.89">1306 16201 0,'0'0'0,"0"0"0,8-9 0,248-76 0,-170 43 0,50-1 16,18-8 0,-26 9-16,-17 8 15,26 0 1,-18 0-16,-8 0 16,-34 8-1,-26 1 1,-8-1-16,-18-8 15,1-34-15,-9 26 16</inkml:trace>
  <inkml:trace contextRef="#ctx0" brushRef="#br0" timeOffset="109422.39">2108 15402 0,'0'0'0,"0"0"15,0 0-15,0 0 16,17 0-16,26 17 16,25 8-16,43 18 15,26-1 1,-18-8 0,-16 0-1,-1 0-15,-17 9 16,-25-1-1,-17-8-15,-18-8 16,-16 8-16,-18 17 16,-50 42-1,-35 9-15,51-51 16</inkml:trace>
  <inkml:trace contextRef="#ctx0" brushRef="#br0" timeOffset="119297.25">18589 3308 0,'0'0'0,"0"0"15,0 0-15,0 0 16,0 0 0,0 0-16,0 0 15,0 0 1,0 0-16,0 0 15,0 0 1,0 0-16,0 0 16,0 0-16,-8 0 15,-1 17 1,-8-8-16,0 8 16,0-9-1,0 9-15,-9 9 16,1 25-1,-18 17 1,0 17-16,9-9 16,-9 1-1,9 17-15,0-9 16,0 0-16,0 0 16,0 0-1,-9 25-15,0-16 16,9-18-1,9-8-15,-1-8 16,9-1 0,0-8-1,0 18-15,0-1 16,0 0-16,0 17 16,0 0-1,17-9-15,0 1 16,0-9-1,8-9 1,9-16-16,0-1 16,9 1-1,8-9-15,17-9 16,0 1 0,9-9-16,8-9 15,9 1-15,0-18 16,0-8-1,0-8 1,-9-9-16,-8-9 16,8 1-1,-8-18-15,-1 1 16,1-18 0,-9 1-16,9-26 15,8-9 1,-25 18-16,0-10 15,-1-7-15,-16-1 16,0 9 0,-9-8-1,-9-1-15,1 1 16,-9 8 0,-9 17-16,1 0 0,-9 8 15,-18-8 16,-7 0-31,-18 0 16,-8 0 0,-18 8-16,-50 26 15,-69 26-15,-25 59 16,42 8 0,-102 18-16</inkml:trace>
  <inkml:trace contextRef="#ctx0" brushRef="#br0" timeOffset="157153.85">21867 5536 0,'0'0'0,"0"0"0,0 0 15,0 0-15,0 0 16,0 9-1,0 76-15,-26 111 16,0 59 0,18-51-16,-1 76 15</inkml:trace>
  <inkml:trace contextRef="#ctx0" brushRef="#br0" timeOffset="162414.14">22174 7892 0,'0'0'0,"17"0"15,17 0 1,34 17-16,18 17 16,-35 0-16,-8 9 15,-9 16-15,-43 52 16,-34 42-1,-42 0 1,-34 0-16,-26-17 16,34-51-1,34-34-15,26-17 16,16-8-16,1-18 31,17 1-31,9-1 16,8-8-1,17-8-15,60-26 16,76 0-16,61 0 16,42 17-16,-35 8 15,78 26 1</inkml:trace>
  <inkml:trace contextRef="#ctx0" brushRef="#br0" timeOffset="164771.5">23454 9627 0,'0'0'0,"0"0"15,0 0 1,0 0-16,-9 26 31,1 25-31,-18 68 16,-8 59-16,9-42 16,8-59-1,-1 16 1,18-8-16,0-8 0,9-17 31,0-9-31,-1-9 16,1-16-1,-1-1-15,9 1 16,17-9 0,43 8-16,43-16 15,-1-18 1,-34-16-16,-8-18 15,17-8 1,0-8-16,-26 8 16,-16 17-1,-18-1-15,-17 18 16</inkml:trace>
  <inkml:trace contextRef="#ctx0" brushRef="#br0" timeOffset="164989.53">24111 9763 0,'-8'0'0,"-9"51"16,-26 111-1,0 93 1,18 17-16,-9 0 15,-9-8 1,17-103-16,26-135 16</inkml:trace>
  <inkml:trace contextRef="#ctx0" brushRef="#br0" timeOffset="182648.45">25050 6948 0,'0'0'0,"0"0"0,17 9 15,34 8 1,52 17-1,50 8-15,35-8 16,51-8 0,43-26-16,85-9 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3:10:43.464"/>
    </inkml:context>
    <inkml:brush xml:id="br0">
      <inkml:brushProperty name="width" value="0.05292" units="cm"/>
      <inkml:brushProperty name="height" value="0.05292" units="cm"/>
      <inkml:brushProperty name="color" value="#FF0000"/>
    </inkml:brush>
  </inkml:definitions>
  <inkml:trace contextRef="#ctx0" brushRef="#br0">9773 6753 0,'0'0'0,"76"8"16,121 9-16,50-8 15,-16-1 1,-35-8-16,17-8 16,18-18-1,-18-8-15,-17-8 16,-33-10-16,-44-7 31,-34 8-31,-33 17 16,-27 0-1,-16-9-15,-18 1 16,1 16-16,-496-118 16,504 144-1,0 0 1,-17 0-16,0 0 16,0 0-1,8 0-15,9 0 0,0 0 16,9 0-1,34 17 1,68 0 0,25 0-16,-8 0 15,-17 8-15,-17 1 0,-26-9 32,-17 17-17,-8 25-15,-34 52 16,-86 59-1,-247 111-15,-18-43 16</inkml:trace>
  <inkml:trace contextRef="#ctx0" brushRef="#br0" timeOffset="4800.82">10984 9431 0,'0'0'0,"18"0"15,41 9-15,52 8 16,0-9-1,0 9 1,43-8-16,16 8 16,-16 0-16,-9 9 15,26 8 1,-26-9-16,-26-8 16,1 9-1,25-1 1,-8-8-16,-52-8 15,-42-9-15,-18-9 16,-8 1 0,-8 8-1</inkml:trace>
  <inkml:trace contextRef="#ctx0" brushRef="#br0" timeOffset="5055.35">12606 9414 0,'0'0'0,"0"0"0,0 0 16,17 17-16,0 0 15,17 0-15,9 0 32,17 17-32,34 1 15,-17-1 1,-35-9-16,-16-8 0,-1 0 15,-16 34 1,-52 68-16,-136 119 31,-77 34-31,0-59 16,-17 17-16</inkml:trace>
  <inkml:trace contextRef="#ctx0" brushRef="#br0" timeOffset="9754.18">14194 9244 0,'0'0'0,"0"0"16,0 0 0,0 0-1,-9 17 1,1 26-16,-18 16 15,0 18 1,-8-1-16,9 1 0,-1 0 31,0-1-31,1 1 16,8-1 0,0 9-16,0-8 15,17-18 1,0-16-1,0-1-15,0-16 16,0-1-16,0-8 0,17 0 31,0 0-31,0 9 0,17-1 32,0 1-32,17-1 15,9 1 1,0-1-16,8-7 15,17 7 1,9 1 0,26-9-16,8 8 15,8-16 1,27 8-16,7-9 16,-16 1-16,17-18 15,-1 1 1,-16-9-1,8-9-15,17 1 16,-8 8 0,-17 8-16,-18 9 15,-8 0-15,-8 9 16,-18-1 0,-34 1-1,-16-9-15,-18 0 16,-9 0-16,-16 0 15,-1 0 1,1 0 0,-1 0-16,1 0 15,0 0 1,-9 0-16,0 0 16,0-9-16,17-8 15,8-26-15,35-50 16,8-9-1,9 0 1,8-9 0,1 1-16,-9 8 15,-9 17 1,-8 8-16,-9 26 16,-26 9-1,-8 8-15,-8 17 16,0-1-1,-1 10-15,1-1 16,-9 9 0,0 0-16,0 0 15,-9-8 1,1 8-16,-18 0 16,-25-9-1,-18 9-15,-33 0 16,-26-8-1,-26-1-15,-50-16 16,-18 8 0,-17-17-16,-43-17 15,-17 8-15,-8 1 16,-26-18 0,17 26-16,-34 17 15,-102 34 1,59 43-1</inkml:trace>
  <inkml:trace contextRef="#ctx0" brushRef="#br0" timeOffset="22252.26">17992 9627 0,'0'0'0,"0"0"16,0 0-16,0 0 15,0 0 1,0 0-16,-9 0 16,1 17-1,-18 0-15,0 17 16,-8 0-1,-8 26 1,-1 8-16,0 25 16,9 1-1,0-18-15,8-16 16,9 8 0,-8 17-16,8-17 15,8-26-15,9 1 31,0-17-31,9-1 0,16-8 16,26 9 0,35-9-1,16 0-15,18-9 16,25-16 0,8-1-16,18-16 0,25-9 15,-25 0 16,8 8-31,9 9 16,-17 8 0,-26 9-16,-26 9 15,-33 8-15,-27-8 0,-16-1 32,-17 1-17,-9-1-15,-9 1 16,1-9-16,-1 0 0,-8 0 31,-8-17-15,-1-35-16,-8-41 15,0-43-15,17-26 16,0 26 0,0 9-1,9-1-15,-1 26 16,1 25-1,-1 18-15,-8 8 16,0 17 0,-8 17-16,-1 0 15,-16 0 1,-52 17-16,-68 25 16,-77 18-16,-77 8 15,-93 0 1,-103-9-1,85-7-15</inkml:trace>
  <inkml:trace contextRef="#ctx0" brushRef="#br0" timeOffset="28247.14">16788 10886 0,'0'0'0,"0"0"0,0 0 15,0 0-15,0 0 16,0 0-1,-8 8-15,8 1 16,-9-9 0,1 8-1,-1-8-15,-17 9 16,1-9 0,-18 0-16,-25-9 15,-26 1 1,17-1-16,0 1 15,1-1-15,-10 1 16,-8 8 0,-8 0-1,-9 0-15,9 8 16,-1 1 0,-8-1-16,-8 1 15,25-1-15,26 1 16,-9 8-1,0 0-15,9 8 16,8 9 0,-17 17-1,-8 0-15,25 9 0,9-9 16,17 8 0,0-8-1,16 17 1,1 9-16,9 0 15,8 8-15,17-9 16,0 1 0,26-1-16,16-8 15,10 9 1,25-9 0,25 8-16,35-16 0,8-9 15,26-9 1,8-8-1,-8-8-15,34 0 16,8-1 0,-34-8-16,18 0 15,-1-8-15,-17-1 16,1-16 0,-27-18-16,10 1 31,-10-10-31,-25-7 15,-17-9 1,-17-9-16,0 1 16,-17-1-1,-25 1-15,-27-1 0,-16-8 32,-18-8-32,-16-26 15,-43-9 1,-26-16-16,-26-1 15,-25 9 1,-42 17-16,-35 8 16,-43 18-1,-42 16-15,-26 18 16,-42 8 0,33 8-1,52 9-15,-119 26 16,-9-1-16</inkml:trace>
  <inkml:trace contextRef="#ctx0" brushRef="#br0" timeOffset="54405.83">20876 11379 0,'0'0'0,"0"0"16,0 0-16,0 0 16,26 17-1,17 8 1,34 35-16,25 17 0,9 16 31,-9 1-15,-8-18-16,-8 26 15,-1 43-15,-25 8 16,-43 17 0,-26 51-1,-33-17-15,-10-17 16,-24-8-1,7-60-15,18-42 16,0-35 0,8-16-16,-8-1 15,0-16 1,17-9-16,-1-9 16,1-16-1,9-18-15,8 1 16,0 7-1,8 18-15,1 0 16,8 17-16,-9 9 16,-17 25-1,-16 26-15,-10 8 16,1 17 0,9 0-1,25-34-15,17-9 16,8-8-16,43-8 15,69-35 1,93-33 0,69-26-16,76-17 15</inkml:trace>
  <inkml:trace contextRef="#ctx0" brushRef="#br0" timeOffset="122954.83">17795 16516 0,'0'0'0,"0"0"0,0 0 0,0 8 0,-8 35 0,-1 8 16,-16 25-16,-1 9 16,9 0-1,0-17 1,17-17-1,0-25-15,0-1 16,0 1 0,17-9-16,0 0 15,17 0 1,17 0-16,1-9 16,24 1-1,18-18-15,9-16 16,25-1-1,-9 1-15,9 8 16,17-9 0,0 9-16,1 0 15,-10 17 1,-33 0-16,-10 9 16,-16-1-16,-17 1 15,-9-1 1,-17 1-16,-8-1 15,-18-8 1,1 0 0,-9-8-16,-9-35 15,1-50 1,8-26-16,0-34 16,26 8-1,-9 77-15</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3:13:50.047"/>
    </inkml:context>
    <inkml:brush xml:id="br0">
      <inkml:brushProperty name="width" value="0.05292" units="cm"/>
      <inkml:brushProperty name="height" value="0.05292" units="cm"/>
      <inkml:brushProperty name="color" value="#FF0000"/>
    </inkml:brush>
  </inkml:definitions>
  <inkml:trace contextRef="#ctx0" brushRef="#br0">26134 1259 0,'0'0'0,"0"0"0,0 0 16,-9 17 0,-33 8-16,-26 18 15,-69 8 1,9 8-16,8-8 15,-16 9 1,33-18-16,27-8 16,16-8-1,26-18-15,17 1 16,0-1-16,0-8 16,8 0-1,0-8 1,9-1-16,0-16 15,0-1 1,0-16 0,0-1-16,-8 9 15,-1 0-15,1 17 16,-9 0 0,0 17-1,-34 0-15,-43 17 16,8 17-1,9-8-15,35-1 16,16-8-16,9 9 16,17 8-16,26 17 15,33 8 1,18 1 0,-25-26-16,-35-17 15</inkml:trace>
  <inkml:trace contextRef="#ctx0" brushRef="#br0" timeOffset="15514.11">9295 7101 0,'0'0'0,"0"0"16,0 0-16,51-8 16,60-18-1,34 9 1,-34 0-16,34 0 15,68-8-15,-42 8 16,-9-9 0,60-8-16,-43 9 15,-34-1 1,9-8 0,-26 9-16,-51-1 15,-26-8 1,-25 9-16</inkml:trace>
  <inkml:trace contextRef="#ctx0" brushRef="#br0" timeOffset="15815.29">10831 6327 0,'0'0'0,"0"0"15,8 9 1,18 8-16,8 8 16,34 18-1,35 25-15,25 0 16,-26-9 0,-33-16-16,-10 0 15,10-1 1,-35 1-16,-17-18 15,-26 9-15,-187 68 16,-154 51 0</inkml:trace>
  <inkml:trace contextRef="#ctx0" brushRef="#br0" timeOffset="18780.99">16566 1089 0,'0'0'0,"0"0"0,0 0 16,0 0-1,0 0 1,-8 0-1,-9 8 1,-17 26-16,-9 9 0,0-1 31,-8 9-31,-9 9 16,-17 8 0,1 8-16,-10 18 15,1 8-15,25-9 0,9 1 16,-9 0-1,9-1 1,8-8 0,9 9-1,0-9-15,17 8 16,0 9 0,17 0-16,26 0 15,8-8 1,8-17-16,-16-18 15,8-16 1,0-1-16,26-16 16,8-9-1,26-17-15,17-9 16,-8-25 0,33-8-16,-8-1 15,0-16 1,-25-1-16,-18 0 15,9 1 1,-9-9-16,-17 8 16,-8-8-1,0-34-15,-26 0 16,-17 9 0,-8-18-16,-18 9 15,-16 0-15,-18-9 16,0 9-1,-17-8-15,1 16 16,-10 1 0,-16-26-16,-26 17 15,-34 8 1,-26 9-16,-76 34 16,-60 42-1,-18 86-15,-16 68 16</inkml:trace>
  <inkml:trace contextRef="#ctx0" brushRef="#br0" timeOffset="30989.61">19519 663 0,'0'0'0,"0"0"0,0 0 16,0 0-1,0 0-15,0-17 16,-8 17 0,-9 0-16,-9 0 15,-16 26 1,-35 16-16,-9 26 16,18 9-1,8-1 1,9-16-16,0-9 15,0-8-15,8-9 16,0 17 0,1 25-16,-10 26 15,10 0 1,16-17-16,1-8 16,-1-9-16,0 34 15,1 26 1,8-9-16,-9 8 15,9 18 1,0 16 0,8-16-16,9-26 15,0 9 1,0 8-16,0-17 16,0-9-1,18 18-15,7 25 16,9-26-1,0-42 1,9 0-16,17-8 0,8-9 16,0-17-1,-8-25-15,34-9 16,25-26 0,10-16-1,-19-18-15,1-16 16,26-44-16,0-50 31,-18-8-31,-25-18 16,-17-16-1,-26-1-15,-8-25 16,-26 8-16,-9 9 16,-16 17-1,-18 0 1,-17-17-16,-16 25 15,-18 9 1,-17 9-16,-8 16 0,-18 0 16,1 26-16,50 77 31</inkml:trace>
  <inkml:trace contextRef="#ctx0" brushRef="#br0" timeOffset="56594.22">17010 4584 0,'0'0'0,"0"0"16,0 0 0,9 0-16,-9 0 15,0 0 1,0 0-16,0 0 16,0 0-1,-9 8-15,1 1 16,-1 8-1,1 8-15,-10 18 16,-7 25-16,-18 0 16,-8 17-1,-34 51 1,8 9-16,0-43 16,9-17-1,17-17-15,16-17 16,18-17-1,0-9-15,9-16 16,-1-1 0,1 1-16,-1-9 15,-17-9-15,-16 1 16,-9-9 0,8 0-16,-8 0 15,8 0 1,-8 8-1,0 9-15,8 9 16,9 8-16,0 34 16,0 42-1,-1 27-15,10-1 16,16 0 0,9-17-1,9-34-15,8-26 16,43-16-1,68-52 1,25-42-16,-16-34 16,-69 43-16</inkml:trace>
  <inkml:trace contextRef="#ctx0" brushRef="#br0" timeOffset="60393.09">23019 1148 0,'0'0'0,"-9"0"15,-8 0-15,0 9 16,-9 8 0,-16 8-1,-1 9-15,-8 0 0,0 0 16,17-8-1,-1-1-15,-7 9 32,-1 9-32,-17 8 15,-16 17 1,-10 8 0,18 1-16,-9-9 15,9 8 1,0 10-16,8 7 15,9 1 1,-1 16-16,18-16 16,17-1-1,17-16-15,0-1 16,17 1 0,0-1-16,17-16 15,1-1 1,7-7-16,27-1 15,7-9-15,18-16 16,51-1 0,9-25-16,-18-17 15,10-8 1,-10-26-16,1-34 16,-26-9-1,-9 0 1,9 1-16,-17-26 15,-26-17 1,-17 17-16,-16 0 16,-35-34-16,-35-1 15,-33 35 1,-34-8 0,-43-1-16,-69 18 15,-178 33 1,-18 35-16</inkml:trace>
  <inkml:trace contextRef="#ctx0" brushRef="#br0" timeOffset="72285">13664 6200 0,'0'0'0,"0"0"16,-8 8-16,-1 35 15,-8 25 1,-25 8-16,-27 35 15,1 59 1,17-25-16,17-60 16,-17-9-1,-18 26-15,27 9 16,16-18 0,9-25-1,8-17-15,1-17 16,8-8-1,17-9-15,26 0 16,59 8-16,26-25 16,-34-8-1,34-9-15,68-9 16,-42 9 0,-86 0-1,43 9-15,17-9 16,-8 17-1,-27 0-15,-41 8 0,-18 1 16,-9-1 0,-16-8-1,0 0-15,-1 0 16,-16-8 0,-10-18-1,-33-50-15,0-18 0,-9-25 31,9-51-31,17 0 16,8 51 0,1 17-16,-9 25 15,-1 18 1,10 16-16,-43 18 16,-78 25-1,-16 25-15,-51 35 16,-120 33-1</inkml:trace>
  <inkml:trace contextRef="#ctx0" brushRef="#br0" timeOffset="89202.38">21798 6191 0,'0'0'0,"0"0"0,-8 9 16,-1 16 0,1 35-1,-18 16-15,9 26 16,0 9-1,0 17-15,0 16 16,0-16-16,8-18 16,1-16-1,-1-26-15,9-17 16,0-26 0,0-16-1,0-1-15,0-16 16,26-35-1,42-50-15,26-52 16,-9-8-16,9 0 16,-17 8-1,0 18-15,25 25 32,-17 42-32,-16 18 15,-1 16 1,-8 35-16,25 50 0,26 86 15,-8 76 1,-35 17 0,-34 0-16,9 111 15</inkml:trace>
  <inkml:trace contextRef="#ctx0" brushRef="#br0" timeOffset="97042.58">22780 8692 0,'0'0'15,"0"0"-15,-9 17 16,-8 51 0,-8 51-16,-1-9 15,-17 1-15,-25 16 16,0 9-1,17-42-15,8-26 16,26-34 0,0-8-1,8-18-15,9 1 16,0-9 0,17-17-16,34-43 15,35-34 1,8-16-16,8-26 15,-8 0-15,-17 34 16,-17 25 0,-18 18-1,9 25-15,1 25 16,7 18 0,35 42-16,9 59 15,-9 60-15,-43 68 31,-51-8-31,-77 68 0</inkml:trace>
  <inkml:trace contextRef="#ctx0" brushRef="#br0" timeOffset="101836.43">23966 10852 0,'0'0'0,"0"0"0,-8 0 16,-1 17-1,-8 8 1,-9 18-1,-16 25-15,-1 17 16,9 0-16,0-17 16,0 8-1,-1 1-15,1-17 16,17-1 0,0-16-1,9-18-15,-1-8 16,9-8-1,0-1 1,0-8-16,9-25 0,16-35 16,26-33-1,35-27 1,25 18-16,-17 34 16,-35 26-1,1 8-15,-17 17 16,-9 17-1,0 8-15,0 35 0,9 42 16,8 59 0,52 154-1</inkml:trace>
  <inkml:trace contextRef="#ctx0" brushRef="#br0" timeOffset="106978.23">25562 10112 0,'0'0'0,"-17"0"15,-17 17-15,-9 17 16,-8 0-16,-9 25 16,-16 9-1,-1 9-15,0 8 16,9 9-1,16-1 1,10 1-16,16 16 16,18 18-16,25-1 15,17-25 1,17 0-16,43 1 16,42 7-1,10-25 1,24-17-16,52-8 15,9-18 1,8-8-16,17-17 16,17-17-1,-17-8-15,-34-9 16,0-17-16,-18-9 16,-16-16-16,-17-18 15,-26 1 1,-26-9-16,-33 8 15,-26 0 1,-18-8 0,-25-8-1,-17-18-15,-42-16 0,-44-9 16,-25-9 15,-42-8-31,-44 0 0,-33 42 16,-35 9-1,-50 26 1,-18 33-16,-34 35 0,-69 50 31,-7 60-31,59 9 16,8-9 0</inkml:trace>
  <inkml:trace contextRef="#ctx0" brushRef="#br0" timeOffset="108555.18">27901 5996 0,'0'0'0,"0"0"0,-9 0 15,-25 17-15,-17 17 16,-26 8-1,-17 18 1,-8 16-16,-18 18 16,1 8-1,16 0 1,9 8-16,1 27 0,24-10 31,27-16-31,16-1 16,35-8-1,33-8-15,69-18 0,68-25 32,26-51-32,17-34 0,-17-34 31,-26-25-31,-34-9 16,-42-9-1,-61-8 1,-101-51-16,-172-145 0,-33 9 15</inkml:trace>
  <inkml:trace contextRef="#ctx0" brushRef="#br0" timeOffset="111378.64">24231 3512 0,'0'0'0,"-9"43"0,-16 33 16,-1 26 0,-34 52-1,-8 16-15,8-17 16,0-26-1,9-16-15,0-9 16,25-34 0,9-34-16,9-9 15,-1-8-15,9-8 16,9-18 0,16-33-16,35-35 15,17-50 1,34-43-16,-17 0 15,-26 51 1,17 0-16,-8-1 16,-8 27-1,7 33 1,-7 18-16,-10 16 16,-7 18-1,-1 16-15,0 35 16,-8 50-1,-9 43-15,-17 52 16,-26-1 0,-8-43-16,9-25 15,8-25 1,0-35-16,17-25 16,8-34-1,-7 0-15</inkml:trace>
  <inkml:trace contextRef="#ctx0" brushRef="#br0" timeOffset="111838.94">26433 2926 0,'0'8'0,"0"18"0,-9 42 0,-25 59 15,-17 60 1,-17 17 0,-9 9-1,0-9 1,0-25-16,34-69 15,26-42 1,9-17-16,8-25 16,17-18-16,9-8 15,-18 0 1</inkml:trace>
  <inkml:trace contextRef="#ctx0" brushRef="#br0" timeOffset="112219.68">26953 3844 0,'0'0'0,"-34"17"15,-43 34 1,-25 26 0,-9 8-16,34-9 15,26-25 1,25-8-16,18-18 15,42 9 1,43-8-16,59-18 16,35-25-16,-17-25 15,-35-18 1,-8-16-16,-34-1 16,-26 1-16,-34-1 15,-17 9 1,-17 17-16,-34-9 15,0 18 1,0 25 0,16 17-1,27 0-15,8 0 16</inkml:trace>
  <inkml:trace contextRef="#ctx0" brushRef="#br0" timeOffset="112743.34">28157 3921 0,'0'0'0,"-17"17"0,-43 42 15,-34 26 1,-17 9 0,17-9-1,26-17-15,25-34 16,26-9-1,0-16-15,17-1 0,17 1 16,34-26 15,43-17-31,0-17 16,0-9 0,-26 9-16,-33 17 15,-10 17-15,-8 0 0,-8 9 31,-1 8-15,-8 0-16,-17 8 16,-17 43-1,-34 51-15,-26 51 0,9 34 16,33-51-16,-7-50 31,-44 7-15,-16-16-16,16-35 15,44-25 1,-10-34-16,-16-17 16,-9-8-1,17-26-15,17-34 16,26 33 0</inkml:trace>
  <inkml:trace contextRef="#ctx0" brushRef="#br0" timeOffset="113209.32">28985 3921 0,'0'0'0,"-17"25"15,-18 52 1,10 33 0,8-16-16,0-26 15,8-17 1,9-17-16,0-17 15,0-9-15,0 1 16,17-18 0,43-25-1,68-68-15,9-25 16,-9 16-16,8 26 16,-25 26-1,0 33-15,-26 35 16,-16 25-1,-1 59-15,-34 69 16,-51 67 0,-17 9-16,-34 86 15</inkml:trace>
  <inkml:trace contextRef="#ctx0" brushRef="#br0" timeOffset="115526.15">21798 3232 0,'0'0'0,"0"0"16,0 0-16,0 0 31,-8 0-31,-18 17 16,-25 0-16,-26 25 16,-34 52-16,0 16 15,34 18 1,18 8-1,16 17 1,26 0-16,25-42 16,35-35-1,68-8-15,34-8 0,34-35 32,35-25-32,-26-42 15,-9-52 1,-9-42-16,-24 17 15,-36-8 1,-41 7-16,-35 27 16,-17 8-16,-17 8 15,-17-8 1,-9 17 0,-16 9-16,-10 16 15,18 26 1</inkml:trace>
  <inkml:trace contextRef="#ctx0" brushRef="#br0" timeOffset="115827.96">21602 3682 0,'0'0'0,"0"0"16,0 0-16,0 0 15,0 0 1,0 0 0,0 0-16,17-8 15,51-1-15,60-16 16,52-9-1,-18 8-15,-9 9 16,35-8 0,-34-18-1,-103 26-15</inkml:trace>
  <inkml:trace contextRef="#ctx0" brushRef="#br0" timeOffset="116211.89">24529 2619 0,'0'0'0,"-25"0"31,-43 9-31,-35 16 0,-50 35 16,-27 25-1,18 9 1,-9 25-16,1 34 16,25 25-16,25 1 15,26 33 1,43 18-16,68 0 15,103 8 1,84 0 0,52-68-16,154-51 15,0-34 1</inkml:trace>
  <inkml:trace contextRef="#ctx0" brushRef="#br0" timeOffset="116723.32">30265 2653 0,'0'0'0,"0"0"0,0 0 15,0 0 1,17 0 0,51 17-16,60 60 15,17 51 1,18 101-16,7 94 15,-59 77-15,-111 102 16,-170 85 0,-223 93-16,137-314 31</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3:16:07.050"/>
    </inkml:context>
    <inkml:brush xml:id="br0">
      <inkml:brushProperty name="width" value="0.05292" units="cm"/>
      <inkml:brushProperty name="height" value="0.05292" units="cm"/>
      <inkml:brushProperty name="color" value="#FF0000"/>
    </inkml:brush>
  </inkml:definitions>
  <inkml:trace contextRef="#ctx0" brushRef="#br0">15841 1199 0,'0'0'0,"0"-8"15,17-9-15,9-9 16,8-8 0,-9 0-16,1 17 15,-9 0 1,0 9-16,-8 8 16,8 0-1,0 0-15,0 25 16,0-16-1,0 16-15,9 18 16,8 33 0,-9 52-1,-8 8-15,-8-17 16,-1 25 0,1 35-16,-9-26 15,0 0 1,-9 51-16,-8-42 15,-8-18 1,-1 35-16,1-17 16,-1-9-1,-8 42-15,8-33 16,1-52-16,-18 18 16,0 0-1,26-43 1,0-26-16,17-16 15,0-9 1,0-9 0,0 1-16,0-9 15,9 0-15,8 0 16,17 8-16,26 1 16,25-9-16,43-9 31,26-8-31,25-8 15,26-1 1,25 1-16,18-9 16,8 8-16,25 9 31,-8 9-31,1-9 16,-1 0-1,-17 8-15,-17-8 16,0 9-1,-17 8-15,-43 0 16,9 0-16,-18-9 16,-25 1-1,-42 8 1,-35-9-16,-17 1 16,-25-1-1,-1-8-15,-16 0 16,0 0-16,-1-8 15,9-9 1,17-34-16,0-43 16,9-59-1,8-17-15,-17-26 16,9-16 0,-17 8-16,8-26 15,-9 1 1,10 16-16,-1-8 15,0-17 1,0 0 0,-8 33-16,-9 27 15,-9 8-15,-8 25 16,0 52 0,0 16-1,0 18-15,0 16 16,-8 9-16,-1 25 15,1-16 1,-1 16-16,-16-16 16,-1 16-1,0-8 1,1 9-16,-27-1 16,-16 9-16,-17 0 15,-18 9 1,-25-18-1,-51 1-15,-43 8 16,-51-9 0,-51 9-16,-43 17 15,-77 17-15,-60 9 16,-84 8 0,-61 9-1,-119 50-15,332-25 0</inkml:trace>
  <inkml:trace contextRef="#ctx0" brushRef="#br0" timeOffset="20199.55">22088 3861 0,'0'0'0,"0"0"16,18 0-16,24-8 0,1-1 15,17 1 1,42-9 0,69-9-16,-26 9 0,-9 0 15,95-9 16,-43 9-31,-35-8 16,52 8 0,-51 0-16,-86 0 15,-25 8 1,-18 9-16,-16 0 16,-1 0-1,1 0-15,-35 9 16,-51 33-1,-51 9-15,-51 26 16,-51 0 0,42-18-16,9 1 15,-52 8 1,69-9-16,43-8 16,-1-8-1,43-9-15,35-9 16,16-16-1,9-1-15,17 9 16,26 0 0,25 9-16,60-18 15,128 1 1,-34-9-16,-60-9 16,59 1-1,-33-9-15,-60 0 16,0 8-1,-26 1-15,-25 8 16,-26 0 0,-8 0-16,-18 0 15,1 0 1,-18 0-16,-25 0 16,-51 17-1,-60 8-15,-68 9 16,8 0-1,-34 0-15,17-8 16,60-1-16,-1 9 16,27-8-1,51-1 1,42-16-16,17 8 16,43 8-1,86 18-15,255 33 16,60-33-1,18-34 1,42-9-16,-94-17 16</inkml:trace>
  <inkml:trace contextRef="#ctx0" brushRef="#br0" timeOffset="26360.22">16925 5154 0,'0'0'0,"0"0"31,0 0-15,0 0-16,0 0 15,0 0 1,0 0-16,0 0 16,0 0-1,-9 0-15,1 8 16,-1 1-16,1-9 15,-9 8 1,-9 9 0,0 0-16,1 0 15,-1 0 1,-17 17-16,9-8 16,-17 16-16,-17 18 15,0-1 1,16 1-1,1-1-15,0 9 16,8 9 0,9 8-16,9-8 15,7-18 1,18 1-16,0-1 16,18 1-16,-1-9 15,8-9 1,-8 1-16,9-1 15,-1-8 1,10 0-16,7 0 16,18 0-1,8 9-15,1-18 16,7 1 0,1-18-16,17-16 15,0-1 1,-9-8-1,9-8-15,0-18 16,-17-16 0,8-9-16,-8-9 15,-17-16 1,-17-1-16,-18-16 16,-8-1-16,-17-25 15,-17 0-15,-26 25 16,-33-16-1,-35 8 1,-60 17-16,-59 17 16,-35 17-1,9 42 1,-17 35-16,-77 8 16</inkml:trace>
  <inkml:trace contextRef="#ctx0" brushRef="#br0" timeOffset="37616.29">12043 7833 0,'0'0'0,"0"0"16,0 0-1,0 0 1,0 0-16,0 0 0,0 0 16,0 0-1,0 0 1,-9 0-16,-8 0 16,-17 17-16,-17 0 15,0 8 1,-9 18-16,-8 8 31,-9 8-31,9-8 16,-9 17-1,0 9-15,9-9 16,-9 17 0,17-9-16,9-8 15,-9 9 1,0 25-16,18 34 15,25 0 1,17-25-16,8 16 0,18 35 16,25-17-16,26-26 31,25 17-31,18 17 16,33 0-1,44-43-15,-1-59 0,34-17 31,-50-25-15,-27-26-16,61-43 16,-35-33-1,-51-35-15,-9 1 16,-16-26 0,-26-34-16,-43-1 15,-26 1-15,-42-8 16,-51-18-1,-69 0 1,-51 9-16,0 34 16,-68 26-1,-25 25-15,16 76 16,-76 18 0</inkml:trace>
  <inkml:trace contextRef="#ctx0" brushRef="#br0" timeOffset="43138.95">8876 10103 0,'0'0'0,"-8"0"16,-18-8-1,-8 8-15,-9 0 16,-16 0 0,-18 0-16,0 0 15,-8 8 1,-1 1-16,-8 16 31,1 26-31,-10 17 16,-8 60-1,9 34-15,16-9 16,27 34 0,25 8-16,25-59 15,9 0 1,9 43-16,16-17 16,1-35-1,25 52-15,34-9 16,9-51-1,17-43-15,60-16 16,34-26 0,17-25-16,34-18 15,-69-16 1,-16-95 0,0-41-16,-18-69 15,-33-50-15,-60-1 16,-9 0-1,-34 26 1,-9 17-16,-25 51 16,-34 17-16,-77 25 15,-94 43 1,-128 111-16,-128 152 16,94 9-1</inkml:trace>
  <inkml:trace contextRef="#ctx0" brushRef="#br0" timeOffset="188307.95">26117 1599 0,'0'8'0,"-9"26"0,-8 60 0,-128 467 0,68-348 15,18-60-15,-18-17 16,26-8-16,25-52 15,9-33 1,8-18-16,9-16 16,0-26-1,26-43 1,25-33-16,26-52 16,8-34-16,1 18 15,16 25 1,-8 17-1,0 17-15,-17 25 16,-9 35 0,-8 16-16,8 18 15,9 25-15,0 51 16,-9 42 0,-25 35-16,-26 42 15,-34-26 1,-17-16-16,8-17 15,9-52 1,8-33-16,9-26 16</inkml:trace>
  <inkml:trace contextRef="#ctx0" brushRef="#br0" timeOffset="188852.91">27542 1225 0,'0'0'0,"0"0"32,17 17-32,0 8 15,9 26 1,0 26-16,-18 33 16,-16 1-1,-27-9-15,-24 8 16,-10-16-1,1-34-15,17-26 16,17-17 0,17-26-16,-9-8 15,9-25 1,9 8-16,8-1 16,17 10-1,0 8-15,8 8 16,18 9-1,17 26-15,34 17 16,-9-1 0,-8 1-16,25-18 15,18-16 1,-61-9-16</inkml:trace>
  <inkml:trace contextRef="#ctx0" brushRef="#br0" timeOffset="189639.22">29548 1089 0,'0'0'0,"0"0"0,0 0 16,9 25-1,-1 18-15,1 16 16,-1 35-16,1 25 31,-9-9-31,-9-25 16,1-25 0,-1-1-16,-17 1 15,-8-1-15,17-33 16</inkml:trace>
  <inkml:trace contextRef="#ctx0" brushRef="#br0" timeOffset="189961.56">28797 2594 0,'8'0'0,"86"17"15,128 0 17,17-9-32,-34-16 15,-17 8 1,-17-9-16,-26-8 15,-17 0-15,-34 17 0,-52 0 32,-25 9-17</inkml:trace>
  <inkml:trace contextRef="#ctx0" brushRef="#br0" timeOffset="190894.12">28857 3708 0,'0'0'0,"0"0"16,17 0-16,0 0 15,0 0-15,17 0 16,0 0-1,9 0 1,-1 8-16,1 9 16,-9 9-16,0-1 15,-8 10 1,0 24 0,-18 26-16,-25 17 0,-26 0 31,-8-17-31,-17-8 15,-17-1 1,-1-25-16,27-17 16,16-17-16,9-8 15,17-1 1,8-16 0,9-1-16,0 1 15,26-18 1,16-8-16,10 0 0,-1 17 15,0 0 1,9 17 0,8 17-1,0 9-15,1 16 16,-18 1 0,-9-1-16,-16 1 15,-9-1 1,-8-25-16</inkml:trace>
  <inkml:trace contextRef="#ctx0" brushRef="#br0" timeOffset="191452.89">29010 1131 0,'0'0'0,"0"0"0,-8 0 16,-18 26-1,-34 33 1,-16 35-16,-18 33 15,-9 43 1,-25 26-16,-17 34 16,9-1-16,33 18 31,1 16-31,33 1 0,27 0 31,25-9-31,17-43 16,34-7-16,26-27 15,25-42-15,17-25 16,-50-60 0</inkml:trace>
  <inkml:trace contextRef="#ctx0" brushRef="#br0" timeOffset="191994.71">31144 1395 0,'0'0'0,"17"25"0,17 26 15,17 43 1,-8 25-16,-17 8 16,-18 52-1,1 17-15,-9 25 16,-9 8-1,1 10-15,-18-1 16,-8 8 0,-17 1-16,-9-9 15,-17-25-15,0-52 16,-25-16 0,-35-9-1,-119 59-15</inkml:trace>
  <inkml:trace contextRef="#ctx0" brushRef="#br0" timeOffset="193302.17">31912 774 0,'0'0'0,"0"0"0,0 8 31,0 26-15,0 0-16,-8 17 15,-1 9-15,1 17 16,-18-1-16,0-16 16,9-9-16,0-9 31,9-8-15,8 0-16,17 0 15,0-8-15,8-1 0,18-8 31,0-8-31,-18-18 16,-8 1 0</inkml:trace>
  <inkml:trace contextRef="#ctx0" brushRef="#br0" timeOffset="193605.09">32126 519 0,'0'0'0,"-9"0"16,-17 68 0,1-17-16,8-17 15,0-9 1,17-16 0,0-9-16</inkml:trace>
  <inkml:trace contextRef="#ctx0" brushRef="#br0" timeOffset="210856.05">25579 4269 0,'0'0'0,"0"0"0,0 0 16,0 0-1,-8 9-15,-1 16 16,-8 26 0,0 34-1,-9 26-15,-8-9 16,0-26-16,9-16 15,-1-17 1,0-9-16,9-9 16,0-8-1,9-8 1,8-1-16,0-8 16,0-8-16,8-43 15,35-60 1,8 0-16,17 9 15,9 26 1,-9 25-16,-8 8 16,-9 9-1,-8 17-15,-9 17 16,0 0 0,-8 17-1,0 26-15,-1 42 16,-16 25-16,-9-16 15,0-26 1,0-17-16,0-34 16,25-17-16,-8-8 15</inkml:trace>
  <inkml:trace contextRef="#ctx0" brushRef="#br0" timeOffset="211375.05">26416 3572 0,'0'0'0,"0"0"31,25 8-15,18 9-16,17 17 16,-18 0-1,1 9-15,-9-1 16,-25 9-1,-9 1-15,-9 16 16,-25 0 0,-17 0-16,0-17 15,8-17 1,9-9-16,17-16 16,0-1-16,17 1 0,0-9 31,0 0-16,25 0-15,26-9 16,9 9 0,17 0-16,0-8 15,-9 8 1,-8 0-16,-17 0 16,-9 0-1,-17 0-15</inkml:trace>
  <inkml:trace contextRef="#ctx0" brushRef="#br0" timeOffset="211760.8">25170 5179 0,'8'0'0,"43"0"16,52-8-1,84-1-15,52-16 16,-42-1 0,-27-8-16,10 0 15,-10 0-15,-16 0 16,-17 9 0,-9-1-1,-26 18-15,-59 8 16</inkml:trace>
  <inkml:trace contextRef="#ctx0" brushRef="#br0" timeOffset="212489.19">25835 5477 0,'0'0'0,"0"0"0,0 0 31,0 0-31,17 17 16,0 8-1,9 9-15,0 26 16,-18 16 0,-16 10-16,-9-18 0,-9-26 15,-17 9 1,-16 0 0,7-8-1,18-9 1,17-9-16,0-16 15,9-1-15,8 1 16,0-9 0,0-9-16,17 1 0,8-9 31,9-9-15,18 1-16,-10-1 15,-8 9 1,0 9-16,-8 8 0,0 0 15,-1 0 1,1 0 0,0 8-16,-9-8 15,-9 9 1,1-9-16,-1 0 16</inkml:trace>
  <inkml:trace contextRef="#ctx0" brushRef="#br0" timeOffset="212880.13">26672 5154 0,'0'0'0,"0"0"16,0 0 0,-9 17-16,1 17 15,-9 8-15,-1 1 16,1-9-16,0 0 31,0-9-31,9 1 16,8-9-16,0 0 15,8 0 1,9 8-16,9-8 16,8-8-16,-17-9 15</inkml:trace>
  <inkml:trace contextRef="#ctx0" brushRef="#br0" timeOffset="213100.48">27030 4933 0,'0'0'0,"0"0"15,-8 8 1,8 1-16</inkml:trace>
  <inkml:trace contextRef="#ctx0" brushRef="#br0" timeOffset="-208641.2">22447 6225 0,'0'0'0,"0"0"0,0 0 16,0 0 0,0 0-16,-9 26 0,1 16 15,-18 43 1,-16 26 0,-18 16-16,9 18 15,-1-17 1,10-26-1,-9-26-15,16-16 16,10-18-16,8-16 16,8-9-16,9-9 31,0-8-31,0-17 16,17-17-16,26-51 15,42-42 1,18-1-1,8 26-15,-17 17 16,8 17 0,0 0-16,-8 25 15,-17 26 1,-17 9-16,-18 8 0,1 8 16,-17 26-1,-9 43 1,-17 42-1,-26-8-15,-8-26 16,-9 0-16,1-26 16,8-33-16,17-18 15,-1 1 1,18-9-16</inkml:trace>
  <inkml:trace contextRef="#ctx0" brushRef="#br0" timeOffset="-208215.03">22993 5919 0,'0'0'0,"0"0"0,0 0 16,17 0-1,0 0 1,0-8 0,17 8-16,1 0 0,-1 0 31,17 0-31,0 17 16,-8 8-1,-18 9-15,-16 0 16,-9 26-1,-17-1-15,-9 1 16,-8-18 0,0-16-16,17-18 15,0 1 1,17-1-16,0-8 16,34 0-1,51 0-15,52-8 16,34-18-1,136-33-15</inkml:trace>
  <inkml:trace contextRef="#ctx0" brushRef="#br0" timeOffset="-198951.62">23121 8173 0,'0'0'0,"0"0"16,0 0-1,0 0-15,0 0 32,-8 8-32,-1 35 15,-8 59-15,-17 17 16,0-26 0,0-24-1,-1-1-15,18-17 16,0-17-1,0-9-15,9 1 0,8-18 16,0-16 0,0-9-1,8-17-15,35-60 16,25-51 0,9 18-1,17 25-15,0 8 16,-26 26-1,0 17-15,-16 9 16,-10 25 0,-8 17-16,1 17 15,-10 25-15,1 35 16,-26 59-16,-9 0 16,-8-51-1,0-34 1,0-25-1,17-18-15,0 1 0</inkml:trace>
  <inkml:trace contextRef="#ctx0" brushRef="#br0" timeOffset="-198487.35">23906 7467 0,'0'0'0,"0"8"16,17 9 0,9 17-1,8 0-15,0 0 16,0 1-1,-8-1-15,0 0 16,-18 0 0,-16 25-16,-18 1 0,-8-1 15,-9 18-15,-8-26 16,0-26 0,8-16-1,9-1 1,17 1-1,8-9-15,9 0 16,26-9 0,8-16-16,34-9 15,35-9 1,8-8-16,0 17 16,-34 9-1,-35 8-15,-25 8 16</inkml:trace>
  <inkml:trace contextRef="#ctx0" brushRef="#br0" timeOffset="-198099.83">22797 9287 0,'0'0'0,"25"-9"15,86 1-15,60-9 16,8-9 0,-25-8-1,-9-8 1,-8-9-16,-52 0 0,-25 8 16,8-16-1,-17-1 1,-34 35-1</inkml:trace>
  <inkml:trace contextRef="#ctx0" brushRef="#br0" timeOffset="-197650">23403 9244 0,'0'0'0,"0"0"31,0 0-31,17 17 16,0 0-1,9 17 1,-1 9-16,-16 16 15,-18 18-15,-8 0 16,-9-18 0,-8-16-16,-8-18 15,-10 1 1,10-18-16,8 1 16,8-1-1,9 1 1,17-9-16,0 0 15,9 0-15,25 8 16,34 9 0,43 0-16,51 9 15,-17-9 1,-94-17-16</inkml:trace>
  <inkml:trace contextRef="#ctx0" brushRef="#br0" timeOffset="-191849.38">24205 10137 0,'0'0'0,"0"0"15,0 0-15,0 0 16,-8 9 0,-1 25-1,-17 34 1,-16 42-16,-1 18 0,17-34 31,9-26-31,0-17 16,9-26-16,8 1 15,0-18 1,0 1 0,8-18-16,26-16 15,26-60 1,9-26-16,-1 17 16,0 9-1,0 0-15,-16 26 16,-10 16-1,-8 18-15,-8 8 16,0 17-16,8 25 0,8 26 31,1 9-15,-17 25-16,-9 34 16,-17 0-1,-9-42-15,1-43 16</inkml:trace>
  <inkml:trace contextRef="#ctx0" brushRef="#br0" timeOffset="-191367.6">25161 9380 0,'0'0'0,"0"0"15,17 26 1,0 33-1,-8 10-15,-9-1 16,-17 0-16,-18 0 31,1-9-31,17-25 16,0-17-16,0-8 16,0-1-1,0-8-15,17 0 16,0 0-1,0 0 1,17 0-16,26 9 16,25 8-1,0 0-15,18 0 16,-18-9-16,-25 1 16,-18-18-1,-8 9-15</inkml:trace>
  <inkml:trace contextRef="#ctx0" brushRef="#br0" timeOffset="-191050.64">24197 11098 0,'8'0'0,"43"-8"0,52-1 15,25-8 1,-9 9-16,1-1 15,-26 1-15,-35-1 16,-24 1 0,-18-1-16</inkml:trace>
  <inkml:trace contextRef="#ctx0" brushRef="#br0" timeOffset="-190637.23">24581 11447 0,'0'0'0,"-9"9"16,1 42-1,-18 17-15,0 0 16,-8 0-1,0-17-15,0-9 16,8-8 0,9-8-16,0 8 15,17-9-15,17 9 16,26-8 0,42-1-16,26-16 31,0-18-31,-8 1 15,-9-18-15,-18 1 16,-7 8 0,-10 0-1,-16 0-15,-9-9 16,-17 18 0</inkml:trace>
  <inkml:trace contextRef="#ctx0" brushRef="#br0" timeOffset="-190444.68">24939 11447 0,'0'0'0,"-25"68"0,-44 119 16,18 51-16,42-25 15,44-60-15,16-59 31,-17-52-31</inkml:trace>
  <inkml:trace contextRef="#ctx0" brushRef="#br0" timeOffset="-161345.89">25588 1131 0,'-17'0'0,"-35"9"0,-24-1 16,-18 18-1,0 8-15,26 8 16,-1 26 0,-25 17-1,1 0-15,24-8 16,10-1 0,7 26-16,27 9 15,25 8-15,59 0 16,35-8-1,0-9 1,34 8-16,26-8 16,-43-25-1,-51-26-15,-26-9 16,-9 1 0,-25 8-16,-34 26 0,-77 33 15,-17-8 1,-17-17-1,17-25-15,17-26 16,17-9-16,35 1 16,16-18-1,26 1-15,0-1 32,17 1-32,0-9 15,8 8 1,18 18-16,34 16 15,25 26-15,0 26 16,-16 33-16,-52 52 16,-77 68-1,-94 50 1,-42 52 0,25 0-16,77-120 15,129-93-15,135-51 16,155-17-1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3:20:40.760"/>
    </inkml:context>
    <inkml:brush xml:id="br0">
      <inkml:brushProperty name="width" value="0.05292" units="cm"/>
      <inkml:brushProperty name="height" value="0.05292" units="cm"/>
      <inkml:brushProperty name="color" value="#FF0000"/>
    </inkml:brush>
  </inkml:definitions>
  <inkml:trace contextRef="#ctx0" brushRef="#br0">17087 4601 0,'0'0'0,"0"0"0,0 0 15,0 0 1,0 0-16,0 0 16,0 0-1,0 8-15,-9 18 16,-16 8-1,-35 17-15,-17 26 16,-25 25 0,-1 8-16,18-8 15,-9 17 1,0 0-16,17 17 16,18 0-1,25 26-15,-1 0 16,1-1-1,0 18-15,-8 16 16,7-16 0,1-17-16,17-1 15,9-8-15,8 0 16,0 0 0,0 9-1,0-17-15,0-9 16,17-17-1,8 0-15,18-26 16,25 9-16,43 0 16,-8-17-1,8-17-15,25 9 16,9-17 0,9-1-1,-9-16-15,26-1 16,8-8-1,0-25-15,17-18 16,18 1 0,8-18-16,8 1 15,-25-1 1,0-16-16,0-18 16,-9-8-16,17-26 15,-33 1 1,-18-18-1,8-25-15,1-17 16,-26-17-16,-8-17 16,-35 8-16,-8 1 15,-17-1 1,-34-8 0,-9-17-1,-26 8-15,-16 1 16,-9-9-1,-26 8-15,-25 9 16,-9 8 0,-8 1-16,-26 8 15,-43-17-15,-8 34 16,8 34-16,-42 8 16,-26 0-1,-26 9 1,-25 26-1,-68 33-15,-94 60 16,-103 77 0,-128 84-16,-102 35 0,350-102 31</inkml:trace>
  <inkml:trace contextRef="#ctx0" brushRef="#br0" timeOffset="5549.46">10430 11923 0,'0'0'0,"0"0"0,0 0 16,0 0-16,0 0 31,0 0-31,0 0 0,0 0 31,0 0-15,0 0-16,34-8 15,43-1 1,51-16-16,34-9 16,34-17-1,9-17-15,0 8 16,17-8-1,-60 17-15,-34 9 16,0 8 0,-43 0-16,-33 16 15,-27 1-15,-16 9 16,-9-9 0,-9 8-16</inkml:trace>
  <inkml:trace contextRef="#ctx0" brushRef="#br0" timeOffset="5804.63">11539 11166 0,'0'0'0,"0"0"15,9 9 1,33 8-16,18 17 16,34 8-16,9 18 15,-10-1 1,18 1-16,-17-9 15,-34-8 1,-9-9 0,-8-9-16,-18 1 15,-7-9-15,-10 0 16,-34 17 0,-76 59-16,-137 111 15</inkml:trace>
  <inkml:trace contextRef="#ctx0" brushRef="#br0" timeOffset="12144.34">18000 13003 0,'0'0'0,"0"0"16,0 0-16,0 0 15,0 0 1,0 0-16,0-8 15,17-1 1,0 1 0,17-1-16,1 1 15,7-9 1,10-9-16,24 1 16,1-9-16,-17 8 15,17-16 1,42-18-1,18 9-15,-18 17 16,-8-8 0,17 8-16,-8 17 0,-18 0 15,-17 0 1,-25 0 0,-34 8-16,-1 1 15,-16 8 1,-1 0-16,-16 0 15,-35 0-15,-93 17 16,-69 25 0,-51 1-16,25-1 31,27-8-31,24 0 16,44-8-1,33-1-15,27-8 16,33-8-16,17-1 15,18 1 1,16 8 0,35 0-16,111 8 15,76-8 1,26-17-16,0-25 0,-25-9 16,-1-9-1,-34 1 1,-42 8-1,-35 8-15,-59 9 16,-26 9-16,-17 8 16,-136 34-16,-257 85 15,-127 8 1,110-42 0</inkml:trace>
  <inkml:trace contextRef="#ctx0" brushRef="#br0" timeOffset="15892.18">21713 10316 0,'0'0'0,"0"0"16,0 0-1,0 0-15,0 0 16,0 0-16,0 0 31,0 0-15,-9 0-16,1 8 15,-1 9 1,-16 9-16,-27 25 16,-16 9-1,-26 16-15,-17 1 16,9 16-1,8 1-15,9-26 16,16-9 0,10 1-16,7-18 15,18-16 1,0-1-16,17 1 16,0-1-1,17-8-15,9 17 16,42 34-1,43 17-15,85 1 16,68-18 0,18-9-16,-9-16 15,-43-9 1,-59-17 0,-94-9-16</inkml:trace>
  <inkml:trace contextRef="#ctx0" brushRef="#br0" timeOffset="16837.03">23488 10180 0,'0'0'0,"0"0"15,-8 25 1,-1 52-16,-25 42 15,-34 60-15,-9 33 16,0-16 0,0-26-16,0-26 15,9-16 1,8-26 0,18-34-16,16-17 15,9-25 1,17-18-16,26-8 15,42-51-15,60-59 16,34-52 0,17-17-16,-16-8 15,-1 9 1,-9 25-16,-16 34 16,-35 25-1,-8 34 1,0 9-16,8 34 15,-25 34 1,0 43-16,-17 25 16,-17 60-1,-35 42-15,-25-17 16,-26-9-16,-16-16 16,7-35-1,18-41-15,9-18 16,8-34-16,17-17 15,0 0 1</inkml:trace>
  <inkml:trace contextRef="#ctx0" brushRef="#br0" timeOffset="17323.91">25443 9423 0,'0'0'0,"0"8"0,0 26 15,0 43 1,-17 25 0,-18 17-1,-33 0-15,0-42 16,0-26-16,16-26 16,10-8-1,8-17 1,17-8-16,-1-9 0,18-9 31,18-8-31,33 0 16,34 9-1,18 33-15,7 26 16,10 26-16,-9 16 31,-26-16-31,-8-9 16,-43-26-16</inkml:trace>
  <inkml:trace contextRef="#ctx0" brushRef="#br0" timeOffset="18048.68">26800 10571 0,'0'0'0,"8"0"16,26 26-1,26 8-15,8 17 16,-8 0 0,-9 0-1,-8-9 1,-17 1-16,-18-1 16,-16 35-16,-44 25 15,-50 25-15,-43 1 16,-26 8-1,1-17 1,16-25-16,17-26 16,35-26-1,34-16-15,25-18 16,26 1-16,8-1 31,9-8-31,35 17 0,50 9 16,51 8-1,10 0 1,16 0-16,8 0 16,-7 0-1,-35-9 1,-9-8-16,-17-8 16,-16-26-1,-26-17-15,-35 8 0</inkml:trace>
  <inkml:trace contextRef="#ctx0" brushRef="#br0" timeOffset="18358.23">26527 10222 0,'0'0'0,"0"0"16,25 17-16,69 34 16,60 9-1,59-18-15,18-8 16,-44-17-1,1-8-15,17-26 16,94-43 0</inkml:trace>
  <inkml:trace contextRef="#ctx0" brushRef="#br0" timeOffset="18988.49">25255 12935 0,'0'0'0,"-9"0"15,1 17-15,-9 17 16,-9 9 0,1 16-16,-18 9 15,0 0 1,1 0 0,7 1-16,10-10 15,25-16 1,8-1-1,26-8-15,26 0 0,43-17 32,16-25-32,-59-1 15</inkml:trace>
  <inkml:trace contextRef="#ctx0" brushRef="#br0" timeOffset="19240.37">25690 12127 0,'0'0'0,"0"0"15,0 9-15,0 16 16,0 9-1,17 9-15,9-1 16,25-16 0,34-18-16,-25 1 15</inkml:trace>
  <inkml:trace contextRef="#ctx0" brushRef="#br0" timeOffset="19566.07">26467 12714 0,'0'0'0,"0"0"0,17 0 15,26 0 1,8 17 0,-9-8-16,-16-1 15,-9 1 1,-8-9-16,-9 0 15</inkml:trace>
  <inkml:trace contextRef="#ctx0" brushRef="#br0" timeOffset="19774.43">25946 13241 0,'0'0'0,"0"0"16,9 9-1,42 8 1,34 17-16,26 0 16,0-25-1,0-9-15,-25-18 16,-52 10 0</inkml:trace>
  <inkml:trace contextRef="#ctx0" brushRef="#br0" timeOffset="20106.12">27406 12978 0,'0'0'0,"-17"0"15,-35 17-15,-16 17 16,0 8-16,17 9 31,8-8-31,17-18 16,9 9-16,26 9 15,34-1-15,33 10 16,44-1 0,8-34-1,-17-26 1,-9-25-16,-33-26 15,-27-42-15,-59-25 0,-94-86 16,-85-84 0</inkml:trace>
  <inkml:trace contextRef="#ctx0" brushRef="#br0" timeOffset="21208.59">26373 9244 0,'0'0'0,"0"0"15,0 0 1,0 0 0,0 0-16,0 0 15,0 0 1,0 0-16,17-8 15,34-26 1,26-17-16,43-9 16,16-8-16,1 26 15,-35 16 1,-8 18 0,-17 8-16,-17 17 15,-1 17-15,-16 17 16,0 17-1,-1 17-15,1 8 16,-9 1 0,17-1-1,1-7-15,-1-10 16,17-8 0,17-8-1,1-18-15,-9-16 16,-9-18-16,-8 1 15,-1-18 1,-16 1-16,0-18 16,-9-8-16,-9-8 15,-16-18 1,-18-8 0,-16 0-16,-1 0 15,-16 8 1,-1-8-1,-17 17-15,9 17 16,-26 0 0,-42 17-16,-9 17 15,-9 17-15,-25 17 16,-26 17-16,17 9 16,-16-1-1,-10-16-15,-93 25 31</inkml:trace>
  <inkml:trace contextRef="#ctx0" brushRef="#br0" timeOffset="23089">29539 10052 0,'0'0'0,"0"9"0,0 33 16,-8 52-1,-1 50-15,1 10 16,-18 7-16,1-16 0,16-18 31,9-33-15,9-26-16,-9 0 15,0-34 1</inkml:trace>
  <inkml:trace contextRef="#ctx0" brushRef="#br0" timeOffset="23360.65">28857 11260 0,'8'0'0,"78"17"0,110 8 16,34 18 0,-33-9-16,-1-9 15,-17-16 1,-42-1-16,-18-8 15,-33-8 1,-61 8-16</inkml:trace>
  <inkml:trace contextRef="#ctx0" brushRef="#br0" timeOffset="24079.44">28993 12034 0,'0'0'0,"0"0"16,0 0-16,17 0 16,17 17-1,18 0 1,7 17 0,10 0-16,-18 8 15,-8-8 1,-18 9-16,-8 8 15,-17 0 1,-34 26-16,-43 25 16,-25-17-1,16-26-15,27-33 0,25-18 16,-1-8 0,18-8-1,0-1 1,17-16-16,9-1 15,16 1 1,18 8-16,25 17 16,26 17-1,0 42-15,9 35 16,-1-9 0,0-9-16,-8-25 15,-17-25 1,-43-18-16</inkml:trace>
  <inkml:trace contextRef="#ctx0" brushRef="#br0" timeOffset="24416.4">28575 10299 0,'0'0'0,"-9"0"0,-8 25 16,-34 43-1,-43 77 1,0 68-1,35 76-15,25 102 16,51-59 0,25-26-16,35 8 0,77-24 15,-18-95 1,-50-127 0,-27-34-1</inkml:trace>
  <inkml:trace contextRef="#ctx0" brushRef="#br0" timeOffset="24760.41">31332 11005 0,'0'0'0,"0"8"0,17 60 16,17 94-1,17 51-15,-25 16 16,-35 9-1,-33 26-15,-61 8 16,-25-59-16,-8-43 16,8-34-1,-26-34 1,-111 42-16</inkml:trace>
  <inkml:trace contextRef="#ctx0" brushRef="#br0" timeOffset="25144.23">32271 10171 0,'0'0'0,"0"0"16,-9 0-16,-25 26 16,-34 33-1,-9 9 1,9 0-1,-1 0-15,18-8 0,17 0 16,17-1 0,17 1-16,17-9 15,0-17 1,0-26 0</inkml:trace>
  <inkml:trace contextRef="#ctx0" brushRef="#br0" timeOffset="25323.78">32518 9559 0,'0'0'0,"0"9"15,0-1-15</inkml:trace>
  <inkml:trace contextRef="#ctx0" brushRef="#br0" timeOffset="33282.37">17992 15112 0,'0'0'0,"0"0"0,0 0 31,0 0-15,8-8-16,26-1 0,35 1 31,59-18-31,34 1 16,34-1-1,0 9-15,-50 17 16,7 0 0,146-8-16</inkml:trace>
  <inkml:trace contextRef="#ctx0" brushRef="#br0" timeOffset="33492.06">17812 15920 0,'0'0'0,"43"17"16,188 26 0,238-1-16,-59-33 15</inkml:trace>
  <inkml:trace contextRef="#ctx0" brushRef="#br0" timeOffset="35320.72">20467 15036 0,'0'0'0,"-9"25"0,-25 52 15,-26 51 1,-25 8-16,-9 17 16,-8 8-1,16-16-15,27-43 16,33-51 0,9-26-1,0 1-15,8-18 16,9 1-1,17-35-15,60-67 16,51-43-16,51-34 16,1-26-1,-1 35 1,-17 7-16,-17 18 16,-17 26-16,-8 33 15,-9 35 1,-17 16-1,-18 26-15,-7 26 16,-10 42 0,-16 34-16,-34 34 15,-52 51-15,-17-25 16,9-52 0,8-42-16,9-34 15,17-17 1,9-17-1</inkml:trace>
  <inkml:trace contextRef="#ctx0" brushRef="#br0" timeOffset="35740.96">22276 14092 0,'0'0'0,"26"25"15,16 35 1,10 25-16,-18 0 31,-26-8-31,-25-1 0,-17-16 16,-17-9 15,-9-17-31,18-17 16,7-9-16,10-16 0,8-1 31,0 1-15,17-1-16,0 9 15,0 0-15,17 9 16,17 16-16,34 18 15,17 25 1,-8-9 0,9 9-16,-35-34 15</inkml:trace>
  <inkml:trace contextRef="#ctx0" brushRef="#br0" timeOffset="35941.32">23027 15691 0,'0'0'0,"0"0"16,0 0-16,0 0 16,0 8-1,0-8 1</inkml:trace>
  <inkml:trace contextRef="#ctx0" brushRef="#br0" timeOffset="36381.5">23983 14772 0,'0'0'0,"17"9"16,26 33 0,8 9-16,9 26 15,-17 16 1,-9 9-16,-17 35 15,-34-10 1,-43-8-16,-34 9 16,-8-18-1,-26-25-15,-17-42 16,42-26-16,35-26 16,25-8-1,9 0-15,17 0 16,25 0-1,52 0-15,94 34 16,153 51 0,86 34-1,25 9-15,43-35 16,-60-24-16</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0T23:21:38.790"/>
    </inkml:context>
    <inkml:brush xml:id="br0">
      <inkml:brushProperty name="width" value="0.05292" units="cm"/>
      <inkml:brushProperty name="height" value="0.05292" units="cm"/>
      <inkml:brushProperty name="color" value="#FF0000"/>
    </inkml:brush>
  </inkml:definitions>
  <inkml:trace contextRef="#ctx0" brushRef="#br0">15807 2806 0,'0'0'0,"0"0"16,0 0 0,0 0-16,0 0 15,0 17 1,0 18-16,0 16 16,-9 42-1,1 18-15,-9-1 16,0 9-1,-1 17-15,-7 0 16,8-34-16,17-8 16,8 8-1,18 0-15,8 0 16,0-25 0,34-1-16,78 18 15,-10-26 16,43-9-31,69 1 16,8-18 0,17 1-16,68-26 15,18 0 1,-1 0-16,95 8 16,-35 18-1,-43 0-15,27 16 16,41 18-1,-33 8-15,-137-9 16,43 26 0,-34-17-16,-69-17 15,17 17 1,-67-25-16,-52-26 16,0 0-1,-43-26-15,-8-8 16,-9-17-1,26-17-15,8-42 16,-17-26 0,-8-43-16,0-16 15,8-26 1,0-26-16,-8-25 16,25-102-1</inkml:trace>
  <inkml:trace contextRef="#ctx0" brushRef="#br0" timeOffset="3839.72">24401 10086 0,'0'0'0,"0"0"16,0 0-16,-8 0 15,-1 0-15,1 0 16,-18 0 0,-25 17-1,-17 17-15,-18 9 16,1 25-1,-17 34-15,-18 26 16,18 8-16,8 8 16,26 9-1,33 0 1,35-17 0,35 26-16,50 34 15,17-43-15,18-43 16,76 9-16,0-25 15,43-18 1,26-16 0,-9-26-1,17-17-15,17-17 0,0-9 16,-8-8 0,-26-17-1,-25-8 1,-18-18-16,-59-16 15,-26-43 1,-17-26-16,-35-42 16,-41-26-16,-44-25 15,-42 9-15,-43 16 32,-51 0-32,-77 18 15,-68 33 1,-111 52-16,-137 59 15,-162 76-15,-17 128 16,-102 111 0,315-111-1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1AFC52-F46C-4845-B64D-0DCC1AECCCC6}" type="datetimeFigureOut">
              <a:rPr lang="en-US" smtClean="0"/>
              <a:t>4/10/2026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D97389-0441-4D4C-B013-3AC3B336705E}" type="slidenum">
              <a:rPr lang="en-US" smtClean="0"/>
              <a:t>‹#›</a:t>
            </a:fld>
            <a:endParaRPr lang="en-US"/>
          </a:p>
        </p:txBody>
      </p:sp>
    </p:spTree>
    <p:extLst>
      <p:ext uri="{BB962C8B-B14F-4D97-AF65-F5344CB8AC3E}">
        <p14:creationId xmlns:p14="http://schemas.microsoft.com/office/powerpoint/2010/main" val="2080364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1</a:t>
            </a:fld>
            <a:endParaRPr lang="en-US"/>
          </a:p>
        </p:txBody>
      </p:sp>
    </p:spTree>
    <p:extLst>
      <p:ext uri="{BB962C8B-B14F-4D97-AF65-F5344CB8AC3E}">
        <p14:creationId xmlns:p14="http://schemas.microsoft.com/office/powerpoint/2010/main" val="3432767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D97389-0441-4D4C-B013-3AC3B336705E}" type="slidenum">
              <a:rPr lang="en-US" smtClean="0"/>
              <a:t>21</a:t>
            </a:fld>
            <a:endParaRPr lang="en-US"/>
          </a:p>
        </p:txBody>
      </p:sp>
    </p:spTree>
    <p:extLst>
      <p:ext uri="{BB962C8B-B14F-4D97-AF65-F5344CB8AC3E}">
        <p14:creationId xmlns:p14="http://schemas.microsoft.com/office/powerpoint/2010/main" val="4018114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EEDFD-05A3-AB2C-28EA-1F10E5D212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1A4A9E-A38E-8FAD-4725-63270224CC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7024BA-3F6E-B600-8DEF-F5B8815AD09E}"/>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65D1B921-02AB-A8AB-A0C8-655556AFE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CED915-48D5-56D7-32CC-399EFE7FE2F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499380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F38B-CB5A-B13E-F5D7-2DA1A6B917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AE2621-C1D2-6EA5-9C00-AD4D21D63F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AB215E-AE4B-9861-F145-FDA28262E9E0}"/>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CAAEC039-B059-ECCC-530A-3AB6CB0A1D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BEA18-99AF-5466-77A2-2ED025B81CA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411589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A553B-F670-1604-5051-C69575AB0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3F92DB-5E7F-F49E-F5A2-4CD71172F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C1753E-851C-6254-0D25-2F887273D52F}"/>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FB9E8AB3-1264-7FDE-D829-8552CB0E7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85CDF-C478-A7EF-68E9-A9B03181DF49}"/>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333693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764F7-D59E-B01A-8BD5-00384E223F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2F09C-F9B9-2C50-7C6F-29C1255161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1A614B-6667-7695-5A04-2F636199B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DCB1E8-E8EC-EC48-AC56-00B0294D4ECF}"/>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6" name="Footer Placeholder 5">
            <a:extLst>
              <a:ext uri="{FF2B5EF4-FFF2-40B4-BE49-F238E27FC236}">
                <a16:creationId xmlns:a16="http://schemas.microsoft.com/office/drawing/2014/main" id="{96E72EA3-CE48-C170-7657-2D913ED3E2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736BE-3261-CE4F-7435-03969F8ED2AF}"/>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85854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765F-128C-5F4B-4E20-D385D2B40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4B8912-9AF9-E09C-E9BF-C1A2354403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17D6C8-55A2-957D-7F4E-CC7BCF01E7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C7549B-8BC6-6148-ACAA-049554DFE2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1610D-E8FB-B2C8-5980-6848B27C49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F98579-8216-620D-1649-3AF68889B180}"/>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8" name="Footer Placeholder 7">
            <a:extLst>
              <a:ext uri="{FF2B5EF4-FFF2-40B4-BE49-F238E27FC236}">
                <a16:creationId xmlns:a16="http://schemas.microsoft.com/office/drawing/2014/main" id="{EA47186D-AE3C-BCC2-5CC7-DFDB1E9C01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D3C042-93EE-DFEB-EB11-59AE48DBB3A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83948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93B1-B34F-DEF0-36F0-9044F5D7D2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52A602-329F-B48E-59DF-A750E7867E6A}"/>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4" name="Footer Placeholder 3">
            <a:extLst>
              <a:ext uri="{FF2B5EF4-FFF2-40B4-BE49-F238E27FC236}">
                <a16:creationId xmlns:a16="http://schemas.microsoft.com/office/drawing/2014/main" id="{4583EDF7-DE2E-A73E-8F31-9D5E4D89C8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012E61-B33E-641F-586B-715580997B5E}"/>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66099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A244B7-1B24-A316-4AE0-092CD30B907E}"/>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3" name="Footer Placeholder 2">
            <a:extLst>
              <a:ext uri="{FF2B5EF4-FFF2-40B4-BE49-F238E27FC236}">
                <a16:creationId xmlns:a16="http://schemas.microsoft.com/office/drawing/2014/main" id="{BDAF25EA-9B44-0E03-1033-8525546E05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925D09-469B-22B7-3367-45C141A2FC67}"/>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174567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1B2F-B9E6-9510-4D05-E3D54924E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6FE975-5B17-DA24-6CEB-DC943E8B86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B5A351-A381-B7DE-629A-344A18790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DD2EF-7CF7-DD3F-F641-183E8B2BF12C}"/>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6" name="Footer Placeholder 5">
            <a:extLst>
              <a:ext uri="{FF2B5EF4-FFF2-40B4-BE49-F238E27FC236}">
                <a16:creationId xmlns:a16="http://schemas.microsoft.com/office/drawing/2014/main" id="{F7F85405-E07D-ACE1-4750-3CCE6C35E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E168D-7644-1D4C-5394-64379655537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59175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801B-B60C-BB23-B536-10DDE66CB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6861CE-32FE-1378-773F-41832B9FF6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D2144C-D26D-D14D-26EE-59C3FC1E59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4EF677-D138-7015-213C-2BB3F4A73865}"/>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6" name="Footer Placeholder 5">
            <a:extLst>
              <a:ext uri="{FF2B5EF4-FFF2-40B4-BE49-F238E27FC236}">
                <a16:creationId xmlns:a16="http://schemas.microsoft.com/office/drawing/2014/main" id="{29F190E5-FB64-35C9-62D3-131BE33150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729FB-47F6-106B-7BD5-F02031036425}"/>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226151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187-FA0C-1996-5F4B-01C6D21DC0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C32157-1E29-206A-A4D1-E079FFF5CF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ED6E6-27DC-9868-8ED6-B497F6664AE8}"/>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8E4E3647-A949-3CDF-67EE-AB590EDCA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C6DF69-C102-21BC-88B3-80F4E212C8DB}"/>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1916131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9C123A-D9AF-475A-C065-C2FA159642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927EB4-E58B-3FD3-E171-2FF9248A2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EA4642-AEF9-1A45-F614-49CABD0DF3C2}"/>
              </a:ext>
            </a:extLst>
          </p:cNvPr>
          <p:cNvSpPr>
            <a:spLocks noGrp="1"/>
          </p:cNvSpPr>
          <p:nvPr>
            <p:ph type="dt" sz="half" idx="10"/>
          </p:nvPr>
        </p:nvSpPr>
        <p:spPr/>
        <p:txBody>
          <a:body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9CA41C59-45AB-EDDF-36FA-E3E263F9F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E2C6A-7AA0-08EE-B17B-CA0D2FF9EF9A}"/>
              </a:ext>
            </a:extLst>
          </p:cNvPr>
          <p:cNvSpPr>
            <a:spLocks noGrp="1"/>
          </p:cNvSpPr>
          <p:nvPr>
            <p:ph type="sldNum" sz="quarter" idx="12"/>
          </p:nvPr>
        </p:nvSpPr>
        <p:spPr/>
        <p:txBody>
          <a:bodyPr/>
          <a:lstStyle/>
          <a:p>
            <a:fld id="{79467764-5149-49EB-A53E-E807869452CC}" type="slidenum">
              <a:rPr lang="en-US" smtClean="0"/>
              <a:t>‹#›</a:t>
            </a:fld>
            <a:endParaRPr lang="en-US"/>
          </a:p>
        </p:txBody>
      </p:sp>
    </p:spTree>
    <p:extLst>
      <p:ext uri="{BB962C8B-B14F-4D97-AF65-F5344CB8AC3E}">
        <p14:creationId xmlns:p14="http://schemas.microsoft.com/office/powerpoint/2010/main" val="3235872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29756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65143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247650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763040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023494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2550715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6502116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9657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547640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06153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3712646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FC28AD1-28C6-4DBC-B0D5-638143145F9E}"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33188545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7714055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C28AD1-28C6-4DBC-B0D5-638143145F9E}"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6664973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C28AD1-28C6-4DBC-B0D5-638143145F9E}"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7571644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C28AD1-28C6-4DBC-B0D5-638143145F9E}"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5355781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C28AD1-28C6-4DBC-B0D5-638143145F9E}"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21798232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C28AD1-28C6-4DBC-B0D5-638143145F9E}"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476460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C28AD1-28C6-4DBC-B0D5-638143145F9E}"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13249113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C28AD1-28C6-4DBC-B0D5-638143145F9E}"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41477908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339690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C28AD1-28C6-4DBC-B0D5-638143145F9E}"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E8603E-186F-4CC7-B8E2-5FD613D3E28C}" type="slidenum">
              <a:rPr lang="en-US" smtClean="0"/>
              <a:t>‹#›</a:t>
            </a:fld>
            <a:endParaRPr lang="en-US"/>
          </a:p>
        </p:txBody>
      </p:sp>
    </p:spTree>
    <p:extLst>
      <p:ext uri="{BB962C8B-B14F-4D97-AF65-F5344CB8AC3E}">
        <p14:creationId xmlns:p14="http://schemas.microsoft.com/office/powerpoint/2010/main" val="667568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7B289-BD5E-5EED-C530-FE49EC1FB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E5310A-CDE1-6296-A6C7-FAD4EBB46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630977-A77A-05DC-ACE8-6F1D91538C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FB5B7B-F51D-4CAE-B141-34246E39C0D6}" type="datetimeFigureOut">
              <a:rPr lang="en-US" smtClean="0"/>
              <a:t>4/10/2026</a:t>
            </a:fld>
            <a:endParaRPr lang="en-US"/>
          </a:p>
        </p:txBody>
      </p:sp>
      <p:sp>
        <p:nvSpPr>
          <p:cNvPr id="5" name="Footer Placeholder 4">
            <a:extLst>
              <a:ext uri="{FF2B5EF4-FFF2-40B4-BE49-F238E27FC236}">
                <a16:creationId xmlns:a16="http://schemas.microsoft.com/office/drawing/2014/main" id="{16EC77BE-A1DA-9A34-23FB-D1B3BF2A8C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EA4270-8225-31C5-8BCA-531C6C5C8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467764-5149-49EB-A53E-E807869452CC}" type="slidenum">
              <a:rPr lang="en-US" smtClean="0"/>
              <a:t>‹#›</a:t>
            </a:fld>
            <a:endParaRPr lang="en-US"/>
          </a:p>
        </p:txBody>
      </p:sp>
    </p:spTree>
    <p:extLst>
      <p:ext uri="{BB962C8B-B14F-4D97-AF65-F5344CB8AC3E}">
        <p14:creationId xmlns:p14="http://schemas.microsoft.com/office/powerpoint/2010/main" val="2042159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4/10/2026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18592348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C28AD1-28C6-4DBC-B0D5-638143145F9E}" type="datetimeFigureOut">
              <a:rPr lang="en-US" smtClean="0"/>
              <a:t>4/10/2026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E8603E-186F-4CC7-B8E2-5FD613D3E28C}" type="slidenum">
              <a:rPr lang="en-US" smtClean="0"/>
              <a:t>‹#›</a:t>
            </a:fld>
            <a:endParaRPr lang="en-US"/>
          </a:p>
        </p:txBody>
      </p:sp>
    </p:spTree>
    <p:extLst>
      <p:ext uri="{BB962C8B-B14F-4D97-AF65-F5344CB8AC3E}">
        <p14:creationId xmlns:p14="http://schemas.microsoft.com/office/powerpoint/2010/main" val="37734136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cs.uw.edu/332"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61.png"/><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51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1400.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7.xml"/><Relationship Id="rId6" Type="http://schemas.openxmlformats.org/officeDocument/2006/relationships/image" Target="../media/image171.png"/><Relationship Id="rId11" Type="http://schemas.openxmlformats.org/officeDocument/2006/relationships/image" Target="../media/image3.png"/><Relationship Id="rId5" Type="http://schemas.openxmlformats.org/officeDocument/2006/relationships/image" Target="../media/image16.png"/><Relationship Id="rId10" Type="http://schemas.openxmlformats.org/officeDocument/2006/relationships/customXml" Target="../ink/ink3.xml"/><Relationship Id="rId4" Type="http://schemas.openxmlformats.org/officeDocument/2006/relationships/image" Target="../media/image15.png"/><Relationship Id="rId9" Type="http://schemas.openxmlformats.org/officeDocument/2006/relationships/image" Target="../media/image150.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7.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4.png"/><Relationship Id="rId2" Type="http://schemas.openxmlformats.org/officeDocument/2006/relationships/image" Target="../media/image311.png"/><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9.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customXml" Target="../ink/ink4.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customXml" Target="../ink/ink6.xml"/><Relationship Id="rId3" Type="http://schemas.openxmlformats.org/officeDocument/2006/relationships/image" Target="../media/image20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0.png"/><Relationship Id="rId16"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customXml" Target="../ink/ink7.xml"/><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0.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image" Target="../media/image312.png"/><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7.png"/><Relationship Id="rId1" Type="http://schemas.openxmlformats.org/officeDocument/2006/relationships/slideLayout" Target="../slideLayouts/slideLayout17.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32" Type="http://schemas.openxmlformats.org/officeDocument/2006/relationships/image" Target="../media/image59.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261.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customXml" Target="../ink/ink9.xml"/><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8.png"/></Relationships>
</file>

<file path=ppt/slides/_rels/slide11.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590.png"/><Relationship Id="rId1" Type="http://schemas.openxmlformats.org/officeDocument/2006/relationships/slideLayout" Target="../slideLayouts/slideLayout13.xml"/><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1" Type="http://schemas.openxmlformats.org/officeDocument/2006/relationships/slideLayout" Target="../slideLayouts/slideLayout17.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89.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customXml" Target="../ink/ink11.xml"/><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s>
</file>

<file path=ppt/slides/_rels/slide16.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18" Type="http://schemas.openxmlformats.org/officeDocument/2006/relationships/image" Target="../media/image105.png"/><Relationship Id="rId26" Type="http://schemas.openxmlformats.org/officeDocument/2006/relationships/image" Target="../media/image113.png"/><Relationship Id="rId3" Type="http://schemas.openxmlformats.org/officeDocument/2006/relationships/image" Target="../media/image90.png"/><Relationship Id="rId21" Type="http://schemas.openxmlformats.org/officeDocument/2006/relationships/image" Target="../media/image108.png"/><Relationship Id="rId7" Type="http://schemas.openxmlformats.org/officeDocument/2006/relationships/image" Target="../media/image94.png"/><Relationship Id="rId12" Type="http://schemas.openxmlformats.org/officeDocument/2006/relationships/image" Target="../media/image99.png"/><Relationship Id="rId17" Type="http://schemas.openxmlformats.org/officeDocument/2006/relationships/image" Target="../media/image104.png"/><Relationship Id="rId25" Type="http://schemas.openxmlformats.org/officeDocument/2006/relationships/image" Target="../media/image112.png"/><Relationship Id="rId2" Type="http://schemas.openxmlformats.org/officeDocument/2006/relationships/image" Target="../media/image890.png"/><Relationship Id="rId16" Type="http://schemas.openxmlformats.org/officeDocument/2006/relationships/image" Target="../media/image103.png"/><Relationship Id="rId20" Type="http://schemas.openxmlformats.org/officeDocument/2006/relationships/image" Target="../media/image107.png"/><Relationship Id="rId29" Type="http://schemas.openxmlformats.org/officeDocument/2006/relationships/image" Target="../media/image116.png"/><Relationship Id="rId1" Type="http://schemas.openxmlformats.org/officeDocument/2006/relationships/slideLayout" Target="../slideLayouts/slideLayout17.xml"/><Relationship Id="rId6" Type="http://schemas.openxmlformats.org/officeDocument/2006/relationships/image" Target="../media/image93.png"/><Relationship Id="rId11" Type="http://schemas.openxmlformats.org/officeDocument/2006/relationships/image" Target="../media/image98.png"/><Relationship Id="rId24" Type="http://schemas.openxmlformats.org/officeDocument/2006/relationships/image" Target="../media/image111.png"/><Relationship Id="rId32" Type="http://schemas.openxmlformats.org/officeDocument/2006/relationships/image" Target="../media/image118.png"/><Relationship Id="rId5" Type="http://schemas.openxmlformats.org/officeDocument/2006/relationships/image" Target="../media/image92.png"/><Relationship Id="rId15" Type="http://schemas.openxmlformats.org/officeDocument/2006/relationships/image" Target="../media/image102.png"/><Relationship Id="rId23" Type="http://schemas.openxmlformats.org/officeDocument/2006/relationships/image" Target="../media/image110.png"/><Relationship Id="rId28" Type="http://schemas.openxmlformats.org/officeDocument/2006/relationships/image" Target="../media/image115.png"/><Relationship Id="rId10" Type="http://schemas.openxmlformats.org/officeDocument/2006/relationships/image" Target="../media/image97.png"/><Relationship Id="rId19" Type="http://schemas.openxmlformats.org/officeDocument/2006/relationships/image" Target="../media/image106.png"/><Relationship Id="rId31" Type="http://schemas.openxmlformats.org/officeDocument/2006/relationships/customXml" Target="../ink/ink12.xml"/><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22" Type="http://schemas.openxmlformats.org/officeDocument/2006/relationships/image" Target="../media/image109.png"/><Relationship Id="rId27" Type="http://schemas.openxmlformats.org/officeDocument/2006/relationships/image" Target="../media/image114.png"/><Relationship Id="rId30" Type="http://schemas.openxmlformats.org/officeDocument/2006/relationships/image" Target="../media/image117.png"/></Relationships>
</file>

<file path=ppt/slides/_rels/slide17.xml.rels><?xml version="1.0" encoding="UTF-8" standalone="yes"?>
<Relationships xmlns="http://schemas.openxmlformats.org/package/2006/relationships"><Relationship Id="rId3" Type="http://schemas.openxmlformats.org/officeDocument/2006/relationships/image" Target="../media/image1180.png"/><Relationship Id="rId2" Type="http://schemas.openxmlformats.org/officeDocument/2006/relationships/image" Target="../media/image511.png"/><Relationship Id="rId1" Type="http://schemas.openxmlformats.org/officeDocument/2006/relationships/slideLayout" Target="../slideLayouts/slideLayout13.xml"/><Relationship Id="rId5" Type="http://schemas.openxmlformats.org/officeDocument/2006/relationships/image" Target="../media/image119.png"/><Relationship Id="rId4" Type="http://schemas.openxmlformats.org/officeDocument/2006/relationships/customXml" Target="../ink/ink13.xml"/></Relationships>
</file>

<file path=ppt/slides/_rels/slide18.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18" Type="http://schemas.openxmlformats.org/officeDocument/2006/relationships/image" Target="../media/image135.png"/><Relationship Id="rId26" Type="http://schemas.openxmlformats.org/officeDocument/2006/relationships/image" Target="../media/image143.png"/><Relationship Id="rId3" Type="http://schemas.openxmlformats.org/officeDocument/2006/relationships/image" Target="../media/image120.png"/><Relationship Id="rId21" Type="http://schemas.openxmlformats.org/officeDocument/2006/relationships/image" Target="../media/image138.png"/><Relationship Id="rId7" Type="http://schemas.openxmlformats.org/officeDocument/2006/relationships/image" Target="../media/image124.png"/><Relationship Id="rId12" Type="http://schemas.openxmlformats.org/officeDocument/2006/relationships/image" Target="../media/image129.png"/><Relationship Id="rId17" Type="http://schemas.openxmlformats.org/officeDocument/2006/relationships/image" Target="../media/image134.png"/><Relationship Id="rId25" Type="http://schemas.openxmlformats.org/officeDocument/2006/relationships/image" Target="../media/image142.png"/><Relationship Id="rId2" Type="http://schemas.openxmlformats.org/officeDocument/2006/relationships/image" Target="../media/image1190.png"/><Relationship Id="rId16" Type="http://schemas.openxmlformats.org/officeDocument/2006/relationships/image" Target="../media/image133.png"/><Relationship Id="rId20" Type="http://schemas.openxmlformats.org/officeDocument/2006/relationships/image" Target="../media/image137.png"/><Relationship Id="rId29" Type="http://schemas.openxmlformats.org/officeDocument/2006/relationships/image" Target="../media/image146.png"/><Relationship Id="rId1" Type="http://schemas.openxmlformats.org/officeDocument/2006/relationships/slideLayout" Target="../slideLayouts/slideLayout17.xml"/><Relationship Id="rId6" Type="http://schemas.openxmlformats.org/officeDocument/2006/relationships/image" Target="../media/image123.png"/><Relationship Id="rId11" Type="http://schemas.openxmlformats.org/officeDocument/2006/relationships/image" Target="../media/image128.png"/><Relationship Id="rId24" Type="http://schemas.openxmlformats.org/officeDocument/2006/relationships/image" Target="../media/image141.png"/><Relationship Id="rId32" Type="http://schemas.openxmlformats.org/officeDocument/2006/relationships/image" Target="../media/image148.png"/><Relationship Id="rId5" Type="http://schemas.openxmlformats.org/officeDocument/2006/relationships/image" Target="../media/image122.png"/><Relationship Id="rId15" Type="http://schemas.openxmlformats.org/officeDocument/2006/relationships/image" Target="../media/image132.png"/><Relationship Id="rId23" Type="http://schemas.openxmlformats.org/officeDocument/2006/relationships/image" Target="../media/image140.png"/><Relationship Id="rId28" Type="http://schemas.openxmlformats.org/officeDocument/2006/relationships/image" Target="../media/image145.png"/><Relationship Id="rId10" Type="http://schemas.openxmlformats.org/officeDocument/2006/relationships/image" Target="../media/image127.png"/><Relationship Id="rId19" Type="http://schemas.openxmlformats.org/officeDocument/2006/relationships/image" Target="../media/image136.png"/><Relationship Id="rId31" Type="http://schemas.openxmlformats.org/officeDocument/2006/relationships/customXml" Target="../ink/ink14.xml"/><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 Id="rId22" Type="http://schemas.openxmlformats.org/officeDocument/2006/relationships/image" Target="../media/image139.png"/><Relationship Id="rId27" Type="http://schemas.openxmlformats.org/officeDocument/2006/relationships/image" Target="../media/image144.png"/><Relationship Id="rId30" Type="http://schemas.openxmlformats.org/officeDocument/2006/relationships/image" Target="../media/image147.png"/></Relationships>
</file>

<file path=ppt/slides/_rels/slide19.xml.rels><?xml version="1.0" encoding="UTF-8" standalone="yes"?>
<Relationships xmlns="http://schemas.openxmlformats.org/package/2006/relationships"><Relationship Id="rId3" Type="http://schemas.openxmlformats.org/officeDocument/2006/relationships/image" Target="../media/image1480.png"/><Relationship Id="rId2" Type="http://schemas.openxmlformats.org/officeDocument/2006/relationships/image" Target="../media/image611.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156.png"/><Relationship Id="rId3" Type="http://schemas.openxmlformats.org/officeDocument/2006/relationships/image" Target="../media/image151.png"/><Relationship Id="rId7" Type="http://schemas.openxmlformats.org/officeDocument/2006/relationships/image" Target="../media/image155.png"/><Relationship Id="rId2" Type="http://schemas.openxmlformats.org/officeDocument/2006/relationships/image" Target="../media/image149.png"/><Relationship Id="rId1" Type="http://schemas.openxmlformats.org/officeDocument/2006/relationships/slideLayout" Target="../slideLayouts/slideLayout24.xml"/><Relationship Id="rId6" Type="http://schemas.openxmlformats.org/officeDocument/2006/relationships/image" Target="../media/image154.png"/><Relationship Id="rId11" Type="http://schemas.openxmlformats.org/officeDocument/2006/relationships/image" Target="../media/image159.png"/><Relationship Id="rId5" Type="http://schemas.openxmlformats.org/officeDocument/2006/relationships/image" Target="../media/image153.pn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s>
</file>

<file path=ppt/slides/_rels/slide21.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60.png"/><Relationship Id="rId7" Type="http://schemas.openxmlformats.org/officeDocument/2006/relationships/image" Target="../media/image153.png"/><Relationship Id="rId12" Type="http://schemas.openxmlformats.org/officeDocument/2006/relationships/image" Target="../media/image159.png"/><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image" Target="../media/image152.png"/><Relationship Id="rId11" Type="http://schemas.openxmlformats.org/officeDocument/2006/relationships/image" Target="../media/image158.png"/><Relationship Id="rId5" Type="http://schemas.openxmlformats.org/officeDocument/2006/relationships/image" Target="../media/image155.png"/><Relationship Id="rId10" Type="http://schemas.openxmlformats.org/officeDocument/2006/relationships/image" Target="../media/image157.png"/><Relationship Id="rId4" Type="http://schemas.openxmlformats.org/officeDocument/2006/relationships/image" Target="../media/image151.png"/><Relationship Id="rId9" Type="http://schemas.openxmlformats.org/officeDocument/2006/relationships/image" Target="../media/image1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latin typeface="Calibri Light" panose="020F0302020204030204" pitchFamily="34" charset="0"/>
                <a:ea typeface="Calibri Light" panose="020F0302020204030204" pitchFamily="34" charset="0"/>
                <a:cs typeface="Calibri Light" panose="020F0302020204030204" pitchFamily="34" charset="0"/>
              </a:rPr>
              <a:t>CSE </a:t>
            </a:r>
            <a:r>
              <a:rPr lang="en-US">
                <a:latin typeface="Calibri Light" panose="020F0302020204030204" pitchFamily="34" charset="0"/>
                <a:ea typeface="Calibri Light" panose="020F0302020204030204" pitchFamily="34" charset="0"/>
                <a:cs typeface="Calibri Light" panose="020F0302020204030204" pitchFamily="34" charset="0"/>
              </a:rPr>
              <a:t>332 Spring </a:t>
            </a:r>
            <a:r>
              <a:rPr lang="en-US" dirty="0">
                <a:latin typeface="Calibri Light" panose="020F0302020204030204" pitchFamily="34" charset="0"/>
                <a:ea typeface="Calibri Light" panose="020F0302020204030204" pitchFamily="34" charset="0"/>
                <a:cs typeface="Calibri Light" panose="020F0302020204030204" pitchFamily="34" charset="0"/>
              </a:rPr>
              <a:t>2026</a:t>
            </a:r>
            <a:br>
              <a:rPr lang="en-US" dirty="0">
                <a:latin typeface="Calibri Light" panose="020F0302020204030204" pitchFamily="34" charset="0"/>
                <a:ea typeface="Calibri Light" panose="020F0302020204030204" pitchFamily="34" charset="0"/>
                <a:cs typeface="Calibri Light" panose="020F0302020204030204" pitchFamily="34" charset="0"/>
              </a:rPr>
            </a:br>
            <a:r>
              <a:rPr lang="en-US" dirty="0">
                <a:latin typeface="Calibri Light" panose="020F0302020204030204" pitchFamily="34" charset="0"/>
                <a:ea typeface="Calibri Light" panose="020F0302020204030204" pitchFamily="34" charset="0"/>
                <a:cs typeface="Calibri Light" panose="020F0302020204030204" pitchFamily="34" charset="0"/>
              </a:rPr>
              <a:t>Lecture 6: Recurrences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3"/>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4C94-F173-BE79-8469-02F227EC3400}"/>
              </a:ext>
            </a:extLst>
          </p:cNvPr>
          <p:cNvSpPr>
            <a:spLocks noGrp="1"/>
          </p:cNvSpPr>
          <p:nvPr>
            <p:ph type="title"/>
          </p:nvPr>
        </p:nvSpPr>
        <p:spPr/>
        <p:txBody>
          <a:bodyPr/>
          <a:lstStyle/>
          <a:p>
            <a:r>
              <a:rPr lang="en-US" dirty="0"/>
              <a:t>Recursive Binary Search</a:t>
            </a:r>
          </a:p>
        </p:txBody>
      </p:sp>
      <p:sp>
        <p:nvSpPr>
          <p:cNvPr id="3" name="Content Placeholder 2">
            <a:extLst>
              <a:ext uri="{FF2B5EF4-FFF2-40B4-BE49-F238E27FC236}">
                <a16:creationId xmlns:a16="http://schemas.microsoft.com/office/drawing/2014/main" id="{3CDB7A4A-B366-CC17-877C-2EB95A8A5352}"/>
              </a:ext>
            </a:extLst>
          </p:cNvPr>
          <p:cNvSpPr>
            <a:spLocks noGrp="1"/>
          </p:cNvSpPr>
          <p:nvPr>
            <p:ph idx="1"/>
          </p:nvPr>
        </p:nvSpPr>
        <p:spPr/>
        <p:txBody>
          <a:bodyPr>
            <a:normAutofit fontScale="55000" lnSpcReduction="20000"/>
          </a:bodyPr>
          <a:lstStyle/>
          <a:p>
            <a:pPr marL="0" indent="0">
              <a:buNone/>
            </a:pPr>
            <a:r>
              <a:rPr lang="en-US" b="0" dirty="0">
                <a:solidFill>
                  <a:srgbClr val="0000FF"/>
                </a:solidFill>
                <a:effectLst/>
                <a:highlight>
                  <a:srgbClr val="FFFFFF"/>
                </a:highlight>
                <a:latin typeface="Consolas" panose="020B0609020204030204" pitchFamily="49" charset="0"/>
              </a:rPr>
              <a:t>public</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static</a:t>
            </a:r>
            <a:r>
              <a:rPr lang="en-US" b="0" dirty="0">
                <a:solidFill>
                  <a:srgbClr val="000000"/>
                </a:solidFill>
                <a:effectLst/>
                <a:highlight>
                  <a:srgbClr val="FFFFFF"/>
                </a:highlight>
                <a:latin typeface="Consolas" panose="020B0609020204030204" pitchFamily="49" charset="0"/>
              </a:rPr>
              <a:t> </a:t>
            </a:r>
            <a:r>
              <a:rPr lang="en-US" b="0" dirty="0" err="1">
                <a:solidFill>
                  <a:srgbClr val="0000FF"/>
                </a:solidFill>
                <a:effectLst/>
                <a:highlight>
                  <a:srgbClr val="FFFFFF"/>
                </a:highlight>
                <a:latin typeface="Consolas" panose="020B0609020204030204" pitchFamily="49" charset="0"/>
              </a:rPr>
              <a:t>boolean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a:solidFill>
                  <a:srgbClr val="0000FF"/>
                </a:solidFill>
                <a:effectLst/>
                <a:highlight>
                  <a:srgbClr val="FFFFFF"/>
                </a:highlight>
                <a:latin typeface="Consolas" panose="020B0609020204030204" pitchFamily="49" charset="0"/>
              </a:rPr>
              <a:t>List</a:t>
            </a:r>
            <a:r>
              <a:rPr lang="en-US" b="0" dirty="0">
                <a:solidFill>
                  <a:srgbClr val="000000"/>
                </a:solidFill>
                <a:effectLst/>
                <a:highlight>
                  <a:srgbClr val="FFFFFF"/>
                </a:highlight>
                <a:latin typeface="Consolas" panose="020B0609020204030204" pitchFamily="49" charset="0"/>
              </a:rPr>
              <a:t>&lt;</a:t>
            </a:r>
            <a:r>
              <a:rPr lang="en-US" b="0" dirty="0">
                <a:solidFill>
                  <a:srgbClr val="0000FF"/>
                </a:solidFill>
                <a:effectLst/>
                <a:highlight>
                  <a:srgbClr val="FFFFFF"/>
                </a:highlight>
                <a:latin typeface="Consolas" panose="020B0609020204030204" pitchFamily="49" charset="0"/>
              </a:rPr>
              <a:t>Integer</a:t>
            </a:r>
            <a:r>
              <a:rPr lang="en-US" b="0" dirty="0">
                <a:solidFill>
                  <a:srgbClr val="000000"/>
                </a:solidFill>
                <a:effectLst/>
                <a:highlight>
                  <a:srgbClr val="FFFFFF"/>
                </a:highlight>
                <a:latin typeface="Consolas" panose="020B0609020204030204" pitchFamily="49" charset="0"/>
              </a:rPr>
              <a:t>&gt; </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a:t>
            </a:r>
            <a:r>
              <a:rPr lang="en-US" b="0" dirty="0">
                <a:solidFill>
                  <a:srgbClr val="098658"/>
                </a:solidFill>
                <a:effectLst/>
                <a:highlight>
                  <a:srgbClr val="FFFFFF"/>
                </a:highlight>
                <a:latin typeface="Consolas" panose="020B0609020204030204" pitchFamily="49" charset="0"/>
              </a:rPr>
              <a:t>0</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lst.size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FF"/>
                </a:solidFill>
                <a:effectLst/>
                <a:highlight>
                  <a:srgbClr val="FFFFFF"/>
                </a:highlight>
                <a:latin typeface="Consolas" panose="020B0609020204030204" pitchFamily="49" charset="0"/>
              </a:rPr>
              <a:t>private</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static</a:t>
            </a:r>
            <a:r>
              <a:rPr lang="en-US" b="0" dirty="0">
                <a:solidFill>
                  <a:srgbClr val="000000"/>
                </a:solidFill>
                <a:effectLst/>
                <a:highlight>
                  <a:srgbClr val="FFFFFF"/>
                </a:highlight>
                <a:latin typeface="Consolas" panose="020B0609020204030204" pitchFamily="49" charset="0"/>
              </a:rPr>
              <a:t> </a:t>
            </a:r>
            <a:r>
              <a:rPr lang="en-US" b="0" dirty="0" err="1">
                <a:solidFill>
                  <a:srgbClr val="0000FF"/>
                </a:solidFill>
                <a:effectLst/>
                <a:highlight>
                  <a:srgbClr val="FFFFFF"/>
                </a:highlight>
                <a:latin typeface="Consolas" panose="020B0609020204030204" pitchFamily="49" charset="0"/>
              </a:rPr>
              <a:t>boolean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a:solidFill>
                  <a:srgbClr val="0000FF"/>
                </a:solidFill>
                <a:effectLst/>
                <a:highlight>
                  <a:srgbClr val="FFFFFF"/>
                </a:highlight>
                <a:latin typeface="Consolas" panose="020B0609020204030204" pitchFamily="49" charset="0"/>
              </a:rPr>
              <a:t>List</a:t>
            </a:r>
            <a:r>
              <a:rPr lang="en-US" b="0" dirty="0">
                <a:solidFill>
                  <a:srgbClr val="000000"/>
                </a:solidFill>
                <a:effectLst/>
                <a:highlight>
                  <a:srgbClr val="FFFFFF"/>
                </a:highlight>
                <a:latin typeface="Consolas" panose="020B0609020204030204" pitchFamily="49" charset="0"/>
              </a:rPr>
              <a:t>&lt;</a:t>
            </a:r>
            <a:r>
              <a:rPr lang="en-US" b="0" dirty="0">
                <a:solidFill>
                  <a:srgbClr val="0000FF"/>
                </a:solidFill>
                <a:effectLst/>
                <a:highlight>
                  <a:srgbClr val="FFFFFF"/>
                </a:highlight>
                <a:latin typeface="Consolas" panose="020B0609020204030204" pitchFamily="49" charset="0"/>
              </a:rPr>
              <a:t>Integer</a:t>
            </a:r>
            <a:r>
              <a:rPr lang="en-US" b="0" dirty="0">
                <a:solidFill>
                  <a:srgbClr val="000000"/>
                </a:solidFill>
                <a:effectLst/>
                <a:highlight>
                  <a:srgbClr val="FFFFFF"/>
                </a:highlight>
                <a:latin typeface="Consolas" panose="020B0609020204030204" pitchFamily="49" charset="0"/>
              </a:rPr>
              <a:t>&gt; </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k,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start,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end){</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(start == end)</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false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int</a:t>
            </a:r>
            <a:r>
              <a:rPr lang="en-US" b="0" dirty="0">
                <a:solidFill>
                  <a:srgbClr val="000000"/>
                </a:solidFill>
                <a:effectLst/>
                <a:highlight>
                  <a:srgbClr val="FFFFFF"/>
                </a:highlight>
                <a:latin typeface="Consolas" panose="020B0609020204030204" pitchFamily="49" charset="0"/>
              </a:rPr>
              <a:t> mid = start + (end-start)/</a:t>
            </a:r>
            <a:r>
              <a:rPr lang="en-US" b="0" dirty="0">
                <a:solidFill>
                  <a:srgbClr val="098658"/>
                </a:solidFill>
                <a:effectLst/>
                <a:highlight>
                  <a:srgbClr val="FFFFFF"/>
                </a:highlight>
                <a:latin typeface="Consolas" panose="020B0609020204030204" pitchFamily="49" charset="0"/>
              </a:rPr>
              <a:t>2</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lst.get</a:t>
            </a:r>
            <a:r>
              <a:rPr lang="en-US" b="0" dirty="0">
                <a:solidFill>
                  <a:srgbClr val="000000"/>
                </a:solidFill>
                <a:effectLst/>
                <a:highlight>
                  <a:srgbClr val="FFFFFF"/>
                </a:highlight>
                <a:latin typeface="Consolas" panose="020B0609020204030204" pitchFamily="49" charset="0"/>
              </a:rPr>
              <a:t>(mid) ==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true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 </a:t>
            </a:r>
            <a:r>
              <a:rPr lang="en-US" b="0" dirty="0">
                <a:solidFill>
                  <a:srgbClr val="0000FF"/>
                </a:solidFill>
                <a:effectLst/>
                <a:highlight>
                  <a:srgbClr val="FFFFFF"/>
                </a:highlight>
                <a:latin typeface="Consolas" panose="020B0609020204030204" pitchFamily="49" charset="0"/>
              </a:rPr>
              <a:t>else</a:t>
            </a: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if</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lst.get</a:t>
            </a:r>
            <a:r>
              <a:rPr lang="en-US" b="0" dirty="0">
                <a:solidFill>
                  <a:srgbClr val="000000"/>
                </a:solidFill>
                <a:effectLst/>
                <a:highlight>
                  <a:srgbClr val="FFFFFF"/>
                </a:highlight>
                <a:latin typeface="Consolas" panose="020B0609020204030204" pitchFamily="49" charset="0"/>
              </a:rPr>
              <a:t>(mid) &gt; k){</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start, mid);</a:t>
            </a:r>
          </a:p>
          <a:p>
            <a:pPr marL="0" indent="0">
              <a:buNone/>
            </a:pPr>
            <a:r>
              <a:rPr lang="en-US" b="0" dirty="0">
                <a:solidFill>
                  <a:srgbClr val="000000"/>
                </a:solidFill>
                <a:effectLst/>
                <a:highlight>
                  <a:srgbClr val="FFFFFF"/>
                </a:highlight>
                <a:latin typeface="Consolas" panose="020B0609020204030204" pitchFamily="49" charset="0"/>
              </a:rPr>
              <a:t>    } </a:t>
            </a:r>
            <a:r>
              <a:rPr lang="en-US" b="0" dirty="0">
                <a:solidFill>
                  <a:srgbClr val="0000FF"/>
                </a:solidFill>
                <a:effectLst/>
                <a:highlight>
                  <a:srgbClr val="FFFFFF"/>
                </a:highlight>
                <a:latin typeface="Consolas" panose="020B0609020204030204" pitchFamily="49" charset="0"/>
              </a:rPr>
              <a:t>else</a:t>
            </a:r>
            <a:r>
              <a:rPr lang="en-US" b="0" dirty="0">
                <a:solidFill>
                  <a:srgbClr val="000000"/>
                </a:solidFill>
                <a:effectLst/>
                <a:highlight>
                  <a:srgbClr val="FFFFFF"/>
                </a:highlight>
                <a:latin typeface="Consolas" panose="020B0609020204030204" pitchFamily="49" charset="0"/>
              </a:rPr>
              <a:t>{</a:t>
            </a:r>
          </a:p>
          <a:p>
            <a:pPr marL="0" indent="0">
              <a:buNone/>
            </a:pPr>
            <a:r>
              <a:rPr lang="en-US" b="0" dirty="0">
                <a:solidFill>
                  <a:srgbClr val="000000"/>
                </a:solidFill>
                <a:effectLst/>
                <a:highlight>
                  <a:srgbClr val="FFFFFF"/>
                </a:highlight>
                <a:latin typeface="Consolas" panose="020B0609020204030204" pitchFamily="49" charset="0"/>
              </a:rPr>
              <a:t>        </a:t>
            </a:r>
            <a:r>
              <a:rPr lang="en-US" b="0" dirty="0">
                <a:solidFill>
                  <a:srgbClr val="0000FF"/>
                </a:solidFill>
                <a:effectLst/>
                <a:highlight>
                  <a:srgbClr val="FFFFFF"/>
                </a:highlight>
                <a:latin typeface="Consolas" panose="020B0609020204030204" pitchFamily="49" charset="0"/>
              </a:rPr>
              <a:t>return</a:t>
            </a:r>
            <a:r>
              <a:rPr lang="en-US" b="0" dirty="0">
                <a:solidFill>
                  <a:srgbClr val="000000"/>
                </a:solidFill>
                <a:effectLst/>
                <a:highlight>
                  <a:srgbClr val="FFFFFF"/>
                </a:highlight>
                <a:latin typeface="Consolas" panose="020B0609020204030204" pitchFamily="49" charset="0"/>
              </a:rPr>
              <a:t> </a:t>
            </a:r>
            <a:r>
              <a:rPr lang="en-US" b="0" dirty="0" err="1">
                <a:solidFill>
                  <a:srgbClr val="000000"/>
                </a:solidFill>
                <a:effectLst/>
                <a:highlight>
                  <a:srgbClr val="FFFFFF"/>
                </a:highlight>
                <a:latin typeface="Consolas" panose="020B0609020204030204" pitchFamily="49" charset="0"/>
              </a:rPr>
              <a:t>binarySearch</a:t>
            </a:r>
            <a:r>
              <a:rPr lang="en-US" b="0" dirty="0">
                <a:solidFill>
                  <a:srgbClr val="000000"/>
                </a:solidFill>
                <a:effectLst/>
                <a:highlight>
                  <a:srgbClr val="FFFFFF"/>
                </a:highlight>
                <a:latin typeface="Consolas" panose="020B0609020204030204" pitchFamily="49" charset="0"/>
              </a:rPr>
              <a:t>(</a:t>
            </a:r>
            <a:r>
              <a:rPr lang="en-US" b="0" dirty="0" err="1">
                <a:solidFill>
                  <a:srgbClr val="000000"/>
                </a:solidFill>
                <a:effectLst/>
                <a:highlight>
                  <a:srgbClr val="FFFFFF"/>
                </a:highlight>
                <a:latin typeface="Consolas" panose="020B0609020204030204" pitchFamily="49" charset="0"/>
              </a:rPr>
              <a:t>lst</a:t>
            </a:r>
            <a:r>
              <a:rPr lang="en-US" b="0" dirty="0">
                <a:solidFill>
                  <a:srgbClr val="000000"/>
                </a:solidFill>
                <a:effectLst/>
                <a:highlight>
                  <a:srgbClr val="FFFFFF"/>
                </a:highlight>
                <a:latin typeface="Consolas" panose="020B0609020204030204" pitchFamily="49" charset="0"/>
              </a:rPr>
              <a:t>, k, mid+</a:t>
            </a:r>
            <a:r>
              <a:rPr lang="en-US" b="0" dirty="0">
                <a:solidFill>
                  <a:srgbClr val="098658"/>
                </a:solidFill>
                <a:effectLst/>
                <a:highlight>
                  <a:srgbClr val="FFFFFF"/>
                </a:highlight>
                <a:latin typeface="Consolas" panose="020B0609020204030204" pitchFamily="49" charset="0"/>
              </a:rPr>
              <a:t>1</a:t>
            </a:r>
            <a:r>
              <a:rPr lang="en-US" b="0" dirty="0">
                <a:solidFill>
                  <a:srgbClr val="000000"/>
                </a:solidFill>
                <a:effectLst/>
                <a:highlight>
                  <a:srgbClr val="FFFFFF"/>
                </a:highlight>
                <a:latin typeface="Consolas" panose="020B0609020204030204" pitchFamily="49" charset="0"/>
              </a:rPr>
              <a:t>, end);</a:t>
            </a:r>
          </a:p>
          <a:p>
            <a:pPr marL="0" indent="0">
              <a:buNone/>
            </a:pPr>
            <a:r>
              <a:rPr lang="en-US" b="0" dirty="0">
                <a:solidFill>
                  <a:srgbClr val="000000"/>
                </a:solidFill>
                <a:effectLst/>
                <a:highlight>
                  <a:srgbClr val="FFFFFF"/>
                </a:highlight>
                <a:latin typeface="Consolas" panose="020B0609020204030204" pitchFamily="49" charset="0"/>
              </a:rPr>
              <a:t>    }</a:t>
            </a:r>
          </a:p>
          <a:p>
            <a:pPr marL="0" indent="0">
              <a:buNone/>
            </a:pPr>
            <a:r>
              <a:rPr lang="en-US" b="0" dirty="0">
                <a:solidFill>
                  <a:srgbClr val="000000"/>
                </a:solidFill>
                <a:effectLst/>
                <a:highlight>
                  <a:srgbClr val="FFFFFF"/>
                </a:highlight>
                <a:latin typeface="Consolas" panose="020B0609020204030204" pitchFamily="49" charset="0"/>
              </a:rPr>
              <a:t>}</a:t>
            </a:r>
          </a:p>
        </p:txBody>
      </p:sp>
      <p:grpSp>
        <p:nvGrpSpPr>
          <p:cNvPr id="26" name="Group 25" descr="An example array that is sorted in ascending order. &#10;&#10;The values are as follows: 5, 8, 13, 42, 75, 79, 88, 90, 95, 99">
            <a:extLst>
              <a:ext uri="{FF2B5EF4-FFF2-40B4-BE49-F238E27FC236}">
                <a16:creationId xmlns:a16="http://schemas.microsoft.com/office/drawing/2014/main" id="{3BC88654-239A-44AE-D715-B2925B4A1F94}"/>
              </a:ext>
            </a:extLst>
          </p:cNvPr>
          <p:cNvGrpSpPr/>
          <p:nvPr/>
        </p:nvGrpSpPr>
        <p:grpSpPr>
          <a:xfrm>
            <a:off x="6908800" y="1040108"/>
            <a:ext cx="5283200" cy="907778"/>
            <a:chOff x="6908800" y="1040108"/>
            <a:chExt cx="5283200" cy="907778"/>
          </a:xfrm>
        </p:grpSpPr>
        <p:grpSp>
          <p:nvGrpSpPr>
            <p:cNvPr id="4" name="Group 3">
              <a:extLst>
                <a:ext uri="{FF2B5EF4-FFF2-40B4-BE49-F238E27FC236}">
                  <a16:creationId xmlns:a16="http://schemas.microsoft.com/office/drawing/2014/main" id="{A6176971-CE8E-F718-7F77-E9162D17D650}"/>
                </a:ext>
              </a:extLst>
            </p:cNvPr>
            <p:cNvGrpSpPr/>
            <p:nvPr/>
          </p:nvGrpSpPr>
          <p:grpSpPr>
            <a:xfrm>
              <a:off x="6908800" y="1419566"/>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044C80AB-88F8-15C5-0103-53AE186760CB}"/>
                  </a:ext>
                </a:extLst>
              </p:cNvPr>
              <p:cNvSpPr/>
              <p:nvPr/>
            </p:nvSpPr>
            <p:spPr>
              <a:xfrm>
                <a:off x="37947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6" name="Rectangle 5">
                <a:extLst>
                  <a:ext uri="{FF2B5EF4-FFF2-40B4-BE49-F238E27FC236}">
                    <a16:creationId xmlns:a16="http://schemas.microsoft.com/office/drawing/2014/main" id="{A324360B-2F37-69A1-7E37-A806252CB4F7}"/>
                  </a:ext>
                </a:extLst>
              </p:cNvPr>
              <p:cNvSpPr/>
              <p:nvPr/>
            </p:nvSpPr>
            <p:spPr>
              <a:xfrm>
                <a:off x="43230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7" name="Rectangle 6">
                <a:extLst>
                  <a:ext uri="{FF2B5EF4-FFF2-40B4-BE49-F238E27FC236}">
                    <a16:creationId xmlns:a16="http://schemas.microsoft.com/office/drawing/2014/main" id="{B0E67EE8-8B93-1B19-5019-F36B0BD7BF61}"/>
                  </a:ext>
                </a:extLst>
              </p:cNvPr>
              <p:cNvSpPr/>
              <p:nvPr/>
            </p:nvSpPr>
            <p:spPr>
              <a:xfrm>
                <a:off x="48514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8" name="Rectangle 7">
                <a:extLst>
                  <a:ext uri="{FF2B5EF4-FFF2-40B4-BE49-F238E27FC236}">
                    <a16:creationId xmlns:a16="http://schemas.microsoft.com/office/drawing/2014/main" id="{1793D5AC-F3F1-9BA4-E366-21CB89ECB4FE}"/>
                  </a:ext>
                </a:extLst>
              </p:cNvPr>
              <p:cNvSpPr/>
              <p:nvPr/>
            </p:nvSpPr>
            <p:spPr>
              <a:xfrm>
                <a:off x="53797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Rectangle 8">
                <a:extLst>
                  <a:ext uri="{FF2B5EF4-FFF2-40B4-BE49-F238E27FC236}">
                    <a16:creationId xmlns:a16="http://schemas.microsoft.com/office/drawing/2014/main" id="{8B126A6B-FFB4-A2F6-C119-A222B732EF3F}"/>
                  </a:ext>
                </a:extLst>
              </p:cNvPr>
              <p:cNvSpPr/>
              <p:nvPr/>
            </p:nvSpPr>
            <p:spPr>
              <a:xfrm>
                <a:off x="32664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Rectangle 9">
                <a:extLst>
                  <a:ext uri="{FF2B5EF4-FFF2-40B4-BE49-F238E27FC236}">
                    <a16:creationId xmlns:a16="http://schemas.microsoft.com/office/drawing/2014/main" id="{26CBE4FA-461E-32AF-1F21-B77F03699717}"/>
                  </a:ext>
                </a:extLst>
              </p:cNvPr>
              <p:cNvSpPr/>
              <p:nvPr/>
            </p:nvSpPr>
            <p:spPr>
              <a:xfrm>
                <a:off x="27381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1" name="Rectangle 10">
                <a:extLst>
                  <a:ext uri="{FF2B5EF4-FFF2-40B4-BE49-F238E27FC236}">
                    <a16:creationId xmlns:a16="http://schemas.microsoft.com/office/drawing/2014/main" id="{7B537B33-5DD0-844B-4DE2-FACCCA75DC39}"/>
                  </a:ext>
                </a:extLst>
              </p:cNvPr>
              <p:cNvSpPr/>
              <p:nvPr/>
            </p:nvSpPr>
            <p:spPr>
              <a:xfrm>
                <a:off x="22098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Rectangle 11">
                <a:extLst>
                  <a:ext uri="{FF2B5EF4-FFF2-40B4-BE49-F238E27FC236}">
                    <a16:creationId xmlns:a16="http://schemas.microsoft.com/office/drawing/2014/main" id="{380871E1-A9B9-68FB-9BE8-F1C631E2D52A}"/>
                  </a:ext>
                </a:extLst>
              </p:cNvPr>
              <p:cNvSpPr/>
              <p:nvPr/>
            </p:nvSpPr>
            <p:spPr>
              <a:xfrm>
                <a:off x="59080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13" name="Rectangle 12">
                <a:extLst>
                  <a:ext uri="{FF2B5EF4-FFF2-40B4-BE49-F238E27FC236}">
                    <a16:creationId xmlns:a16="http://schemas.microsoft.com/office/drawing/2014/main" id="{58C3F77D-A3EF-58B8-E3C7-32E1697528F8}"/>
                  </a:ext>
                </a:extLst>
              </p:cNvPr>
              <p:cNvSpPr/>
              <p:nvPr/>
            </p:nvSpPr>
            <p:spPr>
              <a:xfrm>
                <a:off x="16814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4" name="Rectangle 13">
                <a:extLst>
                  <a:ext uri="{FF2B5EF4-FFF2-40B4-BE49-F238E27FC236}">
                    <a16:creationId xmlns:a16="http://schemas.microsoft.com/office/drawing/2014/main" id="{049D9353-0FA0-020E-1D1E-349C1C971276}"/>
                  </a:ext>
                </a:extLst>
              </p:cNvPr>
              <p:cNvSpPr/>
              <p:nvPr/>
            </p:nvSpPr>
            <p:spPr>
              <a:xfrm>
                <a:off x="64363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grpSp>
        <p:grpSp>
          <p:nvGrpSpPr>
            <p:cNvPr id="15" name="Group 14">
              <a:extLst>
                <a:ext uri="{FF2B5EF4-FFF2-40B4-BE49-F238E27FC236}">
                  <a16:creationId xmlns:a16="http://schemas.microsoft.com/office/drawing/2014/main" id="{200AD036-AEEA-337E-F743-27B6259BCAC9}"/>
                </a:ext>
              </a:extLst>
            </p:cNvPr>
            <p:cNvGrpSpPr/>
            <p:nvPr/>
          </p:nvGrpSpPr>
          <p:grpSpPr>
            <a:xfrm>
              <a:off x="6908800" y="1040108"/>
              <a:ext cx="5283200" cy="528320"/>
              <a:chOff x="1681480" y="5462905"/>
              <a:chExt cx="5283200" cy="528320"/>
            </a:xfrm>
          </p:grpSpPr>
          <p:sp>
            <p:nvSpPr>
              <p:cNvPr id="16" name="Rectangle 15">
                <a:extLst>
                  <a:ext uri="{FF2B5EF4-FFF2-40B4-BE49-F238E27FC236}">
                    <a16:creationId xmlns:a16="http://schemas.microsoft.com/office/drawing/2014/main" id="{E9956A8D-5179-312E-01CA-A027B4BE4CD7}"/>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75</a:t>
                </a:r>
              </a:p>
            </p:txBody>
          </p:sp>
          <p:sp>
            <p:nvSpPr>
              <p:cNvPr id="17" name="Rectangle 16">
                <a:extLst>
                  <a:ext uri="{FF2B5EF4-FFF2-40B4-BE49-F238E27FC236}">
                    <a16:creationId xmlns:a16="http://schemas.microsoft.com/office/drawing/2014/main" id="{C53B6828-1075-6CA6-379F-1141B90E248F}"/>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79</a:t>
                </a:r>
              </a:p>
            </p:txBody>
          </p:sp>
          <p:sp>
            <p:nvSpPr>
              <p:cNvPr id="18" name="Rectangle 17">
                <a:extLst>
                  <a:ext uri="{FF2B5EF4-FFF2-40B4-BE49-F238E27FC236}">
                    <a16:creationId xmlns:a16="http://schemas.microsoft.com/office/drawing/2014/main" id="{F6AADC8C-26C7-2EC0-CFD5-AB850DA464FF}"/>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88</a:t>
                </a:r>
              </a:p>
            </p:txBody>
          </p:sp>
          <p:sp>
            <p:nvSpPr>
              <p:cNvPr id="19" name="Rectangle 18">
                <a:extLst>
                  <a:ext uri="{FF2B5EF4-FFF2-40B4-BE49-F238E27FC236}">
                    <a16:creationId xmlns:a16="http://schemas.microsoft.com/office/drawing/2014/main" id="{30D9D694-6129-D6F5-5737-C28073A0DA20}"/>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90</a:t>
                </a:r>
              </a:p>
            </p:txBody>
          </p:sp>
          <p:sp>
            <p:nvSpPr>
              <p:cNvPr id="20" name="Rectangle 19">
                <a:extLst>
                  <a:ext uri="{FF2B5EF4-FFF2-40B4-BE49-F238E27FC236}">
                    <a16:creationId xmlns:a16="http://schemas.microsoft.com/office/drawing/2014/main" id="{B4B85989-2371-70E5-8119-C39A6E903CD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42</a:t>
                </a:r>
              </a:p>
            </p:txBody>
          </p:sp>
          <p:sp>
            <p:nvSpPr>
              <p:cNvPr id="21" name="Rectangle 20">
                <a:extLst>
                  <a:ext uri="{FF2B5EF4-FFF2-40B4-BE49-F238E27FC236}">
                    <a16:creationId xmlns:a16="http://schemas.microsoft.com/office/drawing/2014/main" id="{5F51CD2F-E989-9A35-F1FE-B6802A86B6F7}"/>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13</a:t>
                </a:r>
              </a:p>
            </p:txBody>
          </p:sp>
          <p:sp>
            <p:nvSpPr>
              <p:cNvPr id="22" name="Rectangle 21">
                <a:extLst>
                  <a:ext uri="{FF2B5EF4-FFF2-40B4-BE49-F238E27FC236}">
                    <a16:creationId xmlns:a16="http://schemas.microsoft.com/office/drawing/2014/main" id="{FCA394E8-3E48-87C4-4E66-B4248B28F3B8}"/>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23" name="Rectangle 22">
                <a:extLst>
                  <a:ext uri="{FF2B5EF4-FFF2-40B4-BE49-F238E27FC236}">
                    <a16:creationId xmlns:a16="http://schemas.microsoft.com/office/drawing/2014/main" id="{A22F7EE1-E438-088D-0E5E-4BFDEA41E50F}"/>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95</a:t>
                </a:r>
              </a:p>
            </p:txBody>
          </p:sp>
          <p:sp>
            <p:nvSpPr>
              <p:cNvPr id="24" name="Rectangle 23">
                <a:extLst>
                  <a:ext uri="{FF2B5EF4-FFF2-40B4-BE49-F238E27FC236}">
                    <a16:creationId xmlns:a16="http://schemas.microsoft.com/office/drawing/2014/main" id="{C3332684-95DA-F21A-B08B-027F50B532A6}"/>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Rectangle 24">
                <a:extLst>
                  <a:ext uri="{FF2B5EF4-FFF2-40B4-BE49-F238E27FC236}">
                    <a16:creationId xmlns:a16="http://schemas.microsoft.com/office/drawing/2014/main" id="{4FDC9D9D-586A-5D6A-EAEB-05E79320B7F2}"/>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99</a:t>
                </a:r>
              </a:p>
            </p:txBody>
          </p:sp>
        </p:grpSp>
      </p:grpSp>
      <mc:AlternateContent xmlns:mc="http://schemas.openxmlformats.org/markup-compatibility/2006">
        <mc:Choice xmlns:p14="http://schemas.microsoft.com/office/powerpoint/2010/main" Requires="p14">
          <p:contentPart p14:bwMode="auto" r:id="rId2">
            <p14:nvContentPartPr>
              <p14:cNvPr id="27" name="Ink 26">
                <a:extLst>
                  <a:ext uri="{FF2B5EF4-FFF2-40B4-BE49-F238E27FC236}">
                    <a16:creationId xmlns:a16="http://schemas.microsoft.com/office/drawing/2014/main" id="{4D1E9A03-8483-7EDA-1C6E-45EF3861F635}"/>
                  </a:ext>
                </a:extLst>
              </p14:cNvPr>
              <p14:cNvContentPartPr/>
              <p14:nvPr/>
            </p14:nvContentPartPr>
            <p14:xfrm>
              <a:off x="1207440" y="2838240"/>
              <a:ext cx="10609920" cy="3621960"/>
            </p14:xfrm>
          </p:contentPart>
        </mc:Choice>
        <mc:Fallback>
          <p:pic>
            <p:nvPicPr>
              <p:cNvPr id="27" name="Ink 26">
                <a:extLst>
                  <a:ext uri="{FF2B5EF4-FFF2-40B4-BE49-F238E27FC236}">
                    <a16:creationId xmlns:a16="http://schemas.microsoft.com/office/drawing/2014/main" id="{4D1E9A03-8483-7EDA-1C6E-45EF3861F635}"/>
                  </a:ext>
                </a:extLst>
              </p:cNvPr>
              <p:cNvPicPr/>
              <p:nvPr/>
            </p:nvPicPr>
            <p:blipFill>
              <a:blip r:embed="rId3"/>
              <a:stretch>
                <a:fillRect/>
              </a:stretch>
            </p:blipFill>
            <p:spPr>
              <a:xfrm>
                <a:off x="1198080" y="2828880"/>
                <a:ext cx="10628640" cy="3640680"/>
              </a:xfrm>
              <a:prstGeom prst="rect">
                <a:avLst/>
              </a:prstGeom>
            </p:spPr>
          </p:pic>
        </mc:Fallback>
      </mc:AlternateContent>
    </p:spTree>
    <p:extLst>
      <p:ext uri="{BB962C8B-B14F-4D97-AF65-F5344CB8AC3E}">
        <p14:creationId xmlns:p14="http://schemas.microsoft.com/office/powerpoint/2010/main" val="2539985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C13A8-F389-D526-27E0-2C577B791967}"/>
              </a:ext>
            </a:extLst>
          </p:cNvPr>
          <p:cNvSpPr>
            <a:spLocks noGrp="1"/>
          </p:cNvSpPr>
          <p:nvPr>
            <p:ph type="title"/>
          </p:nvPr>
        </p:nvSpPr>
        <p:spPr/>
        <p:txBody>
          <a:bodyPr/>
          <a:lstStyle/>
          <a:p>
            <a:r>
              <a:rPr lang="en-US" dirty="0"/>
              <a:t>Analysis of Recursive Algorithms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11F9DB-B627-51B1-AE8B-61E829E3EEB6}"/>
                  </a:ext>
                </a:extLst>
              </p:cNvPr>
              <p:cNvSpPr>
                <a:spLocks noGrp="1"/>
              </p:cNvSpPr>
              <p:nvPr>
                <p:ph idx="1"/>
              </p:nvPr>
            </p:nvSpPr>
            <p:spPr>
              <a:xfrm>
                <a:off x="411480" y="1551304"/>
                <a:ext cx="10515600" cy="5103495"/>
              </a:xfrm>
            </p:spPr>
            <p:txBody>
              <a:bodyPr>
                <a:normAutofit fontScale="92500" lnSpcReduction="10000"/>
              </a:bodyPr>
              <a:lstStyle/>
              <a:p>
                <a:r>
                  <a:rPr lang="en-US" dirty="0"/>
                  <a:t>Overall structure of recursion:</a:t>
                </a:r>
              </a:p>
              <a:p>
                <a:pPr lvl="1"/>
                <a:r>
                  <a:rPr lang="en-US" dirty="0">
                    <a:solidFill>
                      <a:srgbClr val="FF0000"/>
                    </a:solidFill>
                  </a:rPr>
                  <a:t>Do some non-recursive “work”</a:t>
                </a:r>
              </a:p>
              <a:p>
                <a:pPr lvl="1"/>
                <a:r>
                  <a:rPr lang="en-US" dirty="0">
                    <a:solidFill>
                      <a:srgbClr val="0070C0"/>
                    </a:solidFill>
                  </a:rPr>
                  <a:t>Do one or more recursive calls on some portion of your input</a:t>
                </a:r>
              </a:p>
              <a:p>
                <a:pPr lvl="1"/>
                <a:r>
                  <a:rPr lang="en-US" dirty="0">
                    <a:solidFill>
                      <a:srgbClr val="FF0000"/>
                    </a:solidFill>
                  </a:rPr>
                  <a:t>Do some more non-recursive “work”</a:t>
                </a:r>
              </a:p>
              <a:p>
                <a:pPr lvl="1"/>
                <a:r>
                  <a:rPr lang="en-US" dirty="0"/>
                  <a:t>Repeat until you reach a base case</a:t>
                </a:r>
              </a:p>
              <a:p>
                <a:r>
                  <a:rPr lang="en-US" dirty="0"/>
                  <a:t>Running time: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1</m:t>
                            </m:r>
                          </m:sub>
                        </m:sSub>
                      </m:e>
                    </m:d>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2</m:t>
                            </m:r>
                          </m:sub>
                        </m:sSub>
                      </m:e>
                    </m:d>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𝑇</m:t>
                    </m:r>
                    <m:d>
                      <m:dPr>
                        <m:ctrlPr>
                          <a:rPr lang="en-US" b="0" i="1" smtClean="0">
                            <a:solidFill>
                              <a:srgbClr val="0070C0"/>
                            </a:solidFill>
                            <a:latin typeface="Cambria Math" panose="02040503050406030204" pitchFamily="18" charset="0"/>
                          </a:rPr>
                        </m:ctrlPr>
                      </m:dPr>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𝑝</m:t>
                            </m:r>
                          </m:e>
                          <m:sub>
                            <m:r>
                              <a:rPr lang="en-US" b="0" i="1" smtClean="0">
                                <a:solidFill>
                                  <a:srgbClr val="0070C0"/>
                                </a:solidFill>
                                <a:latin typeface="Cambria Math" panose="02040503050406030204" pitchFamily="18" charset="0"/>
                              </a:rPr>
                              <m:t>𝑥</m:t>
                            </m:r>
                          </m:sub>
                        </m:sSub>
                      </m:e>
                    </m:d>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𝑛</m:t>
                    </m:r>
                    <m:r>
                      <a:rPr lang="en-US" b="0" i="1" smtClean="0">
                        <a:solidFill>
                          <a:srgbClr val="FF0000"/>
                        </a:solidFill>
                        <a:latin typeface="Cambria Math" panose="02040503050406030204" pitchFamily="18" charset="0"/>
                      </a:rPr>
                      <m:t>)</m:t>
                    </m:r>
                  </m:oMath>
                </a14:m>
                <a:endParaRPr lang="en-US" dirty="0"/>
              </a:p>
              <a:p>
                <a:pPr lvl="1"/>
                <a:r>
                  <a:rPr lang="en-US" dirty="0"/>
                  <a:t>The time it takes to run the algorithm on an input of size </a:t>
                </a:r>
                <a14:m>
                  <m:oMath xmlns:m="http://schemas.openxmlformats.org/officeDocument/2006/math">
                    <m:r>
                      <a:rPr lang="en-US" b="0" i="1" smtClean="0">
                        <a:latin typeface="Cambria Math" panose="02040503050406030204" pitchFamily="18" charset="0"/>
                      </a:rPr>
                      <m:t>𝑛</m:t>
                    </m:r>
                  </m:oMath>
                </a14:m>
                <a:r>
                  <a:rPr lang="en-US" dirty="0"/>
                  <a:t> is:</a:t>
                </a:r>
              </a:p>
              <a:p>
                <a:pPr lvl="1"/>
                <a:r>
                  <a:rPr lang="en-US" dirty="0">
                    <a:solidFill>
                      <a:srgbClr val="0070C0"/>
                    </a:solidFill>
                  </a:rPr>
                  <a:t>The sum of how long it takes to run the same algorithm on each smaller input</a:t>
                </a:r>
              </a:p>
              <a:p>
                <a:pPr lvl="1"/>
                <a:r>
                  <a:rPr lang="en-US" dirty="0">
                    <a:solidFill>
                      <a:srgbClr val="FF0000"/>
                    </a:solidFill>
                  </a:rPr>
                  <a:t>Plus the total amount of non-recursive work done in that stack frame</a:t>
                </a:r>
              </a:p>
              <a:p>
                <a:r>
                  <a:rPr lang="en-US" dirty="0"/>
                  <a:t>Usually: </a:t>
                </a:r>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a:t>
                </a:r>
              </a:p>
              <a:p>
                <a:pPr lvl="2"/>
                <a:r>
                  <a:rPr lang="en-US" dirty="0"/>
                  <a:t>Called “divide and conquer” </a:t>
                </a:r>
              </a:p>
              <a:p>
                <a:pPr lvl="1"/>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Called “chip and conquer”</a:t>
                </a:r>
              </a:p>
            </p:txBody>
          </p:sp>
        </mc:Choice>
        <mc:Fallback xmlns="">
          <p:sp>
            <p:nvSpPr>
              <p:cNvPr id="3" name="Content Placeholder 2">
                <a:extLst>
                  <a:ext uri="{FF2B5EF4-FFF2-40B4-BE49-F238E27FC236}">
                    <a16:creationId xmlns:a16="http://schemas.microsoft.com/office/drawing/2014/main" id="{AB11F9DB-B627-51B1-AE8B-61E829E3EEB6}"/>
                  </a:ext>
                </a:extLst>
              </p:cNvPr>
              <p:cNvSpPr>
                <a:spLocks noGrp="1" noRot="1" noChangeAspect="1" noMove="1" noResize="1" noEditPoints="1" noAdjustHandles="1" noChangeArrowheads="1" noChangeShapeType="1" noTextEdit="1"/>
              </p:cNvSpPr>
              <p:nvPr>
                <p:ph idx="1"/>
              </p:nvPr>
            </p:nvSpPr>
            <p:spPr>
              <a:xfrm>
                <a:off x="411480" y="1551304"/>
                <a:ext cx="10515600" cy="5103495"/>
              </a:xfrm>
              <a:blipFill>
                <a:blip r:embed="rId2"/>
                <a:stretch>
                  <a:fillRect l="-928" t="-2387" b="-835"/>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88D1766-19BE-9BEC-5BA0-F45971292357}"/>
                  </a:ext>
                </a:extLst>
              </p14:cNvPr>
              <p14:cNvContentPartPr/>
              <p14:nvPr/>
            </p14:nvContentPartPr>
            <p14:xfrm>
              <a:off x="436320" y="1974600"/>
              <a:ext cx="8880120" cy="1831320"/>
            </p14:xfrm>
          </p:contentPart>
        </mc:Choice>
        <mc:Fallback>
          <p:pic>
            <p:nvPicPr>
              <p:cNvPr id="4" name="Ink 3">
                <a:extLst>
                  <a:ext uri="{FF2B5EF4-FFF2-40B4-BE49-F238E27FC236}">
                    <a16:creationId xmlns:a16="http://schemas.microsoft.com/office/drawing/2014/main" id="{688D1766-19BE-9BEC-5BA0-F45971292357}"/>
                  </a:ext>
                </a:extLst>
              </p:cNvPr>
              <p:cNvPicPr/>
              <p:nvPr/>
            </p:nvPicPr>
            <p:blipFill>
              <a:blip r:embed="rId4"/>
              <a:stretch>
                <a:fillRect/>
              </a:stretch>
            </p:blipFill>
            <p:spPr>
              <a:xfrm>
                <a:off x="426960" y="1965240"/>
                <a:ext cx="8898840" cy="1850040"/>
              </a:xfrm>
              <a:prstGeom prst="rect">
                <a:avLst/>
              </a:prstGeom>
            </p:spPr>
          </p:pic>
        </mc:Fallback>
      </mc:AlternateContent>
    </p:spTree>
    <p:extLst>
      <p:ext uri="{BB962C8B-B14F-4D97-AF65-F5344CB8AC3E}">
        <p14:creationId xmlns:p14="http://schemas.microsoft.com/office/powerpoint/2010/main" val="589594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Efficient Is 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US" b="0" i="1" smtClean="0">
                        <a:latin typeface="Cambria Math"/>
                      </a:rPr>
                      <m:t>𝑇</m:t>
                    </m:r>
                    <m:d>
                      <m:dPr>
                        <m:ctrlPr>
                          <a:rPr lang="en-US" b="0" i="1" smtClean="0">
                            <a:latin typeface="Cambria Math" panose="02040503050406030204" pitchFamily="18" charset="0"/>
                          </a:rPr>
                        </m:ctrlPr>
                      </m:dPr>
                      <m:e>
                        <m:r>
                          <a:rPr lang="en-US" b="0" i="1" smtClean="0">
                            <a:latin typeface="Cambria Math"/>
                          </a:rPr>
                          <m:t>𝑛</m:t>
                        </m:r>
                      </m:e>
                    </m:d>
                    <m:r>
                      <a:rPr lang="en-US" b="0" i="1" smtClean="0">
                        <a:latin typeface="Cambria Math"/>
                      </a:rPr>
                      <m:t>=</m:t>
                    </m:r>
                    <m:r>
                      <a:rPr lang="en-US" b="0" i="1" smtClean="0">
                        <a:latin typeface="Cambria Math" panose="02040503050406030204" pitchFamily="18" charset="0"/>
                      </a:rPr>
                      <m:t>1</m:t>
                    </m:r>
                    <m:r>
                      <a:rPr lang="en-US" b="0" i="1" smtClean="0">
                        <a:solidFill>
                          <a:schemeClr val="tx1"/>
                        </a:solidFill>
                        <a:latin typeface="Cambria Math"/>
                      </a:rPr>
                      <m:t>+</m:t>
                    </m:r>
                    <m:r>
                      <a:rPr lang="en-US" b="0" i="1" smtClean="0">
                        <a:latin typeface="Cambria Math"/>
                      </a:rPr>
                      <m:t>𝑇</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𝑛</m:t>
                                </m:r>
                              </m:num>
                              <m:den>
                                <m:r>
                                  <a:rPr lang="en-US" b="0" i="1" smtClean="0">
                                    <a:latin typeface="Cambria Math"/>
                                  </a:rPr>
                                  <m:t>2</m:t>
                                </m:r>
                              </m:den>
                            </m:f>
                          </m:e>
                        </m:d>
                      </m:e>
                    </m:d>
                  </m:oMath>
                </a14:m>
                <a:endParaRPr lang="en-US" dirty="0"/>
              </a:p>
              <a:p>
                <a:r>
                  <a:rPr lang="en-US" dirty="0"/>
                  <a:t>Base case: </a:t>
                </a:r>
                <a14:m>
                  <m:oMath xmlns:m="http://schemas.openxmlformats.org/officeDocument/2006/math">
                    <m:r>
                      <a:rPr lang="en-US" b="0" i="1" smtClean="0">
                        <a:latin typeface="Cambria Math"/>
                      </a:rPr>
                      <m:t>𝑇</m:t>
                    </m:r>
                    <m:d>
                      <m:dPr>
                        <m:ctrlPr>
                          <a:rPr lang="en-US" b="0" i="1" smtClean="0">
                            <a:latin typeface="Cambria Math" panose="02040503050406030204" pitchFamily="18" charset="0"/>
                          </a:rPr>
                        </m:ctrlPr>
                      </m:dPr>
                      <m:e>
                        <m:r>
                          <a:rPr lang="en-US" b="0" i="1" smtClean="0">
                            <a:latin typeface="Cambria Math"/>
                          </a:rPr>
                          <m:t>1</m:t>
                        </m:r>
                      </m:e>
                    </m:d>
                    <m:r>
                      <a:rPr lang="en-US" b="0" i="1" smtClean="0">
                        <a:latin typeface="Cambria Math"/>
                      </a:rPr>
                      <m:t>=</m:t>
                    </m:r>
                    <m:r>
                      <a:rPr lang="en-US" b="0" i="1" smtClean="0">
                        <a:latin typeface="Cambria Math" panose="02040503050406030204" pitchFamily="18" charset="0"/>
                      </a:rPr>
                      <m:t>1</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E3D6D2D-7DE9-6D3E-2EF7-3E9EB7C1156D}"/>
                  </a:ext>
                </a:extLst>
              </p:cNvPr>
              <p:cNvSpPr txBox="1"/>
              <p:nvPr/>
            </p:nvSpPr>
            <p:spPr>
              <a:xfrm>
                <a:off x="6808424" y="1676400"/>
                <a:ext cx="5002576" cy="830997"/>
              </a:xfrm>
              <a:prstGeom prst="rect">
                <a:avLst/>
              </a:prstGeom>
              <a:noFill/>
            </p:spPr>
            <p:txBody>
              <a:bodyPr wrap="square" rtlCol="0">
                <a:spAutoFit/>
              </a:bodyPr>
              <a:lstStyle/>
              <a:p>
                <a14:m>
                  <m:oMath xmlns:m="http://schemas.openxmlformats.org/officeDocument/2006/math">
                    <m:r>
                      <a:rPr lang="en-US" sz="2400" b="0" i="1" smtClean="0">
                        <a:solidFill>
                          <a:srgbClr val="FF0000"/>
                        </a:solidFill>
                        <a:latin typeface="Cambria Math" panose="02040503050406030204" pitchFamily="18" charset="0"/>
                      </a:rPr>
                      <m:t>𝑇</m:t>
                    </m:r>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𝑛</m:t>
                        </m:r>
                      </m:e>
                    </m:d>
                    <m:r>
                      <a:rPr lang="en-US" sz="2400" b="0" i="1" smtClean="0">
                        <a:solidFill>
                          <a:srgbClr val="FF0000"/>
                        </a:solidFill>
                        <a:latin typeface="Cambria Math" panose="02040503050406030204" pitchFamily="18" charset="0"/>
                      </a:rPr>
                      <m:t>=</m:t>
                    </m:r>
                  </m:oMath>
                </a14:m>
                <a:r>
                  <a:rPr lang="en-US" sz="2400" dirty="0">
                    <a:solidFill>
                      <a:srgbClr val="FF0000"/>
                    </a:solidFill>
                  </a:rPr>
                  <a:t> “cost” of running the entire algorithm on an array of length </a:t>
                </a:r>
                <a14:m>
                  <m:oMath xmlns:m="http://schemas.openxmlformats.org/officeDocument/2006/math">
                    <m:r>
                      <a:rPr lang="en-US" sz="2400" b="0" i="1" smtClean="0">
                        <a:solidFill>
                          <a:srgbClr val="FF0000"/>
                        </a:solidFill>
                        <a:latin typeface="Cambria Math" panose="02040503050406030204" pitchFamily="18" charset="0"/>
                      </a:rPr>
                      <m:t>𝑛</m:t>
                    </m:r>
                  </m:oMath>
                </a14:m>
                <a:endParaRPr lang="en-US" sz="2400" dirty="0">
                  <a:solidFill>
                    <a:srgbClr val="FF0000"/>
                  </a:solidFill>
                </a:endParaRPr>
              </a:p>
            </p:txBody>
          </p:sp>
        </mc:Choice>
        <mc:Fallback xmlns="">
          <p:sp>
            <p:nvSpPr>
              <p:cNvPr id="4" name="TextBox 3">
                <a:extLst>
                  <a:ext uri="{FF2B5EF4-FFF2-40B4-BE49-F238E27FC236}">
                    <a16:creationId xmlns:a16="http://schemas.microsoft.com/office/drawing/2014/main" id="{4E3D6D2D-7DE9-6D3E-2EF7-3E9EB7C1156D}"/>
                  </a:ext>
                </a:extLst>
              </p:cNvPr>
              <p:cNvSpPr txBox="1">
                <a:spLocks noRot="1" noChangeAspect="1" noMove="1" noResize="1" noEditPoints="1" noAdjustHandles="1" noChangeArrowheads="1" noChangeShapeType="1" noTextEdit="1"/>
              </p:cNvSpPr>
              <p:nvPr/>
            </p:nvSpPr>
            <p:spPr>
              <a:xfrm>
                <a:off x="6808424" y="1676400"/>
                <a:ext cx="5002576" cy="830997"/>
              </a:xfrm>
              <a:prstGeom prst="rect">
                <a:avLst/>
              </a:prstGeom>
              <a:blipFill>
                <a:blip r:embed="rId3"/>
                <a:stretch>
                  <a:fillRect l="-1949" t="-5882" b="-16176"/>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F1E9164B-D0D3-43CF-BBE2-17E6DAFC942A}"/>
              </a:ext>
            </a:extLst>
          </p:cNvPr>
          <p:cNvSpPr>
            <a:spLocks noGrp="1"/>
          </p:cNvSpPr>
          <p:nvPr>
            <p:ph type="sldNum" sz="quarter" idx="12"/>
          </p:nvPr>
        </p:nvSpPr>
        <p:spPr/>
        <p:txBody>
          <a:bodyPr/>
          <a:lstStyle/>
          <a:p>
            <a:fld id="{F4E8603E-186F-4CC7-B8E2-5FD613D3E28C}" type="slidenum">
              <a:rPr lang="en-US" smtClean="0"/>
              <a:t>4</a:t>
            </a:fld>
            <a:endParaRPr lang="en-US" dirty="0"/>
          </a:p>
        </p:txBody>
      </p:sp>
    </p:spTree>
    <p:extLst>
      <p:ext uri="{BB962C8B-B14F-4D97-AF65-F5344CB8AC3E}">
        <p14:creationId xmlns:p14="http://schemas.microsoft.com/office/powerpoint/2010/main" val="1684396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Solve the Recurrence!</a:t>
            </a:r>
          </a:p>
        </p:txBody>
      </p:sp>
      <mc:AlternateContent xmlns:mc="http://schemas.openxmlformats.org/markup-compatibility/2006" xmlns:a14="http://schemas.microsoft.com/office/drawing/2010/main">
        <mc:Choice Requires="a14">
          <p:sp>
            <p:nvSpPr>
              <p:cNvPr id="4" name="TextBox 3"/>
              <p:cNvSpPr txBox="1"/>
              <p:nvPr/>
            </p:nvSpPr>
            <p:spPr>
              <a:xfrm>
                <a:off x="1752871" y="1788762"/>
                <a:ext cx="3162982" cy="5847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2</m:t>
                          </m:r>
                        </m:den>
                      </m:f>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752871" y="1788762"/>
                <a:ext cx="3162982" cy="58471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752871" y="1295368"/>
                <a:ext cx="165032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1</m:t>
                          </m:r>
                        </m:e>
                      </m:d>
                      <m:r>
                        <a:rPr lang="en-US" sz="2800" i="1" dirty="0">
                          <a:solidFill>
                            <a:srgbClr val="FF0000"/>
                          </a:solidFill>
                          <a:latin typeface="Cambria Math"/>
                        </a:rPr>
                        <m:t>=</m:t>
                      </m:r>
                      <m:r>
                        <a:rPr lang="en-US" sz="2800" b="0" i="1" dirty="0" smtClean="0">
                          <a:solidFill>
                            <a:srgbClr val="FF0000"/>
                          </a:solidFill>
                          <a:latin typeface="Cambria Math" panose="02040503050406030204" pitchFamily="18" charset="0"/>
                        </a:rPr>
                        <m:t>1</m:t>
                      </m:r>
                    </m:oMath>
                  </m:oMathPara>
                </a14:m>
                <a:endParaRPr lang="en-US" sz="2800" dirty="0">
                  <a:solidFill>
                    <a:srgbClr val="FF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752871" y="1295368"/>
                <a:ext cx="1650324"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657600" y="2373477"/>
                <a:ext cx="1963679" cy="5831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4</m:t>
                          </m:r>
                        </m:den>
                      </m:f>
                      <m:r>
                        <a:rPr lang="en-US" sz="2800" i="1" dirty="0">
                          <a:solidFill>
                            <a:srgbClr val="FF0000"/>
                          </a:solidFill>
                          <a:latin typeface="Cambria Math"/>
                        </a:rPr>
                        <m:t>)</m:t>
                      </m:r>
                    </m:oMath>
                  </m:oMathPara>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3657600" y="2373477"/>
                <a:ext cx="1963679" cy="583173"/>
              </a:xfrm>
              <a:prstGeom prst="rect">
                <a:avLst/>
              </a:prstGeom>
              <a:blipFill>
                <a:blip r:embed="rId4"/>
                <a:stretch>
                  <a:fillRect/>
                </a:stretch>
              </a:blipFill>
            </p:spPr>
            <p:txBody>
              <a:bodyPr/>
              <a:lstStyle/>
              <a:p>
                <a:r>
                  <a:rPr lang="en-US">
                    <a:noFill/>
                  </a:rPr>
                  <a:t> </a:t>
                </a:r>
              </a:p>
            </p:txBody>
          </p:sp>
        </mc:Fallback>
      </mc:AlternateContent>
      <p:cxnSp>
        <p:nvCxnSpPr>
          <p:cNvPr id="9" name="Straight Connector 8">
            <a:extLst>
              <a:ext uri="{C183D7F6-B498-43B3-948B-1728B52AA6E4}">
                <adec:decorative xmlns:adec="http://schemas.microsoft.com/office/drawing/2017/decorative" val="1"/>
              </a:ext>
            </a:extLst>
          </p:cNvPr>
          <p:cNvCxnSpPr/>
          <p:nvPr/>
        </p:nvCxnSpPr>
        <p:spPr>
          <a:xfrm flipV="1">
            <a:off x="3923348" y="1818589"/>
            <a:ext cx="1258252" cy="39121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C183D7F6-B498-43B3-948B-1728B52AA6E4}">
                <adec:decorative xmlns:adec="http://schemas.microsoft.com/office/drawing/2017/decorative" val="1"/>
              </a:ext>
            </a:extLst>
          </p:cNvPr>
          <p:cNvCxnSpPr/>
          <p:nvPr/>
        </p:nvCxnSpPr>
        <p:spPr>
          <a:xfrm flipV="1">
            <a:off x="4556755" y="2452813"/>
            <a:ext cx="1196345" cy="36972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4234155" y="2956650"/>
                <a:ext cx="1963679" cy="5875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dirty="0" smtClean="0">
                          <a:solidFill>
                            <a:srgbClr val="FF0000"/>
                          </a:solidFill>
                          <a:latin typeface="Cambria Math" panose="02040503050406030204" pitchFamily="18" charset="0"/>
                        </a:rPr>
                        <m:t>1</m:t>
                      </m:r>
                      <m:r>
                        <a:rPr lang="en-US" sz="2800" i="1" dirty="0">
                          <a:solidFill>
                            <a:srgbClr val="FF0000"/>
                          </a:solidFill>
                          <a:latin typeface="Cambria Math"/>
                        </a:rPr>
                        <m:t>+</m:t>
                      </m:r>
                      <m:r>
                        <a:rPr lang="en-US" sz="2800" i="1" dirty="0">
                          <a:solidFill>
                            <a:srgbClr val="FF0000"/>
                          </a:solidFill>
                          <a:latin typeface="Cambria Math"/>
                        </a:rPr>
                        <m:t>𝑇</m:t>
                      </m:r>
                      <m:r>
                        <a:rPr lang="en-US" sz="2800" i="1" dirty="0">
                          <a:solidFill>
                            <a:srgbClr val="FF0000"/>
                          </a:solidFill>
                          <a:latin typeface="Cambria Math"/>
                        </a:rPr>
                        <m:t>(</m:t>
                      </m:r>
                      <m:f>
                        <m:fPr>
                          <m:type m:val="skw"/>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8</m:t>
                          </m:r>
                        </m:den>
                      </m:f>
                      <m:r>
                        <a:rPr lang="en-US" sz="2800" i="1" dirty="0">
                          <a:solidFill>
                            <a:srgbClr val="FF0000"/>
                          </a:solidFill>
                          <a:latin typeface="Cambria Math"/>
                        </a:rPr>
                        <m:t>)</m:t>
                      </m:r>
                    </m:oMath>
                  </m:oMathPara>
                </a14:m>
                <a:endParaRPr lang="en-US" sz="2800" dirty="0"/>
              </a:p>
            </p:txBody>
          </p:sp>
        </mc:Choice>
        <mc:Fallback xmlns="">
          <p:sp>
            <p:nvSpPr>
              <p:cNvPr id="11" name="Rectangle 10"/>
              <p:cNvSpPr>
                <a:spLocks noRot="1" noChangeAspect="1" noMove="1" noResize="1" noEditPoints="1" noAdjustHandles="1" noChangeArrowheads="1" noChangeShapeType="1" noTextEdit="1"/>
              </p:cNvSpPr>
              <p:nvPr/>
            </p:nvSpPr>
            <p:spPr>
              <a:xfrm>
                <a:off x="4234155" y="2956650"/>
                <a:ext cx="1963679" cy="587533"/>
              </a:xfrm>
              <a:prstGeom prst="rect">
                <a:avLst/>
              </a:prstGeom>
              <a:blipFill>
                <a:blip r:embed="rId5"/>
                <a:stretch>
                  <a:fillRect/>
                </a:stretch>
              </a:blipFill>
            </p:spPr>
            <p:txBody>
              <a:bodyPr/>
              <a:lstStyle/>
              <a:p>
                <a:r>
                  <a:rPr lang="en-US">
                    <a:noFill/>
                  </a:rPr>
                  <a:t> </a:t>
                </a:r>
              </a:p>
            </p:txBody>
          </p:sp>
        </mc:Fallback>
      </mc:AlternateContent>
      <p:sp>
        <p:nvSpPr>
          <p:cNvPr id="12" name="TextBox 11"/>
          <p:cNvSpPr txBox="1"/>
          <p:nvPr/>
        </p:nvSpPr>
        <p:spPr>
          <a:xfrm rot="2181819">
            <a:off x="5632394" y="3341258"/>
            <a:ext cx="538930" cy="707886"/>
          </a:xfrm>
          <a:prstGeom prst="rect">
            <a:avLst/>
          </a:prstGeom>
          <a:noFill/>
        </p:spPr>
        <p:txBody>
          <a:bodyPr wrap="none" rtlCol="0">
            <a:spAutoFit/>
          </a:bodyPr>
          <a:lstStyle/>
          <a:p>
            <a:r>
              <a:rPr lang="en-US" sz="4000" dirty="0">
                <a:solidFill>
                  <a:srgbClr val="FF0000"/>
                </a:solidFill>
              </a:rPr>
              <a:t>…</a:t>
            </a:r>
          </a:p>
        </p:txBody>
      </p:sp>
      <mc:AlternateContent xmlns:mc="http://schemas.openxmlformats.org/markup-compatibility/2006" xmlns:a14="http://schemas.microsoft.com/office/drawing/2010/main">
        <mc:Choice Requires="a14">
          <p:sp>
            <p:nvSpPr>
              <p:cNvPr id="13" name="Rectangle 12"/>
              <p:cNvSpPr/>
              <p:nvPr/>
            </p:nvSpPr>
            <p:spPr>
              <a:xfrm>
                <a:off x="5791203" y="3896380"/>
                <a:ext cx="4651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1</m:t>
                      </m:r>
                    </m:oMath>
                  </m:oMathPara>
                </a14:m>
                <a:endParaRPr lang="en-US" sz="2800" dirty="0"/>
              </a:p>
            </p:txBody>
          </p:sp>
        </mc:Choice>
        <mc:Fallback xmlns="">
          <p:sp>
            <p:nvSpPr>
              <p:cNvPr id="13" name="Rectangle 12"/>
              <p:cNvSpPr>
                <a:spLocks noRot="1" noChangeAspect="1" noMove="1" noResize="1" noEditPoints="1" noAdjustHandles="1" noChangeArrowheads="1" noChangeShapeType="1" noTextEdit="1"/>
              </p:cNvSpPr>
              <p:nvPr/>
            </p:nvSpPr>
            <p:spPr>
              <a:xfrm>
                <a:off x="5791203" y="3896380"/>
                <a:ext cx="465191" cy="523220"/>
              </a:xfrm>
              <a:prstGeom prst="rect">
                <a:avLst/>
              </a:prstGeom>
              <a:blipFill>
                <a:blip r:embed="rId6"/>
                <a:stretch>
                  <a:fillRect/>
                </a:stretch>
              </a:blipFill>
            </p:spPr>
            <p:txBody>
              <a:bodyPr/>
              <a:lstStyle/>
              <a:p>
                <a:r>
                  <a:rPr lang="en-US">
                    <a:noFill/>
                  </a:rPr>
                  <a:t> </a:t>
                </a:r>
              </a:p>
            </p:txBody>
          </p:sp>
        </mc:Fallback>
      </mc:AlternateContent>
      <p:sp>
        <p:nvSpPr>
          <p:cNvPr id="19" name="Right Brace 18" descr="We can begin solving our recurrence relation by tracing through the recursion.&#10;&#10;If we know T(n)=1+T(n/2) then we can use this definition of T(n) to substitute for T(n/2), which gives us T(n)=1+1+T(n/4). We can then substitute again to get T(n)=1+1+1+T(n/8).&#10;&#10;Notice that with each step of substitution T(n) gains one more +1 term and the recursive call to T shrinks by half. This process will continue until we reach the base case of T(1) which equals 1. &#10;&#10;Now we know the running time will be determined by the number of +1 terms we've accumulated, which is equal to the number of substitutions we need to do until we get to the base case, in other words the number of times we must divide n in half before we get the value 1."/>
          <p:cNvSpPr/>
          <p:nvPr/>
        </p:nvSpPr>
        <p:spPr>
          <a:xfrm>
            <a:off x="6641598" y="1607198"/>
            <a:ext cx="673602" cy="2812402"/>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0" name="TextBox 19"/>
              <p:cNvSpPr txBox="1"/>
              <p:nvPr/>
            </p:nvSpPr>
            <p:spPr>
              <a:xfrm>
                <a:off x="7375131" y="2514600"/>
                <a:ext cx="3880229" cy="1077218"/>
              </a:xfrm>
              <a:prstGeom prst="rect">
                <a:avLst/>
              </a:prstGeom>
              <a:noFill/>
            </p:spPr>
            <p:txBody>
              <a:bodyPr wrap="none" rtlCol="0">
                <a:spAutoFit/>
              </a:bodyPr>
              <a:lstStyle/>
              <a:p>
                <a:r>
                  <a:rPr lang="en-US" sz="3200" b="0" dirty="0"/>
                  <a:t>Substitute until</a:t>
                </a:r>
                <a:r>
                  <a:rPr lang="en-US" sz="3200" b="0" i="1" dirty="0">
                    <a:latin typeface="Cambria Math" panose="02040503050406030204" pitchFamily="18" charset="0"/>
                  </a:rPr>
                  <a:t>  </a:t>
                </a:r>
                <a14:m>
                  <m:oMath xmlns:m="http://schemas.openxmlformats.org/officeDocument/2006/math">
                    <m:r>
                      <a:rPr lang="en-US" sz="3200" b="0" i="1" smtClean="0">
                        <a:latin typeface="Cambria Math" panose="02040503050406030204" pitchFamily="18" charset="0"/>
                      </a:rPr>
                      <m:t>𝑇</m:t>
                    </m:r>
                    <m:r>
                      <a:rPr lang="en-US" sz="3200" b="0" i="1" smtClean="0">
                        <a:latin typeface="Cambria Math" panose="02040503050406030204" pitchFamily="18" charset="0"/>
                      </a:rPr>
                      <m:t>(1)</m:t>
                    </m:r>
                  </m:oMath>
                </a14:m>
                <a:endParaRPr lang="en-US" sz="3200" b="0" i="1" dirty="0">
                  <a:latin typeface="Cambria Math" panose="02040503050406030204" pitchFamily="18" charset="0"/>
                </a:endParaRPr>
              </a:p>
              <a:p>
                <a:r>
                  <a:rPr lang="en-US" sz="3200" b="0" dirty="0"/>
                  <a:t>So </a:t>
                </a:r>
                <a14:m>
                  <m:oMath xmlns:m="http://schemas.openxmlformats.org/officeDocument/2006/math">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a:rPr>
                              <m:t>log</m:t>
                            </m:r>
                          </m:e>
                          <m:sub>
                            <m:r>
                              <a:rPr lang="en-US" sz="3200" b="0" i="1" smtClean="0">
                                <a:latin typeface="Cambria Math"/>
                              </a:rPr>
                              <m:t>2</m:t>
                            </m:r>
                          </m:sub>
                        </m:sSub>
                      </m:fName>
                      <m:e>
                        <m:r>
                          <a:rPr lang="en-US" sz="3200" b="0" i="1" smtClean="0">
                            <a:latin typeface="Cambria Math"/>
                          </a:rPr>
                          <m:t>𝑛</m:t>
                        </m:r>
                      </m:e>
                    </m:func>
                  </m:oMath>
                </a14:m>
                <a:r>
                  <a:rPr lang="en-US" sz="3200" dirty="0"/>
                  <a:t> steps</a:t>
                </a:r>
              </a:p>
            </p:txBody>
          </p:sp>
        </mc:Choice>
        <mc:Fallback xmlns="">
          <p:sp>
            <p:nvSpPr>
              <p:cNvPr id="20" name="TextBox 19"/>
              <p:cNvSpPr txBox="1">
                <a:spLocks noRot="1" noChangeAspect="1" noMove="1" noResize="1" noEditPoints="1" noAdjustHandles="1" noChangeArrowheads="1" noChangeShapeType="1" noTextEdit="1"/>
              </p:cNvSpPr>
              <p:nvPr/>
            </p:nvSpPr>
            <p:spPr>
              <a:xfrm>
                <a:off x="7375131" y="2514600"/>
                <a:ext cx="3880229" cy="1077218"/>
              </a:xfrm>
              <a:prstGeom prst="rect">
                <a:avLst/>
              </a:prstGeom>
              <a:blipFill>
                <a:blip r:embed="rId7"/>
                <a:stretch>
                  <a:fillRect l="-4088" t="-6818"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1874535" y="4953000"/>
                <a:ext cx="4327274" cy="15001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a:rPr>
                        <m:t>𝑇</m:t>
                      </m:r>
                      <m:d>
                        <m:dPr>
                          <m:ctrlPr>
                            <a:rPr lang="en-US" sz="3200" i="1">
                              <a:latin typeface="Cambria Math" panose="02040503050406030204" pitchFamily="18" charset="0"/>
                            </a:rPr>
                          </m:ctrlPr>
                        </m:dPr>
                        <m:e>
                          <m:r>
                            <a:rPr lang="en-US" sz="3200" i="1">
                              <a:latin typeface="Cambria Math"/>
                            </a:rPr>
                            <m:t>𝑛</m:t>
                          </m:r>
                        </m:e>
                      </m:d>
                      <m:r>
                        <a:rPr lang="en-US" sz="3200" i="1">
                          <a:latin typeface="Cambria Math"/>
                        </a:rPr>
                        <m:t>=</m:t>
                      </m:r>
                      <m:nary>
                        <m:naryPr>
                          <m:chr m:val="∑"/>
                          <m:ctrlPr>
                            <a:rPr lang="en-US" sz="3200" i="1">
                              <a:latin typeface="Cambria Math" panose="02040503050406030204" pitchFamily="18" charset="0"/>
                            </a:rPr>
                          </m:ctrlPr>
                        </m:naryPr>
                        <m:sub>
                          <m:r>
                            <m:rPr>
                              <m:brk m:alnAt="23"/>
                            </m:rPr>
                            <a:rPr lang="en-US" sz="3200" i="1">
                              <a:latin typeface="Cambria Math"/>
                            </a:rPr>
                            <m:t>𝑖</m:t>
                          </m:r>
                          <m:r>
                            <a:rPr lang="en-US" sz="3200" i="1">
                              <a:latin typeface="Cambria Math"/>
                            </a:rPr>
                            <m:t>=</m:t>
                          </m:r>
                          <m:r>
                            <a:rPr lang="en-US" sz="3200" b="0" i="1" smtClean="0">
                              <a:latin typeface="Cambria Math" panose="02040503050406030204" pitchFamily="18" charset="0"/>
                            </a:rPr>
                            <m:t>0</m:t>
                          </m:r>
                        </m:sub>
                        <m:sup>
                          <m:sSub>
                            <m:sSubPr>
                              <m:ctrlPr>
                                <a:rPr lang="en-US" sz="3200" i="1">
                                  <a:latin typeface="Cambria Math" panose="02040503050406030204" pitchFamily="18" charset="0"/>
                                </a:rPr>
                              </m:ctrlPr>
                            </m:sSubPr>
                            <m:e>
                              <m:r>
                                <m:rPr>
                                  <m:sty m:val="p"/>
                                </m:rPr>
                                <a:rPr lang="en-US" sz="3200">
                                  <a:latin typeface="Cambria Math"/>
                                </a:rPr>
                                <m:t>log</m:t>
                              </m:r>
                            </m:e>
                            <m:sub>
                              <m:r>
                                <a:rPr lang="en-US" sz="3200" i="1">
                                  <a:latin typeface="Cambria Math"/>
                                </a:rPr>
                                <m:t>2</m:t>
                              </m:r>
                            </m:sub>
                          </m:sSub>
                          <m:r>
                            <a:rPr lang="en-US" sz="3200" i="1">
                              <a:latin typeface="Cambria Math"/>
                            </a:rPr>
                            <m:t>𝑛</m:t>
                          </m:r>
                        </m:sup>
                        <m:e>
                          <m:r>
                            <a:rPr lang="en-US" sz="3200" b="0" i="1" smtClean="0">
                              <a:latin typeface="Cambria Math" panose="02040503050406030204" pitchFamily="18" charset="0"/>
                            </a:rPr>
                            <m:t>1</m:t>
                          </m:r>
                        </m:e>
                      </m:nary>
                      <m:r>
                        <a:rPr lang="en-US" sz="3200" i="1">
                          <a:latin typeface="Cambria Math"/>
                        </a:rPr>
                        <m:t>=</m:t>
                      </m:r>
                      <m:func>
                        <m:funcPr>
                          <m:ctrlPr>
                            <a:rPr lang="en-US" sz="3200" i="1">
                              <a:latin typeface="Cambria Math" panose="02040503050406030204" pitchFamily="18" charset="0"/>
                            </a:rPr>
                          </m:ctrlPr>
                        </m:funcPr>
                        <m:fName>
                          <m:sSub>
                            <m:sSubPr>
                              <m:ctrlPr>
                                <a:rPr lang="en-US" sz="3200" i="1">
                                  <a:latin typeface="Cambria Math" panose="02040503050406030204" pitchFamily="18" charset="0"/>
                                </a:rPr>
                              </m:ctrlPr>
                            </m:sSubPr>
                            <m:e>
                              <m:r>
                                <m:rPr>
                                  <m:sty m:val="p"/>
                                </m:rPr>
                                <a:rPr lang="en-US" sz="3200">
                                  <a:latin typeface="Cambria Math"/>
                                </a:rPr>
                                <m:t>log</m:t>
                              </m:r>
                            </m:e>
                            <m:sub>
                              <m:r>
                                <a:rPr lang="en-US" sz="3200" i="1">
                                  <a:latin typeface="Cambria Math"/>
                                </a:rPr>
                                <m:t>2</m:t>
                              </m:r>
                            </m:sub>
                          </m:sSub>
                        </m:fName>
                        <m:e>
                          <m:r>
                            <a:rPr lang="en-US" sz="3200" i="1">
                              <a:latin typeface="Cambria Math"/>
                            </a:rPr>
                            <m:t>𝑛</m:t>
                          </m:r>
                        </m:e>
                      </m:func>
                    </m:oMath>
                  </m:oMathPara>
                </a14:m>
                <a:endParaRPr lang="en-US" sz="3200" dirty="0"/>
              </a:p>
            </p:txBody>
          </p:sp>
        </mc:Choice>
        <mc:Fallback xmlns="">
          <p:sp>
            <p:nvSpPr>
              <p:cNvPr id="22" name="TextBox 21"/>
              <p:cNvSpPr txBox="1">
                <a:spLocks noRot="1" noChangeAspect="1" noMove="1" noResize="1" noEditPoints="1" noAdjustHandles="1" noChangeArrowheads="1" noChangeShapeType="1" noTextEdit="1"/>
              </p:cNvSpPr>
              <p:nvPr/>
            </p:nvSpPr>
            <p:spPr>
              <a:xfrm>
                <a:off x="1874535" y="4953000"/>
                <a:ext cx="4327274" cy="1500154"/>
              </a:xfrm>
              <a:prstGeom prst="rect">
                <a:avLst/>
              </a:prstGeom>
              <a:blipFill>
                <a:blip r:embed="rId8"/>
                <a:stretch>
                  <a:fillRect/>
                </a:stretch>
              </a:blipFill>
            </p:spPr>
            <p:txBody>
              <a:bodyPr/>
              <a:lstStyle/>
              <a:p>
                <a:r>
                  <a:rPr lang="en-US">
                    <a:noFill/>
                  </a:rPr>
                  <a:t> </a:t>
                </a:r>
              </a:p>
            </p:txBody>
          </p:sp>
        </mc:Fallback>
      </mc:AlternateContent>
      <p:sp>
        <p:nvSpPr>
          <p:cNvPr id="25" name="Oval 24">
            <a:extLst>
              <a:ext uri="{C183D7F6-B498-43B3-948B-1728B52AA6E4}">
                <adec:decorative xmlns:adec="http://schemas.microsoft.com/office/drawing/2017/decorative" val="1"/>
              </a:ext>
            </a:extLst>
          </p:cNvPr>
          <p:cNvSpPr/>
          <p:nvPr/>
        </p:nvSpPr>
        <p:spPr>
          <a:xfrm rot="2320398">
            <a:off x="2373991" y="2664031"/>
            <a:ext cx="4403655" cy="957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C183D7F6-B498-43B3-948B-1728B52AA6E4}">
                <adec:decorative xmlns:adec="http://schemas.microsoft.com/office/drawing/2017/decorative" val="1"/>
              </a:ext>
            </a:extLst>
          </p:cNvPr>
          <p:cNvCxnSpPr/>
          <p:nvPr/>
        </p:nvCxnSpPr>
        <p:spPr>
          <a:xfrm flipV="1">
            <a:off x="5128255" y="3065552"/>
            <a:ext cx="1196345" cy="36972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4D36018-B814-5D27-1894-CCA132A396B0}"/>
                  </a:ext>
                </a:extLst>
              </p:cNvPr>
              <p:cNvSpPr txBox="1"/>
              <p:nvPr/>
            </p:nvSpPr>
            <p:spPr>
              <a:xfrm>
                <a:off x="8531950" y="5410689"/>
                <a:ext cx="3050450"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a:rPr>
                        <m:t>𝑇</m:t>
                      </m:r>
                      <m:d>
                        <m:dPr>
                          <m:ctrlPr>
                            <a:rPr lang="en-US" sz="3200" i="1">
                              <a:latin typeface="Cambria Math" panose="02040503050406030204" pitchFamily="18" charset="0"/>
                            </a:rPr>
                          </m:ctrlPr>
                        </m:dPr>
                        <m:e>
                          <m:r>
                            <a:rPr lang="en-US" sz="3200" i="1">
                              <a:latin typeface="Cambria Math"/>
                            </a:rPr>
                            <m:t>𝑛</m:t>
                          </m:r>
                        </m:e>
                      </m:d>
                      <m:r>
                        <a:rPr lang="en-US" sz="3200" i="1" smtClean="0">
                          <a:latin typeface="Cambria Math" panose="02040503050406030204" pitchFamily="18" charset="0"/>
                        </a:rPr>
                        <m:t>∈</m:t>
                      </m:r>
                      <m:r>
                        <m:rPr>
                          <m:sty m:val="p"/>
                        </m:rPr>
                        <a:rPr lang="en-US" sz="3200" b="0" i="0" smtClean="0">
                          <a:latin typeface="Cambria Math" panose="02040503050406030204" pitchFamily="18" charset="0"/>
                        </a:rPr>
                        <m:t>Θ</m:t>
                      </m:r>
                      <m:d>
                        <m:dPr>
                          <m:ctrlPr>
                            <a:rPr lang="en-US" sz="3200" b="0" i="1" smtClean="0">
                              <a:latin typeface="Cambria Math" panose="02040503050406030204" pitchFamily="18" charset="0"/>
                            </a:rPr>
                          </m:ctrlPr>
                        </m:dPr>
                        <m:e>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r>
                                <a:rPr lang="en-US" sz="3200" b="0" i="1" smtClean="0">
                                  <a:latin typeface="Cambria Math" panose="02040503050406030204" pitchFamily="18" charset="0"/>
                                </a:rPr>
                                <m:t>𝑛</m:t>
                              </m:r>
                            </m:e>
                          </m:func>
                        </m:e>
                      </m:d>
                    </m:oMath>
                  </m:oMathPara>
                </a14:m>
                <a:endParaRPr lang="en-US" sz="3200" dirty="0"/>
              </a:p>
            </p:txBody>
          </p:sp>
        </mc:Choice>
        <mc:Fallback xmlns="">
          <p:sp>
            <p:nvSpPr>
              <p:cNvPr id="3" name="TextBox 2">
                <a:extLst>
                  <a:ext uri="{FF2B5EF4-FFF2-40B4-BE49-F238E27FC236}">
                    <a16:creationId xmlns:a16="http://schemas.microsoft.com/office/drawing/2014/main" id="{D4D36018-B814-5D27-1894-CCA132A396B0}"/>
                  </a:ext>
                </a:extLst>
              </p:cNvPr>
              <p:cNvSpPr txBox="1">
                <a:spLocks noRot="1" noChangeAspect="1" noMove="1" noResize="1" noEditPoints="1" noAdjustHandles="1" noChangeArrowheads="1" noChangeShapeType="1" noTextEdit="1"/>
              </p:cNvSpPr>
              <p:nvPr/>
            </p:nvSpPr>
            <p:spPr>
              <a:xfrm>
                <a:off x="8531950" y="5410689"/>
                <a:ext cx="3050450" cy="584775"/>
              </a:xfrm>
              <a:prstGeom prst="rect">
                <a:avLst/>
              </a:prstGeom>
              <a:blipFill>
                <a:blip r:embed="rId9"/>
                <a:stretch>
                  <a:fillRect/>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1A438719-4012-4362-B790-16D138412EF9}"/>
              </a:ext>
            </a:extLst>
          </p:cNvPr>
          <p:cNvSpPr>
            <a:spLocks noGrp="1"/>
          </p:cNvSpPr>
          <p:nvPr>
            <p:ph type="sldNum" sz="quarter" idx="12"/>
          </p:nvPr>
        </p:nvSpPr>
        <p:spPr/>
        <p:txBody>
          <a:bodyPr/>
          <a:lstStyle/>
          <a:p>
            <a:fld id="{F4E8603E-186F-4CC7-B8E2-5FD613D3E28C}" type="slidenum">
              <a:rPr lang="en-US" smtClean="0"/>
              <a:t>5</a:t>
            </a:fld>
            <a:endParaRPr lang="en-US" dirty="0"/>
          </a:p>
        </p:txBody>
      </p:sp>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A76718DF-E90D-05A0-3D2E-56FE259C9BA0}"/>
                  </a:ext>
                </a:extLst>
              </p14:cNvPr>
              <p14:cNvContentPartPr/>
              <p14:nvPr/>
            </p14:nvContentPartPr>
            <p14:xfrm>
              <a:off x="897120" y="1396080"/>
              <a:ext cx="9666720" cy="4724280"/>
            </p14:xfrm>
          </p:contentPart>
        </mc:Choice>
        <mc:Fallback>
          <p:pic>
            <p:nvPicPr>
              <p:cNvPr id="8" name="Ink 7">
                <a:extLst>
                  <a:ext uri="{FF2B5EF4-FFF2-40B4-BE49-F238E27FC236}">
                    <a16:creationId xmlns:a16="http://schemas.microsoft.com/office/drawing/2014/main" id="{A76718DF-E90D-05A0-3D2E-56FE259C9BA0}"/>
                  </a:ext>
                </a:extLst>
              </p:cNvPr>
              <p:cNvPicPr/>
              <p:nvPr/>
            </p:nvPicPr>
            <p:blipFill>
              <a:blip r:embed="rId11"/>
              <a:stretch>
                <a:fillRect/>
              </a:stretch>
            </p:blipFill>
            <p:spPr>
              <a:xfrm>
                <a:off x="887760" y="1386720"/>
                <a:ext cx="9685440" cy="4743000"/>
              </a:xfrm>
              <a:prstGeom prst="rect">
                <a:avLst/>
              </a:prstGeom>
            </p:spPr>
          </p:pic>
        </mc:Fallback>
      </mc:AlternateContent>
    </p:spTree>
    <p:extLst>
      <p:ext uri="{BB962C8B-B14F-4D97-AF65-F5344CB8AC3E}">
        <p14:creationId xmlns:p14="http://schemas.microsoft.com/office/powerpoint/2010/main" val="72882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19" grpId="0" animBg="1"/>
      <p:bldP spid="20" grpId="0"/>
      <p:bldP spid="22" grpId="0"/>
      <p:bldP spid="25" grpId="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C471-0E49-9D75-75DE-5A00835E8F95}"/>
              </a:ext>
            </a:extLst>
          </p:cNvPr>
          <p:cNvSpPr>
            <a:spLocks noGrp="1"/>
          </p:cNvSpPr>
          <p:nvPr>
            <p:ph type="title"/>
          </p:nvPr>
        </p:nvSpPr>
        <p:spPr>
          <a:xfrm>
            <a:off x="838200" y="385673"/>
            <a:ext cx="10515600" cy="1325563"/>
          </a:xfrm>
        </p:spPr>
        <p:txBody>
          <a:bodyPr/>
          <a:lstStyle/>
          <a:p>
            <a:r>
              <a:rPr lang="en-US" dirty="0"/>
              <a:t>Make our process “prettier”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FDDAAF-81C9-60F9-3FF1-0F973D6184CC}"/>
                  </a:ext>
                </a:extLst>
              </p:cNvPr>
              <p:cNvSpPr>
                <a:spLocks noGrp="1"/>
              </p:cNvSpPr>
              <p:nvPr>
                <p:ph idx="1"/>
              </p:nvPr>
            </p:nvSpPr>
            <p:spPr>
              <a:xfrm>
                <a:off x="323557" y="1521048"/>
                <a:ext cx="10515600" cy="4351338"/>
              </a:xfrm>
            </p:spPr>
            <p:txBody>
              <a:bodyPr/>
              <a:lstStyle/>
              <a:p>
                <a:r>
                  <a:rPr lang="en-US" dirty="0">
                    <a:solidFill>
                      <a:srgbClr val="FF0000"/>
                    </a:solidFill>
                  </a:rPr>
                  <a:t>Draw a picture of the recursion</a:t>
                </a:r>
              </a:p>
              <a:p>
                <a:r>
                  <a:rPr lang="en-US" dirty="0">
                    <a:solidFill>
                      <a:srgbClr val="0070C0"/>
                    </a:solidFill>
                  </a:rPr>
                  <a:t>Identify the work done per stack frame</a:t>
                </a:r>
              </a:p>
              <a:p>
                <a:r>
                  <a:rPr lang="en-US" dirty="0"/>
                  <a:t>Add up all the work!</a:t>
                </a:r>
              </a:p>
              <a:p>
                <a:pPr lvl="1"/>
                <a:r>
                  <a:rPr lang="en-US" dirty="0"/>
                  <a:t>Sum is the answer!</a:t>
                </a:r>
              </a:p>
              <a:p>
                <a:pPr lvl="1"/>
                <a:r>
                  <a:rPr lang="en-US" dirty="0"/>
                  <a:t>In this case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FEFDDAAF-81C9-60F9-3FF1-0F973D6184CC}"/>
                  </a:ext>
                </a:extLst>
              </p:cNvPr>
              <p:cNvSpPr>
                <a:spLocks noGrp="1" noRot="1" noChangeAspect="1" noMove="1" noResize="1" noEditPoints="1" noAdjustHandles="1" noChangeArrowheads="1" noChangeShapeType="1" noTextEdit="1"/>
              </p:cNvSpPr>
              <p:nvPr>
                <p:ph idx="1"/>
              </p:nvPr>
            </p:nvSpPr>
            <p:spPr>
              <a:xfrm>
                <a:off x="323557" y="1521048"/>
                <a:ext cx="10515600" cy="4351338"/>
              </a:xfrm>
              <a:blipFill>
                <a:blip r:embed="rId2"/>
                <a:stretch>
                  <a:fillRect l="-1043" t="-23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1D829C-229D-3C07-6BB5-2622736B211F}"/>
                  </a:ext>
                </a:extLst>
              </p:cNvPr>
              <p:cNvSpPr txBox="1"/>
              <p:nvPr/>
            </p:nvSpPr>
            <p:spPr>
              <a:xfrm>
                <a:off x="6252897" y="1351760"/>
                <a:ext cx="3849189" cy="7454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e>
                      </m:d>
                      <m:r>
                        <a:rPr lang="en-US" sz="2400" b="0" i="1" smtClean="0">
                          <a:latin typeface="Cambria Math" panose="02040503050406030204" pitchFamily="18" charset="0"/>
                        </a:rPr>
                        <m:t>+1</m:t>
                      </m:r>
                    </m:oMath>
                  </m:oMathPara>
                </a14:m>
                <a:endParaRPr lang="en-US" sz="2400" dirty="0"/>
              </a:p>
            </p:txBody>
          </p:sp>
        </mc:Choice>
        <mc:Fallback xmlns="">
          <p:sp>
            <p:nvSpPr>
              <p:cNvPr id="7" name="TextBox 6">
                <a:extLst>
                  <a:ext uri="{FF2B5EF4-FFF2-40B4-BE49-F238E27FC236}">
                    <a16:creationId xmlns:a16="http://schemas.microsoft.com/office/drawing/2014/main" id="{C71D829C-229D-3C07-6BB5-2622736B211F}"/>
                  </a:ext>
                </a:extLst>
              </p:cNvPr>
              <p:cNvSpPr txBox="1">
                <a:spLocks noRot="1" noChangeAspect="1" noMove="1" noResize="1" noEditPoints="1" noAdjustHandles="1" noChangeArrowheads="1" noChangeShapeType="1" noTextEdit="1"/>
              </p:cNvSpPr>
              <p:nvPr/>
            </p:nvSpPr>
            <p:spPr>
              <a:xfrm>
                <a:off x="6252897" y="1351760"/>
                <a:ext cx="3849189" cy="745460"/>
              </a:xfrm>
              <a:prstGeom prst="rect">
                <a:avLst/>
              </a:prstGeom>
              <a:blipFill>
                <a:blip r:embed="rId3"/>
                <a:stretch>
                  <a:fillRect/>
                </a:stretch>
              </a:blipFill>
            </p:spPr>
            <p:txBody>
              <a:bodyPr/>
              <a:lstStyle/>
              <a:p>
                <a:r>
                  <a:rPr lang="en-US">
                    <a:noFill/>
                  </a:rPr>
                  <a:t> </a:t>
                </a:r>
              </a:p>
            </p:txBody>
          </p:sp>
        </mc:Fallback>
      </mc:AlternateContent>
      <p:grpSp>
        <p:nvGrpSpPr>
          <p:cNvPr id="6" name="Group 5" descr="A picture of the recursion of binary search. We have one box per stack frame in the recursion. Each box is labelled inside with a value that represents the size of the input for that stack frame. Outside each box is labelled with the amount of (non-recursive) work done by that box.&#10;&#10;Each box has an arrow pointing to a box with a smaller input (specifically an input of half the size) to represent the larger box recursively invoking binary search with the smaller input.">
            <a:extLst>
              <a:ext uri="{FF2B5EF4-FFF2-40B4-BE49-F238E27FC236}">
                <a16:creationId xmlns:a16="http://schemas.microsoft.com/office/drawing/2014/main" id="{8A6CD75F-3E86-3DBC-6B7B-34DCC3D199CC}"/>
              </a:ext>
            </a:extLst>
          </p:cNvPr>
          <p:cNvGrpSpPr/>
          <p:nvPr/>
        </p:nvGrpSpPr>
        <p:grpSpPr>
          <a:xfrm>
            <a:off x="7510742" y="2026491"/>
            <a:ext cx="1694875" cy="4253404"/>
            <a:chOff x="7673338" y="1678247"/>
            <a:chExt cx="1694875" cy="4253404"/>
          </a:xfrm>
        </p:grpSpPr>
        <mc:AlternateContent xmlns:mc="http://schemas.openxmlformats.org/markup-compatibility/2006" xmlns:a14="http://schemas.microsoft.com/office/drawing/2010/main">
          <mc:Choice Requires="a14">
            <p:sp>
              <p:nvSpPr>
                <p:cNvPr id="4" name="Text Box 41">
                  <a:extLst>
                    <a:ext uri="{FF2B5EF4-FFF2-40B4-BE49-F238E27FC236}">
                      <a16:creationId xmlns:a16="http://schemas.microsoft.com/office/drawing/2014/main" id="{E7A861BF-0626-CE47-F3EB-D65BF39B7700}"/>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Box 41">
                  <a:extLst>
                    <a:ext uri="{FF2B5EF4-FFF2-40B4-BE49-F238E27FC236}">
                      <a16:creationId xmlns:a16="http://schemas.microsoft.com/office/drawing/2014/main" id="{526E2983-A463-A0EE-B0DB-A268A8B8412A}"/>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2DB49E5C-7AA5-2844-7FEA-F0D4A3178B4D}"/>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/4</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17512E4D-96D0-AC62-9DE6-378647691C59}"/>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/8</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7C6A9046-97A8-1FAD-BB03-9BB482BBAF1E}"/>
                </a:ext>
              </a:extLst>
            </p:cNvPr>
            <p:cNvCxnSpPr>
              <a:cxnSpLocks/>
              <a:stCxn id="4" idx="2"/>
              <a:endCxn id="5"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1467D28-1318-9063-0540-C3E454C67874}"/>
                </a:ext>
              </a:extLst>
            </p:cNvPr>
            <p:cNvCxnSpPr>
              <a:cxnSpLocks/>
              <a:stCxn id="5" idx="2"/>
              <a:endCxn id="8"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C2CACAE-D845-C8E4-F943-E9AE13D618B6}"/>
                </a:ext>
              </a:extLst>
            </p:cNvPr>
            <p:cNvCxnSpPr>
              <a:cxnSpLocks/>
              <a:stCxn id="8" idx="2"/>
              <a:endCxn id="9"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 Box 41">
                  <a:extLst>
                    <a:ext uri="{FF2B5EF4-FFF2-40B4-BE49-F238E27FC236}">
                      <a16:creationId xmlns:a16="http://schemas.microsoft.com/office/drawing/2014/main" id="{BD5DB48A-B532-2E68-E804-2C1AEECBA684}"/>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2559CB69-DCE6-7974-5537-E6969488B3D5}"/>
                </a:ext>
              </a:extLst>
            </p:cNvPr>
            <p:cNvCxnSpPr>
              <a:cxnSpLocks/>
              <a:stCxn id="9"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45BA787-0977-811B-55E2-A5A1337C969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58F77F7-7D60-EB65-A215-0D854398CFCA}"/>
                    </a:ext>
                  </a:extLst>
                </p:cNvPr>
                <p:cNvSpPr txBox="1"/>
                <p:nvPr/>
              </p:nvSpPr>
              <p:spPr>
                <a:xfrm>
                  <a:off x="9002408" y="167824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7" name="TextBox 26">
                  <a:extLst>
                    <a:ext uri="{FF2B5EF4-FFF2-40B4-BE49-F238E27FC236}">
                      <a16:creationId xmlns:a16="http://schemas.microsoft.com/office/drawing/2014/main" id="{C58F77F7-7D60-EB65-A215-0D854398CFCA}"/>
                    </a:ext>
                  </a:extLst>
                </p:cNvPr>
                <p:cNvSpPr txBox="1">
                  <a:spLocks noRot="1" noChangeAspect="1" noMove="1" noResize="1" noEditPoints="1" noAdjustHandles="1" noChangeArrowheads="1" noChangeShapeType="1" noTextEdit="1"/>
                </p:cNvSpPr>
                <p:nvPr/>
              </p:nvSpPr>
              <p:spPr>
                <a:xfrm>
                  <a:off x="9002408" y="1678247"/>
                  <a:ext cx="365805"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22D0772-8582-C391-0488-93C9175AC40C}"/>
                    </a:ext>
                  </a:extLst>
                </p:cNvPr>
                <p:cNvSpPr txBox="1"/>
                <p:nvPr/>
              </p:nvSpPr>
              <p:spPr>
                <a:xfrm>
                  <a:off x="9002407" y="2525515"/>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8" name="TextBox 27">
                  <a:extLst>
                    <a:ext uri="{FF2B5EF4-FFF2-40B4-BE49-F238E27FC236}">
                      <a16:creationId xmlns:a16="http://schemas.microsoft.com/office/drawing/2014/main" id="{722D0772-8582-C391-0488-93C9175AC40C}"/>
                    </a:ext>
                  </a:extLst>
                </p:cNvPr>
                <p:cNvSpPr txBox="1">
                  <a:spLocks noRot="1" noChangeAspect="1" noMove="1" noResize="1" noEditPoints="1" noAdjustHandles="1" noChangeArrowheads="1" noChangeShapeType="1" noTextEdit="1"/>
                </p:cNvSpPr>
                <p:nvPr/>
              </p:nvSpPr>
              <p:spPr>
                <a:xfrm>
                  <a:off x="9002407" y="2525515"/>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218D935-1EA5-3D30-6436-E62E0AF4623E}"/>
                    </a:ext>
                  </a:extLst>
                </p:cNvPr>
                <p:cNvSpPr txBox="1"/>
                <p:nvPr/>
              </p:nvSpPr>
              <p:spPr>
                <a:xfrm>
                  <a:off x="9002407" y="334847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9" name="TextBox 28">
                  <a:extLst>
                    <a:ext uri="{FF2B5EF4-FFF2-40B4-BE49-F238E27FC236}">
                      <a16:creationId xmlns:a16="http://schemas.microsoft.com/office/drawing/2014/main" id="{5218D935-1EA5-3D30-6436-E62E0AF4623E}"/>
                    </a:ext>
                  </a:extLst>
                </p:cNvPr>
                <p:cNvSpPr txBox="1">
                  <a:spLocks noRot="1" noChangeAspect="1" noMove="1" noResize="1" noEditPoints="1" noAdjustHandles="1" noChangeArrowheads="1" noChangeShapeType="1" noTextEdit="1"/>
                </p:cNvSpPr>
                <p:nvPr/>
              </p:nvSpPr>
              <p:spPr>
                <a:xfrm>
                  <a:off x="9002407" y="3348473"/>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A48A35A-F221-0772-DE4C-D3264E78EC79}"/>
                    </a:ext>
                  </a:extLst>
                </p:cNvPr>
                <p:cNvSpPr txBox="1"/>
                <p:nvPr/>
              </p:nvSpPr>
              <p:spPr>
                <a:xfrm>
                  <a:off x="9002407" y="4171431"/>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0" name="TextBox 29">
                  <a:extLst>
                    <a:ext uri="{FF2B5EF4-FFF2-40B4-BE49-F238E27FC236}">
                      <a16:creationId xmlns:a16="http://schemas.microsoft.com/office/drawing/2014/main" id="{FA48A35A-F221-0772-DE4C-D3264E78EC79}"/>
                    </a:ext>
                  </a:extLst>
                </p:cNvPr>
                <p:cNvSpPr txBox="1">
                  <a:spLocks noRot="1" noChangeAspect="1" noMove="1" noResize="1" noEditPoints="1" noAdjustHandles="1" noChangeArrowheads="1" noChangeShapeType="1" noTextEdit="1"/>
                </p:cNvSpPr>
                <p:nvPr/>
              </p:nvSpPr>
              <p:spPr>
                <a:xfrm>
                  <a:off x="9002407" y="4171431"/>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CF95495-3C2E-4DF2-EEBF-4AC317B24405}"/>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2"/>
                  <a:stretch>
                    <a:fillRect/>
                  </a:stretch>
                </a:blipFill>
              </p:spPr>
              <p:txBody>
                <a:bodyPr/>
                <a:lstStyle/>
                <a:p>
                  <a:r>
                    <a:rPr lang="en-US">
                      <a:noFill/>
                    </a:rPr>
                    <a:t> </a:t>
                  </a:r>
                </a:p>
              </p:txBody>
            </p:sp>
          </mc:Fallback>
        </mc:AlternateContent>
      </p:grpSp>
      <p:sp>
        <p:nvSpPr>
          <p:cNvPr id="32" name="Left Brace 31" descr="Because we need to make log_2(n) recursive calls before reaching a base case, the height of this chain of stackframes is log_2(n).">
            <a:extLst>
              <a:ext uri="{FF2B5EF4-FFF2-40B4-BE49-F238E27FC236}">
                <a16:creationId xmlns:a16="http://schemas.microsoft.com/office/drawing/2014/main" id="{AB522D64-0FDA-0C3B-396A-2F0191CC116C}"/>
              </a:ext>
              <a:ext uri="{C183D7F6-B498-43B3-948B-1728B52AA6E4}">
                <adec:decorative xmlns:adec="http://schemas.microsoft.com/office/drawing/2017/decorative" val="0"/>
              </a:ext>
            </a:extLst>
          </p:cNvPr>
          <p:cNvSpPr/>
          <p:nvPr/>
        </p:nvSpPr>
        <p:spPr>
          <a:xfrm flipH="1" flipV="1">
            <a:off x="9668473" y="2045793"/>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3" name="Text Box 2">
                <a:extLst>
                  <a:ext uri="{FF2B5EF4-FFF2-40B4-BE49-F238E27FC236}">
                    <a16:creationId xmlns:a16="http://schemas.microsoft.com/office/drawing/2014/main" id="{52F20E8C-E391-FFF9-D4BD-C29BBABEF110}"/>
                  </a:ext>
                </a:extLst>
              </p:cNvPr>
              <p:cNvSpPr txBox="1">
                <a:spLocks noChangeArrowheads="1"/>
              </p:cNvSpPr>
              <p:nvPr/>
            </p:nvSpPr>
            <p:spPr bwMode="auto">
              <a:xfrm>
                <a:off x="9831069" y="3750234"/>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33" name="Text Box 2">
                <a:extLst>
                  <a:ext uri="{FF2B5EF4-FFF2-40B4-BE49-F238E27FC236}">
                    <a16:creationId xmlns:a16="http://schemas.microsoft.com/office/drawing/2014/main" id="{52F20E8C-E391-FFF9-D4BD-C29BBABEF110}"/>
                  </a:ext>
                </a:extLst>
              </p:cNvPr>
              <p:cNvSpPr txBox="1">
                <a:spLocks noRot="1" noChangeAspect="1" noMove="1" noResize="1" noEditPoints="1" noAdjustHandles="1" noChangeArrowheads="1" noChangeShapeType="1" noTextEdit="1"/>
              </p:cNvSpPr>
              <p:nvPr/>
            </p:nvSpPr>
            <p:spPr bwMode="auto">
              <a:xfrm>
                <a:off x="9831069" y="3750234"/>
                <a:ext cx="2312388" cy="954107"/>
              </a:xfrm>
              <a:prstGeom prst="rect">
                <a:avLst/>
              </a:prstGeom>
              <a:blipFill>
                <a:blip r:embed="rId13"/>
                <a:stretch>
                  <a:fillRect t="-5732" b="-17197"/>
                </a:stretch>
              </a:blipFill>
              <a:ln w="9525">
                <a:noFill/>
                <a:miter lim="800000"/>
                <a:headEnd/>
                <a:tailEnd/>
              </a:ln>
            </p:spPr>
            <p:txBody>
              <a:bodyPr/>
              <a:lstStyle/>
              <a:p>
                <a:r>
                  <a:rPr lang="en-US">
                    <a:noFill/>
                  </a:rPr>
                  <a:t> </a:t>
                </a:r>
              </a:p>
            </p:txBody>
          </p:sp>
        </mc:Fallback>
      </mc:AlternateContent>
      <p:sp>
        <p:nvSpPr>
          <p:cNvPr id="34" name="TextBox 33">
            <a:extLst>
              <a:ext uri="{FF2B5EF4-FFF2-40B4-BE49-F238E27FC236}">
                <a16:creationId xmlns:a16="http://schemas.microsoft.com/office/drawing/2014/main" id="{C9BA210D-0C67-7E82-28CD-4DD3AE7466AD}"/>
              </a:ext>
            </a:extLst>
          </p:cNvPr>
          <p:cNvSpPr txBox="1"/>
          <p:nvPr/>
        </p:nvSpPr>
        <p:spPr>
          <a:xfrm>
            <a:off x="555429" y="4786136"/>
            <a:ext cx="5025928" cy="830997"/>
          </a:xfrm>
          <a:prstGeom prst="rect">
            <a:avLst/>
          </a:prstGeom>
          <a:noFill/>
        </p:spPr>
        <p:txBody>
          <a:bodyPr wrap="none" rtlCol="0">
            <a:spAutoFit/>
          </a:bodyPr>
          <a:lstStyle/>
          <a:p>
            <a:r>
              <a:rPr lang="en-US" sz="4800" dirty="0">
                <a:solidFill>
                  <a:srgbClr val="FFC000"/>
                </a:solidFill>
              </a:rPr>
              <a:t>The “Tree Method”</a:t>
            </a:r>
          </a:p>
        </p:txBody>
      </p:sp>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62BEE8FB-7134-237F-AC45-A34819F95FBC}"/>
                  </a:ext>
                </a:extLst>
              </p14:cNvPr>
              <p14:cNvContentPartPr/>
              <p14:nvPr/>
            </p14:nvContentPartPr>
            <p14:xfrm>
              <a:off x="8818200" y="1334880"/>
              <a:ext cx="759240" cy="1096560"/>
            </p14:xfrm>
          </p:contentPart>
        </mc:Choice>
        <mc:Fallback>
          <p:pic>
            <p:nvPicPr>
              <p:cNvPr id="11" name="Ink 10">
                <a:extLst>
                  <a:ext uri="{FF2B5EF4-FFF2-40B4-BE49-F238E27FC236}">
                    <a16:creationId xmlns:a16="http://schemas.microsoft.com/office/drawing/2014/main" id="{62BEE8FB-7134-237F-AC45-A34819F95FBC}"/>
                  </a:ext>
                </a:extLst>
              </p:cNvPr>
              <p:cNvPicPr/>
              <p:nvPr/>
            </p:nvPicPr>
            <p:blipFill>
              <a:blip r:embed="rId15"/>
              <a:stretch>
                <a:fillRect/>
              </a:stretch>
            </p:blipFill>
            <p:spPr>
              <a:xfrm>
                <a:off x="8808840" y="1325520"/>
                <a:ext cx="777960" cy="1115280"/>
              </a:xfrm>
              <a:prstGeom prst="rect">
                <a:avLst/>
              </a:prstGeom>
            </p:spPr>
          </p:pic>
        </mc:Fallback>
      </mc:AlternateContent>
    </p:spTree>
    <p:extLst>
      <p:ext uri="{BB962C8B-B14F-4D97-AF65-F5344CB8AC3E}">
        <p14:creationId xmlns:p14="http://schemas.microsoft.com/office/powerpoint/2010/main" val="9498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A4C94-F173-BE79-8469-02F227EC3400}"/>
              </a:ext>
            </a:extLst>
          </p:cNvPr>
          <p:cNvSpPr>
            <a:spLocks noGrp="1"/>
          </p:cNvSpPr>
          <p:nvPr>
            <p:ph type="title"/>
          </p:nvPr>
        </p:nvSpPr>
        <p:spPr/>
        <p:txBody>
          <a:bodyPr/>
          <a:lstStyle/>
          <a:p>
            <a:r>
              <a:rPr lang="en-US" dirty="0"/>
              <a:t>Recursive Linear Search</a:t>
            </a:r>
          </a:p>
        </p:txBody>
      </p:sp>
      <p:sp>
        <p:nvSpPr>
          <p:cNvPr id="3" name="Content Placeholder 2">
            <a:extLst>
              <a:ext uri="{FF2B5EF4-FFF2-40B4-BE49-F238E27FC236}">
                <a16:creationId xmlns:a16="http://schemas.microsoft.com/office/drawing/2014/main" id="{3CDB7A4A-B366-CC17-877C-2EB95A8A5352}"/>
              </a:ext>
            </a:extLst>
          </p:cNvPr>
          <p:cNvSpPr>
            <a:spLocks noGrp="1"/>
          </p:cNvSpPr>
          <p:nvPr>
            <p:ph idx="1"/>
          </p:nvPr>
        </p:nvSpPr>
        <p:spPr/>
        <p:txBody>
          <a:bodyPr>
            <a:normAutofit/>
          </a:bodyPr>
          <a:lstStyle/>
          <a:p>
            <a:pPr marL="0" indent="0">
              <a:buNone/>
            </a:pPr>
            <a:r>
              <a:rPr lang="en-US" sz="1600" b="0" dirty="0">
                <a:solidFill>
                  <a:srgbClr val="0000FF"/>
                </a:solidFill>
                <a:effectLst/>
                <a:highlight>
                  <a:srgbClr val="FFFFFF"/>
                </a:highlight>
                <a:latin typeface="Consolas" panose="020B0609020204030204" pitchFamily="49" charset="0"/>
              </a:rPr>
              <a:t>public</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static</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FF"/>
                </a:solidFill>
                <a:effectLst/>
                <a:highlight>
                  <a:srgbClr val="FFFFFF"/>
                </a:highlight>
                <a:latin typeface="Consolas" panose="020B0609020204030204" pitchFamily="49" charset="0"/>
              </a:rPr>
              <a:t>boolean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a:solidFill>
                  <a:srgbClr val="0000FF"/>
                </a:solidFill>
                <a:effectLst/>
                <a:highlight>
                  <a:srgbClr val="FFFFFF"/>
                </a:highlight>
                <a:latin typeface="Consolas" panose="020B0609020204030204" pitchFamily="49" charset="0"/>
              </a:rPr>
              <a:t>List</a:t>
            </a:r>
            <a:r>
              <a:rPr lang="en-US" sz="1600" b="0" dirty="0">
                <a:solidFill>
                  <a:srgbClr val="000000"/>
                </a:solidFill>
                <a:effectLst/>
                <a:highlight>
                  <a:srgbClr val="FFFFFF"/>
                </a:highlight>
                <a:latin typeface="Consolas" panose="020B0609020204030204" pitchFamily="49" charset="0"/>
              </a:rPr>
              <a:t>&lt;</a:t>
            </a:r>
            <a:r>
              <a:rPr lang="en-US" sz="1600" b="0" dirty="0">
                <a:solidFill>
                  <a:srgbClr val="0000FF"/>
                </a:solidFill>
                <a:effectLst/>
                <a:highlight>
                  <a:srgbClr val="FFFFFF"/>
                </a:highlight>
                <a:latin typeface="Consolas" panose="020B0609020204030204" pitchFamily="49" charset="0"/>
              </a:rPr>
              <a:t>Integer</a:t>
            </a:r>
            <a:r>
              <a:rPr lang="en-US" sz="1600" b="0" dirty="0">
                <a:solidFill>
                  <a:srgbClr val="000000"/>
                </a:solidFill>
                <a:effectLst/>
                <a:highlight>
                  <a:srgbClr val="FFFFFF"/>
                </a:highlight>
                <a:latin typeface="Consolas" panose="020B0609020204030204" pitchFamily="49" charset="0"/>
              </a:rPr>
              <a:t>&gt; </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k){</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k, </a:t>
            </a:r>
            <a:r>
              <a:rPr lang="en-US" sz="1600" b="0" dirty="0">
                <a:solidFill>
                  <a:srgbClr val="098658"/>
                </a:solidFill>
                <a:effectLst/>
                <a:highlight>
                  <a:srgbClr val="FFFFFF"/>
                </a:highlight>
                <a:latin typeface="Consolas" panose="020B0609020204030204" pitchFamily="49" charset="0"/>
              </a:rPr>
              <a:t>0</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lst.size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a:t>
            </a:r>
          </a:p>
          <a:p>
            <a:pPr marL="0" indent="0">
              <a:buNone/>
            </a:pPr>
            <a:r>
              <a:rPr lang="en-US" sz="1600" b="0" dirty="0">
                <a:solidFill>
                  <a:srgbClr val="0000FF"/>
                </a:solidFill>
                <a:effectLst/>
                <a:highlight>
                  <a:srgbClr val="FFFFFF"/>
                </a:highlight>
                <a:latin typeface="Consolas" panose="020B0609020204030204" pitchFamily="49" charset="0"/>
              </a:rPr>
              <a:t>private</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static</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FF"/>
                </a:solidFill>
                <a:effectLst/>
                <a:highlight>
                  <a:srgbClr val="FFFFFF"/>
                </a:highlight>
                <a:latin typeface="Consolas" panose="020B0609020204030204" pitchFamily="49" charset="0"/>
              </a:rPr>
              <a:t>boolean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a:solidFill>
                  <a:srgbClr val="0000FF"/>
                </a:solidFill>
                <a:effectLst/>
                <a:highlight>
                  <a:srgbClr val="FFFFFF"/>
                </a:highlight>
                <a:latin typeface="Consolas" panose="020B0609020204030204" pitchFamily="49" charset="0"/>
              </a:rPr>
              <a:t>List</a:t>
            </a:r>
            <a:r>
              <a:rPr lang="en-US" sz="1600" b="0" dirty="0">
                <a:solidFill>
                  <a:srgbClr val="000000"/>
                </a:solidFill>
                <a:effectLst/>
                <a:highlight>
                  <a:srgbClr val="FFFFFF"/>
                </a:highlight>
                <a:latin typeface="Consolas" panose="020B0609020204030204" pitchFamily="49" charset="0"/>
              </a:rPr>
              <a:t>&lt;</a:t>
            </a:r>
            <a:r>
              <a:rPr lang="en-US" sz="1600" b="0" dirty="0">
                <a:solidFill>
                  <a:srgbClr val="0000FF"/>
                </a:solidFill>
                <a:effectLst/>
                <a:highlight>
                  <a:srgbClr val="FFFFFF"/>
                </a:highlight>
                <a:latin typeface="Consolas" panose="020B0609020204030204" pitchFamily="49" charset="0"/>
              </a:rPr>
              <a:t>Integer</a:t>
            </a:r>
            <a:r>
              <a:rPr lang="en-US" sz="1600" b="0" dirty="0">
                <a:solidFill>
                  <a:srgbClr val="000000"/>
                </a:solidFill>
                <a:effectLst/>
                <a:highlight>
                  <a:srgbClr val="FFFFFF"/>
                </a:highlight>
                <a:latin typeface="Consolas" panose="020B0609020204030204" pitchFamily="49" charset="0"/>
              </a:rPr>
              <a:t>&gt; </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k,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start, </a:t>
            </a:r>
            <a:r>
              <a:rPr lang="en-US" sz="1600" b="0" dirty="0">
                <a:solidFill>
                  <a:srgbClr val="0000FF"/>
                </a:solidFill>
                <a:effectLst/>
                <a:highlight>
                  <a:srgbClr val="FFFFFF"/>
                </a:highlight>
                <a:latin typeface="Consolas" panose="020B0609020204030204" pitchFamily="49" charset="0"/>
              </a:rPr>
              <a:t>int</a:t>
            </a:r>
            <a:r>
              <a:rPr lang="en-US" sz="1600" b="0" dirty="0">
                <a:solidFill>
                  <a:srgbClr val="000000"/>
                </a:solidFill>
                <a:effectLst/>
                <a:highlight>
                  <a:srgbClr val="FFFFFF"/>
                </a:highlight>
                <a:latin typeface="Consolas" panose="020B0609020204030204" pitchFamily="49" charset="0"/>
              </a:rPr>
              <a:t> end){</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(start == end){</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false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 </a:t>
            </a:r>
            <a:r>
              <a:rPr lang="en-US" sz="1600" b="0" dirty="0">
                <a:solidFill>
                  <a:srgbClr val="0000FF"/>
                </a:solidFill>
                <a:effectLst/>
                <a:highlight>
                  <a:srgbClr val="FFFFFF"/>
                </a:highlight>
                <a:latin typeface="Consolas" panose="020B0609020204030204" pitchFamily="49" charset="0"/>
              </a:rPr>
              <a:t>else</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if</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lst.get</a:t>
            </a:r>
            <a:r>
              <a:rPr lang="en-US" sz="1600" b="0" dirty="0">
                <a:solidFill>
                  <a:srgbClr val="000000"/>
                </a:solidFill>
                <a:effectLst/>
                <a:highlight>
                  <a:srgbClr val="FFFFFF"/>
                </a:highlight>
                <a:latin typeface="Consolas" panose="020B0609020204030204" pitchFamily="49" charset="0"/>
              </a:rPr>
              <a:t>(start) == k){</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true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 </a:t>
            </a:r>
            <a:r>
              <a:rPr lang="en-US" sz="1600" b="0" dirty="0">
                <a:solidFill>
                  <a:srgbClr val="0000FF"/>
                </a:solidFill>
                <a:effectLst/>
                <a:highlight>
                  <a:srgbClr val="FFFFFF"/>
                </a:highlight>
                <a:latin typeface="Consolas" panose="020B0609020204030204" pitchFamily="49" charset="0"/>
              </a:rPr>
              <a:t>else</a:t>
            </a:r>
            <a:r>
              <a:rPr lang="en-US" sz="1600" b="0" dirty="0">
                <a:solidFill>
                  <a:srgbClr val="000000"/>
                </a:solidFill>
                <a:effectLst/>
                <a:highlight>
                  <a:srgbClr val="FFFFFF"/>
                </a:highlight>
                <a:latin typeface="Consolas" panose="020B0609020204030204" pitchFamily="49" charset="0"/>
              </a:rPr>
              <a:t>{</a:t>
            </a:r>
          </a:p>
          <a:p>
            <a:pPr marL="0" indent="0">
              <a:buNone/>
            </a:pPr>
            <a:r>
              <a:rPr lang="en-US" sz="1600" b="0" dirty="0">
                <a:solidFill>
                  <a:srgbClr val="000000"/>
                </a:solidFill>
                <a:effectLst/>
                <a:highlight>
                  <a:srgbClr val="FFFFFF"/>
                </a:highlight>
                <a:latin typeface="Consolas" panose="020B0609020204030204" pitchFamily="49" charset="0"/>
              </a:rPr>
              <a:t>        </a:t>
            </a:r>
            <a:r>
              <a:rPr lang="en-US" sz="1600" b="0" dirty="0">
                <a:solidFill>
                  <a:srgbClr val="0000FF"/>
                </a:solidFill>
                <a:effectLst/>
                <a:highlight>
                  <a:srgbClr val="FFFFFF"/>
                </a:highlight>
                <a:latin typeface="Consolas" panose="020B0609020204030204" pitchFamily="49" charset="0"/>
              </a:rPr>
              <a:t>return</a:t>
            </a:r>
            <a:r>
              <a:rPr lang="en-US" sz="1600" b="0" dirty="0">
                <a:solidFill>
                  <a:srgbClr val="000000"/>
                </a:solidFill>
                <a:effectLst/>
                <a:highlight>
                  <a:srgbClr val="FFFFFF"/>
                </a:highlight>
                <a:latin typeface="Consolas" panose="020B0609020204030204" pitchFamily="49" charset="0"/>
              </a:rPr>
              <a:t> </a:t>
            </a:r>
            <a:r>
              <a:rPr lang="en-US" sz="1600" b="0" dirty="0" err="1">
                <a:solidFill>
                  <a:srgbClr val="000000"/>
                </a:solidFill>
                <a:effectLst/>
                <a:highlight>
                  <a:srgbClr val="FFFFFF"/>
                </a:highlight>
                <a:latin typeface="Consolas" panose="020B0609020204030204" pitchFamily="49" charset="0"/>
              </a:rPr>
              <a:t>linearSearch</a:t>
            </a:r>
            <a:r>
              <a:rPr lang="en-US" sz="1600" b="0" dirty="0">
                <a:solidFill>
                  <a:srgbClr val="000000"/>
                </a:solidFill>
                <a:effectLst/>
                <a:highlight>
                  <a:srgbClr val="FFFFFF"/>
                </a:highlight>
                <a:latin typeface="Consolas" panose="020B0609020204030204" pitchFamily="49" charset="0"/>
              </a:rPr>
              <a:t>(</a:t>
            </a:r>
            <a:r>
              <a:rPr lang="en-US" sz="1600" b="0" dirty="0" err="1">
                <a:solidFill>
                  <a:srgbClr val="000000"/>
                </a:solidFill>
                <a:effectLst/>
                <a:highlight>
                  <a:srgbClr val="FFFFFF"/>
                </a:highlight>
                <a:latin typeface="Consolas" panose="020B0609020204030204" pitchFamily="49" charset="0"/>
              </a:rPr>
              <a:t>lst</a:t>
            </a:r>
            <a:r>
              <a:rPr lang="en-US" sz="1600" b="0" dirty="0">
                <a:solidFill>
                  <a:srgbClr val="000000"/>
                </a:solidFill>
                <a:effectLst/>
                <a:highlight>
                  <a:srgbClr val="FFFFFF"/>
                </a:highlight>
                <a:latin typeface="Consolas" panose="020B0609020204030204" pitchFamily="49" charset="0"/>
              </a:rPr>
              <a:t>, k, start+</a:t>
            </a:r>
            <a:r>
              <a:rPr lang="en-US" sz="1600" b="0" dirty="0">
                <a:solidFill>
                  <a:srgbClr val="098658"/>
                </a:solidFill>
                <a:effectLst/>
                <a:highlight>
                  <a:srgbClr val="FFFFFF"/>
                </a:highlight>
                <a:latin typeface="Consolas" panose="020B0609020204030204" pitchFamily="49" charset="0"/>
              </a:rPr>
              <a:t>1</a:t>
            </a:r>
            <a:r>
              <a:rPr lang="en-US" sz="1600" b="0" dirty="0">
                <a:solidFill>
                  <a:srgbClr val="000000"/>
                </a:solidFill>
                <a:effectLst/>
                <a:highlight>
                  <a:srgbClr val="FFFFFF"/>
                </a:highlight>
                <a:latin typeface="Consolas" panose="020B0609020204030204" pitchFamily="49" charset="0"/>
              </a:rPr>
              <a:t>, end);</a:t>
            </a:r>
          </a:p>
          <a:p>
            <a:pPr marL="0" indent="0">
              <a:buNone/>
            </a:pPr>
            <a:r>
              <a:rPr lang="en-US" sz="1600" b="0" dirty="0">
                <a:solidFill>
                  <a:srgbClr val="000000"/>
                </a:solidFill>
                <a:effectLst/>
                <a:highlight>
                  <a:srgbClr val="FFFFFF"/>
                </a:highlight>
                <a:latin typeface="Consolas" panose="020B0609020204030204" pitchFamily="49" charset="0"/>
              </a:rPr>
              <a:t>    }</a:t>
            </a:r>
          </a:p>
          <a:p>
            <a:pPr marL="0" indent="0">
              <a:buNone/>
            </a:pPr>
            <a:r>
              <a:rPr lang="en-US" sz="1600" b="0" dirty="0">
                <a:solidFill>
                  <a:srgbClr val="000000"/>
                </a:solidFill>
                <a:effectLst/>
                <a:highlight>
                  <a:srgbClr val="FFFFFF"/>
                </a:highlight>
                <a:latin typeface="Consolas" panose="020B0609020204030204" pitchFamily="49" charset="0"/>
              </a:rPr>
              <a:t>}</a:t>
            </a:r>
          </a:p>
        </p:txBody>
      </p:sp>
      <p:grpSp>
        <p:nvGrpSpPr>
          <p:cNvPr id="27" name="Group 26" descr="An example array that is sorted in ascending order. &#10;&#10;The values are as follows: 5, 8, 13, 42, 75, 79, 88, 90, 95, 99">
            <a:extLst>
              <a:ext uri="{FF2B5EF4-FFF2-40B4-BE49-F238E27FC236}">
                <a16:creationId xmlns:a16="http://schemas.microsoft.com/office/drawing/2014/main" id="{10CB2629-A53F-A77D-E795-46ACFA30A2C2}"/>
              </a:ext>
            </a:extLst>
          </p:cNvPr>
          <p:cNvGrpSpPr/>
          <p:nvPr/>
        </p:nvGrpSpPr>
        <p:grpSpPr>
          <a:xfrm>
            <a:off x="6908800" y="1040108"/>
            <a:ext cx="5283200" cy="907778"/>
            <a:chOff x="6908800" y="1040108"/>
            <a:chExt cx="5283200" cy="907778"/>
          </a:xfrm>
        </p:grpSpPr>
        <p:grpSp>
          <p:nvGrpSpPr>
            <p:cNvPr id="28" name="Group 27">
              <a:extLst>
                <a:ext uri="{FF2B5EF4-FFF2-40B4-BE49-F238E27FC236}">
                  <a16:creationId xmlns:a16="http://schemas.microsoft.com/office/drawing/2014/main" id="{F2E22A03-67D4-9115-E948-ACD8F9DCAB20}"/>
                </a:ext>
              </a:extLst>
            </p:cNvPr>
            <p:cNvGrpSpPr/>
            <p:nvPr/>
          </p:nvGrpSpPr>
          <p:grpSpPr>
            <a:xfrm>
              <a:off x="6908800" y="1419566"/>
              <a:ext cx="5283200" cy="528320"/>
              <a:chOff x="1681480" y="5462905"/>
              <a:chExt cx="5283200" cy="528320"/>
            </a:xfrm>
            <a:solidFill>
              <a:schemeClr val="bg1"/>
            </a:solidFill>
          </p:grpSpPr>
          <p:sp>
            <p:nvSpPr>
              <p:cNvPr id="40" name="Rectangle 39">
                <a:extLst>
                  <a:ext uri="{FF2B5EF4-FFF2-40B4-BE49-F238E27FC236}">
                    <a16:creationId xmlns:a16="http://schemas.microsoft.com/office/drawing/2014/main" id="{AC3E1EA0-4C38-E610-1C64-7C1C78C53ED3}"/>
                  </a:ext>
                </a:extLst>
              </p:cNvPr>
              <p:cNvSpPr/>
              <p:nvPr/>
            </p:nvSpPr>
            <p:spPr>
              <a:xfrm>
                <a:off x="37947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41" name="Rectangle 40">
                <a:extLst>
                  <a:ext uri="{FF2B5EF4-FFF2-40B4-BE49-F238E27FC236}">
                    <a16:creationId xmlns:a16="http://schemas.microsoft.com/office/drawing/2014/main" id="{9CC3FE3B-09BC-7F62-595A-7043CCB31887}"/>
                  </a:ext>
                </a:extLst>
              </p:cNvPr>
              <p:cNvSpPr/>
              <p:nvPr/>
            </p:nvSpPr>
            <p:spPr>
              <a:xfrm>
                <a:off x="43230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42" name="Rectangle 41">
                <a:extLst>
                  <a:ext uri="{FF2B5EF4-FFF2-40B4-BE49-F238E27FC236}">
                    <a16:creationId xmlns:a16="http://schemas.microsoft.com/office/drawing/2014/main" id="{A0E9134F-CD68-88FF-1620-8F9E25F02693}"/>
                  </a:ext>
                </a:extLst>
              </p:cNvPr>
              <p:cNvSpPr/>
              <p:nvPr/>
            </p:nvSpPr>
            <p:spPr>
              <a:xfrm>
                <a:off x="48514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43" name="Rectangle 42">
                <a:extLst>
                  <a:ext uri="{FF2B5EF4-FFF2-40B4-BE49-F238E27FC236}">
                    <a16:creationId xmlns:a16="http://schemas.microsoft.com/office/drawing/2014/main" id="{17CFB239-7EBD-AA43-6F29-E4004EB98246}"/>
                  </a:ext>
                </a:extLst>
              </p:cNvPr>
              <p:cNvSpPr/>
              <p:nvPr/>
            </p:nvSpPr>
            <p:spPr>
              <a:xfrm>
                <a:off x="53797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44" name="Rectangle 43">
                <a:extLst>
                  <a:ext uri="{FF2B5EF4-FFF2-40B4-BE49-F238E27FC236}">
                    <a16:creationId xmlns:a16="http://schemas.microsoft.com/office/drawing/2014/main" id="{5B194439-89C3-7F47-AAF6-1D3A1F77F06F}"/>
                  </a:ext>
                </a:extLst>
              </p:cNvPr>
              <p:cNvSpPr/>
              <p:nvPr/>
            </p:nvSpPr>
            <p:spPr>
              <a:xfrm>
                <a:off x="32664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45" name="Rectangle 44">
                <a:extLst>
                  <a:ext uri="{FF2B5EF4-FFF2-40B4-BE49-F238E27FC236}">
                    <a16:creationId xmlns:a16="http://schemas.microsoft.com/office/drawing/2014/main" id="{60B79792-0F77-578A-0939-1F3F680CACA6}"/>
                  </a:ext>
                </a:extLst>
              </p:cNvPr>
              <p:cNvSpPr/>
              <p:nvPr/>
            </p:nvSpPr>
            <p:spPr>
              <a:xfrm>
                <a:off x="273812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46" name="Rectangle 45">
                <a:extLst>
                  <a:ext uri="{FF2B5EF4-FFF2-40B4-BE49-F238E27FC236}">
                    <a16:creationId xmlns:a16="http://schemas.microsoft.com/office/drawing/2014/main" id="{13EC008C-DB6C-0B51-390A-C8E6007D3068}"/>
                  </a:ext>
                </a:extLst>
              </p:cNvPr>
              <p:cNvSpPr/>
              <p:nvPr/>
            </p:nvSpPr>
            <p:spPr>
              <a:xfrm>
                <a:off x="220980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47" name="Rectangle 46">
                <a:extLst>
                  <a:ext uri="{FF2B5EF4-FFF2-40B4-BE49-F238E27FC236}">
                    <a16:creationId xmlns:a16="http://schemas.microsoft.com/office/drawing/2014/main" id="{87C3DA71-FC0C-1D1B-0C61-17FAC90FA9E5}"/>
                  </a:ext>
                </a:extLst>
              </p:cNvPr>
              <p:cNvSpPr/>
              <p:nvPr/>
            </p:nvSpPr>
            <p:spPr>
              <a:xfrm>
                <a:off x="590804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48" name="Rectangle 47">
                <a:extLst>
                  <a:ext uri="{FF2B5EF4-FFF2-40B4-BE49-F238E27FC236}">
                    <a16:creationId xmlns:a16="http://schemas.microsoft.com/office/drawing/2014/main" id="{A5EEA0DB-E0CC-C062-5CDB-98FD7BE3285D}"/>
                  </a:ext>
                </a:extLst>
              </p:cNvPr>
              <p:cNvSpPr/>
              <p:nvPr/>
            </p:nvSpPr>
            <p:spPr>
              <a:xfrm>
                <a:off x="168148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49" name="Rectangle 48">
                <a:extLst>
                  <a:ext uri="{FF2B5EF4-FFF2-40B4-BE49-F238E27FC236}">
                    <a16:creationId xmlns:a16="http://schemas.microsoft.com/office/drawing/2014/main" id="{8B6DE135-97C9-B225-FABA-D0E2D52368D4}"/>
                  </a:ext>
                </a:extLst>
              </p:cNvPr>
              <p:cNvSpPr/>
              <p:nvPr/>
            </p:nvSpPr>
            <p:spPr>
              <a:xfrm>
                <a:off x="6436360" y="5462905"/>
                <a:ext cx="528320" cy="5283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grpSp>
        <p:grpSp>
          <p:nvGrpSpPr>
            <p:cNvPr id="29" name="Group 28">
              <a:extLst>
                <a:ext uri="{FF2B5EF4-FFF2-40B4-BE49-F238E27FC236}">
                  <a16:creationId xmlns:a16="http://schemas.microsoft.com/office/drawing/2014/main" id="{CE38D251-B6FA-FE47-6F42-CE50B3DEE3BE}"/>
                </a:ext>
              </a:extLst>
            </p:cNvPr>
            <p:cNvGrpSpPr/>
            <p:nvPr/>
          </p:nvGrpSpPr>
          <p:grpSpPr>
            <a:xfrm>
              <a:off x="6908800" y="1040108"/>
              <a:ext cx="5283200" cy="528320"/>
              <a:chOff x="1681480" y="5462905"/>
              <a:chExt cx="5283200" cy="528320"/>
            </a:xfrm>
          </p:grpSpPr>
          <p:sp>
            <p:nvSpPr>
              <p:cNvPr id="30" name="Rectangle 29">
                <a:extLst>
                  <a:ext uri="{FF2B5EF4-FFF2-40B4-BE49-F238E27FC236}">
                    <a16:creationId xmlns:a16="http://schemas.microsoft.com/office/drawing/2014/main" id="{E5D78976-093B-A092-21C0-7C7A6C63EC36}"/>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75</a:t>
                </a:r>
              </a:p>
            </p:txBody>
          </p:sp>
          <p:sp>
            <p:nvSpPr>
              <p:cNvPr id="31" name="Rectangle 30">
                <a:extLst>
                  <a:ext uri="{FF2B5EF4-FFF2-40B4-BE49-F238E27FC236}">
                    <a16:creationId xmlns:a16="http://schemas.microsoft.com/office/drawing/2014/main" id="{D6E7790C-EFA6-205B-AA7E-8933925A08D8}"/>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79</a:t>
                </a:r>
              </a:p>
            </p:txBody>
          </p:sp>
          <p:sp>
            <p:nvSpPr>
              <p:cNvPr id="32" name="Rectangle 31">
                <a:extLst>
                  <a:ext uri="{FF2B5EF4-FFF2-40B4-BE49-F238E27FC236}">
                    <a16:creationId xmlns:a16="http://schemas.microsoft.com/office/drawing/2014/main" id="{25A668E2-44AE-1628-692A-7DB8F3106505}"/>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88</a:t>
                </a:r>
              </a:p>
            </p:txBody>
          </p:sp>
          <p:sp>
            <p:nvSpPr>
              <p:cNvPr id="33" name="Rectangle 32">
                <a:extLst>
                  <a:ext uri="{FF2B5EF4-FFF2-40B4-BE49-F238E27FC236}">
                    <a16:creationId xmlns:a16="http://schemas.microsoft.com/office/drawing/2014/main" id="{F7417051-D21F-D6CB-28D4-1B6F60435E43}"/>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90</a:t>
                </a:r>
              </a:p>
            </p:txBody>
          </p:sp>
          <p:sp>
            <p:nvSpPr>
              <p:cNvPr id="34" name="Rectangle 33">
                <a:extLst>
                  <a:ext uri="{FF2B5EF4-FFF2-40B4-BE49-F238E27FC236}">
                    <a16:creationId xmlns:a16="http://schemas.microsoft.com/office/drawing/2014/main" id="{7309F633-6539-348A-1F6C-D56F8A4F809F}"/>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42</a:t>
                </a:r>
              </a:p>
            </p:txBody>
          </p:sp>
          <p:sp>
            <p:nvSpPr>
              <p:cNvPr id="35" name="Rectangle 34">
                <a:extLst>
                  <a:ext uri="{FF2B5EF4-FFF2-40B4-BE49-F238E27FC236}">
                    <a16:creationId xmlns:a16="http://schemas.microsoft.com/office/drawing/2014/main" id="{B466DD14-A64B-294C-43E0-C5E8D4EED07D}"/>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13</a:t>
                </a:r>
              </a:p>
            </p:txBody>
          </p:sp>
          <p:sp>
            <p:nvSpPr>
              <p:cNvPr id="36" name="Rectangle 35">
                <a:extLst>
                  <a:ext uri="{FF2B5EF4-FFF2-40B4-BE49-F238E27FC236}">
                    <a16:creationId xmlns:a16="http://schemas.microsoft.com/office/drawing/2014/main" id="{403788EE-839A-FB61-61FE-2B8B0632EB44}"/>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37" name="Rectangle 36">
                <a:extLst>
                  <a:ext uri="{FF2B5EF4-FFF2-40B4-BE49-F238E27FC236}">
                    <a16:creationId xmlns:a16="http://schemas.microsoft.com/office/drawing/2014/main" id="{60A3AF49-46C7-513F-3224-BA4FD5159D60}"/>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95</a:t>
                </a:r>
              </a:p>
            </p:txBody>
          </p:sp>
          <p:sp>
            <p:nvSpPr>
              <p:cNvPr id="38" name="Rectangle 37">
                <a:extLst>
                  <a:ext uri="{FF2B5EF4-FFF2-40B4-BE49-F238E27FC236}">
                    <a16:creationId xmlns:a16="http://schemas.microsoft.com/office/drawing/2014/main" id="{964673FF-596D-BF38-FFF8-3655BB1ADEA3}"/>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39" name="Rectangle 38">
                <a:extLst>
                  <a:ext uri="{FF2B5EF4-FFF2-40B4-BE49-F238E27FC236}">
                    <a16:creationId xmlns:a16="http://schemas.microsoft.com/office/drawing/2014/main" id="{AD53A5EE-E6AB-D2E9-69DA-7578314EC4E0}"/>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99</a:t>
                </a:r>
              </a:p>
            </p:txBody>
          </p:sp>
        </p:gr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F8167D4-1D86-3359-ACFA-A83298537106}"/>
                  </a:ext>
                </a:extLst>
              </p14:cNvPr>
              <p14:cNvContentPartPr/>
              <p14:nvPr/>
            </p14:nvContentPartPr>
            <p14:xfrm>
              <a:off x="2025000" y="3165840"/>
              <a:ext cx="8351640" cy="3276000"/>
            </p14:xfrm>
          </p:contentPart>
        </mc:Choice>
        <mc:Fallback>
          <p:pic>
            <p:nvPicPr>
              <p:cNvPr id="4" name="Ink 3">
                <a:extLst>
                  <a:ext uri="{FF2B5EF4-FFF2-40B4-BE49-F238E27FC236}">
                    <a16:creationId xmlns:a16="http://schemas.microsoft.com/office/drawing/2014/main" id="{4F8167D4-1D86-3359-ACFA-A83298537106}"/>
                  </a:ext>
                </a:extLst>
              </p:cNvPr>
              <p:cNvPicPr/>
              <p:nvPr/>
            </p:nvPicPr>
            <p:blipFill>
              <a:blip r:embed="rId3"/>
              <a:stretch>
                <a:fillRect/>
              </a:stretch>
            </p:blipFill>
            <p:spPr>
              <a:xfrm>
                <a:off x="2015640" y="3156480"/>
                <a:ext cx="8370360" cy="3294720"/>
              </a:xfrm>
              <a:prstGeom prst="rect">
                <a:avLst/>
              </a:prstGeom>
            </p:spPr>
          </p:pic>
        </mc:Fallback>
      </mc:AlternateContent>
    </p:spTree>
    <p:extLst>
      <p:ext uri="{BB962C8B-B14F-4D97-AF65-F5344CB8AC3E}">
        <p14:creationId xmlns:p14="http://schemas.microsoft.com/office/powerpoint/2010/main" val="951965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C471-0E49-9D75-75DE-5A00835E8F95}"/>
              </a:ext>
            </a:extLst>
          </p:cNvPr>
          <p:cNvSpPr>
            <a:spLocks noGrp="1"/>
          </p:cNvSpPr>
          <p:nvPr>
            <p:ph type="title"/>
          </p:nvPr>
        </p:nvSpPr>
        <p:spPr/>
        <p:txBody>
          <a:bodyPr/>
          <a:lstStyle/>
          <a:p>
            <a:r>
              <a:rPr lang="en-US" dirty="0"/>
              <a:t>Prettier List Sum Substitution </a:t>
            </a:r>
          </a:p>
        </p:txBody>
      </p:sp>
      <p:sp>
        <p:nvSpPr>
          <p:cNvPr id="3" name="Content Placeholder 2">
            <a:extLst>
              <a:ext uri="{FF2B5EF4-FFF2-40B4-BE49-F238E27FC236}">
                <a16:creationId xmlns:a16="http://schemas.microsoft.com/office/drawing/2014/main" id="{FEFDDAAF-81C9-60F9-3FF1-0F973D6184CC}"/>
              </a:ext>
            </a:extLst>
          </p:cNvPr>
          <p:cNvSpPr>
            <a:spLocks noGrp="1"/>
          </p:cNvSpPr>
          <p:nvPr>
            <p:ph idx="1"/>
          </p:nvPr>
        </p:nvSpPr>
        <p:spPr/>
        <p:txBody>
          <a:bodyPr/>
          <a:lstStyle/>
          <a:p>
            <a:r>
              <a:rPr lang="en-US" dirty="0">
                <a:solidFill>
                  <a:srgbClr val="FF0000"/>
                </a:solidFill>
              </a:rPr>
              <a:t>Draw a picture of the recursion</a:t>
            </a:r>
          </a:p>
          <a:p>
            <a:r>
              <a:rPr lang="en-US" dirty="0">
                <a:solidFill>
                  <a:srgbClr val="0070C0"/>
                </a:solidFill>
              </a:rPr>
              <a:t>Identify the work done per stack frame</a:t>
            </a:r>
          </a:p>
          <a:p>
            <a:r>
              <a:rPr lang="en-US" dirty="0"/>
              <a:t>Add up all the work!</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71D829C-229D-3C07-6BB5-2622736B211F}"/>
                  </a:ext>
                </a:extLst>
              </p:cNvPr>
              <p:cNvSpPr txBox="1"/>
              <p:nvPr/>
            </p:nvSpPr>
            <p:spPr>
              <a:xfrm>
                <a:off x="6265675" y="1825625"/>
                <a:ext cx="384918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+1</m:t>
                      </m:r>
                    </m:oMath>
                  </m:oMathPara>
                </a14:m>
                <a:endParaRPr lang="en-US" sz="2400" dirty="0"/>
              </a:p>
            </p:txBody>
          </p:sp>
        </mc:Choice>
        <mc:Fallback xmlns="">
          <p:sp>
            <p:nvSpPr>
              <p:cNvPr id="7" name="TextBox 6">
                <a:extLst>
                  <a:ext uri="{FF2B5EF4-FFF2-40B4-BE49-F238E27FC236}">
                    <a16:creationId xmlns:a16="http://schemas.microsoft.com/office/drawing/2014/main" id="{C71D829C-229D-3C07-6BB5-2622736B211F}"/>
                  </a:ext>
                </a:extLst>
              </p:cNvPr>
              <p:cNvSpPr txBox="1">
                <a:spLocks noRot="1" noChangeAspect="1" noMove="1" noResize="1" noEditPoints="1" noAdjustHandles="1" noChangeArrowheads="1" noChangeShapeType="1" noTextEdit="1"/>
              </p:cNvSpPr>
              <p:nvPr/>
            </p:nvSpPr>
            <p:spPr>
              <a:xfrm>
                <a:off x="6265675" y="1825625"/>
                <a:ext cx="3849189" cy="461665"/>
              </a:xfrm>
              <a:prstGeom prst="rect">
                <a:avLst/>
              </a:prstGeom>
              <a:blipFill>
                <a:blip r:embed="rId2"/>
                <a:stretch>
                  <a:fillRect/>
                </a:stretch>
              </a:blipFill>
            </p:spPr>
            <p:txBody>
              <a:bodyPr/>
              <a:lstStyle/>
              <a:p>
                <a:r>
                  <a:rPr lang="en-US">
                    <a:noFill/>
                  </a:rPr>
                  <a:t> </a:t>
                </a:r>
              </a:p>
            </p:txBody>
          </p:sp>
        </mc:Fallback>
      </mc:AlternateContent>
      <p:sp>
        <p:nvSpPr>
          <p:cNvPr id="32" name="Left Brace 31" descr="Because we need to make n recursive calls before reaching a base case, the height of this chain of stack frames is n.">
            <a:extLst>
              <a:ext uri="{FF2B5EF4-FFF2-40B4-BE49-F238E27FC236}">
                <a16:creationId xmlns:a16="http://schemas.microsoft.com/office/drawing/2014/main" id="{AB522D64-0FDA-0C3B-396A-2F0191CC116C}"/>
              </a:ext>
            </a:extLst>
          </p:cNvPr>
          <p:cNvSpPr/>
          <p:nvPr/>
        </p:nvSpPr>
        <p:spPr>
          <a:xfrm flipH="1" flipV="1">
            <a:off x="9717016" y="2150498"/>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3" name="Text Box 2">
                <a:extLst>
                  <a:ext uri="{FF2B5EF4-FFF2-40B4-BE49-F238E27FC236}">
                    <a16:creationId xmlns:a16="http://schemas.microsoft.com/office/drawing/2014/main" id="{52F20E8C-E391-FFF9-D4BD-C29BBABEF110}"/>
                  </a:ext>
                </a:extLst>
              </p:cNvPr>
              <p:cNvSpPr txBox="1">
                <a:spLocks noChangeArrowheads="1"/>
              </p:cNvSpPr>
              <p:nvPr/>
            </p:nvSpPr>
            <p:spPr bwMode="auto">
              <a:xfrm>
                <a:off x="9879612" y="3995722"/>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33" name="Text Box 2">
                <a:extLst>
                  <a:ext uri="{FF2B5EF4-FFF2-40B4-BE49-F238E27FC236}">
                    <a16:creationId xmlns:a16="http://schemas.microsoft.com/office/drawing/2014/main" id="{52F20E8C-E391-FFF9-D4BD-C29BBABEF110}"/>
                  </a:ext>
                </a:extLst>
              </p:cNvPr>
              <p:cNvSpPr txBox="1">
                <a:spLocks noRot="1" noChangeAspect="1" noMove="1" noResize="1" noEditPoints="1" noAdjustHandles="1" noChangeArrowheads="1" noChangeShapeType="1" noTextEdit="1"/>
              </p:cNvSpPr>
              <p:nvPr/>
            </p:nvSpPr>
            <p:spPr bwMode="auto">
              <a:xfrm>
                <a:off x="9879612" y="3995722"/>
                <a:ext cx="2312388" cy="954107"/>
              </a:xfrm>
              <a:prstGeom prst="rect">
                <a:avLst/>
              </a:prstGeom>
              <a:blipFill>
                <a:blip r:embed="rId3"/>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17EAD35-6AB2-0B1C-8834-423A45431A3C}"/>
                  </a:ext>
                </a:extLst>
              </p:cNvPr>
              <p:cNvSpPr txBox="1"/>
              <p:nvPr/>
            </p:nvSpPr>
            <p:spPr>
              <a:xfrm>
                <a:off x="758066" y="4398063"/>
                <a:ext cx="3874650" cy="646331"/>
              </a:xfrm>
              <a:prstGeom prst="rect">
                <a:avLst/>
              </a:prstGeom>
              <a:noFill/>
            </p:spPr>
            <p:txBody>
              <a:bodyPr wrap="none" rtlCol="0">
                <a:spAutoFit/>
              </a:bodyPr>
              <a:lstStyle/>
              <a:p>
                <a:r>
                  <a:rPr lang="en-US" sz="3600" dirty="0"/>
                  <a:t>Running time: </a:t>
                </a:r>
                <a14:m>
                  <m:oMath xmlns:m="http://schemas.openxmlformats.org/officeDocument/2006/math">
                    <m:r>
                      <m:rPr>
                        <m:sty m:val="p"/>
                      </m:rPr>
                      <a:rPr lang="en-US" sz="3600" b="0" i="0" smtClean="0">
                        <a:latin typeface="Cambria Math" panose="02040503050406030204" pitchFamily="18" charset="0"/>
                      </a:rPr>
                      <m:t>Θ</m:t>
                    </m:r>
                    <m:r>
                      <a:rPr lang="en-US" sz="3600" b="0" i="1" smtClean="0">
                        <a:latin typeface="Cambria Math" panose="02040503050406030204" pitchFamily="18" charset="0"/>
                      </a:rPr>
                      <m:t>(</m:t>
                    </m:r>
                    <m:r>
                      <a:rPr lang="en-US" sz="3600" b="0" i="1" smtClean="0">
                        <a:latin typeface="Cambria Math" panose="02040503050406030204" pitchFamily="18" charset="0"/>
                      </a:rPr>
                      <m:t>𝑛</m:t>
                    </m:r>
                    <m:r>
                      <a:rPr lang="en-US" sz="3600" b="0" i="1" smtClean="0">
                        <a:latin typeface="Cambria Math" panose="02040503050406030204" pitchFamily="18" charset="0"/>
                      </a:rPr>
                      <m:t>)</m:t>
                    </m:r>
                  </m:oMath>
                </a14:m>
                <a:endParaRPr lang="en-US" sz="3600" dirty="0"/>
              </a:p>
            </p:txBody>
          </p:sp>
        </mc:Choice>
        <mc:Fallback xmlns="">
          <p:sp>
            <p:nvSpPr>
              <p:cNvPr id="6" name="TextBox 5">
                <a:extLst>
                  <a:ext uri="{FF2B5EF4-FFF2-40B4-BE49-F238E27FC236}">
                    <a16:creationId xmlns:a16="http://schemas.microsoft.com/office/drawing/2014/main" id="{C17EAD35-6AB2-0B1C-8834-423A45431A3C}"/>
                  </a:ext>
                </a:extLst>
              </p:cNvPr>
              <p:cNvSpPr txBox="1">
                <a:spLocks noRot="1" noChangeAspect="1" noMove="1" noResize="1" noEditPoints="1" noAdjustHandles="1" noChangeArrowheads="1" noChangeShapeType="1" noTextEdit="1"/>
              </p:cNvSpPr>
              <p:nvPr/>
            </p:nvSpPr>
            <p:spPr>
              <a:xfrm>
                <a:off x="758066" y="4398063"/>
                <a:ext cx="3874650" cy="646331"/>
              </a:xfrm>
              <a:prstGeom prst="rect">
                <a:avLst/>
              </a:prstGeom>
              <a:blipFill>
                <a:blip r:embed="rId4"/>
                <a:stretch>
                  <a:fillRect l="-4717" t="-14151" b="-34906"/>
                </a:stretch>
              </a:blipFill>
            </p:spPr>
            <p:txBody>
              <a:bodyPr/>
              <a:lstStyle/>
              <a:p>
                <a:r>
                  <a:rPr lang="en-US">
                    <a:noFill/>
                  </a:rPr>
                  <a:t> </a:t>
                </a:r>
              </a:p>
            </p:txBody>
          </p:sp>
        </mc:Fallback>
      </mc:AlternateContent>
      <p:grpSp>
        <p:nvGrpSpPr>
          <p:cNvPr id="12" name="Group 11" descr="A picture of the recursion of linear search.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a box with a smaller input (specifically 1 unit smaller) to represent the larger box recursively invoking linear search with the smaller input.">
            <a:extLst>
              <a:ext uri="{FF2B5EF4-FFF2-40B4-BE49-F238E27FC236}">
                <a16:creationId xmlns:a16="http://schemas.microsoft.com/office/drawing/2014/main" id="{14BEBE9B-12FE-2004-6DBA-68AFD87D5C23}"/>
              </a:ext>
            </a:extLst>
          </p:cNvPr>
          <p:cNvGrpSpPr/>
          <p:nvPr/>
        </p:nvGrpSpPr>
        <p:grpSpPr>
          <a:xfrm>
            <a:off x="7559285" y="2131196"/>
            <a:ext cx="1737782" cy="4253404"/>
            <a:chOff x="7673338" y="1678247"/>
            <a:chExt cx="1737782" cy="4253404"/>
          </a:xfrm>
        </p:grpSpPr>
        <mc:AlternateContent xmlns:mc="http://schemas.openxmlformats.org/markup-compatibility/2006" xmlns:a14="http://schemas.microsoft.com/office/drawing/2010/main">
          <mc:Choice Requires="a14">
            <p:sp>
              <p:nvSpPr>
                <p:cNvPr id="4" name="Text Box 41">
                  <a:extLst>
                    <a:ext uri="{FF2B5EF4-FFF2-40B4-BE49-F238E27FC236}">
                      <a16:creationId xmlns:a16="http://schemas.microsoft.com/office/drawing/2014/main" id="{E7A861BF-0626-CE47-F3EB-D65BF39B7700}"/>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Box 41">
                  <a:extLst>
                    <a:ext uri="{FF2B5EF4-FFF2-40B4-BE49-F238E27FC236}">
                      <a16:creationId xmlns:a16="http://schemas.microsoft.com/office/drawing/2014/main" id="{526E2983-A463-A0EE-B0DB-A268A8B8412A}"/>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−1</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2DB49E5C-7AA5-2844-7FEA-F0D4A3178B4D}"/>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17512E4D-96D0-AC62-9DE6-378647691C59}"/>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−3</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7C6A9046-97A8-1FAD-BB03-9BB482BBAF1E}"/>
                </a:ext>
              </a:extLst>
            </p:cNvPr>
            <p:cNvCxnSpPr>
              <a:cxnSpLocks/>
              <a:stCxn id="4" idx="2"/>
              <a:endCxn id="5"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1467D28-1318-9063-0540-C3E454C67874}"/>
                </a:ext>
              </a:extLst>
            </p:cNvPr>
            <p:cNvCxnSpPr>
              <a:cxnSpLocks/>
              <a:stCxn id="5" idx="2"/>
              <a:endCxn id="8"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C2CACAE-D845-C8E4-F943-E9AE13D618B6}"/>
                </a:ext>
              </a:extLst>
            </p:cNvPr>
            <p:cNvCxnSpPr>
              <a:cxnSpLocks/>
              <a:stCxn id="8" idx="2"/>
              <a:endCxn id="9"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 Box 41">
                  <a:extLst>
                    <a:ext uri="{FF2B5EF4-FFF2-40B4-BE49-F238E27FC236}">
                      <a16:creationId xmlns:a16="http://schemas.microsoft.com/office/drawing/2014/main" id="{BD5DB48A-B532-2E68-E804-2C1AEECBA684}"/>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2559CB69-DCE6-7974-5537-E6969488B3D5}"/>
                </a:ext>
              </a:extLst>
            </p:cNvPr>
            <p:cNvCxnSpPr>
              <a:cxnSpLocks/>
              <a:stCxn id="9"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445BA787-0977-811B-55E2-A5A1337C969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58F77F7-7D60-EB65-A215-0D854398CFCA}"/>
                    </a:ext>
                  </a:extLst>
                </p:cNvPr>
                <p:cNvSpPr txBox="1"/>
                <p:nvPr/>
              </p:nvSpPr>
              <p:spPr>
                <a:xfrm>
                  <a:off x="9002408" y="167824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7" name="TextBox 26">
                  <a:extLst>
                    <a:ext uri="{FF2B5EF4-FFF2-40B4-BE49-F238E27FC236}">
                      <a16:creationId xmlns:a16="http://schemas.microsoft.com/office/drawing/2014/main" id="{C58F77F7-7D60-EB65-A215-0D854398CFCA}"/>
                    </a:ext>
                  </a:extLst>
                </p:cNvPr>
                <p:cNvSpPr txBox="1">
                  <a:spLocks noRot="1" noChangeAspect="1" noMove="1" noResize="1" noEditPoints="1" noAdjustHandles="1" noChangeArrowheads="1" noChangeShapeType="1" noTextEdit="1"/>
                </p:cNvSpPr>
                <p:nvPr/>
              </p:nvSpPr>
              <p:spPr>
                <a:xfrm>
                  <a:off x="9002408" y="1678247"/>
                  <a:ext cx="36580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22D0772-8582-C391-0488-93C9175AC40C}"/>
                    </a:ext>
                  </a:extLst>
                </p:cNvPr>
                <p:cNvSpPr txBox="1"/>
                <p:nvPr/>
              </p:nvSpPr>
              <p:spPr>
                <a:xfrm>
                  <a:off x="9002407" y="2525515"/>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8" name="TextBox 27">
                  <a:extLst>
                    <a:ext uri="{FF2B5EF4-FFF2-40B4-BE49-F238E27FC236}">
                      <a16:creationId xmlns:a16="http://schemas.microsoft.com/office/drawing/2014/main" id="{722D0772-8582-C391-0488-93C9175AC40C}"/>
                    </a:ext>
                  </a:extLst>
                </p:cNvPr>
                <p:cNvSpPr txBox="1">
                  <a:spLocks noRot="1" noChangeAspect="1" noMove="1" noResize="1" noEditPoints="1" noAdjustHandles="1" noChangeArrowheads="1" noChangeShapeType="1" noTextEdit="1"/>
                </p:cNvSpPr>
                <p:nvPr/>
              </p:nvSpPr>
              <p:spPr>
                <a:xfrm>
                  <a:off x="9002407" y="2525515"/>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218D935-1EA5-3D30-6436-E62E0AF4623E}"/>
                    </a:ext>
                  </a:extLst>
                </p:cNvPr>
                <p:cNvSpPr txBox="1"/>
                <p:nvPr/>
              </p:nvSpPr>
              <p:spPr>
                <a:xfrm>
                  <a:off x="9002407" y="334847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29" name="TextBox 28">
                  <a:extLst>
                    <a:ext uri="{FF2B5EF4-FFF2-40B4-BE49-F238E27FC236}">
                      <a16:creationId xmlns:a16="http://schemas.microsoft.com/office/drawing/2014/main" id="{5218D935-1EA5-3D30-6436-E62E0AF4623E}"/>
                    </a:ext>
                  </a:extLst>
                </p:cNvPr>
                <p:cNvSpPr txBox="1">
                  <a:spLocks noRot="1" noChangeAspect="1" noMove="1" noResize="1" noEditPoints="1" noAdjustHandles="1" noChangeArrowheads="1" noChangeShapeType="1" noTextEdit="1"/>
                </p:cNvSpPr>
                <p:nvPr/>
              </p:nvSpPr>
              <p:spPr>
                <a:xfrm>
                  <a:off x="9002407" y="3348473"/>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A48A35A-F221-0772-DE4C-D3264E78EC79}"/>
                    </a:ext>
                  </a:extLst>
                </p:cNvPr>
                <p:cNvSpPr txBox="1"/>
                <p:nvPr/>
              </p:nvSpPr>
              <p:spPr>
                <a:xfrm>
                  <a:off x="9002407" y="4171431"/>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0" name="TextBox 29">
                  <a:extLst>
                    <a:ext uri="{FF2B5EF4-FFF2-40B4-BE49-F238E27FC236}">
                      <a16:creationId xmlns:a16="http://schemas.microsoft.com/office/drawing/2014/main" id="{FA48A35A-F221-0772-DE4C-D3264E78EC79}"/>
                    </a:ext>
                  </a:extLst>
                </p:cNvPr>
                <p:cNvSpPr txBox="1">
                  <a:spLocks noRot="1" noChangeAspect="1" noMove="1" noResize="1" noEditPoints="1" noAdjustHandles="1" noChangeArrowheads="1" noChangeShapeType="1" noTextEdit="1"/>
                </p:cNvSpPr>
                <p:nvPr/>
              </p:nvSpPr>
              <p:spPr>
                <a:xfrm>
                  <a:off x="9002407" y="4171431"/>
                  <a:ext cx="365805"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CF95495-3C2E-4DF2-EEBF-4AC317B24405}"/>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D7D8E0AF-3481-5748-34FB-8D624C2E516D}"/>
                    </a:ext>
                  </a:extLst>
                </p14:cNvPr>
                <p14:cNvContentPartPr/>
                <p14:nvPr/>
              </p14:nvContentPartPr>
              <p14:xfrm>
                <a:off x="9410760" y="4483080"/>
                <a:ext cx="360" cy="360"/>
              </p14:xfrm>
            </p:contentPart>
          </mc:Choice>
          <mc:Fallback xmlns="">
            <p:pic>
              <p:nvPicPr>
                <p:cNvPr id="11" name="Ink 10">
                  <a:extLst>
                    <a:ext uri="{FF2B5EF4-FFF2-40B4-BE49-F238E27FC236}">
                      <a16:creationId xmlns:a16="http://schemas.microsoft.com/office/drawing/2014/main" id="{D7D8E0AF-3481-5748-34FB-8D624C2E516D}"/>
                    </a:ext>
                  </a:extLst>
                </p:cNvPr>
                <p:cNvPicPr/>
                <p:nvPr/>
              </p:nvPicPr>
              <p:blipFill>
                <a:blip r:embed="rId14"/>
                <a:stretch>
                  <a:fillRect/>
                </a:stretch>
              </p:blipFill>
              <p:spPr>
                <a:xfrm>
                  <a:off x="9401400" y="4473720"/>
                  <a:ext cx="19080" cy="19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34D63109-57FE-11E3-DFD0-EF14A2030B71}"/>
                  </a:ext>
                </a:extLst>
              </p14:cNvPr>
              <p14:cNvContentPartPr/>
              <p14:nvPr/>
            </p14:nvContentPartPr>
            <p14:xfrm>
              <a:off x="6781320" y="1650240"/>
              <a:ext cx="3014280" cy="4638600"/>
            </p14:xfrm>
          </p:contentPart>
        </mc:Choice>
        <mc:Fallback>
          <p:pic>
            <p:nvPicPr>
              <p:cNvPr id="14" name="Ink 13">
                <a:extLst>
                  <a:ext uri="{FF2B5EF4-FFF2-40B4-BE49-F238E27FC236}">
                    <a16:creationId xmlns:a16="http://schemas.microsoft.com/office/drawing/2014/main" id="{34D63109-57FE-11E3-DFD0-EF14A2030B71}"/>
                  </a:ext>
                </a:extLst>
              </p:cNvPr>
              <p:cNvPicPr/>
              <p:nvPr/>
            </p:nvPicPr>
            <p:blipFill>
              <a:blip r:embed="rId16"/>
              <a:stretch>
                <a:fillRect/>
              </a:stretch>
            </p:blipFill>
            <p:spPr>
              <a:xfrm>
                <a:off x="6771960" y="1640880"/>
                <a:ext cx="3033000" cy="4657320"/>
              </a:xfrm>
              <a:prstGeom prst="rect">
                <a:avLst/>
              </a:prstGeom>
            </p:spPr>
          </p:pic>
        </mc:Fallback>
      </mc:AlternateContent>
    </p:spTree>
    <p:extLst>
      <p:ext uri="{BB962C8B-B14F-4D97-AF65-F5344CB8AC3E}">
        <p14:creationId xmlns:p14="http://schemas.microsoft.com/office/powerpoint/2010/main" val="3771844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Recursive List Summation Code</a:t>
            </a:r>
          </a:p>
        </p:txBody>
      </p:sp>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0" indent="0">
              <a:buNone/>
            </a:pPr>
            <a:r>
              <a:rPr lang="en-US" sz="1800" b="0" dirty="0">
                <a:solidFill>
                  <a:srgbClr val="0000FF"/>
                </a:solidFill>
                <a:effectLst/>
                <a:latin typeface="Consolas" panose="020B0609020204030204" pitchFamily="49" charset="0"/>
              </a:rPr>
              <a:t>public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sum(</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list){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list.size</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a:t>
            </a:r>
          </a:p>
          <a:p>
            <a:pPr marL="0" indent="0">
              <a:buNone/>
            </a:pPr>
            <a:r>
              <a:rPr lang="en-US" sz="1800" b="0" dirty="0">
                <a:solidFill>
                  <a:srgbClr val="0000FF"/>
                </a:solidFill>
                <a:effectLst/>
                <a:latin typeface="Consolas" panose="020B0609020204030204" pitchFamily="49" charset="0"/>
              </a:rPr>
              <a:t>private</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list,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low,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high){</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(low == high){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(low == high-</a:t>
            </a:r>
            <a:r>
              <a:rPr lang="en-US" sz="1800" b="0" dirty="0">
                <a:solidFill>
                  <a:srgbClr val="098658"/>
                </a:solidFill>
                <a:effectLst/>
                <a:latin typeface="Consolas" panose="020B0609020204030204" pitchFamily="49" charset="0"/>
              </a:rPr>
              <a:t>1</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list[low]; }</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int</a:t>
            </a:r>
            <a:r>
              <a:rPr lang="en-US" sz="1800" b="0" dirty="0">
                <a:solidFill>
                  <a:srgbClr val="000000"/>
                </a:solidFill>
                <a:effectLst/>
                <a:latin typeface="Consolas" panose="020B0609020204030204" pitchFamily="49" charset="0"/>
              </a:rPr>
              <a:t> middle = (</a:t>
            </a:r>
            <a:r>
              <a:rPr lang="en-US" sz="1800" b="0" dirty="0" err="1">
                <a:solidFill>
                  <a:srgbClr val="000000"/>
                </a:solidFill>
                <a:effectLst/>
                <a:latin typeface="Consolas" panose="020B0609020204030204" pitchFamily="49" charset="0"/>
              </a:rPr>
              <a:t>high+low</a:t>
            </a:r>
            <a:r>
              <a:rPr lang="en-US" sz="1800" b="0" dirty="0">
                <a:solidFill>
                  <a:srgbClr val="000000"/>
                </a:solidFill>
                <a:effectLst/>
                <a:latin typeface="Consolas" panose="020B0609020204030204" pitchFamily="49" charset="0"/>
              </a:rPr>
              <a:t>)/</a:t>
            </a:r>
            <a:r>
              <a:rPr lang="en-US" sz="1800" b="0" dirty="0">
                <a:solidFill>
                  <a:srgbClr val="098658"/>
                </a:solidFill>
                <a:effectLst/>
                <a:latin typeface="Consolas" panose="020B0609020204030204" pitchFamily="49" charset="0"/>
              </a:rPr>
              <a:t>2</a:t>
            </a:r>
            <a:r>
              <a:rPr lang="en-US" sz="1800" b="0" dirty="0">
                <a:solidFill>
                  <a:srgbClr val="000000"/>
                </a:solidFill>
                <a:effectLst/>
                <a:latin typeface="Consolas" panose="020B0609020204030204" pitchFamily="49" charset="0"/>
              </a:rPr>
              <a:t>;</a:t>
            </a:r>
          </a:p>
          <a:p>
            <a:pPr marL="0" indent="0">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low, middle) + </a:t>
            </a:r>
            <a:r>
              <a:rPr lang="en-US" sz="1800" b="0" dirty="0" err="1">
                <a:solidFill>
                  <a:srgbClr val="000000"/>
                </a:solidFill>
                <a:effectLst/>
                <a:latin typeface="Consolas" panose="020B0609020204030204" pitchFamily="49" charset="0"/>
              </a:rPr>
              <a:t>sum_helper</a:t>
            </a:r>
            <a:r>
              <a:rPr lang="en-US" sz="1800" b="0" dirty="0">
                <a:solidFill>
                  <a:srgbClr val="000000"/>
                </a:solidFill>
                <a:effectLst/>
                <a:latin typeface="Consolas" panose="020B0609020204030204" pitchFamily="49" charset="0"/>
              </a:rPr>
              <a:t>(list, middle, high);</a:t>
            </a:r>
          </a:p>
          <a:p>
            <a:pPr marL="0" indent="0">
              <a:buNone/>
            </a:pPr>
            <a:r>
              <a:rPr lang="en-US" sz="1800" b="0" dirty="0">
                <a:solidFill>
                  <a:srgbClr val="000000"/>
                </a:solidFill>
                <a:effectLst/>
                <a:latin typeface="Consolas" panose="020B0609020204030204" pitchFamily="49" charset="0"/>
              </a:rPr>
              <a: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C9FA24B-E25C-57CA-B922-9BE94CEF8803}"/>
                  </a:ext>
                </a:extLst>
              </p14:cNvPr>
              <p14:cNvContentPartPr/>
              <p14:nvPr/>
            </p14:nvContentPartPr>
            <p14:xfrm>
              <a:off x="749880" y="1310400"/>
              <a:ext cx="10954080" cy="4056840"/>
            </p14:xfrm>
          </p:contentPart>
        </mc:Choice>
        <mc:Fallback>
          <p:pic>
            <p:nvPicPr>
              <p:cNvPr id="4" name="Ink 3">
                <a:extLst>
                  <a:ext uri="{FF2B5EF4-FFF2-40B4-BE49-F238E27FC236}">
                    <a16:creationId xmlns:a16="http://schemas.microsoft.com/office/drawing/2014/main" id="{CC9FA24B-E25C-57CA-B922-9BE94CEF8803}"/>
                  </a:ext>
                </a:extLst>
              </p:cNvPr>
              <p:cNvPicPr/>
              <p:nvPr/>
            </p:nvPicPr>
            <p:blipFill>
              <a:blip r:embed="rId3"/>
              <a:stretch>
                <a:fillRect/>
              </a:stretch>
            </p:blipFill>
            <p:spPr>
              <a:xfrm>
                <a:off x="740520" y="1301040"/>
                <a:ext cx="10972800" cy="4075560"/>
              </a:xfrm>
              <a:prstGeom prst="rect">
                <a:avLst/>
              </a:prstGeom>
            </p:spPr>
          </p:pic>
        </mc:Fallback>
      </mc:AlternateContent>
    </p:spTree>
    <p:extLst>
      <p:ext uri="{BB962C8B-B14F-4D97-AF65-F5344CB8AC3E}">
        <p14:creationId xmlns:p14="http://schemas.microsoft.com/office/powerpoint/2010/main" val="4256711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315"/>
            <a:ext cx="10515600" cy="1325563"/>
          </a:xfrm>
        </p:spPr>
        <p:txBody>
          <a:bodyPr/>
          <a:lstStyle/>
          <a:p>
            <a:r>
              <a:rPr lang="en-US" dirty="0"/>
              <a:t>Tree Method for Recursive Summation</a:t>
            </a:r>
          </a:p>
        </p:txBody>
      </p:sp>
      <p:sp>
        <p:nvSpPr>
          <p:cNvPr id="4" name="Rectangle 3">
            <a:extLst>
              <a:ext uri="{FF2B5EF4-FFF2-40B4-BE49-F238E27FC236}">
                <a16:creationId xmlns:a16="http://schemas.microsoft.com/office/drawing/2014/main" id="{9012C2DE-48D7-4255-8090-ED57B66C05A8}"/>
              </a:ext>
            </a:extLst>
          </p:cNvPr>
          <p:cNvSpPr/>
          <p:nvPr/>
        </p:nvSpPr>
        <p:spPr>
          <a:xfrm>
            <a:off x="195866" y="1114400"/>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83" name="Rectangle 82">
            <a:extLst>
              <a:ext uri="{FF2B5EF4-FFF2-40B4-BE49-F238E27FC236}">
                <a16:creationId xmlns:a16="http://schemas.microsoft.com/office/drawing/2014/main" id="{77C56E80-DC90-4EC4-92E0-C4399C5085E9}"/>
              </a:ext>
            </a:extLst>
          </p:cNvPr>
          <p:cNvSpPr/>
          <p:nvPr/>
        </p:nvSpPr>
        <p:spPr>
          <a:xfrm>
            <a:off x="81538" y="1780780"/>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mc:AlternateContent xmlns:mc="http://schemas.openxmlformats.org/markup-compatibility/2006" xmlns:a14="http://schemas.microsoft.com/office/drawing/2010/main">
        <mc:Choice Requires="a14">
          <p:sp>
            <p:nvSpPr>
              <p:cNvPr id="45" name="Rectangle 44"/>
              <p:cNvSpPr/>
              <p:nvPr/>
            </p:nvSpPr>
            <p:spPr>
              <a:xfrm>
                <a:off x="4465610" y="1182558"/>
                <a:ext cx="3241721" cy="745460"/>
              </a:xfrm>
              <a:prstGeom prst="rect">
                <a:avLst/>
              </a:prstGeom>
            </p:spPr>
            <p:txBody>
              <a:bodyPr wrap="none">
                <a:spAutoFit/>
              </a:bodyPr>
              <a:lstStyle/>
              <a:p>
                <a:pPr lvl="1"/>
                <a14:m>
                  <m:oMathPara xmlns:m="http://schemas.openxmlformats.org/officeDocument/2006/math">
                    <m:oMathParaPr>
                      <m:jc m:val="center"/>
                    </m:oMathParaPr>
                    <m:oMath xmlns:m="http://schemas.openxmlformats.org/officeDocument/2006/math">
                      <m:r>
                        <a:rPr lang="en-US" sz="2400" i="1" smtClean="0">
                          <a:latin typeface="Cambria Math"/>
                        </a:rPr>
                        <m:t>𝑇</m:t>
                      </m:r>
                      <m:d>
                        <m:dPr>
                          <m:ctrlPr>
                            <a:rPr lang="en-US" sz="2400" i="1">
                              <a:latin typeface="Cambria Math" panose="02040503050406030204" pitchFamily="18" charset="0"/>
                            </a:rPr>
                          </m:ctrlPr>
                        </m:dPr>
                        <m:e>
                          <m:r>
                            <a:rPr lang="en-US" sz="2400" i="1">
                              <a:latin typeface="Cambria Math"/>
                            </a:rPr>
                            <m:t>𝑛</m:t>
                          </m:r>
                        </m:e>
                      </m:d>
                      <m:r>
                        <a:rPr lang="en-US" sz="2400" i="1">
                          <a:latin typeface="Cambria Math"/>
                        </a:rPr>
                        <m:t>=2</m:t>
                      </m:r>
                      <m:r>
                        <a:rPr lang="en-US" sz="2400" i="1">
                          <a:latin typeface="Cambria Math"/>
                        </a:rPr>
                        <m:t>𝑇</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a:rPr>
                                <m:t>𝑛</m:t>
                              </m:r>
                            </m:num>
                            <m:den>
                              <m:r>
                                <a:rPr lang="en-US" sz="2400" i="1">
                                  <a:latin typeface="Cambria Math"/>
                                </a:rPr>
                                <m:t>2</m:t>
                              </m:r>
                            </m:den>
                          </m:f>
                          <m:r>
                            <a:rPr lang="en-US" sz="2400" i="1">
                              <a:latin typeface="Cambria Math"/>
                            </a:rPr>
                            <m:t> </m:t>
                          </m:r>
                        </m:e>
                      </m:d>
                      <m:r>
                        <a:rPr lang="en-US" sz="2400" i="1">
                          <a:latin typeface="Cambria Math"/>
                        </a:rPr>
                        <m:t>+</m:t>
                      </m:r>
                      <m:r>
                        <a:rPr lang="en-US" sz="2400" b="0" i="1" smtClean="0">
                          <a:latin typeface="Cambria Math" panose="02040503050406030204" pitchFamily="18" charset="0"/>
                        </a:rPr>
                        <m:t>1</m:t>
                      </m:r>
                    </m:oMath>
                  </m:oMathPara>
                </a14:m>
                <a:endParaRPr lang="en-US" sz="2400" dirty="0"/>
              </a:p>
            </p:txBody>
          </p:sp>
        </mc:Choice>
        <mc:Fallback xmlns="">
          <p:sp>
            <p:nvSpPr>
              <p:cNvPr id="45" name="Rectangle 44"/>
              <p:cNvSpPr>
                <a:spLocks noRot="1" noChangeAspect="1" noMove="1" noResize="1" noEditPoints="1" noAdjustHandles="1" noChangeArrowheads="1" noChangeShapeType="1" noTextEdit="1"/>
              </p:cNvSpPr>
              <p:nvPr/>
            </p:nvSpPr>
            <p:spPr>
              <a:xfrm>
                <a:off x="4465610" y="1182558"/>
                <a:ext cx="3241721" cy="745460"/>
              </a:xfrm>
              <a:prstGeom prst="rect">
                <a:avLst/>
              </a:prstGeom>
              <a:blipFill>
                <a:blip r:embed="rId2"/>
                <a:stretch>
                  <a:fillRect/>
                </a:stretch>
              </a:blipFill>
            </p:spPr>
            <p:txBody>
              <a:bodyPr/>
              <a:lstStyle/>
              <a:p>
                <a:r>
                  <a:rPr lang="en-US">
                    <a:noFill/>
                  </a:rPr>
                  <a:t> </a:t>
                </a:r>
              </a:p>
            </p:txBody>
          </p:sp>
        </mc:Fallback>
      </mc:AlternateContent>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9F49813F-E6EA-4A18-6999-C83E2CFA528A}"/>
              </a:ext>
            </a:extLst>
          </p:cNvPr>
          <p:cNvGrpSpPr/>
          <p:nvPr/>
        </p:nvGrpSpPr>
        <p:grpSpPr>
          <a:xfrm>
            <a:off x="1295400" y="1992868"/>
            <a:ext cx="7071405" cy="3693910"/>
            <a:chOff x="1295400" y="1992868"/>
            <a:chExt cx="7071405" cy="3693910"/>
          </a:xfrm>
        </p:grpSpPr>
        <p:grpSp>
          <p:nvGrpSpPr>
            <p:cNvPr id="3" name="Group 2"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65A74FB7-C58B-91EF-9460-0BA341C59DEF}"/>
                </a:ext>
              </a:extLst>
            </p:cNvPr>
            <p:cNvGrpSpPr/>
            <p:nvPr/>
          </p:nvGrpSpPr>
          <p:grpSpPr>
            <a:xfrm>
              <a:off x="1295400" y="2133600"/>
              <a:ext cx="7071405" cy="3553178"/>
              <a:chOff x="1295400" y="2133600"/>
              <a:chExt cx="7071405" cy="3553178"/>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TextBox 65"/>
                  <p:cNvSpPr txBox="1"/>
                  <p:nvPr/>
                </p:nvSpPr>
                <p:spPr>
                  <a:xfrm>
                    <a:off x="3962400" y="2940302"/>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65805"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65805"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65805"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65805"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65805"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65805"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4" name="TextBox 63"/>
                <p:cNvSpPr txBox="1"/>
                <p:nvPr/>
              </p:nvSpPr>
              <p:spPr>
                <a:xfrm>
                  <a:off x="5668215" y="1992868"/>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65805"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229600" y="2133600"/>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267700" y="3676688"/>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267700" y="3676688"/>
                <a:ext cx="2312388" cy="954107"/>
              </a:xfrm>
              <a:prstGeom prst="rect">
                <a:avLst/>
              </a:prstGeom>
              <a:blipFill>
                <a:blip r:embed="rId28"/>
                <a:stretch>
                  <a:fillRect t="-6579" b="-15789"/>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8267700" y="2051914"/>
                <a:ext cx="3733827"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sSup>
                      <m:sSupPr>
                        <m:ctrlPr>
                          <a:rPr lang="en-US" sz="2600" b="0" i="1" smtClean="0">
                            <a:solidFill>
                              <a:srgbClr val="0070C0"/>
                            </a:solidFill>
                            <a:latin typeface="Cambria Math" panose="02040503050406030204" pitchFamily="18" charset="0"/>
                          </a:rPr>
                        </m:ctrlPr>
                      </m:sSupPr>
                      <m:e>
                        <m:r>
                          <a:rPr lang="en-US" sz="2600" b="0" i="1" smtClean="0">
                            <a:solidFill>
                              <a:srgbClr val="0070C0"/>
                            </a:solidFill>
                            <a:latin typeface="Cambria Math" panose="02040503050406030204" pitchFamily="18" charset="0"/>
                          </a:rPr>
                          <m:t>2</m:t>
                        </m:r>
                      </m:e>
                      <m:sup>
                        <m:r>
                          <a:rPr lang="en-US" sz="2600" b="0" i="1" smtClean="0">
                            <a:solidFill>
                              <a:srgbClr val="0070C0"/>
                            </a:solidFill>
                            <a:latin typeface="Cambria Math" panose="02040503050406030204" pitchFamily="18" charset="0"/>
                          </a:rPr>
                          <m:t>𝑖</m:t>
                        </m:r>
                      </m:sup>
                    </m:sSup>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8267700" y="2051914"/>
                <a:ext cx="3733827" cy="505395"/>
              </a:xfrm>
              <a:prstGeom prst="rect">
                <a:avLst/>
              </a:prstGeom>
              <a:blipFill>
                <a:blip r:embed="rId29"/>
                <a:stretch>
                  <a:fillRect t="-12048" b="-30120"/>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8419870" y="5302056"/>
                <a:ext cx="3641760"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8419870" y="5302056"/>
                <a:ext cx="3641760" cy="1324080"/>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1">
            <p14:nvContentPartPr>
              <p14:cNvPr id="6" name="Ink 5">
                <a:extLst>
                  <a:ext uri="{FF2B5EF4-FFF2-40B4-BE49-F238E27FC236}">
                    <a16:creationId xmlns:a16="http://schemas.microsoft.com/office/drawing/2014/main" id="{F3C73151-600A-A6FA-0054-563404BD9471}"/>
                  </a:ext>
                </a:extLst>
              </p14:cNvPr>
              <p14:cNvContentPartPr/>
              <p14:nvPr/>
            </p14:nvContentPartPr>
            <p14:xfrm>
              <a:off x="420840" y="1175760"/>
              <a:ext cx="9101520" cy="4687560"/>
            </p14:xfrm>
          </p:contentPart>
        </mc:Choice>
        <mc:Fallback>
          <p:pic>
            <p:nvPicPr>
              <p:cNvPr id="6" name="Ink 5">
                <a:extLst>
                  <a:ext uri="{FF2B5EF4-FFF2-40B4-BE49-F238E27FC236}">
                    <a16:creationId xmlns:a16="http://schemas.microsoft.com/office/drawing/2014/main" id="{F3C73151-600A-A6FA-0054-563404BD9471}"/>
                  </a:ext>
                </a:extLst>
              </p:cNvPr>
              <p:cNvPicPr/>
              <p:nvPr/>
            </p:nvPicPr>
            <p:blipFill>
              <a:blip r:embed="rId32"/>
              <a:stretch>
                <a:fillRect/>
              </a:stretch>
            </p:blipFill>
            <p:spPr>
              <a:xfrm>
                <a:off x="411480" y="1166400"/>
                <a:ext cx="9120240" cy="4706280"/>
              </a:xfrm>
              <a:prstGeom prst="rect">
                <a:avLst/>
              </a:prstGeom>
            </p:spPr>
          </p:pic>
        </mc:Fallback>
      </mc:AlternateContent>
    </p:spTree>
    <p:extLst>
      <p:ext uri="{BB962C8B-B14F-4D97-AF65-F5344CB8AC3E}">
        <p14:creationId xmlns:p14="http://schemas.microsoft.com/office/powerpoint/2010/main" val="99370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1" grpId="0"/>
      <p:bldP spid="4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Recursive List Summation – Solving the Series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1+</m:t>
                                          </m:r>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num>
                            <m:den>
                              <m:r>
                                <a:rPr lang="en-US" sz="2800" b="0" i="1" smtClean="0">
                                  <a:latin typeface="Cambria Math" panose="02040503050406030204" pitchFamily="18" charset="0"/>
                                </a:rPr>
                                <m:t>2−1</m:t>
                              </m:r>
                            </m:den>
                          </m:f>
                        </m:e>
                      </m:d>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r>
                        <a:rPr lang="en-US" sz="2800" b="0" i="1" smtClean="0">
                          <a:latin typeface="Cambria Math" panose="02040503050406030204" pitchFamily="18" charset="0"/>
                        </a:rPr>
                        <m:t>𝑛</m:t>
                      </m:r>
                      <m:r>
                        <a:rPr lang="en-US" sz="2800" b="0" i="1" smtClean="0">
                          <a:latin typeface="Cambria Math" panose="02040503050406030204" pitchFamily="18" charset="0"/>
                        </a:rPr>
                        <m:t>−1=</m:t>
                      </m:r>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m:t>
                      </m:r>
                    </m:oMath>
                  </m:oMathPara>
                </a14:m>
                <a:endParaRPr lang="en-US" sz="2800" dirty="0"/>
              </a:p>
              <a:p>
                <a:pPr marL="457200" lvl="1" indent="0">
                  <a:buNone/>
                </a:pPr>
                <a:endParaRPr lang="en-US" sz="2800" dirty="0"/>
              </a:p>
              <a:p>
                <a:pPr marL="457200" lvl="1" indent="0">
                  <a:buNone/>
                </a:pPr>
                <a:endParaRPr lang="en-US" sz="2800" dirty="0"/>
              </a:p>
            </p:txBody>
          </p:sp>
        </mc:Choice>
        <mc:Fallback xmlns="">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16107A9-6747-A13B-A1D8-6D9D6A535DC9}"/>
                  </a:ext>
                </a:extLst>
              </p14:cNvPr>
              <p14:cNvContentPartPr/>
              <p14:nvPr/>
            </p14:nvContentPartPr>
            <p14:xfrm>
              <a:off x="3518280" y="2232000"/>
              <a:ext cx="4329360" cy="3940560"/>
            </p14:xfrm>
          </p:contentPart>
        </mc:Choice>
        <mc:Fallback>
          <p:pic>
            <p:nvPicPr>
              <p:cNvPr id="4" name="Ink 3">
                <a:extLst>
                  <a:ext uri="{FF2B5EF4-FFF2-40B4-BE49-F238E27FC236}">
                    <a16:creationId xmlns:a16="http://schemas.microsoft.com/office/drawing/2014/main" id="{916107A9-6747-A13B-A1D8-6D9D6A535DC9}"/>
                  </a:ext>
                </a:extLst>
              </p:cNvPr>
              <p:cNvPicPr/>
              <p:nvPr/>
            </p:nvPicPr>
            <p:blipFill>
              <a:blip r:embed="rId4"/>
              <a:stretch>
                <a:fillRect/>
              </a:stretch>
            </p:blipFill>
            <p:spPr>
              <a:xfrm>
                <a:off x="3508920" y="2222640"/>
                <a:ext cx="4348080" cy="3959280"/>
              </a:xfrm>
              <a:prstGeom prst="rect">
                <a:avLst/>
              </a:prstGeom>
            </p:spPr>
          </p:pic>
        </mc:Fallback>
      </mc:AlternateContent>
    </p:spTree>
    <p:extLst>
      <p:ext uri="{BB962C8B-B14F-4D97-AF65-F5344CB8AC3E}">
        <p14:creationId xmlns:p14="http://schemas.microsoft.com/office/powerpoint/2010/main" val="90250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63FB1-2024-3C2F-82C7-A570445A90E0}"/>
              </a:ext>
            </a:extLst>
          </p:cNvPr>
          <p:cNvSpPr>
            <a:spLocks noGrp="1"/>
          </p:cNvSpPr>
          <p:nvPr>
            <p:ph type="title"/>
          </p:nvPr>
        </p:nvSpPr>
        <p:spPr/>
        <p:txBody>
          <a:bodyPr/>
          <a:lstStyle/>
          <a:p>
            <a:r>
              <a:rPr lang="en-US" dirty="0"/>
              <a:t>Tree Method Summary: Chip and Conquer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E1F56D-397B-4864-2127-448D2A1008AD}"/>
                  </a:ext>
                </a:extLst>
              </p:cNvPr>
              <p:cNvSpPr>
                <a:spLocks noGrp="1"/>
              </p:cNvSpPr>
              <p:nvPr>
                <p:ph idx="1"/>
              </p:nvPr>
            </p:nvSpPr>
            <p:spPr>
              <a:xfrm>
                <a:off x="838200" y="1825625"/>
                <a:ext cx="10515600" cy="4813714"/>
              </a:xfrm>
            </p:spPr>
            <p:txBody>
              <a:bodyPr>
                <a:normAutofit fontScale="92500" lnSpcReduction="20000"/>
              </a:bodyPr>
              <a:lstStyle/>
              <a:p>
                <a:r>
                  <a:rPr lang="en-US" dirty="0"/>
                  <a:t>Recurrence looks like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Use the recurrence to draw a tree</a:t>
                </a:r>
              </a:p>
              <a:p>
                <a:pPr lvl="1"/>
                <a14:m>
                  <m:oMath xmlns:m="http://schemas.openxmlformats.org/officeDocument/2006/math">
                    <m:r>
                      <a:rPr lang="en-US" b="0" i="1" smtClean="0">
                        <a:latin typeface="Cambria Math" panose="02040503050406030204" pitchFamily="18" charset="0"/>
                      </a:rPr>
                      <m:t>𝑎</m:t>
                    </m:r>
                  </m:oMath>
                </a14:m>
                <a:r>
                  <a:rPr lang="en-US" dirty="0"/>
                  <a:t> is the branching factor of the tree (e.g. 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m:t>
                    </m:r>
                  </m:oMath>
                </a14:m>
                <a:r>
                  <a:rPr lang="en-US" dirty="0"/>
                  <a:t> then it’s a binary tree)</a:t>
                </a:r>
              </a:p>
              <a:p>
                <a:pPr lvl="1"/>
                <a:r>
                  <a:rPr lang="en-US" dirty="0"/>
                  <a:t>Subtract </a:t>
                </a:r>
                <a14:m>
                  <m:oMath xmlns:m="http://schemas.openxmlformats.org/officeDocument/2006/math">
                    <m:r>
                      <a:rPr lang="en-US" b="0" i="1" smtClean="0">
                        <a:latin typeface="Cambria Math" panose="02040503050406030204" pitchFamily="18" charset="0"/>
                      </a:rPr>
                      <m:t>𝑏</m:t>
                    </m:r>
                  </m:oMath>
                </a14:m>
                <a:r>
                  <a:rPr lang="en-US" dirty="0"/>
                  <a:t> from the parent’s input size to get children’s input size</a:t>
                </a:r>
              </a:p>
              <a:p>
                <a:pPr lvl="1"/>
                <a:r>
                  <a:rPr lang="en-US" dirty="0"/>
                  <a:t>Work done per node is given by applying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to that node’s input size</a:t>
                </a:r>
              </a:p>
              <a:p>
                <a:pPr lvl="1"/>
                <a:r>
                  <a:rPr lang="en-US" dirty="0"/>
                  <a:t>Height of the tree is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oMath>
                </a14:m>
                <a:endParaRPr lang="en-US" dirty="0"/>
              </a:p>
              <a:p>
                <a:pPr lvl="2"/>
                <a:r>
                  <a:rPr lang="en-US" dirty="0"/>
                  <a:t>Because that is the number of times we must subtract </a:t>
                </a:r>
                <a14:m>
                  <m:oMath xmlns:m="http://schemas.openxmlformats.org/officeDocument/2006/math">
                    <m:r>
                      <a:rPr lang="en-US" b="0" i="1" smtClean="0">
                        <a:latin typeface="Cambria Math" panose="02040503050406030204" pitchFamily="18" charset="0"/>
                      </a:rPr>
                      <m:t>𝑏</m:t>
                    </m:r>
                  </m:oMath>
                </a14:m>
                <a:r>
                  <a:rPr lang="en-US" dirty="0"/>
                  <a:t> until reaching a base case</a:t>
                </a:r>
              </a:p>
              <a:p>
                <a:pPr lvl="2"/>
                <a:r>
                  <a:rPr lang="en-US" dirty="0"/>
                  <a:t>Answer to the question “how many times must we subtract </a:t>
                </a:r>
                <a14:m>
                  <m:oMath xmlns:m="http://schemas.openxmlformats.org/officeDocument/2006/math">
                    <m:r>
                      <a:rPr lang="en-US" b="0" i="1" smtClean="0">
                        <a:latin typeface="Cambria Math" panose="02040503050406030204" pitchFamily="18" charset="0"/>
                      </a:rPr>
                      <m:t>𝑏</m:t>
                    </m:r>
                  </m:oMath>
                </a14:m>
                <a:r>
                  <a:rPr lang="en-US" dirty="0"/>
                  <a:t> until we reach 0?”</a:t>
                </a:r>
              </a:p>
              <a:p>
                <a:pPr lvl="3"/>
                <a:r>
                  <a:rPr lang="en-US" dirty="0"/>
                  <a:t>Any base case is a constant, so to reach a larger value would just be a constant change</a:t>
                </a:r>
              </a:p>
              <a:p>
                <a:r>
                  <a:rPr lang="en-US" dirty="0"/>
                  <a:t>Use the tree to express running time as a series</a:t>
                </a:r>
              </a:p>
              <a:p>
                <a:pPr lvl="1"/>
                <a:r>
                  <a:rPr lang="en-US" dirty="0"/>
                  <a:t>Adding work done for each node level-by-level</a:t>
                </a:r>
              </a:p>
              <a:p>
                <a:pPr lvl="1"/>
                <a:r>
                  <a:rPr lang="en-US" dirty="0"/>
                  <a:t>Identify a pattern to express work done at level </a:t>
                </a:r>
                <a14:m>
                  <m:oMath xmlns:m="http://schemas.openxmlformats.org/officeDocument/2006/math">
                    <m:r>
                      <a:rPr lang="en-US" b="0" i="1" smtClean="0">
                        <a:latin typeface="Cambria Math" panose="02040503050406030204" pitchFamily="18" charset="0"/>
                      </a:rPr>
                      <m:t>𝑖</m:t>
                    </m:r>
                  </m:oMath>
                </a14:m>
                <a:r>
                  <a:rPr lang="en-US" dirty="0"/>
                  <a:t> as a function of </a:t>
                </a:r>
                <a14:m>
                  <m:oMath xmlns:m="http://schemas.openxmlformats.org/officeDocument/2006/math">
                    <m:r>
                      <a:rPr lang="en-US" b="0" i="1" smtClean="0">
                        <a:latin typeface="Cambria Math" panose="02040503050406030204" pitchFamily="18" charset="0"/>
                      </a:rPr>
                      <m:t>𝑖</m:t>
                    </m:r>
                  </m:oMath>
                </a14:m>
                <a:endParaRPr lang="en-US" dirty="0"/>
              </a:p>
              <a:p>
                <a:pPr lvl="1"/>
                <a:r>
                  <a:rPr lang="en-US" dirty="0"/>
                  <a:t>Write a series using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=0</m:t>
                    </m:r>
                  </m:oMath>
                </a14:m>
                <a:r>
                  <a:rPr lang="en-US" dirty="0"/>
                  <a:t> up to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oMath>
                </a14:m>
                <a:endParaRPr lang="en-US" dirty="0"/>
              </a:p>
              <a:p>
                <a:r>
                  <a:rPr lang="en-US" dirty="0"/>
                  <a:t>Solve the series</a:t>
                </a:r>
              </a:p>
            </p:txBody>
          </p:sp>
        </mc:Choice>
        <mc:Fallback xmlns="">
          <p:sp>
            <p:nvSpPr>
              <p:cNvPr id="3" name="Content Placeholder 2">
                <a:extLst>
                  <a:ext uri="{FF2B5EF4-FFF2-40B4-BE49-F238E27FC236}">
                    <a16:creationId xmlns:a16="http://schemas.microsoft.com/office/drawing/2014/main" id="{59E1F56D-397B-4864-2127-448D2A1008AD}"/>
                  </a:ext>
                </a:extLst>
              </p:cNvPr>
              <p:cNvSpPr>
                <a:spLocks noGrp="1" noRot="1" noChangeAspect="1" noMove="1" noResize="1" noEditPoints="1" noAdjustHandles="1" noChangeArrowheads="1" noChangeShapeType="1" noTextEdit="1"/>
              </p:cNvSpPr>
              <p:nvPr>
                <p:ph idx="1"/>
              </p:nvPr>
            </p:nvSpPr>
            <p:spPr>
              <a:xfrm>
                <a:off x="838200" y="1825625"/>
                <a:ext cx="10515600" cy="4813714"/>
              </a:xfrm>
              <a:blipFill>
                <a:blip r:embed="rId2"/>
                <a:stretch>
                  <a:fillRect l="-928" t="-3165"/>
                </a:stretch>
              </a:blipFill>
            </p:spPr>
            <p:txBody>
              <a:bodyPr/>
              <a:lstStyle/>
              <a:p>
                <a:r>
                  <a:rPr lang="en-US">
                    <a:noFill/>
                  </a:rPr>
                  <a:t> </a:t>
                </a:r>
              </a:p>
            </p:txBody>
          </p:sp>
        </mc:Fallback>
      </mc:AlternateContent>
    </p:spTree>
    <p:extLst>
      <p:ext uri="{BB962C8B-B14F-4D97-AF65-F5344CB8AC3E}">
        <p14:creationId xmlns:p14="http://schemas.microsoft.com/office/powerpoint/2010/main" val="2593540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150C5-7F4C-B114-9C6D-551C73509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44591-7216-6863-6ED7-569C0FEECD75}"/>
              </a:ext>
            </a:extLst>
          </p:cNvPr>
          <p:cNvSpPr>
            <a:spLocks noGrp="1"/>
          </p:cNvSpPr>
          <p:nvPr>
            <p:ph type="title"/>
          </p:nvPr>
        </p:nvSpPr>
        <p:spPr/>
        <p:txBody>
          <a:bodyPr/>
          <a:lstStyle/>
          <a:p>
            <a:r>
              <a:rPr lang="en-US" dirty="0"/>
              <a:t>Tree Method Summary: Divide and Conquer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A3A40D-EE5F-5E3C-882C-C1065A998549}"/>
                  </a:ext>
                </a:extLst>
              </p:cNvPr>
              <p:cNvSpPr>
                <a:spLocks noGrp="1"/>
              </p:cNvSpPr>
              <p:nvPr>
                <p:ph idx="1"/>
              </p:nvPr>
            </p:nvSpPr>
            <p:spPr>
              <a:xfrm>
                <a:off x="838200" y="1825624"/>
                <a:ext cx="10515600" cy="4823653"/>
              </a:xfrm>
            </p:spPr>
            <p:txBody>
              <a:bodyPr>
                <a:normAutofit fontScale="92500" lnSpcReduction="20000"/>
              </a:bodyPr>
              <a:lstStyle/>
              <a:p>
                <a:r>
                  <a:rPr lang="en-US" dirty="0"/>
                  <a:t>Recurrence looks like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𝑎𝑇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𝑏</m:t>
                            </m:r>
                          </m:den>
                        </m:f>
                      </m:e>
                    </m:d>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Use the recurrence to draw a tree</a:t>
                </a:r>
              </a:p>
              <a:p>
                <a:pPr lvl="1"/>
                <a14:m>
                  <m:oMath xmlns:m="http://schemas.openxmlformats.org/officeDocument/2006/math">
                    <m:r>
                      <a:rPr lang="en-US" b="0" i="1" smtClean="0">
                        <a:latin typeface="Cambria Math" panose="02040503050406030204" pitchFamily="18" charset="0"/>
                      </a:rPr>
                      <m:t>𝑎</m:t>
                    </m:r>
                  </m:oMath>
                </a14:m>
                <a:r>
                  <a:rPr lang="en-US" dirty="0"/>
                  <a:t> is the branching factor of the tree (e.g. if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=2</m:t>
                    </m:r>
                  </m:oMath>
                </a14:m>
                <a:r>
                  <a:rPr lang="en-US" dirty="0"/>
                  <a:t> then it’s a binary tree)</a:t>
                </a:r>
              </a:p>
              <a:p>
                <a:pPr lvl="1"/>
                <a:r>
                  <a:rPr lang="en-US" dirty="0"/>
                  <a:t>Divide the parent’s input size by </a:t>
                </a:r>
                <a14:m>
                  <m:oMath xmlns:m="http://schemas.openxmlformats.org/officeDocument/2006/math">
                    <m:r>
                      <a:rPr lang="en-US" b="0" i="1" smtClean="0">
                        <a:latin typeface="Cambria Math" panose="02040503050406030204" pitchFamily="18" charset="0"/>
                      </a:rPr>
                      <m:t>𝑏</m:t>
                    </m:r>
                  </m:oMath>
                </a14:m>
                <a:r>
                  <a:rPr lang="en-US" dirty="0"/>
                  <a:t> to get children’s input size</a:t>
                </a:r>
              </a:p>
              <a:p>
                <a:pPr lvl="1"/>
                <a:r>
                  <a:rPr lang="en-US" dirty="0"/>
                  <a:t>Work done per node is given by applying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to that node’s input size</a:t>
                </a:r>
              </a:p>
              <a:p>
                <a:pPr lvl="1"/>
                <a:r>
                  <a:rPr lang="en-US" dirty="0"/>
                  <a:t>Height of the tree is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𝑛</m:t>
                        </m:r>
                      </m:e>
                    </m:func>
                  </m:oMath>
                </a14:m>
                <a:endParaRPr lang="en-US" dirty="0"/>
              </a:p>
              <a:p>
                <a:pPr lvl="2"/>
                <a:r>
                  <a:rPr lang="en-US" dirty="0"/>
                  <a:t>Because that is the number of times we must divide by </a:t>
                </a:r>
                <a14:m>
                  <m:oMath xmlns:m="http://schemas.openxmlformats.org/officeDocument/2006/math">
                    <m:r>
                      <a:rPr lang="en-US" b="0" i="1" smtClean="0">
                        <a:latin typeface="Cambria Math" panose="02040503050406030204" pitchFamily="18" charset="0"/>
                      </a:rPr>
                      <m:t>𝑏</m:t>
                    </m:r>
                  </m:oMath>
                </a14:m>
                <a:r>
                  <a:rPr lang="en-US" dirty="0"/>
                  <a:t> until reaching a base case</a:t>
                </a:r>
              </a:p>
              <a:p>
                <a:pPr lvl="2"/>
                <a:r>
                  <a:rPr lang="en-US" dirty="0"/>
                  <a:t>Answer to the question “how many times must we divide by </a:t>
                </a:r>
                <a14:m>
                  <m:oMath xmlns:m="http://schemas.openxmlformats.org/officeDocument/2006/math">
                    <m:r>
                      <a:rPr lang="en-US" i="1">
                        <a:latin typeface="Cambria Math" panose="02040503050406030204" pitchFamily="18" charset="0"/>
                      </a:rPr>
                      <m:t>𝑏</m:t>
                    </m:r>
                  </m:oMath>
                </a14:m>
                <a:r>
                  <a:rPr lang="en-US" dirty="0"/>
                  <a:t> until we reach 1?”</a:t>
                </a:r>
              </a:p>
              <a:p>
                <a:pPr lvl="3"/>
                <a:r>
                  <a:rPr lang="en-US" dirty="0"/>
                  <a:t>Any base case is a constant, so to reach a larger value would just be a constant change</a:t>
                </a:r>
              </a:p>
              <a:p>
                <a:r>
                  <a:rPr lang="en-US" dirty="0"/>
                  <a:t>Use the tree to express running time as a series</a:t>
                </a:r>
              </a:p>
              <a:p>
                <a:pPr lvl="1"/>
                <a:r>
                  <a:rPr lang="en-US" dirty="0"/>
                  <a:t>Adding work done for each node level-by-level</a:t>
                </a:r>
              </a:p>
              <a:p>
                <a:pPr lvl="1"/>
                <a:r>
                  <a:rPr lang="en-US" dirty="0"/>
                  <a:t>Identify a pattern to express work done at level </a:t>
                </a:r>
                <a14:m>
                  <m:oMath xmlns:m="http://schemas.openxmlformats.org/officeDocument/2006/math">
                    <m:r>
                      <a:rPr lang="en-US" i="1">
                        <a:latin typeface="Cambria Math" panose="02040503050406030204" pitchFamily="18" charset="0"/>
                      </a:rPr>
                      <m:t>𝑖</m:t>
                    </m:r>
                  </m:oMath>
                </a14:m>
                <a:r>
                  <a:rPr lang="en-US" dirty="0"/>
                  <a:t> as a function of </a:t>
                </a:r>
                <a14:m>
                  <m:oMath xmlns:m="http://schemas.openxmlformats.org/officeDocument/2006/math">
                    <m:r>
                      <a:rPr lang="en-US" i="1">
                        <a:latin typeface="Cambria Math" panose="02040503050406030204" pitchFamily="18" charset="0"/>
                      </a:rPr>
                      <m:t>𝑖</m:t>
                    </m:r>
                  </m:oMath>
                </a14:m>
                <a:endParaRPr lang="en-US" dirty="0"/>
              </a:p>
              <a:p>
                <a:pPr lvl="1"/>
                <a:r>
                  <a:rPr lang="en-US" dirty="0"/>
                  <a:t>Write a series using </a:t>
                </a:r>
                <a14:m>
                  <m:oMath xmlns:m="http://schemas.openxmlformats.org/officeDocument/2006/math">
                    <m:r>
                      <a:rPr lang="en-US" i="1">
                        <a:latin typeface="Cambria Math" panose="02040503050406030204" pitchFamily="18" charset="0"/>
                      </a:rPr>
                      <m:t>𝑖</m:t>
                    </m:r>
                    <m:r>
                      <a:rPr lang="en-US" i="1">
                        <a:latin typeface="Cambria Math" panose="02040503050406030204" pitchFamily="18" charset="0"/>
                      </a:rPr>
                      <m:t>=0</m:t>
                    </m:r>
                  </m:oMath>
                </a14:m>
                <a:r>
                  <a:rPr lang="en-US" dirty="0"/>
                  <a:t> up to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𝑛</m:t>
                        </m:r>
                      </m:e>
                    </m:func>
                  </m:oMath>
                </a14:m>
                <a:endParaRPr lang="en-US" dirty="0"/>
              </a:p>
              <a:p>
                <a:r>
                  <a:rPr lang="en-US" dirty="0"/>
                  <a:t>Solve the series</a:t>
                </a:r>
              </a:p>
              <a:p>
                <a:pPr lvl="1"/>
                <a:endParaRPr lang="en-US" dirty="0"/>
              </a:p>
            </p:txBody>
          </p:sp>
        </mc:Choice>
        <mc:Fallback xmlns="">
          <p:sp>
            <p:nvSpPr>
              <p:cNvPr id="3" name="Content Placeholder 2">
                <a:extLst>
                  <a:ext uri="{FF2B5EF4-FFF2-40B4-BE49-F238E27FC236}">
                    <a16:creationId xmlns:a16="http://schemas.microsoft.com/office/drawing/2014/main" id="{F6A3A40D-EE5F-5E3C-882C-C1065A998549}"/>
                  </a:ext>
                </a:extLst>
              </p:cNvPr>
              <p:cNvSpPr>
                <a:spLocks noGrp="1" noRot="1" noChangeAspect="1" noMove="1" noResize="1" noEditPoints="1" noAdjustHandles="1" noChangeArrowheads="1" noChangeShapeType="1" noTextEdit="1"/>
              </p:cNvSpPr>
              <p:nvPr>
                <p:ph idx="1"/>
              </p:nvPr>
            </p:nvSpPr>
            <p:spPr>
              <a:xfrm>
                <a:off x="838200" y="1825624"/>
                <a:ext cx="10515600" cy="4823653"/>
              </a:xfrm>
              <a:blipFill>
                <a:blip r:embed="rId2"/>
                <a:stretch>
                  <a:fillRect l="-928" t="-1641"/>
                </a:stretch>
              </a:blipFill>
            </p:spPr>
            <p:txBody>
              <a:bodyPr/>
              <a:lstStyle/>
              <a:p>
                <a:r>
                  <a:rPr lang="en-US">
                    <a:noFill/>
                  </a:rPr>
                  <a:t> </a:t>
                </a:r>
              </a:p>
            </p:txBody>
          </p:sp>
        </mc:Fallback>
      </mc:AlternateContent>
    </p:spTree>
    <p:extLst>
      <p:ext uri="{BB962C8B-B14F-4D97-AF65-F5344CB8AC3E}">
        <p14:creationId xmlns:p14="http://schemas.microsoft.com/office/powerpoint/2010/main" val="2831027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252AD-3F4C-DE42-5E30-D2A783ABCB2B}"/>
              </a:ext>
            </a:extLst>
          </p:cNvPr>
          <p:cNvSpPr>
            <a:spLocks noGrp="1"/>
          </p:cNvSpPr>
          <p:nvPr>
            <p:ph type="title"/>
          </p:nvPr>
        </p:nvSpPr>
        <p:spPr/>
        <p:txBody>
          <a:bodyPr/>
          <a:lstStyle/>
          <a:p>
            <a:r>
              <a:rPr lang="en-US" dirty="0"/>
              <a:t>Let’s do some more!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99C023E-2A8A-B7C5-6C27-1E2A5B41D782}"/>
                  </a:ext>
                </a:extLst>
              </p:cNvPr>
              <p:cNvSpPr>
                <a:spLocks noGrp="1"/>
              </p:cNvSpPr>
              <p:nvPr>
                <p:ph idx="1"/>
              </p:nvPr>
            </p:nvSpPr>
            <p:spPr/>
            <p:txBody>
              <a:bodyPr/>
              <a:lstStyle/>
              <a:p>
                <a:r>
                  <a:rPr lang="en-US" dirty="0"/>
                  <a:t>For each, assume the base case is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and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=1</m:t>
                    </m:r>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e>
                    </m:d>
                    <m:r>
                      <a:rPr lang="en-US" b="0" i="1" smtClean="0">
                        <a:latin typeface="Cambria Math" panose="02040503050406030204" pitchFamily="18" charset="0"/>
                      </a:rPr>
                      <m:t>+1</m:t>
                    </m:r>
                  </m:oMath>
                </a14:m>
                <a:endParaRPr lang="en-US" dirty="0"/>
              </a:p>
            </p:txBody>
          </p:sp>
        </mc:Choice>
        <mc:Fallback xmlns="">
          <p:sp>
            <p:nvSpPr>
              <p:cNvPr id="3" name="Content Placeholder 2">
                <a:extLst>
                  <a:ext uri="{FF2B5EF4-FFF2-40B4-BE49-F238E27FC236}">
                    <a16:creationId xmlns:a16="http://schemas.microsoft.com/office/drawing/2014/main" id="{499C023E-2A8A-B7C5-6C27-1E2A5B41D78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357975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26901"/>
                <a:ext cx="10515600" cy="1152020"/>
              </a:xfrm>
            </p:spPr>
            <p:txBody>
              <a:bodyPr/>
              <a:lstStyle/>
              <a:p>
                <a:r>
                  <a:rPr lang="en-US" dirty="0"/>
                  <a:t>Tree Method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26901"/>
                <a:ext cx="10515600" cy="1152020"/>
              </a:xfrm>
              <a:blipFill>
                <a:blip r:embed="rId2"/>
                <a:stretch>
                  <a:fillRect l="-2377" b="-634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198471" y="1473992"/>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4404CA70-A150-F1D8-AD03-6AA8C0C6C3A5}"/>
              </a:ext>
              <a:ext uri="{C183D7F6-B498-43B3-948B-1728B52AA6E4}">
                <adec:decorative xmlns:adec="http://schemas.microsoft.com/office/drawing/2017/decorative" val="1"/>
              </a:ext>
            </a:extLst>
          </p:cNvPr>
          <p:cNvSpPr/>
          <p:nvPr/>
        </p:nvSpPr>
        <p:spPr>
          <a:xfrm>
            <a:off x="84143" y="2182904"/>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1608846C-74F5-18A2-9C12-E88C074DF299}"/>
              </a:ext>
            </a:extLst>
          </p:cNvPr>
          <p:cNvGrpSpPr/>
          <p:nvPr/>
        </p:nvGrpSpPr>
        <p:grpSpPr>
          <a:xfrm>
            <a:off x="1312850" y="2178189"/>
            <a:ext cx="7080190" cy="3693910"/>
            <a:chOff x="1295400" y="1992868"/>
            <a:chExt cx="7080190"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7459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74590" cy="56489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74590" cy="56489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74590" cy="56489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74590" cy="5648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74590" cy="5648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74590" cy="56489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619126" y="2352909"/>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9266034" y="2172508"/>
                <a:ext cx="2807035"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𝑛</m:t>
                    </m:r>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9266034" y="2172508"/>
                <a:ext cx="2807035" cy="505395"/>
              </a:xfrm>
              <a:prstGeom prst="rect">
                <a:avLst/>
              </a:prstGeom>
              <a:blipFill>
                <a:blip r:embed="rId28"/>
                <a:stretch>
                  <a:fillRect l="-3043" t="-13253" r="-3043" b="-28916"/>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935966" y="367077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935966" y="367077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8877902" y="5474417"/>
                <a:ext cx="2874372"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𝑛</m:t>
                          </m:r>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8877902" y="5474417"/>
                <a:ext cx="2874372" cy="1324080"/>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1">
            <p14:nvContentPartPr>
              <p14:cNvPr id="6" name="Ink 5">
                <a:extLst>
                  <a:ext uri="{FF2B5EF4-FFF2-40B4-BE49-F238E27FC236}">
                    <a16:creationId xmlns:a16="http://schemas.microsoft.com/office/drawing/2014/main" id="{E071D75C-3820-BA32-0E0F-458A63A3300F}"/>
                  </a:ext>
                </a:extLst>
              </p14:cNvPr>
              <p14:cNvContentPartPr/>
              <p14:nvPr/>
            </p14:nvContentPartPr>
            <p14:xfrm>
              <a:off x="3346200" y="232560"/>
              <a:ext cx="7838280" cy="4035600"/>
            </p14:xfrm>
          </p:contentPart>
        </mc:Choice>
        <mc:Fallback>
          <p:pic>
            <p:nvPicPr>
              <p:cNvPr id="6" name="Ink 5">
                <a:extLst>
                  <a:ext uri="{FF2B5EF4-FFF2-40B4-BE49-F238E27FC236}">
                    <a16:creationId xmlns:a16="http://schemas.microsoft.com/office/drawing/2014/main" id="{E071D75C-3820-BA32-0E0F-458A63A3300F}"/>
                  </a:ext>
                </a:extLst>
              </p:cNvPr>
              <p:cNvPicPr/>
              <p:nvPr/>
            </p:nvPicPr>
            <p:blipFill>
              <a:blip r:embed="rId32"/>
              <a:stretch>
                <a:fillRect/>
              </a:stretch>
            </p:blipFill>
            <p:spPr>
              <a:xfrm>
                <a:off x="3336840" y="223200"/>
                <a:ext cx="7857000" cy="4054320"/>
              </a:xfrm>
              <a:prstGeom prst="rect">
                <a:avLst/>
              </a:prstGeom>
            </p:spPr>
          </p:pic>
        </mc:Fallback>
      </mc:AlternateContent>
    </p:spTree>
    <p:extLst>
      <p:ext uri="{BB962C8B-B14F-4D97-AF65-F5344CB8AC3E}">
        <p14:creationId xmlns:p14="http://schemas.microsoft.com/office/powerpoint/2010/main" val="2539101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Tree Method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=2</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i="1">
                                <a:latin typeface="Cambria Math" panose="02040503050406030204" pitchFamily="18" charset="0"/>
                              </a:rPr>
                              <m:t>2</m:t>
                            </m:r>
                          </m:den>
                        </m:f>
                      </m:e>
                    </m:d>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27400" y="1463359"/>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34220DF3-EFFC-AD31-4F58-44D02B48AE9D}"/>
              </a:ext>
              <a:ext uri="{C183D7F6-B498-43B3-948B-1728B52AA6E4}">
                <adec:decorative xmlns:adec="http://schemas.microsoft.com/office/drawing/2017/decorative" val="1"/>
              </a:ext>
            </a:extLst>
          </p:cNvPr>
          <p:cNvSpPr/>
          <p:nvPr/>
        </p:nvSpPr>
        <p:spPr>
          <a:xfrm>
            <a:off x="-86928" y="2129739"/>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the square of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B5AAB1B8-0B60-9ECD-1FE6-F2B46E6D91FA}"/>
              </a:ext>
            </a:extLst>
          </p:cNvPr>
          <p:cNvGrpSpPr/>
          <p:nvPr/>
        </p:nvGrpSpPr>
        <p:grpSpPr>
          <a:xfrm>
            <a:off x="1490606" y="1992868"/>
            <a:ext cx="7199645" cy="3693910"/>
            <a:chOff x="1295400" y="1992868"/>
            <a:chExt cx="7199645"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4819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481927"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48192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481927" cy="646331"/>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48192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481927" cy="646331"/>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494046" cy="64812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494046" cy="648126"/>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494046"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494046" cy="64812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494045" cy="6481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𝑛</m:t>
                                </m:r>
                              </m:e>
                              <m:sup>
                                <m:r>
                                  <a:rPr lang="en-US" b="0" i="1" smtClean="0">
                                    <a:solidFill>
                                      <a:srgbClr val="0070C0"/>
                                    </a:solidFill>
                                    <a:latin typeface="Cambria Math" panose="02040503050406030204" pitchFamily="18" charset="0"/>
                                  </a:rPr>
                                  <m:t>2</m:t>
                                </m:r>
                              </m:sup>
                            </m:sSup>
                          </m:num>
                          <m:den>
                            <m:r>
                              <a:rPr lang="en-US" b="0" i="1" smtClean="0">
                                <a:solidFill>
                                  <a:srgbClr val="0070C0"/>
                                </a:solidFill>
                                <a:latin typeface="Cambria Math" panose="02040503050406030204" pitchFamily="18" charset="0"/>
                              </a:rPr>
                              <m:t>16</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494045" cy="64812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703289" y="2133600"/>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8575924" y="2051914"/>
                <a:ext cx="3733827"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m:t>
                    </m:r>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8575924" y="2051914"/>
                <a:ext cx="3733827" cy="505395"/>
              </a:xfrm>
              <a:prstGeom prst="rect">
                <a:avLst/>
              </a:prstGeom>
              <a:blipFill>
                <a:blip r:embed="rId28"/>
                <a:stretch>
                  <a:fillRect t="-14458" b="-27711"/>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905773" y="3553400"/>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905773" y="3553400"/>
                <a:ext cx="2312388" cy="954107"/>
              </a:xfrm>
              <a:prstGeom prst="rect">
                <a:avLst/>
              </a:prstGeom>
              <a:blipFill>
                <a:blip r:embed="rId29"/>
                <a:stretch>
                  <a:fillRect t="-6410" b="-17949"/>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8419870" y="5302056"/>
                <a:ext cx="3641760"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m:t>
                          </m:r>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8419870" y="5302056"/>
                <a:ext cx="3641760" cy="1324080"/>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1">
            <p14:nvContentPartPr>
              <p14:cNvPr id="6" name="Ink 5">
                <a:extLst>
                  <a:ext uri="{FF2B5EF4-FFF2-40B4-BE49-F238E27FC236}">
                    <a16:creationId xmlns:a16="http://schemas.microsoft.com/office/drawing/2014/main" id="{5CB358B0-FC89-8A39-0D1E-1F0D82449CA8}"/>
                  </a:ext>
                </a:extLst>
              </p14:cNvPr>
              <p14:cNvContentPartPr/>
              <p14:nvPr/>
            </p14:nvContentPartPr>
            <p14:xfrm>
              <a:off x="2768400" y="186840"/>
              <a:ext cx="8797320" cy="4302000"/>
            </p14:xfrm>
          </p:contentPart>
        </mc:Choice>
        <mc:Fallback>
          <p:pic>
            <p:nvPicPr>
              <p:cNvPr id="6" name="Ink 5">
                <a:extLst>
                  <a:ext uri="{FF2B5EF4-FFF2-40B4-BE49-F238E27FC236}">
                    <a16:creationId xmlns:a16="http://schemas.microsoft.com/office/drawing/2014/main" id="{5CB358B0-FC89-8A39-0D1E-1F0D82449CA8}"/>
                  </a:ext>
                </a:extLst>
              </p:cNvPr>
              <p:cNvPicPr/>
              <p:nvPr/>
            </p:nvPicPr>
            <p:blipFill>
              <a:blip r:embed="rId32"/>
              <a:stretch>
                <a:fillRect/>
              </a:stretch>
            </p:blipFill>
            <p:spPr>
              <a:xfrm>
                <a:off x="2759040" y="177480"/>
                <a:ext cx="8816040" cy="4320720"/>
              </a:xfrm>
              <a:prstGeom prst="rect">
                <a:avLst/>
              </a:prstGeom>
            </p:spPr>
          </p:pic>
        </mc:Fallback>
      </mc:AlternateContent>
    </p:spTree>
    <p:extLst>
      <p:ext uri="{BB962C8B-B14F-4D97-AF65-F5344CB8AC3E}">
        <p14:creationId xmlns:p14="http://schemas.microsoft.com/office/powerpoint/2010/main" val="722489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Solving </a:t>
                </a:r>
                <a14:m>
                  <m:oMath xmlns:m="http://schemas.openxmlformats.org/officeDocument/2006/math">
                    <m:r>
                      <a:rPr lang="en-US" b="0" i="1" smtClean="0">
                        <a:latin typeface="Cambria Math" panose="02040503050406030204" pitchFamily="18" charset="0"/>
                      </a:rPr>
                      <m:t>𝑇</m:t>
                    </m:r>
                    <m:d>
                      <m:dPr>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p:txBody>
          </p:sp>
        </mc:Choice>
        <mc:Fallback xmlns="">
          <p:sp>
            <p:nvSpPr>
              <p:cNvPr id="2" name="Title 1">
                <a:extLst>
                  <a:ext uri="{FF2B5EF4-FFF2-40B4-BE49-F238E27FC236}">
                    <a16:creationId xmlns:a16="http://schemas.microsoft.com/office/drawing/2014/main" id="{39BAE782-C07E-8C9D-F03B-E1555654D0F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num>
                            <m:den>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den>
                          </m:f>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sSup>
                            <m:sSupPr>
                              <m:ctrlPr>
                                <a:rPr lang="en-US" sz="2800" b="0" i="1" smtClean="0">
                                  <a:latin typeface="Cambria Math" panose="02040503050406030204" pitchFamily="18" charset="0"/>
                                </a:rPr>
                              </m:ctrlPr>
                            </m:sSupPr>
                            <m:e>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e>
                              </m:d>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endParaRPr lang="en-US" sz="2800" dirty="0"/>
              </a:p>
              <a:p>
                <a:pPr marL="457200" lvl="1" indent="0">
                  <a:buNone/>
                </a:pPr>
                <a:endParaRPr lang="en-US" sz="2800" dirty="0"/>
              </a:p>
            </p:txBody>
          </p:sp>
        </mc:Choice>
        <mc:Fallback xmlns="">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C9DF5763-2084-0649-7115-31F004B07E78}"/>
                  </a:ext>
                </a:extLst>
              </p14:cNvPr>
              <p14:cNvContentPartPr/>
              <p14:nvPr/>
            </p14:nvContentPartPr>
            <p14:xfrm>
              <a:off x="3754800" y="1567440"/>
              <a:ext cx="7952040" cy="4280760"/>
            </p14:xfrm>
          </p:contentPart>
        </mc:Choice>
        <mc:Fallback>
          <p:pic>
            <p:nvPicPr>
              <p:cNvPr id="4" name="Ink 3">
                <a:extLst>
                  <a:ext uri="{FF2B5EF4-FFF2-40B4-BE49-F238E27FC236}">
                    <a16:creationId xmlns:a16="http://schemas.microsoft.com/office/drawing/2014/main" id="{C9DF5763-2084-0649-7115-31F004B07E78}"/>
                  </a:ext>
                </a:extLst>
              </p:cNvPr>
              <p:cNvPicPr/>
              <p:nvPr/>
            </p:nvPicPr>
            <p:blipFill>
              <a:blip r:embed="rId5"/>
              <a:stretch>
                <a:fillRect/>
              </a:stretch>
            </p:blipFill>
            <p:spPr>
              <a:xfrm>
                <a:off x="3745440" y="1558080"/>
                <a:ext cx="7970760" cy="4299480"/>
              </a:xfrm>
              <a:prstGeom prst="rect">
                <a:avLst/>
              </a:prstGeom>
            </p:spPr>
          </p:pic>
        </mc:Fallback>
      </mc:AlternateContent>
    </p:spTree>
    <p:extLst>
      <p:ext uri="{BB962C8B-B14F-4D97-AF65-F5344CB8AC3E}">
        <p14:creationId xmlns:p14="http://schemas.microsoft.com/office/powerpoint/2010/main" val="1034962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Tree Method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=2</m:t>
                    </m:r>
                    <m:r>
                      <a:rPr lang="en-US" i="1">
                        <a:latin typeface="Cambria Math" panose="02040503050406030204" pitchFamily="18" charset="0"/>
                      </a:rPr>
                      <m:t>𝑇</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num>
                          <m:den>
                            <m:r>
                              <a:rPr lang="en-US" b="0" i="1" smtClean="0">
                                <a:latin typeface="Cambria Math" panose="02040503050406030204" pitchFamily="18" charset="0"/>
                              </a:rPr>
                              <m:t>8</m:t>
                            </m:r>
                          </m:den>
                        </m:f>
                      </m:e>
                    </m:d>
                    <m:r>
                      <a:rPr lang="en-US" i="1">
                        <a:latin typeface="Cambria Math" panose="02040503050406030204" pitchFamily="18" charset="0"/>
                      </a:rPr>
                      <m:t>+</m:t>
                    </m:r>
                    <m:r>
                      <a:rPr lang="en-US" b="0" i="1" smtClean="0">
                        <a:latin typeface="Cambria Math" panose="02040503050406030204" pitchFamily="18" charset="0"/>
                      </a:rPr>
                      <m:t>1</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304801" y="1463359"/>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5" name="Rectangle 4">
            <a:extLst>
              <a:ext uri="{FF2B5EF4-FFF2-40B4-BE49-F238E27FC236}">
                <a16:creationId xmlns:a16="http://schemas.microsoft.com/office/drawing/2014/main" id="{50E142CF-CAF8-7789-FC06-8CB8767D971C}"/>
              </a:ext>
              <a:ext uri="{C183D7F6-B498-43B3-948B-1728B52AA6E4}">
                <adec:decorative xmlns:adec="http://schemas.microsoft.com/office/drawing/2017/decorative" val="1"/>
              </a:ext>
            </a:extLst>
          </p:cNvPr>
          <p:cNvSpPr/>
          <p:nvPr/>
        </p:nvSpPr>
        <p:spPr>
          <a:xfrm>
            <a:off x="190473" y="2129739"/>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3" name="Group 2"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is 1).&#10;&#10;Each box has an arrow pointing to two boxes with a smaller input (specifically each is one eighth the size) to represent the larger box recursively invoking the algorithm twice with smaller inputs.">
            <a:extLst>
              <a:ext uri="{FF2B5EF4-FFF2-40B4-BE49-F238E27FC236}">
                <a16:creationId xmlns:a16="http://schemas.microsoft.com/office/drawing/2014/main" id="{65B134EC-AF2B-71E9-E01E-FC03C60880A7}"/>
              </a:ext>
            </a:extLst>
          </p:cNvPr>
          <p:cNvGrpSpPr/>
          <p:nvPr/>
        </p:nvGrpSpPr>
        <p:grpSpPr>
          <a:xfrm>
            <a:off x="1295400" y="2249718"/>
            <a:ext cx="7071406" cy="3693910"/>
            <a:chOff x="1295400" y="1992868"/>
            <a:chExt cx="7071406"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8</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8</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smtClean="0">
                                <a:latin typeface="Cambria Math" panose="02040503050406030204" pitchFamily="18" charset="0"/>
                              </a:rPr>
                            </m:ctrlPr>
                          </m:fPr>
                          <m:num>
                            <m:r>
                              <a:rPr lang="en-US" sz="2800" i="1">
                                <a:latin typeface="Cambria Math"/>
                              </a:rPr>
                              <m:t>𝑛</m:t>
                            </m:r>
                          </m:num>
                          <m:den>
                            <m:r>
                              <a:rPr lang="en-US" sz="2800" b="0" i="1" smtClean="0">
                                <a:latin typeface="Cambria Math" panose="02040503050406030204" pitchFamily="18" charset="0"/>
                              </a:rPr>
                              <m:t>6</m:t>
                            </m:r>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65806"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65806"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65806"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65806"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65806"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65806"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8(n) recursive calls before reaching a base case, the height of this chain of stackframes is log_8(n)."/>
          <p:cNvSpPr/>
          <p:nvPr/>
        </p:nvSpPr>
        <p:spPr>
          <a:xfrm flipH="1" flipV="1">
            <a:off x="8395065" y="2534286"/>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9040525" y="2631333"/>
                <a:ext cx="2991582"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sSup>
                      <m:sSupPr>
                        <m:ctrlPr>
                          <a:rPr lang="en-US" sz="2600" b="0" i="1" smtClean="0">
                            <a:solidFill>
                              <a:srgbClr val="0070C0"/>
                            </a:solidFill>
                            <a:latin typeface="Cambria Math" panose="02040503050406030204" pitchFamily="18" charset="0"/>
                          </a:rPr>
                        </m:ctrlPr>
                      </m:sSupPr>
                      <m:e>
                        <m:r>
                          <a:rPr lang="en-US" sz="2600" b="0" i="1" smtClean="0">
                            <a:solidFill>
                              <a:srgbClr val="0070C0"/>
                            </a:solidFill>
                            <a:latin typeface="Cambria Math" panose="02040503050406030204" pitchFamily="18" charset="0"/>
                          </a:rPr>
                          <m:t>2</m:t>
                        </m:r>
                      </m:e>
                      <m:sup>
                        <m:r>
                          <a:rPr lang="en-US" sz="2600" b="0" i="1" smtClean="0">
                            <a:solidFill>
                              <a:srgbClr val="0070C0"/>
                            </a:solidFill>
                            <a:latin typeface="Cambria Math" panose="02040503050406030204" pitchFamily="18" charset="0"/>
                          </a:rPr>
                          <m:t>𝑖</m:t>
                        </m:r>
                      </m:sup>
                    </m:sSup>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9040525" y="2631333"/>
                <a:ext cx="2991582" cy="505395"/>
              </a:xfrm>
              <a:prstGeom prst="rect">
                <a:avLst/>
              </a:prstGeom>
              <a:blipFill>
                <a:blip r:embed="rId28"/>
                <a:stretch>
                  <a:fillRect l="-1222" t="-12048" r="-1222" b="-30120"/>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486069" y="376390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smtClean="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b="0" i="1" dirty="0" smtClean="0">
                            <a:solidFill>
                              <a:srgbClr val="FF00FF"/>
                            </a:solidFill>
                            <a:latin typeface="Cambria Math" panose="02040503050406030204" pitchFamily="18" charset="0"/>
                          </a:rPr>
                          <m:t>8</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486069" y="376390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9040525" y="5302056"/>
                <a:ext cx="3159329" cy="1324080"/>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b="0" i="0" smtClean="0">
                                      <a:latin typeface="Cambria Math" panose="02040503050406030204" pitchFamily="18" charset="0"/>
                                    </a:rPr>
                                    <m:t>8</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9040525" y="5302056"/>
                <a:ext cx="3159329" cy="1324080"/>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1">
            <p14:nvContentPartPr>
              <p14:cNvPr id="6" name="Ink 5">
                <a:extLst>
                  <a:ext uri="{FF2B5EF4-FFF2-40B4-BE49-F238E27FC236}">
                    <a16:creationId xmlns:a16="http://schemas.microsoft.com/office/drawing/2014/main" id="{7986CAFE-A6E8-EDF9-C412-454F2294B53F}"/>
                  </a:ext>
                </a:extLst>
              </p14:cNvPr>
              <p14:cNvContentPartPr/>
              <p14:nvPr/>
            </p14:nvContentPartPr>
            <p14:xfrm>
              <a:off x="5650560" y="1010160"/>
              <a:ext cx="4203720" cy="3389760"/>
            </p14:xfrm>
          </p:contentPart>
        </mc:Choice>
        <mc:Fallback>
          <p:pic>
            <p:nvPicPr>
              <p:cNvPr id="6" name="Ink 5">
                <a:extLst>
                  <a:ext uri="{FF2B5EF4-FFF2-40B4-BE49-F238E27FC236}">
                    <a16:creationId xmlns:a16="http://schemas.microsoft.com/office/drawing/2014/main" id="{7986CAFE-A6E8-EDF9-C412-454F2294B53F}"/>
                  </a:ext>
                </a:extLst>
              </p:cNvPr>
              <p:cNvPicPr/>
              <p:nvPr/>
            </p:nvPicPr>
            <p:blipFill>
              <a:blip r:embed="rId32"/>
              <a:stretch>
                <a:fillRect/>
              </a:stretch>
            </p:blipFill>
            <p:spPr>
              <a:xfrm>
                <a:off x="5641200" y="1000800"/>
                <a:ext cx="4222440" cy="3408480"/>
              </a:xfrm>
              <a:prstGeom prst="rect">
                <a:avLst/>
              </a:prstGeom>
            </p:spPr>
          </p:pic>
        </mc:Fallback>
      </mc:AlternateContent>
    </p:spTree>
    <p:extLst>
      <p:ext uri="{BB962C8B-B14F-4D97-AF65-F5344CB8AC3E}">
        <p14:creationId xmlns:p14="http://schemas.microsoft.com/office/powerpoint/2010/main" val="2970216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9BAE782-C07E-8C9D-F03B-E1555654D0F6}"/>
                  </a:ext>
                </a:extLst>
              </p:cNvPr>
              <p:cNvSpPr>
                <a:spLocks noGrp="1"/>
              </p:cNvSpPr>
              <p:nvPr>
                <p:ph type="title"/>
              </p:nvPr>
            </p:nvSpPr>
            <p:spPr/>
            <p:txBody>
              <a:bodyPr/>
              <a:lstStyle/>
              <a:p>
                <a:r>
                  <a:rPr lang="en-US" dirty="0"/>
                  <a:t>Solving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e>
                    </m:d>
                    <m:r>
                      <a:rPr lang="en-US" b="0" i="1" smtClean="0">
                        <a:latin typeface="Cambria Math" panose="02040503050406030204" pitchFamily="18" charset="0"/>
                      </a:rPr>
                      <m:t>+1</m:t>
                    </m:r>
                  </m:oMath>
                </a14:m>
                <a:endParaRPr lang="en-US" dirty="0"/>
              </a:p>
            </p:txBody>
          </p:sp>
        </mc:Choice>
        <mc:Fallback xmlns="">
          <p:sp>
            <p:nvSpPr>
              <p:cNvPr id="2" name="Title 1">
                <a:extLst>
                  <a:ext uri="{FF2B5EF4-FFF2-40B4-BE49-F238E27FC236}">
                    <a16:creationId xmlns:a16="http://schemas.microsoft.com/office/drawing/2014/main" id="{39BAE782-C07E-8C9D-F03B-E1555654D0F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4CB12C-1484-4384-0A8A-F40C8F089090}"/>
                  </a:ext>
                </a:extLst>
              </p:cNvPr>
              <p:cNvSpPr>
                <a:spLocks noGrp="1"/>
              </p:cNvSpPr>
              <p:nvPr>
                <p:ph idx="1"/>
              </p:nvPr>
            </p:nvSpPr>
            <p:spPr/>
            <p:txBody>
              <a:bodyPr>
                <a:normAutofit lnSpcReduction="10000"/>
              </a:bodyPr>
              <a:lstStyle/>
              <a:p>
                <a:pPr marL="457200" lvl="1" indent="0">
                  <a:buNone/>
                </a:pPr>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b="0" i="0" smtClean="0">
                                      <a:latin typeface="Cambria Math" panose="02040503050406030204" pitchFamily="18" charset="0"/>
                                    </a:rPr>
                                    <m:t>8</m:t>
                                  </m:r>
                                </m:sub>
                              </m:sSub>
                            </m:fName>
                            <m:e>
                              <m:r>
                                <a:rPr lang="en-US" sz="2800" i="1">
                                  <a:latin typeface="Cambria Math"/>
                                </a:rPr>
                                <m:t>𝑛</m:t>
                              </m:r>
                            </m:e>
                          </m:func>
                        </m:sup>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r>
                                <a:rPr lang="en-US" sz="2800" b="0" i="1" smtClean="0">
                                  <a:latin typeface="Cambria Math" panose="02040503050406030204" pitchFamily="18" charset="0"/>
                                </a:rPr>
                                <m:t>𝑖</m:t>
                              </m:r>
                            </m:sup>
                          </m:sSup>
                        </m:e>
                      </m:nary>
                    </m:oMath>
                  </m:oMathPara>
                </a14:m>
                <a:endParaRPr lang="en-US" sz="2800" b="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a:rPr lang="en-US" sz="2800" b="0" i="0" smtClean="0">
                                              <a:latin typeface="Cambria Math" panose="02040503050406030204" pitchFamily="18" charset="0"/>
                                            </a:rPr>
                                            <m:t>1+</m:t>
                                          </m:r>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num>
                            <m:den>
                              <m:r>
                                <a:rPr lang="en-US" sz="2800" b="0" i="1" smtClean="0">
                                  <a:latin typeface="Cambria Math" panose="02040503050406030204" pitchFamily="18" charset="0"/>
                                </a:rPr>
                                <m:t>2−1</m:t>
                              </m:r>
                            </m:den>
                          </m:f>
                        </m:e>
                      </m:d>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2</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𝑛</m:t>
                              </m:r>
                            </m:e>
                          </m:func>
                        </m:sup>
                      </m:sSup>
                      <m:r>
                        <a:rPr lang="en-US" sz="2800" b="0" i="1" smtClean="0">
                          <a:latin typeface="Cambria Math" panose="02040503050406030204" pitchFamily="18" charset="0"/>
                        </a:rPr>
                        <m:t>−1</m:t>
                      </m:r>
                    </m:oMath>
                  </m:oMathPara>
                </a14:m>
                <a:endParaRPr lang="en-US" sz="2800" dirty="0"/>
              </a:p>
              <a:p>
                <a:pPr marL="457200" lvl="1" indent="0">
                  <a:buNone/>
                </a:pPr>
                <a:endParaRPr lang="en-US" sz="2800" dirty="0"/>
              </a:p>
              <a:p>
                <a:pPr marL="457200" lvl="1"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=2</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8</m:t>
                                  </m:r>
                                </m:sub>
                              </m:sSub>
                            </m:fName>
                            <m:e>
                              <m:r>
                                <a:rPr lang="en-US" sz="2800" b="0" i="1" smtClean="0">
                                  <a:latin typeface="Cambria Math" panose="02040503050406030204" pitchFamily="18" charset="0"/>
                                </a:rPr>
                                <m:t>2</m:t>
                              </m:r>
                            </m:e>
                          </m:func>
                        </m:sup>
                      </m:sSup>
                      <m:r>
                        <a:rPr lang="en-US" sz="2800" b="0" i="1" smtClean="0">
                          <a:latin typeface="Cambria Math" panose="02040503050406030204" pitchFamily="18" charset="0"/>
                        </a:rPr>
                        <m:t>−1=</m:t>
                      </m:r>
                      <m:r>
                        <m:rPr>
                          <m:sty m:val="p"/>
                        </m:rPr>
                        <a:rPr lang="en-US" sz="2800" b="0" i="0" smtClean="0">
                          <a:latin typeface="Cambria Math" panose="02040503050406030204" pitchFamily="18" charset="0"/>
                        </a:rPr>
                        <m:t>Θ</m:t>
                      </m:r>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3</m:t>
                                  </m:r>
                                </m:den>
                              </m:f>
                            </m:sup>
                          </m:sSup>
                        </m:e>
                      </m:d>
                    </m:oMath>
                  </m:oMathPara>
                </a14:m>
                <a:endParaRPr lang="en-US" sz="2800" dirty="0"/>
              </a:p>
              <a:p>
                <a:pPr marL="457200" lvl="1" indent="0">
                  <a:buNone/>
                </a:pPr>
                <a:endParaRPr lang="en-US" sz="2800" dirty="0"/>
              </a:p>
            </p:txBody>
          </p:sp>
        </mc:Choice>
        <mc:Fallback xmlns="">
          <p:sp>
            <p:nvSpPr>
              <p:cNvPr id="3" name="Content Placeholder 2">
                <a:extLst>
                  <a:ext uri="{FF2B5EF4-FFF2-40B4-BE49-F238E27FC236}">
                    <a16:creationId xmlns:a16="http://schemas.microsoft.com/office/drawing/2014/main" id="{324CB12C-1484-4384-0A8A-F40C8F089090}"/>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54371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Finite Geometric Series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&gt;1</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642730" y="1512665"/>
                <a:ext cx="1126590" cy="130426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r>
                            <a:rPr kumimoji="0" lang="en-US" sz="2800" b="0" i="1" u="none" strike="noStrike" kern="1200" cap="none" spc="0" normalizeH="0" baseline="0" noProof="0" smtClean="0">
                              <a:ln>
                                <a:noFill/>
                              </a:ln>
                              <a:solidFill>
                                <a:prstClr val="black"/>
                              </a:solidFill>
                              <a:effectLst/>
                              <a:uLnTx/>
                              <a:uFillTx/>
                              <a:latin typeface="Cambria Math"/>
                              <a:ea typeface="+mn-ea"/>
                              <a:cs typeface="+mn-cs"/>
                            </a:rPr>
                            <m:t>=0</m:t>
                          </m:r>
                        </m:sub>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𝐿</m:t>
                          </m:r>
                        </m:sup>
                        <m:e>
                          <m:sSup>
                            <m:sSup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𝑎</m:t>
                              </m:r>
                            </m:e>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sup>
                          </m:sSup>
                        </m:e>
                      </m:nary>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642730" y="1512665"/>
                <a:ext cx="1126590" cy="1304268"/>
              </a:xfrm>
              <a:prstGeom prst="rect">
                <a:avLst/>
              </a:prstGeom>
              <a:blipFill>
                <a:blip r:embed="rId3"/>
                <a:stretch>
                  <a:fillRect/>
                </a:stretch>
              </a:blipFill>
            </p:spPr>
            <p:txBody>
              <a:bodyPr/>
              <a:lstStyle/>
              <a:p>
                <a:r>
                  <a:rPr lang="en-US">
                    <a:noFill/>
                  </a:rPr>
                  <a:t> </a:t>
                </a:r>
              </a:p>
            </p:txBody>
          </p:sp>
        </mc:Fallback>
      </mc:AlternateContent>
      <p:grpSp>
        <p:nvGrpSpPr>
          <p:cNvPr id="3" name="Group 2" descr="Let S represent the value of the geometric series. doing aS gives the same result as &quot;shifting&quot; the series up by one value (so we add one to both the lower bound and upper bound for i, keeping the same number of terms).&#10;&#10;If we then do aS-S all terms from the series cancel except for the last term of aS and the first term of S. Therefore aS-S = the next term in the series minus the first term in the series. In other words, it is a^(L+1) - 1.&#10;&#10;Next applying algebra to aS-S=a^(L+1)-1 we get S = (a^(L+1)-1)/(a-1)">
            <a:extLst>
              <a:ext uri="{FF2B5EF4-FFF2-40B4-BE49-F238E27FC236}">
                <a16:creationId xmlns:a16="http://schemas.microsoft.com/office/drawing/2014/main" id="{23FC1136-767A-FCC8-7482-3B2AE824EC75}"/>
              </a:ext>
            </a:extLst>
          </p:cNvPr>
          <p:cNvGrpSpPr/>
          <p:nvPr/>
        </p:nvGrpSpPr>
        <p:grpSpPr>
          <a:xfrm>
            <a:off x="1429682" y="1473029"/>
            <a:ext cx="8934831" cy="4718388"/>
            <a:chOff x="1429682" y="1473029"/>
            <a:chExt cx="8934831" cy="4718388"/>
          </a:xfrm>
        </p:grpSpPr>
        <p:grpSp>
          <p:nvGrpSpPr>
            <p:cNvPr id="38" name="Group 37"/>
            <p:cNvGrpSpPr/>
            <p:nvPr/>
          </p:nvGrpSpPr>
          <p:grpSpPr>
            <a:xfrm>
              <a:off x="4759872" y="3301829"/>
              <a:ext cx="918341" cy="1828800"/>
              <a:chOff x="2434459" y="1295400"/>
              <a:chExt cx="918341" cy="3657600"/>
            </a:xfrm>
          </p:grpSpPr>
          <p:sp>
            <p:nvSpPr>
              <p:cNvPr id="39" name="Rectangle 38"/>
              <p:cNvSpPr/>
              <p:nvPr/>
            </p:nvSpPr>
            <p:spPr>
              <a:xfrm>
                <a:off x="2434459" y="4495800"/>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ectangle 40"/>
              <p:cNvSpPr/>
              <p:nvPr/>
            </p:nvSpPr>
            <p:spPr>
              <a:xfrm>
                <a:off x="2667000" y="4038600"/>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Rectangle 50"/>
              <p:cNvSpPr/>
              <p:nvPr/>
            </p:nvSpPr>
            <p:spPr>
              <a:xfrm>
                <a:off x="2895600" y="3124200"/>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Rectangle 51"/>
              <p:cNvSpPr/>
              <p:nvPr/>
            </p:nvSpPr>
            <p:spPr>
              <a:xfrm>
                <a:off x="3124200" y="1295400"/>
                <a:ext cx="228600" cy="3657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3" name="Group 32"/>
            <p:cNvGrpSpPr/>
            <p:nvPr/>
          </p:nvGrpSpPr>
          <p:grpSpPr>
            <a:xfrm>
              <a:off x="2476500" y="1473029"/>
              <a:ext cx="914400" cy="3657600"/>
              <a:chOff x="2667000" y="-2362200"/>
              <a:chExt cx="914400" cy="7315200"/>
            </a:xfrm>
            <a:solidFill>
              <a:schemeClr val="tx2">
                <a:lumMod val="60000"/>
                <a:lumOff val="40000"/>
              </a:schemeClr>
            </a:solidFill>
          </p:grpSpPr>
          <p:sp>
            <p:nvSpPr>
              <p:cNvPr id="34" name="Rectangle 33"/>
              <p:cNvSpPr/>
              <p:nvPr/>
            </p:nvSpPr>
            <p:spPr>
              <a:xfrm>
                <a:off x="2667000" y="4038600"/>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2895600" y="3124200"/>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p:cNvSpPr/>
              <p:nvPr/>
            </p:nvSpPr>
            <p:spPr>
              <a:xfrm>
                <a:off x="3124200" y="1295400"/>
                <a:ext cx="228600" cy="3657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36"/>
              <p:cNvSpPr/>
              <p:nvPr/>
            </p:nvSpPr>
            <p:spPr>
              <a:xfrm>
                <a:off x="3352800" y="-2362200"/>
                <a:ext cx="228600" cy="73152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15" name="Rectangle 14"/>
            <p:cNvSpPr/>
            <p:nvPr/>
          </p:nvSpPr>
          <p:spPr>
            <a:xfrm>
              <a:off x="7316513" y="1473029"/>
              <a:ext cx="228600" cy="3657600"/>
            </a:xfrm>
            <a:prstGeom prst="rect">
              <a:avLst/>
            </a:prstGeom>
            <a:solidFill>
              <a:schemeClr val="tx2">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23" name="Group 22"/>
            <p:cNvGrpSpPr/>
            <p:nvPr/>
          </p:nvGrpSpPr>
          <p:grpSpPr>
            <a:xfrm>
              <a:off x="4759872" y="3301829"/>
              <a:ext cx="918341" cy="1828800"/>
              <a:chOff x="2434459" y="1295400"/>
              <a:chExt cx="918341" cy="3657600"/>
            </a:xfrm>
          </p:grpSpPr>
          <p:sp>
            <p:nvSpPr>
              <p:cNvPr id="24" name="Rectangle 23"/>
              <p:cNvSpPr/>
              <p:nvPr/>
            </p:nvSpPr>
            <p:spPr>
              <a:xfrm>
                <a:off x="2434459" y="4495800"/>
                <a:ext cx="228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Rectangle 24"/>
              <p:cNvSpPr/>
              <p:nvPr/>
            </p:nvSpPr>
            <p:spPr>
              <a:xfrm>
                <a:off x="2667000" y="4038600"/>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ectangle 25"/>
              <p:cNvSpPr/>
              <p:nvPr/>
            </p:nvSpPr>
            <p:spPr>
              <a:xfrm>
                <a:off x="2895600" y="3124200"/>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ectangle 26"/>
              <p:cNvSpPr/>
              <p:nvPr/>
            </p:nvSpPr>
            <p:spPr>
              <a:xfrm>
                <a:off x="3124200" y="1295400"/>
                <a:ext cx="228600" cy="3657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40" name="Group 39"/>
            <p:cNvGrpSpPr/>
            <p:nvPr/>
          </p:nvGrpSpPr>
          <p:grpSpPr>
            <a:xfrm>
              <a:off x="2476500" y="1473029"/>
              <a:ext cx="914400" cy="3657600"/>
              <a:chOff x="2667000" y="-2362200"/>
              <a:chExt cx="914400" cy="7315200"/>
            </a:xfrm>
            <a:solidFill>
              <a:schemeClr val="tx2">
                <a:lumMod val="60000"/>
                <a:lumOff val="40000"/>
              </a:schemeClr>
            </a:solidFill>
          </p:grpSpPr>
          <p:sp>
            <p:nvSpPr>
              <p:cNvPr id="42" name="Rectangle 41"/>
              <p:cNvSpPr/>
              <p:nvPr/>
            </p:nvSpPr>
            <p:spPr>
              <a:xfrm>
                <a:off x="2667000" y="4038600"/>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2895600" y="3124200"/>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3124200" y="1295400"/>
                <a:ext cx="228600" cy="3657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Rectangle 44"/>
              <p:cNvSpPr/>
              <p:nvPr/>
            </p:nvSpPr>
            <p:spPr>
              <a:xfrm>
                <a:off x="3352800" y="-2362200"/>
                <a:ext cx="228600" cy="7315200"/>
              </a:xfrm>
              <a:prstGeom prst="rect">
                <a:avLst/>
              </a:prstGeom>
              <a:grp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46" name="Rectangle 45"/>
            <p:cNvSpPr/>
            <p:nvPr/>
          </p:nvSpPr>
          <p:spPr>
            <a:xfrm>
              <a:off x="9373913" y="4978229"/>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50" name="TextBox 49"/>
                <p:cNvSpPr txBox="1"/>
                <p:nvPr/>
              </p:nvSpPr>
              <p:spPr>
                <a:xfrm>
                  <a:off x="5984313" y="3353646"/>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984313" y="3353646"/>
                  <a:ext cx="683200"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8078513" y="3102114"/>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8078513" y="3102114"/>
                  <a:ext cx="683200" cy="7078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810000" y="3117163"/>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3810000" y="3117163"/>
                  <a:ext cx="683200" cy="7078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1981200" y="5206830"/>
                  <a:ext cx="20129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 multiplied by </a:t>
                  </a:r>
                  <a14:m>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1981200" y="5206830"/>
                  <a:ext cx="2012952" cy="646331"/>
                </a:xfrm>
                <a:prstGeom prst="rect">
                  <a:avLst/>
                </a:prstGeom>
                <a:blipFill>
                  <a:blip r:embed="rId7"/>
                  <a:stretch>
                    <a:fillRect l="-2424" t="-4717" b="-14151"/>
                  </a:stretch>
                </a:blipFill>
              </p:spPr>
              <p:txBody>
                <a:bodyPr/>
                <a:lstStyle/>
                <a:p>
                  <a:r>
                    <a:rPr lang="en-US">
                      <a:noFill/>
                    </a:rPr>
                    <a:t> </a:t>
                  </a:r>
                </a:p>
              </p:txBody>
            </p:sp>
          </mc:Fallback>
        </mc:AlternateContent>
        <p:sp>
          <p:nvSpPr>
            <p:cNvPr id="54" name="TextBox 53"/>
            <p:cNvSpPr txBox="1"/>
            <p:nvPr/>
          </p:nvSpPr>
          <p:spPr>
            <a:xfrm>
              <a:off x="4616448" y="5345328"/>
              <a:ext cx="20129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a:t>
              </a:r>
            </a:p>
          </p:txBody>
        </p:sp>
        <p:sp>
          <p:nvSpPr>
            <p:cNvPr id="55" name="TextBox 54"/>
            <p:cNvSpPr txBox="1"/>
            <p:nvPr/>
          </p:nvSpPr>
          <p:spPr>
            <a:xfrm>
              <a:off x="8786537" y="5359229"/>
              <a:ext cx="1577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first term</a:t>
              </a:r>
            </a:p>
          </p:txBody>
        </p:sp>
        <mc:AlternateContent xmlns:mc="http://schemas.openxmlformats.org/markup-compatibility/2006" xmlns:a14="http://schemas.microsoft.com/office/drawing/2010/main">
          <mc:Choice Requires="a14">
            <p:sp>
              <p:nvSpPr>
                <p:cNvPr id="56" name="TextBox 55"/>
                <p:cNvSpPr txBox="1"/>
                <p:nvPr/>
              </p:nvSpPr>
              <p:spPr>
                <a:xfrm>
                  <a:off x="1429682" y="5791200"/>
                  <a:ext cx="25928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6" name="TextBox 55"/>
                <p:cNvSpPr txBox="1">
                  <a:spLocks noRot="1" noChangeAspect="1" noMove="1" noResize="1" noEditPoints="1" noAdjustHandles="1" noChangeArrowheads="1" noChangeShapeType="1" noTextEdit="1"/>
                </p:cNvSpPr>
                <p:nvPr/>
              </p:nvSpPr>
              <p:spPr>
                <a:xfrm>
                  <a:off x="1429682" y="5791200"/>
                  <a:ext cx="2592889"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4038601" y="5791200"/>
                  <a:ext cx="25872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7" name="TextBox 56"/>
                <p:cNvSpPr txBox="1">
                  <a:spLocks noRot="1" noChangeAspect="1" noMove="1" noResize="1" noEditPoints="1" noAdjustHandles="1" noChangeArrowheads="1" noChangeShapeType="1" noTextEdit="1"/>
                </p:cNvSpPr>
                <p:nvPr/>
              </p:nvSpPr>
              <p:spPr>
                <a:xfrm>
                  <a:off x="4038601" y="5791200"/>
                  <a:ext cx="2587247"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7015809" y="5822085"/>
                  <a:ext cx="6964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r>
                              <a:rPr kumimoji="0" lang="en-US" sz="1800" b="0" i="1" u="none" strike="noStrike" kern="1200" cap="none" spc="0" normalizeH="0" baseline="0" noProof="0">
                                <a:ln>
                                  <a:noFill/>
                                </a:ln>
                                <a:solidFill>
                                  <a:prstClr val="black"/>
                                </a:solidFill>
                                <a:effectLst/>
                                <a:uLnTx/>
                                <a:uFillTx/>
                                <a:latin typeface="Cambria Math"/>
                                <a:ea typeface="+mn-ea"/>
                                <a:cs typeface="+mn-cs"/>
                              </a:rPr>
                              <m:t>+1</m:t>
                            </m:r>
                          </m:sup>
                        </m:sSup>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7015809" y="5822085"/>
                  <a:ext cx="696473"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9296401" y="5822085"/>
                  <a:ext cx="3658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9" name="TextBox 58"/>
                <p:cNvSpPr txBox="1">
                  <a:spLocks noRot="1" noChangeAspect="1" noMove="1" noResize="1" noEditPoints="1" noAdjustHandles="1" noChangeArrowheads="1" noChangeShapeType="1" noTextEdit="1"/>
                </p:cNvSpPr>
                <p:nvPr/>
              </p:nvSpPr>
              <p:spPr>
                <a:xfrm>
                  <a:off x="9296401" y="5822085"/>
                  <a:ext cx="365805" cy="369332"/>
                </a:xfrm>
                <a:prstGeom prst="rect">
                  <a:avLst/>
                </a:prstGeom>
                <a:blipFill>
                  <a:blip r:embed="rId11"/>
                  <a:stretch>
                    <a:fillRect/>
                  </a:stretch>
                </a:blipFill>
              </p:spPr>
              <p:txBody>
                <a:bodyPr/>
                <a:lstStyle/>
                <a:p>
                  <a:r>
                    <a:rPr lang="en-US">
                      <a:noFill/>
                    </a:rPr>
                    <a:t> </a:t>
                  </a:r>
                </a:p>
              </p:txBody>
            </p:sp>
          </mc:Fallback>
        </mc:AlternateContent>
        <p:sp>
          <p:nvSpPr>
            <p:cNvPr id="61" name="TextBox 60"/>
            <p:cNvSpPr txBox="1"/>
            <p:nvPr/>
          </p:nvSpPr>
          <p:spPr>
            <a:xfrm>
              <a:off x="6783114" y="5283030"/>
              <a:ext cx="1522686" cy="660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next term in the series</a:t>
              </a:r>
            </a:p>
          </p:txBody>
        </p:sp>
      </p:grpSp>
    </p:spTree>
    <p:extLst>
      <p:ext uri="{BB962C8B-B14F-4D97-AF65-F5344CB8AC3E}">
        <p14:creationId xmlns:p14="http://schemas.microsoft.com/office/powerpoint/2010/main" val="1891667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Finite Geometric Series (</a:t>
                </a:r>
                <a14:m>
                  <m:oMath xmlns:m="http://schemas.openxmlformats.org/officeDocument/2006/math">
                    <m:r>
                      <a:rPr lang="en-US" i="1">
                        <a:latin typeface="Cambria Math" panose="02040503050406030204" pitchFamily="18" charset="0"/>
                      </a:rPr>
                      <m:t>𝑎</m:t>
                    </m:r>
                    <m:r>
                      <a:rPr lang="en-US" b="0" i="1" smtClean="0">
                        <a:latin typeface="Cambria Math" panose="02040503050406030204" pitchFamily="18" charset="0"/>
                      </a:rPr>
                      <m:t>&lt;</m:t>
                    </m:r>
                    <m:r>
                      <a:rPr lang="en-US" i="1">
                        <a:latin typeface="Cambria Math" panose="02040503050406030204" pitchFamily="18" charset="0"/>
                      </a:rPr>
                      <m:t>1</m:t>
                    </m:r>
                  </m:oMath>
                </a14:m>
                <a:r>
                  <a:rPr lang="en-US"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72DA73B-DFB9-2873-31A0-9576BF22984D}"/>
                  </a:ext>
                </a:extLst>
              </p:cNvPr>
              <p:cNvSpPr txBox="1"/>
              <p:nvPr/>
            </p:nvSpPr>
            <p:spPr>
              <a:xfrm>
                <a:off x="642730" y="1512665"/>
                <a:ext cx="1126590" cy="130426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r>
                            <a:rPr kumimoji="0" lang="en-US" sz="2800" b="0" i="1" u="none" strike="noStrike" kern="1200" cap="none" spc="0" normalizeH="0" baseline="0" noProof="0" smtClean="0">
                              <a:ln>
                                <a:noFill/>
                              </a:ln>
                              <a:solidFill>
                                <a:prstClr val="black"/>
                              </a:solidFill>
                              <a:effectLst/>
                              <a:uLnTx/>
                              <a:uFillTx/>
                              <a:latin typeface="Cambria Math"/>
                              <a:ea typeface="+mn-ea"/>
                              <a:cs typeface="+mn-cs"/>
                            </a:rPr>
                            <m:t>=0</m:t>
                          </m:r>
                        </m:sub>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𝐿</m:t>
                          </m:r>
                        </m:sup>
                        <m:e>
                          <m:sSup>
                            <m:sSupPr>
                              <m:ctrlP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𝑎</m:t>
                              </m:r>
                            </m:e>
                            <m:sup>
                              <m:r>
                                <a:rPr kumimoji="0" lang="en-US" sz="2800" b="0" i="1" u="none" strike="noStrike" kern="1200" cap="none" spc="0" normalizeH="0" baseline="0" noProof="0" smtClean="0">
                                  <a:ln>
                                    <a:noFill/>
                                  </a:ln>
                                  <a:solidFill>
                                    <a:prstClr val="black"/>
                                  </a:solidFill>
                                  <a:effectLst/>
                                  <a:uLnTx/>
                                  <a:uFillTx/>
                                  <a:latin typeface="Cambria Math"/>
                                  <a:ea typeface="+mn-ea"/>
                                  <a:cs typeface="+mn-cs"/>
                                </a:rPr>
                                <m:t>𝑖</m:t>
                              </m:r>
                            </m:sup>
                          </m:sSup>
                        </m:e>
                      </m:nary>
                    </m:oMath>
                  </m:oMathPara>
                </a14:m>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 name="TextBox 4">
                <a:extLst>
                  <a:ext uri="{FF2B5EF4-FFF2-40B4-BE49-F238E27FC236}">
                    <a16:creationId xmlns:a16="http://schemas.microsoft.com/office/drawing/2014/main" id="{A72DA73B-DFB9-2873-31A0-9576BF22984D}"/>
                  </a:ext>
                </a:extLst>
              </p:cNvPr>
              <p:cNvSpPr txBox="1">
                <a:spLocks noRot="1" noChangeAspect="1" noMove="1" noResize="1" noEditPoints="1" noAdjustHandles="1" noChangeArrowheads="1" noChangeShapeType="1" noTextEdit="1"/>
              </p:cNvSpPr>
              <p:nvPr/>
            </p:nvSpPr>
            <p:spPr>
              <a:xfrm>
                <a:off x="642730" y="1512665"/>
                <a:ext cx="1126590" cy="1304268"/>
              </a:xfrm>
              <a:prstGeom prst="rect">
                <a:avLst/>
              </a:prstGeom>
              <a:blipFill>
                <a:blip r:embed="rId4"/>
                <a:stretch>
                  <a:fillRect/>
                </a:stretch>
              </a:blipFill>
            </p:spPr>
            <p:txBody>
              <a:bodyPr/>
              <a:lstStyle/>
              <a:p>
                <a:r>
                  <a:rPr lang="en-US">
                    <a:noFill/>
                  </a:rPr>
                  <a:t> </a:t>
                </a:r>
              </a:p>
            </p:txBody>
          </p:sp>
        </mc:Fallback>
      </mc:AlternateContent>
      <p:grpSp>
        <p:nvGrpSpPr>
          <p:cNvPr id="7" name="Group 6" descr="If a&lt;1 then the series is decreasing, but we can use the same process to derive the same formula.">
            <a:extLst>
              <a:ext uri="{FF2B5EF4-FFF2-40B4-BE49-F238E27FC236}">
                <a16:creationId xmlns:a16="http://schemas.microsoft.com/office/drawing/2014/main" id="{B8EB1195-64D4-39B9-35AC-8FE282D75BAD}"/>
              </a:ext>
            </a:extLst>
          </p:cNvPr>
          <p:cNvGrpSpPr/>
          <p:nvPr/>
        </p:nvGrpSpPr>
        <p:grpSpPr>
          <a:xfrm>
            <a:off x="1429682" y="1438616"/>
            <a:ext cx="8934831" cy="5419384"/>
            <a:chOff x="1429682" y="1438616"/>
            <a:chExt cx="8934831" cy="5419384"/>
          </a:xfrm>
        </p:grpSpPr>
        <p:grpSp>
          <p:nvGrpSpPr>
            <p:cNvPr id="45" name="Group 44"/>
            <p:cNvGrpSpPr/>
            <p:nvPr/>
          </p:nvGrpSpPr>
          <p:grpSpPr>
            <a:xfrm>
              <a:off x="4630082" y="1438616"/>
              <a:ext cx="1143000" cy="3657600"/>
              <a:chOff x="533400" y="1473029"/>
              <a:chExt cx="1143000" cy="3657600"/>
            </a:xfrm>
          </p:grpSpPr>
          <p:sp>
            <p:nvSpPr>
              <p:cNvPr id="46" name="Rectangle 45"/>
              <p:cNvSpPr/>
              <p:nvPr/>
            </p:nvSpPr>
            <p:spPr>
              <a:xfrm>
                <a:off x="1219200" y="4673429"/>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Rectangle 56"/>
              <p:cNvSpPr/>
              <p:nvPr/>
            </p:nvSpPr>
            <p:spPr>
              <a:xfrm>
                <a:off x="990600" y="4216229"/>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0" name="Rectangle 59"/>
              <p:cNvSpPr/>
              <p:nvPr/>
            </p:nvSpPr>
            <p:spPr>
              <a:xfrm>
                <a:off x="762000" y="3301829"/>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Rectangle 60"/>
              <p:cNvSpPr/>
              <p:nvPr/>
            </p:nvSpPr>
            <p:spPr>
              <a:xfrm>
                <a:off x="533400" y="1473029"/>
                <a:ext cx="228600" cy="36576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Rectangle 61"/>
              <p:cNvSpPr/>
              <p:nvPr/>
            </p:nvSpPr>
            <p:spPr>
              <a:xfrm>
                <a:off x="1447800" y="4902029"/>
                <a:ext cx="228600" cy="228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37" name="Group 36"/>
            <p:cNvGrpSpPr/>
            <p:nvPr/>
          </p:nvGrpSpPr>
          <p:grpSpPr>
            <a:xfrm>
              <a:off x="2057400" y="3279706"/>
              <a:ext cx="1143000" cy="1828800"/>
              <a:chOff x="762000" y="3301829"/>
              <a:chExt cx="1143000" cy="1828800"/>
            </a:xfrm>
          </p:grpSpPr>
          <p:sp>
            <p:nvSpPr>
              <p:cNvPr id="40" name="Rectangle 39"/>
              <p:cNvSpPr/>
              <p:nvPr/>
            </p:nvSpPr>
            <p:spPr>
              <a:xfrm>
                <a:off x="1219200" y="4673429"/>
                <a:ext cx="228600" cy="4572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1" name="Rectangle 40"/>
              <p:cNvSpPr/>
              <p:nvPr/>
            </p:nvSpPr>
            <p:spPr>
              <a:xfrm>
                <a:off x="990600" y="4216229"/>
                <a:ext cx="228600" cy="9144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Rectangle 41"/>
              <p:cNvSpPr/>
              <p:nvPr/>
            </p:nvSpPr>
            <p:spPr>
              <a:xfrm>
                <a:off x="762000" y="3301829"/>
                <a:ext cx="228600" cy="18288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1447800" y="4902029"/>
                <a:ext cx="228600" cy="2286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1676400" y="5009033"/>
                <a:ext cx="228600" cy="118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mc:AlternateContent xmlns:mc="http://schemas.openxmlformats.org/markup-compatibility/2006" xmlns:a14="http://schemas.microsoft.com/office/drawing/2010/main">
          <mc:Choice Requires="a14">
            <p:sp>
              <p:nvSpPr>
                <p:cNvPr id="47" name="TextBox 46"/>
                <p:cNvSpPr txBox="1"/>
                <p:nvPr/>
              </p:nvSpPr>
              <p:spPr>
                <a:xfrm>
                  <a:off x="1981200" y="5206830"/>
                  <a:ext cx="201295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 multiplied by </a:t>
                  </a:r>
                  <a14:m>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1981200" y="5206830"/>
                  <a:ext cx="2012952" cy="646331"/>
                </a:xfrm>
                <a:prstGeom prst="rect">
                  <a:avLst/>
                </a:prstGeom>
                <a:blipFill>
                  <a:blip r:embed="rId5"/>
                  <a:stretch>
                    <a:fillRect l="-2424" t="-4717" b="-14151"/>
                  </a:stretch>
                </a:blipFill>
              </p:spPr>
              <p:txBody>
                <a:bodyPr/>
                <a:lstStyle/>
                <a:p>
                  <a:r>
                    <a:rPr lang="en-US">
                      <a:noFill/>
                    </a:rPr>
                    <a:t> </a:t>
                  </a:r>
                </a:p>
              </p:txBody>
            </p:sp>
          </mc:Fallback>
        </mc:AlternateContent>
        <p:sp>
          <p:nvSpPr>
            <p:cNvPr id="48" name="TextBox 47"/>
            <p:cNvSpPr txBox="1"/>
            <p:nvPr/>
          </p:nvSpPr>
          <p:spPr>
            <a:xfrm>
              <a:off x="4616448" y="5345328"/>
              <a:ext cx="20129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series</a:t>
              </a:r>
            </a:p>
          </p:txBody>
        </p:sp>
        <p:sp>
          <p:nvSpPr>
            <p:cNvPr id="49" name="TextBox 48"/>
            <p:cNvSpPr txBox="1"/>
            <p:nvPr/>
          </p:nvSpPr>
          <p:spPr>
            <a:xfrm>
              <a:off x="8786537" y="5359229"/>
              <a:ext cx="1577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first term</a:t>
              </a:r>
            </a:p>
          </p:txBody>
        </p:sp>
        <mc:AlternateContent xmlns:mc="http://schemas.openxmlformats.org/markup-compatibility/2006" xmlns:a14="http://schemas.microsoft.com/office/drawing/2010/main">
          <mc:Choice Requires="a14">
            <p:sp>
              <p:nvSpPr>
                <p:cNvPr id="50" name="TextBox 49"/>
                <p:cNvSpPr txBox="1"/>
                <p:nvPr/>
              </p:nvSpPr>
              <p:spPr>
                <a:xfrm>
                  <a:off x="5984313" y="3353646"/>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984313" y="3353646"/>
                  <a:ext cx="683200" cy="70788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8078513" y="3102114"/>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8078513" y="3102114"/>
                  <a:ext cx="683200" cy="70788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3810000" y="3117163"/>
                  <a:ext cx="68320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4000" b="0" i="1" u="none" strike="noStrike" kern="1200" cap="none" spc="0" normalizeH="0" baseline="0" noProof="0">
                            <a:ln>
                              <a:noFill/>
                            </a:ln>
                            <a:solidFill>
                              <a:prstClr val="black"/>
                            </a:solidFill>
                            <a:effectLst/>
                            <a:uLnTx/>
                            <a:uFillTx/>
                            <a:latin typeface="Cambria Math"/>
                            <a:ea typeface="+mn-ea"/>
                            <a:cs typeface="+mn-cs"/>
                          </a:rPr>
                          <m:t>−</m:t>
                        </m:r>
                      </m:oMath>
                    </m:oMathPara>
                  </a14:m>
                  <a:endParaRPr kumimoji="0" lang="en-US" sz="40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3810000" y="3117163"/>
                  <a:ext cx="683200" cy="70788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1429682" y="5791200"/>
                  <a:ext cx="259288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𝑎</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429682" y="5791200"/>
                  <a:ext cx="2592889"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4038601" y="5791200"/>
                  <a:ext cx="25872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a:ea typeface="+mn-ea"/>
                                <a:cs typeface="+mn-cs"/>
                              </a:rPr>
                              <m:t>1+</m:t>
                            </m:r>
                            <m:r>
                              <a:rPr kumimoji="0" lang="en-US" sz="1800" b="0" i="1" u="none" strike="noStrike" kern="1200" cap="none" spc="0" normalizeH="0" baseline="0" noProof="0">
                                <a:ln>
                                  <a:noFill/>
                                </a:ln>
                                <a:solidFill>
                                  <a:prstClr val="black"/>
                                </a:solidFill>
                                <a:effectLst/>
                                <a:uLnTx/>
                                <a:uFillTx/>
                                <a:latin typeface="Cambria Math"/>
                                <a:ea typeface="+mn-ea"/>
                                <a:cs typeface="+mn-cs"/>
                              </a:rPr>
                              <m:t>𝑎</m:t>
                            </m:r>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2</m:t>
                                </m:r>
                              </m:sup>
                            </m:sSup>
                            <m:r>
                              <a:rPr kumimoji="0" lang="en-US" sz="1800" b="0" i="1" u="none" strike="noStrike" kern="1200" cap="none" spc="0" normalizeH="0" baseline="0" noProof="0">
                                <a:ln>
                                  <a:noFill/>
                                </a:ln>
                                <a:solidFill>
                                  <a:prstClr val="black"/>
                                </a:solidFill>
                                <a:effectLst/>
                                <a:uLnTx/>
                                <a:uFillTx/>
                                <a:latin typeface="Cambria Math"/>
                                <a:ea typeface="+mn-ea"/>
                                <a:cs typeface="+mn-cs"/>
                              </a:rPr>
                              <m:t>+…+</m:t>
                            </m:r>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sup>
                            </m:sSup>
                          </m:e>
                        </m:d>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4038601" y="5791200"/>
                  <a:ext cx="258724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7015809" y="5822085"/>
                  <a:ext cx="69647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prstClr val="black"/>
                                </a:solidFill>
                                <a:effectLst/>
                                <a:uLnTx/>
                                <a:uFillTx/>
                                <a:latin typeface="Cambria Math"/>
                                <a:ea typeface="+mn-ea"/>
                                <a:cs typeface="+mn-cs"/>
                              </a:rPr>
                              <m:t>𝑎</m:t>
                            </m:r>
                          </m:e>
                          <m:sup>
                            <m:r>
                              <a:rPr kumimoji="0" lang="en-US" sz="1800" b="0" i="1" u="none" strike="noStrike" kern="1200" cap="none" spc="0" normalizeH="0" baseline="0" noProof="0">
                                <a:ln>
                                  <a:noFill/>
                                </a:ln>
                                <a:solidFill>
                                  <a:prstClr val="black"/>
                                </a:solidFill>
                                <a:effectLst/>
                                <a:uLnTx/>
                                <a:uFillTx/>
                                <a:latin typeface="Cambria Math"/>
                                <a:ea typeface="+mn-ea"/>
                                <a:cs typeface="+mn-cs"/>
                              </a:rPr>
                              <m:t>𝐿</m:t>
                            </m:r>
                            <m:r>
                              <a:rPr kumimoji="0" lang="en-US" sz="1800" b="0" i="1" u="none" strike="noStrike" kern="1200" cap="none" spc="0" normalizeH="0" baseline="0" noProof="0">
                                <a:ln>
                                  <a:noFill/>
                                </a:ln>
                                <a:solidFill>
                                  <a:prstClr val="black"/>
                                </a:solidFill>
                                <a:effectLst/>
                                <a:uLnTx/>
                                <a:uFillTx/>
                                <a:latin typeface="Cambria Math"/>
                                <a:ea typeface="+mn-ea"/>
                                <a:cs typeface="+mn-cs"/>
                              </a:rPr>
                              <m:t>+1</m:t>
                            </m:r>
                          </m:sup>
                        </m:sSup>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7015809" y="5822085"/>
                  <a:ext cx="69647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9296401" y="5822085"/>
                  <a:ext cx="36580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a:ea typeface="+mn-ea"/>
                            <a:cs typeface="+mn-cs"/>
                          </a:rPr>
                          <m:t>1</m:t>
                        </m:r>
                      </m:oMath>
                    </m:oMathPara>
                  </a14:m>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9296401" y="5822085"/>
                  <a:ext cx="365805" cy="369332"/>
                </a:xfrm>
                <a:prstGeom prst="rect">
                  <a:avLst/>
                </a:prstGeom>
                <a:blipFill>
                  <a:blip r:embed="rId12"/>
                  <a:stretch>
                    <a:fillRect/>
                  </a:stretch>
                </a:blipFill>
              </p:spPr>
              <p:txBody>
                <a:bodyPr/>
                <a:lstStyle/>
                <a:p>
                  <a:r>
                    <a:rPr lang="en-US">
                      <a:noFill/>
                    </a:rPr>
                    <a:t> </a:t>
                  </a:r>
                </a:p>
              </p:txBody>
            </p:sp>
          </mc:Fallback>
        </mc:AlternateContent>
        <p:grpSp>
          <p:nvGrpSpPr>
            <p:cNvPr id="33" name="Group 32"/>
            <p:cNvGrpSpPr/>
            <p:nvPr/>
          </p:nvGrpSpPr>
          <p:grpSpPr>
            <a:xfrm>
              <a:off x="2057400" y="3276600"/>
              <a:ext cx="1143000" cy="1828800"/>
              <a:chOff x="762000" y="3301829"/>
              <a:chExt cx="1143000" cy="1828800"/>
            </a:xfrm>
          </p:grpSpPr>
          <p:sp>
            <p:nvSpPr>
              <p:cNvPr id="34" name="Rectangle 33"/>
              <p:cNvSpPr/>
              <p:nvPr/>
            </p:nvSpPr>
            <p:spPr>
              <a:xfrm>
                <a:off x="1219200" y="4673429"/>
                <a:ext cx="2286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Rectangle 34"/>
              <p:cNvSpPr/>
              <p:nvPr/>
            </p:nvSpPr>
            <p:spPr>
              <a:xfrm>
                <a:off x="990600" y="4216229"/>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ectangle 35"/>
              <p:cNvSpPr/>
              <p:nvPr/>
            </p:nvSpPr>
            <p:spPr>
              <a:xfrm>
                <a:off x="762000" y="3301829"/>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Rectangle 37"/>
              <p:cNvSpPr/>
              <p:nvPr/>
            </p:nvSpPr>
            <p:spPr>
              <a:xfrm>
                <a:off x="1447800" y="4902029"/>
                <a:ext cx="2286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Rectangle 38"/>
              <p:cNvSpPr/>
              <p:nvPr/>
            </p:nvSpPr>
            <p:spPr>
              <a:xfrm>
                <a:off x="1676400" y="5009033"/>
                <a:ext cx="228600" cy="1188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51" name="Group 50"/>
            <p:cNvGrpSpPr/>
            <p:nvPr/>
          </p:nvGrpSpPr>
          <p:grpSpPr>
            <a:xfrm>
              <a:off x="4630082" y="1438616"/>
              <a:ext cx="1143000" cy="3657600"/>
              <a:chOff x="533400" y="1473029"/>
              <a:chExt cx="1143000" cy="3657600"/>
            </a:xfrm>
          </p:grpSpPr>
          <p:sp>
            <p:nvSpPr>
              <p:cNvPr id="52" name="Rectangle 51"/>
              <p:cNvSpPr/>
              <p:nvPr/>
            </p:nvSpPr>
            <p:spPr>
              <a:xfrm>
                <a:off x="1219200" y="4673429"/>
                <a:ext cx="2286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3" name="Rectangle 52"/>
              <p:cNvSpPr/>
              <p:nvPr/>
            </p:nvSpPr>
            <p:spPr>
              <a:xfrm>
                <a:off x="990600" y="4216229"/>
                <a:ext cx="228600" cy="914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Rectangle 53"/>
              <p:cNvSpPr/>
              <p:nvPr/>
            </p:nvSpPr>
            <p:spPr>
              <a:xfrm>
                <a:off x="762000" y="3301829"/>
                <a:ext cx="228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Rectangle 54"/>
              <p:cNvSpPr/>
              <p:nvPr/>
            </p:nvSpPr>
            <p:spPr>
              <a:xfrm>
                <a:off x="533400" y="1473029"/>
                <a:ext cx="228600" cy="3657600"/>
              </a:xfrm>
              <a:prstGeom prst="rect">
                <a:avLst/>
              </a:prstGeom>
              <a:solidFill>
                <a:schemeClr val="tx2">
                  <a:lumMod val="60000"/>
                  <a:lumOff val="4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Rectangle 55"/>
              <p:cNvSpPr/>
              <p:nvPr/>
            </p:nvSpPr>
            <p:spPr>
              <a:xfrm>
                <a:off x="1447800" y="4902029"/>
                <a:ext cx="228600" cy="228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58" name="Rectangle 57"/>
            <p:cNvSpPr/>
            <p:nvPr/>
          </p:nvSpPr>
          <p:spPr>
            <a:xfrm>
              <a:off x="7391400" y="5011757"/>
              <a:ext cx="228600" cy="11887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9" name="Rectangle 58"/>
            <p:cNvSpPr/>
            <p:nvPr/>
          </p:nvSpPr>
          <p:spPr>
            <a:xfrm>
              <a:off x="9372600" y="1447800"/>
              <a:ext cx="228600" cy="3657600"/>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62"/>
            <p:cNvSpPr txBox="1"/>
            <p:nvPr/>
          </p:nvSpPr>
          <p:spPr>
            <a:xfrm>
              <a:off x="6783114" y="5283030"/>
              <a:ext cx="1522686" cy="6605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next term in the series</a:t>
              </a:r>
            </a:p>
          </p:txBody>
        </p:sp>
        <p:sp>
          <p:nvSpPr>
            <p:cNvPr id="6" name="Left Brace 5"/>
            <p:cNvSpPr/>
            <p:nvPr/>
          </p:nvSpPr>
          <p:spPr>
            <a:xfrm rot="16200000">
              <a:off x="5329359" y="2124934"/>
              <a:ext cx="437983" cy="822771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Box 65"/>
            <p:cNvSpPr txBox="1"/>
            <p:nvPr/>
          </p:nvSpPr>
          <p:spPr>
            <a:xfrm>
              <a:off x="4586700" y="6488668"/>
              <a:ext cx="19665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Solve for the series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4137851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4908</TotalTime>
  <Words>1623</Words>
  <Application>Microsoft Office PowerPoint</Application>
  <PresentationFormat>Widescreen</PresentationFormat>
  <Paragraphs>392</Paragraphs>
  <Slides>21</Slides>
  <Notes>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21</vt:i4>
      </vt:variant>
    </vt:vector>
  </HeadingPairs>
  <TitlesOfParts>
    <vt:vector size="32" baseType="lpstr">
      <vt:lpstr>Aptos</vt:lpstr>
      <vt:lpstr>Aptos Display</vt:lpstr>
      <vt:lpstr>Arial</vt:lpstr>
      <vt:lpstr>Calibri</vt:lpstr>
      <vt:lpstr>Calibri Light</vt:lpstr>
      <vt:lpstr>Cambria Math</vt:lpstr>
      <vt:lpstr>Consolas</vt:lpstr>
      <vt:lpstr>Symbol</vt:lpstr>
      <vt:lpstr>Office Theme</vt:lpstr>
      <vt:lpstr>1_Office Theme</vt:lpstr>
      <vt:lpstr>2_Office Theme</vt:lpstr>
      <vt:lpstr>CSE 332 Spring 2026 Lecture 6: Recurrences</vt:lpstr>
      <vt:lpstr>Recursive Binary Search</vt:lpstr>
      <vt:lpstr>Analysis of Recursive Algorithms</vt:lpstr>
      <vt:lpstr>How Efficient Is It?</vt:lpstr>
      <vt:lpstr>Let’s Solve the Recurrence!</vt:lpstr>
      <vt:lpstr>Make our process “prettier”</vt:lpstr>
      <vt:lpstr>Recursive Linear Search</vt:lpstr>
      <vt:lpstr>Prettier List Sum Substitution </vt:lpstr>
      <vt:lpstr>Recursive List Summation Code</vt:lpstr>
      <vt:lpstr>Tree Method for Recursive Summation</vt:lpstr>
      <vt:lpstr>Recursive List Summation – Solving the Series</vt:lpstr>
      <vt:lpstr>Tree Method Summary: Chip and Conquer</vt:lpstr>
      <vt:lpstr>Tree Method Summary: Divide and Conquer</vt:lpstr>
      <vt:lpstr>Let’s do some more!</vt:lpstr>
      <vt:lpstr>Tree Method T(n)=2T(n/2)+n</vt:lpstr>
      <vt:lpstr>Tree Method T(n)=2T(n/2)+n^2</vt:lpstr>
      <vt:lpstr>Solving T(n)=2T(n/2)+n^2</vt:lpstr>
      <vt:lpstr>Tree Method T(n)=2T(n/8)+1</vt:lpstr>
      <vt:lpstr>Solving T(n)=2T(n/8)+1</vt:lpstr>
      <vt:lpstr>Finite Geometric Series (a&gt;1)</vt:lpstr>
      <vt:lpstr>Finite Geometric Series (a&lt;1)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CSE332 Lecture 6</dc:title>
  <dc:creator>Brunelle, Nathan J (njb2b)</dc:creator>
  <cp:lastModifiedBy>Nathan Brunelle</cp:lastModifiedBy>
  <cp:revision>49</cp:revision>
  <dcterms:created xsi:type="dcterms:W3CDTF">2024-06-26T12:44:42Z</dcterms:created>
  <dcterms:modified xsi:type="dcterms:W3CDTF">2026-04-13T19:08:35Z</dcterms:modified>
</cp:coreProperties>
</file>