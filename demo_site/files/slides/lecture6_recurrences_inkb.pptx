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25"/>
  </p:notesMasterIdLst>
  <p:sldIdLst>
    <p:sldId id="257" r:id="rId4"/>
    <p:sldId id="426" r:id="rId5"/>
    <p:sldId id="453" r:id="rId6"/>
    <p:sldId id="306" r:id="rId7"/>
    <p:sldId id="307" r:id="rId8"/>
    <p:sldId id="455" r:id="rId9"/>
    <p:sldId id="407" r:id="rId10"/>
    <p:sldId id="456" r:id="rId11"/>
    <p:sldId id="457" r:id="rId12"/>
    <p:sldId id="385" r:id="rId13"/>
    <p:sldId id="458" r:id="rId14"/>
    <p:sldId id="465" r:id="rId15"/>
    <p:sldId id="466" r:id="rId16"/>
    <p:sldId id="459" r:id="rId17"/>
    <p:sldId id="460" r:id="rId18"/>
    <p:sldId id="461" r:id="rId19"/>
    <p:sldId id="462" r:id="rId20"/>
    <p:sldId id="463" r:id="rId21"/>
    <p:sldId id="464" r:id="rId22"/>
    <p:sldId id="358" r:id="rId23"/>
    <p:sldId id="35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4" d="100"/>
          <a:sy n="64" d="100"/>
        </p:scale>
        <p:origin x="712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6T23:47:36.9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18418 10469 0,'-8'0'0,"-1"26"0,-8 25 15,0 17-15,0 8 16,-8 52 0,-1 33-16,9 9 15,0 0-15,0 26 16,0-34-1,17-52-15,0 1 16,-9-9 0,1-9-1,-1-42-15</inkml:trace>
  <inkml:trace contextRef="#ctx0" brushRef="#br0" timeOffset="429.8">17462 10426 0,'0'0'0,"0"0"0,9-8 0,25-18 15,17 1-15,1-1 31,-1 1-31,0 8 16,51 0 0,18 8-16,-1 18 15,18 8 1,42 25-16,0 1 16,-33-18-1,7 9-15,-8-17 16,-34-34-1,-51-8-15</inkml:trace>
  <inkml:trace contextRef="#ctx0" brushRef="#br0" timeOffset="838.26">19741 10443 0,'0'0'0,"-17"0"15,-25 26-15,-27 17 16,-25 25 0,-25 42-16,-52 60 15,9 9-15,68-1 16,17 35 0,26-17-16,43-35 15,33 1 1,35-9-1,25-26-15,9-50 16,34-18-16,162 35 16</inkml:trace>
  <inkml:trace contextRef="#ctx0" brushRef="#br0" timeOffset="1542.21">20441 10554 0,'0'0'0,"0"0"0,0 0 16,-8 26-16,-18 25 16,-8 59-16,-9 52 31,-17-9-31,1-26 16,-10 1-1,18-9 1,17-8-16,17-35 15,0-25 1,17-25-16,0-18 16,9-8-1,33-25-15,26-35 16,9-16-16,9-18 16,-1-25-1,-17-9 1,18 1-16,25-1 15,-26 26-15,-8 9 0,0 16 32,-9 26-17,0 9-15,26 16 16,-9 18-16,-25 16 16,0 26-1,0 43 1,-18 59-16,-25 34 15,-25 0-15,-9-17 16,0-34 0,0-34-1,0-34-15,8-25 16,9-9 0,0-9-16,0-33 15,0-1 1</inkml:trace>
  <inkml:trace contextRef="#ctx0" brushRef="#br0" timeOffset="1785.88">22481 9619 0,'0'0'0,"9"8"0,33 52 16,18 33-16,-9 35 15,-8 67 1,-43 60-16,-111 103 16,-120 84-1,-110 17 1,77-127-16</inkml:trace>
  <inkml:trace contextRef="#ctx0" brushRef="#br0" timeOffset="66381.06">5061 13003 0,'0'0'0</inkml:trace>
  <inkml:trace contextRef="#ctx0" brushRef="#br0" timeOffset="86137.51">23642 9780 0,'0'0'0,"17"0"0,51 9 15,9-9 1,8 0-16,18 0 16,-26 8-16,16-8 15,10-8 1,-26-9 0,-52 17-1</inkml:trace>
  <inkml:trace contextRef="#ctx0" brushRef="#br0" timeOffset="86487.43">23420 11166 0,'0'0'0,"0"0"0,0 0 0,8 0 15,9 9 1,18-1-16,-1-8 16,26-8-1,50-35-15,-41 9 16</inkml:trace>
  <inkml:trace contextRef="#ctx0" brushRef="#br0" timeOffset="87300.32">23531 10741 0,'0'0'0,"0"0"0,8 0 16,18 0-16,17 17 16,16 0-16,27 17 31,16-8-31,9-9 16,9 0-1,8 0-15,-9-17 16,-68-9-16</inkml:trace>
  <inkml:trace contextRef="#ctx0" brushRef="#br0" timeOffset="87950.71">25024 9959 0,'0'0'0,"0"0"0,0-9 15,35-8-15,24-17 16,18-17-16,17-8 31,8-9-31,-25 8 0,-8 9 16,7 0-1,-24 17 1,-18 17-16,-9 0 16,-8 17-16,0 8 15,1 27 1,-1 58-16,-17 69 15,-35 50 1,-24 18 0,8-26-16,8-8 15,9-9 1,17-43-16,0-16 16,17-35-1,0-42-15,0-17 16,0-25-16</inkml:trace>
  <inkml:trace contextRef="#ctx0" brushRef="#br0" timeOffset="88228.32">24905 11345 0,'0'0'0,"0"8"0,17 9 32,34 9-32,35 8 15,25-8 1,0-18-16,8-8 15,18-25 1,8-1-16,8-17 16,-25-8-1,-85 34-15</inkml:trace>
  <inkml:trace contextRef="#ctx0" brushRef="#br0" timeOffset="88747.53">26569 10512 0,'0'0'0,"0"0"0,-8 0 0,-18 17 15,1 0 1,-10 8 0,1 1-16,9-9 15,8 0-15,0-9 16,8 1-1,9-1 1,0-16-16,0-9 16,17-26-16,0 1 15,-8 16 1,-1 9 0,1 0-16,-9 9 15,0 8-15,0 0 16,0 0-1,0 0-15,17 17 16,8-9 0,-8 1-16</inkml:trace>
  <inkml:trace contextRef="#ctx0" brushRef="#br0" timeOffset="91010.96">27500 9244 0,'0'0'0,"0"0"0,0 17 15,0 0-15,0 0 16,0 17-1,0 0-15,0 17 16,8 9 0,-8 17-16,0 16 0,9 26 31,-9 0-31,0 26 16,8 25-1,-16 8-15,8 10 16,-9-1-1,1-9-15,-1-42 16,9-34-16,0-25 16,0-43-1,0-17-15,0-9 16</inkml:trace>
  <inkml:trace contextRef="#ctx0" brushRef="#br0" timeOffset="91445.88">26979 9406 0,'0'0'0,"0"0"0,0 0 16,17 8-1,43 9-15,51 9 16,17-18 0,17-8-16,26-8 15,16-1 1,-16-16 0,17-1-16,-9 1 15,-25-18-15,-35 9 16,-76 26-1</inkml:trace>
  <inkml:trace contextRef="#ctx0" brushRef="#br0" timeOffset="91917.37">28737 9287 0,'-17'17'0,"-17"42"0,-9 35 15,-8 34 1,17 16-16,0 26 31,0 43-31,8 25 16,0-8-16,9 16 15,9-25 1,16-42 0,18-18-16,34-16 15,34-26 1,-26-59-16</inkml:trace>
  <inkml:trace contextRef="#ctx0" brushRef="#br0" timeOffset="125498.33">29403 9304 0,'0'0'0,"0"25"0,8 18 0,1 16 15,-9 18-15,-9 8 16,-16 17 0,-1 17-16,1-8 15,-1-9 1,9-34-16,8-26 15,1-16-15,8-9 16,0-9 0,0 1-1,8-26-15,18-26 16,25-42-16,26-17 16,-9 9-1,9-1 1,-9 9-16,-8 17 15,0 9 1,-17 7-16,-9 27 16,-9 8-1,-8 17-15,0 8 16,9 26 0,0 35-16,-1 24 15,-16 18-15,-1-1 31,9-8-31,-8-25 16,-1-26-16,1-17 16,0-17-16,-9-9 15</inkml:trace>
  <inkml:trace contextRef="#ctx0" brushRef="#br0" timeOffset="125883.82">29181 10520 0,'0'0'0,"0"0"0,0 0 0,0 0 16,26 9-1,25 8-15,34-9 16,26 1-16,26-18 15,16-8 1,1 0 0,-26 9-16,-26 8 15,-16 0-15,-18 0 16,-42 0 0</inkml:trace>
  <inkml:trace contextRef="#ctx0" brushRef="#br0" timeOffset="126411.84">29633 10962 0,'0'0'0,"9"0"0,16 9 0,18 8 16,8 0 0,9 17-1,-17 0-15,-9-9 16,-17 9-1,-17 0-15,-26 17 16,-33 9-16,-18-1 16,-9-16-1,18-18-15,17-16 16,17-1 0,8 1-16,9-9 15,17 0 1,0-9-1,0 1-15,17-1 16,26 9 0,25 0-16,18 17 15,-10 1 1,10 16-16,-9-9 16,-1 1-16,-7-26 0,-27 0 31</inkml:trace>
  <inkml:trace contextRef="#ctx0" brushRef="#br0" timeOffset="126756.86">30649 9797 0,'0'0'0,"9"26"0,16 33 16,9 43-1,9 60-15,-26 42 16,-17 9-1,-17 33-15,-26 26 16,-34 17-16,-25 18 16,-17-1-1,-35 34-15</inkml:trace>
  <inkml:trace contextRef="#ctx0" brushRef="#br0" timeOffset="128002.61">31827 10214 0,'0'0'0,"0"0"0,0 8 16,0 26-16,-9 26 15,1 8 1,-1 8-16,-8 18 16,0 25-1,-9 17-15,9 9 16,0-26-1,-8-9 1,8 1-16,0-9 0,0-17 16,8-17-1,0-25 1,9-18 0</inkml:trace>
  <inkml:trace contextRef="#ctx0" brushRef="#br0" timeOffset="128267.72">31238 10801 0,'0'0'0,"8"8"0,35 9 15,68 9-15,60 8 16,25-9 0,-42-33-16,-86-1 15</inkml:trace>
  <inkml:trace contextRef="#ctx0" brushRef="#br0" timeOffset="170994.41">8782 10418 0,'0'0'0,"0"0"0,0 0 0,-8 0 15,-9 0 1,-9 0-16,-16 8 15,-35 18 1,-26 8-16,18 0 16,25 0-1,-8 9-15,-9-1 16,9 9 0,25 17-16,18-8 15,16 8 1,35 8-16,16 9 15,10-8 1,41 16-16,61 1 16,-26-43-1,26-43-15,76-33 16,-51-18 0,-34-25-16,9-17 15,-26-25 1,-25-18-16,-44 18 15,-42 16 1,-51-25-16,-68-26 16,-129 18-1,-238 110-15,51 51 16</inkml:trace>
  <inkml:trace contextRef="#ctx0" brushRef="#br0" timeOffset="172403.6">10404 12110 0,'0'0'0,"-8"0"0,-18 26 16,-25 16-1,-9 18-15,0 8 16,-25 26-1,0-1-15,33-8 16,18 9 0,17-18-16,0 1 15,17-26 1,17-9-16,51 1 16,60-43-1,18-34-15,-10-26 16,26-33-1,-17-1-15,-51 1 16,-43-1 0,-16 1-16,-10 7 15,-25 1 1,-42-8-16,-69-9 16,-35 42-1,-127 26-15</inkml:trace>
  <inkml:trace contextRef="#ctx0" brushRef="#br0" timeOffset="-77353.22">32825 9346 0,'0'0'0,"0"0"0,0 0 0,0 0 16,0 0-16,0 0 16,-8 26-1,-18 25-15,-51 68 0,-16 51 31,33 0-31,17 77 16,26-1 0,43 35-16,42 8 15,-17-34 1,-25 9-16,-35-17 0,-25 101 16</inkml:trace>
  <inkml:trace contextRef="#ctx0" brushRef="#br0" timeOffset="-48438.51">32450 13216 0,'0'0'0,"8"-9"0,35 1 0,85-18 16,94-25-1,102-25-15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6T23:41:21.7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2731 5281 0,'0'0'0,"0"0"0,0 0 0,-8 0 16,-18 0-16,0 9 15,1 8 1,-9 0-16,8-9 15,-8 1 1,0-1-16,0 9 16,-9 9-1,0 8-15,-8 8 16,-9 9 0,1 17-16,-1 0 15,9 1 1,8-10-16,17 9 15,9 17-15,17 0 16,17 9 0,26-1-1,17 1-15,0-1 16,16 1 0,10 8-16,-18-25 15,-25-9 1,-9 0-16,-9 34 15,-25 17-15,-42 0 16,-27 8-16,-41 1 16,-1-9-1,0-43 1,0-16-16,34-26 16,34-25-1,18-1 1,7 1-16,1-1 0,17-8 15,0 0 1,0 0 0,0 0-1,0 0 1,9 26-16,25 25 16,9 51-16,-9 68 15,-26 42 1,-16 26-16,-9 9 15,42-26 1,61-8-16,59-18 16,145-33-16,86-26 31</inkml:trace>
  <inkml:trace contextRef="#ctx0" brushRef="#br0" timeOffset="28451.35">24640 5894 0,'0'0'0,"-8"0"0,-9 0 0,-26 0 0,-34 0 31,-34 8-31,-25 26 16,-43 34-16,-26 17 16,8-8-16,27-18 15,16 1 1,26-18-1,34-16-15,26-18 16,17 1-16,17-18 16,-1-16-1,1-18 1,17-33-16,17-26 16,0 17-1,9 25-15,-1 26 16,1 9-16,-9 8 15,0 0 1,0 17 0,0 0-16,0 0 15,-9 17 1,1 25-16,8 35 16,25 8-1,27 8 1,41 9-16,18 17 15,0-34 1,-68-59-16</inkml:trace>
  <inkml:trace contextRef="#ctx0" brushRef="#br0" timeOffset="44077.21">3312 8173 0,'0'0'0,"0"0"0,0 0 16,0 0-16,0 0 16,0 0-1,0 0-15,8 8 16,9 9 0,26 0-1,25 9-15,0-9 16,18 0-1,8 8-15,25-8 16,18 0-16,-1-8 16,18-1-1,17 1 1,25-18-16,9 1 16,17 8-16,-26 0 15,26 8 1,0 9-16,-9 9 15,18 8 1,25 0-16,42-17 16,27-9-1,16-16 1,0 8-16,26 0 16,18-9-1,16 1-15,34 8 16,51 8-16,-16-42 15,-69-17-15</inkml:trace>
  <inkml:trace contextRef="#ctx0" brushRef="#br0" timeOffset="125545.37">5539 4984 0,'0'0'0,"0"0"0,0 17 0,9 8 15,25 18 1,17-1-16,26-8 16,42 0-1,18-8-15,128-9 16,-9-9 0,34-8-16,111-42 15,-26-9 1</inkml:trace>
  <inkml:trace contextRef="#ctx0" brushRef="#br0" timeOffset="127237.57">1767 9729 0,'0'0'0,"0"0"0,0 17 16,0 26-1,0 25-15,0 17 16,8 25-1,-8 1-15,0-9 16,9 8-16,16-25 16,-16-16-1,25-27 1,0-16-16,9-9 16,25-9-16,9-25 15,-9-8 1,35-9-16,16-9 15,1 9 1,-1 0-16,1 8 16,8-8-1,8 17-15,9 0 16,9-8 0,17 8-1,-9-9-15,9 1 16,-9-1-1,17 1-15,-17-1 16,-17 1 0,51 8-16,-25 0 15,-17 8-15,51-16 16,-35 8 0,-16 8-1,51 1-15,-43 8 16,-8 0-1,33 8-15,-33 1 16,0 8-16,16 0 31,10-9-31,-44 1 16,-42-9-16,0 8 16,-26-8-1,-25 0-15,-18 0 0,1 0 31,-9-8-31,0-9 16,9-26 0,8-50-1,-8 33-15</inkml:trace>
  <inkml:trace contextRef="#ctx0" brushRef="#br0" timeOffset="142217.04">7579 8709 0,'0'0'0,"0"0"0,-9 0 0,1 0 16,8 0-16,0 0 15,0 0 1,0 0-16,0 0 15,0 0 1,0 0-16,-9 0 16,1 17-1,-18 25-15,-8 26 16,-17 26 0,0 16-16,0 9 15,8-17 1,17-17-16,18-17 15,8-8 1,8 0-16,9 8 16,17 0-1,9-9-15,17-8 16,17-8 0,17 8-16,25-9 15,1 1 1,16-9-16,1 8 15,-1-8 1,9 9-16,0-9 16,1 0-16,-1 0 31,-9-9-31,-8-16 16,-17-18-16,-8-16 15,8-18-15,-1-25 16,-7-25-1,-9-26 1,-34-9 0,-35 9-16,-33-17 0,-44-34 15,-33 25 1,-34 9 0,-35 17-16,-25-8 15,-26-1 1,-26 43-16,-50 42 15,-86 43 1,-137 103-16,103 7 16</inkml:trace>
  <inkml:trace contextRef="#ctx0" brushRef="#br0" timeOffset="170953.86">3918 7101 0,'0'0'0,"0"0"0</inkml:trace>
  <inkml:trace contextRef="#ctx0" brushRef="#br0" timeOffset="171558.62">4754 6693 0,'0'0'0,"0"0"0,0 0 0,17 17 32,0 0-32,9 0 15,8 9 1,9-1-1,-1 1-15,35 8 16,0-9-16,17 1 16,8 8-1,1-9-15,-1 9 16,17 0 0,18 9-1,8-1-15,26 1 16,42 16-16,-17 1 15,9-1 1,9-16 0,25-1-16,34-16 15,8-18 1,1-8-16,34-34 16,0 0-16,-1-8 15,-16-26 1,34-34-1</inkml:trace>
  <inkml:trace contextRef="#ctx0" brushRef="#br0" timeOffset="173451.85">15841 6821 0,'0'0'0,"0"0"0,0 0 0,8 17 16,1 0-16,-1 25 16,1 18-1,0 16 1,-9 18-16,0 8 16,-9-17-16,-8-17 15,8-9 1,9-8-1,0-8-15,17-9 16,26 0 0,25-8-16,35-18 0,42-8 31,17-8-31,34-18 16,18 9-1,42-17-15,25 0 16,18-9-1,17 9-15,8 17 16,18 0 0,-9 17-1,-9 9-15,9-9 16,-17 17-16,25 8 16,-34 9-1,-25 0-15,-9 0 16,9 17-1,-1 9 1,-25-17-16,0-1 16,-17-16-1,-42-9-15,-27 0 16,-25-9 0,-68-8-16,-26 0 15,-25-8 1,0-1-16,-18-42 15,-8-42-15,0 33 16</inkml:trace>
  <inkml:trace contextRef="#ctx0" brushRef="#br0" timeOffset="177088.96">11206 8913 0,'0'0'0,"0"0"0,0 0 16,0 0-16,0 0 16,0 0-16,-8-9 31,-1 1-31,1 8 0,-1 0 31,-25 0-31,-17 0 16,-9 17-1,0 0-15,9 17 16,-9 0 0,1 8-16,7 1 15,18-9-15,0 8 32,0-8-32,8 0 15,1 0-15,-1 0 16,-8 17-1,0-8-15,8 8 0,-8 0 32,17 9-17,0 16-15,17 1 16,9-9 0,8 0-16,17 8 15,-9-8 1,10 0-16,-1 9 15,17-1 1,0-8-16,0-17 16,26 0-16,17 0 15,0-8 1,-9 0 0,9-9-16,17-9 15,17 1 1,0-9-16,9-17 15,25-9-15,0-16 16,-34-9 0,-17-9-16,-9 0 15,9-33 1,0-1 0,-34 9-16,0-8 15,-9-18 1,-8-25-16,-26 0 15,-17 17 1,-25 0-16,-35-17 16,-34-26-1,-42 18-15,-9 25 16,8 17 0,-50 0-16,-10 0 15,27 25 1,-52 1-16,-26 33 15,-25 43 1,-42 26-16,-61 16 16</inkml:trace>
  <inkml:trace contextRef="#ctx0" brushRef="#br0" timeOffset="179753.83">14970 8692 0,'0'0'0,"-8"-9"0,-1 1 0,1-1 16,-1-8 0,-16 9-1,-27-18 1,-16 9-16,8 0 16,1 8-1,-18 9-15,0 18 16,-34 7-1,-8 26-15,25 0 0,17 9 32,-9 8-32,10 0 15,-10 34 1,-25 34-16,17-9 16,26 1-16,17 25 15,17 0 1,17-34-1,25-17-15,18-17 16,42 0 0,43 9-16,17-9 15,51-34 1,26-17-16,-8-26 16,16-16-1,-8-18-15,17-25 16,8 0-1,-34-8-15,-25-1 16,-26-8 0,-17-8-16,-25-26 15,-27-9 1,-24 1 0,-18-18-16,-34-25 15,-34-9-15,-35 18 0,-67-26 31,-60 8-31,-61 35 16,-50 41 0,-51 52-16,-26 43 15,8 42 1,1 26-16</inkml:trace>
  <inkml:trace contextRef="#ctx0" brushRef="#br0" timeOffset="181350.95">19630 8479 0,'0'0'0,"0"0"0,-8 0 15,-9 0-15,-9 8 16,1 9 0,-18 0-16,0 17 15,1 9 1,-18 17-16,9 16 15,-9 9 1,-8 17-16,-9 34 16,17 0-1,17-8-15,9-1 16,9 10 0,8-1-16,17-34 15,17-9 1,34 1-16,26-1 15,16 1 1,36-9-16,16-17 16,34-17-1,26-17-15,0-26 16,8-8 0,-25-25-16,25-26 15,0-9 1,-25 1-16,-17-1 15,-35 1 1,-25-1-16,-25-16 16,-27-18-1,-16-25-15,-43 0 16,-43-34 0,-42-26-16,-68 9 15,-44 17 1,-59 0-1,-51 0-15,-43 34 16,-51 42-16,0 52 16,8 8-1</inkml:trace>
  <inkml:trace contextRef="#ctx0" brushRef="#br0" timeOffset="-208087.57">22882 8709 0,'0'0'0,"0"0"0,0 0 0,-8-9 16,-1 1 0,-16 8-16,-18 0 15,-17 17 1,-17 17-16,-8 17 0,0 8 31,16 18-31,-8 16 16,9 18-1,17-1-15,8 9 16,9-8 0,26 8-16,8 0 15,25 0 1,26-8-16,26-1 16,17-16-1,43 8-15,16-26 16,35-25-1,25-25-15,-16-18 16,-9-16 0,8-26-16,0-9 15,-34-16 1,-8-18-16,-35-8 16,-42 0-1,-17-17 1,-26-25-16,-34-9 15,-43-18-15,-42-7 16,-43-1-16,-51 9 16,-35 34-1,-42 34 1,-59 43-16,-52 76 16,-17 76-16,25 43 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6T23:57:07.8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21226 2909 0,'0'0'0,"0"0"0,-8 17 0,-60 323 0,59-272 0,-8 8 0,0 1 15,-9-1-15,9-8 16,0-17-1,9-25-15,-1-9 16,9-9 0,0 1-1,0-1-15,0-8 16,0-8-16,17-35 16,26-42-1,17-34-15,16-8 16,10 8-1,-1 0-15,-17 17 16,-8 34 0,0 17-16,-9 17 15,-25 17 1,-1-1-16,9 18 16,9 26-1,8 25 1,18 51-16,-10 60 0,-25 50 15,-16 35 1,-36 0-16,1-52 16,-8-33-1,-1-9-15,-8-17 32,17-77-32</inkml:trace>
  <inkml:trace contextRef="#ctx0" brushRef="#br0" timeOffset="661.14">20262 4958 0,'0'0'0,"26"0"0,33 17 0,78-8 31,76-18-15,43 1-16,17-1 16,18 9-16,16 9 15,0-9 1,0 0-1,-76 8-15,50-16 16</inkml:trace>
  <inkml:trace contextRef="#ctx0" brushRef="#br0" timeOffset="6328.8">21167 6021 0,'0'0'0,"0"0"0,-9 0 0,1 9 16,-1-1-1,9 1 1,0-9-16,0 0 16,0 0-16,0 0 15,0 0-15,0 0 16,0 0 0,0-9-16,17 1 31,9-1-31,16-8 15,10 0-15,-10 17 16,1 0 0,0 0-1,-9 0-15,-9 9 16,1 8 0,-17 17-16,-1 34 15,-25 42 1,-17-8-16,-17-17 15,-9 0-15,9-17 16,-9-8 0,9-9-16,0-17 15,16-8 1,18-18-16,0 1 16,0-1-1,17-8 1,0 0-16,0 0 15,0-8 1,17-1-16,0 9 16,9 0-16,17 0 15,33 26 1,10 8-16,-9 8 16,8 9-1,0 0 1,-25-17-16,-17-8 15,-9-18-15,0 1 16,-8-1 0,-9-8-16</inkml:trace>
  <inkml:trace contextRef="#ctx0" brushRef="#br0" timeOffset="6889.49">22182 5400 0,'0'0'16,"0"0"-16,0 0 0,0 0 15,0 0 1,0 0-16,0 0 16,0 0-1,0 0-15,-8 9 16,-1 16 0,-8 35-16,-8 16 15,-10 9 1,10 1-16,8-10 15,0-16 1,17-1-16,0-16 16,0-1-1,8-8-15,9-8 16,0-1-16,0-16 16,18-9-1,16-9 1,-26 1-16</inkml:trace>
  <inkml:trace contextRef="#ctx0" brushRef="#br0" timeOffset="7184.29">22268 5094 0,'0'0'0,"0"0"0,0 0 0,0 0 31,0 0-16,0 0-15,0 0 16,0 9-16,8-9 16</inkml:trace>
  <inkml:trace contextRef="#ctx0" brushRef="#br0" timeOffset="16825.12">25298 3096 0,'-9'0'0,"1"8"0,-27 9 0,-7 9 16,-10 25-1,-33 17-15,-17 17 16,-26 17 0,8-9-16,18 1 15,16 16 1,27-24-16,25-27 15,8-8 1,9-8-16,17-9 16,8 0-16,52 17 15,51 0 1,68-17 0,52-9-16,16-25 15,-25-17 1,-34-8-16,-17-1 15,-60 9 1,-60 0-16,-17 0 16,-17 9-16</inkml:trace>
  <inkml:trace contextRef="#ctx0" brushRef="#br0" timeOffset="17255.2">24444 5145 0,'0'0'16,"0"0"-16,0 0 15,9 0-15,59 0 16,68 0-16,35 0 16,8-8-1,18-1 1,-44 1-16,-25-9 16,9 0-1,-26-9-15,-51 9 16</inkml:trace>
  <inkml:trace contextRef="#ctx0" brushRef="#br0" timeOffset="17684.71">27244 2679 0,'0'0'0,"0"17"0,0 59 0,-9 52 16,-25 110 0,-26 34-1,9 43-15,-17 42 0,-9-25 31,0 68-31,0 8 16,17-43-16,1 1 16</inkml:trace>
  <inkml:trace contextRef="#ctx0" brushRef="#br0" timeOffset="27634.44">24128 8658 0,'0'0'0,"0"0"0,-8 25 15,-1 52-15,-16 33 16,-18 9 0,-17 0-16,0 0 15,-8-17-15,25-34 16,26-34 0,0-8-16,17-18 15,0-25 1,34-34-1,43-59-15,60-77 16,8 8 0,-17 43-16,-9 17 15,1 0 1,-1 25-16,-16 26 16,-18 34-1,-25 17-15,0 26 16,-1 25-16,-16 34 15,-17 25 1,-26 35 0,0-9-16,8-25 15,9-18-15,0-16 16,9-18 0,-9-25-1</inkml:trace>
  <inkml:trace contextRef="#ctx0" brushRef="#br0" timeOffset="27999.95">26629 8266 0,'0'0'0,"-9"9"0,-8 25 0,-25 51 16,-27 8-1,1-8 1,-17 1-16,17-18 16,25-17-1,17-17-15,9 0 16,9 0-16,25 8 15,25 1 1,78-1 0,16-16-16,10-26 15,50-17 1,-51-9 0,-68 1-16,-9-35 15,-34 26-15</inkml:trace>
  <inkml:trace contextRef="#ctx0" brushRef="#br0" timeOffset="28306.36">26143 9431 0,'0'0'0,"0"0"0,0 0 15,8 0 1,43 9-16,60-9 16,26-17-1,25-9-15,43 1 16,-52-9-1,-33 8 1,-52 9-16</inkml:trace>
  <inkml:trace contextRef="#ctx0" brushRef="#br0" timeOffset="28828.01">27875 8462 0,'0'0'0,"9"8"0,8 9 0,17 26 16,0 25-1,0 51-15,-25 34 16,-26-8 0,-52-1-1,1 18-15,17-26 16,-17-25-16,-1-43 16,18-34-16,0-17 15,0-17 1,17-26-1,8-25 1,17-17-16,9-9 0,17 26 16,1 17-1,-1 9 1,17 8 0,8 17-16,1 8 15,0 26-15,25 26 16,-8 8 15,0-8-31,-1-18 0,10-16 0,16-18 31,-34-16-31</inkml:trace>
  <inkml:trace contextRef="#ctx0" brushRef="#br0" timeOffset="29131.68">29087 7969 0,'0'0'0,"-8"8"0,-10 26 0,-33 34 15,0 26-15,17-1 0,0 1 32,17-1-17,8-8-15,9-16 16,26-18 0,34 0-16,25-34 15,-25-9-15</inkml:trace>
  <inkml:trace contextRef="#ctx0" brushRef="#br0" timeOffset="29329.08">29522 7237 0,'0'0'0,"0"0"0,-8 9 15,8-1-15</inkml:trace>
  <inkml:trace contextRef="#ctx0" brushRef="#br0" timeOffset="30326.22">24325 10401 0,'0'0'0,"-9"25"16,-25 78-16,0 33 16,-9 17-16,9 8 15,17-50 1,17-43-16,0-17 15,34-26 1,-8-8-16</inkml:trace>
  <inkml:trace contextRef="#ctx0" brushRef="#br0" timeOffset="30633.19">25024 10622 0,'-17'9'0,"-51"50"0,-9 26 16,18 17-1,16-8 1,34-9-16,18-17 0,25-17 16,26-17-1,17-26 1,25-25-16,17-42 15,1-26-15,-26 8 16,-17-8 0,-26 0-1,-34 9 1,-17 8-16,-17 0 16,-9 17-16,-16 0 15,16 25 1</inkml:trace>
  <inkml:trace contextRef="#ctx0" brushRef="#br0" timeOffset="31144.12">25801 10988 0,'0'0'0,"-17"25"0,0 18 16,0-1 0,8-16-16,9-1 15,0 1 1,9-9-16,8-9 0,34-25 16,35-34-1,-18-17 1,-8 0-1,-9-8-15,0 16 0,-17 18 32,-8 8-32,-18 17 15,1 0 1,-1 17-16,-8 0 16,-8 25-1,-1 69-15,-8 67 0,-8 1 31,-10 16-31,-7 18 16,-9-51-16,8-52 16,9-8-1,0-17 1,8-25-16,0-18 0,1-16 31,-1-9-31,1-17 16,16 8-16</inkml:trace>
  <inkml:trace contextRef="#ctx0" brushRef="#br0" timeOffset="31720.34">26936 11404 0,'0'0'0,"0"0"0,0 0 16,0 0 0,0 0-16,0 0 15,9 17 1,-1 1-16,1 7 16,-1 9-1,-16 0-15,-1 0 16,-8-8-1,-8-1-15,8-16 16,0-1 0,-1 1-16,1-18 15,9 1 1,8-1 0,0 1-16,0-1 15,0 1-15,17 8 16,9 0-1,16 0 1,18 17-16,0 8 16,-9-8-1,-8 9-15,-9-9 16,-17-9-16</inkml:trace>
  <inkml:trace contextRef="#ctx0" brushRef="#br0" timeOffset="32160.17">27832 10707 0,'-8'17'0,"-9"34"0,-9 26 16,9 25-16,0-17 16,0-34-1,9-17 1,8-9 0,0-16-16,8-18 15,35-16 1,51-26-16,8-17 15,26 0-15,-17 8 16,-34 35-16,-17 8 16,-18 17-1,1 8-15,-17 9 32,-9 0-32,-9 17 15,1 0 1,-9-8-16,0-18 15</inkml:trace>
  <inkml:trace contextRef="#ctx0" brushRef="#br0" timeOffset="33057.73">29924 10358 0,'0'0'0,"0"0"0,0 0 16,0 0-16,-9 17 15,0 9 1,-25 16-16,-25 27 15,-10 7 1,10-16-16,16-18 16,17-16-1,9-1-15,9 1 16,16 8 0,35 0-16,42-9 15,52 1 1,8-9-16,-9-17 15,-16-9 1,-43-8 0,-43 9-16</inkml:trace>
  <inkml:trace contextRef="#ctx0" brushRef="#br0" timeOffset="33310.49">29548 11600 0,'0'0'0,"9"0"0,50 17 15,35-8-15,43-18 16,25-8-1,9-34 1,-60 0-16,-77 34 16</inkml:trace>
  <inkml:trace contextRef="#ctx0" brushRef="#br0" timeOffset="33654">31357 10716 0,'0'0'16,"-8"17"-1,-18 34-15,-25 42 0,-17 18 32,8-1-32,0 26 15,1 0 1,24-25-16,18-26 16,17-17-1,17-8-15,0-18 16,18-16-1,-10-18-15</inkml:trace>
  <inkml:trace contextRef="#ctx0" brushRef="#br0" timeOffset="33857.43">31665 9857 0,'0'0'0,"0"8"0,8 18 16,1-9-16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02:03.97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7314 6787 0,'0'0'16,"0"0"-16,0 0 0,0 0 0,0 0 15,18 0 1,7 0-16,52 8 0,8 1 16,52 8-1,102 0-15,8 8 32,35-8-32,42 0 15,52-25 1,16-18-16,95 1 15,51-1 1,-18 9-16,27 17 0,16 17 31,-145 9-31</inkml:trace>
  <inkml:trace contextRef="#ctx0" brushRef="#br0" timeOffset="2899.63">17172 9032 0,'0'0'0,"0"0"16,0 0-16,17 0 15,35 8 1,7-8-16,44 0 16,93-8-1,-25-9-15,-60 17 16,128-17-16,128-9 16</inkml:trace>
  <inkml:trace contextRef="#ctx0" brushRef="#br0" timeOffset="3284.75">20006 9363 0,'8'0'0,"10"0"0,84-8 16,111-1 0,-16 1-16,84-9 15</inkml:trace>
  <inkml:trace contextRef="#ctx0" brushRef="#br0" timeOffset="5062.85">21286 7799 0,'0'0'0,"-8"17"0,-1 42 16,1 35-16,-18 33 15,0 18-15,-16-1 16,-1-33 0,9-35-16,17-16 15,17-9 1,17 0-1,17 0-15,-8-17 16,42 0 0,60 0-16,34-17 15,17 0-15,60 0 16,-42 9 0,-10 8-16,52 8 15,52 18 1,-1-9-1,60 17-15,-9-9 16,-42-8 0,59 0-16,-42-8 15,60-1-15,-18-16 16,-93-26 0,76 0-16,-34 8 15,-42-8 1,-35-8-16,-50 8 15,-10 0-15,-42 0 32,-34 0-32,-43 8 15,-25-8 1,0 0-16,-18 0 16,1 0-16,-1 0 15,-8 0 1,0-8-16,-8-9 15,-1-17 1,-8-34-16,8-34 16,27-17-1,16-26 1,8-33-16,1-9 16,17 16-16,0 10 15,-9 33 1,-17 26-16,-9 26 15,-16 16 1,0 9-16,-18 17 16,-25 0-1,-9 17 1,-25 17 0,-43 9-16,-34 16 15,-9 1-15,-42 8 16,-52-17-1,-33-9-15,-52-25 16,-85-25 0,-35-9-16,-67-17 15,-78 0 1,-59 8-16,-77 0 16,-26 9-16,-67 51 15,-10 34 1,410-17-16</inkml:trace>
  <inkml:trace contextRef="#ctx0" brushRef="#br0" timeOffset="10028.75">4387 9389 0,'0'0'15,"0"0"-15,0 0 0,0 0 16,0 0-16,-9 8 16,-8 18-16,-17 33 31,0 10-31,0-10 15,17-8-15,0-8 16,0-1 0,17-8-16,0-8 15,17-1 1,25 1 0,10-1-16,42-8 15,34-8 1,8 8-16,-16-9 15,8-8-15,34 9 16,-9-9 0,-7 8-1,7 1-15,35-9 16,0 8 0,-1-8-16,18-8 0,17 8 15,17 17 1,-17-9-1,-9 1 1,1-1-16,8 9 16,42 9-1,-33-9-15,-9-9 16,-43 1 0,-8-9-16,8 0 15,-34-9 1,-34-16-16,-34-1 15,0 1 1,-18-18-16,-16-8 16,-9-8-1,-17-26-15,-17-9 16,-17-16 0,9 58-16</inkml:trace>
  <inkml:trace contextRef="#ctx0" brushRef="#br0" timeOffset="10916.74">7536 10724 0,'0'0'0,"0"0"0,0 0 16,17 0-16,52 9 15,136-9 1,68-17-16,42-43 31,61-25-31</inkml:trace>
  <inkml:trace contextRef="#ctx0" brushRef="#br0" timeOffset="15901.91">8800 11889 0,'0'0'0,"0"0"0,0 0 16,0 0-16,0 0 16,0 0-1,0 0-15,0 0 16,0 0 0,0 0-16,0 0 31,0 0-31,0 0 15,0 0-15,8 0 16,18-8-16,33-1 16,44-8-1,42-8-15,17-9 16,26 0 0,8 0-1,18 17 1,16 0-16,43 0 15,51 8 1,35 1-16,16-9 16,35 0-1,0-17-15,-43-17 16</inkml:trace>
  <inkml:trace contextRef="#ctx0" brushRef="#br0" timeOffset="18935.3">7101 12697 0,'0'0'0,"0"0"0,34 17 0,77 0 31,145-17-15,77-34-16,43-59 15,-1-18 1</inkml:trace>
  <inkml:trace contextRef="#ctx0" brushRef="#br0" timeOffset="23661.74">13724 14134 0,'0'0'0,"0"9"0,17 8 0,-8 17 16,-1 8 0,1 27-16,-1-1 15,-8 8 1,-8 18-1,-1 16-15,-8-25 16,17-17-16,17-8 16,9-1-1,17-16 1,42-1-16,26-8 16,17-25-1,17-9-15,17-17 16,-8 0-16,-9 0 15,9 0 1,-1 0-16,-16 8 16,-9 1-1,-17 8 1,-17 17-16,-18-9 16,-24 9-16,-18-8 15,-9-1 1,-8 1-1,-8-9-15,0 0 16,-1 0-16,1-9 16,-1-8-1,1-42-15,-9-69 16,0-169 0</inkml:trace>
  <inkml:trace contextRef="#ctx0" brushRef="#br0" timeOffset="38621.01">18043 10801 0,'0'0'0,"0"0"0,0 0 0,0 0 16,0 0 0,-9 8-1,-25 26-15,-17 68 16,-17 43-16,-1-1 16,10 18-1,7 17 1,1-35-16,0-8 0,0 0 15,17-25 1,8-26-16,0-17 31,18-34-31</inkml:trace>
  <inkml:trace contextRef="#ctx0" brushRef="#br0" timeOffset="38964.19">17514 10188 0,'0'0'15,"0"0"-15,0 0 16,0 0-16,0 0 16,17 17-1,17 26-15,26 8 16,34 0 0,42-9-16,18-8 15,16-17 1,-16-8-16,0-18 0,16-8 31,121-51-31</inkml:trace>
  <inkml:trace contextRef="#ctx0" brushRef="#br0" timeOffset="39506.72">19485 10495 0,'-8'0'0,"-18"34"0,-51 59 15,-17 43 1,-8 51 0,0 26-1,25 25-15,34-17 16,26-42-16,26 8 15,25-17 1,8-68-16,27-43 16,33-8-1,35-16-15,153-1 16</inkml:trace>
  <inkml:trace contextRef="#ctx0" brushRef="#br0" timeOffset="40006.72">20270 11421 0,'-8'0'0,"-9"35"0,-17 7 16,8 9-16,1 17 16,7-8-1,1-18 1,9-16-16,8-9 16,0-9-16,17-8 15,17-34 1,34-51-16,9-8 15,0-9 1,-17 16 0,-1 10-16,-16 16 15,-17 35 1,-1 8-16,-8 8 16,18 18-16,-10 25 15,-8 51 1,-8 77-16,-26 16 15,-9-42 1,9-17 0,0-17-16,0-34 15,17-34-15,0-25 16</inkml:trace>
  <inkml:trace contextRef="#ctx0" brushRef="#br0" timeOffset="40352.17">21423 10452 0,'0'0'0,"8"8"16,18 44-16,8 41 0,0 35 31,-8 25-31,-26 34 16,-17 17-1,-26 17-15,-17-17 16,-17-25-16,-8 16 15,8-50 1,18-60-16,41-60 16</inkml:trace>
  <inkml:trace contextRef="#ctx0" brushRef="#br0" timeOffset="40728.58">22473 10707 0,'0'0'0,"0"0"0,0 0 16,0 0-16,0 0 16,17 0-16,17 0 31,25 0-31,18-8 16,-8 8-1,-18 0-15,17 0 16,0 0-16,-8 0 15,-17 17 1,-1 8 0,-16-8-16</inkml:trace>
  <inkml:trace contextRef="#ctx0" brushRef="#br0" timeOffset="40927.94">22507 11430 0,'0'0'0,"17"0"0,68 9 16,86-27-1,85-16-15,94-8 16</inkml:trace>
  <inkml:trace contextRef="#ctx0" brushRef="#br0" timeOffset="47593.2">3892 13726 0,'0'0'0,"0"0"0,0 0 16,0 0 0,0 0-16,17-8 15,26 8 1,8 0-1,26 17-15,8-9 16,17 9 0,-8 0-16,0 9 15,-17-9-15,-9 0 16,1 0 0,-1 0-1,0 0-15,-8 8 16,-9-8-1,-8 9-15,-18-1 0,1 1 16,-9-1 0,-8 1-1,-1-9 1,-8 0-16,0 0 16,0-9-1,0 1-15,0-1 16,0 1-1,0-9-15,0 0 16,0 0-16,0 0 16,0 0-1,0 0-15,0 0 16,0 0 0,0 0-16,0 0 15,0 0 1,0 0-1,9 8-15,-1 1 16,-8-9-16</inkml:trace>
  <inkml:trace contextRef="#ctx0" brushRef="#br0" timeOffset="48796.07">3960 13624 0,'0'0'0,"0"0"0,-8 0 16,-1 9 0,-8-1-16,0 1 15,0-1 1,8 1 0,1-9-16,8 0 15,0 0-15,0 0 16,17 17-1,9 0 1,16 0-16,18 0 16,17 0-16,25 0 15,18 0 1,-9 0 0,-9 0-16,-17 0 15,1 0-15,8 17 16,0 0-1,-35 0-15,-8 17 16,-8 0 0,-17 0-16,-1 0 15,-16-9 1,-1-16-16,1-1 16,-9-8-1,-9 1 1,-8-1-16,-17 0 15,-17 8 1,0-8-16,8 9 16,0 8-16,-16 0 15,7-9 1,18-8 0,0 0-16,-8 0 15,-18 9 1,-8-18-16,16 1 15,10-18-15,-1-8 16,9-17 0,0-51-16,8-68 15,9-43 1,17 18-16,0 8 16,9 17-1,-1 25 1,1 35-16,-1 33 15,1 17 1,-9 9-16,8 17 16,9 0-16,9 17 15,25 17-15,0 34 16,18 60 0,7 42-1,-7 9 1,-10 33-16,-24-16 15,-1-43 1,0 0-16,-9-8 0,1-52 16,-9-16-1,-8-9 1,-1-9-16,-8-16 16,-8-1-1,-18 9-15,-8-8 16,-26-9-16,-25-17 31,-43-43-31,0-25 16,17-42-1,0-35-15,8 1 16,-25-18-16,-85-76 16</inkml:trace>
  <inkml:trace contextRef="#ctx0" brushRef="#br0" timeOffset="50457.99">23710 10894 0,'0'0'0,"0"0"0,0-8 16,17-9-16,17-43 16,26-25-1,25-17-15,9-8 16,0-1-1,-17 17-15,0 18 16,-17 16 0,-18 26-16,-16 17 15,-9 17 1,0 0-16,-9 43 16,-8 50-16,-25 52 15,-9 59 1,0 34-1,8-8-15,9-1 16,0-16-16,0-9 16,0-8-1,8-26-15,-8-34 16,0-9 0,9-33-16,8-34 15,0-26 1,-9-17-16,0-17 15,9 0 1</inkml:trace>
  <inkml:trace contextRef="#ctx0" brushRef="#br0" timeOffset="50765.37">23565 12451 0,'0'0'0,"0"0"16,0 0-1,0 0-15,26 17 16,16 0 0,27 17-16,50 0 15,26 0 1,-17-9-1,0 1-15,9-9 0,8-17 32,0-26-32,-9-25 15,-67 17 1</inkml:trace>
  <inkml:trace contextRef="#ctx0" brushRef="#br0" timeOffset="51037.4">25135 11473 0,'0'0'0,"0"0"0,0 0 16,0 0 0,0 17-16,0 8 15,-8 1 1,8-1-16,0-8 16,0-8-1</inkml:trace>
  <inkml:trace contextRef="#ctx0" brushRef="#br0" timeOffset="53227.65">26373 10367 0,'0'0'0,"0"0"16,-9 17-16,1 8 15,-1 44-15,-8 16 32,9 42-32,-1 35 0,-8-1 15,0 1 1,-17 16 0,-9 27-16,-16-35 15,7-43 1,10-25-1,8-25-15,16-35 0,10-25 32,8-17-32</inkml:trace>
  <inkml:trace contextRef="#ctx0" brushRef="#br0" timeOffset="53568.28">25895 10222 0,'0'0'0,"9"9"0,16 25 16,52 8-16,42 18 16,1-18-1,17 1-15,25-17 16,-26-1 0,-8-25-16,-68-8 15</inkml:trace>
  <inkml:trace contextRef="#ctx0" brushRef="#br0" timeOffset="54000.89">27679 10367 0,'0'0'0,"-9"0"0,1 17 0,-18 8 16,-25 26-1,-9 26 1,-42 59-16,-52 60 16,18 8-16,59-17 15,34-8 1,26-9-16,26-9 15,59 1 1,43-35-16,25-33 16,27-43-1,135 17 1</inkml:trace>
  <inkml:trace contextRef="#ctx0" brushRef="#br0" timeOffset="57609.16">28199 11200 0,'-8'0'0,"-9"34"0,-9 26 16,1 42 0,-18 34-1,-8-8 1,8-43-16,0-9 0,9-25 15,17-17 1,0-8 0,17-18-16,0 1 15,9-9 1,25-17-16,43-34 16,59-68-1,-8 0-15,-42 42 16,-10 9-1,-16 9-15,0 16 16,-17 17 0,-1 9-16,-16 17 15,-1 17 1,-16 17-16,-1 35 16,-8 24-1,0-8-15,0-25 16,0-18-1,18-16-15,7-9 16,9-9 0,-17 1-16</inkml:trace>
  <inkml:trace contextRef="#ctx0" brushRef="#br0" timeOffset="57846.76">29591 11430 0,'0'0'16,"0"0"-16,0 0 0,0 0 15,17 0 1,17 9-16,34-1 16,17-16-1,1 8-15,-9-9 16,-1 0-1,-41 9-15</inkml:trace>
  <inkml:trace contextRef="#ctx0" brushRef="#br0" timeOffset="58068.32">30828 10954 0,'0'17'0,"-17"93"0,-17 137 16,0 51-16,8 16 16,18-76-1,25 43-15</inkml:trace>
  <inkml:trace contextRef="#ctx0" brushRef="#br0" timeOffset="59445.03">31716 10512 0,'0'0'0,"0"0"0,0 0 15,0 0 1,0 0-16,0 0 15,0 0 1,0 17-16,17 25 16,26 52-1,8 33 1,9 18-16,-18 67 16,-33 35-16,-35 34 15,-59 25 1,-60 0-1,-43 26-15</inkml:trace>
  <inkml:trace contextRef="#ctx0" brushRef="#br0" timeOffset="62709.34">32800 10809 0,'0'0'0,"0"0"0,-9 17 16,-8 9-16,-8 33 16,-10 26-1,-7 26 1,-1-1-16,-8-8 16,0 9-16,8 0 15,17-26 1,9-17-16,17-17 15,9-26 1</inkml:trace>
  <inkml:trace contextRef="#ctx0" brushRef="#br0" timeOffset="63054.92">32254 11302 0,'0'0'0,"0"0"0,0 0 0,0 0 16,0 0-1,0 0 1,17 9-16,0 8 15,25 8 1,27 1-16,7-1 16,10-16-1,8-1-15,-17 1 16,-18-18 0,-25 9-1</inkml:trace>
  <inkml:trace contextRef="#ctx0" brushRef="#br0" timeOffset="63353.63">33534 10775 0,'-9'9'0,"-8"76"0,-17 59 0,-9 18 0,9 33 0,9 10 0,8-10 0,17 103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62.13592" units="1/cm"/>
          <inkml:channelProperty channel="Y" name="resolution" value="62.42775" units="1/cm"/>
          <inkml:channelProperty channel="T" name="resolution" value="1" units="1/dev"/>
        </inkml:channelProperties>
      </inkml:inkSource>
      <inkml:timestamp xml:id="ts0" timeString="2024-06-26T17:24:58.05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26141 12453 0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05:24.55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13844 11353 0,'0'0'0,"0"0"0,0 0 16,0 0-16,0 0 16,0-8-1,17-1-15,25 1 16,44-1 0,59 1-16,60 16 15,85 26 1,43 0-16,68 0 15,-8-8 1</inkml:trace>
  <inkml:trace contextRef="#ctx0" brushRef="#br0" timeOffset="37329.9">15278 4040 0,'0'0'0,"0"0"0,0 0 15,-9 0-15,0 17 32,9 0-32,0 17 15,-8 17 1,8 17-16,-9 8 16,9 18-16,-8 33 15,-1-8-15,-8-17 16,0-33-1,9-18 1,-1-17 0,9-9-16,0-8 15,0-8 1,0-1-16,0-8 16,0 0-1</inkml:trace>
  <inkml:trace contextRef="#ctx0" brushRef="#br0" timeOffset="37641.71">14595 4108 0,'0'0'0,"0"0"0,17 0 16,26 0-16,25 0 16,-8 8-1,8 1-15,9-1 16,25 1 0,35-9-16,16-9 31,9-8-31,18-25 15,7-26-15,10 0 16,110-26 0</inkml:trace>
  <inkml:trace contextRef="#ctx0" brushRef="#br0" timeOffset="38080.07">17010 3793 0,'0'0'0,"0"0"0,-8 0 15,-18 0 1,-34 17 0,-8 26-16,-26 16 15,-17 26 1,-34 26-16,26 16 16,50-16-16,27-1 31,16 1-31,26-1 15,34-16-15,43-17 16,17-9 0,8-17-1,35-34-15,-1-17 16,-8-17 0,9 8-16,145 1 15</inkml:trace>
  <inkml:trace contextRef="#ctx0" brushRef="#br0" timeOffset="38657.96">17462 4116 0,'0'0'0,"0"0"0,-17 26 16,-8 16-16,-18 43 16,0 26-16,1 25 15,8-17 1,8-17-16,9-25 16,8-26-1,9-26 1,0 1-16,0-18 15,0 1-15,0-18 16,18-8 0,7-51-16,26-34 15,35-17-15,-10 8 16,-16 26 0,-9 17-16,9 9 15,-17 16 1,0 9-1,-9 17-15,8 9 16,27 16 0,-10 26-16,-16 34 15,0 34 1,-26 26-16,-17-9 16,-34-17-16,0-25 31,16-35-16,1-16-15,9-18 16,8 1-16,0-9 0,0 0 16</inkml:trace>
  <inkml:trace contextRef="#ctx0" brushRef="#br0" timeOffset="38972.69">18854 3887 0,'0'8'0,"17"26"0,0 43 15,0 42 1,-9 34-16,-16 0 15,-26 0-15,-26 8 16,0-7 0,9-18-16,8-26 15,1-16 1,8-43-16,17-9 16,17-25-1</inkml:trace>
  <inkml:trace contextRef="#ctx0" brushRef="#br0" timeOffset="39346.83">19451 4329 0,'0'0'0,"0"0"0,9 0 15,42 0 1,34 17-16,9 0 15,9 8 1,-18-8-16,9-8 16,-17-1-1,-35-8-15,-16-8 16,-18 8-16,-8 0 16</inkml:trace>
  <inkml:trace contextRef="#ctx0" brushRef="#br0" timeOffset="39521.6">19511 4788 0,'8'0'0,"35"17"0,60 26 16,50 16-16,26-16 15,26-26 1,-8-26-16,118-16 16</inkml:trace>
  <inkml:trace contextRef="#ctx0" brushRef="#br0" timeOffset="52474.9">21226 3989 0,'0'0'0,"0"0"0,0 0 16,0 0-16,0 0 15,0 0 1,0 0-16,0-9 15,17-16 1,9-9-16,8 0 16,0 8-1,18 9-15,-1 9 16,0 16 0,17 18-16,1 8 15,7 25 1,-16 26-16,0 17 15,-17 26 1,-26 16-16,-9-8 16,-8-17-1,-25 1-15,-27-18 16,-7-26 0,-1-8-16,-8-8 15,-1-26 1,1-9-16,-9-16 15,0-18 1,26 1-16,17-1 16,8-16-16,9-1 15,17-8 1,26-25 0,34-1-16,25-8 15,17 17 1,18 26-16,8 16 15,-17 35-15,-9 16 16,1 26 0,-1 17-16,9 9 15,0-9 1,51-17 0,146 34-16</inkml:trace>
  <inkml:trace contextRef="#ctx0" brushRef="#br0" timeOffset="53420.34">23241 3546 0,'0'0'0,"0"0"0,0 0 16,0 0-16,0 0 31,0 9-31,0 16 16,0 18-1,0 33-15,0 9 16,0 26-16,0 8 16,0 9-16,-9-9 15,1 0-15,-1 25 16,1-16 0,8-26-1,0-25-15,0-18 16,0-16-1,0-18 1,0-8-16,0-17 16,0 0-1</inkml:trace>
  <inkml:trace contextRef="#ctx0" brushRef="#br0" timeOffset="53792.35">22694 3419 0,'0'0'0,"0"0"0,0 0 16,0 0-16,0 0 16,17 17-1,1 0 1,24 17-16,27-9 16,24 1-16,-7-1 15,-9-16 1,-9-9-16,0-9 15,-8 1 1,-26-1-16</inkml:trace>
  <inkml:trace contextRef="#ctx0" brushRef="#br0" timeOffset="54519.35">24051 3172 0,'0'0'0,"-8"-8"0,8 8 16,0 0 0,0 0-1,0 0-15,0 0 16,0 0-16,0 0 15,0 0 1,0 0 0,0 0-16,0 0 15,0 0-15,0 0 16,0 0 0,-9 8-1,-8 43-15,-25 34 16,-1 17-1,0 51-15,1 43 16,7 0 0,18 50-16,0 9 15,9-34-15,25-8 32,34-26-32,26-25 15,0-18-15,-18-33 16,1-43-1,-9-26-15,-16-25 16,-10-17 0</inkml:trace>
  <inkml:trace contextRef="#ctx0" brushRef="#br0" timeOffset="55115.75">22694 3368 0,'0'0'0,"0"0"0,0 0 0,0 0 15,0 0 1,0 8-16,0 1 16,17 8-1,18 0 1,24 8-16,10 1 15,16-1-15,-8 1 16,17-18 0,42 9-16,1 0 15,-26 0 1,-17-8 0,0 8-16,-1-9 15,-58 1 1</inkml:trace>
  <inkml:trace contextRef="#ctx0" brushRef="#br0" timeOffset="75804.13">24777 3368 0,'0'0'0,"0"8"16,0 18-16,0 16 0,8 35 15,-16 8 1,-1 0-16,1-26 15,8-8 1,0-16-16,0-10 16,0-16-1,0-1-15,0-8 16,0 0 0,8-17-16,35-34 15,17-43 1,8 1-16,9-9 15,0 25 1,-9 18-16,-8 16 16,-9 9-1,-8 17-15,-1 17 16,-8 26 0,1 16-16,-1 43 15,-9 34 1,-16 9-16,-9-35 15,0-24 1,0-18-16,0-17 16,0-9-1,0-16-15,0-9 16</inkml:trace>
  <inkml:trace contextRef="#ctx0" brushRef="#br0" timeOffset="76151.98">24529 4269 0,'0'0'0,"0"0"0,9 0 0,25 17 16,60 0 0,77-8-1,8-9-15,-17-9 16,17 1-16,-17-9 15,-42 8-15,-18-8 32,-59 17-32</inkml:trace>
  <inkml:trace contextRef="#ctx0" brushRef="#br0" timeOffset="76783.89">25170 4754 0,'0'0'0,"0"0"0,0 0 15,0 0-15,17 0 16,0 8 0,0 1-1,0 8-15,8 0 16,1 0-1,-17 17-15,-9 26 16,-52 42 0,-33 17-16,-17-26 0,-18-25 31,26-34-31,17-34 16,9-8-16,17-9 15,17 0 1,17 0-16,17 8 15,0 9 1,25 0 0,18 9-16,34 16 15,17 18 1,-26-1-16,-8 1 16,8-9-1,0 8-15,-8-16 16,8-18-1,9-8-15,0-8 16,-43-1 0</inkml:trace>
  <inkml:trace contextRef="#ctx0" brushRef="#br0" timeOffset="77259.38">26253 3045 0,'0'0'0,"0"0"0,18 25 16,24 26 0,18 60-16,42 42 15,18 17-15,-1 25 16,-16 35 0,-35 17-1,-42 50-15,-60 35 16,-60 0-1,-17 25-15</inkml:trace>
  <inkml:trace contextRef="#ctx0" brushRef="#br0" timeOffset="80008.69">28080 3589 0,'0'0'0,"0"8"0,0 26 0,0 34 15,9 17 1,-1 1-16,-8-1 16,0 0-16,-8 8 31,8 9-31,-9-8 16,9-18-16,-9-16 15,9-26 1,-8-9-16,8-16 15</inkml:trace>
  <inkml:trace contextRef="#ctx0" brushRef="#br0" timeOffset="80261.38">27576 4227 0,'0'0'0,"0"0"15,9 0 1,42 8-16,43 9 0,34 9 31,85-9-31,18-17 16,-18-34-16,112-26 15</inkml:trace>
  <inkml:trace contextRef="#ctx0" brushRef="#br0" timeOffset="108701.93">7169 8981 0,'0'0'0,"0"0"0,0 0 0,-8 0 16,-1 0-16,-16 0 15,-1 0-15,0 8 16,-16 9 0,-1 0-1,0 9-15,1 8 16,-18 8-16,-8 26 16,8 0-1,9 0 1,8 17-16,9 9 15,0-9-15,17 0 16,17-8 0,8-1-1,26 1-15,26-1 16,17-16-16,17-18 16,34-16-1,0-9-15,-9-17 16,1-9-1,8-16-15,0-18 16,-9-8 0,-8-34-1,-8-8-15,-35-1 16,-25 18 0,-18-1-16,-16-25 15,-26-17 1,-26 17-1,-25 8-15,-52 9 0,-33 9 32,-44 16-32,-24 43 15,-10 17-15,-119 0 16</inkml:trace>
  <inkml:trace contextRef="#ctx0" brushRef="#br0" timeOffset="147454.15">16942 11940 0,'0'0'0,"0"0"0,0 0 0,0 0 15,-9 0-15,-8 0 0,-8 0 16,-18 9-1,0 8 1,-16 17-16,-1 17 16,9 17-1,16 0 1,18 8-16,9 26 16,8 18-1,17 7-15,0 1 16,17-1-1,0 1 1,0-1-16,18-8 0,-10-34 16,10-42-16,24-9 15,18-34 1,26-51-16,8-43 31,-9-25-31,-25-25 16,-26-26-1,-25 8-15,-34 1 16,-26-1-16,-43 26 16,-34 8-1,-26 35 1,-33 59-16,-154 25 16</inkml:trace>
  <inkml:trace contextRef="#ctx0" brushRef="#br0" timeOffset="155011.13">30333 3334 0,'0'0'0,"-8"25"0,-1 18 16,-16 50-1,-1 94 1,0 43-16,9 17 16,0 8-16,26 25 31,-1-16-31,9-34 0,26-52 31,-17-118-31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08:59.5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20714 3921 0,'0'0'0,"0"0"16,0 17-16,0 0 0,0 17 15,0 0-15,-8 8 16,-1 1-16,1-1 16,-1 9-1,-8 9 1,0 8-16,0 0 15,-9 0 1,9 17-16,0 0 16,0 0-1,0-17-15,9-8 16,8-18 0,0-16-1,0-18-15,0 1 0,0-1 16,-9-16-1,-17-18 1,1-42 0,-18-51-16,9-26 15,17-16 1,8 8-16,9 8 16,9 26-1,-1 43-15,1 8 16,0 25-16,-9 9 15,0 8 1,0 9-16,0 9 16,0-1-1,0 9-15,0 0 16,-9 26-16,9 68 16,-9 25-1,1 8-15,-1 9 31,1 9-31,-1-26 16,1-17 0,-1-34-16,9-9 15,0-16 1,0-9-16,0-8 16,0-18-1,0 1-15,0-9 16,0 0-1,0-17-15,17-26 0,0-51 16,9-33 0,-9-1-1,9 1 1,-9-1-16,0 1 16,0 25-1,-9 25-15,1 26 16,-1 17-1,1 17-15,-9 0 16,0 8 0,0 9-16,0 0 15,0 43 1,9 59-16,-1 34 16,-8 26-1,-8 25-15,-1-26 16,-8-25-1,8-25-15,1-17 16,-1-43 0,9-17-16,0-9 15,0-16 1,0-1-16,-8-25 16,8-34-1,0-51-15,0-68 16,0-17-1,8 25-15,1-33 16,-1 25 0,1 51-1,8 16-15,-8 27 16,-1 25-16,-8 17 16,0 17-1,0 0 1,0 17-16,0 0 15,0 8-15,9 52 16,-9 84 0,-9 35-16,1-9 15,-10 9 1,10-26 0,-9-43-16,0-33 15,0-26 1,8-17-16,9-9 15,0-16 1,0-1-16,0 1 16,0-9-1,0-17-15,-8-51 16,-1-43 0,1-33-16,-1 8 0,1-17 15,-1 17 1,9 42-1,0 26 1,0 25-16,0 9 16,0 17-1,0 0-15,0 9 16,0 8 0,-9 8-16,1 60 15,-9 69 1,0 33-16,17 34 15,8-17 1,-8-43-16,9-25 16,-1-8-16,1-43 15,-9-34 1,0-8 0,0-18-16,0 1 15,0-18-15,0-25 16,-9-42-1,1-44 1,-1-33-16,1-8 16,8-1-16,0-8 15,0 9 1,0 33 0,17 26-16,0 17 15,0 8 1,-8 26-16,-1 17 15,1 17-15,-9 17 16,0 0 0,17 34-16,0 34 15,8 85 1,9 43 0,-16-17-16,7-1 15,-8-33 1,-8-43-16,-9-26 15,0-42-15,0-8 16,0-1 0,0-16-16,0-1 15,0-8 1,-9-8 0,-8-35-16,0-67 15,26-77-15,25-136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14:10.5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11505 5536 0,'0'0'0,"0"0"0,0 0 0,0 0 16,0 0-16,0 0 15,0-8 1,0 8-16</inkml:trace>
  <inkml:trace contextRef="#ctx0" brushRef="#br0" timeOffset="899.65">11505 5145 0,'0'0'0,"0"0"16,9 17-16,8 0 16,0 9-1,0-1 1,-9 1-16,1 8 15,-1 0 1,1 17-16,-9 8 16,-9 1-16,1 8 15,-9-9 1,0-8 0,-9-8-16,9 0 15,0-1-15,17-8 16,0 0-1,0 0 1,9 0-16,-1 0 16,9 0-16,0 0 15,0 0 1,0 0-16,9-8 16,17 8-1,16 0 1,61-9-16,51-8 15,-9-34 1,60 0-16,17 0 16,-17-8-1,17-9-15,-9 0 0,35-9 32,-1 9-32,9 17 15,26-8 1,-9 8-16,17 0 15,-16 8-15,-1 1 16,9 8-16,8 8 31,43 1-31,-26 8 0,-8-9 16,-9-8 0,17 9-1,26-1 1,-17 1-16,26-18 15,-9 9 1,-9 0-16,9 9 0,-43-9 31,-25 0-31,-26 0 16,-51 0 0,-9 8-16,-25 1 15,-35 8 1,1-9-16,-18-8 15,-33 9 1,-27-1-16,-16-8 16,-17 0-1,-9 0-15,-9 0 32,1-8-32,-1-1 15,1-25-15,-18-8 16,1-18-16,-43-33 15,8 42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14:20.7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14757 5094 0,'0'0'0,"0"0"0,0 0 16,0 0-1,0 0 1,0 17-16,-9 9 16,-8 8-1,-17 17-15,-26 8 16,1 18-1,-1 8 1,0 0-16,9 0 16,0 0-16,8 26 15,9-1-15,8-16 32,18-18-32,8-16 15,17-1 1,17-16-16,0-1 15,17-16-15,1-9 16,16-17 0,-8-26-16,-1-8 15,10-34 1,-1-25 0,-8-18-16,-18 1 15,-8-9-15,-8-26 16,-17 0-1,-18 35 1,-8 16-16,-34 18 16,25 42-1</inkml:trace>
  <inkml:trace contextRef="#ctx0" brushRef="#br0" timeOffset="2688.68">7741 8173 0,'0'0'0,"0"0"0,0 0 16,17 0-1,9-9-15,34 1 16,42-9 0,-8-9-16,25 9 15,52 9 1,68 8-16,51 8 16,43 18-1,17-9-15,17 0 0</inkml:trace>
  <inkml:trace contextRef="#ctx0" brushRef="#br0" timeOffset="7731.18">4404 9236 0,'0'0'0,"0"-9"0,0 1 16,26-9 15,25 0-31,43 8 16,51 9-1,26 9-15,25 25 0,9 0 16,102 0 0</inkml:trace>
  <inkml:trace contextRef="#ctx0" brushRef="#br0" timeOffset="15525.03">4208 9780 0,'0'0'0,"0"0"16,0-8-16,8-1 0,1 1 15,-1 8-15,9 0 31,26 17-31,42 17 16,43 8 0,52 1-16,59-18 15,51-16-15,94-43 16,9-17 0</inkml:trace>
  <inkml:trace contextRef="#ctx0" brushRef="#br0" timeOffset="16957.75">17300 10205 0,'0'0'0,"0"0"0,0 0 0,0 0 31,0 0-31,0 0 0,0 0 15,0 0 1,9 0 0,51 0-1,33 17-15,36 9 16,67 16-16,9 9 16,-60-17-16,51-8 15,137-9 1</inkml:trace>
  <inkml:trace contextRef="#ctx0" brushRef="#br0" timeOffset="25200.34">10908 10316 0,'0'0'0,"-9"0"0,1 0 0,-1 0 0,1 0 16,-1 0-1,0 0-15,1 0 16,8 0 0,0 0-16,0 0 15,0 0 1,-9 0-16,1 8 16,-1 9-1,1 0-15,-1 9 16,1 8-16,-1 0 15,1 0 1,8 0-16,0-8 16,0 8-1,0 0 1,0 0-16,0 17 16,0 0-16,0-9 15,8 1 1,1-18-16,8 9 15,25 9 1,18 8 0,0-9-16,17-8 15,0 0-15,42 0 16,18-8 0,-1-9-1,1-9-15,42-8 16,9-8-16,-18-9 15,27 0 1,-9 0-16,-35-9 16,18 9-1,0 9-15,-43 8 16,-9-9 0,-17 9-1,-8 9-15,-25-9 16,-27 0-16,-16 0 15,-9 0 1,-8 0 0,-1 0-16,1-9 15,-9-8 1,-9-25-16,1-35 16,8-25-16,0-34 15,17-153 1</inkml:trace>
  <inkml:trace contextRef="#ctx0" brushRef="#br0" timeOffset="50596.9">9192 13998 0,'0'0'0,"0"0"15,0 0 1,0 0-16,26-8 15,8 8-15,17 0 16,9 0 0,8 8-1,9 1 1,0-1-16,8 1 16,9-1-16,-17 9 15,8-8-15,0-1 16,26 9-1,26-8 1,17 8-16,-9 0 16,25-9-16,18-8 31,-26 0-31,35-8 16,33-9-16,1-9 15,16-8 1,9-8-16,9-1 15,16 1 1,-8 8-16,-8 0 16,0 0-1,-18 17 1,1 8-16,-9 9 16,0 17-16,8 0 15,9 0 1,0-8-1,-8-9-15,8 0 16,8-17 0,-8 0-16,-17 8 15,0 1 1,-17 8-16,9 8 16,-9 9-1,8 0-15,1 0 16,-10-8-1,10 8-15,-9-9 16,0 9 0,-9-8-16,9-1 0,-9 1 15,-25-1-15,17 1 32,0-1-17,-9 1-15,17-1 16,1-16-1,110-1-15</inkml:trace>
  <inkml:trace contextRef="#ctx0" brushRef="#br0" timeOffset="57241.44">14996 14968 0,'0'0'0,"0"0"0,0 0 15,0 0-15,0 0 16,0 0-1,0 0-15,0 0 16,17 0 0,17-9-16,60 9 15,17 0-15,8 0 16,61 0 0,25 17-1,42 0-15,52 17 16,42 9-16,18 16 15,33-8 1,78-25-16,-18-43 16,-59-26-16</inkml:trace>
  <inkml:trace contextRef="#ctx0" brushRef="#br0" timeOffset="65770.69">7460 15776 0,'0'0'0,"0"0"0,0 0 16,0 0-16,0 0 16,0 0-1,0 0-15,0 0 16,0 0 0,0 0-16,8 8 15,26 9 1,60 0-16,26 9 15,8-18 1,85 9-16,17-8 16,1-18-1,33 9-15,-7 0 16,7-17 0,77-17-16</inkml:trace>
  <inkml:trace contextRef="#ctx0" brushRef="#br0" timeOffset="84809.89">8851 16567 0,'0'0'0,"0"0"0,17 0 0,8 0 16,27 17 0,84 0-16,52 8 15,77-16-15,25-1 16,26 9 0,59 9-1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16:33.3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2543 8147 0,'0'0'0,"0"0"0,9 0 16,34 9-1,8 8-15,0 0 16,9 0-16,51 8 16,17-8-1,0 9-15,-9-9 16,52 0 0,25 0-1,-25 0-15,34-9 16,-9 1-1,26 8-15,43 8 0,59 9 32,-8 0-32,17 9 15,-9-1 1,-42 1-16,68 0 16,25-35-1,26-33-15,69-9 16,-61 8-1</inkml:trace>
  <inkml:trace contextRef="#ctx0" brushRef="#br0" timeOffset="12255.06">6649 6625 0,'0'0'0,"0"0"0,-9 0 16,1 17-16,-1 9 16,-16 16-16,-10 18 15,-7 16 1,-1 26-1,-8 26 1,8-9-16,9 0 16,0 25-1,17-8 1,17-42-16,8-17 16,18-9-16,25-9 15,26-16 1,25-18-16,18-25 15,16-17-15,-16-25 16,-26-9 0,-9-26-1,-34-8 1,-25 0-16,-43 0 0,-17-9 31,-26-16-31,-34-18 0,-17 9 16,-25 26-1,-103 16 1,-111 1-16</inkml:trace>
  <inkml:trace contextRef="#ctx0" brushRef="#br0" timeOffset="27551.15">9337 7765 0,'0'0'0,"0"0"0,0 0 15,0 17-15,0 17 16,17 0 0,0 8-1,0 1-15,1-1 16,-10 1-16,1-18 15,-1 1 1,1-1-16,8-8 16,0 0-1,17-8-15,17-1 16,69-16 0,25-26-16,-26 8 15,26 1 1,9-1-16,-9 18 15,-17-1 1,-8 9-16,8 9 16,-17 25-1,-26 0-15,-17 8 16,-25-8 0,-9-8-16,-8-1 15,-1 1 1,-16-18-16,-1 1 15,1-1 1,-9-8-16,8-34 16,26-42-16,35-86 15,67-135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17:12.8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10652 6565 0,'0'0'0,"0"0"0,17 9 0,17-1 0,17 1 0,17-1 32,52 9-17,42 0-15,-17-8 16,-8-1-1,-1 1-15,-16-9 16,-9 9 0,-43-1-16,-34 1 15,-17-9 1,-8 0-16</inkml:trace>
  <inkml:trace contextRef="#ctx0" brushRef="#br0" timeOffset="298.23">11497 6276 0,'0'0'0,"8"0"0,35 17 15,51 9-15,34 8 16,-34 0-1,-35-9-15,-16 1 16,-9-1-16,-8-8 16,-18-8-1,1-1 1,-1 1-16,-8 8 16,-25 34-1,-35 17 1,-25 17-16,-18 9 15,-8 16 1,60-42-16</inkml:trace>
  <inkml:trace contextRef="#ctx0" brushRef="#br0" timeOffset="4465.67">5539 8666 0,'0'0'0,"0"0"0,9 0 15,25 0 1,0 0-16,26 0 15,34 9 1,0-9-16,-9-9 16,17 1-16,18-1 15,16 1 1,-25-9 0,-17 8-16,26 9 15,25 0 1,-9 0-16,-42 0 15,-17 0 1,0 9-16,-26-9 16,-34 0-1</inkml:trace>
  <inkml:trace contextRef="#ctx0" brushRef="#br0" timeOffset="4779.51">6700 8343 0,'0'0'0,"8"0"16,27 0 0,58 0-16,27 8 15,-26 1 1,25 8-16,-8-9 15,9 9-15,-35 0 16,-34-8 0,-25-1-1,-18 1-15,-16 16 16,-112 77-16,-67 52 16,-1-18-1,9-34-15,68-26 16,68-33-1</inkml:trace>
  <inkml:trace contextRef="#ctx0" brushRef="#br0" timeOffset="9858.95">2287 10979 0,'0'0'16,"0"0"-16,0 0 0,0 0 16,0 0-16,0 0 15,9 0 1,34 0-16,25 9 16,51-9-1,9 8-15,26-8 16,25 0-1,-34 9-15,-8 16 16,17 9 0,-35 0-1,0 9-15,-42-9 16,-34-9-16,-26-8 16</inkml:trace>
  <inkml:trace contextRef="#ctx0" brushRef="#br0" timeOffset="10206.69">3585 10707 0,'0'0'0,"0"0"0,0 0 15,0 0-15,0 0 16,0 0-1,8 0 1,18 17-16,34 17 16,8 9-1,-17-9-15,0 0 16,9 0-16,-17-9 16,-18 1-16,-16-1 15,-1-8 1,-16 26-1,-26 16 1,-26 18-16,-17-1 0,-17 1 16,34-43-1</inkml:trace>
  <inkml:trace contextRef="#ctx0" brushRef="#br0" timeOffset="44653.43">15559 6319 0,'0'0'0,"43"25"0,68 18 0,1101 110 16</inkml:trace>
  <inkml:trace contextRef="#ctx0" brushRef="#br0" timeOffset="47657.13">10933 9678 0,'0'0'0,"0"0"0,0 0 0,0 0 16,0 0-16,0 0 16,0 0-1,34 0 1,120-8-16,34-9 16,8-9-16,35 1 15,-61 16 1,120 43-1,95 34-15</inkml:trace>
  <inkml:trace contextRef="#ctx0" brushRef="#br0" timeOffset="48265.28">19630 9746 0,'0'0'0,"0"0"16,0 0-16,0 0 15,0 0-15,0 0 16,0 0 0,9 17-1,76 17 1,69 9-16,68 8 16,42-17-1,103-34-15,35 0 16</inkml:trace>
  <inkml:trace contextRef="#ctx0" brushRef="#br0" timeOffset="54888.54">8253 11923 0,'0'0'0,"0"0"0</inkml:trace>
  <inkml:trace contextRef="#ctx0" brushRef="#br0" timeOffset="55389.03">7707 12323 0,'0'0'0,"0"0"0,0 0 0,0 0 16,0 0-16,0 0 31,0 0-31,0 0 15,0 0-15,26-9 16,50-25-16,61 9 16,-17 16-1,25 18-15,94 33 16,-9 1 0,52-1-16,93 10 15</inkml:trace>
  <inkml:trace contextRef="#ctx0" brushRef="#br0" timeOffset="56062.4">12845 12255 0,'0'0'0,"17"0"0,34 0 0,1 0 15,-10 8 1,61 18 0,76 16-16,-17-16 15,-25-9 1,119 17-16,-51-17 15,-154-8-15</inkml:trace>
  <inkml:trace contextRef="#ctx0" brushRef="#br0" timeOffset="56580.17">17608 12195 0,'0'0'0,"0"0"0,0 0 0,25 9 15,61 8 1,-1-9-16,-8 9 15,119 0 1,9 0-16,0 0 0,59-8 31,69-18-31</inkml:trace>
  <inkml:trace contextRef="#ctx0" brushRef="#br0" timeOffset="57104.34">22336 12238 0,'0'0'16,"0"0"-16,8 0 0,52 8 16,77 1-1,16-1 1,69-25-16,145-8 16</inkml:trace>
  <inkml:trace contextRef="#ctx0" brushRef="#br0" timeOffset="71043.61">24743 7475 0,'0'0'0,"0"0"0,0 0 15,8-8-15,26-1 16,52 1 0,42-18-1,77-16-15,59-9 16,18 8-16,42-8 15,-25 0 1,51-8-16</inkml:trace>
  <inkml:trace contextRef="#ctx0" brushRef="#br0" timeOffset="76875.58">23531 11881 0,'0'0'0,"0"0"0,17 0 16,68 17-16,120-9 31,111-8-31,68-17 0,43-17 32,85 0-32,-103 9 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19:42.15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14168 5485 0,'0'0'16,"0"0"-16,0 0 0,-68 85 0,34-51 0,-9 0 0,-17 0 0,-17 9 0,9-17 15,0 8-15,-18 8 16,10 1-1,7-9-15,18 8 16,-9 18 0,-16 8-16,16 8 15,9 1 1,16 25 0,1-9-16,17-8 15,9 0-15,8-8 16,8 0-1,18-1 1,17 1-16,8-9 16,9 0-1,16 0-15,10-9 16,8-8 0,34 0-16,25-25 15,-25-9 1,0-26-16,9-8 15,-1-8-15,-16-18 32,-26-16-32,-17-1 15,-9-16 1,0-9-16,-17-17 16,-17-9-16,-34 9 15,-17 8 1,-17-8-16,-8 9 15,-35 8 1,-26-9 0,-25 18-16,-8 16 15,-9 18-15,-9 8 16,9 8 0,-9 1-16,-51 25 15,-127 8 1</inkml:trace>
  <inkml:trace contextRef="#ctx0" brushRef="#br0" timeOffset="13387.97">8253 8998 0,'0'0'0,"0"-9"0,17 1 0,0-1 16,-8 9-1,0 0-15,8 9 16,0 33 0,-9 9-16,-25 34 15,-8 34 1,-1-8-16,-8-9 15,17-42 1,0-26-16,17-9 16,0-8-16,25 0 15,1-8 1,8-1 0,9 1-16,16-1 15,10 1 1,25-9-16,17 0 15,-18 8 1,-7 1 0,8 8-16,25 0 0,26 0 31,-25 8-31,-9 1 16,-17-1-16,25-8 15,9 0-15,-43-8 31,-16-1-31,-10 1 16,-7-1 0,-27 1-16,1-9 15,-18 0 1,9-9-16,1-16 0,-1-43 16,0-34-1,0-43 1,8-34-16,1-8 15,8 17 1,17-8-16,9-1 0,0 26 31,-18 25-15,1 18-16,-9 33 16,-25 35-1,-1 16-15,1 9 0,-1 0 16,-8 17-1,0 0 1,-25 9 0,-61 25-16,-50 25 15,-60 1 1,-35-9-16,-25 8 16,-43-16-1,-51-1-15,-8 9 16,-9 26-16</inkml:trace>
  <inkml:trace contextRef="#ctx0" brushRef="#br0" timeOffset="17924.59">10942 8709 0,'0'0'15,"0"0"-15,0 0 0,-9 0 16,1 0 0,-18 8-16,1 26 15,-10 26-15,1-1 16,17 1 0,0-1-1,9-8-15,8-8 16,0 8-1,0 8-15,0 26 16,0-8 0,0-1-16,0-8 15,8-8 1,-8-9-16,0-8 16,0-18-16,0 1 15,0-1 1,0-8-1,17 0-15,26 0 16,17 0 0,-1 0-16,10 0 15,-1 0 1,9-8-16,34-1 16,25 1-1,-16 8 1,-9 0-16,-9 0 15,9 8-15,-9 1 16,-42-1 0,-17-16-16,-18-1 15,1 1 1,-9-1 0,-8-8-16,8-8 0,0-1 15,8-16 1,10-43-1,7-34 1,9-17-16,-25 59 16</inkml:trace>
  <inkml:trace contextRef="#ctx0" brushRef="#br0" timeOffset="21084.93">7519 11575 0,'0'0'0,"0"0"0,0 0 0,0 0 16,0 0-16,0 17 16,0 8-1,17 9-15,0 17 16,0 9-1,9 8-15,0 0 16,8 17 0,-9 8-16,-16-8 15,0-8 1,-9-26-16,0-17 16,0-9-1,0-8-15,0-8 16,0-1-1,0 1-15,0-9 16,0 9 0,17-1-16,0 1 15,0 8 1,8 0-16,18 8 16,8 9-1,0-8-15,26 8 16,34 8-1,-17-8-15,-26-8 16,1-1 0,-1 1-16,-8-18 15,16 1 1,27-18-16,-26 1 16,-18-9-1,-16-9-15,-9-8 16,9-8-16,-17-26 31,-9-9-31,-9-17 16,-8-16-16,0 50 15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1AFC52-F46C-4845-B64D-0DCC1AECCCC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D97389-0441-4D4C-B013-3AC3B3367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364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D97389-0441-4D4C-B013-3AC3B33670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767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EEDFD-05A3-AB2C-28EA-1F10E5D212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1A4A9E-A38E-8FAD-4725-63270224CC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024BA-3F6E-B600-8DEF-F5B8815AD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1B921-02AB-A8AB-A0C8-655556AFE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ED915-48D5-56D7-32CC-399EFE7FE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80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CF38B-CB5A-B13E-F5D7-2DA1A6B91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E2621-C1D2-6EA5-9C00-AD4D21D63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B215E-AE4B-9861-F145-FDA28262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EC039-B059-ECCC-530A-3AB6CB0A1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BEA18-99AF-5466-77A2-2ED025B8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8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A553B-F670-1604-5051-C69575AB0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F92DB-5E7F-F49E-F5A2-4CD71172F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1753E-851C-6254-0D25-2F887273D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E8AB3-1264-7FDE-D829-8552CB0E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85CDF-C478-A7EF-68E9-A9B03181D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93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764F7-D59E-B01A-8BD5-00384E22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2F09C-F9B9-2C50-7C6F-29C1255161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A614B-6667-7695-5A04-2F636199B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DCB1E8-E8EC-EC48-AC56-00B0294D4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72EA3-CE48-C170-7657-2D913ED3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736BE-3261-CE4F-7435-03969F8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541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765F-128C-5F4B-4E20-D385D2B4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B8912-9AF9-E09C-E9BF-C1A235440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17D6C8-55A2-957D-7F4E-CC7BCF01E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C7549B-8BC6-6148-ACAA-049554DFE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C1610D-E8FB-B2C8-5980-6848B27C49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F98579-8216-620D-1649-3AF68889B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7186D-AE3C-BCC2-5CC7-DFDB1E9C0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D3C042-93EE-DFEB-EB11-59AE48DB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84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993B1-B34F-DEF0-36F0-9044F5D7D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52A602-329F-B48E-59DF-A750E7867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83EDF7-DE2E-A73E-8F31-9D5E4D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12E61-B33E-641F-586B-71558099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96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A244B7-1B24-A316-4AE0-092CD30B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AF25EA-9B44-0E03-1033-8525546E0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25D09-469B-22B7-3367-45C141A2F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567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21B2F-B9E6-9510-4D05-E3D54924E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FE975-5B17-DA24-6CEB-DC943E8B8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B5A351-A381-B7DE-629A-344A18790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DD2EF-7CF7-DD3F-F641-183E8B2B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85405-E07D-ACE1-4750-3CCE6C35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E168D-7644-1D4C-5394-643796555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4801B-B60C-BB23-B536-10DDE66CB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6861CE-32FE-1378-773F-41832B9FF6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2144C-D26D-D14D-26EE-59C3FC1E59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4EF677-D138-7015-213C-2BB3F4A73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190E5-FB64-35C9-62D3-131BE3315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729FB-47F6-106B-7BD5-F02031036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15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77187-FA0C-1996-5F4B-01C6D21D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32157-1E29-206A-A4D1-E079FFF5C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ED6E6-27DC-9868-8ED6-B497F6664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E3647-A949-3CDF-67EE-AB590EDCA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6DF69-C102-21BC-88B3-80F4E212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131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9C123A-D9AF-475A-C065-C2FA15964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27EB4-E58B-3FD3-E171-2FF9248A2A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A4642-AEF9-1A45-F614-49CABD0DF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41C59-45AB-EDDF-36FA-E3E263F9F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E2C6A-7AA0-08EE-B17B-CA0D2FF9E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872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756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43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6507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0405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4943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0715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2116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6578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4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534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646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545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4055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4973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644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781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8232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6460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9113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790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96903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56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7B289-BD5E-5EED-C530-FE49EC1FB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5310A-CDE1-6296-A6C7-FAD4EBB46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30977-A77A-05DC-ACE8-6F1D91538C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C77BE-A1DA-9A34-23FB-D1B3BF2A8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A4270-8225-31C5-8BCA-531C6C5C8B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159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23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413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uw.edu/33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3" Type="http://schemas.openxmlformats.org/officeDocument/2006/relationships/image" Target="../media/image1400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71.png"/><Relationship Id="rId11" Type="http://schemas.openxmlformats.org/officeDocument/2006/relationships/image" Target="../media/image3.png"/><Relationship Id="rId5" Type="http://schemas.openxmlformats.org/officeDocument/2006/relationships/image" Target="../media/image16.png"/><Relationship Id="rId10" Type="http://schemas.openxmlformats.org/officeDocument/2006/relationships/customXml" Target="../ink/ink3.xml"/><Relationship Id="rId4" Type="http://schemas.openxmlformats.org/officeDocument/2006/relationships/image" Target="../media/image15.png"/><Relationship Id="rId9" Type="http://schemas.openxmlformats.org/officeDocument/2006/relationships/image" Target="../media/image15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8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11" Type="http://schemas.openxmlformats.org/officeDocument/2006/relationships/image" Target="../media/image24.png"/><Relationship Id="rId5" Type="http://schemas.openxmlformats.org/officeDocument/2006/relationships/image" Target="../media/image10.png"/><Relationship Id="rId10" Type="http://schemas.openxmlformats.org/officeDocument/2006/relationships/image" Target="../media/image23.png"/><Relationship Id="rId4" Type="http://schemas.openxmlformats.org/officeDocument/2006/relationships/image" Target="../media/image9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customXml" Target="../ink/ink5.xml"/><Relationship Id="rId3" Type="http://schemas.openxmlformats.org/officeDocument/2006/relationships/image" Target="../media/image27.png"/><Relationship Id="rId7" Type="http://schemas.openxmlformats.org/officeDocument/2006/relationships/image" Target="../media/image21.png"/><Relationship Id="rId12" Type="http://schemas.openxmlformats.org/officeDocument/2006/relationships/image" Target="../media/image3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28.png"/><Relationship Id="rId9" Type="http://schemas.openxmlformats.org/officeDocument/2006/relationships/image" Target="../media/image23.png"/><Relationship Id="rId1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210.png"/><Relationship Id="rId26" Type="http://schemas.openxmlformats.org/officeDocument/2006/relationships/image" Target="../media/image6.png"/><Relationship Id="rId3" Type="http://schemas.openxmlformats.org/officeDocument/2006/relationships/image" Target="../media/image261.png"/><Relationship Id="rId21" Type="http://schemas.openxmlformats.org/officeDocument/2006/relationships/image" Target="../media/image25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200.png"/><Relationship Id="rId25" Type="http://schemas.openxmlformats.org/officeDocument/2006/relationships/customXml" Target="../ink/ink7.xml"/><Relationship Id="rId2" Type="http://schemas.openxmlformats.org/officeDocument/2006/relationships/image" Target="../media/image1000.png"/><Relationship Id="rId16" Type="http://schemas.openxmlformats.org/officeDocument/2006/relationships/image" Target="../media/image190.png"/><Relationship Id="rId20" Type="http://schemas.openxmlformats.org/officeDocument/2006/relationships/image" Target="../media/image23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80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170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220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27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47.png"/><Relationship Id="rId26" Type="http://schemas.openxmlformats.org/officeDocument/2006/relationships/image" Target="../media/image19.png"/><Relationship Id="rId3" Type="http://schemas.openxmlformats.org/officeDocument/2006/relationships/image" Target="../media/image261.png"/><Relationship Id="rId21" Type="http://schemas.openxmlformats.org/officeDocument/2006/relationships/image" Target="../media/image5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44.png"/><Relationship Id="rId25" Type="http://schemas.openxmlformats.org/officeDocument/2006/relationships/customXml" Target="../ink/ink11.xml"/><Relationship Id="rId2" Type="http://schemas.openxmlformats.org/officeDocument/2006/relationships/image" Target="../media/image40.png"/><Relationship Id="rId16" Type="http://schemas.openxmlformats.org/officeDocument/2006/relationships/image" Target="../media/image43.png"/><Relationship Id="rId20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2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41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48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590.png"/><Relationship Id="rId26" Type="http://schemas.openxmlformats.org/officeDocument/2006/relationships/image" Target="../media/image26.png"/><Relationship Id="rId3" Type="http://schemas.openxmlformats.org/officeDocument/2006/relationships/image" Target="../media/image54.png"/><Relationship Id="rId21" Type="http://schemas.openxmlformats.org/officeDocument/2006/relationships/image" Target="../media/image62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58.png"/><Relationship Id="rId25" Type="http://schemas.openxmlformats.org/officeDocument/2006/relationships/customXml" Target="../ink/ink12.xml"/><Relationship Id="rId2" Type="http://schemas.openxmlformats.org/officeDocument/2006/relationships/image" Target="../media/image53.png"/><Relationship Id="rId16" Type="http://schemas.openxmlformats.org/officeDocument/2006/relationships/image" Target="../media/image57.png"/><Relationship Id="rId20" Type="http://schemas.openxmlformats.org/officeDocument/2006/relationships/image" Target="../media/image611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6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55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600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6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350.png"/><Relationship Id="rId18" Type="http://schemas.openxmlformats.org/officeDocument/2006/relationships/image" Target="../media/image78.png"/><Relationship Id="rId3" Type="http://schemas.openxmlformats.org/officeDocument/2006/relationships/image" Target="../media/image68.png"/><Relationship Id="rId21" Type="http://schemas.openxmlformats.org/officeDocument/2006/relationships/image" Target="../media/image81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77.png"/><Relationship Id="rId25" Type="http://schemas.openxmlformats.org/officeDocument/2006/relationships/image" Target="../media/image46.png"/><Relationship Id="rId2" Type="http://schemas.openxmlformats.org/officeDocument/2006/relationships/image" Target="../media/image67.png"/><Relationship Id="rId16" Type="http://schemas.openxmlformats.org/officeDocument/2006/relationships/image" Target="../media/image38.png"/><Relationship Id="rId20" Type="http://schemas.openxmlformats.org/officeDocument/2006/relationships/image" Target="../media/image8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24" Type="http://schemas.openxmlformats.org/officeDocument/2006/relationships/image" Target="../media/image45.png"/><Relationship Id="rId5" Type="http://schemas.openxmlformats.org/officeDocument/2006/relationships/image" Target="../media/image69.png"/><Relationship Id="rId15" Type="http://schemas.openxmlformats.org/officeDocument/2006/relationships/image" Target="../media/image370.png"/><Relationship Id="rId23" Type="http://schemas.openxmlformats.org/officeDocument/2006/relationships/image" Target="../media/image83.png"/><Relationship Id="rId10" Type="http://schemas.openxmlformats.org/officeDocument/2006/relationships/image" Target="../media/image74.png"/><Relationship Id="rId19" Type="http://schemas.openxmlformats.org/officeDocument/2006/relationships/image" Target="../media/image79.png"/><Relationship Id="rId4" Type="http://schemas.openxmlformats.org/officeDocument/2006/relationships/image" Target="../media/image271.png"/><Relationship Id="rId9" Type="http://schemas.openxmlformats.org/officeDocument/2006/relationships/image" Target="../media/image73.png"/><Relationship Id="rId14" Type="http://schemas.openxmlformats.org/officeDocument/2006/relationships/image" Target="../media/image360.png"/><Relationship Id="rId22" Type="http://schemas.openxmlformats.org/officeDocument/2006/relationships/image" Target="../media/image8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0.png"/><Relationship Id="rId3" Type="http://schemas.openxmlformats.org/officeDocument/2006/relationships/image" Target="../media/image910.png"/><Relationship Id="rId7" Type="http://schemas.openxmlformats.org/officeDocument/2006/relationships/image" Target="../media/image1110.png"/><Relationship Id="rId2" Type="http://schemas.openxmlformats.org/officeDocument/2006/relationships/image" Target="../media/image811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710.png"/><Relationship Id="rId11" Type="http://schemas.openxmlformats.org/officeDocument/2006/relationships/image" Target="../media/image163.png"/><Relationship Id="rId5" Type="http://schemas.openxmlformats.org/officeDocument/2006/relationships/image" Target="../media/image1700.png"/><Relationship Id="rId10" Type="http://schemas.openxmlformats.org/officeDocument/2006/relationships/image" Target="../media/image1410.png"/><Relationship Id="rId4" Type="http://schemas.openxmlformats.org/officeDocument/2006/relationships/image" Target="../media/image1010.png"/><Relationship Id="rId9" Type="http://schemas.openxmlformats.org/officeDocument/2006/relationships/image" Target="../media/image13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0.png"/><Relationship Id="rId3" Type="http://schemas.openxmlformats.org/officeDocument/2006/relationships/image" Target="../media/image811.png"/><Relationship Id="rId7" Type="http://schemas.openxmlformats.org/officeDocument/2006/relationships/image" Target="../media/image12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110.png"/><Relationship Id="rId11" Type="http://schemas.openxmlformats.org/officeDocument/2006/relationships/image" Target="../media/image163.png"/><Relationship Id="rId5" Type="http://schemas.openxmlformats.org/officeDocument/2006/relationships/image" Target="../media/image1010.png"/><Relationship Id="rId10" Type="http://schemas.openxmlformats.org/officeDocument/2006/relationships/image" Target="../media/image155.png"/><Relationship Id="rId4" Type="http://schemas.openxmlformats.org/officeDocument/2006/relationships/image" Target="../media/image910.png"/><Relationship Id="rId9" Type="http://schemas.openxmlformats.org/officeDocument/2006/relationships/image" Target="../media/image14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CSE 332 Winter 2026</a:t>
            </a:r>
            <a:b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Lecture 6: Recurrences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3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4C94-F173-BE79-8469-02F227EC3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Binary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B7A4A-B366-CC17-877C-2EB95A8A5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start,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end){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(start == end)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mid = start + (end-start)/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lst.get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(mid) == k){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lst.get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(mid) &gt; k){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start, mid);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mid+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end);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C88654-239A-44AE-D715-B2925B4A1F94}"/>
              </a:ext>
            </a:extLst>
          </p:cNvPr>
          <p:cNvGrpSpPr/>
          <p:nvPr/>
        </p:nvGrpSpPr>
        <p:grpSpPr>
          <a:xfrm>
            <a:off x="6908800" y="1040108"/>
            <a:ext cx="5283200" cy="907778"/>
            <a:chOff x="6908800" y="1040108"/>
            <a:chExt cx="5283200" cy="9077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6176971-CE8E-F718-7F77-E9162D17D650}"/>
                </a:ext>
              </a:extLst>
            </p:cNvPr>
            <p:cNvGrpSpPr/>
            <p:nvPr/>
          </p:nvGrpSpPr>
          <p:grpSpPr>
            <a:xfrm>
              <a:off x="6908800" y="1419566"/>
              <a:ext cx="5283200" cy="528320"/>
              <a:chOff x="1681480" y="5462905"/>
              <a:chExt cx="5283200" cy="528320"/>
            </a:xfrm>
            <a:solidFill>
              <a:schemeClr val="bg1"/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44C80AB-88F8-15C5-0103-53AE186760CB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24360B-2F37-69A1-7E37-A806252CB4F7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E67EE8-8B93-1B19-5019-F36B0BD7BF61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93D5AC-F3F1-9BA4-E366-21CB89ECB4FE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B126A6B-FFB4-A2F6-C119-A222B732EF3F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6CBE4FA-461E-32AF-1F21-B77F0369971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537B33-5DD0-844B-4DE2-FACCCA75DC39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0871E1-A9B9-68FB-9BE8-F1C631E2D52A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C3F77D-A3EF-58B8-E3C7-32E1697528F8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49D9353-0FA0-020E-1D1E-349C1C971276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00AD036-AEEA-337E-F743-27B6259BCAC9}"/>
                </a:ext>
              </a:extLst>
            </p:cNvPr>
            <p:cNvGrpSpPr/>
            <p:nvPr/>
          </p:nvGrpSpPr>
          <p:grpSpPr>
            <a:xfrm>
              <a:off x="6908800" y="1040108"/>
              <a:ext cx="5283200" cy="528320"/>
              <a:chOff x="1681480" y="5462905"/>
              <a:chExt cx="5283200" cy="5283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956A8D-5179-312E-01CA-A027B4BE4CD7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53B6828-1075-6CA6-379F-1141B90E248F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AADC8C-26C7-2EC0-CFD5-AB850DA464FF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88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0D9D694-6129-D6F5-5737-C28073A0DA20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90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B85989-2371-70E5-8119-C39A6E903CDC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42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51CD2F-E989-9A35-F1FE-B6802A86B6F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13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CA394E8-3E48-87C4-4E66-B4248B28F3B8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2F7EE1-E438-088D-0E5E-4BFDEA41E50F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3332684-95DA-F21A-B08B-027F50B532A6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FDC9D9D-586A-5D6A-EAEB-05E79320B7F2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B7451E6-132B-B3FD-213C-6B7153BED54C}"/>
                  </a:ext>
                </a:extLst>
              </p14:cNvPr>
              <p14:cNvContentPartPr/>
              <p14:nvPr/>
            </p14:nvContentPartPr>
            <p14:xfrm>
              <a:off x="1821960" y="3327840"/>
              <a:ext cx="10121400" cy="14302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B7451E6-132B-B3FD-213C-6B7153BED54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2600" y="3318480"/>
                <a:ext cx="10140120" cy="144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9985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13A8-F389-D526-27E0-2C577B791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Recursive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11F9DB-B627-51B1-AE8B-61E829E3EE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1480" y="1551304"/>
                <a:ext cx="10515600" cy="510349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Overall structure of recursion: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Do some non-recursive “work”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Do one or more recursive calls on some portion of your input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Do some more non-recursive “work”</a:t>
                </a:r>
              </a:p>
              <a:p>
                <a:pPr lvl="1"/>
                <a:r>
                  <a:rPr lang="en-US" dirty="0"/>
                  <a:t>Repeat until you reach a base case</a:t>
                </a:r>
              </a:p>
              <a:p>
                <a:r>
                  <a:rPr lang="en-US" dirty="0"/>
                  <a:t>Running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time it takes to run the algorithm on an input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is: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The sum of how long it takes to run the same algorithm on each smaller input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Plus the total amount of non-recursive work done in that stack frame</a:t>
                </a:r>
              </a:p>
              <a:p>
                <a:r>
                  <a:rPr lang="en-US" dirty="0"/>
                  <a:t>Usually: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Called “divide and conquer”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Called “chip and conquer”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11F9DB-B627-51B1-AE8B-61E829E3EE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1480" y="1551304"/>
                <a:ext cx="10515600" cy="5103495"/>
              </a:xfrm>
              <a:blipFill>
                <a:blip r:embed="rId2"/>
                <a:stretch>
                  <a:fillRect l="-928" t="-2387" b="-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FDD3F75-B32D-4591-A5B4-A6EDFC6489A9}"/>
                  </a:ext>
                </a:extLst>
              </p14:cNvPr>
              <p14:cNvContentPartPr/>
              <p14:nvPr/>
            </p14:nvContentPartPr>
            <p14:xfrm>
              <a:off x="636120" y="1794240"/>
              <a:ext cx="8234640" cy="2030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FDD3F75-B32D-4591-A5B4-A6EDFC6489A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6760" y="1784880"/>
                <a:ext cx="8253360" cy="204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9594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Efficient Is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⌈"/>
                            <m:endChr m:val="⌉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Base case: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3D6D2D-7DE9-6D3E-2EF7-3E9EB7C1156D}"/>
                  </a:ext>
                </a:extLst>
              </p:cNvPr>
              <p:cNvSpPr txBox="1"/>
              <p:nvPr/>
            </p:nvSpPr>
            <p:spPr>
              <a:xfrm>
                <a:off x="6808424" y="1676400"/>
                <a:ext cx="500257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“cost” of running the entire algorithm on an array of length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3D6D2D-7DE9-6D3E-2EF7-3E9EB7C115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8424" y="1676400"/>
                <a:ext cx="5002576" cy="830997"/>
              </a:xfrm>
              <a:prstGeom prst="rect">
                <a:avLst/>
              </a:prstGeom>
              <a:blipFill>
                <a:blip r:embed="rId3"/>
                <a:stretch>
                  <a:fillRect l="-1949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E9164B-D0D3-43CF-BBE2-17E6DAFC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396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Solve the Recurrence!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752871" y="1788762"/>
                <a:ext cx="3162982" cy="5847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871" y="1788762"/>
                <a:ext cx="3162982" cy="5847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52871" y="1295368"/>
                <a:ext cx="16503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871" y="1295368"/>
                <a:ext cx="165032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657600" y="2373477"/>
                <a:ext cx="1963679" cy="58317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2373477"/>
                <a:ext cx="1963679" cy="5831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/>
          <p:cNvCxnSpPr/>
          <p:nvPr/>
        </p:nvCxnSpPr>
        <p:spPr>
          <a:xfrm flipV="1">
            <a:off x="3923348" y="1818589"/>
            <a:ext cx="1258252" cy="391212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556755" y="2452813"/>
            <a:ext cx="1196345" cy="369727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4234155" y="2956650"/>
                <a:ext cx="1963679" cy="5875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8</m:t>
                          </m:r>
                        </m:den>
                      </m:f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155" y="2956650"/>
                <a:ext cx="1963679" cy="58753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 rot="2181819">
            <a:off x="5632394" y="3341258"/>
            <a:ext cx="5389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5791203" y="3896380"/>
                <a:ext cx="46519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1203" y="3896380"/>
                <a:ext cx="46519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Brace 18"/>
          <p:cNvSpPr/>
          <p:nvPr/>
        </p:nvSpPr>
        <p:spPr>
          <a:xfrm>
            <a:off x="6641598" y="1607198"/>
            <a:ext cx="673602" cy="2812402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375131" y="2514600"/>
                <a:ext cx="388022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0" dirty="0"/>
                  <a:t>Substitute until</a:t>
                </a:r>
                <a:r>
                  <a:rPr lang="en-US" sz="3200" b="0" i="1" dirty="0"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r>
                  <a:rPr lang="en-US" sz="3200" b="0" dirty="0"/>
                  <a:t>So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latin typeface="Cambria Math"/>
                              </a:rPr>
                              <m:t>log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3200" b="0" i="1" smtClean="0">
                            <a:latin typeface="Cambria Math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3200" dirty="0"/>
                  <a:t> steps</a:t>
                </a: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5131" y="2514600"/>
                <a:ext cx="3880229" cy="1077218"/>
              </a:xfrm>
              <a:prstGeom prst="rect">
                <a:avLst/>
              </a:prstGeom>
              <a:blipFill>
                <a:blip r:embed="rId7"/>
                <a:stretch>
                  <a:fillRect l="-4088" t="-6818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1874535" y="4953000"/>
                <a:ext cx="4327274" cy="1500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32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3200" i="1">
                              <a:latin typeface="Cambria Math"/>
                            </a:rPr>
                            <m:t>𝑖</m:t>
                          </m:r>
                          <m:r>
                            <a:rPr lang="en-US" sz="3200" i="1">
                              <a:latin typeface="Cambria Math"/>
                            </a:rPr>
                            <m:t>=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200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sz="32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3200" i="1">
                              <a:latin typeface="Cambria Math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535" y="4953000"/>
                <a:ext cx="4327274" cy="15001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/>
          <p:cNvSpPr/>
          <p:nvPr/>
        </p:nvSpPr>
        <p:spPr>
          <a:xfrm rot="2320398">
            <a:off x="2373991" y="2664031"/>
            <a:ext cx="4403655" cy="957213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 flipV="1">
            <a:off x="5128255" y="3065552"/>
            <a:ext cx="1196345" cy="369727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D36018-B814-5D27-1894-CCA132A396B0}"/>
                  </a:ext>
                </a:extLst>
              </p:cNvPr>
              <p:cNvSpPr txBox="1"/>
              <p:nvPr/>
            </p:nvSpPr>
            <p:spPr>
              <a:xfrm>
                <a:off x="8531950" y="5410689"/>
                <a:ext cx="305045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D36018-B814-5D27-1894-CCA132A39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1950" y="5410689"/>
                <a:ext cx="3050450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38719-4012-4362-B790-16D138412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5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3E61B08-5CC8-0A4B-FEC5-1BB0A94192B4}"/>
                  </a:ext>
                </a:extLst>
              </p14:cNvPr>
              <p14:cNvContentPartPr/>
              <p14:nvPr/>
            </p14:nvContentPartPr>
            <p14:xfrm>
              <a:off x="7294320" y="964440"/>
              <a:ext cx="4111560" cy="33681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3E61B08-5CC8-0A4B-FEC5-1BB0A94192B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284960" y="955080"/>
                <a:ext cx="4130280" cy="338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882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 animBg="1"/>
      <p:bldP spid="20" grpId="0"/>
      <p:bldP spid="22" grpId="0"/>
      <p:bldP spid="25" grpId="0" animBg="1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0C471-0E49-9D75-75DE-5A00835E8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our process “prettier”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FDDAAF-81C9-60F9-3FF1-0F973D6184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Draw a picture of the recursion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Identify the work done per stack frame</a:t>
                </a:r>
              </a:p>
              <a:p>
                <a:r>
                  <a:rPr lang="en-US" dirty="0"/>
                  <a:t>Add up all the work!</a:t>
                </a:r>
              </a:p>
              <a:p>
                <a:pPr lvl="1"/>
                <a:r>
                  <a:rPr lang="en-US" dirty="0"/>
                  <a:t>Sum is the answer!</a:t>
                </a:r>
              </a:p>
              <a:p>
                <a:pPr lvl="1"/>
                <a:r>
                  <a:rPr lang="en-US" dirty="0"/>
                  <a:t>In this case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FDDAAF-81C9-60F9-3FF1-0F973D6184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41">
                <a:extLst>
                  <a:ext uri="{FF2B5EF4-FFF2-40B4-BE49-F238E27FC236}">
                    <a16:creationId xmlns:a16="http://schemas.microsoft.com/office/drawing/2014/main" id="{E7A861BF-0626-CE47-F3EB-D65BF39B77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1825625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 Box 41">
                <a:extLst>
                  <a:ext uri="{FF2B5EF4-FFF2-40B4-BE49-F238E27FC236}">
                    <a16:creationId xmlns:a16="http://schemas.microsoft.com/office/drawing/2014/main" id="{E7A861BF-0626-CE47-F3EB-D65BF39B7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1825625"/>
                <a:ext cx="1333500" cy="457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41">
                <a:extLst>
                  <a:ext uri="{FF2B5EF4-FFF2-40B4-BE49-F238E27FC236}">
                    <a16:creationId xmlns:a16="http://schemas.microsoft.com/office/drawing/2014/main" id="{526E2983-A463-A0EE-B0DB-A268A8B841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263971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 Box 41">
                <a:extLst>
                  <a:ext uri="{FF2B5EF4-FFF2-40B4-BE49-F238E27FC236}">
                    <a16:creationId xmlns:a16="http://schemas.microsoft.com/office/drawing/2014/main" id="{526E2983-A463-A0EE-B0DB-A268A8B84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2639716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1D829C-229D-3C07-6BB5-2622736B211F}"/>
                  </a:ext>
                </a:extLst>
              </p:cNvPr>
              <p:cNvSpPr txBox="1"/>
              <p:nvPr/>
            </p:nvSpPr>
            <p:spPr>
              <a:xfrm>
                <a:off x="7846423" y="522890"/>
                <a:ext cx="3849189" cy="745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=</m:t>
                      </m:r>
                      <m:r>
                        <a:rPr lang="en-US" sz="2400" b="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1D829C-229D-3C07-6BB5-2622736B2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23" y="522890"/>
                <a:ext cx="3849189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2DB49E5C-7AA5-2844-7FEA-F0D4A3178B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3453998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/4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2DB49E5C-7AA5-2844-7FEA-F0D4A317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3453998"/>
                <a:ext cx="133350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41">
                <a:extLst>
                  <a:ext uri="{FF2B5EF4-FFF2-40B4-BE49-F238E27FC236}">
                    <a16:creationId xmlns:a16="http://schemas.microsoft.com/office/drawing/2014/main" id="{17512E4D-96D0-AC62-9DE6-378647691C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426828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/8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 Box 41">
                <a:extLst>
                  <a:ext uri="{FF2B5EF4-FFF2-40B4-BE49-F238E27FC236}">
                    <a16:creationId xmlns:a16="http://schemas.microsoft.com/office/drawing/2014/main" id="{17512E4D-96D0-AC62-9DE6-378647691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4268280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6A9046-97A8-1FAD-BB03-9BB482BBAF1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8340088" y="2282825"/>
            <a:ext cx="0" cy="356891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1467D28-1318-9063-0540-C3E454C6787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8340088" y="3096916"/>
            <a:ext cx="0" cy="3570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2CACAE-D845-C8E4-F943-E9AE13D618B6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340088" y="3911198"/>
            <a:ext cx="0" cy="3570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BD5DB48A-B532-2E68-E804-2C1AEECBA6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5474451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BD5DB48A-B532-2E68-E804-2C1AEECBA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5474451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559CB69-DCE6-7974-5537-E6969488B3D5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8340088" y="4725480"/>
            <a:ext cx="0" cy="255823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45BA787-0977-811B-55E2-A5A1337C969B}"/>
              </a:ext>
            </a:extLst>
          </p:cNvPr>
          <p:cNvSpPr/>
          <p:nvPr/>
        </p:nvSpPr>
        <p:spPr>
          <a:xfrm>
            <a:off x="8052990" y="4660169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58F77F7-7D60-EB65-A215-0D854398CFCA}"/>
                  </a:ext>
                </a:extLst>
              </p:cNvPr>
              <p:cNvSpPr txBox="1"/>
              <p:nvPr/>
            </p:nvSpPr>
            <p:spPr>
              <a:xfrm>
                <a:off x="9002408" y="1678247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58F77F7-7D60-EB65-A215-0D854398C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8" y="1678247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D0772-8582-C391-0488-93C9175AC40C}"/>
                  </a:ext>
                </a:extLst>
              </p:cNvPr>
              <p:cNvSpPr txBox="1"/>
              <p:nvPr/>
            </p:nvSpPr>
            <p:spPr>
              <a:xfrm>
                <a:off x="9002407" y="252551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D0772-8582-C391-0488-93C9175AC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2525515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218D935-1EA5-3D30-6436-E62E0AF4623E}"/>
                  </a:ext>
                </a:extLst>
              </p:cNvPr>
              <p:cNvSpPr txBox="1"/>
              <p:nvPr/>
            </p:nvSpPr>
            <p:spPr>
              <a:xfrm>
                <a:off x="9002407" y="3348473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218D935-1EA5-3D30-6436-E62E0AF46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3348473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48A35A-F221-0772-DE4C-D3264E78EC79}"/>
                  </a:ext>
                </a:extLst>
              </p:cNvPr>
              <p:cNvSpPr txBox="1"/>
              <p:nvPr/>
            </p:nvSpPr>
            <p:spPr>
              <a:xfrm>
                <a:off x="9002407" y="4171431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48A35A-F221-0772-DE4C-D3264E78E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4171431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F95495-3C2E-4DF2-EEBF-4AC317B24405}"/>
                  </a:ext>
                </a:extLst>
              </p:cNvPr>
              <p:cNvSpPr txBox="1"/>
              <p:nvPr/>
            </p:nvSpPr>
            <p:spPr>
              <a:xfrm>
                <a:off x="8988938" y="5344243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F95495-3C2E-4DF2-EEBF-4AC317B24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8938" y="5344243"/>
                <a:ext cx="36580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eft Brace 31">
            <a:extLst>
              <a:ext uri="{FF2B5EF4-FFF2-40B4-BE49-F238E27FC236}">
                <a16:creationId xmlns:a16="http://schemas.microsoft.com/office/drawing/2014/main" id="{AB522D64-0FDA-0C3B-396A-2F0191CC116C}"/>
              </a:ext>
            </a:extLst>
          </p:cNvPr>
          <p:cNvSpPr/>
          <p:nvPr/>
        </p:nvSpPr>
        <p:spPr>
          <a:xfrm flipH="1" flipV="1">
            <a:off x="9831069" y="1697549"/>
            <a:ext cx="325192" cy="4234101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Box 2">
                <a:extLst>
                  <a:ext uri="{FF2B5EF4-FFF2-40B4-BE49-F238E27FC236}">
                    <a16:creationId xmlns:a16="http://schemas.microsoft.com/office/drawing/2014/main" id="{52F20E8C-E391-FFF9-D4BD-C29BBABEF1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993665" y="3542773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33" name="Text Box 2">
                <a:extLst>
                  <a:ext uri="{FF2B5EF4-FFF2-40B4-BE49-F238E27FC236}">
                    <a16:creationId xmlns:a16="http://schemas.microsoft.com/office/drawing/2014/main" id="{52F20E8C-E391-FFF9-D4BD-C29BBABEF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3665" y="3542773"/>
                <a:ext cx="2312388" cy="954107"/>
              </a:xfrm>
              <a:prstGeom prst="rect">
                <a:avLst/>
              </a:prstGeom>
              <a:blipFill>
                <a:blip r:embed="rId12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C9BA210D-0C67-7E82-28CD-4DD3AE7466AD}"/>
              </a:ext>
            </a:extLst>
          </p:cNvPr>
          <p:cNvSpPr txBox="1"/>
          <p:nvPr/>
        </p:nvSpPr>
        <p:spPr>
          <a:xfrm>
            <a:off x="1132356" y="4496880"/>
            <a:ext cx="50259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C000"/>
                </a:solidFill>
              </a:rPr>
              <a:t>The “Tree Method”</a:t>
            </a:r>
          </a:p>
        </p:txBody>
      </p:sp>
    </p:spTree>
    <p:extLst>
      <p:ext uri="{BB962C8B-B14F-4D97-AF65-F5344CB8AC3E}">
        <p14:creationId xmlns:p14="http://schemas.microsoft.com/office/powerpoint/2010/main" val="9498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20" grpId="0" animBg="1"/>
      <p:bldP spid="26" grpId="0"/>
      <p:bldP spid="27" grpId="0"/>
      <p:bldP spid="28" grpId="0"/>
      <p:bldP spid="29" grpId="0"/>
      <p:bldP spid="30" grpId="0"/>
      <p:bldP spid="31" grpId="0"/>
      <p:bldP spid="32" grpId="0" animBg="1"/>
      <p:bldP spid="33" grpId="0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4C94-F173-BE79-8469-02F227EC3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Linear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B7A4A-B366-CC17-877C-2EB95A8A5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linearSearch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linearSearch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lst.size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linearSearch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k,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start,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end){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(start == end){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lst.get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(start) == k){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linearSearch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start+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end);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C88654-239A-44AE-D715-B2925B4A1F94}"/>
              </a:ext>
            </a:extLst>
          </p:cNvPr>
          <p:cNvGrpSpPr/>
          <p:nvPr/>
        </p:nvGrpSpPr>
        <p:grpSpPr>
          <a:xfrm>
            <a:off x="6908800" y="848916"/>
            <a:ext cx="5283200" cy="907778"/>
            <a:chOff x="6908800" y="1040108"/>
            <a:chExt cx="5283200" cy="9077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6176971-CE8E-F718-7F77-E9162D17D650}"/>
                </a:ext>
              </a:extLst>
            </p:cNvPr>
            <p:cNvGrpSpPr/>
            <p:nvPr/>
          </p:nvGrpSpPr>
          <p:grpSpPr>
            <a:xfrm>
              <a:off x="6908800" y="1419566"/>
              <a:ext cx="5283200" cy="528320"/>
              <a:chOff x="1681480" y="5462905"/>
              <a:chExt cx="5283200" cy="528320"/>
            </a:xfrm>
            <a:solidFill>
              <a:schemeClr val="bg1"/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44C80AB-88F8-15C5-0103-53AE186760CB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24360B-2F37-69A1-7E37-A806252CB4F7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E67EE8-8B93-1B19-5019-F36B0BD7BF61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93D5AC-F3F1-9BA4-E366-21CB89ECB4FE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B126A6B-FFB4-A2F6-C119-A222B732EF3F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6CBE4FA-461E-32AF-1F21-B77F0369971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537B33-5DD0-844B-4DE2-FACCCA75DC39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0871E1-A9B9-68FB-9BE8-F1C631E2D52A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C3F77D-A3EF-58B8-E3C7-32E1697528F8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49D9353-0FA0-020E-1D1E-349C1C971276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00AD036-AEEA-337E-F743-27B6259BCAC9}"/>
                </a:ext>
              </a:extLst>
            </p:cNvPr>
            <p:cNvGrpSpPr/>
            <p:nvPr/>
          </p:nvGrpSpPr>
          <p:grpSpPr>
            <a:xfrm>
              <a:off x="6908800" y="1040108"/>
              <a:ext cx="5283200" cy="528320"/>
              <a:chOff x="1681480" y="5462905"/>
              <a:chExt cx="5283200" cy="5283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956A8D-5179-312E-01CA-A027B4BE4CD7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53B6828-1075-6CA6-379F-1141B90E248F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AADC8C-26C7-2EC0-CFD5-AB850DA464FF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88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0D9D694-6129-D6F5-5737-C28073A0DA20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90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B85989-2371-70E5-8119-C39A6E903CDC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42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51CD2F-E989-9A35-F1FE-B6802A86B6F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13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CA394E8-3E48-87C4-4E66-B4248B28F3B8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2F7EE1-E438-088D-0E5E-4BFDEA41E50F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3332684-95DA-F21A-B08B-027F50B532A6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FDC9D9D-586A-5D6A-EAEB-05E79320B7F2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6EEB6AF-C88A-7F00-73F0-3B33F7525ED6}"/>
                  </a:ext>
                </a:extLst>
              </p14:cNvPr>
              <p14:cNvContentPartPr/>
              <p14:nvPr/>
            </p14:nvContentPartPr>
            <p14:xfrm>
              <a:off x="1367280" y="2443320"/>
              <a:ext cx="10705320" cy="29761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6EEB6AF-C88A-7F00-73F0-3B33F7525E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7920" y="2433960"/>
                <a:ext cx="10724040" cy="2994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51965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0C471-0E49-9D75-75DE-5A00835E8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our method “prettier”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DDAAF-81C9-60F9-3FF1-0F973D618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Draw a picture of the recursion</a:t>
            </a:r>
          </a:p>
          <a:p>
            <a:r>
              <a:rPr lang="en-US" dirty="0">
                <a:solidFill>
                  <a:srgbClr val="0070C0"/>
                </a:solidFill>
              </a:rPr>
              <a:t>Identify the work done per stack frame</a:t>
            </a:r>
          </a:p>
          <a:p>
            <a:r>
              <a:rPr lang="en-US" dirty="0"/>
              <a:t>Add up all the work!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41">
                <a:extLst>
                  <a:ext uri="{FF2B5EF4-FFF2-40B4-BE49-F238E27FC236}">
                    <a16:creationId xmlns:a16="http://schemas.microsoft.com/office/drawing/2014/main" id="{E7A861BF-0626-CE47-F3EB-D65BF39B77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1825625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 Box 41">
                <a:extLst>
                  <a:ext uri="{FF2B5EF4-FFF2-40B4-BE49-F238E27FC236}">
                    <a16:creationId xmlns:a16="http://schemas.microsoft.com/office/drawing/2014/main" id="{E7A861BF-0626-CE47-F3EB-D65BF39B7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1825625"/>
                <a:ext cx="1333500" cy="457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41">
                <a:extLst>
                  <a:ext uri="{FF2B5EF4-FFF2-40B4-BE49-F238E27FC236}">
                    <a16:creationId xmlns:a16="http://schemas.microsoft.com/office/drawing/2014/main" id="{526E2983-A463-A0EE-B0DB-A268A8B841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263971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 Box 41">
                <a:extLst>
                  <a:ext uri="{FF2B5EF4-FFF2-40B4-BE49-F238E27FC236}">
                    <a16:creationId xmlns:a16="http://schemas.microsoft.com/office/drawing/2014/main" id="{526E2983-A463-A0EE-B0DB-A268A8B84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2639716"/>
                <a:ext cx="1333500" cy="457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1D829C-229D-3C07-6BB5-2622736B211F}"/>
                  </a:ext>
                </a:extLst>
              </p:cNvPr>
              <p:cNvSpPr txBox="1"/>
              <p:nvPr/>
            </p:nvSpPr>
            <p:spPr>
              <a:xfrm>
                <a:off x="7846423" y="522890"/>
                <a:ext cx="38491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=</m:t>
                      </m:r>
                      <m:r>
                        <a:rPr lang="en-US" sz="2400" b="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1D829C-229D-3C07-6BB5-2622736B2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23" y="522890"/>
                <a:ext cx="3849189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2DB49E5C-7AA5-2844-7FEA-F0D4A3178B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3453998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2DB49E5C-7AA5-2844-7FEA-F0D4A317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3453998"/>
                <a:ext cx="133350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41">
                <a:extLst>
                  <a:ext uri="{FF2B5EF4-FFF2-40B4-BE49-F238E27FC236}">
                    <a16:creationId xmlns:a16="http://schemas.microsoft.com/office/drawing/2014/main" id="{17512E4D-96D0-AC62-9DE6-378647691C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426828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 Box 41">
                <a:extLst>
                  <a:ext uri="{FF2B5EF4-FFF2-40B4-BE49-F238E27FC236}">
                    <a16:creationId xmlns:a16="http://schemas.microsoft.com/office/drawing/2014/main" id="{17512E4D-96D0-AC62-9DE6-378647691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4268280"/>
                <a:ext cx="133350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6A9046-97A8-1FAD-BB03-9BB482BBAF1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8340088" y="2282825"/>
            <a:ext cx="0" cy="356891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1467D28-1318-9063-0540-C3E454C6787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8340088" y="3096916"/>
            <a:ext cx="0" cy="3570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2CACAE-D845-C8E4-F943-E9AE13D618B6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340088" y="3911198"/>
            <a:ext cx="0" cy="3570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BD5DB48A-B532-2E68-E804-2C1AEECBA6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5474451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BD5DB48A-B532-2E68-E804-2C1AEECBA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5474451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559CB69-DCE6-7974-5537-E6969488B3D5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8340088" y="4725480"/>
            <a:ext cx="0" cy="255823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45BA787-0977-811B-55E2-A5A1337C969B}"/>
              </a:ext>
            </a:extLst>
          </p:cNvPr>
          <p:cNvSpPr/>
          <p:nvPr/>
        </p:nvSpPr>
        <p:spPr>
          <a:xfrm>
            <a:off x="8052990" y="4660169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58F77F7-7D60-EB65-A215-0D854398CFCA}"/>
                  </a:ext>
                </a:extLst>
              </p:cNvPr>
              <p:cNvSpPr txBox="1"/>
              <p:nvPr/>
            </p:nvSpPr>
            <p:spPr>
              <a:xfrm>
                <a:off x="9002408" y="1678247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58F77F7-7D60-EB65-A215-0D854398C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8" y="1678247"/>
                <a:ext cx="36580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D0772-8582-C391-0488-93C9175AC40C}"/>
                  </a:ext>
                </a:extLst>
              </p:cNvPr>
              <p:cNvSpPr txBox="1"/>
              <p:nvPr/>
            </p:nvSpPr>
            <p:spPr>
              <a:xfrm>
                <a:off x="9002407" y="252551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D0772-8582-C391-0488-93C9175AC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2525515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218D935-1EA5-3D30-6436-E62E0AF4623E}"/>
                  </a:ext>
                </a:extLst>
              </p:cNvPr>
              <p:cNvSpPr txBox="1"/>
              <p:nvPr/>
            </p:nvSpPr>
            <p:spPr>
              <a:xfrm>
                <a:off x="9002407" y="3348473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218D935-1EA5-3D30-6436-E62E0AF46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3348473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48A35A-F221-0772-DE4C-D3264E78EC79}"/>
                  </a:ext>
                </a:extLst>
              </p:cNvPr>
              <p:cNvSpPr txBox="1"/>
              <p:nvPr/>
            </p:nvSpPr>
            <p:spPr>
              <a:xfrm>
                <a:off x="9002407" y="4171431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48A35A-F221-0772-DE4C-D3264E78E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4171431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F95495-3C2E-4DF2-EEBF-4AC317B24405}"/>
                  </a:ext>
                </a:extLst>
              </p:cNvPr>
              <p:cNvSpPr txBox="1"/>
              <p:nvPr/>
            </p:nvSpPr>
            <p:spPr>
              <a:xfrm>
                <a:off x="8988938" y="5344243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F95495-3C2E-4DF2-EEBF-4AC317B24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8938" y="5344243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eft Brace 31">
            <a:extLst>
              <a:ext uri="{FF2B5EF4-FFF2-40B4-BE49-F238E27FC236}">
                <a16:creationId xmlns:a16="http://schemas.microsoft.com/office/drawing/2014/main" id="{AB522D64-0FDA-0C3B-396A-2F0191CC116C}"/>
              </a:ext>
            </a:extLst>
          </p:cNvPr>
          <p:cNvSpPr/>
          <p:nvPr/>
        </p:nvSpPr>
        <p:spPr>
          <a:xfrm flipH="1" flipV="1">
            <a:off x="9831069" y="1697549"/>
            <a:ext cx="325192" cy="4234101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Box 2">
                <a:extLst>
                  <a:ext uri="{FF2B5EF4-FFF2-40B4-BE49-F238E27FC236}">
                    <a16:creationId xmlns:a16="http://schemas.microsoft.com/office/drawing/2014/main" id="{52F20E8C-E391-FFF9-D4BD-C29BBABEF1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993665" y="3542773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33" name="Text Box 2">
                <a:extLst>
                  <a:ext uri="{FF2B5EF4-FFF2-40B4-BE49-F238E27FC236}">
                    <a16:creationId xmlns:a16="http://schemas.microsoft.com/office/drawing/2014/main" id="{52F20E8C-E391-FFF9-D4BD-C29BBABEF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3665" y="3542773"/>
                <a:ext cx="2312388" cy="954107"/>
              </a:xfrm>
              <a:prstGeom prst="rect">
                <a:avLst/>
              </a:prstGeom>
              <a:blipFill>
                <a:blip r:embed="rId11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7EAD35-6AB2-0B1C-8834-423A45431A3C}"/>
                  </a:ext>
                </a:extLst>
              </p:cNvPr>
              <p:cNvSpPr txBox="1"/>
              <p:nvPr/>
            </p:nvSpPr>
            <p:spPr>
              <a:xfrm>
                <a:off x="1038919" y="4888012"/>
                <a:ext cx="38746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Running time: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6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7EAD35-6AB2-0B1C-8834-423A45431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919" y="4888012"/>
                <a:ext cx="3874650" cy="646331"/>
              </a:xfrm>
              <a:prstGeom prst="rect">
                <a:avLst/>
              </a:prstGeom>
              <a:blipFill>
                <a:blip r:embed="rId12"/>
                <a:stretch>
                  <a:fillRect l="-4717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7D8E0AF-3481-5748-34FB-8D624C2E516D}"/>
                  </a:ext>
                </a:extLst>
              </p14:cNvPr>
              <p14:cNvContentPartPr/>
              <p14:nvPr/>
            </p14:nvContentPartPr>
            <p14:xfrm>
              <a:off x="9410760" y="4483080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7D8E0AF-3481-5748-34FB-8D624C2E516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401400" y="447372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71844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20" grpId="0" animBg="1"/>
      <p:bldP spid="26" grpId="0"/>
      <p:bldP spid="27" grpId="0"/>
      <p:bldP spid="28" grpId="0"/>
      <p:bldP spid="29" grpId="0"/>
      <p:bldP spid="30" grpId="0"/>
      <p:bldP spid="31" grpId="0"/>
      <p:bldP spid="32" grpId="0" animBg="1"/>
      <p:bldP spid="33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AE782-C07E-8C9D-F03B-E1555654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List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B12C-1484-4384-0A8A-F40C8F089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list){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list.size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list,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low,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high){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(low == high){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(low == high-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list[low]; 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middle = (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high+low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)/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low, middle) +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middle, high);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A06A9E9-EF78-A1D3-8B08-A48760DE9D07}"/>
                  </a:ext>
                </a:extLst>
              </p14:cNvPr>
              <p14:cNvContentPartPr/>
              <p14:nvPr/>
            </p14:nvContentPartPr>
            <p14:xfrm>
              <a:off x="2353680" y="1096200"/>
              <a:ext cx="8566560" cy="37292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A06A9E9-EF78-A1D3-8B08-A48760DE9D0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44320" y="1086840"/>
                <a:ext cx="8585280" cy="3747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56711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2048" b="-3012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22613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22613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506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50672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5067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506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50672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5067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50673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5067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5067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DB51FF6-5A72-E840-01B3-5698028859AE}"/>
                  </a:ext>
                </a:extLst>
              </p14:cNvPr>
              <p14:cNvContentPartPr/>
              <p14:nvPr/>
            </p14:nvContentPartPr>
            <p14:xfrm>
              <a:off x="7318800" y="1239840"/>
              <a:ext cx="138600" cy="557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DB51FF6-5A72-E840-01B3-5698028859AE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309440" y="1230480"/>
                <a:ext cx="157320" cy="57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3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 animBg="1"/>
      <p:bldP spid="43" grpId="0"/>
      <p:bldP spid="44" grpId="0" animBg="1"/>
      <p:bldP spid="46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/>
      <p:bldP spid="66" grpId="0"/>
      <p:bldP spid="67" grpId="0"/>
      <p:bldP spid="68" grpId="0"/>
      <p:bldP spid="70" grpId="0"/>
      <p:bldP spid="71" grpId="0"/>
      <p:bldP spid="72" grpId="0"/>
      <p:bldP spid="74" grpId="0"/>
      <p:bldP spid="75" grpId="0"/>
      <p:bldP spid="77" grpId="0"/>
      <p:bldP spid="78" grpId="0"/>
      <p:bldP spid="80" grpId="0"/>
      <p:bldP spid="8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AE782-C07E-8C9D-F03B-E1555654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List Summation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8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b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250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3FB1-2024-3C2F-82C7-A570445A9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 Summary: Chip and Conquer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1F56D-397B-4864-2127-448D2A100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1371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Recurrence looks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Use the recurrence to draw a tree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branching factor of the tree (e.g.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then it’s a binary tree)</a:t>
                </a:r>
              </a:p>
              <a:p>
                <a:pPr lvl="1"/>
                <a:r>
                  <a:rPr lang="en-US" dirty="0"/>
                  <a:t>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from the parent’s input size to get children’s input size</a:t>
                </a:r>
              </a:p>
              <a:p>
                <a:pPr lvl="1"/>
                <a:r>
                  <a:rPr lang="en-US" dirty="0"/>
                  <a:t>Work done per node is given by applying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to that node’s input size</a:t>
                </a:r>
              </a:p>
              <a:p>
                <a:pPr lvl="1"/>
                <a:r>
                  <a:rPr lang="en-US" dirty="0"/>
                  <a:t>Height of the tree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that is the number of times we must 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reaching a base case</a:t>
                </a:r>
              </a:p>
              <a:p>
                <a:pPr lvl="2"/>
                <a:r>
                  <a:rPr lang="en-US" dirty="0"/>
                  <a:t>Answer to the question “how many times must we 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we reach 0?”</a:t>
                </a:r>
              </a:p>
              <a:p>
                <a:pPr lvl="3"/>
                <a:r>
                  <a:rPr lang="en-US" dirty="0"/>
                  <a:t>Any base case is a constant, so to reach a larger value would just be a constant change</a:t>
                </a:r>
              </a:p>
              <a:p>
                <a:r>
                  <a:rPr lang="en-US" dirty="0"/>
                  <a:t>Use the tree to express running time as a series</a:t>
                </a:r>
              </a:p>
              <a:p>
                <a:pPr lvl="1"/>
                <a:r>
                  <a:rPr lang="en-US" dirty="0"/>
                  <a:t>Adding work done for each node level-by-level</a:t>
                </a:r>
              </a:p>
              <a:p>
                <a:pPr lvl="1"/>
                <a:r>
                  <a:rPr lang="en-US" dirty="0"/>
                  <a:t>Identify a pattern to express work done at level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as a function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Write a series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up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Solve the series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1F56D-397B-4864-2127-448D2A100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13714"/>
              </a:xfrm>
              <a:blipFill>
                <a:blip r:embed="rId2"/>
                <a:stretch>
                  <a:fillRect l="-928" t="-3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790AB20-B00B-4243-0F09-DB658413321E}"/>
                  </a:ext>
                </a:extLst>
              </p14:cNvPr>
              <p14:cNvContentPartPr/>
              <p14:nvPr/>
            </p14:nvContentPartPr>
            <p14:xfrm>
              <a:off x="4135680" y="1852200"/>
              <a:ext cx="3773520" cy="3952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790AB20-B00B-4243-0F09-DB658413321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6320" y="1842840"/>
                <a:ext cx="3792240" cy="41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3540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150C5-7F4C-B114-9C6D-551C73509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44591-7216-6863-6ED7-569C0FEEC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 Summary: Divide and Conquer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A3A40D-EE5F-5E3C-882C-C1065A99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365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Recurrence looks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Use the recurrence to draw a tree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branching factor of the tree (e.g.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then it’s a binary tree)</a:t>
                </a:r>
              </a:p>
              <a:p>
                <a:pPr lvl="1"/>
                <a:r>
                  <a:rPr lang="en-US" dirty="0"/>
                  <a:t>Divide the parent’s input size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to get children’s input size</a:t>
                </a:r>
              </a:p>
              <a:p>
                <a:pPr lvl="1"/>
                <a:r>
                  <a:rPr lang="en-US" dirty="0"/>
                  <a:t>Work done per node is given by applying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to that node’s input size</a:t>
                </a:r>
              </a:p>
              <a:p>
                <a:pPr lvl="1"/>
                <a:r>
                  <a:rPr lang="en-US" dirty="0"/>
                  <a:t>Height of the tree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that is the number of times we must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reaching a base case</a:t>
                </a:r>
              </a:p>
              <a:p>
                <a:pPr lvl="2"/>
                <a:r>
                  <a:rPr lang="en-US" dirty="0"/>
                  <a:t>Answer to the question “how many times must we divide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we reach 1?”</a:t>
                </a:r>
              </a:p>
              <a:p>
                <a:pPr lvl="3"/>
                <a:r>
                  <a:rPr lang="en-US" dirty="0"/>
                  <a:t>Any base case is a constant, so to reach a larger value would just be a constant change</a:t>
                </a:r>
              </a:p>
              <a:p>
                <a:r>
                  <a:rPr lang="en-US" dirty="0"/>
                  <a:t>Use the tree to express running time as a series</a:t>
                </a:r>
              </a:p>
              <a:p>
                <a:pPr lvl="1"/>
                <a:r>
                  <a:rPr lang="en-US" dirty="0"/>
                  <a:t>Adding work done for each node level-by-level</a:t>
                </a:r>
              </a:p>
              <a:p>
                <a:pPr lvl="1"/>
                <a:r>
                  <a:rPr lang="en-US" dirty="0"/>
                  <a:t>Identify a pattern to express work done at level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as a function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Write a series using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up to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Solve the series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A3A40D-EE5F-5E3C-882C-C1065A99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3653"/>
              </a:xfrm>
              <a:blipFill>
                <a:blip r:embed="rId2"/>
                <a:stretch>
                  <a:fillRect l="-928" t="-1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966E67B-3035-5407-773F-8C1C0B3A1979}"/>
                  </a:ext>
                </a:extLst>
              </p14:cNvPr>
              <p14:cNvContentPartPr/>
              <p14:nvPr/>
            </p14:nvContentPartPr>
            <p14:xfrm>
              <a:off x="1514880" y="1833840"/>
              <a:ext cx="6062400" cy="4173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966E67B-3035-5407-773F-8C1C0B3A19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05520" y="1824480"/>
                <a:ext cx="6081120" cy="4192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1027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252AD-3F4C-DE42-5E30-D2A783A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do some more!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9C023E-2A8A-B7C5-6C27-1E2A5B41D7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each, assume the base case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9C023E-2A8A-B7C5-6C27-1E2A5B41D7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907CC2F-A7B2-6960-28AC-1913FF9C2138}"/>
                  </a:ext>
                </a:extLst>
              </p14:cNvPr>
              <p14:cNvContentPartPr/>
              <p14:nvPr/>
            </p14:nvContentPartPr>
            <p14:xfrm>
              <a:off x="915480" y="2385000"/>
              <a:ext cx="3198960" cy="729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907CC2F-A7B2-6960-28AC-1913FF9C213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06120" y="2375640"/>
                <a:ext cx="3217680" cy="74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579758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4458" b="-2771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5339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5339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CBA4E30-4AE2-A1D8-D89B-AD00316269AF}"/>
                  </a:ext>
                </a:extLst>
              </p14:cNvPr>
              <p14:cNvContentPartPr/>
              <p14:nvPr/>
            </p14:nvContentPartPr>
            <p14:xfrm>
              <a:off x="823320" y="2259360"/>
              <a:ext cx="8797320" cy="2217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CBA4E30-4AE2-A1D8-D89B-AD00316269AF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813960" y="2250000"/>
                <a:ext cx="8816040" cy="2235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9101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??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4458" b="-2771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395065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395994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395994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??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4819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481927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4819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481927" cy="64633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4819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481927" cy="64633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494046" cy="64812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494046" cy="64812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494046" cy="648126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494045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494045" cy="64812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A95C76A-B010-010F-97A4-738EE260F924}"/>
                  </a:ext>
                </a:extLst>
              </p14:cNvPr>
              <p14:cNvContentPartPr/>
              <p14:nvPr/>
            </p14:nvContentPartPr>
            <p14:xfrm>
              <a:off x="2706840" y="1974600"/>
              <a:ext cx="2655000" cy="26121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A95C76A-B010-010F-97A4-738EE260F924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2697480" y="1965240"/>
                <a:ext cx="2673720" cy="263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2489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Solving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4962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2048" b="-3012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395065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b="0" i="1" dirty="0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29702164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Solving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8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func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710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/>
          <p:cNvGrpSpPr/>
          <p:nvPr/>
        </p:nvGrpSpPr>
        <p:grpSpPr>
          <a:xfrm>
            <a:off x="4759872" y="3301829"/>
            <a:ext cx="918341" cy="1828800"/>
            <a:chOff x="2434459" y="1295400"/>
            <a:chExt cx="918341" cy="3657600"/>
          </a:xfrm>
        </p:grpSpPr>
        <p:sp>
          <p:nvSpPr>
            <p:cNvPr id="39" name="Rectangle 38"/>
            <p:cNvSpPr/>
            <p:nvPr/>
          </p:nvSpPr>
          <p:spPr>
            <a:xfrm>
              <a:off x="2434459" y="4495800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476500" y="1473029"/>
            <a:ext cx="914400" cy="3657600"/>
            <a:chOff x="2667000" y="-2362200"/>
            <a:chExt cx="914400" cy="7315200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34" name="Rectangle 33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352800" y="-2362200"/>
              <a:ext cx="228600" cy="73152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Rectangle 14"/>
          <p:cNvSpPr/>
          <p:nvPr/>
        </p:nvSpPr>
        <p:spPr>
          <a:xfrm>
            <a:off x="7316513" y="1473029"/>
            <a:ext cx="228600" cy="36576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Geometric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BADE50-950A-4D58-BFB2-FA2C6A8B38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4759872" y="3301829"/>
            <a:ext cx="918341" cy="1828800"/>
            <a:chOff x="2434459" y="1295400"/>
            <a:chExt cx="918341" cy="3657600"/>
          </a:xfrm>
        </p:grpSpPr>
        <p:sp>
          <p:nvSpPr>
            <p:cNvPr id="24" name="Rectangle 23"/>
            <p:cNvSpPr/>
            <p:nvPr/>
          </p:nvSpPr>
          <p:spPr>
            <a:xfrm>
              <a:off x="2434459" y="4495800"/>
              <a:ext cx="228600" cy="457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2476500" y="1473029"/>
            <a:ext cx="914400" cy="3657600"/>
            <a:chOff x="2667000" y="-2362200"/>
            <a:chExt cx="914400" cy="7315200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42" name="Rectangle 41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352800" y="-2362200"/>
              <a:ext cx="228600" cy="7315200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6" name="Rectangle 45"/>
          <p:cNvSpPr/>
          <p:nvPr/>
        </p:nvSpPr>
        <p:spPr>
          <a:xfrm>
            <a:off x="9373913" y="4978229"/>
            <a:ext cx="2286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/>
              <p:cNvSpPr txBox="1"/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=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679733" y="1463695"/>
                <a:ext cx="149989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&gt;1</m:t>
                    </m:r>
                  </m:oMath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33" y="1463695"/>
                <a:ext cx="1499898" cy="584775"/>
              </a:xfrm>
              <a:prstGeom prst="rect">
                <a:avLst/>
              </a:prstGeom>
              <a:blipFill rotWithShape="1">
                <a:blip r:embed="rId5"/>
                <a:stretch>
                  <a:fillRect l="-10569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The series multiplied by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blipFill>
                <a:blip r:embed="rId6"/>
                <a:stretch>
                  <a:fillRect l="-2516" t="-192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/>
          <p:cNvSpPr txBox="1"/>
          <p:nvPr/>
        </p:nvSpPr>
        <p:spPr>
          <a:xfrm>
            <a:off x="4616448" y="5345328"/>
            <a:ext cx="2012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series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86537" y="5359229"/>
            <a:ext cx="1577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first term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𝑎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/>
          <p:cNvSpPr txBox="1"/>
          <p:nvPr/>
        </p:nvSpPr>
        <p:spPr>
          <a:xfrm>
            <a:off x="6783114" y="5283030"/>
            <a:ext cx="1522686" cy="66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next term in the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1667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6" grpId="0" animBg="1"/>
      <p:bldP spid="20" grpId="0"/>
      <p:bldP spid="55" grpId="0"/>
      <p:bldP spid="58" grpId="0"/>
      <p:bldP spid="59" grpId="0"/>
      <p:bldP spid="6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/>
          <p:cNvGrpSpPr/>
          <p:nvPr/>
        </p:nvGrpSpPr>
        <p:grpSpPr>
          <a:xfrm>
            <a:off x="4630082" y="1438616"/>
            <a:ext cx="1143000" cy="3657600"/>
            <a:chOff x="533400" y="1473029"/>
            <a:chExt cx="1143000" cy="3657600"/>
          </a:xfrm>
        </p:grpSpPr>
        <p:sp>
          <p:nvSpPr>
            <p:cNvPr id="46" name="Rectangle 45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533400" y="1473029"/>
              <a:ext cx="228600" cy="3657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2057400" y="3279706"/>
            <a:ext cx="1143000" cy="1828800"/>
            <a:chOff x="762000" y="3301829"/>
            <a:chExt cx="1143000" cy="1828800"/>
          </a:xfrm>
        </p:grpSpPr>
        <p:sp>
          <p:nvSpPr>
            <p:cNvPr id="40" name="Rectangle 39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676400" y="5009033"/>
              <a:ext cx="228600" cy="11887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Geometric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BADE50-950A-4D58-BFB2-FA2C6A8B38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The series multiplied by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blipFill>
                <a:blip r:embed="rId2"/>
                <a:stretch>
                  <a:fillRect l="-2516" t="-192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/>
          <p:cNvSpPr txBox="1"/>
          <p:nvPr/>
        </p:nvSpPr>
        <p:spPr>
          <a:xfrm>
            <a:off x="4616448" y="5345328"/>
            <a:ext cx="2012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series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86537" y="5359229"/>
            <a:ext cx="1577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first term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/>
              <p:cNvSpPr txBox="1"/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=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𝑎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/>
          <p:cNvGrpSpPr/>
          <p:nvPr/>
        </p:nvGrpSpPr>
        <p:grpSpPr>
          <a:xfrm>
            <a:off x="2057400" y="3276600"/>
            <a:ext cx="1143000" cy="1828800"/>
            <a:chOff x="762000" y="3301829"/>
            <a:chExt cx="1143000" cy="1828800"/>
          </a:xfrm>
        </p:grpSpPr>
        <p:sp>
          <p:nvSpPr>
            <p:cNvPr id="34" name="Rectangle 33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676400" y="5009033"/>
              <a:ext cx="228600" cy="11887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4630082" y="1438616"/>
            <a:ext cx="1143000" cy="3657600"/>
            <a:chOff x="533400" y="1473029"/>
            <a:chExt cx="1143000" cy="3657600"/>
          </a:xfrm>
        </p:grpSpPr>
        <p:sp>
          <p:nvSpPr>
            <p:cNvPr id="52" name="Rectangle 51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33400" y="1473029"/>
              <a:ext cx="228600" cy="36576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58" name="Rectangle 57"/>
          <p:cNvSpPr/>
          <p:nvPr/>
        </p:nvSpPr>
        <p:spPr>
          <a:xfrm>
            <a:off x="7391400" y="5011757"/>
            <a:ext cx="228600" cy="118872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9372600" y="1447800"/>
            <a:ext cx="228600" cy="365760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783114" y="5283030"/>
            <a:ext cx="1522686" cy="66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next term in the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679733" y="1463695"/>
                <a:ext cx="150951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  <m:r>
                      <a:rPr kumimoji="0" lang="en-US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&lt;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1</m:t>
                    </m:r>
                  </m:oMath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33" y="1463695"/>
                <a:ext cx="1509516" cy="584775"/>
              </a:xfrm>
              <a:prstGeom prst="rect">
                <a:avLst/>
              </a:prstGeom>
              <a:blipFill rotWithShape="1">
                <a:blip r:embed="rId10"/>
                <a:stretch>
                  <a:fillRect l="-10526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/>
          <p:cNvSpPr/>
          <p:nvPr/>
        </p:nvSpPr>
        <p:spPr>
          <a:xfrm rot="16200000">
            <a:off x="5329359" y="2124934"/>
            <a:ext cx="437983" cy="822771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586700" y="6488668"/>
            <a:ext cx="1966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for the series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7851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20" grpId="0"/>
      <p:bldP spid="30" grpId="0"/>
      <p:bldP spid="31" grpId="0"/>
      <p:bldP spid="58" grpId="0" animBg="1"/>
      <p:bldP spid="59" grpId="0" animBg="1"/>
      <p:bldP spid="6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1577</TotalTime>
  <Words>1593</Words>
  <Application>Microsoft Office PowerPoint</Application>
  <PresentationFormat>Widescreen</PresentationFormat>
  <Paragraphs>398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Calibri Light</vt:lpstr>
      <vt:lpstr>Cambria Math</vt:lpstr>
      <vt:lpstr>Consolas</vt:lpstr>
      <vt:lpstr>Symbol</vt:lpstr>
      <vt:lpstr>Office Theme</vt:lpstr>
      <vt:lpstr>1_Office Theme</vt:lpstr>
      <vt:lpstr>2_Office Theme</vt:lpstr>
      <vt:lpstr>CSE 332 Winter 2026 Lecture 6: Recurrences</vt:lpstr>
      <vt:lpstr>Recursive Binary Search</vt:lpstr>
      <vt:lpstr>Analysis of Recursive Algorithms</vt:lpstr>
      <vt:lpstr>How Efficient Is It?</vt:lpstr>
      <vt:lpstr>Let’s Solve the Recurrence!</vt:lpstr>
      <vt:lpstr>Make our process “prettier”</vt:lpstr>
      <vt:lpstr>Recursive Linear Search</vt:lpstr>
      <vt:lpstr>Make our method “prettier”</vt:lpstr>
      <vt:lpstr>Recursive List Summation</vt:lpstr>
      <vt:lpstr>Tree Method</vt:lpstr>
      <vt:lpstr>Recursive List Summation</vt:lpstr>
      <vt:lpstr>Tree Method Summary: Chip and Conquer</vt:lpstr>
      <vt:lpstr>Tree Method Summary: Divide and Conquer</vt:lpstr>
      <vt:lpstr>Let’s do some more!</vt:lpstr>
      <vt:lpstr>Tree Method</vt:lpstr>
      <vt:lpstr>Tree Method</vt:lpstr>
      <vt:lpstr>Solving T(n)=2T(n/2)+n^2</vt:lpstr>
      <vt:lpstr>Tree Method</vt:lpstr>
      <vt:lpstr>Solving T(n)=2T(n/8)+1</vt:lpstr>
      <vt:lpstr>Finite Geometric Series</vt:lpstr>
      <vt:lpstr>Finite Geometric Series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Brunelle, Nathan J (njb2b)</dc:creator>
  <cp:lastModifiedBy>Nathan Brunelle</cp:lastModifiedBy>
  <cp:revision>28</cp:revision>
  <dcterms:created xsi:type="dcterms:W3CDTF">2024-06-26T12:44:42Z</dcterms:created>
  <dcterms:modified xsi:type="dcterms:W3CDTF">2026-01-17T14:53:22Z</dcterms:modified>
</cp:coreProperties>
</file>