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3"/>
  </p:notesMasterIdLst>
  <p:sldIdLst>
    <p:sldId id="257" r:id="rId2"/>
    <p:sldId id="267" r:id="rId3"/>
    <p:sldId id="268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70" r:id="rId15"/>
    <p:sldId id="271" r:id="rId16"/>
    <p:sldId id="272" r:id="rId17"/>
    <p:sldId id="273" r:id="rId18"/>
    <p:sldId id="275" r:id="rId19"/>
    <p:sldId id="274" r:id="rId20"/>
    <p:sldId id="276" r:id="rId21"/>
    <p:sldId id="277" r:id="rId22"/>
    <p:sldId id="921" r:id="rId23"/>
    <p:sldId id="912" r:id="rId24"/>
    <p:sldId id="913" r:id="rId25"/>
    <p:sldId id="914" r:id="rId26"/>
    <p:sldId id="919" r:id="rId27"/>
    <p:sldId id="915" r:id="rId28"/>
    <p:sldId id="916" r:id="rId29"/>
    <p:sldId id="917" r:id="rId30"/>
    <p:sldId id="918" r:id="rId31"/>
    <p:sldId id="920" r:id="rId32"/>
  </p:sldIdLst>
  <p:sldSz cx="12192000" cy="6858000"/>
  <p:notesSz cx="6858000" cy="9144000"/>
  <p:embeddedFontLst>
    <p:embeddedFont>
      <p:font typeface="Cambria Math" panose="02040503050406030204" pitchFamily="18" charset="0"/>
      <p:regular r:id="rId3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50021"/>
    <a:srgbClr val="FF00FF"/>
    <a:srgbClr val="BFEBFB"/>
    <a:srgbClr val="00B0F0"/>
    <a:srgbClr val="FF9900"/>
    <a:srgbClr val="FF9797"/>
    <a:srgbClr val="FF6464"/>
    <a:srgbClr val="FF99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2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31:06.17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12726 8607 0,'0'0'0,"0"0"16,0 0-16,0 0 16,0 8-1,17 26 1,0 43-16,-9 33 15,-16 26 1,-1 0-16,-8-34 16,0-17-16,17-17 15,0-8 1,17-9-16,0-9 16,17-16-1,9 0-15,25-1 16,26 1-1,9-18-15,8-16 16,17-9 0,42-9-1,27-8-15,16-9 16,17 1 0,9 16-16,35 1 15,33-1-15,0 9 16,26 9-1,-9 8 1,43 0-16,26 8 0,-43 1 16,25 8-1,9 8-15,-59 1 16,42-9 0,25 8-1,-59-8-15,9-8 16,25-1-1,-77-8 1,-9 0-16,-25 0 0,-110-8 16,-10-1 15,-8 1-31,-68 8 16,-26 0-16,-8 0 15,-18 0-15,1 0 16,-1 0-16,-8 0 15,0 0 1,0-9-16,0-25 16,0-17-1,9-17 1,-1 34-16</inkml:trace>
  <inkml:trace contextRef="#ctx0" brushRef="#br0" timeOffset="41176.44">21431 7773 0,'0'0'0,"0"0"0,34 9 0,43-1 16,17-8-1,34-17 1,34-8 0,-17-9-16,-17-9 15,-17 18-15,-34 8 16,-26 17-16,-16 0 15,-18 17 1,-34 25-16,-35 60 16,-33 43-16,-43-1 15,-9-8 1,35-34 0,42-25-1,18-26-15,16-17 16,9-9-1,0-8-15,8-8 16,9-1 0,0-33-1,17-69-15,43-76 16,34-25 0,17-1-16,0 43 0,-43 42 31,-17 60-31,-25 26 15,-18 8 1,1 17-16,-18 34 16,-33 94-1,-18 50-15,0 1 0,26-18 32,17-16-32,9-26 15,16-26 1,9-33-16,0-17 15,-8-18 1,-1-16-16,-8-9 16,-17-26-1,-34-42-15,-26-43 16,-34-42 0,-17-8-16,26 33 15,-52-8-15,-119-59 16</inkml:trace>
  <inkml:trace contextRef="#ctx0" brushRef="#br0" timeOffset="46161.6">15815 7646 0,'0'0'0,"0"0"15,0 0-15,0 0 16,0 0 0,9-9-1,8 1 1,0-1-16,0 0 16,34 1-1,52-1-15,76 1 0,68 16 31,26 9-31,26 9 16,68 0 0,77-18-16,77-8 15,76-34 1,26 17 0,51 17-16,60 0 15,94 17-15,-367 0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37:10.481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4541 15129 0,'0'0'0,"0"-8"0,8 8 15,-8 0 1,0 0-16,0 0 31,0 0-15,0 0-16,0 0 0,0 0 31,0-9-31,9 9 16,-9 0-16,0 0 15,17 0 1,8 0-1,18 9-15,8 8 16,43 0 0,26-9-16,-9-8 15,-9 0 1,0 0-16,26 0 16,26 0-1,-17 0-15,59-8 16,0 8-16,-42-9 15,42 1 1,9-1-16,-34 9 16,42 0-1,9 0 1,0 0-16,8 9 16,-8-18-16,26-8 15,-9 0 1,17 0-16,0 0 15,17 0 1,-8 0-16,8-8 16,0 8-1,8 0 1,10 0-16,-10 0 16,18 8-1,0-8-15,42 9 16,-34-1-16,18-8 15,-10 9 1,27-9 0,42 0-16,-85 0 15,34 0 1,25 8-16,-34-8 16,52-8-1,-52-9-15,18 8 16,67-8-16,-42-8 15,-8 8 1,25 8 0,43 9-16,-69 0 15,18 0 1,42-8-16,-77-1 16,26 1-1,51-1-15,-34 9 16,-8 0-16</inkml:trace>
  <inkml:trace contextRef="#ctx0" brushRef="#br0" timeOffset="22218.37">4660 16244 0,'0'0'0,"-8"0"0,-1 0 0,0 0 31,-8 0-31,9 0 16,-9 0-16,17 0 0,0-9 31,0 1-16,17-9-15,26-9 16,16-8-16,18 0 16,0 0-1,17 0-15,25-17 0,9-17 16,52-34 15,41-43-31,10-25 16,25-8-16,17-10 0,9 1 31,25-17-15,0 17-16,18 0 15,67-17 1,-42 0-16,34 8 16,43-16-1,-26-1-15,-8-8 16,42-26-1,17 1-15,1-1 16,16 0 0,-51 9-16,9 0 15,68-34 1,-43 25-16,1-8 16,-52 9-16,-8-27 15,50 18 1,-33 34-1,-17-8-15,-18 16 16,9-25-16,-25 25 16,-26 1-1,-35-1-15,-42 34 16,-25-16 0,42-35-16</inkml:trace>
  <inkml:trace contextRef="#ctx0" brushRef="#br0" timeOffset="41199.18">5539 16507 0,'0'0'0,"0"0"16,-8 0-1,-9 43-15,0-9 32</inkml:trace>
  <inkml:trace contextRef="#ctx0" brushRef="#br0" timeOffset="44088.15">4993 16550 0,'0'0'0,"0"0"15,0 0 1,0 0 0,0 0-16,0 0 15,0 0 1,-9 0-16,1 0 16,-1-9-16,1 1 15,-1-1 1,1 1-1,8 8-15,0 0 16,0 0 0,0-9-16,0 1 15,0-1-15,0 1 16,0-9-16,0 8 16,0 1-1,17-9-15,0-9 0,0 9 31,0-8-15,9-1 0,8 1-16,-9-9 15,1 8-15,0-8 16,-1 0 0,9-9-1,0 1-15,9-18 16,-9 9-1,0 0 1,9 9-16,0-1 0,8 1 16,0-9-1,-8 0 1,0-9 0,8-8-16,0 0 15,0 0-15,-8 0 16,17 0-1,25-26 1,0 18-16,-25 8 16,0 0-1,0 17-15,-1 0 0,-8 0 16,1-9 0,24-8-16,18 0 15,-25 17 1,-18 0-16,9 9 15,-9 8 1,0-9 0,0 1-16,26-1 15,25-8 1,-8 0 0,-8 0-16,-1 0 15,-25 0-15,17 0 16,25 0-16,-17 17 15,-16 0 1,-1 0-16,0 8 16,1-8-1,24-8 1,27-1 0,-9 9-16,-17-8 0,0-1 31,8-8-31,26 0 15,-26 9 1,-8-1-16,0 1 0,43-1 31,8 0-31,-34 9 16,0-8 0,17-1-16,17-16 15,0-1-15,-17 1 0,9-1 16,16 9-1,-25 17-15,-17 0 32,34-8-17,17-1-15,-8 1 16,0-1 0,33-25-16,10 0 15,-52 9 1,34 8-16,0-1 15,-51 10 1,52-1-16,-10 9 16,-33 0-16,42 0 0,17-8 31,-16 8-15,24-26-16,-16 9 0,-43 9 15,26 8 1,8 8-1,-25 1-15,34-1 16,17 1 0,-26-9-1,51 0-15,-8 8 16,-77 1 0,51-1-16,9 9 15,-51-8 1,51 8-16,17 0 15,-52-9 1,35 9-16,0 0 16,8 0-1,-8-8-15,-34 16 16,42-16 0,9 8-16,-25-1 15,16 10 1,0-1-16,26-8 15,0 0 1,-17 9-16,-8 8 16,-27 0-1,35 8-15,9 1 16,-44 8 0,27 0-16,-9 9 15,25-9 1,1 0-16,-10 0 15,18 0 1,-8-17-16,8 0 16,-9 8-1,1 9-15,-1 0 16,-51 0 0,26 0-16,0 9 15,17-9 1,0 0-16,-51-9 15,33 1 1,1-1-16,-68-8 16,-9 0-16,17 9 15,-26-1 1,-33-16 0,-44 8-16</inkml:trace>
  <inkml:trace contextRef="#ctx0" brushRef="#br0" timeOffset="72629.16">4959 16745 0,'0'0'0,"0"-17"0,8-34 16,1-59-1,-9 16 1,0 60 0,0 26-16,-9 8 15,1 0 1,-9 0-16,0 0 16,8 0-1,1 0-15,-1 0 0,9 0 16,0 0-1,0 0-15,0 0 16,0 0 0,0 0-16,0 0 31,0 0-31,0 0 16,0 0-1,0 0-15,0 0 16,0 0-1,0 0-15,9-9 16,25 1 0,17-1-16,0 1 15,0-1-15,1 9 16,-1-8-16,-9 8 16,10-9-1,24 1 1,18-1-1,-8-8-15,-9 0 16,-1 0-16,-7 0 0,-1 0 16,26-8 15,-9 8-31,-25 0 16,-9 8-1,9 0-15,8 1 0,0-1 16,18-16-1,8 8 1,-9 0 0,-17 0-16,1 0 15,-1 8-15,0 1 16,26-9 0,17 8-1,-17 1-15,-9-9 16,9 8-1,26-16-15,16 8 16,-25 0-16,-9 8 16,1 1-1,16-9-15,18 8 16,-26 1 0,0-18-1,25 1 1,27-9-16,-18-9 0,-17 1 15,51-9 1,-8 8 0,-52 18-16,9-1 0,26 9 15,-9 0 1,-17-8 0,26-1-1,16 1-15,-25-1 16,-25 1-1,25-1-15,0 9 0,-17 0 32,-26 0-32,-8 9 15,9-9-15,16 0 0,-16 8 16,-9-8 15,-9 0-31,26-17 16,17-9-1,-9-8-15,-16 9 0,-9-1 32,17 1-32,17-1 15,-17 1 1,-9 8-16,-8-9 16,34-8-1,8-8-15,-25-1 16,-8 9-1,-1 0-15,26 0 16,0 0 0,-25 9-16,8-1 15,17-16 1,17-1-16,-26 26 16,-16-17-1,-1 0-15,26-9 16,0 1-1,-25 16-15,8-8 16,8-8 0,26 8-16,-17 0 15,-25 8 1,-18 1-16,9-18 16,25 1-16,-16-1 15,-18 9 1,0 0-16,1-9 15,25 1 1,17 8 0,-26 8-16,1-8 15,-10-17 1,18-8-16,17 8 16,-17 0-16,0 8 15,-8 1 1,16-9-16,9 0 15,-34 8 1,0 1 0,-9-1-16,26 0 15,26 1-15,-26 8 16,-9-9 0,9 1-16,34-26 31,-8 0-31,-35 17 15,1 0-15,16 0 16,18 0 0,-18 17-16,-8-9 15,-17-8 1,9-9-16,16 9 16,-17 0-1,-16 17-15,-1 0 16,9-8-1,43-18 1,-18 9-16,-8-8 16,-17-1-16,0 1 15,34 8 1,-9 0-16,-8-17 16,0-18-16,26-16 31,8 17-31,-43 26 15,-8 8 1,0-9-16,17-25 16,9 0-16,-35 17 15,0 9 1,9-1 0,9-34-16,25-16 15,-18 16-15,-24 26 16,16-25-16,-51 50 15</inkml:trace>
  <inkml:trace contextRef="#ctx0" brushRef="#br0" timeOffset="77783.52">4942 16167 0,'0'0'0,"0"0"16,0 0 0,0 0-16,0 0 15,0 0 1,0 0-16,0 0 15,0 0 1,0 0-16,0 0 16,8 0-16,9 0 15,0 0 1,9 0-16,8 0 16,0 0-1,18 0 1,-1-9-16,8 1 15,1-1 1,0 1-16,-9 8 16,17 0-1,-8 0-15,0-9 16,0 1-16,8 8 16,0 0-1,1 0-15,-10-9 16,10 9-1,-10 9 1,1-1-16,-9 1 16,0 8-1,9 0-15,0-9 16,17 1-16,8-1 16,-8-8-1,-9 0 1,0 0-16,-8 9 15,0 0 1,8-1-16,26 1 16,0-18-16,0 1 15,0-1-15,-9 0 32,9 1-32,17-1 15,-9 9-15,-16 0 16,16 0-1,1 0-15,16-8 16,1-1-16,-9 1 31,-1-1-31,27-8 16,-9 0 0,-17 9-16,0-1 15,8 1-15,27-9 16,-10 0-16,1-9 15,16 1 1,9-9 0,-8 0-1,-9-9-15,17 1 16,-8 8 0,-17 8-16,-1 1 0,26-9 31,0 0-31,-34 0 15,35 0-15,-10 0 32,-25 8-32,-8-8 15,16 0-15,9 0 0,-17 9 16,-17-1 15,17 1-31,17-9 0,1 0 16,-27 0-1,-8 0 1,26-18-16,-9 1 16,-17 0-1,-9 9-15,9-1 16,8-8 0,-8 9-16,0-9 0,-8 8 31,25-25-31,17-8 15,-17-1-15,-9 1 16,18-1-16,17-8 16,-26 17-1,0-9-15,25-16 32,1-1-32,-35 18 15,1-1 1,16-8-16,1 9 15,-9-1-15,-17 9 16,-17 0 0,34-8-1,0 8-15,-17-1 16,-17 10 0,0-18-16,34-16 0,0-1 31,-26 18-31,-8-1 15,8 1 1,26-9-16,0-9 16,-25 18-1,-1-18-15,18-8 16,25 0 0,0 0-16,-26 0 15,-8 0 1,34 8-16,-16 1 15,-19 8 1,10-17-16,-1-9 16,9 17-1,-17 9-15,0 0 16,0 0 0,34-25-1,-25 8-15,-18 25 16,-8-8-1,26-25-15,16-18 16,-16 0-16,-9 26 16,-26 17-1,17-17 1,18-17-16,-18 17 16,-25 0-16,0 9 15,0-10 1,0-33-1,17-8-15,8 25 16,-25 8 0,0-25-16,-1 0 15,-16 9-15,0-1 16,17-34 0,17-8-16,-26 43 15,-8-18 1,-9-16-16,0 24 15,0 18 1,0-17 0,-8-17-16,0 9 15,17 16 1,8 1-16,0-1 16,-25 9-16,-1 8 15,-7 1 1,-1-9-16,8 8 15,-7 9 1,-1 9 0,0-9-16,0-9 15,0 0 1,0 18-16,17 8 16,-8 0-16,0 8 15,-1-16 1,-16 8-16,0 0 15,-9 17-15,0-17 16,0 33 0</inkml:trace>
  <inkml:trace contextRef="#ctx0" brushRef="#br0" timeOffset="82675.02">4737 16558 0,'0'0'16,"-9"0"-16,1 0 16,-9 0-16,-9 9 15,1-1 1,7 1-16,1-9 16,0 0-1,9 0-15,8 0 16,0 0-1,0 0-15,0 0 16,8 0 0,9 0-1,18 0-15,7 8 16,26 1 0,-8-18-16,-9 1 15,35-9-15,16-17 16,1-9-1,8-8 1,8-8-16,18-9 16,-1 0-16,18-9 15,17-17 1,8-33 0,34-43-16,9-43 15,8-25-15,1-51 16,-35 8-16,1-8 15,-18-9 1,9-25-16,8-51 31,-8-34-31,-1-26 16,10-8-16,-1-43 16,-17 17-1,-25-8 1,-9-9-16,0 26 0,-17 0 15,-17 0 1,9-9 0,-1-8-16,-17 42 15,-16 0 1,-9 0 0,-35 26-16,-16 9 0,-1 24 15,10-16 1,16-9-1,-9 60 1,-7 51-16,-1 25 0,-17 35 31,0-86-31</inkml:trace>
  <inkml:trace contextRef="#ctx0" brushRef="#br1" timeOffset="111831.35">23403 7671 0,'0'0'0,"0"0"16,0 0-16,0 0 0,0 0 15,0 0 1,8 9-16,18 8 31,8 0-15,9 0-16,-1-9 16,-7 1-16,16-1 0,17 1 15,0-1 1,18-8-1,42-8 1,8-1 0,-8 9-16,0 0 15,17-8 1,-17-1-16,0 1 16,9-18-1,17 9-15,16 0 16,10 0-1,16 0-15,9 9 16,-9-1 0,-17 0-16,1-8 15,7 9 1,10-1-16,-1 1 16,0-1-1,18 9-15,16 0 16,-17 0-1,-16 0-15,-27 9 16,-7 8 0,-18 0-16,-9 0 15,-8 0 1,-17-8-16,-17-1 16,-17 1-1,-17 8-15,-18-9 16,-16 1-1,-9-9-15,-8 0 16,-1 0 0,-8 0-16,0 0 15,0 0-15,-17 0 16,-17-9 0,-43 1-1,-34-1-15,9 1 16,-9 8-1,17-9-15,-26 1 16,-8-1 0,0 1-16,0-1 15,-17 0 1,-17 1-16,8 8 16,9-9-1,-17 1-15,-17-9 16,17 0-1,-26 8-15,0-8 16,43 9 0,-17 8-16,-17 0 15,34 8 1,-26-8-16,-8 0 16,-1 9-1,-16 8-15,0 0 16,25 0-1,-25 8 1,17-7-16,25-10 16,-17-8-1,18 9-15,16 8 16,18-9 0,-1-8-16,-8 17 15,17-8-15,26-1 16,8 1-1,9-9 1,16 0-16,10 0 16,8 0-16,17 0 15,-1 0 1,10 0 0,-1 0-16,9 0 15,0 0 1,0 0-16,9 0 15,25 0-15,26 0 16,34-9 0,25-8-1,1 0-15,-9 0 16,25 0 0,-8 0-16,0 8 15,9-8-15,25 9 16,17-9-1,-17 0 1,35 0-16,-1-9 16,-25 9-16,25 0 15,17 9 1,-25-1-16,0-8 16,0 0-1,-9 9-15,17-9 16,-17 8-1,1 1-15,7 8 16,-16 0 0,-9 0-1,0 0-15,9 0 16,-9 0 0,26 0-16,8 0 15,-33-9-15,33 1 16,-17-1-1,-42 1-15,-26-1 16,0 1-16,-18-1 31,-16 1-31,0-18 16,-26 9 0</inkml:trace>
  <inkml:trace contextRef="#ctx0" brushRef="#br1" timeOffset="115525.46">29360 7229 0,'0'0'0,"0"0"16,-8 0-16,-1 0 15,1-9 1,-1 1-1,1-9 1,-18-43-16,9-59 16,0-34-1,17-8-15,0-18 16,0 0-16,0 9 16,8-8-1,9 8-15,18-18 16,16-16-16,0 9 15,-8 25 1,-18 25 0,-16 18-16,-1 33 15,1 17-15,-9 18 16,0 25 0,0 8-16,0 9 31,0 17-31,0 9 15,-9 50-15,-16 60 16,-9 43 0,-9 17-1,0 8-15,9-34 16,8-26 0,9-16-16,0-35 0,0-33 15,9-17-15,-1-1 31,1-16-15,-1-1-16,1-8 16,-18-25-16,-17-78 0,18-58 15,16-18 1,9-8-16,17 34 16,0 26 15,0 16-31,0 0 15,1 18 1,-10 33-16,1 18 16,-1 25-16,18 17 0,51 25 31,68 52-15,94 42-16,34-17 15,25-17 1,-24-25-16,-95-18 15,120 18 1</inkml:trace>
  <inkml:trace contextRef="#ctx0" brushRef="#br1" timeOffset="117090.66">31033 5332 0,'0'0'0,"0"-8"15,0 8-15,-26 0 31,-33 17-31,-27 17 16,1 0 0,-9 8-16,26 26 15,34 34 1,42 18-16,52-27 16,34-25-1,8-34-15,26-34 16,26-42-16,-9-43 15,-43-18 1,-33-7 0,-35 8-16,-34 0 15,-26 25 1,-8 9-16,-94-34 16,-136-93-1</inkml:trace>
  <inkml:trace contextRef="#ctx0" brushRef="#br1" timeOffset="117639.49">31784 5987 0,'0'0'0,"9"-17"16,33-17 0,27-25-16,-10-18 15,18-17 1,0 1-16,-17-1 16,-9 9-16,-17 17 15,-17 17 1,-8 9-1,-9 33-15,0 9 16,0 0 0,0 9-1,8 8-15,18 17 16,25 17-16,26 8 16,8-16-1,1-18-15,-1-25 16,0-8-1,-42 8-15</inkml:trace>
  <inkml:trace contextRef="#ctx0" brushRef="#br1" timeOffset="117781.03">32339 5545 0,'-9'8'0,"-33"69"16,-10 93-16,52 51 15,94 17 1,94 68 0</inkml:trace>
  <inkml:trace contextRef="#ctx0" brushRef="#br1" timeOffset="119453.52">29454 7688 0,'0'0'0,"0"0"0,0 0 16,9 17-1,-1 9 1,1 16-16,-9 26 16,-9 26-16,-8 8 15,-26 8 1,1 1-16,-1 25 16,9 17-1,0 0-15,0-25 16,17-9-1,0-26 1,17-16-16,0-43 16,0-9-1,0-16-15,-9-9 16,9 8-16</inkml:trace>
  <inkml:trace contextRef="#ctx0" brushRef="#br1" timeOffset="119737.72">28933 9159 0,'0'9'0,"0"50"31,18 69-31,-1 16 16,-9-7-16,1-10 15,-18-8-15,1-34 16,-1-25 0,9-26-1,0-17 1,26-17-16,119-77 16,111-76-1,43-25-15,25-10 0</inkml:trace>
  <inkml:trace contextRef="#ctx0" brushRef="#br1" timeOffset="121466.08">31537 8904 0,'0'17'0,"-17"51"16,-18 43-16,-7-1 16,-1 1-1,-17-1-15,1-25 16,-1-33 0,26-27-1</inkml:trace>
  <inkml:trace contextRef="#ctx0" brushRef="#br1" timeOffset="121668.92">31025 8777 0,'0'0'0,"17"17"0,51 42 15,68 43 1,-8-25-1,-17-26-15,35 0 16,7-26 0,129 9-1</inkml:trace>
  <inkml:trace contextRef="#ctx0" brushRef="#br1" timeOffset="122027.39">32347 9244 0,'-8'0'0,"-35"9"15,-34 33 1,-25 26 0,-26 26-16,26-17 15,42-26 1,34-17-16,18-9 15,16 1 1,26-9-16,18-17 16,33-26-1,34-33-15,-8-18 16,-42 9 0,-35 17-16,-9 0 15,-16 17 1,-9 17-1,-9 0-15,-25 0 16,-8 8-16,24 9 16</inkml:trace>
  <inkml:trace contextRef="#ctx0" brushRef="#br1" timeOffset="122326.74">32680 9551 0,'0'0'0,"0"0"16,-8 8-16,-18 26 16,-25 17-1,-17 9-15,25-1 16,17-16 0,18-1-16,33-16 15,18-9 1,42-17-16,52-26 15,-9-16 1,-26-26-16,-42-9 16,-43 1-1,-34-10-15,-94-7 16,-153-69 0</inkml:trace>
  <inkml:trace contextRef="#ctx0" brushRef="#br1" timeOffset="123084.11">30393 10367 0,'0'0'0,"0"0"0,0 0 16,-9 0 0,-8 25-1,-34 35-15,-17 34 16,-9-1-1,0-16 1,9-18-16,25-8 16,9-25-1,17-1-15,0-16 0,17-1 32,0-16-32,9-9 15,25-43-15,42-33 16,27-9-1,-9 25 1,-17 26-16,-18 17 16,-16 17-1,0 0-15,-18 8 16,1 9 0,-18 0-16,1 17 0,-18 17 15,1 18 16,-9 7-31,0-16 16,0-1-16,17-16 16,8-9-1,43-9-15,43 1 0,26-18 32,-35 1-17,-34-1-15,-16 9 16,-10 0-1,-8 9-15,0 16 0,-8 26 16,-1 17-16,1 0 16,-1-17-1,-8-17 1,9-17-16,-9-17 16</inkml:trace>
  <inkml:trace contextRef="#ctx0" brushRef="#br1" timeOffset="123527.84">31400 10869 0,'-8'0'0,"-44"25"15,-50 52-15,8 25 16,26 0-1,25-26-15,17-16 16,9-18 0,17-16-16,0-1 15,0-16-15,17-9 16,35-9 0,16-8-16,9-8 15,-17-1 1,-18-8-16,-8 17 15,-8 0 1,0 0-16,-18 17 16,1 0-1,-9 0-15,0 26 16,-9 16 0,-17 35-1,-8 17-15,17-1 16,0-16-1,17-26-15,17 0 16,0-26 0</inkml:trace>
  <inkml:trace contextRef="#ctx0" brushRef="#br1" timeOffset="123795.15">32288 11217 0,'0'0'0,"-17"0"15,-18 17-15,-16 26 16,-8 8-16,-1 8 16,0 35-1,17 0-15,18-18 16,33-16-1,18-9-15,34-17 16,68-17 0,170 0-1</inkml:trace>
  <inkml:trace contextRef="#ctx0" brushRef="#br1" timeOffset="124162.69">33184 10937 0,'0'0'0,"-9"8"15,-8 35 1,-17 67 0,-17 35-1,0-9-15,-1-8 16,10-18-16,8-25 15,8-25 1,9-26 0,0-9-16,17-8 15,8-8 1,27-1-16,33-16 0,0-1 16,0 9-1,-8 26 1,-9 16-1,-8 43-15,-17 17 16,-26 0 0,-9-51-16</inkml:trace>
  <inkml:trace contextRef="#ctx0" brushRef="#br1" timeOffset="132934.12">4455 15266 0,'-8'8'0,"-26"35"15,-18 42-15,1 8 16,8 9 0,9 9-16,0 50 15,17 9-15,0 9 32,17 25-32,0-59 0,17-60 31,9-17-31,8-26 15,26-25-15,42-25 16,35-35 0,25-50-1,17-43-15,-8 17 16,34-9 0,34-42-16,8-17 0,9 8 15,17-25 1,-8-8-1,33-35 1,1-17-16,8-8 16,35 0-16,-1 34 15,9-17 1,-8 17-16,33-26 16,-33 26-1,-10 0 1,1-9-16,26 9 15,-1-9 1,1 18-16,8-1 16,8 17-1,26-25-15,-42 0 16,8-17 0,0 0-16,17-9 15,9 1 1,-18 25-16,9-18 0,-17 1 15,-8 0 1,33-26 0,-33 1-1,-1-9-15,18 0 16,-61 8-16,10-25 16,-18-26-1,-8 17-15,-18-8 16,-16 34-1,-9 0 1,-17 8-16,-17 26 16,-34 0-1,-9 0-15,-8 0 0,-43 0 16,-34 16 0,8 18-1,-8 17 1,-51 68-16,-26 9 15,-17 8 1,-43 25-16,-17 9 16,-17 34-1,-34 8-15,-51 1 16,-17 25 0,25 25-16,-59 43 15,-35 34 1,1 9-16,-1 0 15,1 16 1,-9 35-16,8 8 16,-25 0-1,-43 42-15,18 10 16,-1-10 0,0 26-16,26 0 15,-8 18 1,16-1-16,0-9 15,-8 18 1,-8-9-16,-10 26 16,-7-9-1,8 8-15,8 10 16,0 7 0,1 26-16,7-33 15,18-10 1,0-16-16,17-35 15,-25 18 1,25-26-16,25-8 16,-16 25-1,34-17-15,-35 34 16,18-25-16,-43 33 16,0-16-1,51-51-15,-17 16 16,26-8-1,-43 26 1,0-9-16,0 0 16,8 17-16,44-17 15,-35 9 1,0-9-16,-9-17 16,-8 0-1,0 17 1,-8 0-16,-9 9 15,0 8 1,0 9 0,-9-9-16,18-17 15,-18 0 1,43-42-16,-17-9 16,-8 8-1,-9 26-15,17 1 0,34-1 16,-17 42-1,17 9 1,0 18 0,26-27-16,-9 52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39:41.517"/>
    </inkml:context>
    <inkml:brush xml:id="br0">
      <inkml:brushProperty name="width" value="0.05292" units="cm"/>
      <inkml:brushProperty name="height" value="0.05292" units="cm"/>
      <inkml:brushProperty name="color" value="#0070C0"/>
    </inkml:brush>
    <inkml:brush xml:id="br1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2808 3674 0,'0'0'0,"0"8"16,17 18-16,0 16 15,17 44-15,9 33 32,-17 17-32,-1-43 0,-16-33 15,-1-18 17,-8-16-32,0-1 0,0-16 15,0-1-15,0-8 16</inkml:trace>
  <inkml:trace contextRef="#ctx0" brushRef="#br0" timeOffset="222.06">2808 4286 0,'0'0'0,"0"0"16,0 0-1,0 0 1,0 0-16,17 17 31,0 17-31,0 9 16,0 8-1,9 0-15,-1-17 16,1-9 0,8-25-16,17-17 0,18-8 15,-35 8-15</inkml:trace>
  <inkml:trace contextRef="#ctx0" brushRef="#br0" timeOffset="2869.09">5718 4950 0,'0'0'0,"0"0"0,0 0 15,0 0-15,0 0 16,17 0 0,18-17-1,41-34-15,10-34 16,-9-18-1,34-7-15,34 33 16,-9-8-16,9-8 16,69-9-1,-35 0-15,17 8 16,52 9 0,-9 43-16,8 16 15,-16 9 1,-9 26-16,-18 8 15,27 42 1,33 26-16,-16 9 16,25-9-1,0-9-15,9-8 16,25-17 0,17-8-1,26 16 1,0 9-16,-42 0 0,110-8 15,-17-9 1,-17-25-16,51-18 16,1-51-1,59-25 1,-17-8-16,-35 8 16,10-9-16,-9-8 15,-9 9 1,-26-1-1,-7-8-15,-10-8 16,-50-9 0,-27 8-1,-33 9-15,-34 25 16,-35 26-16,-25 9 16,-43 16-1,-43 9 1,-33 9-16,-10-1 0,-16 9 31,0 9-31,-1 16 16,1 9-1,-17 1-15,-1-1 16,9-9-16,18 9 16,33 9-1,17-18-15,9 1 16,43-9-1,25-17 1,-8-9-16,59-16 16,35-18-1,25 1-15,26-18 16,42 1-16,52-18 16,25-8-16,43 0 15,-25 0-15,59 17 31,25 17-15,52 8-16,17 26 16,0 26-16,-25 8 15,-18 42 1,0 35-16,-59 8 0,-18 9 16,-93 33-1,-103 26-15,-34 43 16,-68 8-1,-60 26-15,8 67 32</inkml:trace>
  <inkml:trace contextRef="#ctx0" brushRef="#br1" timeOffset="19754.8">973 6225 0,'0'0'0,"9"0"0,16 9 0,35 8 16,42 8-16,-25-16 15,-17-1 1,-17 1-1,-18-1 1,9 1-16,-25-1 16,-1 1-16,1-1 15,8 9 1,-17 0-16,8 0 16,1 9-16,8 8 15,-17 0-15,0 0 16,-17-9 15,0 1-31,-26-1 16,1-16-1,25-9-15</inkml:trace>
  <inkml:trace contextRef="#ctx0" brushRef="#br1" timeOffset="21841.86">1716 6659 0,'0'0'0,"0"0"16,-9 0-16,0 9 15,1-1 1,-18 1-16,9-1 15,-34-8 1,0-8-16,-26-1 16,0 9-16,26 0 15,0 0 1,-60 9 0,17-1-1,-8-16-15,8-1 16,34 1-16,43-1 15</inkml:trace>
  <inkml:trace contextRef="#ctx0" brushRef="#br1" timeOffset="23207.24">1195 6506 0,'0'0'0,"0"0"15,0 0 1,0 0-16,0 0 16,17 0-1,0 0-15,17 8 16,9 9 0,17 0-16,-18 0 0,9 0 15,1 0 1,7 0-1,-33 0 1,0-8-16,-1-1 0,18 10 16,0-1-1,-1 8 1,-8-16 0,-8-1-16,-17 1 15,-1-9-15,1 0 16,-1 0-1,-8 0 1,-8 17-16,-1 0 16,-8 0-1,-9 8-15,1 9 16,-9 0 0,8 9-16,0-1 15,18-25 1</inkml:trace>
  <inkml:trace contextRef="#ctx0" brushRef="#br1" timeOffset="27724.11">7093 5953 0,'0'0'0,"34"-17"0,128-42 16,60-18-16,42 18 15,-16 24 1,-197 35-16</inkml:trace>
  <inkml:trace contextRef="#ctx0" brushRef="#br1" timeOffset="42327.81">6085 11923 0,'0'0'0,"0"0"15,-8 0-15,-1 0 16,1 9-1,-9-1-15,0 9 16,-9 0 0,-17 17-16,1 0 15,-18 17 1,9 17 0,0-8-16,8 8 15,-8 0-15,-1-8 16,18-1-1,9 9-15,8 0 16,0 17 0,8-17-16,9 0 15,0-8 1,9-18-16,8 9 16,17 0-1,8 0-15,1 0 16,8 0-16,1 0 15,-1 0 1,9-8-16,-1-9 16,10 0-1,24-8 1,10-1-16,25-16 16,17-18-1,9-8-15,-1-17 16,-8-8-1,0 7-15,9 1 16,-9-8 0,-8 8-16,8 8 15,-9 1-15,-16-1 16,-9 9 0,-17-8-1,-9 8-15,-17 0 16,-8 8-1,-17-8-15,-18 0 16,1-8 0,0-18-16,-18-8 15,-25-17 1,-17-8 0,-34-1-16,-35-16 15,-25-1-15,-25 9 16,-27 8-16,1 9 31,-43 0-31,-8 26 16,-35 16-1,-17 26-15,-25 26 16,-51 25 0,8 25-16,0 18 0,-9-9 15</inkml:trace>
  <inkml:trace contextRef="#ctx0" brushRef="#br1" timeOffset="50205.91">16933 17171 0,'0'0'0,"0"0"15,0 0 1,0 0-16,17 0 15,9 0 1,17 8-16,25 9 16,34 0-1,43-8-15,35-1 16,33-8 0,26-8-16,43-1 15,59-8 1,43-8-1</inkml:trace>
  <inkml:trace contextRef="#ctx0" brushRef="#br1" timeOffset="73127.42">5676 14721 0,'0'0'0,"0"0"16,25-8-1,69-18 1,51-16-1,128 16-15,35 9 0,25 0 32</inkml:trace>
  <inkml:trace contextRef="#ctx0" brushRef="#br1" timeOffset="81158.55">10421 4422 0,'0'0'0,"9"0"0,33-8 15,69-1-15,17-8 16,-17-8 0,69-1-16,16-8 15,17 9-15,60-1 16,-8 9-1,8-17-15,34-8 16,-34-1 0,94-8-16,9 9 15,-77-1 1,85-8 0,17 9-1,-8-18-15,50-8 16,61 8-1,34 9-15,-18 17 16,-16 9 0,-18-18-16,9 1 0,9-1 31,16 9-31,-7-8 16,-10 8-1,-8 0-15,-51 17 16,-9-9-1,-42 1-15,-77 8 0,8 8 32,-85 1-32,-68-1 0,59 1 15,-68-9 17,-128 17-32</inkml:trace>
  <inkml:trace contextRef="#ctx0" brushRef="#br1" timeOffset="81493.63">23130 2704 0,'0'0'0,"17"0"15,51 17-15,111 17 16,52 0 0,-26 0-16,-1-17 15,-16 18 1,0-1-16,-43-9 16,-68 1-1,-43-1 1,-51 35-16,-273 135 15,-77 9 1</inkml:trace>
  <inkml:trace contextRef="#ctx0" brushRef="#br1" timeOffset="91294.46">10122 6038 0,'0'0'0,"0"0"15,0 0 1,9 0-1,34 9 1,76-9-16,120-17 0,77 0 16,51 0-1,77 8-15,-43 18 32</inkml:trace>
  <inkml:trace contextRef="#ctx0" brushRef="#br1" timeOffset="93686.3">10140 11192 0,'0'0'0,"-9"0"0,0 8 15,-8 9 1,-17 9-1,-17 16-15,-26 9 16,0 0 0,-16 18-16,16-1 15,25-26-15,18 1 16,9-1 0,8-8-16,8 0 15,9-8 1,0 8-16,17 17 15,26 0 1,17-9 0,16 1-16,52 8 15,43-9-15,-17-16 16,8-9 0,43 8-1,-26-8-15,0 0 16,43 0-1,-43-8-15,-25-1 16,25-16-16,-42-1 16,-43-16-1,8-1-15,-8-16 16,-43-9 0,-34 0-16,-25-26 15,-43-33 1,-35 8-1,-67-17-15,-35 8 16,-8 17 0,-26 18-16,-34 16 15,-43 26-15,-60 17 16,-42 43 0,34 50-1,9 26-15</inkml:trace>
  <inkml:trace contextRef="#ctx0" brushRef="#br1" timeOffset="98273.3">14800 9202 0,'0'0'16,"0"0"-16,0 0 16,0 0-16,0 0 15,0 0 1,0 0-16,0 0 31,-9 0-31,-8 0 0,-17 0 16,-17 0-1,-26 8-15,0-8 16,-25 0 0,-9 9-1,8-1 1,1 1-16,-1-1 15,-16 18-15,8 8 16,26 0 0,-1 0-1,9 8-15,9 9 0,17 0 16,8 1 0,18 7-16,16 26 15,18-8 1,25-1-16,26 1 31,42-1-31,26-8 16,9 0-16,25-8 15,34-1 1,9-16 0,8-18-16,18-25 15,-9-17 1,-9-25-16,-34-1 15,-8 9-15,-43 0 16,-26-8 0,-25-1-1,-17 1-15,-17-1 16,-18-33 0,-8-9-16,-34 0 0,-51-9 15,-69-16 1,-85 16-1,-76 0 1,-69 52-16,-77 59 16,-17 25-16,68 1 15</inkml:trace>
  <inkml:trace contextRef="#ctx0" brushRef="#br1" timeOffset="109703.62">21252 2211 0,'0'0'0,"0"0"16,0 0-1,9 0 1,-1 0-16,1 17 16,-1 26-16,-16 50 15,-9 26 1,-9 26 0,-8 8-16,8 17 15,9 43-15,0 8 16,9 25-1,-10 10-15,-7-1 16,-1 8 0,9 9-1,-8-8-15,-1 8 16,0 0 0,1 9-16,8-9 15,8-34-15,18 0 16,-9 1-1,17-10-15,0 1 16,0 8 0,9 0-1,-1 17-15,-8-25 16,-8 16 0,-1-7-16,-16 24 15,-1 26-15,-16 9 16,-1 8-1,0 0-15,9 0 16,0-25-16,0-17 16,17-26-1,9 0-15,-9 0 32,0 17-32,0 17 15,-9 9-15,9-17 16,9 25-16,-9-9 15,-9-7 1,9-10 0,0-16-1,0-9-15,9-25 16,-9-18 0,0-25-16,0-34 0,8-17 31,9-8-31,0-26 15,-8-17 1,-1-25-16,1-18 16,0 1-1,-1-9-15,-8-9 16,0 1 0,0-1-16,0-8 0,0-25 15,9-60-15,-1-26 16,-8-34-1,0-33-15,0 8 32,9 0-17,-9-17-15,0 0 16,-9 16 0,1-24-16,-1-9 0,-8-17 15,0 8 1,8-8-1,9-34 1,0 0-16,9 25 16,-1-25-16,1 0 31,-9-9-31,9-17 16,-1 1-16,1-1 0,-1-8 31,9 17-31,-8-9 15,8 18 1,-9-10-16,1-7 16,-1 8-16,-8-9 15,0 9-15,0-9 32,0 1-32,9-1 15,-9-8 1,8 0-16,10-18 15,-1-16 1,0 17-16,8-9 16,1 18-1,-9 16-15,-9 17 16,10-8 0,-10 0-16,9 0 0,0 17 31,0-9-31,9 18 15,-18 25 1,1 16-16,-9 1 16,0 34-16,0 34 0,-9 9 31,-8 8-15,9 16-16,-1 18 15,1 26 1,-1 16-16,9 9 15,0 17 1,0 9-16,0 8 16,-17 8-1,-17 43-15,-9 34 16,1 34 0,-1 69-16,17 7 15,1 9 1,-1 26-16,9-17 15,0 16 1,0 18-16,0 16 16,0 10-1,-9 7-15,9 18 16,0-9 0,-17 51-16,-9-25 15,-8 0 1,-17-18-16,8-8 15,9 0 1,17 9-16,17 25 16,-9-42-1,0 8-15,9-25 16,0-18 0,9 10-16,16-10 15,9 1 1,-8-18-16,-1 27 15,1-10-15,-1 9 16,1 0 0,0 9-1,-9 0-15,0-9 16,8 0 0,1-17-16,-1 0 15,9 9-15,9 8 16,-9-17-1,9 0 1,-18 34-16,-8 1 16,-17-10-1,8-16 1,1-9-16,8-17 16,0-25-1,0-18-15,0 9 16,-9-25-16,9-18 15,0-16 1,0-9-16,0-17 16,0-34-1,9-17 1,-9-17-16,8-8 16,1-9-1,0-9-15,-1-16 16,18-9-16,8-26 15,17-67 1,0-60-16,-17-18 16,-8-24-16,0-18 15,-1 9 1,-8-17-16,-8 0 31,-1 8-31,1-8 16,-1 0-1,1-9-15,-18-8 16,1 9-16,-1 16 16,-8-8-16,0 8 31,0 1-31,0-9 16,0-9-1,8-17-15,1 1 0,-1 7 16,1 1-1,-1 9 1,9-1-16,0-17 16,9 1-1,-1-18-15,1-16 16,-1-18 0,1-8-16,8 17 15,9-9 1,-9 26-1,8 0-15,1-9 16,0-17-16,-9 1 16,8 16-1,-8-25 1,-8 34-16,-1 8 16,1 0-1,-18 9-15,9 0 16,9 0-1,8-9-15,26 18 0,25-18 16,0 17 0,-17 26-1,-16 26-15,-27 24 16,1 44 0,-18 33-16,1 1 15,-10 8 1,10 59-16</inkml:trace>
  <inkml:trace contextRef="#ctx0" brushRef="#br1" timeOffset="117533.52">1886 10044 0,'0'0'0,"0"0"0,0 0 16,9 0-1,59 8 1,43-8-16,230-17 16,112-8-16,-95-9 15</inkml:trace>
  <inkml:trace contextRef="#ctx0" brushRef="#br1" timeOffset="120897.7">18410 9312 0,'0'0'0,"0"0"32,-9 0-32,1 0 15,-18-8 1,1-1-16,-18 1 15,-8-9 1,-9 0-16,17 0 16,9 0-1,0 0-15,-9 0 16,-16-9-16,-10 1 16,1 8-1,8 0-15,-8 8 16,8-8-1,18 17 1,7 0-16,10 0 16,-1 0-16,-16 17 15,-18 9 1,-8 25 0,8 17-16,-17 8 15,0 1 1,17-18-16,26-8 15,0 1-15,9 7 16,7 1 0,1-1-1,9-16-15,8 8 16,8 0 0,9-9-16,9 1 15,8-9-15,9 0 16,17 0-1,16-9 1,1 1-16,0-9 16,17 0-16,25 0 0,18-9 15,-17 1 1,8-18 0,25-8-1,1-8-15,-18-9 16,1 0-1,8-9-15,-34 9 0,-26 9 16,-16-18 15,-18-16-31,-9 8 0,-16 0 32,-9 0-32,-8-9 15,-18-8 1,-8-17-16,-43-17 15,-42 0-15,-52 25 0,-93 26 32,-60 43-17,-52 59-15,-17 17 16</inkml:trace>
  <inkml:trace contextRef="#ctx0" brushRef="#br1" timeOffset="139885.98">21414 9848 0,'0'0'0,"0"0"0,9 9 15,8-1 1,0 1-1,0-1-15,0-8 16,0 0 0,-8 0-16,-1 0 15,1 0 1,-1 9-16,1-1 16,8 9-1,0 0-15,17 0 0,0 9 31,0-1-15,18 1-16,24-1 16,27 1-16,25-1 15,8-8 1,18-8 0,17-1-16,16-8 15,1 9-15,17-9 16,17 0-1,8-9 1,18 9-16,8-8 0,9-1 16,84-16-1</inkml:trace>
  <inkml:trace contextRef="#ctx0" brushRef="#br1" timeOffset="152976.57">26117 4414 0,'-9'0'0,"-16"17"16,-18 0-1,-17 0 1,-16 8-16,-10-8 16,18 9-1,25-1-15,-8 18 16,-17 16-16,-1 1 31,18-9-31,17-8 16,0-9-1,8 8 1,-8 35-16,17 25 16,9 8-16,16-16 15,18-26 1,25 8-16,17 1 16,52 8-1,42 8-15,-8-33 16,8-9-1,51-17-15,0-17 16,26-34 0,0-25-16,-42-1 15,8-8 1,-52 8-16,-33 1 16,-9-9-1,-26-9-15,-17 1 16,-34-18-1,-25-8 1,-35-17-16,-68-25 16,-76 8-16,-86 8 15,-52 17 1,-41 35-16,-18 25 16,-43 25-1,-51 43-15,77 34 16</inkml:trace>
  <inkml:trace contextRef="#ctx0" brushRef="#br1" timeOffset="157147.76">26049 9049 0,'0'0'0,"-17"-9"15,-26 9 1,-25 0-16,-26 0 15,8 0 1,-25 26-16,-51 8 16,17 0-1,17 8-15,-8 9 16,-18 17 0,9 0-16,34 17 15,34 9 1,0 0-16,18 16 15,16 26 1,43-8-16,34-26 16,60-9-1,85-8-15,35-25 16,42-26 0,25-9-16,1 1 15,0-9 1,-18 0-16,18-8 15,-1-9 1,-25-26-16,-8 0 16,-26-25-16,-43-17 15,-25 0 1,-52-8 0,-34 8-16,-42-26 15,-52-42 1,-93-34-16,-86 9 15,-94-10 1,-25 18-16,-34 43 16,-52 25-1,-25 34-15,42 17 16</inkml:trace>
  <inkml:trace contextRef="#ctx0" brushRef="#br1" timeOffset="172489.97">25639 8088 0,'0'0'0,"0"0"0,0 0 16,0 0-1,0 0-15,0 0 16,0 0-1,0-9-15,-9 1 16,-8-9 0,-25 0-16,-10 8 15,-16 9 1,-9 9-16,9 8 16,-9 0-1,0 17-15,9 8 16,0 1-1,8-9-15,-17 0 16,-8 8 0,-9 1-16,17-1 15,9 9 1,17 9-16,0 16 16,16 1-1,18-17-15,0-1 16,17 1-1,0-9-15,17 0 16,9 0 0,17 0-16,25 17 15,9-9 1,8-8-16,9-8 16,26-9-1,16-9-15,18 1 16,8-18-16,34-8 15,9-8 1,-9-9 0,-8-26-16,-9-8 15,-17 9 1,9-1-16,-17 9 16,-9 0-16,-34 0 15,-17 9 1,-26-9-16,-8 8 15,-18 1 1,-16-18-16,0-25 16,-18-17-1,-25 0 1,-26 0 0,-42-9-16,-69-8 0,-93-8 15,-52 25 1,-34 34-1,-25 25 1,-60 18-16,25 8 16</inkml:trace>
  <inkml:trace contextRef="#ctx0" brushRef="#br1" timeOffset="185998.32">31246 3257 0,'0'0'0,"0"0"0,0 0 32,0 0-32,0 0 15,0 0-15,9 9 16,17 16-16,8 43 15,-9 26 1,-8 33 0,-17 9-1,-17 9-15,-8 0 16,-9-9 0,-1-26-16,18-33 0,0-26 15,9-26 1,-1-16-1,-16-1-15,8-8 16</inkml:trace>
  <inkml:trace contextRef="#ctx0" brushRef="#br1" timeOffset="186222.25">30845 4108 0,'0'0'0,"0"0"16,0 25-16,17 35 31,0 8-31,9 8 0,8-16 16,17 8-16,43 0 15,43-26 1,76-50-16,18-26 31,16-43-15,1-42-16,-26-68 0,34-85 15</inkml:trace>
  <inkml:trace contextRef="#ctx0" brushRef="#br1" timeOffset="189479.6">28840 6727 0,'0'0'0,"0"0"0,0 0 15,0 0 1,0 17-16,0 0 16,42 26-1,103 25-15,120-26 16,34-25 0,136 0-1,-25 17 1,-60 43-16</inkml:trace>
  <inkml:trace contextRef="#ctx0" brushRef="#br1" timeOffset="196723.69">28592 7067 0,'0'0'0,"-8"17"16,-18 43-16,-8 33 15,8 9 1,9-17-16,0-8 16,9-1-1,-1-16 1,-8 0 0,8-1-16,9 1 0,0-18 15,17-8 1,18 0-1,67 0 1,60-8-16,34-18 16,35 9-1,8-8-15,-9-9 16,9 8 0,17 1-16,9 8 15,0 25 1,16 26-16,-33-8 0,-18-9 15,-16-9 1,-44 1-16,-33-9 31,-52-9-31,-34-16 16,-25-1 0,-9 1-16,-8-9 15,-1-9-15,1 1 16,-1-35-16,9-33 15,-8-9 1,-9-9 0,-9-8-1,-8 9-15,0-1 16,0-16 0,0 16-16,8 17 15,1 26-15,-1 0 16,1 17-16,-1 9 31,-8 8-31,-25-9 16,-52 9-1,-94 0-15,-43 17 16,-59-8 0,-43 8-16,-59 8 15,-120 1 1,-77 16-16,-179 69 15,307-18 1</inkml:trace>
  <inkml:trace contextRef="#ctx0" brushRef="#br1" timeOffset="199900.57">28882 14373 0,'0'0'0,"34"0"16,69 17-16,76 25 15,51 1 1,52-9-16,68-17 16,34-9-1,-8-8-15</inkml:trace>
  <inkml:trace contextRef="#ctx0" brushRef="#br1" timeOffset="200539.94">25229 14415 0,'17'-8'0,"111"-1"0,163-16 0,110 8 31,-9 0-31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43:36.3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2834 3895 0,'0'0'0,"17"-8"0,42 8 0,283 8 0,-129-16 15,69-9 1,34-9-16,34 9 16,68-17-1,51-26-15,60 1 16,9 8 0,42 25-16,35 26 15,42 26-15,34 8 16,-264-17-1</inkml:trace>
  <inkml:trace contextRef="#ctx0" brushRef="#br0" timeOffset="18361.05">4455 7076 0,'0'0'0,"0"0"15,0 0-15,0 0 16,0 0 0,0 0-1,43 0-15,119 8 16,137 1 0,25-9-16,86-9 15,110 9-15,35 17 16,-145 0-1</inkml:trace>
  <inkml:trace contextRef="#ctx0" brushRef="#br0" timeOffset="20733.15">3371 6293 0,'0'0'0,"17"0"16,120 9-1,119-9-15,77-26 16,145-50-1,-69-1-15</inkml:trace>
  <inkml:trace contextRef="#ctx0" brushRef="#br0" timeOffset="23963.99">2825 8377 0,'0'0'0,"0"0"0,0-9 31,0 1-16,0-1-15,9 1 16,25-18 0,51 1-16,52 8 15,67 0-15,70 8 0,58 9 16,70 0 0,-52-8-16,-1-35 31</inkml:trace>
  <inkml:trace contextRef="#ctx0" brushRef="#br0" timeOffset="74473.44">4780 11447 0,'0'0'0,"0"0"15,0 0-15,17-8 32,25-10-32,44-16 15,50-8-15,52-1 16,85 1-16,86 8 16,67 17-1,95-26-15,-111 9 16</inkml:trace>
  <inkml:trace contextRef="#ctx0" brushRef="#br0" timeOffset="86279.26">5838 12365 0,'0'0'0,"0"0"16,0 0-16,0 0 15,17 0 1,9 0-16,8 0 16,43 0-1,59 0-15,60-8 16,86-1-1,85 18 1,51-18-16,103-25 16,-103 17-16</inkml:trace>
  <inkml:trace contextRef="#ctx0" brushRef="#br0" timeOffset="88157.4">11403 12357 0,'0'0'0,"0"0"16,0 0 0,0 0-16,0 0 15,0 0-15,8 0 16,26 0 0,60-9-16,43-16 15,59 8 1,26 8-1,17 1-15,17-1 16,34 18 0,103 16-16,102 43 15,-94 9-15</inkml:trace>
  <inkml:trace contextRef="#ctx0" brushRef="#br0" timeOffset="101360.45">22251 11387 0,'0'0'0,"0"0"16,0 0-16,0 0 15,0 0 1,-9 0-16,1 26 15,-1 34 1,9 42 0,0 17-16,9-9 15,-1 1-15,1-18 16,-18-8 0,1-8-1,-1-18-15,-8 1 16,8-9-1,9-26-15,0-16 16,0-1 0,0 1-16,0 0 15,17-1-15,26 1 16,34-18 0,51-8-1,51-17-15,26-9 16,0 1-1,17 8-15,-9 17 16,-8 8-16,-26 9 16,-34 0-1,-51 0-15,-43 9 16,-16-1-16,-10-8 31,-16 0-31,-1-8 16,9-1-16,0-25 15,-8-25 1,-1-35-16,1-25 16,8-25-16,0-26 15,0 25 1,-8 26 0,-1 25-16,1 35 15,-1 16 1,-8 9-1,0 17-15,0 9 0,-8-1 16,-9 1 0,-60 8-1,-102 8 1,-69 1-16,-51-9 0,-119 0 16,-26-26-1,-93-25 1,119 9-16</inkml:trace>
  <inkml:trace contextRef="#ctx0" brushRef="#br0" timeOffset="108083.46">26928 11473 0,'0'0'0,"0"25"0,0 18 16,8 8 0,1 8-16,-1-8 15,1 17 1,-18-8-16,1-1 16,-18 9-1,9-17-15,0-17 16,9-8-16,-1-9 15,9-9 1,0 1 0,0 8-16,17 0 15,0 8 1,9 1-16,-9-9 16,8 8-16,10 9 15,24 0 1,27-8-16,-1-1 15,17 9 1,69-8 0,17 0-16,-17-9 15,76-17 1,9-9-16,17-16 16,9-1-1,-26 0-15,-26 1 16,-50-1-16,-10 9 15,-42 0 1,-59 0 0,-27 9-16,-16-1 15,-18 1-15,1-1 16,0-25 0,-1-25-16,-8-26 15,0-9 1,0-16-16,0-1 15,9 1 1,-1-1 0,1 35-16,-1 7 15,-8 10 1,0 16 0,0 9-16,0 17 15,-8 0-15,-18 0 16,-42 0-1,-60 17-15,-77 26 16,-51 8-16,-77 25 16,-34 1-1,-26 16 1,-102-7-16,-42-18 16,-180-9-16,290-25 15</inkml:trace>
  <inkml:trace contextRef="#ctx0" brushRef="#br0" timeOffset="144826.07">5744 13514 0,'0'0'0,"0"0"0,17-9 0,401-144 0,-128 85 16,60 0-16,26 8 15,76 35 1,35 33 0,33 18-16,-101-1 15</inkml:trace>
  <inkml:trace contextRef="#ctx0" brushRef="#br0" timeOffset="148047.14">18683 13633 0,'0'0'0,"17"-9"0,60-8 16,111-17-1,93-8 1,35 16-16,43 26 16,42 17-16,94 9 15,-86-18 1</inkml:trace>
  <inkml:trace contextRef="#ctx0" brushRef="#br0" timeOffset="148486.16">16165 13701 0,'0'0'0,"26"0"16,110 0-16,129 17 15,162 17 1,-18 0-16</inkml:trace>
  <inkml:trace contextRef="#ctx0" brushRef="#br0" timeOffset="176392.78">6666 15070 0,'0'0'16,"0"0"-16</inkml:trace>
  <inkml:trace contextRef="#ctx0" brushRef="#br0" timeOffset="177582.68">6580 14236 0,'0'0'0,"0"0"16,0 0-16,-8 9 31,-1 25-31,-16 34 16,-1 9-1,1-1 1,7 26-16,1 0 15,0 0 1,9 0-16,8-25 16,0-18-1,0-8-15,0-8 16,0-9 0,0-9-16,0 1 15,17-9-15,0-8 16,0-1-1,17 1 1,9-18-16,25 9 16,0 0-1,9-8-15,26-1 16,16-8-16,26 0 16,17 0-1,9 0-15,25 0 16,-16 8-1,7 1-15,-7-9 16,-35 8 0,-9 1-1,-16-1-15,-18 9 16,-16 0 0,-27 0-16,-8 0 15,-8 0 1,-17 0-16,-1 0 15,-16 0 1,-1 0-16,1 0 16,0 0-1,-9 0-15,0-8 16,8-1 0,1-33-16,8-35 15,17-25-15,0 0 16,17 0-1,-8 26-15,-9 16 16,-8 26 0,-18 17-16,1 0 15,-1 0 1,1 9 0,-9-1-16,-9 1 15,-25-1 1,-34 1-16,-43 8 15,-68 17 1,-43 0-16,-69 17 16,-76 0-1,-8 17-15,-43 0 16,-43-26 0,68-33-16</inkml:trace>
  <inkml:trace contextRef="#ctx0" brushRef="#br0" timeOffset="-205127.07">18546 15665 0,'0'0'0,"0"0"0</inkml:trace>
  <inkml:trace contextRef="#ctx0" brushRef="#br0" timeOffset="-204799.57">18581 15461 0,'0'0'0,"8"0"0,26 0 31,17-8-31,26-1 16,9-8-16,-18 9 0,9 8 15,25 8 17,9 1-32,26 8 15,42 0 1,51 0-16,78-26 15,93-8 1,17-17-16,34-17 0,112 9 31,101-1-31,-16-25 16,-231 0 0</inkml:trace>
  <inkml:trace contextRef="#ctx0" brushRef="#br0" timeOffset="-200476">11505 16150 0,'0'0'0,"0"-9"0,9 1 16,-1-1-1,1 9 1,-1 0 0,1 0-16,8 0 15,8 0 1,52 0-16,94-8 16,94-18-1,50 1-15,52-9 0,17 25 16,-8 35-1,-1 33-15</inkml:trace>
  <inkml:trace contextRef="#ctx0" brushRef="#br0" timeOffset="-136899.22">22908 17655 0,'0'0'0,"0"0"16,0 0-16,0 0 15,34 0 1,77-17-16,51-8 15,77-9 1,-9 0-16,-33 0 16,8 8-1,-77 26-15,-86 0 16,-33 9 0,-52-1-16,-76 1 15,-95-1 1,-42-8-16,26-17 15,-1 9 1,27 8 0,33 0-16,9 0 15,42 0-15,52 8 16,8-8 0,26 0-1,17 0-15,17 0 16,17 0-1,103-8-15,101-9 16,27 0-16,-43 17 16,-17 0-1,-35-9 1,-85 9-16,-33 0 16,-18 0-1,-34-8-15,-111-1 0,-188-16 16</inkml:trace>
  <inkml:trace contextRef="#ctx0" brushRef="#br0" timeOffset="-124076.03">16379 2832 0,'0'0'0,"0"8"16,17 18-16,8 34 16,1 8-1,-9 17 1,-17 8-16,-17 26 16,-9 9-1,-16 16-15,-10-33 0,18-26 31,0-34-31,17-17 16,8-8 0,9-18-16,0 1 0,0-26 15,35-43 17,33-76-32,26-34 15,0-9 1,8-8-16,0 26 15,9 33-15,-17 34 0,9 26 16,16 9 15,26 33-31,0 18 16,-34 33 0,-8 26-16,-9 51 15,-9 35 1,-34 41-16,-51 18 15,-25-9 1,-9-51-16,-1-43 16,18-50-1,17-26-15,0-17 16</inkml:trace>
  <inkml:trace contextRef="#ctx0" brushRef="#br0" timeOffset="-122997.03">18674 1650 0,'0'0'0,"0"8"0,0 35 0,-8 16 32,-1 26-17,-16 18-15,-9 7 16,-18-8-16,18-25 0,0-18 31,0-8-31,0-8 0,8-9 31,9-17-15,9-9-16,8 1 16,0-9-1,0-17-15,8-34 16,26-51-1,18-26-15,16 1 16,9-1 0,-9 17-16,0 9 15,9 17 1,-9 0-16,26 9 16,0 25-1,-17 8-15,0 18 16,-9 8-1,0 17-15,26 25 16,-9 26 0,-25 0-16,-26 0 15,-25 17-15,-43 26 16,-35-1 0,-24 1-1,-27-9-15,-16-34 16,-1-51-16,0-68 15,-110-128 1</inkml:trace>
  <inkml:trace contextRef="#ctx0" brushRef="#br0" timeOffset="-117306.33">21909 502 0,'0'0'0,"0"0"0,0 0 16,0 0 0,0-9-16,0 9 15,0 0 1,0 0-16,0 0 16,0 0-1,9 26 1,8 59-16,0 51 15,0 76-15,9 61 16,8 41 0,-9 78-1,1 7-15,-18 77 16,-16 94 0,-18 17-16,-16 34 15,7-17-15,-7-68 16,-26-60-16,-1-111 15,10-50 1,16-102 0,17-86-1,9-50-15,0-26 0,17-26 32</inkml:trace>
  <inkml:trace contextRef="#ctx0" brushRef="#br0" timeOffset="-115041.39">24649 2713 0,'0'0'0,"-9"-9"0,1 1 15,-18-1 17,-8-8-32,-17 0 15,-60 26 1,-60 25-16,-34 42 15,-17 61 1,26 41-16,77-16 16,67 8-1,70-9-15,135-8 16,163-25 0,145-94-16,-51-51 15</inkml:trace>
  <inkml:trace contextRef="#ctx0" brushRef="#br0" timeOffset="-113778.86">25537 1259 0,'0'0'0,"0"0"0,0 17 15,8 17 1,1 8-16,-9 43 16,-35 17-1,-7 0 1,-18 0-16,0 0 0,-8-8 16,0-17-1,8-1 1,9-25-16,17-17 15,8-8-15,9-18 16,8 1 0,1-18-1,8-42-15,8-59 16,44-26-16,42-35 16,25-7-1,43 8-15,-8 25 31,-9 35-31,-26 16 16,-8 26-16,-8 25 16,-35 26-1,-25-8-15,-18 16 16,-16 9 0,-1 0-1,1 0-15,-1 0 0,1 0 31,-9 0-31,0 0 16,0 0 0,0 0-16,0 0 15,0 0 1,0 0-16,9-17 16,-18-8-1,0-1-15,1 18 16</inkml:trace>
  <inkml:trace contextRef="#ctx0" brushRef="#br0" timeOffset="-113150.8">26185 961 0,'0'0'0,"0"0"0,0 0 16,-17 0 0,-26 26-1,-33 33-15,-27 35 0,-8 33 16,-8 9-16,-9 0 15,17-17 17,34-34-32,26-25 15,17-18 1,17-16-16,0-1 16,8-16-1,0 0-15,9-1 16,0-8-16,18-17 0,33-51 31,60-43-15,42-42-16,1 26 15,25 8-15,-8 17 16,-26 17 0,26 8-1,-9 18-15,-43 25 0,-25 16 16,-26 18-1,-16 18 1,-1 58-16,-25 60 0,-26 60 31,-35 25-15,-7-34-16,8-42 16,8-26-16,9-34 0,8-60 31</inkml:trace>
  <inkml:trace contextRef="#ctx0" brushRef="#br0" timeOffset="-105080.64">21252 6710 0,'0'-8'0,"0"-1"31,0 1-31,0-9 0,0-9 15,0 0 1,-17 1 0,-43-9-16,-85-9 15,-77 18-15,-59 8 16,-1 25 0,17 26-1,35 0-15,85-25 16,51-18-1,34 1 1,17-9-16,18-17 16,16-43-1,35-16-15,34-18 16,-1 1 0,-16 33-16,-17 26 0,-9 17 15,-9 17 1,1 0-1,-1 9-15,-8 8 16,-42 0 0,-61 17-16,-42 51 15,-17 17-15,17 0 16,25 8-16,52-16 16,43-1 15,67 26-31,86 51 15,145 43-15,69 0 16,-52 33-16,-17 52 31</inkml:trace>
  <inkml:trace contextRef="#ctx0" brushRef="#br0" timeOffset="-103086.91">22848 7339 0,'0'0'0,"-8"-8"16,-1-1-16,-17-16 16,-25-26-1,-9 0-15,-16 0 16,16 0 0,17 17-1,18 17-15,8 0 16,17 17-16,0 0 15,0 0 1,0 0 0,0 0-16,0 0 15,0 0 1,8 0-16,18 0 16,25 0-1,34 0-15,-17 0 16,26 0-1,69 0-15,7 8 16,27 9-16,76-8 16,-34-9-1,-9 8-15,-51 18 16,-17-1 0,-8 1-1,-69-18-15,-50 1 16,-18-1-16,-34-8 15,-26 0 1,-42-17 0,-35-17-1,60 17-15</inkml:trace>
  <inkml:trace contextRef="#ctx0" brushRef="#br0" timeOffset="-102850.53">24453 6838 0,'0'0'0,"42"8"15,86 9-15,26 9 0,-9-1 16,-8 1 0,-26-9-16,-9 17 15,-42 8 1,-26-16 0,-17 8-16,-68 34 15,-129 85-15,-93 42 16,86-41-1,110-35 1,51-51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50:52.8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11198 3844 0,'0'0'0,"60"-8"16,162-1-16,179-8 16,111-34-1,60-17 1,42 0-16,60 8 16,-34 35-1,94 16-15,-273 9 16</inkml:trace>
  <inkml:trace contextRef="#ctx0" brushRef="#br0" timeOffset="7219.55">6623 10699 0,'0'0'0,"0"0"16,0 0-1,17 0 1,43 8 0,68-16-1,9-9-15,42-26 16,68-25 0,26 0-16,1 8 15,-18 9 1,8 17-16,-25 0 15,0 17-15,-68-8 16,-52 8 0,18 0-1,-43 0-15,-35-9 16,-33 9 0,-17 9-16</inkml:trace>
  <inkml:trace contextRef="#ctx0" brushRef="#br0" timeOffset="7467.9">9269 9942 0,'0'0'0,"-9"0"0,-8 0 16,0 0 0,0 0-16,17 0 15,0 0 1,9 0 0,93 0-16,112 0 15,-35 8 1,-43 9-16,18 0 15,-43 9-15,-34-1 16,-43-8 0,-17-8-1,-60 33-15,-153 69 16,-137 59 0</inkml:trace>
  <inkml:trace contextRef="#ctx0" brushRef="#br0" timeOffset="72044.38">25784 9210 0,'0'0'0,"9"-8"15,42-18-15,34-42 16,9-51-1,51-42-15,69-60 16,24-18 15,10 27-31,-26 33 16,-34 18 0,-9 8-16,-60 33 0,-50 27 15,-18 16-15,-17 26 31,-17 17-15,-8 17-16,-26 0 16,-60 17-1,-60 43-15,1 8 16,25 0-16,17-9 16,34 1-1,17-18 1,18-8-16,8-8 15,8-1 1,26-25-16,77-42 16,60-35-16,-1 9 15,-42 34 1,-34 9-16,-43 25 16,-17 8-1,-34 52-15,-60 152 16,-51 112-1,26-52 1,-17 42-16</inkml:trace>
  <inkml:trace contextRef="#ctx0" brushRef="#br0" timeOffset="110874.03">16361 6548 0,'0'0'0,"-25"0"0,-26 9 0,-154 102 0,162-60 15,35-9-15,25 1 31,51-9-31,9-17 16,34-43-16,42-33 16,-42-1-1,-34 9 1,-34 8-16,-26 9 16,-17 9-1,-17 8-15,-43 0 16,-34 25-1,17 26-15,-8 9 16,25 8 0,18 0-16,33-8 15,18-1 1,25-8-16,43-8 16,59-26-1,1-26-15,-52-16 16,-25-1-1,-18 9-15,-24 17 16,-18 0 0,-18 0-16,-58 26 15,-52 25 1,17 17 0,34 8-16,34-8 15,35-17-15,33 0 16,78-17-1,42-51-15,17-42 16,0-18 0,-68 18-16,-43 16 15,-34 17 1,-34 9-16,-34 9 16,-77 16-1,-51 26-15,8 26 16,34 8-1,69-9 1,25-16-16,26 0 16,9-1-16,8 1 15,17-18 1,9-8 0,25-8-16,9-18 15,-18-16 1,-16 7-16,-18 1 15,1 17 1,-18 0-16,-25 0 16,-17 9-16,0 25 15,0 0 1,16 8 0,18-8-16,0 0 15,17 1 1,26-1-16,51-9 15,25-25 1,18-34-16,-9-17 16,-35 8-1,-24 9-15,-35 0 16,-17 17 0,-26 9-16,-42 16 15,-60 35 1,-34 59-16,42 34 15,52 9-15,51-1 16,34-8 0,34-25-1,51-26-15,26-17 16,18-43 0,7-42-16,-8-34 15,-34-25-15,-34-9 16,-34 0-1,-26-18-15,-34 35 16,-26 26 0,-85 16-16,-77 69 15,17 50-15,9 26 16,43 1 0,67-10-1,27 1-15,33-18 0,26-16 31,51-9-31,35-17 0,33-51 32,35-51-17,-26-34-15,-51-9 16,-26-25 0,-42 8-16,-26 52 15,-26 25 1,-59 8-16,-60 26 15,-9 51 1,1 17-16,50 0 16,52-17-1,25-8-15,44 8 16,24 9 0,44-18-16,33-8 15,9-25 1,-25-1-16,-61-8 15,-25 0 1,-34-9-16,-60 18 16,-136 34-16,0 25 15,85 8 1,34 1 0,43-9-16,33 8 15,44 1 1,8-35-16</inkml:trace>
  <inkml:trace contextRef="#ctx0" brushRef="#br0" timeOffset="112436.05">15662 9219 0,'0'0'0,"-9"0"15,-25 25-15,-9 18 16,-25 8 0,-34 8-16,8 1 0,25-1 31,27 1-31,25-9 15,17 0 1,25-25-16,26-18 16,43-25-1,17-34-15,-17-25 16,-26-1 0,-8-8-16,-34 8 15,-26 18 1,-9 16-16,-33 26 15,-69 43-15,-51 59 16,16 8 0,44-8-16,34-8 15,42 0 1,18-18 0,33-16-16,69-9 15,77-34-15,34-60 16,-9-25-1,-60 17 1,-50 17-16,-26 0 16,-26 8-1,-26 9-15,-16 17 16,-61 0 0,-50 26-1,-1 25-15,9 17 16,26 0-16,0 26 15,34 25 1,51 0-16,25-17 16,18-26-1,17-16 1,51-35-16,17-16 16,-26-52-16,-17-42 15,-33 0 1,-35 17-1,-34-8-15,-52-10 16,-42 27 0,-17 42-16,-77 42 15,18 26-15,76 17 16,17 9 0,26 17-16,25 16 15,26 9 1,25-25-16,27-26 15,84-17 1,77-26-16,60-84 16,-17-35-16,-94 18 31,-51 16-31,-42 0 16,-35 9-1,-26 9-15,-42 8 16,-103 17-16,-68 59 15,-8 35 1,68-9 0,93-26-16,35 1 15,17-9 1,26 0-16,42 17 16,77-17-16,51-34 15,18-26 1,-35-8-1,-43-8-15,-59 8 16,-26 17 0,-25 17-16,-1 17 15,-59 17-15,-103 42 16,-8 18 0,68-35-1,26 1-15,25 0 16,9-9-1,17 0-15,26 17 16,33 8-16,86-8 16,171 51-1</inkml:trace>
  <inkml:trace contextRef="#ctx0" brushRef="#br0" timeOffset="114110.91">15167 11932 0,'0'-9'0,"-9"-8"15,-34-8-15,-33-1 0,-78 18 32,-51 50-17,-8 43-15,25 9 16,86-18-1,33-8-15,44 0 16,25-17 0,68-8-16,77-26 15,77-43 1,17-42-16,-68-17 16,-35-17-1,-16 0-15,-61 17 16,-50 26-1,-43 8-15,-34 8 16,-103 35 0,-51 50-16,43 43 15,-18 34 1,44-8 0,84-35-16,27 18 15,50-9-15,69 0 16,68-25-1,86-35-15,8-42 16,0-42 0,-43-18-16,-77 17 15,-25 1 1,-42 8-16,-27 17 16,-25 0-1,-25 0-15,-95 25 16,-76 43-1,-52 34 1,43 26-16,86 0 16,42-35-16,43-25 15,17-8 1,17-18 0,34-25-16,68-34 15,52-51-15,-26 0 16,-25 0-1,-27-9-15,-33 18 16,-26 25 0,-25 25-16,-10 9 15,-24 17 1,-95 26-16,-33 33 16,42 35-1,25-9-15,43-9 16,18-16-1,25-1 1,8-8-16,26-8 16,34-1-1,69-33-15,33-35 16,-16-25-16,-43-17 16,-34 9-1,-26 16 1,-26 18-16,-25 8 15,-51 17-15,-94 51 16,-60 59 0,0 26-16,68-42 15,95-43 1,33-9 0,26-8-16,51 9 15,86-35-15,110-33 16,-8-35-1,-17-25 1,-51 9-16,-94 33 16,-43 26-1,-17 0-15,-26 17 16,-42 0 0,-60 34-16,-51 43 15,0 16-15,59-8 16,52-25-1,26-18-15,33 1 16,26-1 0,26 1-1,25-18-15,-25 1 16,-26-9-16,-8 0 16,-18 0-1,-16 0-15,-86 25 16,-60 26-1,26-8 1,34-1-16,52-16 16,16-1-1,9-16-15,17-1 16,0 1 0,9-9-16,8 0 15,8 0-15,-8 0 16,-8 0-1,-1 0-15,-8 0 16,0 8 0,-8 35-16,-9 8 15,0-8 1,0-18 0,17-16-16,0-9 15</inkml:trace>
  <inkml:trace contextRef="#ctx0" brushRef="#br0" timeOffset="115465.15">20125 9950 0,'0'0'0,"-8"-8"0,-1-1 16,1 9 0,-1 0-1,1 0-15,-26 0 0,-35 34 32,-76 51-32,-34 51 15,59-8 1,44-43-16,33-17 15,34-25-15,18-1 0,76 1 16,78-26 0,58-51-1,1-51 1,-42-52 0,-52 1-16,-52 26 15,-16-1 1,-34 26-16,-26 9 15,-34 33 1,-52 26-16,-84 51 16,-27 43-1,52-9-15,17 17 16,34 17 0,43 8-16,68-25 15,34-17 1,43-17-16,77-33 15,34-36-15,-43-50 32,-17-34-32,-25 9 15,-61 25-15,-33 8 16,-43 9 0,-34 9-16,-52 25 15,-127 42 1,-1 26-1,52 17-15,34 17 16,60-8 0,42-26-16,51 0 15,69 0-15,120 0 16,33-34 0,-76-25-16,-43-27 15,-26 1 1,-42 0-16,-26-8 15,-34-1 1,-86 1-16,-110 8 16,-77 51-1,25 42-15,94 9 16,60-17 0,43-25-16,43-1 15,16 10 1,26-1-16,120 25 15,50-25-15,-33-34 16,17-17 0,-35 0-1,-67 0 1,-35 9-16,-17-1 16,-9 1-16,-25-1 15,-34-16-15,-34 8 16,-43 0-1,-9 17 1,26 17-16,60-9 16,25 1-16,18 8 15,33 0 1,52 0-16,51-17 31,43-17-31,0-17 16,-78 0-1,-33-1-15,-43 1 16,-25 0 0,-103 0-16,-214 43 15,-16 59 1,119 0-16,-94 34 16</inkml:trace>
  <inkml:trace contextRef="#ctx0" brushRef="#br0" timeOffset="119532.89">15073 9457 0,'0'0'0,"0"0"16,0 0-16,0 0 31,0 0-16,0 0-15,0 0 16,0 0 0,-9 0-16,1-9 15,-18-8 1,-17-8-16,1-9 16,-1 0-1,-8 0-15,0 0 16,-1 0-1,1-9-15,0-8 16,0-25 0,17-9-16,17 8 15,17-8 1,8-17-16,9-17 16,9 0-1,16 8-15,35 1 16,43-43-1,33-26-15,27 18 16,-1 16 0,-26 9-16,10 0 15,-10 17 1,-25 17-16,0 0 16,9 8-1,-1 9-15,-33 34 16,-9 0-1,-9 17-15,0 9 16,1 8 0,-35-1-16,-25 18 15,-9 0 1,-9 0-16,1 0 16,-1 0-1,1 0-15,-9 0 16,0 0-1,8-8-15,-8 8 16</inkml:trace>
  <inkml:trace contextRef="#ctx0" brushRef="#br0" timeOffset="120196.45">17044 6608 0,'0'0'0,"0"0"0,0 0 16,0 25 0,0 18-16,9 34 31,-1 8-31,1 17 15,-1 8-15,1 1 16,-9 8-16,-9 17 16,-16 17-16,-35 9 15,-25 25 1,8 0 0,-8-17-1,-9-9-15,-34 10 16,-17-18-16,8-26 15,9-16 1,-17-1 0,17-16-16,60-43 0,33-26 15</inkml:trace>
  <inkml:trace contextRef="#ctx0" brushRef="#br0" timeOffset="121036.74">15551 9610 0,'0'0'0,"0"0"16,0 0 0,-9 0-16,1 0 15,-35-8 1,-34-1-1,-17-8 1,0 17-16,-8 0 0,8 0 16,-34 17-1,9 0 1,25 17 0,0 26-16,0 8 15,-26 34-15,-8 17 16,9 34-16,8 34 15,8 0 1,18 0-16,0 26 31,8-1-31,26-16 16,17-17 0,25-18-16,18-33 15,16-26-15,18 0 0,8-9 31,9-8-15,-17-42-16</inkml:trace>
  <inkml:trace contextRef="#ctx0" brushRef="#br0" timeOffset="121583.7">15832 9797 0,'0'0'0,"0"0"0,0 0 16,0 0-16,0 0 15,-8-8 1,8 8-16,-9 0 16,1 0-1,-1 0-15,-16 25 16,-18 18-1,-8 16 1,-26 43 0,-17 51-16,0 17 15,-8-16-15,16 16 16,18 51-16,0 25 16,8-8-1,17 1 1,18 7-16,25 1 15,17-43 1,17-59-16,26-1 16,-18-76-1</inkml:trace>
  <inkml:trace contextRef="#ctx0" brushRef="#br0" timeOffset="122466.37">15559 9712 0,'0'0'0,"0"0"0,17 0 16,52 0 0,33-8-1,17-1-15,9-8 0,43 0 16,25 17-1,-8 9 1,51-1-16,43 9 16,8 9-1,26 8 1,-9 25-16,-8 9 16,-26 0-16,-34 17 15,8 26 1,-42 16-16,26 1 31,-1-17-31,9-26 16,-17-9-16,-77-16 15,9 8-15,119 25 16</inkml:trace>
  <inkml:trace contextRef="#ctx0" brushRef="#br0" timeOffset="123188.4">16780 6047 0,'0'0'0,"0"0"15,0 8-15,8 9 16,18 34 0,34 26-16,16 8 15,18 25 1,17 26-16,60 18 16,25 7-1,-42 1-15,34 33 16,-1 9-1,-50-8-15,34 17 16,8 33-16,-25-33 16,-18 33-1,26 35 1,0 0-16,-42-18 16,-9-7-1,8-10-15,9-16 16,9-35-16,42-25 15,35-42 1,33-43-16,103-8 16</inkml:trace>
  <inkml:trace contextRef="#ctx0" brushRef="#br0" timeOffset="124190.55">14774 12434 0,'0'0'0,"0"0"0,9 0 15,-1 0 1,1 0-16,8 8 16,0 9-1,8 0 1,18 17-16,17 0 15,25 17 1,43-8-16,34-1 16,43-8-1,34-17-15,43-17 16,34-17 0,8-8-16,-8-18 15,17 9-15,16 0 16,-50-17-1,26-17-15,-18-17 16,-26-26 0,-16-16-1,-35-18-15,-33-8 16,-103 9-16,-43-35 16,-17-8-1,-25-60-15,8-16 16,0-35-1,25 9-15,61-26 16,33-50 0</inkml:trace>
  <inkml:trace contextRef="#ctx0" brushRef="#br0" timeOffset="172177.28">23616 5468 0,'0'0'0,"0"0"16,0 0-16,0 0 16,0 0-1,0 0 1,0 0-16,9 9 0,25 16 16,43 26-1,25 17 1,43 9-16,52 8 15,-35 0 1,-9 17-16,52 17 16,-60-42-16,-17-1 31,9 1-31,-35-26 16,1 8-1,-44-25-15,-24-8 0,-18-18 16,-9 1-1,-16-18 1,-9-8 0,-1 0-16</inkml:trace>
  <inkml:trace contextRef="#ctx0" brushRef="#br0" timeOffset="172437.76">25101 6208 0,'0'0'0,"9"9"0,33 16 16,27 26-16,25 26 0,0-9 16,-43-17 15,-17-9-31,9 1 16,-18-18-1,-8 1-15,-8-18 16,-18 9-1,-59 26-15,-111 17 16,-120 8 0,-34 8-16,-8 26 15</inkml:trace>
  <inkml:trace contextRef="#ctx0" brushRef="#br0" timeOffset="179871.41">29924 7884 0,'0'0'0,"0"0"0,-9 42 0,-17 69 15,-16 42 1,-18 34 0,17-34-1,9 0-15,0 153 16</inkml:trace>
  <inkml:trace contextRef="#ctx0" brushRef="#br0" timeOffset="180630.04">28293 10392 0,'0'0'0,"17"0"0,52 0 16,25 17-1,-9 0-15,-34 9 16,-17-9 0,-25 0-16,-26 26 15,-60 25 1,-25 8-16,-9 9 15,-9-8 1,18-18-16,25 1 16,34-18-16,35-8 15,25 0 1,51 9-16,77-9 16,111-26-16,-51-25 15,-154 9 1</inkml:trace>
  <inkml:trace contextRef="#ctx0" brushRef="#br0" timeOffset="181298.94">31793 11200 0,'0'0'0,"0"0"16,0 0-16,17 9 15,42 25 1,1 0-16,-17-9 15,-9 1 1,9-9-16,-18 0 16,-8-9-1,-8 9-15,-18 0 16,-16 18 0,-26-1-16,-18 8 15,18-16 1,25-1-16,9-8 15,17 0 1,43 9-16,34 16 16,42 9-1,35 9 1,-34-26-16,-52-9 16,-34-16-1,-26-1-15,-16 18 0,-94 25 16,-44 17-1,78-34 1</inkml:trace>
  <inkml:trace contextRef="#ctx0" brushRef="#br0" timeOffset="181889.67">28660 13037 0,'0'0'0,"0"0"15,-17 9 17,-25 16-32,-44 43 15,-25 26 1,-25 8-16,8 0 16,25-17-1,35-17-15,25-25 16,35-1-1,16-8-15,35 0 16,42 0-16,60-25 16,43-26-1,-17-17-15,-9-9 16,0 1 0,-17 8-1,-25 0-15,-52 8 16,-42 26-16</inkml:trace>
  <inkml:trace contextRef="#ctx0" brushRef="#br0" timeOffset="182084.57">29070 13267 0,'0'0'0,"-26"51"15,-42 102 1,-43 94-16,0-18 16,0-59-1,0 1-15,-42 84 16</inkml:trace>
  <inkml:trace contextRef="#ctx0" brushRef="#br0" timeOffset="185202.82">27192 8215 0,'0'0'0,"0"0"16,0 0-16,-8 0 15,-9 0 17,-52 26-32,-67 25 15,8 8 1,0 26-16,-17 26 16,-9 17-16,35-9 0,50 0 31,27 25-16,16-25-15,18-25 16,16-9 0,35-26-16,68-16 0,17-43 31,42-60-31,61-59 16,-60-8-1,-9-43-15,-9 0 16,-59 17-1,-17 16-15,-43 44 16,-17 8 0,-17 8-16,-17 18 15,-60 25 1,18 25-16</inkml:trace>
  <inkml:trace contextRef="#ctx0" brushRef="#br0" timeOffset="186108.5">26134 11124 0,'0'0'0,"0"0"0,-9 8 16,-16 18-16,-18 42 16,-17 25-1,1 35 1,-10 17-16,10 8 15,7 8 1,27 1-16,33-35 16,18-33-16,42-18 15,18-16 1,16-26 0,52-34-16,33-68 15,-41-60 1,-61-16-16,-17-18 15,-42 1-15,-43-1 16,-43 35 0,-42 16-16,-69 34 15,-25 35 1,33 50-16,1 26 16,51 17-1,77-34-15</inkml:trace>
  <inkml:trace contextRef="#ctx0" brushRef="#br0" timeOffset="186969.15">30316 11013 0,'0'0'0,"-8"0"0,-9 0 16,-9 0-1,-17 0-15,-8 0 16,-34 9 0,-18 16-16,9 9 15,9 17 1,17 26-16,8 8 15,34 0 1,18-17-16,33 9 16,27-9-1,16-17-15,26-17 16,42-34 0,18-34-16,-34-26 15,-10-16 1,1-27-16,-51 10 15,-34-1 1,-52-8-16,-42-8 16,-26 16-1,-17 26-15,-8 43 16,59 16 0</inkml:trace>
  <inkml:trace contextRef="#ctx0" brushRef="#br0" timeOffset="187741.02">30384 9278 0,'0'0'0,"-17"0"15,-8 0 16,-18 17-31,0 0 0,-25 26 32,-17 8-32,8 25 15,17 27-15,18-18 16,24 0 0,18-17-16,9 0 15,42-17-15,52-17 16,16-26-1,-8-42-15,9-25 32,-27-35-32,-33 1 15,-51-9 1,-52-18-16,-85-16 16,-85 60-1,-112 50-15</inkml:trace>
  <inkml:trace contextRef="#ctx0" brushRef="#br0" timeOffset="188731.3">30914 14075 0,'0'0'0,"0"0"0,-9-9 31,-17 1-31,1-9 16,-1 0-1,-16 0-15,-1-9 16,-25 9-16,-18 9 15,-25 16 1,-8 26 0,-18 26-16,9 16 15,17 18 1,-8 8-16,25 0 16,34-17-1,35-8-15,16-9 16,43 8-16,26 9 15,42-17 1,52 0 0,17-42-16,8-35 15,34-33 1,-34-26-16,-8-9 16,-9-8-1,-59 0-15,-18 9 16,-25-9-1,-43 8 1,-51-34-16,-111-50 16,-111 25-16,-137 42 0,-68 43 31,60 60-31,25 16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54:27.87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3047 6378 0,'0'0'0,"51"-17"0,120-25 31,102-1-15,77 1-16,68-1 0,9-25 15,-26 9 1</inkml:trace>
  <inkml:trace contextRef="#ctx0" brushRef="#br0" timeOffset="3971.41">3175 9780 0,'0'0'0,"17"0"16,34 0-1,77 9-15,86-1 16,84-16 0,86-18-16,69-16 15,33-1-15,-76 18 16</inkml:trace>
  <inkml:trace contextRef="#ctx0" brushRef="#br0" timeOffset="9262.1">16114 11277 0,'0'-9'0,"0"1"16,0-1-1,0 1-15,0-1 16,0 1-1,-9-1-15,1 1 16,-1-1 0,1 1-16,-1-1 15,9 9 1,17-17-16,69-34 16,127-34-1,60 17-15,60 34 16,43 9-1,-61 16 1,95 35-16,0 8 16</inkml:trace>
  <inkml:trace contextRef="#ctx0" brushRef="#br0" timeOffset="9948.65">21739 10809 0,'0'0'0,"0"0"16,0 0-16,0 0 15,8 0-15,52 17 16,68 0-1,94-8 1,85-1-16,69 18 16,119-9-16,76-9 15,78-42 1,-222 9 0</inkml:trace>
  <inkml:trace contextRef="#ctx0" brushRef="#br0" timeOffset="18925.37">6324 13403 0,'0'0'0,"86"0"0,153 9 16,136-9-1,35-26-15,8-34 16,17-8 0,18 17-16,-1 26 15,-110-9 1,-1-34-16</inkml:trace>
  <inkml:trace contextRef="#ctx0" brushRef="#br0" timeOffset="20264.5">8253 15053 0,'0'0'16,"0"-9"-16,26 1 31,8-9-31,26 0 16,51-9-16,77-8 0,102-17 15,77 0 1,68 0-16,51 0 16,18 9 15,17 8-31,33 17 15,27 8 1,59-8-16,-213 9 16</inkml:trace>
  <inkml:trace contextRef="#ctx0" brushRef="#br0" timeOffset="22609.27">21628 14874 0,'0'0'0,"0"0"0,8-8 16,35-1 0,51-16-16,25-1 15,95-25 1,50 0-16,77-8 15,95 8 1,25 17-16,-9-9 16,9-16-1,51-18 1,43-8-16,119 17 16,52 25-16,84 18 15,-357 8 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55:35.016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1349 6387 0,'0'0'0,"0"0"16,0 0-16,0 0 15,0 0 1,0 0-16,0 0 16,0 8-1,17 26-15,8 17 16,18 34-1,17 43-15,16 8 16,-41-25-16,7-18 16,1 43-1,-17 0 1,-9-34-16,-9-42 16,-8-26-16,0-9 15,0-16 1,-8-1-16,-9 1 15,-26-26-15,-85-68 16,-128-111 0</inkml:trace>
  <inkml:trace contextRef="#ctx0" brushRef="#br0" timeOffset="223.77">1220 7356 0,'0'0'0,"0"9"0,26 33 15,-9 18-15,17 16 16,9 27-1,0-1-15,-18-34 16,1-26 0,8-25-1,26-25-15,17-43 16,51-60 0,25-51-1,-8-16-15,-25 33 16,-1 9-16,-59 68 31</inkml:trace>
  <inkml:trace contextRef="#ctx0" brushRef="#br0" timeOffset="16360.83">13630 9499 0,'0'0'0,"-8"0"15,-18 0-15,1-8 16,-18-1 0,-8 1-16,-18-1 15,-7 9 1,7 17-1,1 17-15,-26 43 16,0 34-16,9 76 16,34 0-16,42-9 31,52 26-31,34-50 16,42-44-16,77-16 15,1-43 1,-1-34-1,17-34-15,-25-26 16,-26-25 0,-34-8-16,-42-18 15,-35-8-15,-43-17 16,-59 0 0,-94-9-16,-111 26 15,-68 51 1,-9 51-16,-85 43 15,8 25 1</inkml:trace>
  <inkml:trace contextRef="#ctx0" brushRef="#br0" timeOffset="18853.03">13673 10035 0,'0'0'0,"0"0"0,0 0 16,-9 0-1,-8 17 1,-25 9 0,-10-1-1,-7-8-15,-1 0 16,0-8-1,1-9-15,16-9 16,9 1 0,0-26-16,-9-26 15,-17-16 1,0 16-16,9 18 16,-9-35-1,1-42-15,16-17 16,17 25-1,1 1-15,8-77 16,25 17-16,9 8 16,0-33-1,9 41-15,8 35 16,34-34 0,9-8-1,9 16-15,7 26 16,27 0-16,8 0 15,9 17 1,8 17 0,0 25-16,-17 43 15,-26 17-15,1 26 16,-18 33 0,-17 18-16,-34 25 15,-17 17 1,-17 0-1,-8 0-15,-1-59 16</inkml:trace>
  <inkml:trace contextRef="#ctx0" brushRef="#br0" timeOffset="21348.55">14714 8130 0,'0'0'0,"0"0"0,0 0 0,0 0 16,0-8-1,0-1 1,0-8-1,0-8 1,9-18-16,-1 1 16,18-9-1,25-9-15,43 1 16,26-1 0,-27 26-16,27 9 15,51-9 1,-18-9-16,1 9 15,51-9 1,-18 9-16,1 9 16,60 16-1,-52 9-15,-17 26 16,26 8 0,-17 0-16,-17 0 15,16 17 1,-42 9-16,-8 16 15,25 35-15,-25-9 16,-26-9 0,-26 9-1,17 26-15,-16-1 16,-26-8 0,-26 18-16,-17 7 15,-9-16 1,-25-18-1,-25 18-15,-10 16 16,10 1-16,-10-26 16,-24 0-1,-27 34-15,-25 9 16,17-35 0,0 1-16,-17-1 15,34-24 1,9-35-16,8-17 15,9-9 1,-17 1-16,-9-9 16,-17 8-1,-9 9-15,35-8 16,42-18 0,9-8-16,17-8 15,0-1 1,8 1-16,9-9 15,0 0 1,0 0 0,0 0-16,0 0 15,0 0 1,-8 0-16,8 8 16,0-8-16,0 0 15,0 9 1,0-1-16,0 9 15,0-8 1</inkml:trace>
  <inkml:trace contextRef="#ctx0" brushRef="#br0" timeOffset="24969.58">16925 11081 0,'0'0'0,"0"0"16,0 0 0,0 0-16,0 0 15,0 0 1,0-8-16,0-1 15,-9-8-15,1 0 16,-1-8 0,-16-1-16,-10 1 15,-7-1 1,-27-8 0,-33-17-16,17-25 15,16-35 1,-7-8-16,-10 17 15,-8-9 1,-34-25-16,17 17 16,26 34-16,-26 9 15,-34-9 1,-9 8 0,-16 18-16,-52-1 15,17 18 1,17 16-16,0 9 15,9 26 1,17 16-16,0 9 16,17 17-16,25 9 15,18-18 1,16 1 0,18-1-16,8 1 15,18-18 1,8 1-16,17-9 15,0-9 1,8 1-16,0-1 16,1 1-1,8-1-15,0 1 16,0-1 0,0 1-16,0-1 15,0 1 1,0-9-16,0 0 0,0 0 15,0 0 1,0 0 0,0 8-16,0-8 15,0 0 1,0 0-16,0 0 16,0 0-1,0 0-15,0 0 16,0 0-16,0 0 31,0 0-31,0 0 16,0 0-1,0 0-15,0 0 16,0 0-16,0 0 16,0 0-1,0 0 1,0 0-16,0 0 15,0 0 1,0 0-16,0 0 16,0 0-16,0 0 0,0 0 31,0 0-15,0 0-16,0 0 15,0 0 1,0 0-1,0 0-15</inkml:trace>
  <inkml:trace contextRef="#ctx0" brushRef="#br0" timeOffset="27342.25">13656 10018 0,'0'0'0,"-9"-8"15,-16-1 1,-26 1-16,-26-18 15,-26-8 1,9 17-16,1 9 16,-44-1-1,-34 18-15,26 8 16,9 25 0,-52 26-16,26 0 15,0 0 1,-9 9-16,0 25 15,18 26 1,25 33-16,-1 18 16,44 16-1,17-16-15,17 16 16,34 10 0,17-52-16,25 17 15,9 8-15,18-33 16,16-26-1,0-17 1,26 9-16,51-9 16,9-43-16,-1-33 15,18-35 1,0-16-16,-52-9 16,-33-9-1,16-8 1,-34 17-16,-42 26 15</inkml:trace>
  <inkml:trace contextRef="#ctx0" brushRef="#br0" timeOffset="28373.66">12581 12850 0,'0'0'0,"0"0"0,0 0 15,0 17 1,0 0-16,0 17 16,0 17-1,17 26-15,34 33 16,51 1 0,26-26-16,9-25 15,68-18-15,17-16 16,59-43-1,26 0 1,18-26 0,8-8-16,-60 0 15,119-26 1,-33 18-16,-78 16 16,27-8-1,-35 0-15,-9 0 16,1-25-16,-77-9 15,-35-34 1,44-17 0,-44 17-16,-42-43 15,0-17-15,-8-8 16,-44-17 0,-59 34-1,-59 8-15,-35 9 16,-68 26-1,-35 25-15,-42 42 16,9 26 0,-77 0-16</inkml:trace>
  <inkml:trace contextRef="#ctx0" brushRef="#br0" timeOffset="48717.79">27867 4720 0,'0'0'0,"0"25"0,8 35 16,-8 42 0,0 17-16,0 0 15,9 26 1,-9 33-16,-9 26 15,1 26 1,-1 0-16,-17-18 16,-8-25-1,-17-25-15,8-26 16,9-42 0,17-35-1,0-16-15,9-18 16,-9-16-1,-1-1-15</inkml:trace>
  <inkml:trace contextRef="#ctx0" brushRef="#br0" timeOffset="48968.3">27312 6863 0,'0'0'0,"0"0"31,0 17-31,8 34 16,-8 26 0,-17 8-16,0-26 15,17-33 1,9-1-16,42-8 16,154-68-1,145-102-15,42-34 16,-33-9-16,-43-8 15</inkml:trace>
  <inkml:trace contextRef="#ctx0" brushRef="#br0" timeOffset="55229.22">23275 14356 0,'0'0'0,"0"0"31,0 0-31,8 0 0,9 0 16,35 17 0,41 0-1,61-9 1,25 1-16,9-9 0,-9-9 31,-42 1-31,-52 8 16,-34 0-16,-25 0 0,0 0 15,-18 0 1,-8-9 0,-8-16-1,-9-9 1,-18 8-16,1 9 0,17 8 31,0 1-31,0 8 16,9 0-16,8 0 15,0 0 1,0 0 0,8 0-16,52 17 15,59 17 1,18 0-16,-18 9 16,-33-1-1,-52-16 1,-17 8-16,-34 17 15,-162 51-15,-163 34 16</inkml:trace>
  <inkml:trace contextRef="#ctx0" brushRef="#br0" timeOffset="58493.34">25229 11864 0,'0'0'0,"0"0"0,0 0 15,0 0 1,0 0-16,0 0 16,0 0-1,0 0 1,0 0-1,0 0-15,0 0 16,0 0-16,0 0 16,0 0-1,0 0 1,0 0-16,0 0 16,0 0-16,0-9 15,-8 1 1,-1-18-1,-8-8-15,-8-8 16,-18-1-16,0 1 0,1-18 16,-10 9 15,10-8-31,-10-27 16,-16-41-1,0-18-15,8 9 16,-17-59-16,1-9 15,16 25 1,9-25 0,8 0-16,9-9 0,0-16 15,25-18 1,18-8 0,16 34-1,18 25-15,17 26 16,-9 51-1,-17 51-15,-8 25 16,-18 18 0,1 8-16,-1 8 15,1 1 1,-1 8-16,-8-9 16,0 9-1,0 0-15,0 0 16,-8 0-1,-1 9-15,1-1 16,-1 1 0,9-1-16,0-8 15,0 0 1,0 0-16,0 0 16,0 0-16,0 0 15,0 0 1,0 0-1,0 0-15,0 0 16,0 0 0,0 0-16,0 0 15,0 0 1,0 0-16,0 0 16,0 0-1,0 0-15,0 0 16,0 0-1,0 0-15,0 0 16,0 0 0,0 0-16,0 0 15,0 0 1,0 0-16,0 0 16,0 0-1,0 0-15,0 0 16,0 0-1,0 0-15,0-8 16,0 8 0</inkml:trace>
  <inkml:trace contextRef="#ctx0" brushRef="#br1" timeOffset="68635.49">24803 11524 0,'0'0'0,"0"0"16,0 0 0,0-9-16,17 1 15,0-1 1,8-8-16,1 9 15,-9-1 1,-8 9 0,-1 0-16,1 0 15,-9 0 1,0 0-16,0 0 16,0 0-1,0 0-15,0 0 16,0 0-16,0-8 15,-9-9 1,-17-18-16,-8-41 16,-8-43-1,-1-17-15,17 0 16,-8-43 0,17-16-16,9 24 15,-18-7 1,0-1-16,9 18 15,0-1 1,9 1 0,8 7-16,17 10 15,0 16 1,-9 18-16,1 8 16,-1 25-16,-8 26 15,0 17 1,0 0-1,0 9-15,0-1 16,0 1 0,-8 8-16,-1 0 15,1-9-15,-9 0 16,-9-8 0,-8 0-16,0 17 15,17 0 1,8 0-16,1 0 15,-1 0 1,9-8 0,0 8-16,0 0 15,0 0 1,0 8-16,0 1 16,0 8-1,0 0-15,0 0 16,0 0-1,0-9-15,9 9 16,-9 0 0,0 0-16,0-8 15,8 8 1,-8 0-16,0 0 16,0 0-16,0 0 15,0 0 1,0 0-16,0 0 15,0 0 1,0 0 0,0 0-16,0 0 15,0 0-15,0 0 16,9 0 0,-9 0-1,8 0-15,1 0 16,-1 0-1,1 0-15,0 0 16,-1 0-16,1 0 16,-1 0-1,1 0-15,-1 0 16,1 0 0,-1 8-16,1-8 15,-9 0 1,8 9-1,-8-9-15,9 8 16,-9-8 0,0 0-16,0 0 15,0 0-15,0 9 16,0-1 0,0-8-1,0 9-15,0-9 16,-9 8-1,1 1-15,-1-1 16,9 1-16,0-9 16,0 0-1,0 0 1,-8 0-16,-1 0 16,9 8-16,-8-8 15,8 0 1,0 0-1,0 0-15,0 0 0,0 0 32,0 0-32,0 0 15,0 0 1,0 0-16,0 0 16,0 0-16,0 0 15,0 0 1,0 0-1,0 0-15,0 0 16,0 0 0,0 0-16,0 0 15,0 0 1,0 0-16,0 0 16,0 0-1,0 0-15,0 0 16,0 0-1,0 0 1,0 0-16,0 0 16,0 0-16,0 0 15,8 0 1,-8 0 0,9 0-16,-1 0 0,-8 0 15,9 0-15,-9 0 31,8 0-31,1 0 0,-9 0 16,25 0 0,18 17-16,17 17 15,59 34 1,35 43 0,-35 0-16,-8-1 15,17 1-15,26 33 16,-17-8-1,-18-25-15,52 25 32,34 9-17,-26-9-15,34 0 16,-16-17 0,25 34-16,8 0 15,-59-43 1,59-7-16,1-10 15,25-8-15,0 17 16,0 9 0,-26-9-16,-59 0 15,25 17 1,-17 0-16,-51-17 16,-8 0-1,8-8 1,-9-26-16,-42-26 15,-17 1-15,-17-1 16,-9-16 0,-9-1-1,-16-16-15,-1-1 16,1 1-16,-1-1 16,-8-8-1,0 0 1,0 0-16,0 0 15,0 0-15,0 0 16,0 0 0,0 0-16,0 0 15,0 0 1,0 0-16,0 0 16,0 0-1,0 0-15,0 0 16,0 0-16,0 0 31,0 0-31,0 0 16,0 0-16,0 0 15,0 0 1,0 0 0,0-8-16,-8-1 15,-1-8-15,1-8 16,-9-18-1,0-8 1,-9-17-16,9 0 16,0 0-16,0-17 15,-9 8 1,1-25-16,-1-8 16,9-26-1,9-17-15,8-9 16,8-33-1,26-10-15,-8 18 16,-1 9 0,1 16-1,-17 9-15,-1 9 16,-8-1-16,0 9 16,-8 0-1,-1-9 1,0 9-16,-8 17 15,9 17 1,-9 25-16,0 18 0,0 25 16,8 17-1,1 0 1,-1 0 0,1 0-16,-1 0 15,-8 8-15,0 1 16,8-1-1,1 9 1,8 0-16,0 0 0,0 0 31,0 0-31,0 0 16,0 0 0,0 0-16,0 0 15,0 0-15,0 0 16,0 0-16,0 0 15,0 0 1,0 0 0,0 0-1,0 0-15,-9 0 16,9 0-16,0 0 16,0 0-1,-8 0 1,8 0-16,0 0 15,0 0 1,0 0-16,0 0 0,0 0 16,0 0-1,0 0 1,-9 0 0,9 0-16,0 0 15,0 0 1,0 0-16,0 0 15,0 0 1,-8 0-16,8 0 16,0 0-1,0 0-15,0 0 16,0 0 0,0 0-16,0 0 15,0 0 1,0 0-16,-9 0 15,9 0 1,0 0 0,0 0-16,0 0 15,0 0-15,0 0 16,0 0 0,0 0-1,0 0-15,0 0 16,0 0-1,0 0-15,0 0 16,0 0-16,0 0 16,0 0-1,0 0-15,0 0 16,0 0 0,0 0-16,0 0 15,0 0 1,0 0-1,0 0-15,0 0 16,0 0 0,0 0-16,0 0 15,0 0 1,0 0-16,-8 0 16,8 0-16,0 0 15,0 0 1,0 0-1,0 0-15,0 0 16,0 0 0,0 0-16,0 0 15,0 0-15,0 0 16,0 0 0,-9 0-1,9 0-15,0 0 16,0 0-1,0 0-15,0 0 16,0 0 0,0 0-16,0 0 15,0 0 1,0 0-16,0 0 16,0 0-1,0 0-15,0 0 16,0 0-1,0 0-15,0 0 16,-9 0 0,9 0-16,-8 0 15,8 0-15,-9 0 16,-33 26 0,-52 25-16,-60 42 15,1 10-15,33-10 16,-42 9-1,-17 0-15,25-8 32,18-1-32,-10 18 15,1-18 1,43-16-16,-18 8 16,-84 51-1,-10 34-15,-59 9 16,-51 59-16,17 0 15,42-51 1,17 0-16,9-8 16,-8-9-1,8 8-15,60-16 16,-9-17 0,17-18-1,52-16-15,16-26 0,18-26 31,25-25-31,18-8 16,25-18 0,-1 1-16,18-1 15,0-8 1,0 0-16,0 0 16,0 0-1,18 0-15,-1 0 16,-9 0-16,1 0 15,-1 0 1,1 0 0,-1 0-16,1 0 0,-1 0 15,1 0 1,-9 0 0,0 0-1,0 0-15,8 0 0,1 0 31,-1 0-31,-8 0 16,0 0 0,9 0-16,-9 0 0,0 0 31,9 0-31,-9 0 16,0 0-1,0 0-15,0 0 16,0 0-16,17 0 0,0-8 31,0-1-15,8 1-16,1-1 15,8 1 1,9-1-16,25-8 16,0 0-1,-8 0-15,8 0 16,18-8-1,50-1-15,35-8 16,-17 9 0,42-1-1,-8 9-15,-26 17 16,26 0-16,8 9 16,-17-9-1,60 0-15,9-9 16,-9 1-1,8-1-15,-25 1 16,8-9 0,-33 17-16,16 0 15,-25-9 1,-69 9-16,-16 0 16,-1 0-1,1 0 1,-18 9-16,-34-9 15,-17 0 1,-8 0-16,-9 0 16,-8 0-16,-1 0 15,1 0 1,-1 0-16,1 0 16,-9 0-1,0 0-15,0 0 16,0 0-1,0 0 1,0 0-16,0 0 16,0 0-16,0 0 15,0 0 1,0 0 0,0 0-16,0 0 15,0 0 1,0 0-16,0 0 15,0 0 1,0 0-16,0 0 16,0 0-16,8 0 15,-8 0 1,0 0-16,0 0 16,0 0-1,0 0 1,0 0-16,0 0 15,0 0 1,0 0-16,0 0 16,0 0-1,0 0-15,0 0 16,0 0-16,0 0 16,0 0-1,0 0-15,0 0 16,0 0-1,0 0 1,0 0-16,0 0 16,0 0-16,0 0 15,0 0 1,0 0 0,0 0-16,0 0 15,0 0 1,0 0-16,0 0 15,0 0-15,0 0 32,0 0-32,0 0 15,0 0-15,0 0 16,0 0-16,0 0 16,0 0-1,0 0-15,0 0 16,0 0-1,0 0 1,0 0-16,0 0 16,0 0-1,0 0-15,0 0 16,0 0 0,0 0-16,0 0 15,0 0 1,0 0-16,0 0 15,0 0-15,0 0 16,0 0 0,0 0-1,0 0-15,0 0 16,0 0 0,0 0-16,0 0 0,0 0 31,0 0-31,0 0 15,0 0 1,0 0-16,0 0 16,0 0-1,0 8-15,9 18 16,-1 16 0,-16 26-16,-1 17 15,1 9 1,-9-18-16,-9 1 0,0-18 15,-8 1 1,-8 8 0,-1-8-16,-8 8 31,-9 8-31,-8 1 16,-18-1-16,-25 9 15,0-17 1,9-8-16,-17-18 15,-35 9 1,-8-17-16,17-8 16,-60 8-1,-9-9-15,10-8 16,-27 0 0,18-8-16,-43-9 0,25-9 31,-8-8-31,0-17 15,26 0-15,-17-17 16,33-8 0,-42-26-1,9-9-15,8 1 16,9-9 0,33-9-16,-42-33 15,26-1 1,51 9-16,-34-26 0,17 1 31,34 16-31,17-33 16,25-10-1,26 1-15,26-25 16,26-9 0,8 0-1,17 8-15,26 17 16,16-16-1,27 8-15,50-1 16,1 10 0,-26 59-16,42 8 15,18 1-15,-60 33 16,-26 18 0,-16 33-16,-18 9 15,0 17 1,-25 9-16,-1 8 15,-16 0 1,-1 0 0,1 0-16,-1 0 15,-8 0-15,0 0 16,0 0 0,0 0-1,0 0-15,0 0 16,0 0-16,0 0 15,0 0 1,0 0 0,0 0-16,9 0 15,-1 0-15,1 0 16,0 0 0,-1 0-16,1 0 15,-1 0 1,1 0-16,-1 0 15,1 0 1,-1 0 0,1 0-16,8 0 15,0 0 1,0 0-16,0 0 16,-8 0-16,-1 0 15,1 0 1,-1 0-1,1 0-15,-1 0 16,1 0 0,-1 0-16,1 0 15,-1 0 1,1 0-16,0 0 16,-1 0-1,-8 0-15,0 0 16,0 0-16,0 0 15,0 0 1,0 0-16,0 0 16,0 0-16,0 0 31,0 0-15,0 0-16,0 0 15,0 0-15,0 0 16,0 0-1,0 0-15,0 0 16,0 0 0,0 0-16,0 0 15,0 0 1,0 0-16,0 0 0,0 0 16,0 0-1,0 0 1,0 0-1,0 0-15,0 0 16,0 0 0,0 0-1,0 0-15,0 0 16,0 0-16,0 0 16,0 0-1,0 0-15,0 0 16,0 0-16,0 0 15,9 8 1,8 9 0,34 0-16,34 9 15,35-1 1,-1-8-16,-8 0 16,26-8-1,33-9 1,10-9-16,50 1 0,26-18 15,43-8 1,17 0 0,-18-9-16,69 9 15,-42 0 1,16 17 0,1 9-16,-44 8 15,35 8-15,-60 1 16,-17-9-1,17-9-15,-76 1 16,-27-1-16,-33 1 16,-94-1-1</inkml:trace>
  <inkml:trace contextRef="#ctx0" brushRef="#br1" timeOffset="92523.95">7169 12638 0,'0'-9'0,"103"-42"15,119-68-15,76-77 16</inkml:trace>
  <inkml:trace contextRef="#ctx0" brushRef="#br1" timeOffset="93469.8">1212 13641 0,'17'0'0,"60"17"0,68 0 16,111 9-16,17 8 15,43 25 16</inkml:trace>
  <inkml:trace contextRef="#ctx0" brushRef="#br1" timeOffset="94509.69">2441 9083 0,'0'0'0,"-9"76"16,-16 145 0,-35 120-16,0 33 15</inkml:trace>
  <inkml:trace contextRef="#ctx0" brushRef="#br1" timeOffset="95194.62">4754 6463 0,'0'0'0,"0"0"16,-9 9-16,-59 118 15,-120 231 1,-144 254-16,135-229 16</inkml:trace>
  <inkml:trace contextRef="#ctx0" brushRef="#br1" timeOffset="115776.84">7536 10852 0,'0'0'0,"0"0"0,0 0 15,0 0 1,-8-9-16,-1 1 15,1-1 1,-1 1-16,-8-1 16,0 1-1,0-1-15,8 1 16,1-1 0,-1 1-16,9 8 15,0 0 1,0 0-16,0 0 15,0 0 1,-8 0 0,-1 0-16,1 0 15,-1-9-15,1 9 16,-1 0 0,1-8-16,-1-1 15,-8 1 1,-9-1-16,1-8 15,8 9 1,-9-1-16,-8-8 16,-9 9-1,-16-1-15,-10-8 16,-7 17 0,-10 0-16,1 17 15,-1 9 1,-7 8-16,-10 8 15,1 9 1,-9 17-16,17 26 16,26 25-1,16-17-15,18-17 16,17 25 0,9 27-16,8-10 15,0-33 1,17-26-16,25 17 15,35-9 1,34-16-16,26-35 16,42-42-1,43-17-15,-43-8 16,-34-18 0,-25-16-16,-18-43 15,-34 8 1,-33-8-16,-35-51 15,-60 0 1,-68 17-16,-86 25 16,-84 52-1,-129 93-15,26 34 16</inkml:trace>
  <inkml:trace contextRef="#ctx0" brushRef="#br1" timeOffset="153524.82">8253 9270 0,'0'0'0,"0"0"0,-8 17 15,-1 8 1,1 18-1,-18 16-15,-8 35 16,-17 8 0,-18 17-16,-7 17 15,7-25 1,18-35-16,17-16 16,8-18-16,9-16 15,9-9 1,-1-9-1,9 1-15,0-9 16,0 0-16,0 0 16,0 0-1,-8 0 1,-26 17-16,-9 17 16,0 17-1,1 8-15,-1 18 16,9 8-1,8-17-15,9-25 16,17-18-16,26-16 16,68-43-1,85-68-15,102-94 16</inkml:trace>
  <inkml:trace contextRef="#ctx0" brushRef="#br1" timeOffset="204061.66">6623 11974 0,'85'0'0,"189"-8"0,76 16 0</inkml:trace>
  <inkml:trace contextRef="#ctx0" brushRef="#br1" timeOffset="204669.16">2287 13420 0,'35'-8'0,"144"-9"16,171-26-16</inkml:trace>
  <inkml:trace contextRef="#ctx0" brushRef="#br1" timeOffset="205613.77">2817 10954 0,'8'0'0,"43"8"31,94 26-31,43-8 15,26-9 1,-18-17-16,103-34 16</inkml:trace>
  <inkml:trace contextRef="#ctx0" brushRef="#br1" timeOffset="206012.86">3747 8836 0,'0'0'0,"0"0"16,0 0-16,17 0 15,94-8 1,119-9 0,171 0-1,146-17-15,-138-17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19:59:25.18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14330 7016 0,'-8'0'0,"-1"-8"16,1 8 0</inkml:trace>
  <inkml:trace contextRef="#ctx0" brushRef="#br0" timeOffset="614.83">13647 6565 0,'0'0'0,"0"0"15,-8 0 1,-1 9-16,1-9 16,8 0-1,-9 0 1,9 8-16,0-8 16,17 0-1,43-8-15,51-1 16,26-16-16,-18-1 15,-17 9 1,1 9 0,-1-9-16,52 8 15,25 9 1,26 0-16,51 9 0,43-1 31,17 1-31,42-9 0,1-17 16,-27 17-1,44 8 1,8-8-16,-26 9 16,35-1-1,17-8 1,-26 9-16</inkml:trace>
  <inkml:trace contextRef="#ctx0" brushRef="#br0" timeOffset="9874.4">20433 6727 0,'0'0'15,"0"0"-15,25 0 16,26-8-1,69-9-15,59-9 16,18-8 0,84 0-16,95-9 15,85 9-15,68 34 16,8 17 0,-127 0-16</inkml:trace>
  <inkml:trace contextRef="#ctx0" brushRef="#br0" timeOffset="12344.35">3107 7637 0,'0'0'16,"8"-8"-16,9-1 16,0 0-16,9 9 15,0 0 1,25 0-16,43 9 15,68-9 1,51-26-16,77-25 16,86-8-1</inkml:trace>
  <inkml:trace contextRef="#ctx0" brushRef="#br0" timeOffset="12869.67">5027 7552 0,'0'0'0,"26"0"16,85-17 0,128-9-16,93-8 15,10 17 1,33 17 0</inkml:trace>
  <inkml:trace contextRef="#ctx0" brushRef="#br0" timeOffset="13548.35">10763 7688 0,'8'0'0,"60"-8"15,154-1-15,128 1 16,68-9 0,69-9-1,68 9-15,34 25 16,-171 1-16</inkml:trace>
  <inkml:trace contextRef="#ctx0" brushRef="#br0" timeOffset="62482.78">7707 15308 0,'-8'-17'0,"-18"-60"0,-59-169 16,-86-511-16,145 536 0,-8 17 16,17 153-16</inkml:trace>
  <inkml:trace contextRef="#ctx0" brushRef="#br0" timeOffset="62814.95">7075 14602 0,'0'0'0,"0"0"16,0 0-1,-8-8-15,-9-26 16,-34-77-16,-9-50 16,9-61-1,17-16 1,16 43-16,18 25 15,9 42-15,0 60 16,8 25 0,0 18-1,17 16-15,51 52 16,52 42-16,16 17 16,52-25-1,85-9-15,35-51 16,33-60-1</inkml:trace>
  <inkml:trace contextRef="#ctx0" brushRef="#br0" timeOffset="63656.76">19502 15682 0,'0'0'0,"0"0"16,-8-8-16,-9-1 0,-43-16 31,-51-26-31,-51-26 15,-34-33-15,-1-1 16,44 26 0,25-26-1,34-42-15,34 0 16,34 0 0,26-51-16,26 25 0,17 18 15,-1-1-15,1 43 31,0 26-15,-18 33-16,1 26 16,-18 26-1,-8 16-15,-8 77 16,-9 68 0,-26 17-16,-17 0 15,9-76 1,17-26-1,0-25-15,0-18 16,8-8-16,-8-8 16,-17-26-1,-17-34 1,-1-43-16,18-25 16,34-26-16,34-8 15,17 34 1,9 34-16,0 26 15,-9 16 1,0 18-16,0 8 16,0 17-1,34 25-15,86 18 16,68 8 0,77-26-16,16-42 15,35-25-15</inkml:trace>
  <inkml:trace contextRef="#ctx0" brushRef="#br0" timeOffset="64311.95">22344 15852 0,'0'0'0,"18"-17"0,33-34 16,43-42-1,34-60-15,42-34 16,18-1 0,26-33-1,-10 17 1,-24 34-16,-1 9 15,-34 42-15,-68 42 32,-35 34-32,-42 9 15,-59 17 1,-138 0-16,-16 0 16,76 26-1,18 8-15,68 8 16,25-16-1,18-1-15,33-8 16,86 9 0,68-18-16,26-8 15,-8 9 1,-61 8-16,-42 17 16,0 34-1,25 60-15,-42 118 16,-17 137-16</inkml:trace>
  <inkml:trace contextRef="#ctx0" brushRef="#br0" timeOffset="72375.38">14757 7475 0,'0'0'0,"-17"0"0,-26 26 15,-25 8 1,-26 8-16,-8 27 15,-1 41 1,-8 35-16,9-18 16,34-25-1,33-8-15,44-1 16,34-25 0,42-8-16,77-18 15,9-59 1,34-51-16,34-51 15,-43-34-15,-34-17 16,-25 0 0,-86 17-16,-94 0 15,-110-111 1</inkml:trace>
  <inkml:trace contextRef="#ctx0" brushRef="#br0" timeOffset="73830.23">14074 9499 0,'0'0'0,"0"0"0,-25 0 15,-35 0-15,-51 9 16,-34 17 0,-43 33-1,-42 43-15,59 0 16,68-8-16,27-18 15,33 1 1,34-1-16,35 1 16,51-18-1,59-25-15,44-25 16,-1-35 0,-17-33-1,-8-26-15,-26 0 16,-43-26-1,-25-8-15,-35 17 16,-50-51-16,-86-153 16</inkml:trace>
  <inkml:trace contextRef="#ctx0" brushRef="#br0" timeOffset="74574.13">17386 10665 0,'-17'-9'0,"-77"9"15,-26 0 1,52 0-16,25 17 16,-8 0-16,-51 17 31,-35 0-16,9-8-15,51-1 16,18-8 0,-44 26-16,-76 50 15,8 18-15,94-26 16,35 0 0,8 17-1,8 77-15,17-26 16,69-68-16,102-17 15,43-26 1,77-50 0,-26-60-16,0-102 15,-26 8 1,-68-8 0,9-26-16,-77 52 15,-34-1-15,-43 26 16,-43 26-1,-59-1-15,-111 17 16,-163 43 0,-33 51-16</inkml:trace>
  <inkml:trace contextRef="#ctx0" brushRef="#br0" timeOffset="75375.16">13033 11991 0,'-9'-8'0,"-25"-1"0,-43-16 16,-17 8-1,-25 0 1,-26 8-16,-51 26 15,16 26-15,10 50 16,8 26 0,42 0-1,26 26-15,51 25 16,69-17-16,94-17 16,67-25-1,95-60-15,25-68 16,-25-68-1,-35-68 1,-50-34-16,-27-34 16,-59-18-16,-94 10 15,-145-26 1,-102-43-16</inkml:trace>
  <inkml:trace contextRef="#ctx0" brushRef="#br0" timeOffset="83872.59">25050 7492 0,'0'0'15,"-8"0"-15,-35 0 16,-60 17-16,-42 34 16,-8 18-1,-27 33 1,-24 42-16,33 9 16,26 17-16,0 26 15,0 25 1,42 26-1,61-18-15,67 9 16,78-25-16,33-85 16,69-35-1,43-42-15,8-59 16,25-52-16,-25-59 31,-25-51-31,-35-43 16,-59-25-1,-44 9-15,-75-1 16,-78-17-16,-94 18 16,-170 25-1,-222 51 1,127 93-16</inkml:trace>
  <inkml:trace contextRef="#ctx0" brushRef="#br0" timeOffset="84881.98">29889 7611 0,'-17'0'0,"-51"43"0,-94 51 15,-17 33 1,16 26-1,-24 34-15,33 17 16,77-8-16,35 17 16,33-52-1,18-76-15,93-17 16,60-8 0,86-35-1,33-42-15,-25-59 0,9-60 16,-43-34-1,-26-26-15,-68 9 32,-68 25-32,-43 9 15,-68 9-15,-120-103 16</inkml:trace>
  <inkml:trace contextRef="#ctx0" brushRef="#br0" timeOffset="85664.17">30521 10775 0,'0'0'0,"-9"-17"0,-25-8 15,-34-18 1,-60-8 0,-26 9-16,-33 33 15,-27 18 1,35 33-16,25 43 15,-8 17-15,17 26 16,17 42 0,34-9-16,26 35 0,17 0 31,42-26-15,18 25-16,25-25 15,34-25 1,60 0-16,34-26 15,52-60 1,33-42-16,9-68 16,-17-25-1,-34-35-15,0-59 16,-43-26 0,-77 9-16,-59-34 15,-94 9 1,-103-69-16</inkml:trace>
  <inkml:trace contextRef="#ctx0" brushRef="#br0" timeOffset="86369.98">25682 10886 0,'-9'0'0,"-34"0"0,-68 17 15,-59 25-15,-35 35 16,9 25 0,-9 34-16,-17 34 15,17 17 1,60-34-16,51-25 15,43 33 1,42-16 0,78-35-1,67-7-15,86-27 16,43-50-16,50-60 16,-7-34-1,-18-86 1,-26-7-16,-76-9 0,-17-26 31,-94 9-31,-69 0 0,-119-17 31,-170-26-15,-197 60-16,68 85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1:06.99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11676 6812 0,'0'0'0,"0"0"0,8-8 16,52 8 0,17-9-16,51 1 15,94-9 1,59 0-16,95 8 15,128 18 1,-86 16-16</inkml:trace>
  <inkml:trace contextRef="#ctx0" brushRef="#br0" timeOffset="3367.37">23317 6795 0,'0'0'0,"0"0"15,0 0-15,0 0 16,0 0 0,0 0-16,9-8 15,93-9 1,146-9-16,170 18 15,248 50 1,-239 1-16</inkml:trace>
  <inkml:trace contextRef="#ctx0" brushRef="#br0" timeOffset="10269.91">9568 10095 0,'0'0'0,"0"0"0,0 0 16,17 8 0,42 9-16,44 9 15,68 8 1,59-17-16,120 0 15,43-9-15,-26 9 16</inkml:trace>
  <inkml:trace contextRef="#ctx0" brushRef="#br0" timeOffset="16228.12">8612 11217 0,'17'-8'0,"145"-1"15,179-8 1,35 0-16,-9 9 15</inkml:trace>
  <inkml:trace contextRef="#ctx0" brushRef="#br0" timeOffset="19175.39">14680 12059 0,'0'0'16,"0"0"-16,-8 0 16,8 0-16,0 0 15,0 0 1,0-8-1,76-26 1,129-26-16,111 9 0,60 60 16,-1 33-1,112 35 1,-69-18-16</inkml:trace>
  <inkml:trace contextRef="#ctx0" brushRef="#br0" timeOffset="21945.42">18913 12119 0,'0'0'0,"18"-9"16,58-16-16,86-1 15,112 9 1,127 0-16,68-25 16,-59-1-1</inkml:trace>
  <inkml:trace contextRef="#ctx0" brushRef="#br0" timeOffset="23641.65">8791 13633 0,'9'0'0,"59"17"0,162-9 16,154-33-1,180-69 1,84-33-16,-238 50 16</inkml:trace>
  <inkml:trace contextRef="#ctx0" brushRef="#br0" timeOffset="77633.1">11718 14245 0,'0'0'0,"0"0"15,0 0 1,0 0 0,0 0-16,0 25 15,0 61-15,-8 58 16,8 26 0,0 17-1,17-17-15,0-8 0,9-26 16,-1-34-1,1-34-15,-9-34 32,-8-8-32,16-18 15,35-42-15,42-76 16,9-52-16,0-42 16,-8-9-1,8 35-15,0 16 16,-52 52-1,-16 50-15,-26 35 16</inkml:trace>
  <inkml:trace contextRef="#ctx0" brushRef="#br0" timeOffset="78040.94">14117 14585 0,'0'0'0,"-9"-17"16,1-8 0,-1-9-16,1 8 15,8 9 1,0 0 0,-9 17-16,-8 43 15,-17 50 1,-9 60-16,1 17 15,7-17 1,18-8-16,0-17 16,9-43-1,-1-26-15,9-33 16</inkml:trace>
  <inkml:trace contextRef="#ctx0" brushRef="#br0" timeOffset="78273.3">13656 14976 0,'0'0'0,"8"0"0,27 17 15,41 17 1,87-8-1,50-9-15,17-26 16,-25 1-16,77-1 31</inkml:trace>
  <inkml:trace contextRef="#ctx0" brushRef="#br0" timeOffset="78954.06">16677 14356 0,'0'0'0,"0"0"16,-8 0 0,-9-9-16,-17 1 15,-52-9-15,-16-9 16,16 0-1,10 1-15,7-1 16,18 1 0,8 8-16,9 0 15,17 8 1,0 9-16,-8 0 16,-18 17-1,-17 26 1,0 59-16,1 34 15,7 26 1,1 25-16,0 0 16,8 0-16,1-34 15,16-42 1,18-35-16,8-16 31,17-18-31,0 1 0,17-18 31,17 1-31,34-9 0,18-9 16,-9 1 0,-9-18-16,9 1 31,0-1-31,-9 1 16,-25-1-1,-26 9-15</inkml:trace>
  <inkml:trace contextRef="#ctx0" brushRef="#br0" timeOffset="79177.1">15679 15002 0,'0'0'0,"68"-17"16,162-17 0,112-9-1,33 9-15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3:14.310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2834 6565 0,'0'0'0,"0"0"16,0 0-16,0 0 15,0 0 1,0 0-16,8-8 16,43-1-1,77 9-15,43-17 16,85 0-1,43 0-15,17 0 16,8 0-16,-17 9 16,129 8-1,101 8-15,9-16 16,1-18 0,-138 9-16</inkml:trace>
  <inkml:trace contextRef="#ctx0" brushRef="#br0" timeOffset="3709.37">4575 7484 0,'0'0'0,"34"-9"16,68-16-1,86-1 1,85 1-1,145 8-15,43 0 16,-77 8 0</inkml:trace>
  <inkml:trace contextRef="#ctx0" brushRef="#br0" timeOffset="8768.7">13682 7382 0,'17'0'0,"85"17"15,163 17 1,136 17 0,119-17-1,-101-17-15</inkml:trace>
  <inkml:trace contextRef="#ctx0" brushRef="#br0" timeOffset="21908.89">30128 9950 0,'0'0'0,"0"0"0,0 0 16,-8 0-1,-1 9-15,-16 16 16,-52 26 0,-68 60-1,-26 16-15,35-33 16,33-9-16,18-17 15,8-17 1,0-8-16,0-9 16,0-34-1,18-17-15,8-17 16,16-9 0,10 1-16,8 8 15,0 8-15,8 9 16,-8 17-1,-60 60 1,-59 59-16,16 8 16,35 1-16,42 8 15,18-9 1,50-33 0,95-9-16,127-34 15,52-51-15,51-26 16</inkml:trace>
  <inkml:trace contextRef="#ctx0" brushRef="#br0" timeOffset="26122.41">8270 13326 0,'0'0'0,"-17"35"0,-42 24 16,-27 43-16,-25 51 15,0 9 1,26-9-1,25 76-15,9-33 16,34-85 0,25 33-16,1-25 15,17-34-15,42-8 16,60-18 0,-9-59-1,44-93-15,58-43 16,-33-34-1,0-77-15,-9 9 16,-51 34 0,-34 25-16,-43 35 15,-34 8 1,-42 25 0,-52 17-16,-51 35 15,-60 25 1,-25 42-16,17 9 15,25 17 1,34 9-16,43-1 16,35-16-16,25-17 15,16-1-15,1 1 32,9 8-32,8 0 15,0 0 1,0 0-16,17 0 15,0 8 1,0 1-16,0-1 16,0-8-1,0 0-15,0 0 16,26-17-16,-17 0 16</inkml:trace>
  <inkml:trace contextRef="#ctx0" brushRef="#br0" timeOffset="26772.86">8757 13837 0,'0'0'0,"-9"0"0,1 0 15,-9 8 1,8-8-1,1 0 1,-1 0-16,1 0 0,8 0 16,0 0-1,0-8 1,0-18-16,8-25 16,18-25-1,16-18 1,27-33-16,42-18 0,17 0 15,34-8-15,43-34 16,25-17 15,26 26-31,43-35 16,17 26-16,-1 17 0,44-9 16,25 18-1,34 16-15,-8 17 31,-18 26-15,-25 17-16,-42 17 16,-52 26-1,-51-1-15,-51 18 16,-86 25 0,-34 0-16,-25 0 15,-18 0 1,1 0-16,-1 8 15,1 1 1,-9-9-16,0 0 16,8 0-1,-8 0-15,0 0 16,9 0 0,8-9-16,26-8 15,-9 9 1</inkml:trace>
  <inkml:trace contextRef="#ctx0" brushRef="#br0" timeOffset="33699.61">13391 10801 0,'0'0'0,"0"0"16,0 0 15,0-9-31,0 9 16,0 0-1,0 0-15,0 9 16,0 33-1,0 26-15,17 34 16,0 51 0,-8 43-16,0 8 15,-18 9 1,0 8-16,1 0 16,-1-17-1,1 0-15,8-34 16,-9-8-16,-8-9 15,9-26 1,-1-42 0,1-25-16,8-9 15,-9-8 1,9-18-16,0 1 16,0-18-1,0 1-15,0-1 16,0-8-1,0 0-15,0 0 16,0 0 0,0 0-16,0 0 15,0 0 1,0 0-16,0 0 16,0 9-1,0-9-15,0 8 16,0-8-1,0 0-15,0 9 16,0-1-16,0 1 16,0-1-1,0 1 1,0-9-16,0 8 16,0-8-1,0 0-15,0 9 16,0-9-16,0 0 15,0 8 1,0-8-16,0 0 16,0 0-1,0 0 1,0 9-16,0-9 16,0 0-1,0 0-15,0 0 16,0 0-1,0 0-15,0 0 16,0 0-16,0 0 16,0 0-1,0 0 1,0 0-16,0 0 16,0 0-1,0 0-15,0 0 16,0 0-16,0 0 15,0 0-15,0 0 32,0 0-17,0 0-15,0 0 16,0 0-16,0 0 16,0 0-1,0 0-15,0 0 0,0 0 31,9 0-15,8 17-16,17 0 16,51 0-1,35 8-15,16-16 16,43-1 0,43-8-16,0-8 15,26 8-15,8-9 16,26 9-1,42 0-15,-8 0 0,34 17 16,-43-8 15,34 8-31,52 0 0,-69-9 32,-8-8-32,-34 9 15,-26 8-15,-17 0 0,-69-9 16,1 9-1,-34-8-15,-35-1 32,-17 1-17,-25-1-15,-17-8 16,8 0 0,9 0-16,-26 0 0,-9 0 15,-16 0-15,0 0 31,-1 0-15,1 0-16,-9 0 16,0 0-1,0 0-15,0 0 16,0 0 0,0 0-16,0 0 15,0 0 1,0 0-16,0 0 15,0 0 1,0 0-16,0 0 16,0 0-1,0 0-15,0 0 16,0 0 0,0 0-16,0 0 15,0 0 1,0 0-16,0 0 15,0 0 1,0 0-16,0 0 16,0 0-1,0 0-15,0 0 16,0 0 0,0 0-16,0 0 15,0 0 1,0 0-16,0 0 15,0 0 1,0 0-16,0 0 16,0 0-1,0 0-15,0 0 16,0 0-16,0 0 16,0 0-1,0 0 1,0 0-16,0 0 15,0 0-15,0 0 16,0 0 0,0 0-16,0 0 15,0 0 1,0 0 0,0 0-16,0 0 15,0 0-15,0 0 16,0 0-1,0 0-15,0 0 16,0 0 0,0 0-1,0 0-15,0 0 16,0 0 0,0 0-1,0 0-15,0 0 16,0 0-16,0 0 15,0 0 1,0 0 0,0 0-16,0 0 15,0 0-15,0 0 16,0 0-16,0 0 16,0 0-1,0 0-15,0 0 31,0 0-31,0 0 16,0 0 0,0 0-16,0 0 15,0 0 1,0 0-16,0 0 16,0 0-16,0 0 15,0 0-15,0 0 16,0 0-1,0 0-15,0 0 16,0 0 0,0 0-16,0 0 31,0 0-31,0 0 16,0 0-1,0 0-15,0 0 16,0 0-1,0 0-15,0 0 0,0 0 16,0 0-16,0 0 16,0 0-1,0 0-15,0 0 16,0 0 15,0 0-31,0 0 16,0 0-1,0 0-15,0 0 0,0 0 16,8 0 0,1 9-16,-1-9 31,18 0-31,34-9 16,25-16-1,0-9-15,69-17 16,42-34-1,-17-17-15,18-26 16,-1 9 0,-59 25-16,33-50 15,1-9 1,-51 25-16,-1-16 16,35-52-1,8 34-15,-34 9 16,17-25-1,17 16-15,-25 35 16,-18-9 0,1 0-16,-1 16 15,-8 27 1,-26 25-16,-8 0 16,-9 0-1,-16 17-15,-18 8 16,-9 18-1,-16 8-15,0 0 16,-1 8 0,1 9-16,-9 0 15,0 0-15,0 0 16,0 0 0,0 0-1,0 0-15,0 0 16,0 0-1,0 0-15,0 0 16,0 0-16,0 0 16,0 0-1,0 0 1,0 0-16,0 0 16,0 0-1,0 0-15,0 0 16,0 0-1,0 0-15,0 0 16,0 0 0,0 0-16,0 0 15,0 0 1,0 0-16,0 0 16,0 0-1,0 0-15,0 0 16,0 0-1,0 0-15,0 0 16,0 0 0,0 0-16,0 0 15,0 0-15,0 0 16,0 0 0,0 0-16,0 0 15,0 0 1,0 0-16,0 0 31,0 0-31,0 0 16,0 0-16,0 0 15,8 0 1,1 0-16,-9 0 16,17 17-16,8 9 15,9 25 1,26 34-1,8 42-15,18 35 16,-9 8-16,17 34 16,25 34-1,26 0 1,-17 1 0,-8 7-16,33 52 15,18 25 1,-34-51-16,-9 26 15,8 8-15,1-17 16,-43-51-16,-26-8 16,-25-9-1,-18-68-15,-8 9 16,-8-9 0,-9-51-16,0-34 15,0-9 1,0-16-1,0-9-15,0-9 16,0 1 0,0-18-16,0 1 15,0-1-15,0 1 32,0-9-32,0 0 15,0 0 1,0 0-16,0 0 15,0 0 1,0 0-16,0 0 16,0 0-1,0 0-15,0 0 16,0 0-16,0 0 0,0 0 31,0 0-15,0 0-16,0 0 15,0 0 1,0 0-16,0 0 16,0 0-1,0 0-15,0 0 16,0 0 0,0 0-16,0 8 15,0-8-15,-9 0 16,9 9-1,0-9 1,-8 0-16,8 8 16,-9-8-1,-8 17-15,-60 9 16,-51 8 0,-34 17-16,-85 17 15,-1 0 1,-59 0-16,-137 9 15,94-26 1,9 8-16,-78 18 16,52-1-1,0 18-15,-42-1 16,50-33 0,52-18-16,-17 1 15,42-9 1,43-17-16,26 0 15,76-9 1,35-8-16,25 0 16,9 0-1,16 0-15,18 0 16,17 0 0,0 0-16,0 0 15,17 0 1,0 0-16,0 0 15,0 0-15,0 0 16,0 0 0,0 0-1,0 0-15,0 0 16,0 0 0,0 0-16,0 0 15,0 0 1,0 0-16,0 0 15,0 0 1,-9 0-16,1 0 16,-1 0-1,-16-8-15,-43-1 16,-52-8 0,-85-8-16,-25 8 15,-43 8 1,-9 9-16,-25 0 15,-18 9-15,10-1 16,-87 1 0,87-9-1,24-9-15,-24 9 16,-27-8-16,-119 8 16,-42 0-1,16 8-15,18 18 31,51 8-31,-18 34 16,-101 26-16,84-9 16,35-17-1,43-17-15,25-9 16,-60 1-16,103-9 16,-43 0-1,0 0 1,102-17-16,61-9 15,24 1-15,-84-1 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5:04.77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10959 7560 0,'0'0'0,"0"0"16,0 0-16,0-8 15,0-1 1,0 1-16,0-1 16,25 1-1,44-1-15,67-8 16,35 17 0,51 17-16,60-8 15,50-18 1,35-16-16,0-1 15,9-8 1,110-17-16,78-17 16,-163 0-16</inkml:trace>
  <inkml:trace contextRef="#ctx0" brushRef="#br0" timeOffset="12532.07">15517 8666 0,'0'0'0,"0"0"0,25 9 15,86-9 1,111-17 0,111-34-16,59-9 15,69-17 1,-60 1-16</inkml:trace>
  <inkml:trace contextRef="#ctx0" brushRef="#br0" timeOffset="25662.94">3329 10350 0,'0'0'0,"0"0"15,-9 0 1,1 0 0,-1 0-16,9 0 15,0 0-15,0 0 16,9-9-1,33-8 1,69-8-16,120-18 16,33 9-1,26 26-15,60 8 16,-8 17-16,33 25 16</inkml:trace>
  <inkml:trace contextRef="#ctx0" brushRef="#br0" timeOffset="27122.6">11147 11073 0,'0'0'0,"0"0"0,8 0 16,60-9 0,103-16-16,60-9 15,76 17 1,34 17-16,-8 34 15,77 34 1,85 8 0,111 26-16,-188-34 15</inkml:trace>
  <inkml:trace contextRef="#ctx0" brushRef="#br0" timeOffset="29098.77">12009 12000 0,'0'0'0,"0"0"16,25 0-1,35 8 1,77 9-16,170 17 15,154 17-15,-52 0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6:02.14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6862 9244 0,'0'0'0,"0"0"16,0 0-16,0 0 15,-8 9 1,-1 8 0,0 17-16,1 0 15,-1 8 1,1 1-16,-1-9 16,1-9-16,8 1 15,0-18 1,0 1-16,0 0 31,0-1-31,0 9 16,17 0-16,17-8 15,34 8-15,52-9 16,-1-16 0,-33-1-16,-10 9 31,-16 0-31,-17 0 0,-9 0 31,0 0-31,17 9 0,-8-1 16,0 1-1,-18-1-15,1 1 32,0-1-32,-18-8 0,1 0 15,8 0 1,0-8-1,0-9-15,0-9 0,0-42 16,0 25 0</inkml:trace>
  <inkml:trace contextRef="#ctx0" brushRef="#br0" timeOffset="6647.3">8253 9244 0,'0'0'0,"0"0"16,0 0-16,0 0 15,0-8 1,9 8-16,-9 0 31,0 0-31,0 0 16,0 0-1,8 8 1,-8 9-16,9 0 16,-1 9-1,1 8-15,0 0 16,-1-9 0,1 1-16,-1-1 15,1-8-15,-1-8 16,1-1-1,8 1 1,0-1-16,8 1 16,10-1-1,24 1-15,18 0 16,17-18 0,8 9-16,1 0 15,-1 0 1,9 0-16,17 9 15,0 8 1,-8 0-16,25 0 16,17 0-16,-34-9 15,-17 1 1,-26-18 0,1 1-16,-9-9 15,-18 8-15,1-16 16,0-18-1,-9-25-15,0-34 16,0 17 0,-8 25-1,-17 9-15,-9 34 16</inkml:trace>
  <inkml:trace contextRef="#ctx0" brushRef="#br0" timeOffset="8231.4">10984 9236 0,'0'0'0,"0"0"16,0 0-1,0 0-15,0 0 16,0 0 0,0 0-16,0 0 15,0 0 1,0 17 0,-8 25-1,-9 9-15,0 17 0,0-8 16,0 0-1,17-9 1,0-9-16,0-16 16,17-1-1,8-8-15,9-8 16,26-1 0,17-8-1,17-8-15,17-1 16,-9 1-16,-8 8 15,-8 0-15,-1 0 16,34 0 0,18 8-1,-1 1-15,10-1 16,16 1-16,-9 8 31,-25-9-31,-17 9 16,9 0-16,-9-8 15,-34-9 1,-26 8-16,-9 1 16,-16-9-1,-9 0 1,-8 0-16,-1-9 16,9-8-1,-8-8-15,-1-26 0,1-9 16,-1-25-1,1-17 1,-9 51-16</inkml:trace>
  <inkml:trace contextRef="#ctx0" brushRef="#br0" timeOffset="16330.33">13861 8445 0,'8'-9'0,"43"-8"0,35-17 16,50 9-1,95-9 1,119-9-16</inkml:trace>
  <inkml:trace contextRef="#ctx0" brushRef="#br0" timeOffset="27341.94">5505 10852 0,'0'0'0,"0"0"0,0 0 15,0 0 1,0 0-16,0 0 16,-8 8-16,-18 26 15,0 34 1,-8 34-16,17 0 16,0-17-1,17-17 1,0-25-16,0-9 15,0-9-15,0-7 16,0-10 0,0 1-1,0-1-15,0 1 16,9-9 0,33 8-16,35 1 15,25-9 1,9 0-16,17 0 15,35 8 1,-18 9-16,34 9 16,34 8-16,18 0 15,25 0 1,0 0-16,0-9 31,-9 1-31,-16-1 16,-9-16-1,-26-9-15,-8 0 16,-26 0-16,-34-9 16,-51 1-16,-26 8 15,-25 0 1,-1 0-16,1-9 16,-9 1-1,9-9-15,16-34 16,-16 8-1</inkml:trace>
  <inkml:trace contextRef="#ctx0" brushRef="#br0" timeOffset="38977.96">17872 4524 0,'0'0'0,"0"0"15,0 0 1,0 0-1,0 0 1,-8 26-16,-18 25 16,-17 42-1,1 10-15,-18 33 16,-8 8-16,16-25 16,18-34-1,9-34 1,8-25-16,0-1 15,8-16 1,9-1-16,0-25 16,9-59-1,42-52-15,17 1 16,17-26 0,9 8-16,-8 43 15,-1 17 1,0 25-16,-25 35 15,8 8 1,1 17-16,-1 25 16,-8 43-1,-18 26-15,-25 16 16,-17 18 0,-17 8-16,17-34 15,0-34 1,17-25-16,0-26 15,-8-9 1</inkml:trace>
  <inkml:trace contextRef="#ctx0" brushRef="#br0" timeOffset="39178.79">19366 5026 0,'0'0'0,"0"9"16,0 8-1,8 8-15,1-16 16,-1-1 0,18-25-16,-9 0 15</inkml:trace>
  <inkml:trace contextRef="#ctx0" brushRef="#br0" timeOffset="39678.11">20270 4805 0,'0'0'0,"0"9"0,-17 42 16,-17 34 0,9 0-16,8-34 31,8-26-31,1 1 0,8-18 31,0 1-31,0-1 16,17-25-16,51-17 15,34-34-15,9-8 16,0 8 0,-17 17-16,-17 8 31,-17 18-31,-18 16 15,1 9-15,-17 26 16,-1 16 0,1 26-1,-9 0-15,9-8 16,8-18 0,0-25-16,-9-8 15</inkml:trace>
  <inkml:trace contextRef="#ctx0" brushRef="#br0" timeOffset="39866.44">21807 4950 0,'0'0'0,"0"0"15,17 8 1,17 1-16,17-9 15,17-9 1,26 9-16,-42 0 16</inkml:trace>
  <inkml:trace contextRef="#ctx0" brushRef="#br0" timeOffset="40135.1">23317 4745 0,'0'0'0,"-8"9"15,-9 59 1,-17 68-16,0 17 15,-1-42-15,18-35 16,-8-25 0,8-25-1</inkml:trace>
  <inkml:trace contextRef="#ctx0" brushRef="#br0" timeOffset="40678.44">25349 4941 0,'0'0'0,"0"0"0,-9 0 15,9 9 1,0-9 0,0 0-16,0 0 15,0 0 1,0 0-16,0 0 16,0 0-1</inkml:trace>
  <inkml:trace contextRef="#ctx0" brushRef="#br0" timeOffset="41167.82">26663 4805 0,'0'0'0,"-8"17"0,-1 43 16,-8 33-16,-34 26 15,-9-8 1,-8-18-16,0-42 16,16-8-1,10-18 1,25-16-1,8-1-15,18-8 16,67-8-16,35-43 16,0-34-1,26-17-15,-18 25 16,-16 35-16,-35 16 31,-25 26-31,-1 9 16,-16 16-16,0 35 15,-1 16 1,-8-8-16,-8-17 16,8-25-16,26-18 31,-9 1-31</inkml:trace>
  <inkml:trace contextRef="#ctx0" brushRef="#br0" timeOffset="41343.36">28413 4907 0,'0'0'0,"8"9"15,44 16 1,41 26-16,-7-8 16,25-26-1,42-34-15,121-68 31</inkml:trace>
  <inkml:trace contextRef="#ctx0" brushRef="#br0" timeOffset="41707.53">29830 4924 0,'0'0'0,"17"26"0,0 25 16,0 34 0,-9 8-16,-16-16 15,-26-18 1,-9-8-16,9-17 16,8-8-1,1-18-15,8 1 16,0-1-1,17-8-15,0 0 16,0 0 0,0 0-16,34 34 15,17 17 1,60 26-16,60 25 16,-9-17-1,34 0-15,128 34 16</inkml:trace>
  <inkml:trace contextRef="#ctx0" brushRef="#br0" timeOffset="42981.28">17642 6736 0,'0'0'0,"0"0"16,0 0-1,0 0 1,0-9-16,8 1 16,9-9-16,0-9 15,18 0 1,16 9 0,0 0-16,-8 9 15,8 8 1,17 8-16,-8 26 0,0 26 15,-18 8 1,-16 9 0,-26-9-16,-26 0 15,-25 17 1,17 8 0,-9-25-1,1-17-15,-1-25 16,9-18-16,17-16 15,8-1 1,9-16-16,17-1 16,-8 9-1,-1 9-15,18 8 16,34 17-16,51 34 16,34 25-1,-34-8 1,-35-34-16,44 0 0,162 34 15</inkml:trace>
  <inkml:trace contextRef="#ctx0" brushRef="#br0" timeOffset="43508.28">21500 6625 0,'0'0'0,"0"0"16,0 0-16,17 17 16,17 0-1,0 17-15,9 17 16,-9 0 0,-26 17-16,-25-8 15,-17-9 1,-34 17-16,-26 25 15,9-16 1,33-18-16,1-25 16,8-17-1,26-17-15,9-8 16,8-9 0,8 0-16,44-9 15,67 18 1,26 25-16,34 51 15,60 25 1,-34-33-16,9-18 16,7 1-1,78-9 1</inkml:trace>
  <inkml:trace contextRef="#ctx0" brushRef="#br0" timeOffset="44116.78">28353 6480 0,'0'0'0,"-8"-8"31,8 8-31,-9-9 16,-17 1-1,1-9-15,-9 0 16,17 0-1,8 8-15,18 1 16,33-9-16,61 8 16,33 18-1,1 25 1,-43 17-16,-26 17 16,-25 25-1,-35 18-15,-50 25 16,-61 0-16,-51-17 15,26-51 1,52-34 0,16-17-16,17-8 15,18-9 1,25-9-16,0 1 0,59-9 31,95-9-31,59 43 16,120 51-1,60 26-15</inkml:trace>
  <inkml:trace contextRef="#ctx0" brushRef="#br0" timeOffset="53227">7280 10648 0,'0'0'0,"0"0"16,0 0 0,0 0-16,0 0 15,0 0 1,-17 34 0,-17 34-16,0 17 15,8 25 1,9 1-16,0-9 15,9-26 1,-1-16-16,9-1 16,0-16-16,0-18 15,0 1 1,0-9-16,9 0 16,16 0-1,18 0 1,34 9-16,42-9 15,35-9 1,17-8 0,16 0-16,1 0 15,-17 17-15,0 17 16,-1 9 0,-25 8-16,-17-9 15,-25-8-15,-35-8 31,-34-9-31,-8-9 16,-18 1-16,1-18 0,8-16 16,0-60-1,17-60-15,0-42 32,0-9-17,1 18-15,-1 33 16,-17 52-1,-9 16-15,-8 26 0,-8 17 32,-1 9-32,-8-1 15,-17 1-15,-26-1 16,-34 1-16,-76-10 16,-69 18-16,-69 9 15,-144 33 1,51 18-1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7:22.491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24470 8777 0,'0'0'0,"-9"-9"31,-16 1-31,-1-1 16,-17 1 0,1-9-16,-10-9 15,-33 1 1,17-1-16,25 9 16,-25 0-1,-35 9-15,-67 25 16,-27 42-1,-42 77-15,9 34 16,59 0 0,-34 68-16,35-8 15,76-34 1,43-1-16,34-42 16,68 9-1,119-9-15,69-85 16,26-102-1,68-68-15,-9-26 16,26-127 0,-60 26-16,-110 33 15,-1-34 1,-94 35-16,-76-9 16,-86 0-1,-94 8-15,-145 26 16,-298 110-1,-197 196-15,401 1 16</inkml:trace>
  <inkml:trace contextRef="#ctx0" brushRef="#br0" timeOffset="8112.08">12051 10733 0,'0'0'0,"0"0"0,17 0 31,52-9-15,101-16-16,112-18 15,119-25 1,86-17-16,-78 17 0</inkml:trace>
  <inkml:trace contextRef="#ctx0" brushRef="#br0" timeOffset="11681.26">23881 9244 0,'0'0'0,"0"0"15,0 0-15,0 0 16,0 0-1,0 0-15,0 0 16,0 0 0,-9-8-16,-8-18 15,-26-33 1,-25-43 0,-9-17-1,9 8-15,-9-59 0,26-34 16,34-34-1,17-34 1,26 8-16,25-25 16,9 0-16,-18 25 15,1 0-15,0 18 16,-9 84 0,-9 35-1,-8 16 1,-8 35-16,-9 33 15,0 9 1,0 17 0,0 0-16,0 17 15,0 0-15,8 9 16</inkml:trace>
  <inkml:trace contextRef="#ctx0" brushRef="#br0" timeOffset="12119.06">24487 5400 0,'0'0'0,"-9"-8"16,1-1 15,-18-16-31,-17-18 0,-25-16 31,-9 8-31,-8 8 16,0 9 0,-18 26-16,-68 33 15,-50 60-15,-1 43 16,0 33 0,60 26-1,68-8-15,34-9 16,43 0-1,43-34-15,76-8 16,77-18 0,69-59-16,8-51 15,-9-59-15,18-94 16,-43-60 0,-69-8-1,-50-34-15,-61-9 16,-127-8-1,-94-59-15</inkml:trace>
  <inkml:trace contextRef="#ctx0" brushRef="#br0" timeOffset="16642.14">12316 11456 0,'0'0'0,"17"0"15,51-17 1,129-35-16,101-24 16,61-35-1,16-8-15,44 9 16,-10 25-1,-33 34 1</inkml:trace>
  <inkml:trace contextRef="#ctx0" brushRef="#br0" timeOffset="19723.54">8245 12459 0,'0'0'0,"0"0"15,0 0-15,0 0 16,-9 9-1,1 25-15,-9 51 16,-9 42 0,-8-16-16,17-18 15,17 9 1,0 9-16,8-26 16,9-26-1,0-16-15,18 0 16,24-18-1,35-8-15,43-42 16,42-44 0,9-7-16,-17 16 15,-26 9-15,0 17 16,-26 9 0,-25 16-1,-26 9-15,-25 0 16,-17 0-1,-18 0-15,1 0 16,-1 0 0,-8 0-1,0-8-15,0-43 16,0-77-16,9-25 16,8 9-1,0-26-15,-9 33 16,1 44-16,0 33 15,-18 18 1,0 8-16,-8 8 16,-17 1-1,-60 16 1,-76 26-16,-86 43 16,-86 67-1,-85 69-15,60-17 16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09:56.972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2287 4184 0,'0'-8'0,"0"-9"0,60-43 15,111-16 1,-26 25 0,128 0-16,77 17 15,-51 8 1,162 9 0,85 9-16,34 16 0,129 18 15,33 42 1,-315-9-16</inkml:trace>
  <inkml:trace contextRef="#ctx0" brushRef="#br0" timeOffset="6229.56">12026 6319 0,'0'0'0,"0"0"15,0 0-15,0 0 16,42-17 0,129-9-16,102-8 15,103 9 1,179 25 0,170-9-16,-298 9 15</inkml:trace>
  <inkml:trace contextRef="#ctx0" brushRef="#br0" timeOffset="24039.64">23966 8615 0,'0'0'0</inkml:trace>
  <inkml:trace contextRef="#ctx0" brushRef="#br0" timeOffset="24321.05">23906 8326 0,'0'0'0,"0"0"15,0-9 1,17-8 0,60-17-1,85 0-15,1 9 16,50 8-16,26 0 15,111 17-15,42 0 16,-76-26 0,120 26-1,33 9-15,-76 8 16</inkml:trace>
  <inkml:trace contextRef="#ctx0" brushRef="#br0" timeOffset="25060.87">4549 9270 0,'0'0'0,"0"0"16,0 0-16,9 0 16,16 8-1,78-16-15,59-9 31,102-34-31,61-17 0,67-34 32,69-17-32,17 0 15,-77 34-15</inkml:trace>
  <inkml:trace contextRef="#ctx0" brushRef="#br0" timeOffset="44582.42">12043 8700 0,'0'0'0,"0"0"0,0 0 16,0 0-1,0 0-15,0 0 16,0 0 0,0 0-1,0 0 1,0 0-16,-9 9 16,1 25-1,-18 34-15,-8 34 16,8-9-1,9-25-15,0-25 16,17-1 0,0-8-16,9 0 15,8 0-15,0 0 16,0-8-16,0-1 16,26-8-1,16 9 1,35-26-1,26-17-15,16-17 16,18-9 0,34 1-16,17 8 15,-1 0 1,18 0-16,9 0 16,16 8-1,9-8-15,9 9 16,-35 8-1,9 8-15,-8-8 16,-26 17 0,0 0-16,-26 9 15,-17 8 1,-26 8-16,-25-8 16,-25-8-1,-26 8-15,-18-9 16,-16 1-1,-18-9-15,1 0 16,-1 0 0,-8-9-16,-8-8 15,-35-76 1,-68-179-16</inkml:trace>
  <inkml:trace contextRef="#ctx0" brushRef="#br0" timeOffset="75740.39">4105 11830 0,'0'0'0,"0"0"16,0 0-16,0 0 0,0 0 16,9-9 15,25 1-31,34-9 15,43-9 1,68-25 0,26 0-16,43-8 15,33-1 1,61 9-16,50 9 16,-7-1-16,33 17 15,-26 26 1</inkml:trace>
  <inkml:trace contextRef="#ctx0" brushRef="#br0" timeOffset="78922.23">19067 11396 0,'0'0'0,"0"0"0,0 0 0,9 0 16,33 0 15,35 8-31,34 1 15,34-9-15,86-9 16,127-8 0</inkml:trace>
  <inkml:trace contextRef="#ctx0" brushRef="#br0" timeOffset="79512.02">28942 11558 0,'0'0'0,"26"0"0,127 17 15,223 8-15,25-8 16</inkml:trace>
  <inkml:trace contextRef="#ctx0" brushRef="#br0" timeOffset="84016.92">11531 12782 0,'0'0'0,"0"0"0,34 0 16,51 9-1,103-18-15,85 1 16,77-18 0,94-8-16,68 0 0,77 17 31,-162 9-16</inkml:trace>
  <inkml:trace contextRef="#ctx0" brushRef="#br0" timeOffset="96133.17">19844 12850 0,'0'0'0,"0"-8"0,25-1 16,27-25-1,67-8 1,43-1-16,9 9 16,68 9-1,85 16-15,52 18 16,161 8-16,-118 8 15</inkml:trace>
  <inkml:trace contextRef="#ctx0" brushRef="#br0" timeOffset="98018.86">25212 12459 0,'0'0'0,"0"0"16,0 0-1,9 9 1,-1-1-16,-8 1 15,0-1-15,9 1 16,8-1 0,0-8-1,34 0-15,69 0 16,50 0 0,1 0-16,77 17 15,102 9 1,-1-18-16,78-59 15,-17 0-15</inkml:trace>
  <inkml:trace contextRef="#ctx0" brushRef="#br0" timeOffset="104458.36">30214 9355 0,'0'0'0,"0"0"15,0 0 1,0 0-16,0 0 16,-9 17-1,1 25-15,-18 35 16,-17 25 0,-8 17-16,-9 26 15,-8-9 1,17-26-16,8-33 15,26-35 1,0-16-16,17-18 16,0 1-16,0-9 15</inkml:trace>
  <inkml:trace contextRef="#ctx0" brushRef="#br0" timeOffset="104724.13">29727 10188 0,'0'0'0,"0"0"0,0 0 16,0 0-1,0 0-15,0 0 16,0 0-16,-8 17 16,-1 34-1,1 0-15,-1-8 16,9-18-1,0 1 1,9-18-16,59 1 16,60-9-1,8-17-15,18-9 16,136-25-16</inkml:trace>
  <inkml:trace contextRef="#ctx0" brushRef="#br0" timeOffset="116960.61">29061 12867 0,'0'0'0,"0"0"16,18-8-1,84-1-15,86-16 16,102-9-16,34-26 16,69-8-16,59 9 31,-85-9-31,-8-9 16</inkml:trace>
  <inkml:trace contextRef="#ctx0" brushRef="#br0" timeOffset="124584.2">28268 14534 0,'0'0'0,"0"0"15,0-8 1,17-1-16,25-16 15,44-9-15,85-9 16,68 18 0,76 25-1,78 25-15,76 18 16,-59 8 0</inkml:trace>
  <inkml:trace contextRef="#ctx0" brushRef="#br0" timeOffset="145711.51">28788 12578 0,'0'0'0,"0"0"16,0 0-16,0 0 31,-8 9-31,-1 16 16,1 18-16,-1 33 0,9 9 31,0 9-16,9 33-15,-9 9 16,0 0-16,0-16 16,17 16-1,-9 17 1,1-9-16,-9-25 16,0 9-16,-9 8 15,-16-34 1,-1-17-1,1-25-15,7-26 16,1-9 0,9-8-16,8-8 15,0-1 1,0-8-16,43-17 16,76-17-1,52-34-15,34-8 16,-9 8-1,-17 8-15,0 0 16,9 1-16,-26 8 16,9 0-1,8 0 1,-25 17-16,-18 0 16,-16 8-16,-26 9 15,-17 0 1,-26 0-16,-26 9 15,1 8 1,-17 0-16,-1 0 16,1-9-1,-1 1 1,-8-1-16,0-16 16,9-18-1,-9-16-15,8-9 16,-8 17-16,-8 0 15,-1 8 1,1 9-16,-18-8 16,-17-9-1,-8 8-15,0 9 16,8 8 0,-8 1-16,-17-1 15,-26 1 1,-51 8-1,-69 0-15,-110 0 16,-77 8-16,-94-8 16,-85-34-1,170 17 1</inkml:trace>
  <inkml:trace contextRef="#ctx0" brushRef="#br0" timeOffset="174968.47">28865 16261 0,'0'0'0,"0"0"0,0 0 16,0 0-16,0 0 15,0 0 16,17 0-31,60 0 16,136 0-16,163 8 16,153-8-16,-111-17 31</inkml:trace>
  <inkml:trace contextRef="#ctx0" brushRef="#br0" timeOffset="209147.48">18316 14781 0,'0'0'0,"0"0"0,0 0 0,0 0 0,-9 17 0,1 0 16,-1 17-16,1 8 15,-9 9 1,8-8-16,1-1 15,8-16 1,0-9-16,0 0 16,17-9-1,8 1-15,44-9 16,25-9 0,-1 1-16,1-1 15,9-8 1,8 0-1,17 0-15,-9 0 16,9-8-16,34 8 16,1 0-1,-1 8 1,0 9-16,-8 17 16,-18 0-1,-8 0 1,-8 0-16,-1 0 15,-25 0-15,-17-8 16,-26-1 0,-8 1-16,-18-1 15,-8 1-15,-8-1 16,-1-8 0,1-8-1,8-35-15,0-33 0,0-26 31,0-17-31,-8 68 16</inkml:trace>
  <inkml:trace contextRef="#ctx0" brushRef="#br0" timeOffset="-186080.61">21704 2909 0,'0'0'0,"9"0"0,17 25 0,144 103 16,-127-69-16,-9 18 16,-34 33-16,-43 43 0,-33 9 31,-35-18-31,8-33 16,9-34-1,0-26-15,35-17 16,25-26-1,16-16-15,1-9 16,26-9 0,17-16-16,42-1 15,43-8-15,0 26 16,0 25 0,-9 17-1,-17 8-15,9 9 16,-8 9-16,-35-9 15,-17-9 1,-8-16 0,-18-1-16</inkml:trace>
  <inkml:trace contextRef="#ctx0" brushRef="#br0" timeOffset="-185270.3">22106 2118 0,'0'0'0,"0"0"16,8-9-1,26 1-15,0-1 16,0 1 0,9 8-16,0 8 15,-1 9 1,-16 0-16,0 17 16,-26 26-1,-9 25-15,-8 8 16,0-16-1,-9-18-15,9-16 16,0-18 0,0-8-16,0-8 15,9-9-15,-1-9 16,1 1 0,8-9-1,0 0-15,8 0 16,1 8-1,-1 9 1,18 9-16,16 16 16,27 9-16,-10 9 15,1-18 1,-17 1-16,0-18 16,-1 9-16,-16-8 15</inkml:trace>
  <inkml:trace contextRef="#ctx0" brushRef="#br0" timeOffset="-184766.76">22993 1522 0,'0'0'0,"-8"9"15,-1 16 1,-8 18-1,8-1 1,-8-8-16,9-8 16,-1-1-16,-8 1 15,9-18-15,8 1 16,0-1 0,0-8-16,8-8 31,43-9-31,26-34 15,34-26 1,-17 9-16,-26 17 16,9 17-16,-26 26 0,-8 16 31,-9 26-31,-17 17 16,-8-17-1</inkml:trace>
  <inkml:trace contextRef="#ctx0" brushRef="#br0" timeOffset="-180124.69">25562 3555 0,'0'0'0,"26"0"15,42 0-15,9 17 16,0 0-1,-9 8 1,0 18-16,-8 25 16,-26 26-1,-34 16-15,-17 9 16,-17-8 0,-26-18-16,-17-16 15,1-18 1,7-16-1,18-26-15,17-9 16,17-16-16,17-9 31,17-26-31,0 1 16,9-1-16,-1 18 16,9 16-1,9 18-15,8 25 16,17 0-1,1 8-15,-9-8 16,-26-8 0,-9-18-16,-16 1 15,-1-1-15,1-8 16,8-8 0,-9-1-16,1 9 15</inkml:trace>
  <inkml:trace contextRef="#ctx0" brushRef="#br0" timeOffset="-179634.34">25963 2602 0,'0'0'0,"0"0"0,17 9 15,43 16-15,0 9 32,-17 17-17,-18 0-15,1 0 16,-18 1-16,-16 7 15,-9-8 1,-17 0 0,-18 0-16,1-17 15,8-17 1,9-8-16,9-18 16,8 1-16,17-1 0,0 1 31,17-9-16,8 8-15,27 18 16,24 16 0,1 1-16,-17-1 15,-26-16 1,-8-1-16,-18-16 16,1-1-1,-1 1-15</inkml:trace>
  <inkml:trace contextRef="#ctx0" brushRef="#br0" timeOffset="-179157.42">26228 1752 0,'0'0'0,"0"0"15,25 0-15,27 0 16,-10 0 0,-16 0-16,0 8 15,-9 1 1,-9-1-16,1 9 15,-26 26 1,-17 16-16,-18-7 31,18-10-31,9-16 16,7-18-16,1 1 16,17-9-16,0 0 15,9-9-15,34 9 16,16 0-1,27 17 1,-18-8 0,-8-1-16,-18 1 15,-7-1 1,-10-16-16,-16 8 0</inkml:trace>
  <inkml:trace contextRef="#ctx0" brushRef="#br0" timeOffset="-178586.84">26697 1097 0,'0'0'0,"0"0"31,17-8-31,26 8 15,17-9-15,0 9 16,-18 0 0,-8 0-1,1 9-15,7 8 16,9 8-16,-8 1 16,-9-1-1,-8-8-15,-18-8 16,1-1-1,-18-8-15,1 9 16,-1-1 0,9-8-16,0 0 15,0 0 1,0 0-16,9 0 16,42 9-1,26-18-15,34 1 16,-9-1-1,-59 9 1</inkml:trace>
  <inkml:trace contextRef="#ctx0" brushRef="#br0" timeOffset="-178137.75">27645 553 0,'0'0'0,"0"0"16,0 0-16,0 0 31,0 0-31,0 0 0,0 0 15,0 0 1,0 0-16,0 0 31,17 0-31,0 0 16,-9 0-16,1 8 16,-18 18-1,1-9 1,-1 8-16,1-8 15,-1 0 1,9-17-16,0 17 16,9 0-1,33 0-15,35-8 16,-8-9-16,-10-9 16,18-8-1,-26 17-15</inkml:trace>
  <inkml:trace contextRef="#ctx0" brushRef="#br0" timeOffset="-177756.85">28302 51 0,'0'0'0,"0"0"15,-17 34-15,0 43 32,0-43-17,-9 0-15,-8 17 0,8 8 16,9-25-16,9-17 16,8 0 15,0-8-31,8-1 15,26-8 1,43-34-16,9-17 16,-27-17-1,1 0-15,-9 60 16,-17 42 0,1 42-16,7 60 15,9 85 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15:29.357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3363 8385 0,'0'0'0,"0"0"0,0 0 0,0 0 0,0 0 15,0 0-15,0 0 16,0 0-16,0 0 16,0 0 15,25 17-31,27 0 16,33 0-1,26-8-15,-17-9 16,17-9-1,51-8-15,9 0 16,-1 0 0,44 9-16,-27-9 15,27 8 1,33-8-16,18 0 16,17 0-1,25 0-15,9 9 16,8-1-1,43 1-15,-68-9 16,68 8 0,17 1-16,-68 8 15,85 0 1,8 8-16,-93-8 16,102 26-1,35 8-15,-35 0 16,-25-17-1,-26 0-15</inkml:trace>
  <inkml:trace contextRef="#ctx0" brushRef="#br0" timeOffset="2381.09">8236 9278 0,'0'0'0,"0"0"0,34 9 15,60-1-15,68 1 16,77-26 0,35 0-16,75 0 15,44 8 1</inkml:trace>
  <inkml:trace contextRef="#ctx0" brushRef="#br0" timeOffset="9903.07">26125 10273 0,'0'0'0,"0"0"0,0 0 16,26 0-16,59-8 15,103-9 1,68-17-1,34 8-15,35 1 16,33 8 0,26 17-16</inkml:trace>
  <inkml:trace contextRef="#ctx0" brushRef="#br0" timeOffset="25594.88">9081 12986 0,'0'0'0,"0"0"0,0 0 16,0 0-1,26 0-15,16 9 16,61 8 0,110 0-16,69-17 15,42-9 1,112-16-16,59-1 16,0 35-1,-86 16-15</inkml:trace>
  <inkml:trace contextRef="#ctx0" brushRef="#br0" timeOffset="31531.99">27875 11821 0,'0'0'0,"0"0"0,0 17 15,0 17 1,-8 51-16,-1 68 16,1-17-1,-18-8 1,0 51-16,1-9 16,8-68-16,8-43 15,1-8 1,-9-17-1,8-25-15,0-9 0,1 0 16</inkml:trace>
  <inkml:trace contextRef="#ctx0" brushRef="#br0" timeOffset="31727.89">27465 12731 0,'0'0'0,"0"0"15,-8 9 1,8 33-16,0 1 15,0 16-15,26 26 32,25 26-32,17-26 15,0-26 1,18-8-16,59-42 16,8-43-16,18-60 15,119-59 1</inkml:trace>
  <inkml:trace contextRef="#ctx0" brushRef="#br0" timeOffset="58235.97">14868 16405 0,'0'0'0,"0"0"16,0 0-1,8 17 1,1 0-16,-1 0 16,1 17-1,0 0 1,-9 0-16,-9 0 16,0 0-16,1-8 15,-1-1 1,9-16-1,0-1-15,9 1 16,8-1 0,0 1-16,17-1 15,17 1-15,9-1 16,-9-8-16,1 0 31,16 0-31,17 0 16,1 0-1,25 0-15,-9-8 16,-25-1-16,0 1 16,16-9-1,-16 0-15,-8 0 16,7 0 0,-16 0-16,-17 0 0,-9 8 15,-8 9 16,-9 0-31,-9 0 16,1 0 0,-1 0-16,1 0 15,-1-8-15,1-1 16,8-25 0,8-25-16,-7-9 15,-10 34 1</inkml:trace>
  <inkml:trace contextRef="#ctx0" brushRef="#br0" timeOffset="59525.71">16652 16737 0,'0'0'0,"0"0"0,8 0 31,43-9-15,52-16-16,68-26 0,25-9 15,43 9-15,119-8 32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17:00.884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12691 6021 0,'0'0'0,"35"0"0,67 0 0,0-8 16,35 8 0,93-9-1,-50 1-15,42 8 16,42 0-16,78-9 15,-44 18 1,-246-9 0</inkml:trace>
  <inkml:trace contextRef="#ctx0" brushRef="#br0" timeOffset="559.95">11505 7203 0,'0'0'0,"43"-8"0,110-9 15,69-17 1,60-9-16,34-16 16,17 16-16,85 1 15,68 8 1,35 17-16,34 0 16,34 8-1,-171-8-15</inkml:trace>
  <inkml:trace contextRef="#ctx0" brushRef="#br0" timeOffset="6077.87">9337 8385 0,'9'0'0,"25"0"15,17 9 1,34-1 0,18-8-1,25 0-15,43 0 16,33 0-16,61 9 15,59-9 1,52-9 0,68-8-16,93 17 15,52 0 1,111 17-16,102 0 0,69 0 31,93 9-31,-451-9 0</inkml:trace>
  <inkml:trace contextRef="#ctx0" brushRef="#br0" timeOffset="14511.73">10447 13003 0,'8'-8'0,"35"-1"0,17-16 16,25-18-16,17-8 15,-8 17 1,26 17-1,42 9 1,51 25-16,112 34 0,59 17 31</inkml:trace>
  <inkml:trace contextRef="#ctx0" brushRef="#br0" timeOffset="20006.25">14398 14942 0,'0'0'0,"0"0"16,0 0-16,0 0 16,0 0-1,26 0-15,34-8 16,34 8-1,85 0-15,94 8 16,128 1 0,9-9-16</inkml:trace>
  <inkml:trace contextRef="#ctx0" brushRef="#br0" timeOffset="31025.46">21798 10316 0,'0'0'0,"-8"0"16,-1 0-16,-8 0 15,9-9 1,-18 1-16,0-1 16,-16 1-1,-1-1-15,0 1 16,-8 8 0,-9 0-16,1 17 15,-10 8 1,1 9-16,-17 9 15,-1 16 1,-7 10-16,16-1 16,0-9-16,0 9 15,9 9 1,17-18 0,-1 9-16,1 17 15,0 0 1,0 9-16,0 16 15,-1 1 1,18-9-16,0-17 16,8 0-1,9 9-15,0-1 16,17 9-16,17 9 16,9-1-1,17 1 1,16-9-1,10-8-15,25-9 16,17 0-16,8 0 16,18-17-1,8 0-15,25-9 16,10 1-16,16-18 16,34-8-1,1-8-15,33-18 16,1-8-1,8-8 1,9-9-16,-18-26 16,9-25-1,-25-8-15,-26-9 16,8-17-16,-25 8 16,-34-16-1,-35-1-15,-25 9 16,-17 0-1,-43 0 1,-16-34 0,-35 0-16,-52-9 0,-42-33 15,-25 7-15,-26 18 32,-34 0-32,-1 9 15,-41 16-15,-10 26 16,-34 26-1,-16 25 1,-35 34-16,-60 17 16,1 8-1</inkml:trace>
  <inkml:trace contextRef="#ctx0" brushRef="#br0" timeOffset="36297.61">22882 2313 0,'0'0'0,"0"0"0,34 0 16,52 9-1,42-1 1,34 18-16,77-1 16,60 9-1,51 9-15,110-9 16,78 0 0,-128-9-16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968" units="cm"/>
          <inkml:channel name="Y" type="integer" max="2240" units="cm"/>
          <inkml:channel name="T" type="integer" max="2.14748E9" units="dev"/>
        </inkml:traceFormat>
        <inkml:channelProperties>
          <inkml:channelProperty channel="X" name="resolution" value="128.41425" units="1/cm"/>
          <inkml:channelProperty channel="Y" name="resolution" value="128.73563" units="1/cm"/>
          <inkml:channelProperty channel="T" name="resolution" value="1" units="1/dev"/>
        </inkml:channelProperties>
      </inkml:inkSource>
      <inkml:timestamp xml:id="ts0" timeString="2026-05-29T20:18:01.903"/>
    </inkml:context>
    <inkml:brush xml:id="br0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3363 9967 0,'0'0'0,"85"-25"0,86-9 16,93-9-1,1 26 1,68 34-16,-17-17 16,-18-25-1</inkml:trace>
  <inkml:trace contextRef="#ctx0" brushRef="#br0" timeOffset="1182.27">8236 9244 0,'0'0'0,"0"0"15,9 0-15,51 0 16,93 0 0,9-8-1,94-26-15,35 0 16,16-9-16,94 1 16</inkml:trace>
  <inkml:trace contextRef="#ctx0" brushRef="#br0" timeOffset="1872.69">6623 10860 0,'9'0'0,"59"0"15,86-17-15,102-8 16,17-18-1,60-8 1,-1 9-16,10 8 16,-18-9-1,1-8-15</inkml:trace>
  <inkml:trace contextRef="#ctx0" brushRef="#br0" timeOffset="2410.75">7169 11957 0,'0'0'0,"17"0"16,52 0-16,76 17 31,102-8-31,26-18 16,60 1 0</inkml:trace>
  <inkml:trace contextRef="#ctx0" brushRef="#br0" timeOffset="11752.67">13127 6132 0,'42'-9'0,"129"-16"15,239-9 17,102 8-32,34 9 15,-128 17-15</inkml:trace>
  <inkml:trace contextRef="#ctx0" brushRef="#br0" timeOffset="16123.57">13127 15606 0,'8'0'0,"35"-9"16,25-8-16,18 0 15,25 0 1,-1 17-16,1 0 15,35 9 1,16-1-16,34 9 16,17 0-1,26 0-15,9-8 16,25-1 0,26-16-1,25-1-15,60-8 16,43-17-16,34 0 15,8 17 1,1 0 0,16 9-16,18-1 15,25 1 1,17-1-16,26-8 16,-26 0-16,-8 0 15,-35 17-15,-25 0 16,0 17-1,9 9 1,8-1-16,8 26 16,-93 9-16</inkml:trace>
  <inkml:trace contextRef="#ctx0" brushRef="#br0" timeOffset="40009.04">14441 7586 0,'0'0'0,"0"0"0,0 0 16,-8 0 0,8 8-1,0 9-15,0 18 0,17 7 16,0 18 0,17 25-1,9 34-15,-9 8 16,-9 18-1,-16 33 1,-1 27-16,-8-1 16,9 0-1,-9-9 1,0 26-16,0 9 16,0 17-16,-9 8 0,-8 0 15,0-17-15,0 17 31,0-17-15,9-8-16,-10 8 16,1-17-1,9 26-15,-9-18 16,8 1 0,1-34-16,8-35 15,0-8 1,0-17-16,17-34 15,0-16 1,0-18-16,0 0 16,9-9-1,-18-8-15,9 0 16,-8-8 0,8-9-1,0 0-15,0 0 16,17-9-1,9 9-15,8-8 16,9-1 0,8-8-16,0 0 15,18-8 1,-1-1-16,9 1 16,0-1-16,0 1 15,17-1 1,0 1-16,0-9 15,8 0 1,9 8 0,0 1-16,17-9 15,-8 0-15,-1 0 16,18 8 0,0-8-1,-1-8-15,18-1 16,17-16-1,-9 8-15,9-9 16,-9 1 0,0-1-16,0 9 15,9-8-15,-17-1 16,-1 1 0,18 8-16,0-9 15,0 9 1,8 9-1,-8-18-15,0 9 16,-1 17 0,1 0-16,-9 0 15,9 9 1,-17-9-16,0 0 16,-9 0-16,-26 0 15,-8 0 1,0 0-1,-8 0-15,-18 0 16,-25 8 0,-17 1-16,-18-1 15,-7 1-15,-10-1 16,-16 1 0,-1-9-16,1 0 15,-1 0 1,1 0-1,-9 0-15,0 0 16,0 0 0,0 0-16,0-9 15,8-16 1,10-26-16,-1-26 16,17-16-1,0-9-15,26-9 0,8-25 16,-8-9-1,-18-8 1,1-8 0,-17-9-16,-1-9 15,1-17 1,-1-16-16,10 8 16,7-34-1,-8-1-15,0-7 16,-8-9-16,-9 0 15,9 16-15,-1 1 32,10 0-32,-1 9 15,8-1-15,-8 26 16,1-9-16,-10 1 16,1 41-1,-1 10 1,-8 8-16,-8 42 15,0 18 1,-1 16 0,-8 26-16,0 17 15,0 0 1,0 0-16,0 17 0,0 0 31,-8 9-31,-1-9 16,0 8-16,1 1 15,-9-1 1,-43 1 0,-8 8-16,8 0 0,-8 0 31,-18 0-31,-33 17 0,-26-9 16,17 1-1,-17-9 1,-43 0-1,-8 8-15,8-16 0,-34 16 32,9 1-17,-52-1-15,9-8 16,-9-8-16,-8-1 16,-17-16-1,-17 8-15,0-9 16,-52 9-1,35-8-15,0-1 16,-43 9-16,-9-9 16,-17 9-1,-50 9 1,-10-9-16,69 8 16,-60 9-1,-25 9-15,34 8 16,-35 25-1,52 10-15,34-1 16,17-17 0,-9-17-16</inkml:trace>
  <inkml:trace contextRef="#ctx0" brushRef="#br0" timeOffset="84091.31">24427 6557 0,'0'0'0,"-9"0"0,-25 0 15,-42 25 1,-35 9 0,0 18-16,-34 16 15,-26 17-15,17 17 16,9 0-1,-34 42 1,8 9-16,52-42 16,33-35-16,10-25 15,16-25 1,17-18-16,26-8 16,0-25-1,17-26 1,17-17-16,0 25 15,-8 18 1,-1 8-16,-8 17 16,-17 17-1,-43 68-15,-76 94 16,8 16-16,42-50 16,52-52-1,26-42-15,67 0 16,129-34-1,162-17 1</inkml:trace>
  <inkml:trace contextRef="#ctx0" brushRef="#br0" timeOffset="103958.06">22063 9585 0,'0'0'0,"0"0"0,0 0 15,-9 0 1,1 0-16,8 0 16,-9 0-1,9-9-15,17-25 16,52-43-16,76-33 16,68-9-1,-17 0-15,-16 25 16,7 35-1,-50 33 1,-69 35-16,-8 50 16,-9 77-16,-42 119 15,-52 77 1,-42-43-16,8-25 16,0-34-1,26-77-15,8-51 16,18-26-1,7-42-15,1-8 16,9-18 0,-1-16-1,-16-60-15,-9-102 16,-1-43-16,10-42 16,-1 17-1,9 42 1,0-8-16,17 51 15,0 25-15,9 35 16,-1 25 0,1 25-16,8 9 15,0 26-15,26 16 16,25 52 0,17 76-1,-8 59-15,-9 27 16,-25-10-1,-26-25 1,-8-59-16,-1-35 16,-8-42-1,0-17-15,-8-17 16,-10-8-16,-50-26 16,-68-51-1,-61-51 1,-25-51-16,-59-51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B87CB2-66CB-454F-85D3-19EE1B79E95D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E27D9C-F8C9-4B2B-A91A-E477EB70CE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16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A8D94-701F-50B7-FF63-239144983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1BD39A-A942-599F-149A-747401D546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35134E-8798-2A87-98AE-0B134785D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803DE-E5A1-A42D-17E0-52D8A15FE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08009D-BD52-D020-26A4-CCFF2596A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3084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D3513-3DBF-F295-0635-A76FAD8F7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A398C-CAEC-53AA-8A8B-28B4B6EF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2AEDF-9628-E07A-C6FB-A23F1B37D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AD4231-DF5D-E75E-40A2-4490E38647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61DB8-8E9A-0329-3CC7-DD8BE396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728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B190C-5088-0FD4-FA3D-07D222B9FA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2422D-2D16-CCA8-2A1C-E13A1E0646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C9900-661D-64EA-83FB-0318C266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AF216F-818C-AE83-8D4F-42EC3C942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1494A3-F80F-EC41-DDC0-726FC63A8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910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F6897-8ADC-82FB-24C1-148BB152C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07461-A71F-ECE6-AE85-5EA3DB5E1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D9E8EA-550B-F0DB-2472-AE2D0456E7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BA28DD-EC75-9F30-A7D3-C90A8D02D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3D4F3C-0167-D8D5-E58E-83645CE37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96DDF0-EBE9-4CB3-A532-8F8C26FC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489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EBC21-07E8-90D6-8FD3-4B7809D35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8688B1-01DC-A6B4-1C44-C73416EC04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4004C5-4EEE-C9A3-0FFF-B154F5B9A8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C95CA1-99E7-80CC-FF66-5C2F259046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21CBD4-5851-D78F-5249-59CDD8C9BC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092F86E-5D21-865D-53AE-77B5C57EA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F5E5A8-7D51-605B-E276-A7A5B93FE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9E01F4-D4D9-E56F-9035-05E60581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87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237B-2CFD-F0AF-D3E6-2FDD100A8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D614118-0522-CF53-601D-265A3261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CC46D9-B22E-C768-B35E-20DA33956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5D07EE-0E9C-EC8E-BAC0-7B8C9EFB5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9616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BA0918-E285-61F1-EDAF-6B7FD149C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AFD855-6290-493F-81E4-A89E8DDE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CBAA96-146F-BEF1-15D5-935C1B8E9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84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691D78-E109-DF5D-A589-413429D2A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91868-FB59-5D14-1BCA-C7C43F068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A2F535-BC7E-F5E2-864B-461F8404D0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CFCF40-365C-13EE-4DB1-CC7C58586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1858AA7-3077-1807-CEB8-2C0F27B4C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F74C30-07C1-3F35-E57B-30BFA71AB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316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81C30-49BA-398C-2DF8-B0736590C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5C7B813-1595-60AF-F5B3-A0DAE66536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6402F2-AF70-21FD-1449-18CBF4C17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1982EC-DE32-4452-40AB-762F386AF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E76A50-D174-12CE-9CCD-74569685B7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79484-4128-5F97-59B5-3CF00D56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2338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C0788-F665-F0AA-D34E-18CDC381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D25BE1-D418-6610-B976-595A42D78D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6C710E-4740-E186-8004-9F098E4B8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D57D91-6BF0-5F67-0BAA-BA3B5985E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EB95B-64CF-ED1B-895D-0C15FB84A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607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6B0D1A-0325-047A-3C56-DB7DC37D1F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2D4EC8-DF7A-722B-0985-B7E8ED880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F5D96-5B5D-A0E1-6B7E-F894B33DE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41E58B-FD1B-5158-9002-DB7909020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26E6E6-5DB2-B08C-E98E-4CE4CABAB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9401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FDEBFE-9C54-D45A-111D-948735AB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F582E-F84E-411A-7F7A-D8EF87E1F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DCE3F9-A152-FD27-1D1D-64A1C313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421D02-69CC-42C9-85CE-4F8B68ED22B8}" type="datetimeFigureOut">
              <a:rPr lang="en-US" smtClean="0"/>
              <a:t>5/29/2026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5F318D-9BE5-6E4A-1795-F02EED65F83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04FB82-C81E-722D-F23A-4047C60DB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6B0C1-9E0A-4C4A-808A-34C0E77FF2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21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hyperlink" Target="http://www.cs.uw.edu/332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customXml" Target="../ink/ink5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customXml" Target="../ink/ink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customXml" Target="../ink/ink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customXml" Target="../ink/ink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customXml" Target="../ink/ink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4.xml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6.xml"/><Relationship Id="rId5" Type="http://schemas.openxmlformats.org/officeDocument/2006/relationships/image" Target="../media/image211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7" Type="http://schemas.openxmlformats.org/officeDocument/2006/relationships/image" Target="../media/image31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47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12" Type="http://schemas.openxmlformats.org/officeDocument/2006/relationships/image" Target="../media/image46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11" Type="http://schemas.openxmlformats.org/officeDocument/2006/relationships/image" Target="../media/image45.jpeg"/><Relationship Id="rId5" Type="http://schemas.openxmlformats.org/officeDocument/2006/relationships/image" Target="../media/image39.jpeg"/><Relationship Id="rId10" Type="http://schemas.openxmlformats.org/officeDocument/2006/relationships/image" Target="../media/image44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13" Type="http://schemas.openxmlformats.org/officeDocument/2006/relationships/image" Target="../media/image47.jpeg"/><Relationship Id="rId3" Type="http://schemas.openxmlformats.org/officeDocument/2006/relationships/image" Target="../media/image37.jpeg"/><Relationship Id="rId7" Type="http://schemas.openxmlformats.org/officeDocument/2006/relationships/image" Target="../media/image41.jpeg"/><Relationship Id="rId12" Type="http://schemas.openxmlformats.org/officeDocument/2006/relationships/image" Target="../media/image46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jpeg"/><Relationship Id="rId11" Type="http://schemas.openxmlformats.org/officeDocument/2006/relationships/image" Target="../media/image45.jpeg"/><Relationship Id="rId5" Type="http://schemas.openxmlformats.org/officeDocument/2006/relationships/image" Target="../media/image39.jpeg"/><Relationship Id="rId10" Type="http://schemas.openxmlformats.org/officeDocument/2006/relationships/image" Target="../media/image44.jpeg"/><Relationship Id="rId4" Type="http://schemas.openxmlformats.org/officeDocument/2006/relationships/image" Target="../media/image38.jpeg"/><Relationship Id="rId9" Type="http://schemas.openxmlformats.org/officeDocument/2006/relationships/image" Target="../media/image43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2029F-F4C6-FDAD-6A00-4E30C8EE84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CSE 332 Spring 2026</a:t>
            </a:r>
            <a:br>
              <a:rPr lang="en-US" dirty="0"/>
            </a:br>
            <a:r>
              <a:rPr lang="en-US" dirty="0"/>
              <a:t>Lecture 25: Complexity and Tractability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96019E-F067-13A3-DC5B-9F49CCFEF4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Nathan Brunelle</a:t>
            </a:r>
          </a:p>
          <a:p>
            <a:r>
              <a:rPr lang="en-US" dirty="0">
                <a:hlinkClick r:id="rId2"/>
              </a:rPr>
              <a:t>http://www.cs.uw.edu/332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4BA1A77-BFCB-2CC1-BC5B-012C4D8D9AAB}"/>
                  </a:ext>
                </a:extLst>
              </p14:cNvPr>
              <p14:cNvContentPartPr/>
              <p14:nvPr/>
            </p14:nvContentPartPr>
            <p14:xfrm>
              <a:off x="4578120" y="2700360"/>
              <a:ext cx="3518640" cy="7657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4BA1A77-BFCB-2CC1-BC5B-012C4D8D9AA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68760" y="2691000"/>
                <a:ext cx="3537360" cy="784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7330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90124-7687-E8A1-27C9-2EB190A789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 - Graph</a:t>
            </a:r>
          </a:p>
        </p:txBody>
      </p:sp>
      <p:grpSp>
        <p:nvGrpSpPr>
          <p:cNvPr id="3" name="Group 2" descr="A chart illustrating the relative growth of various functions. Most importantly, 2^n grows substantially more quickly than all others.">
            <a:extLst>
              <a:ext uri="{FF2B5EF4-FFF2-40B4-BE49-F238E27FC236}">
                <a16:creationId xmlns:a16="http://schemas.microsoft.com/office/drawing/2014/main" id="{2E4B1117-C450-2E15-C4D2-21C372AC1899}"/>
              </a:ext>
            </a:extLst>
          </p:cNvPr>
          <p:cNvGrpSpPr/>
          <p:nvPr/>
        </p:nvGrpSpPr>
        <p:grpSpPr>
          <a:xfrm>
            <a:off x="444880" y="2204720"/>
            <a:ext cx="7418960" cy="4260612"/>
            <a:chOff x="444880" y="2204720"/>
            <a:chExt cx="7418960" cy="4260612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424AB139-464C-EEAF-FF94-EBB070AB743A}"/>
                </a:ext>
              </a:extLst>
            </p:cNvPr>
            <p:cNvCxnSpPr>
              <a:cxnSpLocks/>
            </p:cNvCxnSpPr>
            <p:nvPr/>
          </p:nvCxnSpPr>
          <p:spPr>
            <a:xfrm>
              <a:off x="1666240" y="2204720"/>
              <a:ext cx="0" cy="374904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A5BD756-EAE1-8786-D378-046E6A19BB7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666240" y="5953760"/>
              <a:ext cx="6197600" cy="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FF71D7A-1DF7-7C84-2E86-EC040CC20D8A}"/>
                </a:ext>
              </a:extLst>
            </p:cNvPr>
            <p:cNvSpPr txBox="1"/>
            <p:nvPr/>
          </p:nvSpPr>
          <p:spPr>
            <a:xfrm>
              <a:off x="4216043" y="6096000"/>
              <a:ext cx="10979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Input Size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C1C3829-4746-C684-B0A5-8ED0DB40755C}"/>
                </a:ext>
              </a:extLst>
            </p:cNvPr>
            <p:cNvSpPr txBox="1"/>
            <p:nvPr/>
          </p:nvSpPr>
          <p:spPr>
            <a:xfrm>
              <a:off x="444880" y="3709908"/>
              <a:ext cx="12213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Operations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/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Running times we’ve seen: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endParaRPr lang="en-US" sz="2000" b="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sz="2000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Θ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0177397-E72C-F617-BA07-42C701FFAB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7120" y="847655"/>
                <a:ext cx="2967351" cy="2246769"/>
              </a:xfrm>
              <a:prstGeom prst="rect">
                <a:avLst/>
              </a:prstGeom>
              <a:blipFill>
                <a:blip r:embed="rId2"/>
                <a:stretch>
                  <a:fillRect l="-2053" t="-1355" r="-1232" b="-2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97686112-7285-18A3-4F13-2AB5972EE164}"/>
                  </a:ext>
                </a:extLst>
              </p14:cNvPr>
              <p14:cNvContentPartPr/>
              <p14:nvPr/>
            </p14:nvContentPartPr>
            <p14:xfrm>
              <a:off x="1155240" y="952200"/>
              <a:ext cx="10819080" cy="5088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97686112-7285-18A3-4F13-2AB5972EE16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45880" y="942840"/>
                <a:ext cx="10837800" cy="5107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661551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E009E-71A6-B920-FDB5-43EF4672C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Running Times -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118AE8-B0F7-D707-6518-9A26C7343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746673"/>
                  </p:ext>
                </p:extLst>
              </p:nvPr>
            </p:nvGraphicFramePr>
            <p:xfrm>
              <a:off x="638004" y="1758207"/>
              <a:ext cx="10915992" cy="3367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4499">
                      <a:extLst>
                        <a:ext uri="{9D8B030D-6E8A-4147-A177-3AD203B41FA5}">
                          <a16:colId xmlns:a16="http://schemas.microsoft.com/office/drawing/2014/main" val="217682561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21249506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56395722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1239382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745238605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378589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3851237388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1914772693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𝒍𝒐</m:t>
                                </m:r>
                                <m:sSub>
                                  <m:sSub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𝒈</m:t>
                                    </m:r>
                                  </m:e>
                                  <m:sub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𝟑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.</m:t>
                                    </m:r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𝟓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𝟐</m:t>
                                        </m:r>
                                      </m:e>
                                      <m:sup>
                                        <m:r>
                                          <a:rPr lang="en-US" b="1" i="1" smtClean="0">
                                            <a:latin typeface="Cambria Math" panose="02040503050406030204" pitchFamily="18" charset="0"/>
                                          </a:rPr>
                                          <m:t>𝒏</m:t>
                                        </m:r>
                                      </m:sup>
                                    </m:sSup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1" i="0" smtClean="0">
                                    <a:latin typeface="Cambria Math" panose="02040503050406030204" pitchFamily="18" charset="0"/>
                                  </a:rPr>
                                  <m:t>𝚯</m:t>
                                </m:r>
                                <m:d>
                                  <m:dPr>
                                    <m:ctrlP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𝒏</m:t>
                                    </m:r>
                                    <m:r>
                                      <a:rPr lang="en-US" b="1" i="1" smtClean="0">
                                        <a:latin typeface="Cambria Math" panose="02040503050406030204" pitchFamily="18" charset="0"/>
                                      </a:rPr>
                                      <m:t>!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81058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 </a:t>
                          </a:r>
                          <a:r>
                            <a:rPr lang="en-US" dirty="0" err="1"/>
                            <a:t>sev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195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25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years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38708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9845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12,892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17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dirty="0"/>
                            <a:t>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284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834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0778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106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31,710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991137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FE118AE8-B0F7-D707-6518-9A26C734367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3746673"/>
                  </p:ext>
                </p:extLst>
              </p:nvPr>
            </p:nvGraphicFramePr>
            <p:xfrm>
              <a:off x="638004" y="1758207"/>
              <a:ext cx="10915992" cy="336778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364499">
                      <a:extLst>
                        <a:ext uri="{9D8B030D-6E8A-4147-A177-3AD203B41FA5}">
                          <a16:colId xmlns:a16="http://schemas.microsoft.com/office/drawing/2014/main" val="217682561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21249506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563957222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1239382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745238605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437858920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3851237388"/>
                        </a:ext>
                      </a:extLst>
                    </a:gridCol>
                    <a:gridCol w="1364499">
                      <a:extLst>
                        <a:ext uri="{9D8B030D-6E8A-4147-A177-3AD203B41FA5}">
                          <a16:colId xmlns:a16="http://schemas.microsoft.com/office/drawing/2014/main" val="1914772693"/>
                        </a:ext>
                      </a:extLst>
                    </a:gridCol>
                  </a:tblGrid>
                  <a:tr h="40106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46" t="-1515" r="-7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446" t="-1515" r="-6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446" t="-1515" r="-5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446" t="-1515" r="-4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446" t="-1515" r="-3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00446" t="-1515" r="-2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446" t="-1515" r="-101786" b="-76060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0446" t="-1515" r="-1786" b="-76060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8105840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4 </a:t>
                          </a:r>
                          <a:r>
                            <a:rPr lang="en-US" dirty="0" err="1"/>
                            <a:t>sev</a:t>
                          </a:r>
                          <a:endParaRPr 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561952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700446" t="-209836" r="-1786" b="-6229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3870820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50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11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36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28698453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12,892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600446" t="-416667" r="-101786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72828495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18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82983467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min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84077817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&lt; 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 hours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32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510631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1,000,000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20 sec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12 days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31,710 years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very long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35991137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3B7761-5EA7-EF09-1DC8-B5567940EB86}"/>
                  </a:ext>
                </a:extLst>
              </p:cNvPr>
              <p:cNvSpPr txBox="1"/>
              <p:nvPr/>
            </p:nvSpPr>
            <p:spPr>
              <a:xfrm>
                <a:off x="3897978" y="5566468"/>
                <a:ext cx="7134203" cy="9264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The running times of different algorithms on inputs of increasing size for a processor performing a million instructions per second. “very long” refers to times exceeding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25</m:t>
                        </m:r>
                      </m:sup>
                    </m:sSup>
                  </m:oMath>
                </a14:m>
                <a:r>
                  <a:rPr lang="en-US" dirty="0"/>
                  <a:t> years.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83B7761-5EA7-EF09-1DC8-B5567940EB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97978" y="5566468"/>
                <a:ext cx="7134203" cy="926407"/>
              </a:xfrm>
              <a:prstGeom prst="rect">
                <a:avLst/>
              </a:prstGeom>
              <a:blipFill>
                <a:blip r:embed="rId3"/>
                <a:stretch>
                  <a:fillRect l="-683" t="-3289" r="-171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9D5A2AD-735C-E19E-DC13-6CB1153F6C3D}"/>
                  </a:ext>
                </a:extLst>
              </p14:cNvPr>
              <p14:cNvContentPartPr/>
              <p14:nvPr/>
            </p14:nvContentPartPr>
            <p14:xfrm>
              <a:off x="291960" y="468360"/>
              <a:ext cx="11458080" cy="5734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9D5A2AD-735C-E19E-DC13-6CB1153F6C3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2600" y="459000"/>
                <a:ext cx="11476800" cy="5753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9197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EEE9DB-CD35-09FC-6BCD-A02078F6D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Tractable: </a:t>
                </a:r>
              </a:p>
              <a:p>
                <a:pPr lvl="1"/>
                <a:r>
                  <a:rPr lang="en-US" dirty="0"/>
                  <a:t>Feasible to solve in the “real world” </a:t>
                </a:r>
              </a:p>
              <a:p>
                <a:r>
                  <a:rPr lang="en-US" dirty="0"/>
                  <a:t>Intractable: </a:t>
                </a:r>
              </a:p>
              <a:p>
                <a:pPr lvl="1"/>
                <a:r>
                  <a:rPr lang="en-US" dirty="0"/>
                  <a:t>Infeasible to solve in the “real world” </a:t>
                </a:r>
              </a:p>
              <a:p>
                <a:r>
                  <a:rPr lang="en-US" dirty="0"/>
                  <a:t>Whether a problem is considered “tractable” or “intractable” depends on the use case</a:t>
                </a:r>
              </a:p>
              <a:p>
                <a:pPr lvl="1"/>
                <a:r>
                  <a:rPr lang="en-US" dirty="0"/>
                  <a:t>For machine learning, big data, etc. tractable might mean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or even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func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For most applications it’s more like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 strange pattern: </a:t>
                </a:r>
              </a:p>
              <a:p>
                <a:pPr lvl="1"/>
                <a:r>
                  <a:rPr lang="en-US" dirty="0"/>
                  <a:t>Most “natural” problems are either done in small-degree polynomial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) or else exponential time (e.g.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)</a:t>
                </a:r>
              </a:p>
              <a:p>
                <a:pPr lvl="1"/>
                <a:r>
                  <a:rPr lang="en-US" dirty="0"/>
                  <a:t>It’s rare to have problems which require a running time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r>
                  <a:rPr lang="en-US" dirty="0"/>
                  <a:t>, for example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12D826C-48B0-C011-44A9-9033819D59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801" b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E002457-CD5D-A36F-0F0C-6E5327BD9663}"/>
                  </a:ext>
                </a:extLst>
              </p14:cNvPr>
              <p14:cNvContentPartPr/>
              <p14:nvPr/>
            </p14:nvContentPartPr>
            <p14:xfrm>
              <a:off x="1017000" y="177480"/>
              <a:ext cx="9817200" cy="61786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E002457-CD5D-A36F-0F0C-6E5327BD96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07640" y="168120"/>
                <a:ext cx="9835920" cy="6197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85916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D07A3-AD02-C2E5-48B5-E4924D989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7 Bridges of Königsberg</a:t>
            </a:r>
          </a:p>
        </p:txBody>
      </p:sp>
      <p:pic>
        <p:nvPicPr>
          <p:cNvPr id="4" name="Picture 2" descr="The city of Konigsberg from the 18th century. A river divides the city into 4 total landmasses: the two sides of the river and two islands within the river. There are 7 total bridges connecting together these landmasses. ">
            <a:extLst>
              <a:ext uri="{FF2B5EF4-FFF2-40B4-BE49-F238E27FC236}">
                <a16:creationId xmlns:a16="http://schemas.microsoft.com/office/drawing/2014/main" id="{A8C12AFF-58D0-5B6B-F8FF-96D962D9DE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85665" y="1690688"/>
            <a:ext cx="4185920" cy="32988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 descr="Leonhard Euler">
            <a:extLst>
              <a:ext uri="{FF2B5EF4-FFF2-40B4-BE49-F238E27FC236}">
                <a16:creationId xmlns:a16="http://schemas.microsoft.com/office/drawing/2014/main" id="{5DD9C68B-9223-098E-7187-8126F6843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74949" y="365125"/>
            <a:ext cx="1478851" cy="19247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 descr="Euler represented the bridges problem as a non-simple graph. Each landmass being represented as a node, each bridge as an edge.">
            <a:extLst>
              <a:ext uri="{FF2B5EF4-FFF2-40B4-BE49-F238E27FC236}">
                <a16:creationId xmlns:a16="http://schemas.microsoft.com/office/drawing/2014/main" id="{347220EA-3D05-E37F-FF1D-9BD6DDFFD6F9}"/>
              </a:ext>
            </a:extLst>
          </p:cNvPr>
          <p:cNvGrpSpPr/>
          <p:nvPr/>
        </p:nvGrpSpPr>
        <p:grpSpPr>
          <a:xfrm>
            <a:off x="1057167" y="2213537"/>
            <a:ext cx="2211432" cy="2194544"/>
            <a:chOff x="2300659" y="2657586"/>
            <a:chExt cx="2211432" cy="2194544"/>
          </a:xfrm>
        </p:grpSpPr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37349FD3-902D-7687-FB3E-E28A41A2D12A}"/>
                </a:ext>
              </a:extLst>
            </p:cNvPr>
            <p:cNvCxnSpPr>
              <a:stCxn id="16" idx="1"/>
              <a:endCxn id="1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4CE7C5-B1FA-9723-DF09-121CB65E5A27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7011CAB9-43E3-BD38-891D-26259E8C0DD0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18685E0F-A76F-5A0D-CAD3-95FFD5428EA3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2E331A6-A840-9754-53D3-0FCD91B4F308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20" name="Straight Connector 31">
              <a:extLst>
                <a:ext uri="{FF2B5EF4-FFF2-40B4-BE49-F238E27FC236}">
                  <a16:creationId xmlns:a16="http://schemas.microsoft.com/office/drawing/2014/main" id="{1C5FD062-32C2-505F-B268-2F6699F2F7DA}"/>
                </a:ext>
              </a:extLst>
            </p:cNvPr>
            <p:cNvCxnSpPr>
              <a:stCxn id="16" idx="7"/>
              <a:endCxn id="1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31">
              <a:extLst>
                <a:ext uri="{FF2B5EF4-FFF2-40B4-BE49-F238E27FC236}">
                  <a16:creationId xmlns:a16="http://schemas.microsoft.com/office/drawing/2014/main" id="{DAA0BD9F-E53F-1C77-FE37-C0A2F6CA93D0}"/>
                </a:ext>
              </a:extLst>
            </p:cNvPr>
            <p:cNvCxnSpPr>
              <a:stCxn id="16" idx="2"/>
              <a:endCxn id="1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31">
              <a:extLst>
                <a:ext uri="{FF2B5EF4-FFF2-40B4-BE49-F238E27FC236}">
                  <a16:creationId xmlns:a16="http://schemas.microsoft.com/office/drawing/2014/main" id="{A42804B2-4AA2-0D7C-9743-C5EB47982E10}"/>
                </a:ext>
              </a:extLst>
            </p:cNvPr>
            <p:cNvCxnSpPr>
              <a:stCxn id="16" idx="4"/>
              <a:endCxn id="1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31">
              <a:extLst>
                <a:ext uri="{FF2B5EF4-FFF2-40B4-BE49-F238E27FC236}">
                  <a16:creationId xmlns:a16="http://schemas.microsoft.com/office/drawing/2014/main" id="{E8B3880D-B277-44DC-4643-FC182622C6A9}"/>
                </a:ext>
              </a:extLst>
            </p:cNvPr>
            <p:cNvCxnSpPr>
              <a:stCxn id="19" idx="4"/>
              <a:endCxn id="1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B1E8552-70ED-38A6-77B6-1ADC1811B623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31">
              <a:extLst>
                <a:ext uri="{FF2B5EF4-FFF2-40B4-BE49-F238E27FC236}">
                  <a16:creationId xmlns:a16="http://schemas.microsoft.com/office/drawing/2014/main" id="{FC66A5C4-6062-55AB-A232-DF981CA75E7F}"/>
                </a:ext>
              </a:extLst>
            </p:cNvPr>
            <p:cNvCxnSpPr>
              <a:stCxn id="17" idx="6"/>
              <a:endCxn id="1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3" name="TextBox 42">
            <a:extLst>
              <a:ext uri="{FF2B5EF4-FFF2-40B4-BE49-F238E27FC236}">
                <a16:creationId xmlns:a16="http://schemas.microsoft.com/office/drawing/2014/main" id="{6B93A463-01B3-868B-DAE2-760D66A109C3}"/>
              </a:ext>
            </a:extLst>
          </p:cNvPr>
          <p:cNvSpPr txBox="1"/>
          <p:nvPr/>
        </p:nvSpPr>
        <p:spPr>
          <a:xfrm>
            <a:off x="1222685" y="5512376"/>
            <a:ext cx="10388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</a:t>
            </a:r>
            <a:r>
              <a:rPr lang="en-US" sz="2400" dirty="0" err="1"/>
              <a:t>Pregel</a:t>
            </a:r>
            <a:r>
              <a:rPr lang="en-US" sz="2400" dirty="0"/>
              <a:t> River runs through the city of </a:t>
            </a:r>
            <a:r>
              <a:rPr lang="en-US" sz="2400" dirty="0" err="1"/>
              <a:t>Koenigsberg</a:t>
            </a:r>
            <a:r>
              <a:rPr lang="en-US" sz="2400" dirty="0"/>
              <a:t>, creating 2 islands. Among these 2 islands and the 2 sides of the river, there are 7 bridges. Is there any path starting at one landmass which crosses each bridge exactly once?</a:t>
            </a:r>
          </a:p>
        </p:txBody>
      </p:sp>
      <p:pic>
        <p:nvPicPr>
          <p:cNvPr id="6" name="Picture 5" descr="Modern day Konigsberg (now called Kaliningrad)">
            <a:extLst>
              <a:ext uri="{FF2B5EF4-FFF2-40B4-BE49-F238E27FC236}">
                <a16:creationId xmlns:a16="http://schemas.microsoft.com/office/drawing/2014/main" id="{F08E104B-9899-4757-5A74-39CEA7BC10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05131" y="2603584"/>
            <a:ext cx="3181839" cy="290879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E4C28FF3-86C2-7574-33FE-F19A9E8768E0}"/>
                  </a:ext>
                </a:extLst>
              </p14:cNvPr>
              <p14:cNvContentPartPr/>
              <p14:nvPr/>
            </p14:nvContentPartPr>
            <p14:xfrm>
              <a:off x="2384280" y="1270440"/>
              <a:ext cx="9307080" cy="412452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E4C28FF3-86C2-7574-33FE-F19A9E8768E0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74920" y="1261080"/>
                <a:ext cx="9325800" cy="4143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70850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345B-EBAA-56CC-975E-F162FB4E4D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Path:</a:t>
                </a:r>
              </a:p>
              <a:p>
                <a:pPr lvl="1"/>
                <a:r>
                  <a:rPr lang="en-US" dirty="0"/>
                  <a:t>A sequence of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r>
                  <a:rPr lang="en-US" dirty="0"/>
                  <a:t> such that for every consecutive pair are connected by an edge (i.e.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is an edge for each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in the path)</a:t>
                </a:r>
              </a:p>
              <a:p>
                <a:r>
                  <a:rPr lang="en-US" dirty="0"/>
                  <a:t>Euler Path:</a:t>
                </a:r>
              </a:p>
              <a:p>
                <a:pPr lvl="1"/>
                <a:r>
                  <a:rPr lang="en-US" dirty="0"/>
                  <a:t>A path such that every edge in the graph appears exactly once</a:t>
                </a:r>
              </a:p>
              <a:p>
                <a:pPr lvl="2"/>
                <a:r>
                  <a:rPr lang="en-US" dirty="0"/>
                  <a:t>If the graph is not simple then some pairs need to appear multiple times!</a:t>
                </a:r>
              </a:p>
              <a:p>
                <a:r>
                  <a:rPr lang="en-US" dirty="0"/>
                  <a:t>Euler path problem:</a:t>
                </a:r>
              </a:p>
              <a:p>
                <a:pPr lvl="1"/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9AF03A8-3AF4-5C58-FD6C-6468C1EF6B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 descr="The non-simple graph of 18th century Koenigsberg:&#10;&#10;There are 4 nodes called A, B, C, and D. The edges are: (A,B), (A,B), (A,D), (A,C), (A,C), (B,D), (C,D)">
            <a:extLst>
              <a:ext uri="{FF2B5EF4-FFF2-40B4-BE49-F238E27FC236}">
                <a16:creationId xmlns:a16="http://schemas.microsoft.com/office/drawing/2014/main" id="{49F5035F-AB17-5AB2-FECA-8639CB4D7D35}"/>
              </a:ext>
            </a:extLst>
          </p:cNvPr>
          <p:cNvGrpSpPr/>
          <p:nvPr/>
        </p:nvGrpSpPr>
        <p:grpSpPr>
          <a:xfrm>
            <a:off x="9076635" y="215114"/>
            <a:ext cx="1902535" cy="1888006"/>
            <a:chOff x="2300659" y="2657586"/>
            <a:chExt cx="2211432" cy="2194544"/>
          </a:xfrm>
        </p:grpSpPr>
        <p:cxnSp>
          <p:nvCxnSpPr>
            <p:cNvPr id="5" name="Straight Connector 31">
              <a:extLst>
                <a:ext uri="{FF2B5EF4-FFF2-40B4-BE49-F238E27FC236}">
                  <a16:creationId xmlns:a16="http://schemas.microsoft.com/office/drawing/2014/main" id="{C402C537-C190-308F-8C8D-02FABFFC7DB3}"/>
                </a:ext>
              </a:extLst>
            </p:cNvPr>
            <p:cNvCxnSpPr>
              <a:stCxn id="6" idx="1"/>
              <a:endCxn id="7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049F57C-DF0A-E08E-20AC-3C13F52ACC91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922BC69-1AB9-6000-F047-3CDF8FC3BDA4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D34D002-4C6C-2B69-B8F0-8D4FD03FDFBC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FC3C9D1-0601-89A2-BBAB-EAF8973FD46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918BB811-B16F-C80A-B656-3AAC408AC78E}"/>
                </a:ext>
              </a:extLst>
            </p:cNvPr>
            <p:cNvCxnSpPr>
              <a:stCxn id="6" idx="7"/>
              <a:endCxn id="7" idx="5"/>
            </p:cNvCxnSpPr>
            <p:nvPr/>
          </p:nvCxnSpPr>
          <p:spPr>
            <a:xfrm rot="5400000" flipH="1" flipV="1">
              <a:off x="2862295" y="3017547"/>
              <a:ext cx="623434" cy="475685"/>
            </a:xfrm>
            <a:prstGeom prst="curvedConnector3">
              <a:avLst>
                <a:gd name="adj1" fmla="val 3696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661F6920-06A9-D4A3-F2DA-3977BDFF6452}"/>
                </a:ext>
              </a:extLst>
            </p:cNvPr>
            <p:cNvCxnSpPr>
              <a:stCxn id="6" idx="2"/>
              <a:endCxn id="8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31">
              <a:extLst>
                <a:ext uri="{FF2B5EF4-FFF2-40B4-BE49-F238E27FC236}">
                  <a16:creationId xmlns:a16="http://schemas.microsoft.com/office/drawing/2014/main" id="{3873DE0A-0ED5-8B3C-3575-0D02566948D8}"/>
                </a:ext>
              </a:extLst>
            </p:cNvPr>
            <p:cNvCxnSpPr>
              <a:stCxn id="6" idx="4"/>
              <a:endCxn id="8" idx="7"/>
            </p:cNvCxnSpPr>
            <p:nvPr/>
          </p:nvCxnSpPr>
          <p:spPr>
            <a:xfrm rot="5400000">
              <a:off x="2345782" y="4094156"/>
              <a:ext cx="712852" cy="230925"/>
            </a:xfrm>
            <a:prstGeom prst="curvedConnector3">
              <a:avLst>
                <a:gd name="adj1" fmla="val 30046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31">
              <a:extLst>
                <a:ext uri="{FF2B5EF4-FFF2-40B4-BE49-F238E27FC236}">
                  <a16:creationId xmlns:a16="http://schemas.microsoft.com/office/drawing/2014/main" id="{5AC37565-91BF-2439-5D80-530D7B3C47A7}"/>
                </a:ext>
              </a:extLst>
            </p:cNvPr>
            <p:cNvCxnSpPr>
              <a:stCxn id="9" idx="4"/>
              <a:endCxn id="8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5734518B-3B5B-7632-761B-5646C0235BBD}"/>
                </a:ext>
              </a:extLst>
            </p:cNvPr>
            <p:cNvCxnSpPr>
              <a:stCxn id="6" idx="6"/>
              <a:endCxn id="9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89C7BE86-B073-3921-2135-095DBFDD798C}"/>
                </a:ext>
              </a:extLst>
            </p:cNvPr>
            <p:cNvCxnSpPr>
              <a:stCxn id="7" idx="6"/>
              <a:endCxn id="9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 descr="The graph of modern day Kaliningrad:&#10;&#10;There are 4 nodes called A, B, C, and D. The edges are: (A,B), (A,D), (A,C), (B,D), (C,D)">
            <a:extLst>
              <a:ext uri="{FF2B5EF4-FFF2-40B4-BE49-F238E27FC236}">
                <a16:creationId xmlns:a16="http://schemas.microsoft.com/office/drawing/2014/main" id="{0A5536BD-5E37-FE49-7D9E-224B97D09012}"/>
              </a:ext>
            </a:extLst>
          </p:cNvPr>
          <p:cNvGrpSpPr/>
          <p:nvPr/>
        </p:nvGrpSpPr>
        <p:grpSpPr>
          <a:xfrm>
            <a:off x="6078656" y="255511"/>
            <a:ext cx="1902535" cy="1888006"/>
            <a:chOff x="2300659" y="2657586"/>
            <a:chExt cx="2211432" cy="2194544"/>
          </a:xfrm>
        </p:grpSpPr>
        <p:cxnSp>
          <p:nvCxnSpPr>
            <p:cNvPr id="29" name="Straight Connector 31">
              <a:extLst>
                <a:ext uri="{FF2B5EF4-FFF2-40B4-BE49-F238E27FC236}">
                  <a16:creationId xmlns:a16="http://schemas.microsoft.com/office/drawing/2014/main" id="{61169B8B-F7E1-1453-5D88-7749A6B103DF}"/>
                </a:ext>
              </a:extLst>
            </p:cNvPr>
            <p:cNvCxnSpPr>
              <a:stCxn id="30" idx="1"/>
              <a:endCxn id="31" idx="2"/>
            </p:cNvCxnSpPr>
            <p:nvPr/>
          </p:nvCxnSpPr>
          <p:spPr>
            <a:xfrm rot="5400000" flipH="1" flipV="1">
              <a:off x="2541502" y="2982839"/>
              <a:ext cx="741934" cy="426600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9356F9B-A896-8A33-E12E-614774A64F5C}"/>
                </a:ext>
              </a:extLst>
            </p:cNvPr>
            <p:cNvSpPr/>
            <p:nvPr/>
          </p:nvSpPr>
          <p:spPr>
            <a:xfrm>
              <a:off x="2650084" y="351802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CEBEC72-E416-0633-E16A-87334EC82D2F}"/>
                </a:ext>
              </a:extLst>
            </p:cNvPr>
            <p:cNvSpPr/>
            <p:nvPr/>
          </p:nvSpPr>
          <p:spPr>
            <a:xfrm>
              <a:off x="3125769" y="2657586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F0AABD59-4ED1-4AC8-8291-FF0532702115}"/>
                </a:ext>
              </a:extLst>
            </p:cNvPr>
            <p:cNvSpPr/>
            <p:nvPr/>
          </p:nvSpPr>
          <p:spPr>
            <a:xfrm>
              <a:off x="2300659" y="451695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061C49F-FB80-CFE9-874F-A2753A9E2E0A}"/>
                </a:ext>
              </a:extLst>
            </p:cNvPr>
            <p:cNvSpPr/>
            <p:nvPr/>
          </p:nvSpPr>
          <p:spPr>
            <a:xfrm>
              <a:off x="4176920" y="390482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35" name="Straight Connector 31">
              <a:extLst>
                <a:ext uri="{FF2B5EF4-FFF2-40B4-BE49-F238E27FC236}">
                  <a16:creationId xmlns:a16="http://schemas.microsoft.com/office/drawing/2014/main" id="{5F3086AD-DB54-5D46-AC90-12922E194F4C}"/>
                </a:ext>
              </a:extLst>
            </p:cNvPr>
            <p:cNvCxnSpPr>
              <a:stCxn id="30" idx="2"/>
              <a:endCxn id="32" idx="2"/>
            </p:cNvCxnSpPr>
            <p:nvPr/>
          </p:nvCxnSpPr>
          <p:spPr>
            <a:xfrm rot="10800000" flipV="1">
              <a:off x="2300660" y="3685607"/>
              <a:ext cx="349425" cy="998938"/>
            </a:xfrm>
            <a:prstGeom prst="curvedConnector3">
              <a:avLst>
                <a:gd name="adj1" fmla="val 165422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1">
              <a:extLst>
                <a:ext uri="{FF2B5EF4-FFF2-40B4-BE49-F238E27FC236}">
                  <a16:creationId xmlns:a16="http://schemas.microsoft.com/office/drawing/2014/main" id="{03FA0350-BA32-B7D7-A4A4-6694DFB342CB}"/>
                </a:ext>
              </a:extLst>
            </p:cNvPr>
            <p:cNvCxnSpPr>
              <a:stCxn id="33" idx="4"/>
              <a:endCxn id="32" idx="6"/>
            </p:cNvCxnSpPr>
            <p:nvPr/>
          </p:nvCxnSpPr>
          <p:spPr>
            <a:xfrm rot="5400000">
              <a:off x="3267896" y="3607934"/>
              <a:ext cx="444545" cy="1708676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1">
              <a:extLst>
                <a:ext uri="{FF2B5EF4-FFF2-40B4-BE49-F238E27FC236}">
                  <a16:creationId xmlns:a16="http://schemas.microsoft.com/office/drawing/2014/main" id="{0EC78CED-9457-6474-C123-61B695D035F3}"/>
                </a:ext>
              </a:extLst>
            </p:cNvPr>
            <p:cNvCxnSpPr>
              <a:stCxn id="30" idx="6"/>
              <a:endCxn id="33" idx="2"/>
            </p:cNvCxnSpPr>
            <p:nvPr/>
          </p:nvCxnSpPr>
          <p:spPr>
            <a:xfrm>
              <a:off x="2985255" y="3685607"/>
              <a:ext cx="1191665" cy="386808"/>
            </a:xfrm>
            <a:prstGeom prst="curvedConnector3">
              <a:avLst>
                <a:gd name="adj1" fmla="val 83251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1">
              <a:extLst>
                <a:ext uri="{FF2B5EF4-FFF2-40B4-BE49-F238E27FC236}">
                  <a16:creationId xmlns:a16="http://schemas.microsoft.com/office/drawing/2014/main" id="{2F68682C-E3DA-721C-8555-704F5E928A24}"/>
                </a:ext>
              </a:extLst>
            </p:cNvPr>
            <p:cNvCxnSpPr>
              <a:stCxn id="31" idx="6"/>
              <a:endCxn id="33" idx="1"/>
            </p:cNvCxnSpPr>
            <p:nvPr/>
          </p:nvCxnSpPr>
          <p:spPr>
            <a:xfrm>
              <a:off x="3460940" y="2825172"/>
              <a:ext cx="765065" cy="1128742"/>
            </a:xfrm>
            <a:prstGeom prst="curvedConnector2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4D2B15D-CC24-98F1-8845-B76972E86F67}"/>
                  </a:ext>
                </a:extLst>
              </p14:cNvPr>
              <p14:cNvContentPartPr/>
              <p14:nvPr/>
            </p14:nvContentPartPr>
            <p14:xfrm>
              <a:off x="1096920" y="2183040"/>
              <a:ext cx="9073800" cy="323640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4D2B15D-CC24-98F1-8845-B76972E86F6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87560" y="2173680"/>
                <a:ext cx="9092520" cy="3255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6660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23696-9663-4C88-8A45-C230375C17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 Path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7524E-DFA9-E84A-D40A-C95E8179BF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Which of the graphs below have an Euler path?</a:t>
            </a:r>
          </a:p>
          <a:p>
            <a:endParaRPr lang="en-US" dirty="0"/>
          </a:p>
        </p:txBody>
      </p:sp>
      <p:grpSp>
        <p:nvGrpSpPr>
          <p:cNvPr id="41" name="Group 40" descr="The non-simple graph of 18th century Koenigsberg:&#10;&#10;There are 4 nodes called A, B, C, and D. The edges are: (A,B), (A,B), (A,D), (A,C), (A,C), (B,D), (C,D)&#10;&#10;This graph does not have an Euler path">
            <a:extLst>
              <a:ext uri="{FF2B5EF4-FFF2-40B4-BE49-F238E27FC236}">
                <a16:creationId xmlns:a16="http://schemas.microsoft.com/office/drawing/2014/main" id="{6CAB3905-9AF3-B79D-5786-923F2A53427C}"/>
              </a:ext>
            </a:extLst>
          </p:cNvPr>
          <p:cNvGrpSpPr/>
          <p:nvPr/>
        </p:nvGrpSpPr>
        <p:grpSpPr>
          <a:xfrm>
            <a:off x="260284" y="2861621"/>
            <a:ext cx="2330129" cy="2603233"/>
            <a:chOff x="260284" y="2861621"/>
            <a:chExt cx="2330129" cy="2603233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001E6626-D84B-70F7-F3E6-2E3269D24061}"/>
                </a:ext>
              </a:extLst>
            </p:cNvPr>
            <p:cNvGrpSpPr/>
            <p:nvPr/>
          </p:nvGrpSpPr>
          <p:grpSpPr>
            <a:xfrm>
              <a:off x="687878" y="2861621"/>
              <a:ext cx="1902535" cy="1888006"/>
              <a:chOff x="2300659" y="2657586"/>
              <a:chExt cx="2211432" cy="2194544"/>
            </a:xfrm>
          </p:grpSpPr>
          <p:cxnSp>
            <p:nvCxnSpPr>
              <p:cNvPr id="5" name="Straight Connector 31">
                <a:extLst>
                  <a:ext uri="{FF2B5EF4-FFF2-40B4-BE49-F238E27FC236}">
                    <a16:creationId xmlns:a16="http://schemas.microsoft.com/office/drawing/2014/main" id="{4B52B72C-BD32-D08D-648F-042151C04FC0}"/>
                  </a:ext>
                </a:extLst>
              </p:cNvPr>
              <p:cNvCxnSpPr>
                <a:stCxn id="6" idx="1"/>
                <a:endCxn id="7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66FBDFB3-BA6A-7501-343B-4EB7B7A75953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E97B786F-DD92-C92C-D4CB-66B0E4AA0DB2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F9E637E9-6060-CFD9-9204-9004C36C025B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C23AD370-B8A3-F220-9993-E993C949F64C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10" name="Straight Connector 31">
                <a:extLst>
                  <a:ext uri="{FF2B5EF4-FFF2-40B4-BE49-F238E27FC236}">
                    <a16:creationId xmlns:a16="http://schemas.microsoft.com/office/drawing/2014/main" id="{C9619BE9-6BD2-BDC9-3B50-F4CD8E31356B}"/>
                  </a:ext>
                </a:extLst>
              </p:cNvPr>
              <p:cNvCxnSpPr>
                <a:stCxn id="6" idx="7"/>
                <a:endCxn id="7" idx="5"/>
              </p:cNvCxnSpPr>
              <p:nvPr/>
            </p:nvCxnSpPr>
            <p:spPr>
              <a:xfrm rot="5400000" flipH="1" flipV="1">
                <a:off x="2862295" y="3017547"/>
                <a:ext cx="623434" cy="475685"/>
              </a:xfrm>
              <a:prstGeom prst="curvedConnector3">
                <a:avLst>
                  <a:gd name="adj1" fmla="val 3696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31">
                <a:extLst>
                  <a:ext uri="{FF2B5EF4-FFF2-40B4-BE49-F238E27FC236}">
                    <a16:creationId xmlns:a16="http://schemas.microsoft.com/office/drawing/2014/main" id="{A31F4C12-4E92-76F9-CDF4-BC2A56F599E5}"/>
                  </a:ext>
                </a:extLst>
              </p:cNvPr>
              <p:cNvCxnSpPr>
                <a:stCxn id="6" idx="2"/>
                <a:endCxn id="8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Connector 31">
                <a:extLst>
                  <a:ext uri="{FF2B5EF4-FFF2-40B4-BE49-F238E27FC236}">
                    <a16:creationId xmlns:a16="http://schemas.microsoft.com/office/drawing/2014/main" id="{07F137FA-A9B5-C0CB-5365-7E14F7871361}"/>
                  </a:ext>
                </a:extLst>
              </p:cNvPr>
              <p:cNvCxnSpPr>
                <a:stCxn id="6" idx="4"/>
                <a:endCxn id="8" idx="7"/>
              </p:cNvCxnSpPr>
              <p:nvPr/>
            </p:nvCxnSpPr>
            <p:spPr>
              <a:xfrm rot="5400000">
                <a:off x="2345782" y="4094156"/>
                <a:ext cx="712852" cy="230925"/>
              </a:xfrm>
              <a:prstGeom prst="curvedConnector3">
                <a:avLst>
                  <a:gd name="adj1" fmla="val 30046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31">
                <a:extLst>
                  <a:ext uri="{FF2B5EF4-FFF2-40B4-BE49-F238E27FC236}">
                    <a16:creationId xmlns:a16="http://schemas.microsoft.com/office/drawing/2014/main" id="{AF2361F3-8ED4-279E-21B3-5861661D5AC4}"/>
                  </a:ext>
                </a:extLst>
              </p:cNvPr>
              <p:cNvCxnSpPr>
                <a:stCxn id="9" idx="4"/>
                <a:endCxn id="8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31">
                <a:extLst>
                  <a:ext uri="{FF2B5EF4-FFF2-40B4-BE49-F238E27FC236}">
                    <a16:creationId xmlns:a16="http://schemas.microsoft.com/office/drawing/2014/main" id="{C469F8A0-EA3F-3A37-FA54-1C6541C8303F}"/>
                  </a:ext>
                </a:extLst>
              </p:cNvPr>
              <p:cNvCxnSpPr>
                <a:stCxn id="6" idx="6"/>
                <a:endCxn id="9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31">
                <a:extLst>
                  <a:ext uri="{FF2B5EF4-FFF2-40B4-BE49-F238E27FC236}">
                    <a16:creationId xmlns:a16="http://schemas.microsoft.com/office/drawing/2014/main" id="{B31FC503-F507-8972-B12E-E47B58AAED43}"/>
                  </a:ext>
                </a:extLst>
              </p:cNvPr>
              <p:cNvCxnSpPr>
                <a:stCxn id="7" idx="6"/>
                <a:endCxn id="9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B06A79B-E2A0-B931-B3CC-6192839E1FB7}"/>
                </a:ext>
              </a:extLst>
            </p:cNvPr>
            <p:cNvSpPr txBox="1"/>
            <p:nvPr/>
          </p:nvSpPr>
          <p:spPr>
            <a:xfrm>
              <a:off x="260284" y="5095522"/>
              <a:ext cx="2119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Euler path exists!</a:t>
              </a:r>
            </a:p>
          </p:txBody>
        </p:sp>
      </p:grpSp>
      <p:grpSp>
        <p:nvGrpSpPr>
          <p:cNvPr id="42" name="Group 41" descr="The graph of modern day Kaliningrad:&#10;&#10;There are 4 nodes called A, B, C, and D. The edges are: (A,B), (A,D), (A,C), (B,D), (C,D)&#10;&#10;The path A,B,D,A,C,D is an Euler path">
            <a:extLst>
              <a:ext uri="{FF2B5EF4-FFF2-40B4-BE49-F238E27FC236}">
                <a16:creationId xmlns:a16="http://schemas.microsoft.com/office/drawing/2014/main" id="{C1581F5B-0BD3-FE74-C25F-53F16A0BA9B4}"/>
              </a:ext>
            </a:extLst>
          </p:cNvPr>
          <p:cNvGrpSpPr/>
          <p:nvPr/>
        </p:nvGrpSpPr>
        <p:grpSpPr>
          <a:xfrm>
            <a:off x="3590060" y="2814586"/>
            <a:ext cx="2982096" cy="2673506"/>
            <a:chOff x="3590060" y="2814586"/>
            <a:chExt cx="2982096" cy="2673506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15307A9D-64B0-EBF1-1D68-87297E97E1D3}"/>
                </a:ext>
              </a:extLst>
            </p:cNvPr>
            <p:cNvGrpSpPr/>
            <p:nvPr/>
          </p:nvGrpSpPr>
          <p:grpSpPr>
            <a:xfrm>
              <a:off x="4371251" y="2814586"/>
              <a:ext cx="1902535" cy="1888006"/>
              <a:chOff x="2300659" y="2657586"/>
              <a:chExt cx="2211432" cy="2194544"/>
            </a:xfrm>
          </p:grpSpPr>
          <p:cxnSp>
            <p:nvCxnSpPr>
              <p:cNvPr id="17" name="Straight Connector 31">
                <a:extLst>
                  <a:ext uri="{FF2B5EF4-FFF2-40B4-BE49-F238E27FC236}">
                    <a16:creationId xmlns:a16="http://schemas.microsoft.com/office/drawing/2014/main" id="{8C5D05FE-BCF8-9D67-B3F0-D52D1CA46FEA}"/>
                  </a:ext>
                </a:extLst>
              </p:cNvPr>
              <p:cNvCxnSpPr>
                <a:stCxn id="18" idx="1"/>
                <a:endCxn id="19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DB52E792-AB0B-1DA9-C2AA-476BD137536B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27C18A1-9457-E912-A5E8-E6EAFACB8C57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45D92697-B02C-2972-BABD-92A5B590BB51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54F136F6-B099-6A05-EAD1-01A6F159402C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22" name="Straight Connector 31">
                <a:extLst>
                  <a:ext uri="{FF2B5EF4-FFF2-40B4-BE49-F238E27FC236}">
                    <a16:creationId xmlns:a16="http://schemas.microsoft.com/office/drawing/2014/main" id="{50C07178-0BBD-6C40-C2FE-1BB3F4862667}"/>
                  </a:ext>
                </a:extLst>
              </p:cNvPr>
              <p:cNvCxnSpPr>
                <a:stCxn id="18" idx="2"/>
                <a:endCxn id="20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31">
                <a:extLst>
                  <a:ext uri="{FF2B5EF4-FFF2-40B4-BE49-F238E27FC236}">
                    <a16:creationId xmlns:a16="http://schemas.microsoft.com/office/drawing/2014/main" id="{D9258FDE-A522-7743-6E14-071C8CD9A3F7}"/>
                  </a:ext>
                </a:extLst>
              </p:cNvPr>
              <p:cNvCxnSpPr>
                <a:stCxn id="21" idx="4"/>
                <a:endCxn id="20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31">
                <a:extLst>
                  <a:ext uri="{FF2B5EF4-FFF2-40B4-BE49-F238E27FC236}">
                    <a16:creationId xmlns:a16="http://schemas.microsoft.com/office/drawing/2014/main" id="{8D3D3646-FFCD-C1E6-A0DD-A1312878F7B3}"/>
                  </a:ext>
                </a:extLst>
              </p:cNvPr>
              <p:cNvCxnSpPr>
                <a:stCxn id="18" idx="6"/>
                <a:endCxn id="21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31">
                <a:extLst>
                  <a:ext uri="{FF2B5EF4-FFF2-40B4-BE49-F238E27FC236}">
                    <a16:creationId xmlns:a16="http://schemas.microsoft.com/office/drawing/2014/main" id="{DFA24B4F-DBC7-7C84-3B22-8B08A059CECE}"/>
                  </a:ext>
                </a:extLst>
              </p:cNvPr>
              <p:cNvCxnSpPr>
                <a:stCxn id="19" idx="6"/>
                <a:endCxn id="21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C160167-8F33-684E-DD9F-2B5144C11443}"/>
                    </a:ext>
                  </a:extLst>
                </p:cNvPr>
                <p:cNvSpPr txBox="1"/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BC160167-8F33-684E-DD9F-2B5144C114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3" name="Group 42" descr="A graph with 4 nodes: A,B,C,D&#10;&#10;The edges are:&#10;(A,B), (A,C), (A,D), (B,C), (B,C), (B,D), (C,D)&#10;&#10;The path A,B,C,D,A,C,B,D  is an Euler path.">
            <a:extLst>
              <a:ext uri="{FF2B5EF4-FFF2-40B4-BE49-F238E27FC236}">
                <a16:creationId xmlns:a16="http://schemas.microsoft.com/office/drawing/2014/main" id="{08748C9D-4801-FA4B-8EE8-2A5418A4A01C}"/>
              </a:ext>
            </a:extLst>
          </p:cNvPr>
          <p:cNvGrpSpPr/>
          <p:nvPr/>
        </p:nvGrpSpPr>
        <p:grpSpPr>
          <a:xfrm>
            <a:off x="7342376" y="2861621"/>
            <a:ext cx="4740654" cy="2970235"/>
            <a:chOff x="7342376" y="2861621"/>
            <a:chExt cx="4740654" cy="2970235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0AD3484D-0DA1-E36D-C820-3C7529595F03}"/>
                </a:ext>
              </a:extLst>
            </p:cNvPr>
            <p:cNvGrpSpPr/>
            <p:nvPr/>
          </p:nvGrpSpPr>
          <p:grpSpPr>
            <a:xfrm>
              <a:off x="8632102" y="2861621"/>
              <a:ext cx="2196780" cy="1573092"/>
              <a:chOff x="1491734" y="4591520"/>
              <a:chExt cx="2196780" cy="1573092"/>
            </a:xfrm>
          </p:grpSpPr>
          <p:sp>
            <p:nvSpPr>
              <p:cNvPr id="29" name="Oval 28">
                <a:extLst>
                  <a:ext uri="{FF2B5EF4-FFF2-40B4-BE49-F238E27FC236}">
                    <a16:creationId xmlns:a16="http://schemas.microsoft.com/office/drawing/2014/main" id="{B18934E4-D133-D4FE-DFF7-055F2481BE2A}"/>
                  </a:ext>
                </a:extLst>
              </p:cNvPr>
              <p:cNvSpPr/>
              <p:nvPr/>
            </p:nvSpPr>
            <p:spPr>
              <a:xfrm>
                <a:off x="1688957" y="580225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30" name="Oval 29">
                <a:extLst>
                  <a:ext uri="{FF2B5EF4-FFF2-40B4-BE49-F238E27FC236}">
                    <a16:creationId xmlns:a16="http://schemas.microsoft.com/office/drawing/2014/main" id="{1F760B83-7489-AB12-8021-D976C9401C2B}"/>
                  </a:ext>
                </a:extLst>
              </p:cNvPr>
              <p:cNvSpPr/>
              <p:nvPr/>
            </p:nvSpPr>
            <p:spPr>
              <a:xfrm>
                <a:off x="1491735" y="475910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39D869B8-C0EB-093D-D90D-35B41A6BAA3C}"/>
                  </a:ext>
                </a:extLst>
              </p:cNvPr>
              <p:cNvSpPr/>
              <p:nvPr/>
            </p:nvSpPr>
            <p:spPr>
              <a:xfrm>
                <a:off x="3317765" y="582944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32" name="Oval 31">
                <a:extLst>
                  <a:ext uri="{FF2B5EF4-FFF2-40B4-BE49-F238E27FC236}">
                    <a16:creationId xmlns:a16="http://schemas.microsoft.com/office/drawing/2014/main" id="{24F2CC38-120C-7C72-7151-96C917C85D11}"/>
                  </a:ext>
                </a:extLst>
              </p:cNvPr>
              <p:cNvSpPr/>
              <p:nvPr/>
            </p:nvSpPr>
            <p:spPr>
              <a:xfrm>
                <a:off x="3353343" y="459152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33" name="Straight Connector 31">
                <a:extLst>
                  <a:ext uri="{FF2B5EF4-FFF2-40B4-BE49-F238E27FC236}">
                    <a16:creationId xmlns:a16="http://schemas.microsoft.com/office/drawing/2014/main" id="{7A2480E1-1CD3-8786-FCDE-478D9318C4A3}"/>
                  </a:ext>
                </a:extLst>
              </p:cNvPr>
              <p:cNvCxnSpPr>
                <a:stCxn id="30" idx="2"/>
                <a:endCxn id="31" idx="3"/>
              </p:cNvCxnSpPr>
              <p:nvPr/>
            </p:nvCxnSpPr>
            <p:spPr>
              <a:xfrm rot="10800000" flipH="1" flipV="1">
                <a:off x="1491734" y="4926691"/>
                <a:ext cx="1875115" cy="1188835"/>
              </a:xfrm>
              <a:prstGeom prst="curvedConnector4">
                <a:avLst>
                  <a:gd name="adj1" fmla="val -18917"/>
                  <a:gd name="adj2" fmla="val 13927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1">
                <a:extLst>
                  <a:ext uri="{FF2B5EF4-FFF2-40B4-BE49-F238E27FC236}">
                    <a16:creationId xmlns:a16="http://schemas.microsoft.com/office/drawing/2014/main" id="{FE4522B8-0339-9392-225F-7F8E3B255246}"/>
                  </a:ext>
                </a:extLst>
              </p:cNvPr>
              <p:cNvCxnSpPr>
                <a:stCxn id="30" idx="6"/>
                <a:endCxn id="32" idx="2"/>
              </p:cNvCxnSpPr>
              <p:nvPr/>
            </p:nvCxnSpPr>
            <p:spPr>
              <a:xfrm flipV="1">
                <a:off x="1826906" y="4759106"/>
                <a:ext cx="1526437" cy="16758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1">
                <a:extLst>
                  <a:ext uri="{FF2B5EF4-FFF2-40B4-BE49-F238E27FC236}">
                    <a16:creationId xmlns:a16="http://schemas.microsoft.com/office/drawing/2014/main" id="{C53A77EC-6658-1C01-BC64-8351559E06F7}"/>
                  </a:ext>
                </a:extLst>
              </p:cNvPr>
              <p:cNvCxnSpPr>
                <a:stCxn id="30" idx="4"/>
                <a:endCxn id="29" idx="0"/>
              </p:cNvCxnSpPr>
              <p:nvPr/>
            </p:nvCxnSpPr>
            <p:spPr>
              <a:xfrm>
                <a:off x="1659321" y="5094277"/>
                <a:ext cx="197222" cy="70797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1">
                <a:extLst>
                  <a:ext uri="{FF2B5EF4-FFF2-40B4-BE49-F238E27FC236}">
                    <a16:creationId xmlns:a16="http://schemas.microsoft.com/office/drawing/2014/main" id="{874F54AF-2B2F-4AF8-6B88-0B5B46EBA3E1}"/>
                  </a:ext>
                </a:extLst>
              </p:cNvPr>
              <p:cNvCxnSpPr>
                <a:stCxn id="30" idx="5"/>
                <a:endCxn id="31" idx="1"/>
              </p:cNvCxnSpPr>
              <p:nvPr/>
            </p:nvCxnSpPr>
            <p:spPr>
              <a:xfrm>
                <a:off x="1777821" y="5045192"/>
                <a:ext cx="1589029" cy="833334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1">
                <a:extLst>
                  <a:ext uri="{FF2B5EF4-FFF2-40B4-BE49-F238E27FC236}">
                    <a16:creationId xmlns:a16="http://schemas.microsoft.com/office/drawing/2014/main" id="{148A632C-297F-CA7D-7CBE-67360335C8F9}"/>
                  </a:ext>
                </a:extLst>
              </p:cNvPr>
              <p:cNvCxnSpPr>
                <a:stCxn id="29" idx="7"/>
                <a:endCxn id="32" idx="3"/>
              </p:cNvCxnSpPr>
              <p:nvPr/>
            </p:nvCxnSpPr>
            <p:spPr>
              <a:xfrm flipV="1">
                <a:off x="1975043" y="4877606"/>
                <a:ext cx="1427385" cy="97372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1">
                <a:extLst>
                  <a:ext uri="{FF2B5EF4-FFF2-40B4-BE49-F238E27FC236}">
                    <a16:creationId xmlns:a16="http://schemas.microsoft.com/office/drawing/2014/main" id="{E0835718-7179-5EB8-19D5-FCE6DC59E55F}"/>
                  </a:ext>
                </a:extLst>
              </p:cNvPr>
              <p:cNvCxnSpPr>
                <a:stCxn id="29" idx="6"/>
                <a:endCxn id="31" idx="2"/>
              </p:cNvCxnSpPr>
              <p:nvPr/>
            </p:nvCxnSpPr>
            <p:spPr>
              <a:xfrm>
                <a:off x="2024128" y="5969836"/>
                <a:ext cx="1293637" cy="2719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1">
                <a:extLst>
                  <a:ext uri="{FF2B5EF4-FFF2-40B4-BE49-F238E27FC236}">
                    <a16:creationId xmlns:a16="http://schemas.microsoft.com/office/drawing/2014/main" id="{BED3FAFD-9F58-8A2D-2DAA-41F906D8F227}"/>
                  </a:ext>
                </a:extLst>
              </p:cNvPr>
              <p:cNvCxnSpPr>
                <a:stCxn id="32" idx="4"/>
                <a:endCxn id="31" idx="0"/>
              </p:cNvCxnSpPr>
              <p:nvPr/>
            </p:nvCxnSpPr>
            <p:spPr>
              <a:xfrm flipH="1">
                <a:off x="3485351" y="4926691"/>
                <a:ext cx="35578" cy="90275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D120CC-5BC4-19F4-B76C-64978943DB0C}"/>
                    </a:ext>
                  </a:extLst>
                </p:cNvPr>
                <p:cNvSpPr txBox="1"/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72D120CC-5BC4-19F4-B76C-64978943D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487D233-79B6-3E96-9A94-4163117B0143}"/>
                  </a:ext>
                </a:extLst>
              </p14:cNvPr>
              <p14:cNvContentPartPr/>
              <p14:nvPr/>
            </p14:nvContentPartPr>
            <p14:xfrm>
              <a:off x="436320" y="1699200"/>
              <a:ext cx="10521000" cy="362232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487D233-79B6-3E96-9A94-4163117B014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26960" y="1689840"/>
                <a:ext cx="10539720" cy="3641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622357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5DD05-5FA8-C6FE-F54B-83FE42DE01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Euler’s Theorem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6E739-C9E6-5822-4CDE-AA3C8E9D8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graph has an Euler Path if and only if it is connected and has exactly 0 or 2 nodes with odd degree.</a:t>
            </a:r>
          </a:p>
        </p:txBody>
      </p:sp>
      <p:grpSp>
        <p:nvGrpSpPr>
          <p:cNvPr id="38" name="Group 37" descr="The non-simple graph of 18th century Koenigsberg:&#10;&#10;There are 4 nodes called A, B, C, and D. The edges are: (A,B), (A,B), (A,D), (A,C), (A,C), (B,D), (C,D)&#10;&#10;This graph does not have an Euler path">
            <a:extLst>
              <a:ext uri="{FF2B5EF4-FFF2-40B4-BE49-F238E27FC236}">
                <a16:creationId xmlns:a16="http://schemas.microsoft.com/office/drawing/2014/main" id="{05036DFC-4D51-92F5-0153-310140F1CDFD}"/>
              </a:ext>
            </a:extLst>
          </p:cNvPr>
          <p:cNvGrpSpPr/>
          <p:nvPr/>
        </p:nvGrpSpPr>
        <p:grpSpPr>
          <a:xfrm>
            <a:off x="260284" y="2861621"/>
            <a:ext cx="2330129" cy="2603233"/>
            <a:chOff x="260284" y="2861621"/>
            <a:chExt cx="2330129" cy="2603233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3D287208-9FEB-7216-F4F2-21FC446C24F8}"/>
                </a:ext>
              </a:extLst>
            </p:cNvPr>
            <p:cNvGrpSpPr/>
            <p:nvPr/>
          </p:nvGrpSpPr>
          <p:grpSpPr>
            <a:xfrm>
              <a:off x="687878" y="2861621"/>
              <a:ext cx="1902535" cy="1888006"/>
              <a:chOff x="2300659" y="2657586"/>
              <a:chExt cx="2211432" cy="2194544"/>
            </a:xfrm>
          </p:grpSpPr>
          <p:cxnSp>
            <p:nvCxnSpPr>
              <p:cNvPr id="41" name="Straight Connector 31">
                <a:extLst>
                  <a:ext uri="{FF2B5EF4-FFF2-40B4-BE49-F238E27FC236}">
                    <a16:creationId xmlns:a16="http://schemas.microsoft.com/office/drawing/2014/main" id="{6091B511-D11C-6FE2-C5B8-4BDF0B57A4FB}"/>
                  </a:ext>
                </a:extLst>
              </p:cNvPr>
              <p:cNvCxnSpPr>
                <a:stCxn id="42" idx="1"/>
                <a:endCxn id="43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844B3C60-1561-FA6D-5D99-D7FB3BDC83F8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83FB63D2-D14D-F21F-6D22-0D4F542F9B41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24F2FF4F-78B6-13BF-9755-143453861F1A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95DC05C9-0773-51A3-2C78-86A3636C681D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46" name="Straight Connector 31">
                <a:extLst>
                  <a:ext uri="{FF2B5EF4-FFF2-40B4-BE49-F238E27FC236}">
                    <a16:creationId xmlns:a16="http://schemas.microsoft.com/office/drawing/2014/main" id="{70663894-F22D-BAB4-1B48-4A7426AF4174}"/>
                  </a:ext>
                </a:extLst>
              </p:cNvPr>
              <p:cNvCxnSpPr>
                <a:stCxn id="42" idx="7"/>
                <a:endCxn id="43" idx="5"/>
              </p:cNvCxnSpPr>
              <p:nvPr/>
            </p:nvCxnSpPr>
            <p:spPr>
              <a:xfrm rot="5400000" flipH="1" flipV="1">
                <a:off x="2862295" y="3017547"/>
                <a:ext cx="623434" cy="475685"/>
              </a:xfrm>
              <a:prstGeom prst="curvedConnector3">
                <a:avLst>
                  <a:gd name="adj1" fmla="val 3696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31">
                <a:extLst>
                  <a:ext uri="{FF2B5EF4-FFF2-40B4-BE49-F238E27FC236}">
                    <a16:creationId xmlns:a16="http://schemas.microsoft.com/office/drawing/2014/main" id="{1BCE0640-98B2-4A70-6647-251FADCE32A8}"/>
                  </a:ext>
                </a:extLst>
              </p:cNvPr>
              <p:cNvCxnSpPr>
                <a:stCxn id="42" idx="2"/>
                <a:endCxn id="44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31">
                <a:extLst>
                  <a:ext uri="{FF2B5EF4-FFF2-40B4-BE49-F238E27FC236}">
                    <a16:creationId xmlns:a16="http://schemas.microsoft.com/office/drawing/2014/main" id="{A34E049A-698E-E5D0-D30D-10E07C527F82}"/>
                  </a:ext>
                </a:extLst>
              </p:cNvPr>
              <p:cNvCxnSpPr>
                <a:stCxn id="42" idx="4"/>
                <a:endCxn id="44" idx="7"/>
              </p:cNvCxnSpPr>
              <p:nvPr/>
            </p:nvCxnSpPr>
            <p:spPr>
              <a:xfrm rot="5400000">
                <a:off x="2345782" y="4094156"/>
                <a:ext cx="712852" cy="230925"/>
              </a:xfrm>
              <a:prstGeom prst="curvedConnector3">
                <a:avLst>
                  <a:gd name="adj1" fmla="val 30046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31">
                <a:extLst>
                  <a:ext uri="{FF2B5EF4-FFF2-40B4-BE49-F238E27FC236}">
                    <a16:creationId xmlns:a16="http://schemas.microsoft.com/office/drawing/2014/main" id="{D2C7714E-DD67-220B-1385-829046690137}"/>
                  </a:ext>
                </a:extLst>
              </p:cNvPr>
              <p:cNvCxnSpPr>
                <a:stCxn id="45" idx="4"/>
                <a:endCxn id="44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31">
                <a:extLst>
                  <a:ext uri="{FF2B5EF4-FFF2-40B4-BE49-F238E27FC236}">
                    <a16:creationId xmlns:a16="http://schemas.microsoft.com/office/drawing/2014/main" id="{A88067D4-B0BF-BBE3-CE46-0A747A655DE0}"/>
                  </a:ext>
                </a:extLst>
              </p:cNvPr>
              <p:cNvCxnSpPr>
                <a:stCxn id="42" idx="6"/>
                <a:endCxn id="45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31">
                <a:extLst>
                  <a:ext uri="{FF2B5EF4-FFF2-40B4-BE49-F238E27FC236}">
                    <a16:creationId xmlns:a16="http://schemas.microsoft.com/office/drawing/2014/main" id="{FF9442DC-C515-EBC8-FF78-0C3939AF602A}"/>
                  </a:ext>
                </a:extLst>
              </p:cNvPr>
              <p:cNvCxnSpPr>
                <a:stCxn id="43" idx="6"/>
                <a:endCxn id="45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EDBB745-3073-8786-D112-B6062D282A90}"/>
                </a:ext>
              </a:extLst>
            </p:cNvPr>
            <p:cNvSpPr txBox="1"/>
            <p:nvPr/>
          </p:nvSpPr>
          <p:spPr>
            <a:xfrm>
              <a:off x="260284" y="5095522"/>
              <a:ext cx="211936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No Euler path exists!</a:t>
              </a:r>
            </a:p>
          </p:txBody>
        </p:sp>
      </p:grpSp>
      <p:grpSp>
        <p:nvGrpSpPr>
          <p:cNvPr id="52" name="Group 51" descr="The graph of modern day Kaliningrad:&#10;&#10;There are 4 nodes called A, B, C, and D. The edges are: (A,B), (A,D), (A,C), (B,D), (C,D)&#10;&#10;The path A,B,D,A,C,D is an Euler path">
            <a:extLst>
              <a:ext uri="{FF2B5EF4-FFF2-40B4-BE49-F238E27FC236}">
                <a16:creationId xmlns:a16="http://schemas.microsoft.com/office/drawing/2014/main" id="{7076CE6D-FF61-F876-BB27-E7B69233E34E}"/>
              </a:ext>
            </a:extLst>
          </p:cNvPr>
          <p:cNvGrpSpPr/>
          <p:nvPr/>
        </p:nvGrpSpPr>
        <p:grpSpPr>
          <a:xfrm>
            <a:off x="3590060" y="2814586"/>
            <a:ext cx="2982096" cy="2673506"/>
            <a:chOff x="3590060" y="2814586"/>
            <a:chExt cx="2982096" cy="2673506"/>
          </a:xfrm>
        </p:grpSpPr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FE540345-8A64-03B3-127B-D4CAB7F3C93C}"/>
                </a:ext>
              </a:extLst>
            </p:cNvPr>
            <p:cNvGrpSpPr/>
            <p:nvPr/>
          </p:nvGrpSpPr>
          <p:grpSpPr>
            <a:xfrm>
              <a:off x="4371251" y="2814586"/>
              <a:ext cx="1902535" cy="1888006"/>
              <a:chOff x="2300659" y="2657586"/>
              <a:chExt cx="2211432" cy="2194544"/>
            </a:xfrm>
          </p:grpSpPr>
          <p:cxnSp>
            <p:nvCxnSpPr>
              <p:cNvPr id="55" name="Straight Connector 31">
                <a:extLst>
                  <a:ext uri="{FF2B5EF4-FFF2-40B4-BE49-F238E27FC236}">
                    <a16:creationId xmlns:a16="http://schemas.microsoft.com/office/drawing/2014/main" id="{5BB66F6D-92A3-626B-A891-E16CE588662F}"/>
                  </a:ext>
                </a:extLst>
              </p:cNvPr>
              <p:cNvCxnSpPr>
                <a:stCxn id="56" idx="1"/>
                <a:endCxn id="57" idx="2"/>
              </p:cNvCxnSpPr>
              <p:nvPr/>
            </p:nvCxnSpPr>
            <p:spPr>
              <a:xfrm rot="5400000" flipH="1" flipV="1">
                <a:off x="2541502" y="2982839"/>
                <a:ext cx="741934" cy="426600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Oval 55">
                <a:extLst>
                  <a:ext uri="{FF2B5EF4-FFF2-40B4-BE49-F238E27FC236}">
                    <a16:creationId xmlns:a16="http://schemas.microsoft.com/office/drawing/2014/main" id="{517C2076-D5B9-7664-3B5D-6EFA7EB0EBA9}"/>
                  </a:ext>
                </a:extLst>
              </p:cNvPr>
              <p:cNvSpPr/>
              <p:nvPr/>
            </p:nvSpPr>
            <p:spPr>
              <a:xfrm>
                <a:off x="2650084" y="351802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23B39D98-0B34-6DBA-6AB5-97E40EC43F6F}"/>
                  </a:ext>
                </a:extLst>
              </p:cNvPr>
              <p:cNvSpPr/>
              <p:nvPr/>
            </p:nvSpPr>
            <p:spPr>
              <a:xfrm>
                <a:off x="3125769" y="265758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7ECDB22F-4386-53BD-72A6-12AEA2C52C6A}"/>
                  </a:ext>
                </a:extLst>
              </p:cNvPr>
              <p:cNvSpPr/>
              <p:nvPr/>
            </p:nvSpPr>
            <p:spPr>
              <a:xfrm>
                <a:off x="2300659" y="451695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E3F4E276-84BB-C5CF-020E-39EC17C6C0AA}"/>
                  </a:ext>
                </a:extLst>
              </p:cNvPr>
              <p:cNvSpPr/>
              <p:nvPr/>
            </p:nvSpPr>
            <p:spPr>
              <a:xfrm>
                <a:off x="4176920" y="3904829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60" name="Straight Connector 31">
                <a:extLst>
                  <a:ext uri="{FF2B5EF4-FFF2-40B4-BE49-F238E27FC236}">
                    <a16:creationId xmlns:a16="http://schemas.microsoft.com/office/drawing/2014/main" id="{4D3DCE98-DB2A-C84B-B05E-68DCEC66D369}"/>
                  </a:ext>
                </a:extLst>
              </p:cNvPr>
              <p:cNvCxnSpPr>
                <a:stCxn id="56" idx="2"/>
                <a:endCxn id="58" idx="2"/>
              </p:cNvCxnSpPr>
              <p:nvPr/>
            </p:nvCxnSpPr>
            <p:spPr>
              <a:xfrm rot="10800000" flipV="1">
                <a:off x="2300660" y="3685607"/>
                <a:ext cx="349425" cy="998938"/>
              </a:xfrm>
              <a:prstGeom prst="curvedConnector3">
                <a:avLst>
                  <a:gd name="adj1" fmla="val 16542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31">
                <a:extLst>
                  <a:ext uri="{FF2B5EF4-FFF2-40B4-BE49-F238E27FC236}">
                    <a16:creationId xmlns:a16="http://schemas.microsoft.com/office/drawing/2014/main" id="{761DC3C3-4DDC-2A4F-B143-C29B9205D6DD}"/>
                  </a:ext>
                </a:extLst>
              </p:cNvPr>
              <p:cNvCxnSpPr>
                <a:stCxn id="59" idx="4"/>
                <a:endCxn id="58" idx="6"/>
              </p:cNvCxnSpPr>
              <p:nvPr/>
            </p:nvCxnSpPr>
            <p:spPr>
              <a:xfrm rot="5400000">
                <a:off x="3267896" y="3607934"/>
                <a:ext cx="444545" cy="1708676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31">
                <a:extLst>
                  <a:ext uri="{FF2B5EF4-FFF2-40B4-BE49-F238E27FC236}">
                    <a16:creationId xmlns:a16="http://schemas.microsoft.com/office/drawing/2014/main" id="{389B0732-536E-D910-62CA-1BA5E542D1B8}"/>
                  </a:ext>
                </a:extLst>
              </p:cNvPr>
              <p:cNvCxnSpPr>
                <a:stCxn id="56" idx="6"/>
                <a:endCxn id="59" idx="2"/>
              </p:cNvCxnSpPr>
              <p:nvPr/>
            </p:nvCxnSpPr>
            <p:spPr>
              <a:xfrm>
                <a:off x="2985255" y="3685607"/>
                <a:ext cx="1191665" cy="386808"/>
              </a:xfrm>
              <a:prstGeom prst="curvedConnector3">
                <a:avLst>
                  <a:gd name="adj1" fmla="val 83251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31">
                <a:extLst>
                  <a:ext uri="{FF2B5EF4-FFF2-40B4-BE49-F238E27FC236}">
                    <a16:creationId xmlns:a16="http://schemas.microsoft.com/office/drawing/2014/main" id="{671FC68B-B132-AA2B-535C-770BB01AB20F}"/>
                  </a:ext>
                </a:extLst>
              </p:cNvPr>
              <p:cNvCxnSpPr>
                <a:stCxn id="57" idx="6"/>
                <a:endCxn id="59" idx="1"/>
              </p:cNvCxnSpPr>
              <p:nvPr/>
            </p:nvCxnSpPr>
            <p:spPr>
              <a:xfrm>
                <a:off x="3460940" y="2825172"/>
                <a:ext cx="765065" cy="1128742"/>
              </a:xfrm>
              <a:prstGeom prst="curvedConnector2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E2DE7A-D20C-C70A-E0CB-1E734B12AFFE}"/>
                    </a:ext>
                  </a:extLst>
                </p:cNvPr>
                <p:cNvSpPr txBox="1"/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54" name="TextBox 53">
                  <a:extLst>
                    <a:ext uri="{FF2B5EF4-FFF2-40B4-BE49-F238E27FC236}">
                      <a16:creationId xmlns:a16="http://schemas.microsoft.com/office/drawing/2014/main" id="{D1E2DE7A-D20C-C70A-E0CB-1E734B12AF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90060" y="4841761"/>
                  <a:ext cx="2982096" cy="646331"/>
                </a:xfrm>
                <a:prstGeom prst="rect">
                  <a:avLst/>
                </a:prstGeom>
                <a:blipFill>
                  <a:blip r:embed="rId2"/>
                  <a:stretch>
                    <a:fillRect t="-47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4" name="Group 63" descr="A graph with 4 nodes: A,B,C,D&#10;&#10;The edges are:&#10;(A,B), (A,C), (A,D), (B,C), (B,C), (B,D), (C,D)&#10;&#10;The path A,B,C,D,A,C,B,D  is an Euler path.">
            <a:extLst>
              <a:ext uri="{FF2B5EF4-FFF2-40B4-BE49-F238E27FC236}">
                <a16:creationId xmlns:a16="http://schemas.microsoft.com/office/drawing/2014/main" id="{9F30BFBE-0B69-C4CA-3EE0-F8A60FEC53E7}"/>
              </a:ext>
            </a:extLst>
          </p:cNvPr>
          <p:cNvGrpSpPr/>
          <p:nvPr/>
        </p:nvGrpSpPr>
        <p:grpSpPr>
          <a:xfrm>
            <a:off x="7342376" y="2861621"/>
            <a:ext cx="4740654" cy="2970235"/>
            <a:chOff x="7342376" y="2861621"/>
            <a:chExt cx="4740654" cy="2970235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B84FC099-4ACF-4A72-D782-EF5F1FE852DA}"/>
                </a:ext>
              </a:extLst>
            </p:cNvPr>
            <p:cNvGrpSpPr/>
            <p:nvPr/>
          </p:nvGrpSpPr>
          <p:grpSpPr>
            <a:xfrm>
              <a:off x="8632102" y="2861621"/>
              <a:ext cx="2196780" cy="1573092"/>
              <a:chOff x="1491734" y="4591520"/>
              <a:chExt cx="2196780" cy="1573092"/>
            </a:xfrm>
          </p:grpSpPr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C0598888-6FB5-6BE0-6DD2-C6BE0D834F37}"/>
                  </a:ext>
                </a:extLst>
              </p:cNvPr>
              <p:cNvSpPr/>
              <p:nvPr/>
            </p:nvSpPr>
            <p:spPr>
              <a:xfrm>
                <a:off x="1688957" y="580225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75E5CFE5-EEAF-28CD-D2FA-D09E37034FE1}"/>
                  </a:ext>
                </a:extLst>
              </p:cNvPr>
              <p:cNvSpPr/>
              <p:nvPr/>
            </p:nvSpPr>
            <p:spPr>
              <a:xfrm>
                <a:off x="1491735" y="4759106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sp>
            <p:nvSpPr>
              <p:cNvPr id="69" name="Oval 68">
                <a:extLst>
                  <a:ext uri="{FF2B5EF4-FFF2-40B4-BE49-F238E27FC236}">
                    <a16:creationId xmlns:a16="http://schemas.microsoft.com/office/drawing/2014/main" id="{697969F6-D489-2F4C-AE6A-985005C99790}"/>
                  </a:ext>
                </a:extLst>
              </p:cNvPr>
              <p:cNvSpPr/>
              <p:nvPr/>
            </p:nvSpPr>
            <p:spPr>
              <a:xfrm>
                <a:off x="3317765" y="5829441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0C72791-07FD-A623-1436-91FB04C7818B}"/>
                  </a:ext>
                </a:extLst>
              </p:cNvPr>
              <p:cNvSpPr/>
              <p:nvPr/>
            </p:nvSpPr>
            <p:spPr>
              <a:xfrm>
                <a:off x="3353343" y="4591520"/>
                <a:ext cx="335171" cy="335171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cxnSp>
            <p:nvCxnSpPr>
              <p:cNvPr id="71" name="Straight Connector 31">
                <a:extLst>
                  <a:ext uri="{FF2B5EF4-FFF2-40B4-BE49-F238E27FC236}">
                    <a16:creationId xmlns:a16="http://schemas.microsoft.com/office/drawing/2014/main" id="{B3EEF3B0-FDF2-9B78-9FCA-A6FA9402E9D7}"/>
                  </a:ext>
                </a:extLst>
              </p:cNvPr>
              <p:cNvCxnSpPr>
                <a:stCxn id="68" idx="2"/>
                <a:endCxn id="69" idx="3"/>
              </p:cNvCxnSpPr>
              <p:nvPr/>
            </p:nvCxnSpPr>
            <p:spPr>
              <a:xfrm rot="10800000" flipH="1" flipV="1">
                <a:off x="1491734" y="4926691"/>
                <a:ext cx="1875115" cy="1188835"/>
              </a:xfrm>
              <a:prstGeom prst="curvedConnector4">
                <a:avLst>
                  <a:gd name="adj1" fmla="val -18917"/>
                  <a:gd name="adj2" fmla="val 139272"/>
                </a:avLst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31">
                <a:extLst>
                  <a:ext uri="{FF2B5EF4-FFF2-40B4-BE49-F238E27FC236}">
                    <a16:creationId xmlns:a16="http://schemas.microsoft.com/office/drawing/2014/main" id="{41F3AA42-5062-A134-B768-2BC6F52DA2CC}"/>
                  </a:ext>
                </a:extLst>
              </p:cNvPr>
              <p:cNvCxnSpPr>
                <a:stCxn id="68" idx="6"/>
                <a:endCxn id="70" idx="2"/>
              </p:cNvCxnSpPr>
              <p:nvPr/>
            </p:nvCxnSpPr>
            <p:spPr>
              <a:xfrm flipV="1">
                <a:off x="1826906" y="4759106"/>
                <a:ext cx="1526437" cy="167586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31">
                <a:extLst>
                  <a:ext uri="{FF2B5EF4-FFF2-40B4-BE49-F238E27FC236}">
                    <a16:creationId xmlns:a16="http://schemas.microsoft.com/office/drawing/2014/main" id="{704525DF-8CE4-5BF3-07CD-7AB7E6E66D0F}"/>
                  </a:ext>
                </a:extLst>
              </p:cNvPr>
              <p:cNvCxnSpPr>
                <a:stCxn id="68" idx="4"/>
                <a:endCxn id="67" idx="0"/>
              </p:cNvCxnSpPr>
              <p:nvPr/>
            </p:nvCxnSpPr>
            <p:spPr>
              <a:xfrm>
                <a:off x="1659321" y="5094277"/>
                <a:ext cx="197222" cy="707973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31">
                <a:extLst>
                  <a:ext uri="{FF2B5EF4-FFF2-40B4-BE49-F238E27FC236}">
                    <a16:creationId xmlns:a16="http://schemas.microsoft.com/office/drawing/2014/main" id="{40198108-AADB-5F59-C8D4-33DB7D93737E}"/>
                  </a:ext>
                </a:extLst>
              </p:cNvPr>
              <p:cNvCxnSpPr>
                <a:stCxn id="68" idx="5"/>
                <a:endCxn id="69" idx="1"/>
              </p:cNvCxnSpPr>
              <p:nvPr/>
            </p:nvCxnSpPr>
            <p:spPr>
              <a:xfrm>
                <a:off x="1777821" y="5045192"/>
                <a:ext cx="1589029" cy="833334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31">
                <a:extLst>
                  <a:ext uri="{FF2B5EF4-FFF2-40B4-BE49-F238E27FC236}">
                    <a16:creationId xmlns:a16="http://schemas.microsoft.com/office/drawing/2014/main" id="{FB333F1A-EE88-05EF-5407-2C2F7F8C1B08}"/>
                  </a:ext>
                </a:extLst>
              </p:cNvPr>
              <p:cNvCxnSpPr>
                <a:stCxn id="67" idx="7"/>
                <a:endCxn id="70" idx="3"/>
              </p:cNvCxnSpPr>
              <p:nvPr/>
            </p:nvCxnSpPr>
            <p:spPr>
              <a:xfrm flipV="1">
                <a:off x="1975043" y="4877606"/>
                <a:ext cx="1427385" cy="973729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31">
                <a:extLst>
                  <a:ext uri="{FF2B5EF4-FFF2-40B4-BE49-F238E27FC236}">
                    <a16:creationId xmlns:a16="http://schemas.microsoft.com/office/drawing/2014/main" id="{308332F0-FB39-2FA6-E4B4-A55D07B05BED}"/>
                  </a:ext>
                </a:extLst>
              </p:cNvPr>
              <p:cNvCxnSpPr>
                <a:stCxn id="67" idx="6"/>
                <a:endCxn id="69" idx="2"/>
              </p:cNvCxnSpPr>
              <p:nvPr/>
            </p:nvCxnSpPr>
            <p:spPr>
              <a:xfrm>
                <a:off x="2024128" y="5969836"/>
                <a:ext cx="1293637" cy="27191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31">
                <a:extLst>
                  <a:ext uri="{FF2B5EF4-FFF2-40B4-BE49-F238E27FC236}">
                    <a16:creationId xmlns:a16="http://schemas.microsoft.com/office/drawing/2014/main" id="{4B768826-AC0E-579F-3513-A590A53FB1B8}"/>
                  </a:ext>
                </a:extLst>
              </p:cNvPr>
              <p:cNvCxnSpPr>
                <a:stCxn id="70" idx="4"/>
                <a:endCxn id="69" idx="0"/>
              </p:cNvCxnSpPr>
              <p:nvPr/>
            </p:nvCxnSpPr>
            <p:spPr>
              <a:xfrm flipH="1">
                <a:off x="3485351" y="4926691"/>
                <a:ext cx="35578" cy="902750"/>
              </a:xfrm>
              <a:prstGeom prst="straightConnector1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4CCD290-EB4E-05C6-E0F5-A645435456B6}"/>
                    </a:ext>
                  </a:extLst>
                </p:cNvPr>
                <p:cNvSpPr txBox="1"/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dirty="0"/>
                    <a:t>Euler path exists!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4CCD290-EB4E-05C6-E0F5-A645435456B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42376" y="5185525"/>
                  <a:ext cx="474065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BFC8AE8D-DAF4-1437-34D6-5A455EEE7052}"/>
                  </a:ext>
                </a:extLst>
              </p14:cNvPr>
              <p14:cNvContentPartPr/>
              <p14:nvPr/>
            </p14:nvContentPartPr>
            <p14:xfrm>
              <a:off x="1118520" y="2326680"/>
              <a:ext cx="9961560" cy="338040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BFC8AE8D-DAF4-1437-34D6-5A455EEE705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109160" y="2317320"/>
                <a:ext cx="9980280" cy="339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87991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DEFF1F-27C9-57FE-DBC9-D0D599DB4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 for the Euler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Given an undirected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there exist an Euler path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Algorithm:</a:t>
                </a:r>
              </a:p>
              <a:p>
                <a:pPr lvl="1"/>
                <a:r>
                  <a:rPr lang="en-US" dirty="0"/>
                  <a:t>Check if the graph is connected</a:t>
                </a:r>
              </a:p>
              <a:p>
                <a:pPr lvl="1"/>
                <a:r>
                  <a:rPr lang="en-US" dirty="0"/>
                  <a:t>Check the degree of each node</a:t>
                </a:r>
              </a:p>
              <a:p>
                <a:pPr lvl="1"/>
                <a:r>
                  <a:rPr lang="en-US" dirty="0"/>
                  <a:t>If the number of nodes with odd degree is 0 or 2, return true</a:t>
                </a:r>
              </a:p>
              <a:p>
                <a:pPr lvl="1"/>
                <a:r>
                  <a:rPr lang="en-US" dirty="0"/>
                  <a:t>Otherwise return false</a:t>
                </a:r>
              </a:p>
              <a:p>
                <a:r>
                  <a:rPr lang="en-US" dirty="0"/>
                  <a:t>Running time?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306FAE-49DE-9965-16D4-22BF1FE4CE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 r="-5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A68C8B7E-4ABF-BB88-C19E-7141044C8EE9}"/>
                  </a:ext>
                </a:extLst>
              </p14:cNvPr>
              <p14:cNvContentPartPr/>
              <p14:nvPr/>
            </p14:nvContentPartPr>
            <p14:xfrm>
              <a:off x="3100320" y="2424960"/>
              <a:ext cx="5967360" cy="32425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A68C8B7E-4ABF-BB88-C19E-7141044C8EE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090960" y="2415600"/>
                <a:ext cx="5986080" cy="3261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766286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36D58-44B6-D538-10FD-C3FCC54B4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Seemingly Similar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Hamiltonian Path:</a:t>
                </a:r>
              </a:p>
              <a:p>
                <a:pPr lvl="1"/>
                <a:r>
                  <a:rPr lang="en-US" dirty="0"/>
                  <a:t>A path that includes every node in the graph exactly once</a:t>
                </a:r>
              </a:p>
              <a:p>
                <a:r>
                  <a:rPr lang="en-US" dirty="0"/>
                  <a:t>Hamiltonian Path Problem: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does that graph have a Hamiltonian Path?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62B3655-18B9-485A-BEAE-67C51CB83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 descr="A graph with 8 nodes: A,B,C,D,E,F,G,H&#10;&#10;The edges are (A,B), (A,C), (A,D), (B,C), (B,E), (C,D), (C,E), (C,G), (D,F), (E,F), (E,G), (F,H), (G,H)&#10;&#10;This path A,B,C,E,G,H,F,D is a Hamiltonian path.">
            <a:extLst>
              <a:ext uri="{FF2B5EF4-FFF2-40B4-BE49-F238E27FC236}">
                <a16:creationId xmlns:a16="http://schemas.microsoft.com/office/drawing/2014/main" id="{7F0E9CE5-A6EF-CE45-F067-2DC7D9972070}"/>
              </a:ext>
            </a:extLst>
          </p:cNvPr>
          <p:cNvGrpSpPr/>
          <p:nvPr/>
        </p:nvGrpSpPr>
        <p:grpSpPr>
          <a:xfrm>
            <a:off x="275063" y="3775899"/>
            <a:ext cx="8961398" cy="2918001"/>
            <a:chOff x="275063" y="3775899"/>
            <a:chExt cx="8961398" cy="291800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D8A630-43CD-7610-70E4-8BD854FC356F}"/>
                </a:ext>
              </a:extLst>
            </p:cNvPr>
            <p:cNvGrpSpPr/>
            <p:nvPr/>
          </p:nvGrpSpPr>
          <p:grpSpPr>
            <a:xfrm>
              <a:off x="2653211" y="3775899"/>
              <a:ext cx="6583250" cy="2918001"/>
              <a:chOff x="1931018" y="3462667"/>
              <a:chExt cx="6583250" cy="2918001"/>
            </a:xfrm>
          </p:grpSpPr>
          <p:cxnSp>
            <p:nvCxnSpPr>
              <p:cNvPr id="5" name="Straight Connector 4">
                <a:extLst>
                  <a:ext uri="{FF2B5EF4-FFF2-40B4-BE49-F238E27FC236}">
                    <a16:creationId xmlns:a16="http://schemas.microsoft.com/office/drawing/2014/main" id="{410BBED7-1BDE-181F-1891-23716F499E92}"/>
                  </a:ext>
                </a:extLst>
              </p:cNvPr>
              <p:cNvCxnSpPr>
                <a:stCxn id="6" idx="7"/>
                <a:endCxn id="13" idx="2"/>
              </p:cNvCxnSpPr>
              <p:nvPr/>
            </p:nvCxnSpPr>
            <p:spPr>
              <a:xfrm flipV="1">
                <a:off x="2369120" y="3719301"/>
                <a:ext cx="1593280" cy="90300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FACF018F-DFA0-8834-DDD5-2289E8D4638F}"/>
                  </a:ext>
                </a:extLst>
              </p:cNvPr>
              <p:cNvSpPr/>
              <p:nvPr/>
            </p:nvSpPr>
            <p:spPr>
              <a:xfrm>
                <a:off x="1931018" y="4547141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</a:t>
                </a:r>
              </a:p>
            </p:txBody>
          </p:sp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28C5049-82EF-1BCE-74DA-F1315FF4FC9B}"/>
                  </a:ext>
                </a:extLst>
              </p:cNvPr>
              <p:cNvSpPr/>
              <p:nvPr/>
            </p:nvSpPr>
            <p:spPr>
              <a:xfrm>
                <a:off x="2241704" y="586740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</a:t>
                </a:r>
              </a:p>
            </p:txBody>
          </p: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BF31717E-AE97-E58E-B460-A5F37284BE8C}"/>
                  </a:ext>
                </a:extLst>
              </p:cNvPr>
              <p:cNvSpPr/>
              <p:nvPr/>
            </p:nvSpPr>
            <p:spPr>
              <a:xfrm>
                <a:off x="6105339" y="5513410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F</a:t>
                </a:r>
              </a:p>
            </p:txBody>
          </p:sp>
          <p:sp>
            <p:nvSpPr>
              <p:cNvPr id="9" name="Oval 8">
                <a:extLst>
                  <a:ext uri="{FF2B5EF4-FFF2-40B4-BE49-F238E27FC236}">
                    <a16:creationId xmlns:a16="http://schemas.microsoft.com/office/drawing/2014/main" id="{9F41E82D-B4CE-C0E0-01D6-341113AA66FD}"/>
                  </a:ext>
                </a:extLst>
              </p:cNvPr>
              <p:cNvSpPr/>
              <p:nvPr/>
            </p:nvSpPr>
            <p:spPr>
              <a:xfrm>
                <a:off x="8001000" y="5260975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H</a:t>
                </a:r>
              </a:p>
            </p:txBody>
          </p:sp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CF3799E7-388A-DB69-AF41-C20993004D91}"/>
                  </a:ext>
                </a:extLst>
              </p:cNvPr>
              <p:cNvSpPr/>
              <p:nvPr/>
            </p:nvSpPr>
            <p:spPr>
              <a:xfrm>
                <a:off x="7315200" y="355115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G</a:t>
                </a:r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D1AB8753-9AE9-F155-6D7F-668B6F0A42DE}"/>
                  </a:ext>
                </a:extLst>
              </p:cNvPr>
              <p:cNvSpPr/>
              <p:nvPr/>
            </p:nvSpPr>
            <p:spPr>
              <a:xfrm>
                <a:off x="5867400" y="4491073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E</a:t>
                </a:r>
              </a:p>
            </p:txBody>
          </p:sp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01633ACC-60D3-1C8B-45C3-AC6EBAD23B25}"/>
                  </a:ext>
                </a:extLst>
              </p:cNvPr>
              <p:cNvSpPr/>
              <p:nvPr/>
            </p:nvSpPr>
            <p:spPr>
              <a:xfrm>
                <a:off x="3862036" y="444290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</a:t>
                </a:r>
              </a:p>
            </p:txBody>
          </p:sp>
          <p:sp>
            <p:nvSpPr>
              <p:cNvPr id="13" name="Oval 12">
                <a:extLst>
                  <a:ext uri="{FF2B5EF4-FFF2-40B4-BE49-F238E27FC236}">
                    <a16:creationId xmlns:a16="http://schemas.microsoft.com/office/drawing/2014/main" id="{6B218345-3EC7-E1CF-C962-D16A36304650}"/>
                  </a:ext>
                </a:extLst>
              </p:cNvPr>
              <p:cNvSpPr/>
              <p:nvPr/>
            </p:nvSpPr>
            <p:spPr>
              <a:xfrm>
                <a:off x="3962400" y="3462667"/>
                <a:ext cx="513268" cy="513268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B</a:t>
                </a:r>
              </a:p>
            </p:txBody>
          </p: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90C9939F-4E45-819B-E503-E17C1F226296}"/>
                  </a:ext>
                </a:extLst>
              </p:cNvPr>
              <p:cNvCxnSpPr>
                <a:stCxn id="12" idx="0"/>
                <a:endCxn id="13" idx="4"/>
              </p:cNvCxnSpPr>
              <p:nvPr/>
            </p:nvCxnSpPr>
            <p:spPr>
              <a:xfrm flipV="1">
                <a:off x="4118670" y="3975935"/>
                <a:ext cx="100364" cy="46697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E354A0F3-06C2-7D8B-7643-8E15DA7CFD63}"/>
                  </a:ext>
                </a:extLst>
              </p:cNvPr>
              <p:cNvCxnSpPr>
                <a:stCxn id="12" idx="6"/>
                <a:endCxn id="11" idx="2"/>
              </p:cNvCxnSpPr>
              <p:nvPr/>
            </p:nvCxnSpPr>
            <p:spPr>
              <a:xfrm>
                <a:off x="4375304" y="4699541"/>
                <a:ext cx="1492096" cy="4816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320DEA97-1361-9C15-2FDA-CF0718DD481B}"/>
                  </a:ext>
                </a:extLst>
              </p:cNvPr>
              <p:cNvCxnSpPr>
                <a:stCxn id="10" idx="3"/>
                <a:endCxn id="11" idx="7"/>
              </p:cNvCxnSpPr>
              <p:nvPr/>
            </p:nvCxnSpPr>
            <p:spPr>
              <a:xfrm flipH="1">
                <a:off x="6305502" y="3989259"/>
                <a:ext cx="1084864" cy="57698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4522E44-17A8-AA87-5A1A-585783746079}"/>
                  </a:ext>
                </a:extLst>
              </p:cNvPr>
              <p:cNvCxnSpPr>
                <a:stCxn id="10" idx="5"/>
                <a:endCxn id="9" idx="0"/>
              </p:cNvCxnSpPr>
              <p:nvPr/>
            </p:nvCxnSpPr>
            <p:spPr>
              <a:xfrm>
                <a:off x="7753302" y="3989259"/>
                <a:ext cx="504332" cy="127171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05688FE9-1B5B-3D83-8ED4-F0B54F2207AD}"/>
                  </a:ext>
                </a:extLst>
              </p:cNvPr>
              <p:cNvCxnSpPr>
                <a:stCxn id="9" idx="2"/>
                <a:endCxn id="8" idx="6"/>
              </p:cNvCxnSpPr>
              <p:nvPr/>
            </p:nvCxnSpPr>
            <p:spPr>
              <a:xfrm flipH="1">
                <a:off x="6618607" y="5517609"/>
                <a:ext cx="1382393" cy="252435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FCC224D-25C9-AD5F-1F89-94B0DC40BBE0}"/>
                  </a:ext>
                </a:extLst>
              </p:cNvPr>
              <p:cNvCxnSpPr>
                <a:stCxn id="8" idx="2"/>
                <a:endCxn id="7" idx="6"/>
              </p:cNvCxnSpPr>
              <p:nvPr/>
            </p:nvCxnSpPr>
            <p:spPr>
              <a:xfrm flipH="1">
                <a:off x="2754972" y="5770044"/>
                <a:ext cx="3350367" cy="35399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50BD48E-631A-9E9D-CA20-27B64F24DF6A}"/>
                  </a:ext>
                </a:extLst>
              </p:cNvPr>
              <p:cNvCxnSpPr>
                <a:stCxn id="7" idx="0"/>
                <a:endCxn id="6" idx="4"/>
              </p:cNvCxnSpPr>
              <p:nvPr/>
            </p:nvCxnSpPr>
            <p:spPr>
              <a:xfrm flipH="1" flipV="1">
                <a:off x="2187652" y="5060409"/>
                <a:ext cx="310686" cy="806991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24D80C8D-3431-51AF-4019-D8385D0E924C}"/>
                  </a:ext>
                </a:extLst>
              </p:cNvPr>
              <p:cNvCxnSpPr>
                <a:stCxn id="12" idx="2"/>
                <a:endCxn id="6" idx="6"/>
              </p:cNvCxnSpPr>
              <p:nvPr/>
            </p:nvCxnSpPr>
            <p:spPr>
              <a:xfrm flipH="1">
                <a:off x="2444286" y="4699541"/>
                <a:ext cx="1417750" cy="104234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6D58390F-2323-1BC3-4E5E-5239061AF6B9}"/>
                  </a:ext>
                </a:extLst>
              </p:cNvPr>
              <p:cNvCxnSpPr>
                <a:stCxn id="12" idx="3"/>
                <a:endCxn id="7" idx="7"/>
              </p:cNvCxnSpPr>
              <p:nvPr/>
            </p:nvCxnSpPr>
            <p:spPr>
              <a:xfrm flipH="1">
                <a:off x="2679806" y="4881009"/>
                <a:ext cx="1257396" cy="1061557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D203B5A7-E497-66B7-9DCF-D69BF1F0970A}"/>
                  </a:ext>
                </a:extLst>
              </p:cNvPr>
              <p:cNvCxnSpPr>
                <a:stCxn id="12" idx="7"/>
                <a:endCxn id="10" idx="2"/>
              </p:cNvCxnSpPr>
              <p:nvPr/>
            </p:nvCxnSpPr>
            <p:spPr>
              <a:xfrm flipV="1">
                <a:off x="4300138" y="3807791"/>
                <a:ext cx="3015062" cy="710282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905C7ACF-065F-F2E9-A3EF-8EA3E9A1E2D5}"/>
                  </a:ext>
                </a:extLst>
              </p:cNvPr>
              <p:cNvCxnSpPr>
                <a:stCxn id="13" idx="6"/>
                <a:endCxn id="11" idx="1"/>
              </p:cNvCxnSpPr>
              <p:nvPr/>
            </p:nvCxnSpPr>
            <p:spPr>
              <a:xfrm>
                <a:off x="4475668" y="3719301"/>
                <a:ext cx="1466898" cy="84693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A25E937A-5865-1A25-7FFF-43C0B86486BA}"/>
                  </a:ext>
                </a:extLst>
              </p:cNvPr>
              <p:cNvCxnSpPr>
                <a:stCxn id="8" idx="0"/>
                <a:endCxn id="11" idx="4"/>
              </p:cNvCxnSpPr>
              <p:nvPr/>
            </p:nvCxnSpPr>
            <p:spPr>
              <a:xfrm flipH="1" flipV="1">
                <a:off x="6124034" y="5004341"/>
                <a:ext cx="237939" cy="509069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3CFA01-49BD-73EA-7746-C9CA06A772F9}"/>
                    </a:ext>
                  </a:extLst>
                </p:cNvPr>
                <p:cNvSpPr txBox="1"/>
                <p:nvPr/>
              </p:nvSpPr>
              <p:spPr>
                <a:xfrm>
                  <a:off x="275063" y="5660783"/>
                  <a:ext cx="209961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dirty="0"/>
                    <a:t>True!</a:t>
                  </a:r>
                </a:p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𝐸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223CFA01-49BD-73EA-7746-C9CA06A77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063" y="5660783"/>
                  <a:ext cx="2099614" cy="646331"/>
                </a:xfrm>
                <a:prstGeom prst="rect">
                  <a:avLst/>
                </a:prstGeom>
                <a:blipFill>
                  <a:blip r:embed="rId3"/>
                  <a:stretch>
                    <a:fillRect t="-566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4554269A-A2A5-7995-0B0D-77FE418207AA}"/>
                  </a:ext>
                </a:extLst>
              </p14:cNvPr>
              <p14:cNvContentPartPr/>
              <p14:nvPr/>
            </p14:nvContentPartPr>
            <p14:xfrm>
              <a:off x="1020240" y="2308320"/>
              <a:ext cx="9826200" cy="406008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4554269A-A2A5-7995-0B0D-77FE418207A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010880" y="2298960"/>
                <a:ext cx="9844920" cy="4078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699933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E0C9C3-CA64-54CC-E56D-4A97AC157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Algorithms for the Hamiltonian Path Problem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Option 1:</a:t>
                </a:r>
              </a:p>
              <a:p>
                <a:pPr lvl="1"/>
                <a:r>
                  <a:rPr lang="en-US" dirty="0"/>
                  <a:t>Explore all possible simple paths through the graph</a:t>
                </a:r>
              </a:p>
              <a:p>
                <a:pPr lvl="1"/>
                <a:r>
                  <a:rPr lang="en-US" dirty="0"/>
                  <a:t>Check to see if any of those are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Option 2:</a:t>
                </a:r>
              </a:p>
              <a:p>
                <a:pPr lvl="1"/>
                <a:r>
                  <a:rPr lang="en-US" dirty="0"/>
                  <a:t>Write down every sequence of nodes</a:t>
                </a:r>
              </a:p>
              <a:p>
                <a:pPr lvl="1"/>
                <a:r>
                  <a:rPr lang="en-US" dirty="0"/>
                  <a:t>Check to see if any of those are a path</a:t>
                </a:r>
              </a:p>
              <a:p>
                <a:r>
                  <a:rPr lang="en-US" dirty="0"/>
                  <a:t>Both options are examples of an </a:t>
                </a:r>
                <a:r>
                  <a:rPr lang="en-US" b="1" dirty="0"/>
                  <a:t>Exhaustive Search (“Brute Force”) algorithm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ADF8DC-45CC-A15B-5A96-813251422D5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47B46D26-5168-7C51-F65F-A3A7FF5CFBD3}"/>
                  </a:ext>
                </a:extLst>
              </p14:cNvPr>
              <p14:cNvContentPartPr/>
              <p14:nvPr/>
            </p14:nvContentPartPr>
            <p14:xfrm>
              <a:off x="1189080" y="2605320"/>
              <a:ext cx="5097600" cy="1773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47B46D26-5168-7C51-F65F-A3A7FF5CFBD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179720" y="2595960"/>
                <a:ext cx="5116320" cy="1791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394625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C929-4369-F432-66E2-F349DDF4E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Option 2: List all sequences, look for a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permutations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⋅…⋅2⋅1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How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 compare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?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!∈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Exponential running time!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9CA5F34-FC3D-2CC2-A236-35935FA36E0E}"/>
                  </a:ext>
                </a:extLst>
              </p14:cNvPr>
              <p14:cNvContentPartPr/>
              <p14:nvPr/>
            </p14:nvContentPartPr>
            <p14:xfrm>
              <a:off x="1935720" y="1607400"/>
              <a:ext cx="9128880" cy="26578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9CA5F34-FC3D-2CC2-A236-35935FA36E0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926360" y="1598040"/>
                <a:ext cx="9147600" cy="2676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10761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Option 1: Explore all simple paths, check for one of length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207DC929-4369-F432-66E2-F349DDF4EB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 t="-13364" b="-211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Running time: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Number of paths</a:t>
                </a:r>
              </a:p>
              <a:p>
                <a:pPr lvl="2"/>
                <a:r>
                  <a:rPr lang="en-US" b="0" dirty="0"/>
                  <a:t>Pick a first node 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Pick a neighbor (up to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en-US" b="0" dirty="0"/>
                  <a:t> choices)</a:t>
                </a:r>
              </a:p>
              <a:p>
                <a:pPr lvl="2"/>
                <a:r>
                  <a:rPr lang="en-US" dirty="0"/>
                  <a:t>…. Repeat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US" b="0" dirty="0"/>
                  <a:t> total times</a:t>
                </a:r>
              </a:p>
              <a:p>
                <a:pPr lvl="2"/>
                <a:r>
                  <a:rPr lang="en-US" dirty="0"/>
                  <a:t>Overall: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b="0" dirty="0"/>
                  <a:t> paths</a:t>
                </a:r>
              </a:p>
              <a:p>
                <a:pPr lvl="1"/>
                <a:r>
                  <a:rPr lang="en-US" dirty="0"/>
                  <a:t>Exponential running time</a:t>
                </a:r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9EBF3A1-8EEA-C0F3-7272-38BD1DD890F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5F278879-6060-A2AD-7DE2-CE81DFA16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333395" y="1957381"/>
            <a:ext cx="2343087" cy="1692318"/>
            <a:chOff x="8333395" y="1957381"/>
            <a:chExt cx="2343087" cy="169231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2949F9A7-8DEE-4155-1F21-A18C0B88EDBF}"/>
                </a:ext>
              </a:extLst>
            </p:cNvPr>
            <p:cNvSpPr/>
            <p:nvPr/>
          </p:nvSpPr>
          <p:spPr>
            <a:xfrm>
              <a:off x="8333395" y="3314528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893BAA4A-012A-4C5A-0A91-962CDF057290}"/>
                </a:ext>
              </a:extLst>
            </p:cNvPr>
            <p:cNvSpPr/>
            <p:nvPr/>
          </p:nvSpPr>
          <p:spPr>
            <a:xfrm>
              <a:off x="8333395" y="195738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B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52988E6-F31B-73A1-7A09-FC5F9B268A4F}"/>
                </a:ext>
              </a:extLst>
            </p:cNvPr>
            <p:cNvSpPr/>
            <p:nvPr/>
          </p:nvSpPr>
          <p:spPr>
            <a:xfrm>
              <a:off x="10341310" y="3314528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C</a:t>
              </a: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132ED6F9-F0F7-191C-0BD4-2015771B907A}"/>
                </a:ext>
              </a:extLst>
            </p:cNvPr>
            <p:cNvSpPr/>
            <p:nvPr/>
          </p:nvSpPr>
          <p:spPr>
            <a:xfrm>
              <a:off x="10341311" y="1957381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</a:t>
              </a:r>
            </a:p>
          </p:txBody>
        </p:sp>
        <p:cxnSp>
          <p:nvCxnSpPr>
            <p:cNvPr id="9" name="Straight Connector 31">
              <a:extLst>
                <a:ext uri="{FF2B5EF4-FFF2-40B4-BE49-F238E27FC236}">
                  <a16:creationId xmlns:a16="http://schemas.microsoft.com/office/drawing/2014/main" id="{C5193740-B829-D480-D060-43C4FDED80CC}"/>
                </a:ext>
              </a:extLst>
            </p:cNvPr>
            <p:cNvCxnSpPr>
              <a:cxnSpLocks/>
              <a:stCxn id="6" idx="2"/>
              <a:endCxn id="7" idx="3"/>
            </p:cNvCxnSpPr>
            <p:nvPr/>
          </p:nvCxnSpPr>
          <p:spPr>
            <a:xfrm rot="10800000" flipH="1" flipV="1">
              <a:off x="8333395" y="2124966"/>
              <a:ext cx="2057000" cy="1475647"/>
            </a:xfrm>
            <a:prstGeom prst="curvedConnector4">
              <a:avLst>
                <a:gd name="adj1" fmla="val -22967"/>
                <a:gd name="adj2" fmla="val 147047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31">
              <a:extLst>
                <a:ext uri="{FF2B5EF4-FFF2-40B4-BE49-F238E27FC236}">
                  <a16:creationId xmlns:a16="http://schemas.microsoft.com/office/drawing/2014/main" id="{2BEAAD66-553C-07E5-652C-2B2FAADDFCE2}"/>
                </a:ext>
              </a:extLst>
            </p:cNvPr>
            <p:cNvCxnSpPr>
              <a:stCxn id="6" idx="6"/>
              <a:endCxn id="8" idx="2"/>
            </p:cNvCxnSpPr>
            <p:nvPr/>
          </p:nvCxnSpPr>
          <p:spPr>
            <a:xfrm>
              <a:off x="8668566" y="2124967"/>
              <a:ext cx="1672745" cy="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31">
              <a:extLst>
                <a:ext uri="{FF2B5EF4-FFF2-40B4-BE49-F238E27FC236}">
                  <a16:creationId xmlns:a16="http://schemas.microsoft.com/office/drawing/2014/main" id="{21EBF89E-5526-2E94-6EAD-1A8B09867BB9}"/>
                </a:ext>
              </a:extLst>
            </p:cNvPr>
            <p:cNvCxnSpPr>
              <a:stCxn id="6" idx="4"/>
              <a:endCxn id="5" idx="0"/>
            </p:cNvCxnSpPr>
            <p:nvPr/>
          </p:nvCxnSpPr>
          <p:spPr>
            <a:xfrm>
              <a:off x="8500981" y="2292552"/>
              <a:ext cx="0" cy="102197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31">
              <a:extLst>
                <a:ext uri="{FF2B5EF4-FFF2-40B4-BE49-F238E27FC236}">
                  <a16:creationId xmlns:a16="http://schemas.microsoft.com/office/drawing/2014/main" id="{9C7AE517-3EDD-AF24-5ADB-919FB28603D8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8668566" y="3482114"/>
              <a:ext cx="1672744" cy="0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31">
              <a:extLst>
                <a:ext uri="{FF2B5EF4-FFF2-40B4-BE49-F238E27FC236}">
                  <a16:creationId xmlns:a16="http://schemas.microsoft.com/office/drawing/2014/main" id="{176D5241-90AA-605B-03E4-5AFEBD1F3871}"/>
                </a:ext>
              </a:extLst>
            </p:cNvPr>
            <p:cNvCxnSpPr>
              <a:stCxn id="8" idx="4"/>
              <a:endCxn id="7" idx="0"/>
            </p:cNvCxnSpPr>
            <p:nvPr/>
          </p:nvCxnSpPr>
          <p:spPr>
            <a:xfrm flipH="1">
              <a:off x="10508896" y="2292552"/>
              <a:ext cx="1" cy="1021976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262EBC7-DAE2-6CA5-BE42-448566250D12}"/>
                </a:ext>
              </a:extLst>
            </p:cNvPr>
            <p:cNvSpPr/>
            <p:nvPr/>
          </p:nvSpPr>
          <p:spPr>
            <a:xfrm>
              <a:off x="9413995" y="2594969"/>
              <a:ext cx="335171" cy="335171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</a:t>
              </a:r>
            </a:p>
          </p:txBody>
        </p:sp>
        <p:cxnSp>
          <p:nvCxnSpPr>
            <p:cNvPr id="24" name="Straight Connector 31">
              <a:extLst>
                <a:ext uri="{FF2B5EF4-FFF2-40B4-BE49-F238E27FC236}">
                  <a16:creationId xmlns:a16="http://schemas.microsoft.com/office/drawing/2014/main" id="{927F6F51-D4A8-EFD9-DF04-4DAC1EC879B5}"/>
                </a:ext>
              </a:extLst>
            </p:cNvPr>
            <p:cNvCxnSpPr>
              <a:cxnSpLocks/>
              <a:stCxn id="6" idx="5"/>
              <a:endCxn id="16" idx="1"/>
            </p:cNvCxnSpPr>
            <p:nvPr/>
          </p:nvCxnSpPr>
          <p:spPr>
            <a:xfrm>
              <a:off x="8619481" y="2243467"/>
              <a:ext cx="843599" cy="400587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31">
              <a:extLst>
                <a:ext uri="{FF2B5EF4-FFF2-40B4-BE49-F238E27FC236}">
                  <a16:creationId xmlns:a16="http://schemas.microsoft.com/office/drawing/2014/main" id="{B6A768BA-2DD2-0A0A-F134-D3979EB250A8}"/>
                </a:ext>
              </a:extLst>
            </p:cNvPr>
            <p:cNvCxnSpPr>
              <a:cxnSpLocks/>
              <a:stCxn id="16" idx="7"/>
              <a:endCxn id="8" idx="3"/>
            </p:cNvCxnSpPr>
            <p:nvPr/>
          </p:nvCxnSpPr>
          <p:spPr>
            <a:xfrm flipV="1">
              <a:off x="9700081" y="2243467"/>
              <a:ext cx="690315" cy="400587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1">
              <a:extLst>
                <a:ext uri="{FF2B5EF4-FFF2-40B4-BE49-F238E27FC236}">
                  <a16:creationId xmlns:a16="http://schemas.microsoft.com/office/drawing/2014/main" id="{A35F56F4-B915-10DF-6B9A-950DA11B8296}"/>
                </a:ext>
              </a:extLst>
            </p:cNvPr>
            <p:cNvCxnSpPr>
              <a:cxnSpLocks/>
              <a:stCxn id="5" idx="7"/>
              <a:endCxn id="16" idx="3"/>
            </p:cNvCxnSpPr>
            <p:nvPr/>
          </p:nvCxnSpPr>
          <p:spPr>
            <a:xfrm flipV="1">
              <a:off x="8619481" y="2881055"/>
              <a:ext cx="843599" cy="482558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1">
              <a:extLst>
                <a:ext uri="{FF2B5EF4-FFF2-40B4-BE49-F238E27FC236}">
                  <a16:creationId xmlns:a16="http://schemas.microsoft.com/office/drawing/2014/main" id="{15B8247C-A95D-9C84-601B-D392E6BC27F1}"/>
                </a:ext>
              </a:extLst>
            </p:cNvPr>
            <p:cNvCxnSpPr>
              <a:cxnSpLocks/>
              <a:stCxn id="16" idx="5"/>
              <a:endCxn id="7" idx="1"/>
            </p:cNvCxnSpPr>
            <p:nvPr/>
          </p:nvCxnSpPr>
          <p:spPr>
            <a:xfrm>
              <a:off x="9700081" y="2881055"/>
              <a:ext cx="690314" cy="482558"/>
            </a:xfrm>
            <a:prstGeom prst="straightConnector1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1">
              <a:extLst>
                <a:ext uri="{FF2B5EF4-FFF2-40B4-BE49-F238E27FC236}">
                  <a16:creationId xmlns:a16="http://schemas.microsoft.com/office/drawing/2014/main" id="{CC2CD196-A606-4B8F-3978-BEF67043E262}"/>
                </a:ext>
              </a:extLst>
            </p:cNvPr>
            <p:cNvCxnSpPr>
              <a:cxnSpLocks/>
              <a:stCxn id="8" idx="6"/>
              <a:endCxn id="5" idx="4"/>
            </p:cNvCxnSpPr>
            <p:nvPr/>
          </p:nvCxnSpPr>
          <p:spPr>
            <a:xfrm flipH="1">
              <a:off x="8500981" y="2124967"/>
              <a:ext cx="2175501" cy="1524732"/>
            </a:xfrm>
            <a:prstGeom prst="curvedConnector4">
              <a:avLst>
                <a:gd name="adj1" fmla="val -28722"/>
                <a:gd name="adj2" fmla="val 148310"/>
              </a:avLst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6C98F912-DB54-CC61-A91D-05CD54A7FAD3}"/>
                  </a:ext>
                </a:extLst>
              </p14:cNvPr>
              <p14:cNvContentPartPr/>
              <p14:nvPr/>
            </p14:nvContentPartPr>
            <p14:xfrm>
              <a:off x="2897280" y="1757520"/>
              <a:ext cx="6044400" cy="3067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6C98F912-DB54-CC61-A91D-05CD54A7FA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887920" y="1748160"/>
                <a:ext cx="6063120" cy="30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352665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C3B95-8803-F548-902A-C791AB8A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US" dirty="0"/>
                  <a:t>A Complexity Class is a set of problems (e.g. sorting, Euler path, Hamiltonian path)</a:t>
                </a:r>
              </a:p>
              <a:p>
                <a:pPr lvl="1"/>
                <a:r>
                  <a:rPr lang="en-US" dirty="0"/>
                  <a:t>The problems included in a complexity class are those whose most efficient algorithm has a specific upper bound on its running time (or memory use, or…)</a:t>
                </a:r>
              </a:p>
              <a:p>
                <a:r>
                  <a:rPr lang="en-US" dirty="0"/>
                  <a:t>Examples: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Finding the minimum of a list, finding the maximum of a list, </a:t>
                </a:r>
                <a:r>
                  <a:rPr lang="en-US" dirty="0" err="1"/>
                  <a:t>buildheap</a:t>
                </a:r>
                <a:r>
                  <a:rPr lang="en-US" dirty="0"/>
                  <a:t>, summing a list, etc.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lvl="2"/>
                <a:r>
                  <a:rPr lang="en-US" dirty="0"/>
                  <a:t>Contains: everything above as well as sorting, Euler path</a:t>
                </a:r>
              </a:p>
              <a:p>
                <a:pPr lvl="1"/>
                <a:r>
                  <a:rPr lang="en-US" dirty="0"/>
                  <a:t>The set of all problems that can be solved by an algorithm with running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Contains: everything we’ve seen in this class so far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77D657-C44A-F1AF-8069-F7D2A0AB41E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8" t="-2101" b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EE48F05-7B83-E9DF-3B1D-E2F0BBDDA488}"/>
                  </a:ext>
                </a:extLst>
              </p14:cNvPr>
              <p14:cNvContentPartPr/>
              <p14:nvPr/>
            </p14:nvContentPartPr>
            <p14:xfrm>
              <a:off x="823320" y="18360"/>
              <a:ext cx="10536480" cy="58388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EE48F05-7B83-E9DF-3B1D-E2F0BBDDA48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13960" y="9000"/>
                <a:ext cx="10555200" cy="5857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660586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E3049-9A36-4872-6DE7-2BA549246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Complexity Classes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To explore what problems are and are not tractable, we give some complexity classes special names:</a:t>
                </a:r>
              </a:p>
              <a:p>
                <a:r>
                  <a:rPr lang="en-US" b="0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“Polynomial”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“Tractable”</a:t>
                </a:r>
              </a:p>
              <a:p>
                <a:r>
                  <a:rPr lang="en-US" dirty="0"/>
                  <a:t>Complexity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1"/>
                <a:r>
                  <a:rPr lang="en-US" dirty="0"/>
                  <a:t>Stands for “Exponential”</a:t>
                </a:r>
              </a:p>
              <a:p>
                <a:pPr lvl="1"/>
                <a:r>
                  <a:rPr lang="en-US" dirty="0"/>
                  <a:t>The set of problems which have an algorithm whose running time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sup>
                            </m:sSup>
                          </m:sup>
                        </m:sSup>
                      </m:e>
                    </m:d>
                  </m:oMath>
                </a14:m>
                <a:r>
                  <a:rPr lang="en-US" dirty="0"/>
                  <a:t> for some choice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We say all problems belonging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are “Intractable”</a:t>
                </a:r>
              </a:p>
              <a:p>
                <a:pPr lvl="2"/>
                <a:r>
                  <a:rPr lang="en-US" dirty="0"/>
                  <a:t>Disclaimer: Really it’s all problems outside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and there are problems which do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, but we’re not going to worry about those in this class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BE2FB8E-130B-75C8-4641-87C97C4EDA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928" t="-2421" r="-2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D6CA88C-03BA-534D-5225-50DF22B23B38}"/>
                  </a:ext>
                </a:extLst>
              </p14:cNvPr>
              <p14:cNvContentPartPr/>
              <p14:nvPr/>
            </p14:nvContentPartPr>
            <p14:xfrm>
              <a:off x="1210680" y="2960640"/>
              <a:ext cx="9055080" cy="30679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D6CA88C-03BA-534D-5225-50DF22B23B3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01320" y="2951280"/>
                <a:ext cx="9073800" cy="3086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92700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 descr="A Venn Diagram showing the relationship between P and EXP.&#10;&#10;P stands for &quot;Polynomial&quot; and is defined as the set of all problems for which there exists and algorithm which solves it in polynomial time (O(n^p) for some choice of P). EXP stands for &quot;Exponential&quot; and is characterized by the set of problems for which there exists an algorithm which solves it in exponential time (O(2^(n^p)) for some choice of p).&#10;&#10;The class P is shown to be entirely within the class EXP. ">
            <a:extLst>
              <a:ext uri="{FF2B5EF4-FFF2-40B4-BE49-F238E27FC236}">
                <a16:creationId xmlns:a16="http://schemas.microsoft.com/office/drawing/2014/main" id="{0D632BD6-C0C9-1ECD-E323-96788B51AFCB}"/>
              </a:ext>
            </a:extLst>
          </p:cNvPr>
          <p:cNvGrpSpPr/>
          <p:nvPr/>
        </p:nvGrpSpPr>
        <p:grpSpPr>
          <a:xfrm>
            <a:off x="60960" y="1564640"/>
            <a:ext cx="9306560" cy="5096192"/>
            <a:chOff x="60960" y="1564640"/>
            <a:chExt cx="9306560" cy="50961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60960" y="1564640"/>
              <a:ext cx="9306560" cy="5096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635760" y="3469640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Polynomial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5760" y="3469640"/>
                  <a:ext cx="4998720" cy="255524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1981200" y="1670880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Exponential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1670880"/>
                  <a:ext cx="6096000" cy="1424429"/>
                </a:xfrm>
                <a:prstGeom prst="rect">
                  <a:avLst/>
                </a:prstGeom>
                <a:blipFill>
                  <a:blip r:embed="rId4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2550DD-9FF2-C570-E745-65E19BAC93D5}"/>
                </a:ext>
              </a:extLst>
            </p:cNvPr>
            <p:cNvSpPr txBox="1"/>
            <p:nvPr/>
          </p:nvSpPr>
          <p:spPr>
            <a:xfrm>
              <a:off x="3471477" y="5383014"/>
              <a:ext cx="1327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Tractable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574646-F281-6298-2601-18567B627005}"/>
                </a:ext>
              </a:extLst>
            </p:cNvPr>
            <p:cNvSpPr txBox="1"/>
            <p:nvPr/>
          </p:nvSpPr>
          <p:spPr>
            <a:xfrm>
              <a:off x="7337357" y="4032547"/>
              <a:ext cx="15342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A50021"/>
                  </a:solidFill>
                </a:rPr>
                <a:t>Intractable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⊂</m:t>
                      </m:r>
                      <m:r>
                        <a:rPr lang="en-US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𝐸𝑋𝑃</m:t>
                      </m:r>
                    </m:oMath>
                  </m:oMathPara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Every problem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is also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The intractable ones are the problems within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but NOT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sz="20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212298"/>
                <a:ext cx="6924040" cy="1323439"/>
              </a:xfrm>
              <a:prstGeom prst="rect">
                <a:avLst/>
              </a:prstGeom>
              <a:blipFill>
                <a:blip r:embed="rId5"/>
                <a:stretch>
                  <a:fillRect t="-2765" b="-7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048F5774-B119-0B4F-1181-C1FE98F7D620}"/>
                  </a:ext>
                </a:extLst>
              </p14:cNvPr>
              <p14:cNvContentPartPr/>
              <p14:nvPr/>
            </p14:nvContentPartPr>
            <p14:xfrm>
              <a:off x="3361320" y="832680"/>
              <a:ext cx="5850720" cy="45500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048F5774-B119-0B4F-1181-C1FE98F7D62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51960" y="823320"/>
                <a:ext cx="5869440" cy="4568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87056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0" y="157840"/>
                <a:ext cx="5936673" cy="1325563"/>
              </a:xfrm>
            </p:spPr>
            <p:txBody>
              <a:bodyPr/>
              <a:lstStyle/>
              <a:p>
                <a:r>
                  <a:rPr lang="en-US" dirty="0"/>
                  <a:t>Members of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0" y="157840"/>
                <a:ext cx="5936673" cy="1325563"/>
              </a:xfrm>
              <a:blipFill>
                <a:blip r:embed="rId2"/>
                <a:stretch>
                  <a:fillRect l="-41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/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000" b="1" u="sng" dirty="0">
                    <a:solidFill>
                      <a:srgbClr val="FF0000"/>
                    </a:solidFill>
                  </a:rPr>
                  <a:t>Important!</a:t>
                </a:r>
              </a:p>
              <a:p>
                <a:pPr algn="ctr"/>
                <a:r>
                  <a:rPr lang="en-US" sz="2000" dirty="0">
                    <a:solidFill>
                      <a:srgbClr val="FF0000"/>
                    </a:solidFill>
                  </a:rPr>
                  <a:t>Some of the problems we’ve listed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could also be members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. Since membership is determined by a problem’s </a:t>
                </a:r>
                <a:r>
                  <a:rPr lang="en-US" sz="2000" i="1" dirty="0">
                    <a:solidFill>
                      <a:srgbClr val="FF0000"/>
                    </a:solidFill>
                  </a:rPr>
                  <a:t>most</a:t>
                </a:r>
                <a:r>
                  <a:rPr lang="en-US" sz="2000" dirty="0">
                    <a:solidFill>
                      <a:srgbClr val="FF0000"/>
                    </a:solidFill>
                  </a:rPr>
                  <a:t> efficient algorithm, knowing if a problem belongs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solidFill>
                      <a:srgbClr val="FF0000"/>
                    </a:solidFill>
                  </a:rPr>
                  <a:t> requires knowing the best algorithm possible!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3EA2E16-333B-8EE1-3D66-03F2438D52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4160" y="162420"/>
                <a:ext cx="6924040" cy="1631216"/>
              </a:xfrm>
              <a:prstGeom prst="rect">
                <a:avLst/>
              </a:prstGeom>
              <a:blipFill>
                <a:blip r:embed="rId3"/>
                <a:stretch>
                  <a:fillRect t="-2247" r="-264" b="-59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 descr="Some example problems known to be within P: Sorting, Shortest Path, Euler Path&#10;&#10;Some example problems known to be in EXP but may or may not be within P: Hamiltonian Path, Longest Path, Vertex Cover, Independent Set, Satisfiability&#10;&#10;An example problem known to be within EXP but outside of P: Board Game Strategies (e.g. Chess).">
            <a:extLst>
              <a:ext uri="{FF2B5EF4-FFF2-40B4-BE49-F238E27FC236}">
                <a16:creationId xmlns:a16="http://schemas.microsoft.com/office/drawing/2014/main" id="{27FE13E7-26A3-2D1A-EDCE-32972753FE4C}"/>
              </a:ext>
            </a:extLst>
          </p:cNvPr>
          <p:cNvGrpSpPr/>
          <p:nvPr/>
        </p:nvGrpSpPr>
        <p:grpSpPr>
          <a:xfrm>
            <a:off x="60960" y="1564640"/>
            <a:ext cx="9306560" cy="5096192"/>
            <a:chOff x="60960" y="1564640"/>
            <a:chExt cx="9306560" cy="509619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60960" y="1564640"/>
              <a:ext cx="9306560" cy="509619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22CD1BFD-574C-E5F5-667A-A8E28277AD99}"/>
                </a:ext>
              </a:extLst>
            </p:cNvPr>
            <p:cNvSpPr/>
            <p:nvPr/>
          </p:nvSpPr>
          <p:spPr>
            <a:xfrm>
              <a:off x="261106" y="2732548"/>
              <a:ext cx="4998720" cy="2555240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1981200" y="1670880"/>
                  <a:ext cx="6096000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1200" y="1670880"/>
                  <a:ext cx="6096000" cy="52322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72550DD-9FF2-C570-E745-65E19BAC93D5}"/>
                </a:ext>
              </a:extLst>
            </p:cNvPr>
            <p:cNvSpPr txBox="1"/>
            <p:nvPr/>
          </p:nvSpPr>
          <p:spPr>
            <a:xfrm>
              <a:off x="2096823" y="4645922"/>
              <a:ext cx="132728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Tractable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7574646-F281-6298-2601-18567B627005}"/>
                </a:ext>
              </a:extLst>
            </p:cNvPr>
            <p:cNvSpPr txBox="1"/>
            <p:nvPr/>
          </p:nvSpPr>
          <p:spPr>
            <a:xfrm>
              <a:off x="3809894" y="6098815"/>
              <a:ext cx="153426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Intractable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464BCC-0AB2-C9A2-C0EE-1EFC632FB5C4}"/>
                    </a:ext>
                  </a:extLst>
                </p:cNvPr>
                <p:cNvSpPr txBox="1"/>
                <p:nvPr/>
              </p:nvSpPr>
              <p:spPr>
                <a:xfrm>
                  <a:off x="1105304" y="2971616"/>
                  <a:ext cx="991519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1F464BCC-0AB2-C9A2-C0EE-1EFC632FB5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05304" y="2971616"/>
                  <a:ext cx="991519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8C629A71-AB01-83C3-B166-62581ECB1099}"/>
                </a:ext>
              </a:extLst>
            </p:cNvPr>
            <p:cNvSpPr txBox="1"/>
            <p:nvPr/>
          </p:nvSpPr>
          <p:spPr>
            <a:xfrm>
              <a:off x="1102278" y="2952357"/>
              <a:ext cx="4321190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Sorting</a:t>
              </a:r>
            </a:p>
            <a:p>
              <a:pPr algn="ctr"/>
              <a:r>
                <a:rPr lang="en-US" sz="2800" dirty="0"/>
                <a:t>Shortest Path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Euler Path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B97214B-E7A6-DCFB-5A0B-3874A9D2C550}"/>
                </a:ext>
              </a:extLst>
            </p:cNvPr>
            <p:cNvSpPr txBox="1"/>
            <p:nvPr/>
          </p:nvSpPr>
          <p:spPr>
            <a:xfrm>
              <a:off x="4440933" y="2895021"/>
              <a:ext cx="4321190" cy="267765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Hamiltonian Path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Longest Path</a:t>
              </a:r>
            </a:p>
            <a:p>
              <a:pPr algn="ctr"/>
              <a:r>
                <a:rPr lang="en-US" sz="2800" dirty="0"/>
                <a:t>Vertex Cover</a:t>
              </a:r>
            </a:p>
            <a:p>
              <a:pPr algn="ctr"/>
              <a:r>
                <a:rPr lang="en-US" sz="2800" dirty="0">
                  <a:solidFill>
                    <a:schemeClr val="tx1"/>
                  </a:solidFill>
                </a:rPr>
                <a:t>Independent Set</a:t>
              </a:r>
            </a:p>
            <a:p>
              <a:pPr algn="ctr"/>
              <a:r>
                <a:rPr lang="en-US" sz="2800" dirty="0"/>
                <a:t>Satisfiability</a:t>
              </a:r>
            </a:p>
            <a:p>
              <a:pPr algn="ctr"/>
              <a:r>
                <a:rPr lang="en-US" sz="2800" dirty="0"/>
                <a:t>Most Board Game Strategies</a:t>
              </a:r>
              <a:endParaRPr lang="en-US" sz="2800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569AF4F7-0C20-55CE-F386-C8018CC450C1}"/>
                  </a:ext>
                </a:extLst>
              </p14:cNvPr>
              <p14:cNvContentPartPr/>
              <p14:nvPr/>
            </p14:nvContentPartPr>
            <p14:xfrm>
              <a:off x="1210680" y="2167560"/>
              <a:ext cx="7807680" cy="34599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569AF4F7-0C20-55CE-F386-C8018CC450C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201320" y="2158200"/>
                <a:ext cx="7826400" cy="3478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363852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9907D8-AFB7-106C-286D-8A15C2C6E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Studying Complexity and Tractability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Organizing problems into complexity classes helps us to reason more carefully and flexibly about tractability</a:t>
                </a:r>
              </a:p>
              <a:p>
                <a:r>
                  <a:rPr lang="en-US" dirty="0"/>
                  <a:t>The goal for each problem is to either</a:t>
                </a:r>
              </a:p>
              <a:p>
                <a:pPr lvl="1"/>
                <a:r>
                  <a:rPr lang="en-US" dirty="0"/>
                  <a:t>Find an efficient algorithm if it exists</a:t>
                </a:r>
              </a:p>
              <a:p>
                <a:pPr lvl="2"/>
                <a:r>
                  <a:rPr lang="en-US" dirty="0"/>
                  <a:t>i.e. show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Prove that no efficient algorithm exists</a:t>
                </a:r>
              </a:p>
              <a:p>
                <a:pPr lvl="2"/>
                <a:r>
                  <a:rPr lang="en-US" dirty="0"/>
                  <a:t>i.e. show it does not belong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Complexity classes allow us to reason about sets of problems at a time, rather than each problem individually</a:t>
                </a:r>
              </a:p>
              <a:p>
                <a:pPr lvl="1"/>
                <a:r>
                  <a:rPr lang="en-US" dirty="0"/>
                  <a:t>If we can find more precise classes to organize problems into, we might be able to draw conclusions about the entire class</a:t>
                </a:r>
              </a:p>
              <a:p>
                <a:pPr lvl="1"/>
                <a:r>
                  <a:rPr lang="en-US" dirty="0"/>
                  <a:t>It may be easier to show a problem belongs to 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dirty="0"/>
                  <a:t> than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, so it may help to show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18BC985-1CA7-0F95-E19A-C18AFEB4C4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043" t="-2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043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Some problems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</m:oMath>
                </a14:m>
                <a:r>
                  <a:rPr lang="en-US" dirty="0"/>
                  <a:t> seem “easier”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7F2A4056-3B1E-4C93-D4D8-6FC1AE79F22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C84F8A-7B34-FBF2-A05D-44DB229920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some problems that we do not have polynomial time algorithms to solve, but provided answers are easy to check</a:t>
            </a:r>
          </a:p>
          <a:p>
            <a:r>
              <a:rPr lang="en-US" dirty="0"/>
              <a:t>Hamiltonian Path:</a:t>
            </a:r>
          </a:p>
          <a:p>
            <a:pPr lvl="1"/>
            <a:r>
              <a:rPr lang="en-US" dirty="0"/>
              <a:t>It’s “hard” to look at a graph and determine whether it has a Hamiltonian Path</a:t>
            </a:r>
          </a:p>
          <a:p>
            <a:pPr lvl="1"/>
            <a:r>
              <a:rPr lang="en-US" dirty="0"/>
              <a:t>It’s “easy” to look at a graph and a candidate path together and determine whether THAT path is a Hamiltonian Path </a:t>
            </a:r>
          </a:p>
          <a:p>
            <a:pPr lvl="2"/>
            <a:r>
              <a:rPr lang="en-US" dirty="0"/>
              <a:t>It’s easy to </a:t>
            </a:r>
            <a:r>
              <a:rPr lang="en-US" b="1" dirty="0"/>
              <a:t>verify</a:t>
            </a:r>
            <a:r>
              <a:rPr lang="en-US" dirty="0"/>
              <a:t> whether a given path is a Hamiltonian path</a:t>
            </a:r>
          </a:p>
        </p:txBody>
      </p:sp>
    </p:spTree>
    <p:extLst>
      <p:ext uri="{BB962C8B-B14F-4D97-AF65-F5344CB8AC3E}">
        <p14:creationId xmlns:p14="http://schemas.microsoft.com/office/powerpoint/2010/main" val="491663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Class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860C0E09-0E0C-6D5C-E168-D8F5A7163F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3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set of problems for which a candidate solution can be verified in polynomial time</a:t>
                </a:r>
              </a:p>
              <a:p>
                <a:pPr lvl="1"/>
                <a:r>
                  <a:rPr lang="en-US" dirty="0"/>
                  <a:t>Stands for “Non-deterministic Polynomial”</a:t>
                </a:r>
              </a:p>
              <a:p>
                <a:pPr lvl="2"/>
                <a:r>
                  <a:rPr lang="en-US" dirty="0"/>
                  <a:t>Corresponds to algorithms that can guess a solution (if it exists), that solution is then verified to be correct in polynomial time</a:t>
                </a:r>
              </a:p>
              <a:p>
                <a:pPr lvl="2"/>
                <a:r>
                  <a:rPr lang="en-US" dirty="0"/>
                  <a:t>Can also think of as allowing a special operation that allows the algorithm to magically guess the right choice at each step of an exhaustive search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Why?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B68C499-1D0B-7FAA-60A6-A273D22EA83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56534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𝐸𝑋𝑃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87E63B7-26A8-E554-2435-7EE8062ABF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93040" y="104140"/>
                <a:ext cx="10515600" cy="132556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 descr="A venn diagram illustrating the relationship between EXP, P, and NP.&#10;&#10;P is known to be a proper subset of EXP. NP is also known to be a proper subset of EXP. P is known to be a subset of NP, but it is unknown whether it is a proper subset.">
            <a:extLst>
              <a:ext uri="{FF2B5EF4-FFF2-40B4-BE49-F238E27FC236}">
                <a16:creationId xmlns:a16="http://schemas.microsoft.com/office/drawing/2014/main" id="{13439401-F315-B68A-B248-B972A80709B0}"/>
              </a:ext>
            </a:extLst>
          </p:cNvPr>
          <p:cNvGrpSpPr/>
          <p:nvPr/>
        </p:nvGrpSpPr>
        <p:grpSpPr>
          <a:xfrm>
            <a:off x="396240" y="715328"/>
            <a:ext cx="11602720" cy="6142672"/>
            <a:chOff x="396240" y="715328"/>
            <a:chExt cx="11602720" cy="6142672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141635B6-F402-1095-4877-EFE866AA1617}"/>
                </a:ext>
              </a:extLst>
            </p:cNvPr>
            <p:cNvSpPr/>
            <p:nvPr/>
          </p:nvSpPr>
          <p:spPr>
            <a:xfrm>
              <a:off x="396240" y="715328"/>
              <a:ext cx="11602720" cy="614267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/>
                <p:nvPr/>
              </p:nvSpPr>
              <p:spPr>
                <a:xfrm>
                  <a:off x="3342640" y="733886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𝐸𝑋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Exponential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sz="28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p>
                          </m:sSup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F3933289-11A2-E100-3246-E02B39C7AE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42640" y="733886"/>
                  <a:ext cx="6096000" cy="1424429"/>
                </a:xfrm>
                <a:prstGeom prst="rect">
                  <a:avLst/>
                </a:prstGeom>
                <a:blipFill>
                  <a:blip r:embed="rId3"/>
                  <a:stretch>
                    <a:fillRect b="-1111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BAF8506-45D6-1464-2EA9-BAD5C9E44E96}"/>
                </a:ext>
              </a:extLst>
            </p:cNvPr>
            <p:cNvSpPr/>
            <p:nvPr/>
          </p:nvSpPr>
          <p:spPr>
            <a:xfrm>
              <a:off x="995680" y="2158315"/>
              <a:ext cx="9804400" cy="4118917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800" dirty="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/>
                <p:nvPr/>
              </p:nvSpPr>
              <p:spPr>
                <a:xfrm>
                  <a:off x="1391920" y="3176123"/>
                  <a:ext cx="4998720" cy="2555240"/>
                </a:xfrm>
                <a:prstGeom prst="ellipse">
                  <a:avLst/>
                </a:prstGeom>
                <a:solidFill>
                  <a:schemeClr val="accent4">
                    <a:lumMod val="40000"/>
                    <a:lumOff val="60000"/>
                  </a:schemeClr>
                </a:solidFill>
                <a:ln w="381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Polynomial</a:t>
                  </a: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Upper bounded by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22CD1BFD-574C-E5F5-667A-A8E28277AD9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91920" y="3176123"/>
                  <a:ext cx="4998720" cy="2555240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38100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/>
                <p:nvPr/>
              </p:nvSpPr>
              <p:spPr>
                <a:xfrm>
                  <a:off x="5303520" y="3004590"/>
                  <a:ext cx="6096000" cy="142442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800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8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oMath>
                    </m:oMathPara>
                  </a14:m>
                  <a:endParaRPr lang="en-US" sz="2800" dirty="0">
                    <a:solidFill>
                      <a:schemeClr val="tx1"/>
                    </a:solidFill>
                  </a:endParaRPr>
                </a:p>
                <a:p>
                  <a:pPr algn="ctr"/>
                  <a:r>
                    <a:rPr lang="en-US" sz="2800" dirty="0">
                      <a:solidFill>
                        <a:schemeClr val="tx1"/>
                      </a:solidFill>
                    </a:rPr>
                    <a:t>Nondeterministic Polynomial</a:t>
                  </a:r>
                </a:p>
                <a:p>
                  <a:pPr algn="ctr"/>
                  <a:r>
                    <a:rPr lang="en-US" sz="2800" dirty="0"/>
                    <a:t>Verified in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p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p>
                      </m:sSup>
                    </m:oMath>
                  </a14:m>
                  <a:r>
                    <a:rPr lang="en-US" sz="2800" dirty="0">
                      <a:solidFill>
                        <a:schemeClr val="tx1"/>
                      </a:solidFill>
                    </a:rPr>
                    <a:t> time</a:t>
                  </a:r>
                </a:p>
              </p:txBody>
            </p:sp>
          </mc:Choice>
          <mc:Fallback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0561229C-901F-E6AA-7760-7159895368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3520" y="3004590"/>
                  <a:ext cx="6096000" cy="1424429"/>
                </a:xfrm>
                <a:prstGeom prst="rect">
                  <a:avLst/>
                </a:prstGeom>
                <a:blipFill>
                  <a:blip r:embed="rId5"/>
                  <a:stretch>
                    <a:fillRect b="-85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AC71D22A-C4FD-A562-E8FB-9618A48A76F8}"/>
                </a:ext>
              </a:extLst>
            </p:cNvPr>
            <p:cNvGrpSpPr/>
            <p:nvPr/>
          </p:nvGrpSpPr>
          <p:grpSpPr>
            <a:xfrm rot="1389724">
              <a:off x="6200745" y="5135200"/>
              <a:ext cx="2475158" cy="523220"/>
              <a:chOff x="6197600" y="5013683"/>
              <a:chExt cx="2475158" cy="523220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281509-7CCC-72FA-5A63-28BAA927617A}"/>
                  </a:ext>
                </a:extLst>
              </p:cNvPr>
              <p:cNvSpPr txBox="1"/>
              <p:nvPr/>
            </p:nvSpPr>
            <p:spPr>
              <a:xfrm>
                <a:off x="7053897" y="5013683"/>
                <a:ext cx="95560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2800" dirty="0">
                    <a:solidFill>
                      <a:srgbClr val="FF0000"/>
                    </a:solidFill>
                  </a:rPr>
                  <a:t>Gap?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B82661DB-8387-2CF0-35D0-C14C37B0B8E7}"/>
                  </a:ext>
                </a:extLst>
              </p:cNvPr>
              <p:cNvCxnSpPr>
                <a:stCxn id="12" idx="1"/>
              </p:cNvCxnSpPr>
              <p:nvPr/>
            </p:nvCxnSpPr>
            <p:spPr>
              <a:xfrm flipH="1">
                <a:off x="6197600" y="5275293"/>
                <a:ext cx="856297" cy="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215AF750-7ABB-9963-C32B-09B336727927}"/>
                  </a:ext>
                </a:extLst>
              </p:cNvPr>
              <p:cNvCxnSpPr>
                <a:cxnSpLocks/>
                <a:stCxn id="12" idx="3"/>
              </p:cNvCxnSpPr>
              <p:nvPr/>
            </p:nvCxnSpPr>
            <p:spPr>
              <a:xfrm>
                <a:off x="8009501" y="5275293"/>
                <a:ext cx="663257" cy="0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prstDash val="sysDot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C565268-1DFA-2BDF-B753-888B618F5053}"/>
                </a:ext>
              </a:extLst>
            </p:cNvPr>
            <p:cNvSpPr txBox="1"/>
            <p:nvPr/>
          </p:nvSpPr>
          <p:spPr>
            <a:xfrm rot="1389724">
              <a:off x="6228679" y="5362557"/>
              <a:ext cx="1810649" cy="5232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2800" dirty="0">
                  <a:solidFill>
                    <a:srgbClr val="FF0000"/>
                  </a:solidFill>
                </a:rPr>
                <a:t>Unknown!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220739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Hamiltonian Path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Give an algorithm to solve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Hamiltonian Path</a:t>
                </a:r>
              </a:p>
              <a:p>
                <a:pPr lvl="1"/>
                <a:r>
                  <a:rPr lang="en-US" dirty="0"/>
                  <a:t>Algorithm: Check whether each permutation of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en-US" dirty="0"/>
                  <a:t> is a path.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lang="en-US" dirty="0"/>
                  <a:t>, so does not show whether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verify Hamiltonian Path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sequence of nodes</a:t>
                </a:r>
              </a:p>
              <a:p>
                <a:pPr lvl="1"/>
                <a:r>
                  <a:rPr lang="en-US" dirty="0"/>
                  <a:t>Output: True if that sequence of nodes is a Hamiltonian Path</a:t>
                </a:r>
              </a:p>
              <a:p>
                <a:pPr lvl="1"/>
                <a:r>
                  <a:rPr lang="en-US" dirty="0"/>
                  <a:t>Algorithm:</a:t>
                </a:r>
              </a:p>
              <a:p>
                <a:pPr lvl="2"/>
                <a:r>
                  <a:rPr lang="en-US" dirty="0"/>
                  <a:t>Check that each node appears in the sequence exactly once</a:t>
                </a:r>
              </a:p>
              <a:p>
                <a:pPr lvl="2"/>
                <a:r>
                  <a:rPr lang="en-US" dirty="0"/>
                  <a:t>Check that the sequence is a path</a:t>
                </a:r>
              </a:p>
              <a:p>
                <a:pPr lvl="2"/>
                <a:r>
                  <a:rPr lang="en-US" dirty="0"/>
                  <a:t>Running time: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so it belongs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𝑁𝑃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081" b="-7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190809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Party Problem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926051" y="1413405"/>
            <a:ext cx="65623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Draw Edges between people who don’t get along</a:t>
            </a:r>
          </a:p>
          <a:p>
            <a:r>
              <a:rPr lang="en-US" dirty="0"/>
              <a:t>How many people can I invite to a party if everyone must get along?</a:t>
            </a:r>
          </a:p>
        </p:txBody>
      </p:sp>
      <p:grpSp>
        <p:nvGrpSpPr>
          <p:cNvPr id="18" name="Group 17" descr="A graph depicting several famous people and edges between them.">
            <a:extLst>
              <a:ext uri="{FF2B5EF4-FFF2-40B4-BE49-F238E27FC236}">
                <a16:creationId xmlns:a16="http://schemas.microsoft.com/office/drawing/2014/main" id="{7EBDB391-F091-1846-3790-16198B287E18}"/>
              </a:ext>
            </a:extLst>
          </p:cNvPr>
          <p:cNvGrpSpPr/>
          <p:nvPr/>
        </p:nvGrpSpPr>
        <p:grpSpPr>
          <a:xfrm>
            <a:off x="1822926" y="1377631"/>
            <a:ext cx="7796089" cy="5253107"/>
            <a:chOff x="1822926" y="1377631"/>
            <a:chExt cx="7796089" cy="5253107"/>
          </a:xfrm>
        </p:grpSpPr>
        <p:pic>
          <p:nvPicPr>
            <p:cNvPr id="1026" name="Picture 2" descr="Image result for Prince Harry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404506" y="2690352"/>
              <a:ext cx="58514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meghan markle"/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0000"/>
            <a:stretch/>
          </p:blipFill>
          <p:spPr bwMode="auto">
            <a:xfrm>
              <a:off x="3885433" y="3361691"/>
              <a:ext cx="731520" cy="73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rince Charles"/>
            <p:cNvPicPr>
              <a:picLocks noChangeAspect="1"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73911" y="3891454"/>
              <a:ext cx="645104" cy="748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Image result for justin trudeau"/>
            <p:cNvPicPr>
              <a:picLocks noChangeAspect="1" noChangeArrowheads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21" r="18091" b="33959"/>
            <a:stretch/>
          </p:blipFill>
          <p:spPr bwMode="auto">
            <a:xfrm>
              <a:off x="8003444" y="5781280"/>
              <a:ext cx="548808" cy="84945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Image result for Elton John"/>
            <p:cNvPicPr>
              <a:picLocks noChangeAspect="1" noChangeArrowheads="1"/>
            </p:cNvPicPr>
            <p:nvPr/>
          </p:nvPicPr>
          <p:blipFill rotWithShape="1"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3742" t="4042" r="23983" b="31143"/>
            <a:stretch/>
          </p:blipFill>
          <p:spPr bwMode="auto">
            <a:xfrm>
              <a:off x="7170034" y="4639834"/>
              <a:ext cx="582207" cy="9023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58" name="Picture 34" descr="Image result for angela merkel"/>
            <p:cNvPicPr>
              <a:picLocks noChangeAspect="1" noChangeArrowheads="1"/>
            </p:cNvPicPr>
            <p:nvPr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760" r="30251" b="40439"/>
            <a:stretch/>
          </p:blipFill>
          <p:spPr bwMode="auto">
            <a:xfrm>
              <a:off x="4802831" y="4752366"/>
              <a:ext cx="695829" cy="9623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60" name="Picture 36" descr="Image result for paul mccartney"/>
            <p:cNvPicPr>
              <a:picLocks noChangeAspect="1" noChangeArrowheads="1"/>
            </p:cNvPicPr>
            <p:nvPr/>
          </p:nvPicPr>
          <p:blipFill rotWithShape="1"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39" r="14441" b="27809"/>
            <a:stretch/>
          </p:blipFill>
          <p:spPr bwMode="auto">
            <a:xfrm>
              <a:off x="7688421" y="2589729"/>
              <a:ext cx="778308" cy="89043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Connector 25"/>
            <p:cNvCxnSpPr>
              <a:stCxn id="1028" idx="3"/>
            </p:cNvCxnSpPr>
            <p:nvPr/>
          </p:nvCxnSpPr>
          <p:spPr>
            <a:xfrm>
              <a:off x="4616953" y="3727451"/>
              <a:ext cx="1313486" cy="4137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>
              <a:stCxn id="1026" idx="3"/>
              <a:endCxn id="1060" idx="1"/>
            </p:cNvCxnSpPr>
            <p:nvPr/>
          </p:nvCxnSpPr>
          <p:spPr>
            <a:xfrm flipV="1">
              <a:off x="2989647" y="3034948"/>
              <a:ext cx="4698775" cy="2116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1030" idx="1"/>
              <a:endCxn id="1060" idx="2"/>
            </p:cNvCxnSpPr>
            <p:nvPr/>
          </p:nvCxnSpPr>
          <p:spPr>
            <a:xfrm flipH="1" flipV="1">
              <a:off x="8077575" y="3480168"/>
              <a:ext cx="896336" cy="7854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1030" idx="1"/>
            </p:cNvCxnSpPr>
            <p:nvPr/>
          </p:nvCxnSpPr>
          <p:spPr>
            <a:xfrm flipH="1" flipV="1">
              <a:off x="6617443" y="4141234"/>
              <a:ext cx="2356468" cy="12441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1030" idx="1"/>
              <a:endCxn id="1044" idx="3"/>
            </p:cNvCxnSpPr>
            <p:nvPr/>
          </p:nvCxnSpPr>
          <p:spPr>
            <a:xfrm flipH="1">
              <a:off x="7752241" y="4265645"/>
              <a:ext cx="1221671" cy="82535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1030" idx="1"/>
              <a:endCxn id="1042" idx="0"/>
            </p:cNvCxnSpPr>
            <p:nvPr/>
          </p:nvCxnSpPr>
          <p:spPr>
            <a:xfrm flipH="1">
              <a:off x="8277849" y="4265644"/>
              <a:ext cx="696063" cy="151563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>
              <a:stCxn id="1042" idx="1"/>
            </p:cNvCxnSpPr>
            <p:nvPr/>
          </p:nvCxnSpPr>
          <p:spPr>
            <a:xfrm flipH="1" flipV="1">
              <a:off x="2565838" y="5714723"/>
              <a:ext cx="5437606" cy="49128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>
              <a:stCxn id="1044" idx="1"/>
              <a:endCxn id="1058" idx="3"/>
            </p:cNvCxnSpPr>
            <p:nvPr/>
          </p:nvCxnSpPr>
          <p:spPr>
            <a:xfrm flipH="1">
              <a:off x="5498659" y="5091000"/>
              <a:ext cx="1671374" cy="14254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flipH="1">
              <a:off x="2289175" y="4525894"/>
              <a:ext cx="815802" cy="77420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3" name="Picture 2" descr="Joe Biden - CNBC">
              <a:extLst>
                <a:ext uri="{FF2B5EF4-FFF2-40B4-BE49-F238E27FC236}">
                  <a16:creationId xmlns:a16="http://schemas.microsoft.com/office/drawing/2014/main" id="{962C31A1-6E3C-712B-C18A-F732F7F6D43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298" r="26708" b="42616"/>
            <a:stretch/>
          </p:blipFill>
          <p:spPr bwMode="auto">
            <a:xfrm>
              <a:off x="5884166" y="3696565"/>
              <a:ext cx="778309" cy="9697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4" name="Picture 4" descr="Emmanuel Macron - Wikipedia">
              <a:extLst>
                <a:ext uri="{FF2B5EF4-FFF2-40B4-BE49-F238E27FC236}">
                  <a16:creationId xmlns:a16="http://schemas.microsoft.com/office/drawing/2014/main" id="{0482CE18-CEF8-B794-ABC5-C2879D11D55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210" r="11235" b="39758"/>
            <a:stretch/>
          </p:blipFill>
          <p:spPr bwMode="auto">
            <a:xfrm>
              <a:off x="1822926" y="5162272"/>
              <a:ext cx="815802" cy="97988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6" descr="Taylor Swift set to make her feature directorial debut | CNN">
              <a:extLst>
                <a:ext uri="{FF2B5EF4-FFF2-40B4-BE49-F238E27FC236}">
                  <a16:creationId xmlns:a16="http://schemas.microsoft.com/office/drawing/2014/main" id="{E28D031F-BF6C-DD58-B24E-22BFDE50F7D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5632" r="25738" b="17703"/>
            <a:stretch/>
          </p:blipFill>
          <p:spPr bwMode="auto">
            <a:xfrm>
              <a:off x="2945852" y="3843828"/>
              <a:ext cx="704008" cy="8436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56FD067A-CC6D-6D54-0646-E140E9F8138F}"/>
                </a:ext>
              </a:extLst>
            </p:cNvPr>
            <p:cNvCxnSpPr/>
            <p:nvPr/>
          </p:nvCxnSpPr>
          <p:spPr>
            <a:xfrm>
              <a:off x="2446445" y="1797566"/>
              <a:ext cx="743692" cy="4604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7" name="Picture 8" descr="Ed Sheeran">
              <a:extLst>
                <a:ext uri="{FF2B5EF4-FFF2-40B4-BE49-F238E27FC236}">
                  <a16:creationId xmlns:a16="http://schemas.microsoft.com/office/drawing/2014/main" id="{34901888-5999-132B-BE71-0D5E65E1A3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50283" y="1377631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harrell Williams - Age, Wife &amp; &quot;Happy&quot;">
              <a:extLst>
                <a:ext uri="{FF2B5EF4-FFF2-40B4-BE49-F238E27FC236}">
                  <a16:creationId xmlns:a16="http://schemas.microsoft.com/office/drawing/2014/main" id="{16115C01-A579-BE4C-699B-5394A062C9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41741" y="1509255"/>
              <a:ext cx="743692" cy="74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2047752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Independent set: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  <m:r>
                      <a:rPr lang="en-US" i="1">
                        <a:latin typeface="Cambria Math"/>
                      </a:rPr>
                      <m:t>⊆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an independent set if no two nodes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share an edge</a:t>
                </a:r>
              </a:p>
              <a:p>
                <a:r>
                  <a:rPr lang="en-US" dirty="0"/>
                  <a:t>Independent Set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𝐺</m:t>
                    </m:r>
                    <m:r>
                      <a:rPr lang="en-US" i="1">
                        <a:latin typeface="Cambria Math"/>
                      </a:rPr>
                      <m:t>=(</m:t>
                    </m:r>
                    <m:r>
                      <a:rPr lang="en-US" i="1">
                        <a:latin typeface="Cambria Math"/>
                      </a:rPr>
                      <m:t>𝑉</m:t>
                    </m:r>
                    <m:r>
                      <a:rPr lang="en-US" i="1">
                        <a:latin typeface="Cambria Math"/>
                      </a:rPr>
                      <m:t>,</m:t>
                    </m:r>
                    <m:r>
                      <a:rPr lang="en-US" i="1">
                        <a:latin typeface="Cambria Math"/>
                      </a:rPr>
                      <m:t>𝐸</m:t>
                    </m:r>
                    <m:r>
                      <a:rPr lang="en-US" i="1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𝑘</m:t>
                    </m:r>
                  </m:oMath>
                </a14:m>
                <a:r>
                  <a:rPr lang="en-US" dirty="0"/>
                  <a:t>, determine whether there is an independent set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𝑆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>
                        <a:latin typeface="Cambria Math"/>
                      </a:rPr>
                      <m:t>𝑘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1199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Independent Set Example</a:t>
            </a:r>
          </a:p>
        </p:txBody>
      </p:sp>
      <p:sp>
        <p:nvSpPr>
          <p:cNvPr id="5" name="AutoShape 14" descr="Image result for justin trudeau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AutoShape 16" descr="Image result for justin trudeau"/>
          <p:cNvSpPr>
            <a:spLocks noChangeAspect="1" noChangeArrowheads="1"/>
          </p:cNvSpPr>
          <p:nvPr/>
        </p:nvSpPr>
        <p:spPr bwMode="auto">
          <a:xfrm>
            <a:off x="1831975" y="79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AutoShape 22" descr="Image result for theresa may"/>
          <p:cNvSpPr>
            <a:spLocks noChangeAspect="1" noChangeArrowheads="1"/>
          </p:cNvSpPr>
          <p:nvPr/>
        </p:nvSpPr>
        <p:spPr bwMode="auto">
          <a:xfrm>
            <a:off x="1984375" y="1603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AutoShape 24" descr="Image result for theresa may"/>
          <p:cNvSpPr>
            <a:spLocks noChangeAspect="1" noChangeArrowheads="1"/>
          </p:cNvSpPr>
          <p:nvPr/>
        </p:nvSpPr>
        <p:spPr bwMode="auto">
          <a:xfrm>
            <a:off x="2136775" y="3127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9" name="AutoShape 26" descr="Image result for theresa may"/>
          <p:cNvSpPr>
            <a:spLocks noChangeAspect="1" noChangeArrowheads="1"/>
          </p:cNvSpPr>
          <p:nvPr/>
        </p:nvSpPr>
        <p:spPr bwMode="auto">
          <a:xfrm>
            <a:off x="2289175" y="4651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AutoShape 30" descr="Image result for Aaron Bloomfield"/>
          <p:cNvSpPr>
            <a:spLocks noChangeAspect="1" noChangeArrowheads="1"/>
          </p:cNvSpPr>
          <p:nvPr/>
        </p:nvSpPr>
        <p:spPr bwMode="auto">
          <a:xfrm>
            <a:off x="2441575" y="617538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 descr="An example of an independent set of size 6. 6 nodes are selected, and none of the selected nodes share a common edge.">
            <a:extLst>
              <a:ext uri="{FF2B5EF4-FFF2-40B4-BE49-F238E27FC236}">
                <a16:creationId xmlns:a16="http://schemas.microsoft.com/office/drawing/2014/main" id="{10E338F4-D058-3AE3-13D2-BA8CDA747845}"/>
              </a:ext>
            </a:extLst>
          </p:cNvPr>
          <p:cNvGrpSpPr/>
          <p:nvPr/>
        </p:nvGrpSpPr>
        <p:grpSpPr>
          <a:xfrm>
            <a:off x="1650264" y="1218142"/>
            <a:ext cx="8281702" cy="5412596"/>
            <a:chOff x="1650264" y="1218142"/>
            <a:chExt cx="8281702" cy="5412596"/>
          </a:xfrm>
        </p:grpSpPr>
        <p:sp>
          <p:nvSpPr>
            <p:cNvPr id="11" name="TextBox 10"/>
            <p:cNvSpPr txBox="1"/>
            <p:nvPr/>
          </p:nvSpPr>
          <p:spPr>
            <a:xfrm>
              <a:off x="5339034" y="1476112"/>
              <a:ext cx="331667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Independent set of size 6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59078E9B-D60C-2C70-39F8-53C50A04FF80}"/>
                </a:ext>
              </a:extLst>
            </p:cNvPr>
            <p:cNvGrpSpPr/>
            <p:nvPr/>
          </p:nvGrpSpPr>
          <p:grpSpPr>
            <a:xfrm>
              <a:off x="1650264" y="1218142"/>
              <a:ext cx="8281702" cy="4725458"/>
              <a:chOff x="1650264" y="1218142"/>
              <a:chExt cx="8281702" cy="4725458"/>
            </a:xfrm>
          </p:grpSpPr>
          <p:sp>
            <p:nvSpPr>
              <p:cNvPr id="3" name="Oval 2"/>
              <p:cNvSpPr/>
              <p:nvPr/>
            </p:nvSpPr>
            <p:spPr>
              <a:xfrm>
                <a:off x="1650264" y="1218142"/>
                <a:ext cx="1193396" cy="1085135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Oval 34"/>
              <p:cNvSpPr/>
              <p:nvPr/>
            </p:nvSpPr>
            <p:spPr>
              <a:xfrm>
                <a:off x="1930334" y="238955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658898" y="3089427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4495800" y="4605706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Oval 38"/>
              <p:cNvSpPr/>
              <p:nvPr/>
            </p:nvSpPr>
            <p:spPr>
              <a:xfrm>
                <a:off x="8660959" y="3575103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/>
              <p:cNvSpPr/>
              <p:nvPr/>
            </p:nvSpPr>
            <p:spPr>
              <a:xfrm>
                <a:off x="2593975" y="3638669"/>
                <a:ext cx="1271007" cy="1337894"/>
              </a:xfrm>
              <a:prstGeom prst="ellipse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A8F83D5C-B06D-5B61-F1B7-071B58B75FA4}"/>
                </a:ext>
              </a:extLst>
            </p:cNvPr>
            <p:cNvGrpSpPr/>
            <p:nvPr/>
          </p:nvGrpSpPr>
          <p:grpSpPr>
            <a:xfrm>
              <a:off x="1822926" y="1377631"/>
              <a:ext cx="7796089" cy="5253107"/>
              <a:chOff x="1822926" y="1377631"/>
              <a:chExt cx="7796089" cy="5253107"/>
            </a:xfrm>
          </p:grpSpPr>
          <p:pic>
            <p:nvPicPr>
              <p:cNvPr id="54" name="Picture 2" descr="Image result for Prince Harry">
                <a:extLst>
                  <a:ext uri="{FF2B5EF4-FFF2-40B4-BE49-F238E27FC236}">
                    <a16:creationId xmlns:a16="http://schemas.microsoft.com/office/drawing/2014/main" id="{FC7BF773-543A-36BB-85A2-E852E796E2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404506" y="2690352"/>
                <a:ext cx="58514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5" name="Picture 4" descr="Image result for meghan markle">
                <a:extLst>
                  <a:ext uri="{FF2B5EF4-FFF2-40B4-BE49-F238E27FC236}">
                    <a16:creationId xmlns:a16="http://schemas.microsoft.com/office/drawing/2014/main" id="{18976E11-3245-3052-1367-F83E3B8CA8D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b="20000"/>
              <a:stretch/>
            </p:blipFill>
            <p:spPr bwMode="auto">
              <a:xfrm>
                <a:off x="3885433" y="3361691"/>
                <a:ext cx="731520" cy="7315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6" name="Picture 6" descr="Image result for Prince Charles">
                <a:extLst>
                  <a:ext uri="{FF2B5EF4-FFF2-40B4-BE49-F238E27FC236}">
                    <a16:creationId xmlns:a16="http://schemas.microsoft.com/office/drawing/2014/main" id="{E0E20691-7F62-4E1C-E08A-BBC1D9ED6E4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973911" y="3891454"/>
                <a:ext cx="645104" cy="74838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8" name="Picture 18" descr="Image result for justin trudeau">
                <a:extLst>
                  <a:ext uri="{FF2B5EF4-FFF2-40B4-BE49-F238E27FC236}">
                    <a16:creationId xmlns:a16="http://schemas.microsoft.com/office/drawing/2014/main" id="{7091F052-D78A-5EC1-422D-C05634FFD23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5021" r="18091" b="33959"/>
              <a:stretch/>
            </p:blipFill>
            <p:spPr bwMode="auto">
              <a:xfrm>
                <a:off x="8003444" y="5781280"/>
                <a:ext cx="548808" cy="8494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9" name="Picture 20" descr="Image result for Elton John">
                <a:extLst>
                  <a:ext uri="{FF2B5EF4-FFF2-40B4-BE49-F238E27FC236}">
                    <a16:creationId xmlns:a16="http://schemas.microsoft.com/office/drawing/2014/main" id="{C869DCB8-FC13-CA2C-E8D8-222848EF79B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3742" t="4042" r="23983" b="31143"/>
              <a:stretch/>
            </p:blipFill>
            <p:spPr bwMode="auto">
              <a:xfrm>
                <a:off x="7170034" y="4639834"/>
                <a:ext cx="582207" cy="9023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0" name="Picture 34" descr="Image result for angela merkel">
                <a:extLst>
                  <a:ext uri="{FF2B5EF4-FFF2-40B4-BE49-F238E27FC236}">
                    <a16:creationId xmlns:a16="http://schemas.microsoft.com/office/drawing/2014/main" id="{EC5C45C6-D6C2-4402-049A-BAAD9E8A8B1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760" r="30251" b="40439"/>
              <a:stretch/>
            </p:blipFill>
            <p:spPr bwMode="auto">
              <a:xfrm>
                <a:off x="4802831" y="4752366"/>
                <a:ext cx="695829" cy="9623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36" descr="Image result for paul mccartney">
                <a:extLst>
                  <a:ext uri="{FF2B5EF4-FFF2-40B4-BE49-F238E27FC236}">
                    <a16:creationId xmlns:a16="http://schemas.microsoft.com/office/drawing/2014/main" id="{61760EA7-C5B0-FE7B-CD24-EEC6A134E4D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9839" r="14441" b="27809"/>
              <a:stretch/>
            </p:blipFill>
            <p:spPr bwMode="auto">
              <a:xfrm>
                <a:off x="7688421" y="2589729"/>
                <a:ext cx="778308" cy="89043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19AC9EFE-C8B4-2B76-9F59-E83ABDEB7A4C}"/>
                  </a:ext>
                </a:extLst>
              </p:cNvPr>
              <p:cNvCxnSpPr>
                <a:stCxn id="55" idx="3"/>
              </p:cNvCxnSpPr>
              <p:nvPr/>
            </p:nvCxnSpPr>
            <p:spPr>
              <a:xfrm>
                <a:off x="4616953" y="3727451"/>
                <a:ext cx="1313486" cy="41378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B4D112E7-7183-183E-7C90-FA150E696656}"/>
                  </a:ext>
                </a:extLst>
              </p:cNvPr>
              <p:cNvCxnSpPr>
                <a:stCxn id="54" idx="3"/>
                <a:endCxn id="61" idx="1"/>
              </p:cNvCxnSpPr>
              <p:nvPr/>
            </p:nvCxnSpPr>
            <p:spPr>
              <a:xfrm flipV="1">
                <a:off x="2989647" y="3034948"/>
                <a:ext cx="4698775" cy="21164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4" name="Straight Connector 1023">
                <a:extLst>
                  <a:ext uri="{FF2B5EF4-FFF2-40B4-BE49-F238E27FC236}">
                    <a16:creationId xmlns:a16="http://schemas.microsoft.com/office/drawing/2014/main" id="{0D871E6D-2982-E6D2-F692-6FD8D572CDBD}"/>
                  </a:ext>
                </a:extLst>
              </p:cNvPr>
              <p:cNvCxnSpPr>
                <a:stCxn id="56" idx="1"/>
                <a:endCxn id="61" idx="2"/>
              </p:cNvCxnSpPr>
              <p:nvPr/>
            </p:nvCxnSpPr>
            <p:spPr>
              <a:xfrm flipH="1" flipV="1">
                <a:off x="8077575" y="3480168"/>
                <a:ext cx="896336" cy="78547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5" name="Straight Connector 1024">
                <a:extLst>
                  <a:ext uri="{FF2B5EF4-FFF2-40B4-BE49-F238E27FC236}">
                    <a16:creationId xmlns:a16="http://schemas.microsoft.com/office/drawing/2014/main" id="{30157654-DC71-4772-AAA4-D605A2A32DAA}"/>
                  </a:ext>
                </a:extLst>
              </p:cNvPr>
              <p:cNvCxnSpPr>
                <a:stCxn id="56" idx="1"/>
              </p:cNvCxnSpPr>
              <p:nvPr/>
            </p:nvCxnSpPr>
            <p:spPr>
              <a:xfrm flipH="1" flipV="1">
                <a:off x="6617443" y="4141234"/>
                <a:ext cx="2356468" cy="124411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7" name="Straight Connector 1026">
                <a:extLst>
                  <a:ext uri="{FF2B5EF4-FFF2-40B4-BE49-F238E27FC236}">
                    <a16:creationId xmlns:a16="http://schemas.microsoft.com/office/drawing/2014/main" id="{33A0686C-6192-785E-3908-93BE44CA529F}"/>
                  </a:ext>
                </a:extLst>
              </p:cNvPr>
              <p:cNvCxnSpPr>
                <a:stCxn id="56" idx="1"/>
                <a:endCxn id="59" idx="3"/>
              </p:cNvCxnSpPr>
              <p:nvPr/>
            </p:nvCxnSpPr>
            <p:spPr>
              <a:xfrm flipH="1">
                <a:off x="7752241" y="4265645"/>
                <a:ext cx="1221671" cy="82535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9" name="Straight Connector 1028">
                <a:extLst>
                  <a:ext uri="{FF2B5EF4-FFF2-40B4-BE49-F238E27FC236}">
                    <a16:creationId xmlns:a16="http://schemas.microsoft.com/office/drawing/2014/main" id="{C0E3B107-C700-D459-FF70-4E7F8E49DE14}"/>
                  </a:ext>
                </a:extLst>
              </p:cNvPr>
              <p:cNvCxnSpPr>
                <a:stCxn id="56" idx="1"/>
                <a:endCxn id="58" idx="0"/>
              </p:cNvCxnSpPr>
              <p:nvPr/>
            </p:nvCxnSpPr>
            <p:spPr>
              <a:xfrm flipH="1">
                <a:off x="8277849" y="4265644"/>
                <a:ext cx="696063" cy="1515636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1" name="Straight Connector 1030">
                <a:extLst>
                  <a:ext uri="{FF2B5EF4-FFF2-40B4-BE49-F238E27FC236}">
                    <a16:creationId xmlns:a16="http://schemas.microsoft.com/office/drawing/2014/main" id="{DF9EF4EE-F63C-1D9C-F677-3A71A2D459F0}"/>
                  </a:ext>
                </a:extLst>
              </p:cNvPr>
              <p:cNvCxnSpPr>
                <a:stCxn id="58" idx="1"/>
              </p:cNvCxnSpPr>
              <p:nvPr/>
            </p:nvCxnSpPr>
            <p:spPr>
              <a:xfrm flipH="1" flipV="1">
                <a:off x="2565838" y="5714723"/>
                <a:ext cx="5437606" cy="491287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3" name="Straight Connector 1032">
                <a:extLst>
                  <a:ext uri="{FF2B5EF4-FFF2-40B4-BE49-F238E27FC236}">
                    <a16:creationId xmlns:a16="http://schemas.microsoft.com/office/drawing/2014/main" id="{1DDBFF65-E730-587C-9097-0D975EAD565B}"/>
                  </a:ext>
                </a:extLst>
              </p:cNvPr>
              <p:cNvCxnSpPr>
                <a:stCxn id="59" idx="1"/>
                <a:endCxn id="60" idx="3"/>
              </p:cNvCxnSpPr>
              <p:nvPr/>
            </p:nvCxnSpPr>
            <p:spPr>
              <a:xfrm flipH="1">
                <a:off x="5498659" y="5091000"/>
                <a:ext cx="1671374" cy="142545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4" name="Straight Connector 1033">
                <a:extLst>
                  <a:ext uri="{FF2B5EF4-FFF2-40B4-BE49-F238E27FC236}">
                    <a16:creationId xmlns:a16="http://schemas.microsoft.com/office/drawing/2014/main" id="{61DA65C4-9194-5335-DCCA-B8618CFAF63D}"/>
                  </a:ext>
                </a:extLst>
              </p:cNvPr>
              <p:cNvCxnSpPr/>
              <p:nvPr/>
            </p:nvCxnSpPr>
            <p:spPr>
              <a:xfrm flipH="1">
                <a:off x="2289175" y="4525894"/>
                <a:ext cx="815802" cy="774209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35" name="Picture 2" descr="Joe Biden - CNBC">
                <a:extLst>
                  <a:ext uri="{FF2B5EF4-FFF2-40B4-BE49-F238E27FC236}">
                    <a16:creationId xmlns:a16="http://schemas.microsoft.com/office/drawing/2014/main" id="{A411C35C-A4E2-3254-9169-5A9C40884E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298" r="26708" b="42616"/>
              <a:stretch/>
            </p:blipFill>
            <p:spPr bwMode="auto">
              <a:xfrm>
                <a:off x="5884166" y="3696565"/>
                <a:ext cx="778309" cy="9697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7" name="Picture 4" descr="Emmanuel Macron - Wikipedia">
                <a:extLst>
                  <a:ext uri="{FF2B5EF4-FFF2-40B4-BE49-F238E27FC236}">
                    <a16:creationId xmlns:a16="http://schemas.microsoft.com/office/drawing/2014/main" id="{4D391E1C-1EDA-14A3-9DCA-919040D43A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210" r="11235" b="39758"/>
              <a:stretch/>
            </p:blipFill>
            <p:spPr bwMode="auto">
              <a:xfrm>
                <a:off x="1822926" y="5162272"/>
                <a:ext cx="815802" cy="9798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38" name="Picture 6" descr="Taylor Swift set to make her feature directorial debut | CNN">
                <a:extLst>
                  <a:ext uri="{FF2B5EF4-FFF2-40B4-BE49-F238E27FC236}">
                    <a16:creationId xmlns:a16="http://schemas.microsoft.com/office/drawing/2014/main" id="{79788093-DC07-81F4-2186-40AE05B2380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5632" r="25738" b="17703"/>
              <a:stretch/>
            </p:blipFill>
            <p:spPr bwMode="auto">
              <a:xfrm>
                <a:off x="2945852" y="3843828"/>
                <a:ext cx="704008" cy="84363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1039" name="Straight Connector 1038">
                <a:extLst>
                  <a:ext uri="{FF2B5EF4-FFF2-40B4-BE49-F238E27FC236}">
                    <a16:creationId xmlns:a16="http://schemas.microsoft.com/office/drawing/2014/main" id="{0399E19D-B23D-BB29-F3A7-827B923531CE}"/>
                  </a:ext>
                </a:extLst>
              </p:cNvPr>
              <p:cNvCxnSpPr/>
              <p:nvPr/>
            </p:nvCxnSpPr>
            <p:spPr>
              <a:xfrm>
                <a:off x="2446445" y="1797566"/>
                <a:ext cx="743692" cy="46042"/>
              </a:xfrm>
              <a:prstGeom prst="line">
                <a:avLst/>
              </a:prstGeom>
              <a:ln w="762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040" name="Picture 8" descr="Ed Sheeran">
                <a:extLst>
                  <a:ext uri="{FF2B5EF4-FFF2-40B4-BE49-F238E27FC236}">
                    <a16:creationId xmlns:a16="http://schemas.microsoft.com/office/drawing/2014/main" id="{1678B1E8-7F87-809D-84DD-C51634FDB4D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0283" y="1377631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41" name="Picture 10" descr="Pharrell Williams - Age, Wife &amp; &quot;Happy&quot;">
                <a:extLst>
                  <a:ext uri="{FF2B5EF4-FFF2-40B4-BE49-F238E27FC236}">
                    <a16:creationId xmlns:a16="http://schemas.microsoft.com/office/drawing/2014/main" id="{873C8361-77B5-F5CC-E499-9D9F79B0B8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1741" y="1509255"/>
                <a:ext cx="743692" cy="74369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3474482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Independent 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independent set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an independent set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803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Baseball</a:t>
            </a:r>
          </a:p>
        </p:txBody>
      </p:sp>
      <p:grpSp>
        <p:nvGrpSpPr>
          <p:cNvPr id="3" name="Group 2" descr="A baseball field represented as a graph. There are 4 total nodes representing home plate, first base, second base, and third base.&#10;&#10;There is an edge from home to first, first to second, second to third, and third to home.">
            <a:extLst>
              <a:ext uri="{FF2B5EF4-FFF2-40B4-BE49-F238E27FC236}">
                <a16:creationId xmlns:a16="http://schemas.microsoft.com/office/drawing/2014/main" id="{A3213677-EC3B-CB57-623C-B5A5592F3282}"/>
              </a:ext>
            </a:extLst>
          </p:cNvPr>
          <p:cNvGrpSpPr/>
          <p:nvPr/>
        </p:nvGrpSpPr>
        <p:grpSpPr>
          <a:xfrm>
            <a:off x="3429000" y="1345324"/>
            <a:ext cx="4495800" cy="4369677"/>
            <a:chOff x="3429000" y="1345324"/>
            <a:chExt cx="4495800" cy="4369677"/>
          </a:xfrm>
        </p:grpSpPr>
        <p:grpSp>
          <p:nvGrpSpPr>
            <p:cNvPr id="9" name="Group 8"/>
            <p:cNvGrpSpPr/>
            <p:nvPr/>
          </p:nvGrpSpPr>
          <p:grpSpPr>
            <a:xfrm rot="10800000">
              <a:off x="5179497" y="4800601"/>
              <a:ext cx="1060704" cy="914400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429000" y="3048000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7010400" y="3048000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252648" y="1345324"/>
              <a:ext cx="914400" cy="9144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/>
            <p:cNvCxnSpPr>
              <a:stCxn id="8" idx="1"/>
              <a:endCxn id="11" idx="2"/>
            </p:cNvCxnSpPr>
            <p:nvPr/>
          </p:nvCxnSpPr>
          <p:spPr>
            <a:xfrm flipV="1">
              <a:off x="6240202" y="3962401"/>
              <a:ext cx="1227399" cy="106680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3886201" y="3962401"/>
              <a:ext cx="1293297" cy="106680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12" idx="1"/>
              <a:endCxn id="10" idx="0"/>
            </p:cNvCxnSpPr>
            <p:nvPr/>
          </p:nvCxnSpPr>
          <p:spPr>
            <a:xfrm flipH="1">
              <a:off x="3886200" y="1802524"/>
              <a:ext cx="1366448" cy="124547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11" idx="0"/>
              <a:endCxn id="12" idx="3"/>
            </p:cNvCxnSpPr>
            <p:nvPr/>
          </p:nvCxnSpPr>
          <p:spPr>
            <a:xfrm flipH="1" flipV="1">
              <a:off x="6167048" y="1802524"/>
              <a:ext cx="1300552" cy="124547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594533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Generalized Baseball</a:t>
            </a:r>
          </a:p>
        </p:txBody>
      </p:sp>
      <p:grpSp>
        <p:nvGrpSpPr>
          <p:cNvPr id="53" name="Group 52" descr="A more general baseball graph. We have many bases connected together in arbitrary ways."/>
          <p:cNvGrpSpPr/>
          <p:nvPr/>
        </p:nvGrpSpPr>
        <p:grpSpPr>
          <a:xfrm>
            <a:off x="2181226" y="1481300"/>
            <a:ext cx="5514975" cy="4914248"/>
            <a:chOff x="657225" y="1481300"/>
            <a:chExt cx="5514975" cy="4914248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3187377" y="5562600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2054087" y="5181600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2282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885825" y="3032235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1114425" y="2447104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3306551" y="2447104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2613080" y="2675704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2841680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4030135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3306551" y="1709900"/>
              <a:ext cx="952184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4715935" y="1709900"/>
              <a:ext cx="1227665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4030135" y="4339457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4758267" y="3262477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2657024" y="5938347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1825487" y="4724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4529667" y="51054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5715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2384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657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2849351" y="2218504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3801535" y="388225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4258735" y="1481300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2" name="TextBox 51"/>
          <p:cNvSpPr txBox="1"/>
          <p:nvPr/>
        </p:nvSpPr>
        <p:spPr>
          <a:xfrm>
            <a:off x="7239000" y="1292170"/>
            <a:ext cx="3429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Need to place defenders on bases such that every edge is defended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7430814" y="2075957"/>
            <a:ext cx="3922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many defenders would suffice?</a:t>
            </a:r>
          </a:p>
        </p:txBody>
      </p:sp>
    </p:spTree>
    <p:extLst>
      <p:ext uri="{BB962C8B-B14F-4D97-AF65-F5344CB8AC3E}">
        <p14:creationId xmlns:p14="http://schemas.microsoft.com/office/powerpoint/2010/main" val="39501535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Vertex Cover: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  <m:r>
                      <a:rPr lang="en-US" b="0" i="1" smtClean="0">
                        <a:latin typeface="Cambria Math"/>
                      </a:rPr>
                      <m:t>⊆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</m:oMath>
                </a14:m>
                <a:r>
                  <a:rPr lang="en-US" dirty="0"/>
                  <a:t> is a vertex cover if every edge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𝐸</m:t>
                    </m:r>
                  </m:oMath>
                </a14:m>
                <a:r>
                  <a:rPr lang="en-US" dirty="0"/>
                  <a:t> has one of its endpoints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endParaRPr lang="en-US" dirty="0"/>
              </a:p>
              <a:p>
                <a:r>
                  <a:rPr lang="en-US" dirty="0"/>
                  <a:t>Vertex Cover Problem: </a:t>
                </a:r>
              </a:p>
              <a:p>
                <a:pPr lvl="1"/>
                <a:r>
                  <a:rPr lang="en-US" dirty="0"/>
                  <a:t>Given a graph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𝐺</m:t>
                    </m:r>
                    <m:r>
                      <a:rPr lang="en-US" b="0" i="1" smtClean="0">
                        <a:latin typeface="Cambria Math"/>
                      </a:rPr>
                      <m:t>=(</m:t>
                    </m:r>
                    <m:r>
                      <a:rPr lang="en-US" b="0" i="1" smtClean="0">
                        <a:latin typeface="Cambria Math"/>
                      </a:rPr>
                      <m:t>𝑉</m:t>
                    </m:r>
                    <m:r>
                      <a:rPr lang="en-US" b="0" i="1" smtClean="0">
                        <a:latin typeface="Cambria Math"/>
                      </a:rPr>
                      <m:t>,</m:t>
                    </m:r>
                    <m:r>
                      <a:rPr lang="en-US" b="0" i="1" smtClean="0">
                        <a:latin typeface="Cambria Math"/>
                      </a:rPr>
                      <m:t>𝐸</m:t>
                    </m:r>
                    <m:r>
                      <a:rPr lang="en-US" b="0" i="1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determine if there is a vertex cover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/>
                      </a:rPr>
                      <m:t>𝐶</m:t>
                    </m:r>
                  </m:oMath>
                </a14:m>
                <a:r>
                  <a:rPr lang="en-US" dirty="0"/>
                  <a:t>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BADE50-950A-4D58-BFB2-FA2C6A8B385D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8593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Vertex Cover Example</a:t>
            </a:r>
          </a:p>
        </p:txBody>
      </p:sp>
      <p:grpSp>
        <p:nvGrpSpPr>
          <p:cNvPr id="3" name="Group 2" descr="An example of a vertex cover of size 5. 5 nodes are selected, and regardless of which edge of the original graph you consider, at least one of its end points is included among the selected nodes.">
            <a:extLst>
              <a:ext uri="{FF2B5EF4-FFF2-40B4-BE49-F238E27FC236}">
                <a16:creationId xmlns:a16="http://schemas.microsoft.com/office/drawing/2014/main" id="{ECE28C64-5F7B-A9FB-3E9D-AB2C524123A9}"/>
              </a:ext>
            </a:extLst>
          </p:cNvPr>
          <p:cNvGrpSpPr/>
          <p:nvPr/>
        </p:nvGrpSpPr>
        <p:grpSpPr>
          <a:xfrm>
            <a:off x="2181225" y="1292170"/>
            <a:ext cx="8486775" cy="5103379"/>
            <a:chOff x="2181225" y="1292170"/>
            <a:chExt cx="8486775" cy="5103379"/>
          </a:xfrm>
        </p:grpSpPr>
        <p:cxnSp>
          <p:nvCxnSpPr>
            <p:cNvPr id="14" name="Straight Connector 13"/>
            <p:cNvCxnSpPr>
              <a:stCxn id="8" idx="1"/>
              <a:endCxn id="23" idx="2"/>
            </p:cNvCxnSpPr>
            <p:nvPr/>
          </p:nvCxnSpPr>
          <p:spPr>
            <a:xfrm flipV="1">
              <a:off x="4711377" y="5562601"/>
              <a:ext cx="1570890" cy="490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>
              <a:stCxn id="10" idx="2"/>
              <a:endCxn id="8" idx="3"/>
            </p:cNvCxnSpPr>
            <p:nvPr/>
          </p:nvCxnSpPr>
          <p:spPr>
            <a:xfrm>
              <a:off x="3578088" y="5181601"/>
              <a:ext cx="602937" cy="87104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>
              <a:stCxn id="23" idx="1"/>
              <a:endCxn id="10" idx="3"/>
            </p:cNvCxnSpPr>
            <p:nvPr/>
          </p:nvCxnSpPr>
          <p:spPr>
            <a:xfrm flipH="1" flipV="1">
              <a:off x="3806687" y="4953000"/>
              <a:ext cx="2246980" cy="38100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>
              <a:stCxn id="28" idx="2"/>
              <a:endCxn id="10" idx="0"/>
            </p:cNvCxnSpPr>
            <p:nvPr/>
          </p:nvCxnSpPr>
          <p:spPr>
            <a:xfrm>
              <a:off x="2409825" y="3032236"/>
              <a:ext cx="1168262" cy="169216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>
              <a:stCxn id="28" idx="3"/>
              <a:endCxn id="29" idx="1"/>
            </p:cNvCxnSpPr>
            <p:nvPr/>
          </p:nvCxnSpPr>
          <p:spPr>
            <a:xfrm flipV="1">
              <a:off x="2638425" y="2447105"/>
              <a:ext cx="1734926" cy="35653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>
              <a:stCxn id="29" idx="3"/>
              <a:endCxn id="26" idx="1"/>
            </p:cNvCxnSpPr>
            <p:nvPr/>
          </p:nvCxnSpPr>
          <p:spPr>
            <a:xfrm>
              <a:off x="4830552" y="2447105"/>
              <a:ext cx="2408449" cy="58677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>
              <a:stCxn id="29" idx="2"/>
              <a:endCxn id="27" idx="0"/>
            </p:cNvCxnSpPr>
            <p:nvPr/>
          </p:nvCxnSpPr>
          <p:spPr>
            <a:xfrm flipH="1">
              <a:off x="4137081" y="2675705"/>
              <a:ext cx="464871" cy="786795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27" idx="3"/>
              <a:endCxn id="30" idx="1"/>
            </p:cNvCxnSpPr>
            <p:nvPr/>
          </p:nvCxnSpPr>
          <p:spPr>
            <a:xfrm>
              <a:off x="4365681" y="3691099"/>
              <a:ext cx="959855" cy="41975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>
              <a:stCxn id="26" idx="2"/>
              <a:endCxn id="30" idx="0"/>
            </p:cNvCxnSpPr>
            <p:nvPr/>
          </p:nvCxnSpPr>
          <p:spPr>
            <a:xfrm flipH="1">
              <a:off x="5554136" y="3262477"/>
              <a:ext cx="1913465" cy="619780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>
              <a:stCxn id="29" idx="3"/>
              <a:endCxn id="63" idx="1"/>
            </p:cNvCxnSpPr>
            <p:nvPr/>
          </p:nvCxnSpPr>
          <p:spPr>
            <a:xfrm flipV="1">
              <a:off x="4830552" y="1709900"/>
              <a:ext cx="909851" cy="7372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>
              <a:stCxn id="26" idx="0"/>
              <a:endCxn id="63" idx="3"/>
            </p:cNvCxnSpPr>
            <p:nvPr/>
          </p:nvCxnSpPr>
          <p:spPr>
            <a:xfrm flipH="1" flipV="1">
              <a:off x="6197602" y="1709901"/>
              <a:ext cx="1269998" cy="109537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>
              <a:stCxn id="23" idx="0"/>
              <a:endCxn id="30" idx="2"/>
            </p:cNvCxnSpPr>
            <p:nvPr/>
          </p:nvCxnSpPr>
          <p:spPr>
            <a:xfrm flipH="1" flipV="1">
              <a:off x="5554135" y="4339458"/>
              <a:ext cx="728132" cy="76594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/>
            <p:cNvCxnSpPr>
              <a:stCxn id="23" idx="0"/>
              <a:endCxn id="26" idx="2"/>
            </p:cNvCxnSpPr>
            <p:nvPr/>
          </p:nvCxnSpPr>
          <p:spPr>
            <a:xfrm flipV="1">
              <a:off x="6282268" y="3262478"/>
              <a:ext cx="1185333" cy="184292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Group 8"/>
            <p:cNvGrpSpPr/>
            <p:nvPr/>
          </p:nvGrpSpPr>
          <p:grpSpPr>
            <a:xfrm rot="10800000">
              <a:off x="4181025" y="5938348"/>
              <a:ext cx="530353" cy="457201"/>
              <a:chOff x="2133600" y="4191000"/>
              <a:chExt cx="1060704" cy="914400"/>
            </a:xfrm>
          </p:grpSpPr>
          <p:sp>
            <p:nvSpPr>
              <p:cNvPr id="7" name="Isosceles Triangle 6"/>
              <p:cNvSpPr/>
              <p:nvPr/>
            </p:nvSpPr>
            <p:spPr>
              <a:xfrm>
                <a:off x="2133600" y="4191000"/>
                <a:ext cx="1060704" cy="457200"/>
              </a:xfrm>
              <a:prstGeom prst="triangle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>
              <a:xfrm>
                <a:off x="2133600" y="4648200"/>
                <a:ext cx="1060704" cy="457200"/>
              </a:xfrm>
              <a:prstGeom prst="rect">
                <a:avLst/>
              </a:prstGeom>
              <a:solidFill>
                <a:schemeClr val="tx2">
                  <a:lumMod val="60000"/>
                  <a:lumOff val="40000"/>
                </a:schemeClr>
              </a:solidFill>
              <a:ln>
                <a:solidFill>
                  <a:schemeClr val="tx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ln>
                    <a:solidFill>
                      <a:schemeClr val="tx2">
                        <a:lumMod val="60000"/>
                        <a:lumOff val="40000"/>
                      </a:schemeClr>
                    </a:solidFill>
                  </a:ln>
                </a:endParaRPr>
              </a:p>
            </p:txBody>
          </p:sp>
        </p:grpSp>
        <p:sp>
          <p:nvSpPr>
            <p:cNvPr id="10" name="Rectangle 9"/>
            <p:cNvSpPr/>
            <p:nvPr/>
          </p:nvSpPr>
          <p:spPr>
            <a:xfrm>
              <a:off x="3349487" y="4724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ectangle 22"/>
            <p:cNvSpPr/>
            <p:nvPr/>
          </p:nvSpPr>
          <p:spPr>
            <a:xfrm>
              <a:off x="6053667" y="51054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239000" y="2805277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3908480" y="3462499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/>
            <p:cNvSpPr/>
            <p:nvPr/>
          </p:nvSpPr>
          <p:spPr>
            <a:xfrm>
              <a:off x="2181225" y="2575035"/>
              <a:ext cx="457200" cy="457200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4373351" y="2218504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5325535" y="3882257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" name="Rectangle 62"/>
            <p:cNvSpPr/>
            <p:nvPr/>
          </p:nvSpPr>
          <p:spPr>
            <a:xfrm>
              <a:off x="5740402" y="1481300"/>
              <a:ext cx="457200" cy="457200"/>
            </a:xfrm>
            <a:prstGeom prst="rect">
              <a:avLst/>
            </a:prstGeom>
            <a:solidFill>
              <a:srgbClr val="FF0000"/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7239000" y="1292170"/>
              <a:ext cx="3429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solidFill>
                    <a:srgbClr val="FF0000"/>
                  </a:solidFill>
                </a:rPr>
                <a:t>Vertex cover of size 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5650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AA065-6CD0-9F5B-7974-C2A75C541B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Solving and Verifying Vertex Cover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Give an algorithm to </a:t>
                </a:r>
                <a:r>
                  <a:rPr lang="en-US" b="1" dirty="0"/>
                  <a:t>solve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and 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dirty="0"/>
                  <a:t> has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  <a:p>
                <a:r>
                  <a:rPr lang="en-US" dirty="0"/>
                  <a:t>Give an algorithm to </a:t>
                </a:r>
                <a:r>
                  <a:rPr lang="en-US" b="1" dirty="0"/>
                  <a:t>verify</a:t>
                </a:r>
                <a:r>
                  <a:rPr lang="en-US" dirty="0"/>
                  <a:t> vertex cover</a:t>
                </a:r>
              </a:p>
              <a:p>
                <a:pPr lvl="1"/>
                <a:r>
                  <a:rPr lang="en-US" dirty="0"/>
                  <a:t>Input: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,a number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dirty="0"/>
                  <a:t>, and a set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Output: True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 is a vertex cover of size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FF4D0EF-7C00-6F14-9DB2-CA7C1A2A7E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220344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55056</TotalTime>
  <Words>2148</Words>
  <Application>Microsoft Office PowerPoint</Application>
  <PresentationFormat>Widescreen</PresentationFormat>
  <Paragraphs>348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Arial</vt:lpstr>
      <vt:lpstr>Cambria Math</vt:lpstr>
      <vt:lpstr>Calibri</vt:lpstr>
      <vt:lpstr>Calibri Light</vt:lpstr>
      <vt:lpstr>Office Theme</vt:lpstr>
      <vt:lpstr>CSE 332 Spring 2026 Lecture 25: Complexity and Tractability</vt:lpstr>
      <vt:lpstr>Running Times - Graph</vt:lpstr>
      <vt:lpstr>Running Times - Table</vt:lpstr>
      <vt:lpstr>Tractability</vt:lpstr>
      <vt:lpstr>7 Bridges of Königsberg</vt:lpstr>
      <vt:lpstr>Euler Path Problem</vt:lpstr>
      <vt:lpstr>Euler Path Examples</vt:lpstr>
      <vt:lpstr>Euler’s Theorem</vt:lpstr>
      <vt:lpstr>Algorithm for the Euler Path Problem</vt:lpstr>
      <vt:lpstr>A Seemingly Similar Problem</vt:lpstr>
      <vt:lpstr>Algorithms for the Hamiltonian Path Problem</vt:lpstr>
      <vt:lpstr>Option 2: List all sequences, look for a path</vt:lpstr>
      <vt:lpstr>Option 1: Explore all simple paths, check for one of length V</vt:lpstr>
      <vt:lpstr>Complexity Classes</vt:lpstr>
      <vt:lpstr>Complexity Classes and Tractability</vt:lpstr>
      <vt:lpstr>EXP and P</vt:lpstr>
      <vt:lpstr>Members of EXP and P</vt:lpstr>
      <vt:lpstr>Studying Complexity and Tractability</vt:lpstr>
      <vt:lpstr>Some problems in EXP seem “easier”</vt:lpstr>
      <vt:lpstr>Class NP</vt:lpstr>
      <vt:lpstr>EXP⊃NP⊇P </vt:lpstr>
      <vt:lpstr>Solving and Verifying Hamiltonian Path</vt:lpstr>
      <vt:lpstr>Party Problem</vt:lpstr>
      <vt:lpstr>Independent Set</vt:lpstr>
      <vt:lpstr>Independent Set Example</vt:lpstr>
      <vt:lpstr>Solving and Verifying Independent Set</vt:lpstr>
      <vt:lpstr>Baseball</vt:lpstr>
      <vt:lpstr>Generalized Baseball</vt:lpstr>
      <vt:lpstr>Vertex Cover</vt:lpstr>
      <vt:lpstr>Vertex Cover Example</vt:lpstr>
      <vt:lpstr>Solving and Verifying Vertex Cover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332 Autumn 2023 Lecture 8: Dictionaries, BSTs</dc:title>
  <dc:creator>Nathan Brunelle</dc:creator>
  <cp:lastModifiedBy>Nathan Brunelle</cp:lastModifiedBy>
  <cp:revision>397</cp:revision>
  <dcterms:created xsi:type="dcterms:W3CDTF">2023-10-13T16:06:42Z</dcterms:created>
  <dcterms:modified xsi:type="dcterms:W3CDTF">2026-05-29T21:02:31Z</dcterms:modified>
</cp:coreProperties>
</file>