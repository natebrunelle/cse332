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0"/>
  </p:notesMasterIdLst>
  <p:sldIdLst>
    <p:sldId id="257" r:id="rId2"/>
    <p:sldId id="753" r:id="rId3"/>
    <p:sldId id="830" r:id="rId4"/>
    <p:sldId id="829" r:id="rId5"/>
    <p:sldId id="846" r:id="rId6"/>
    <p:sldId id="850" r:id="rId7"/>
    <p:sldId id="756" r:id="rId8"/>
    <p:sldId id="757" r:id="rId9"/>
    <p:sldId id="847" r:id="rId10"/>
    <p:sldId id="848" r:id="rId11"/>
    <p:sldId id="849" r:id="rId12"/>
    <p:sldId id="851" r:id="rId13"/>
    <p:sldId id="831" r:id="rId14"/>
    <p:sldId id="832" r:id="rId15"/>
    <p:sldId id="754" r:id="rId16"/>
    <p:sldId id="755" r:id="rId17"/>
    <p:sldId id="888" r:id="rId18"/>
    <p:sldId id="835" r:id="rId19"/>
    <p:sldId id="852" r:id="rId20"/>
    <p:sldId id="799" r:id="rId21"/>
    <p:sldId id="853" r:id="rId22"/>
    <p:sldId id="892" r:id="rId23"/>
    <p:sldId id="854" r:id="rId24"/>
    <p:sldId id="893" r:id="rId25"/>
    <p:sldId id="894" r:id="rId26"/>
    <p:sldId id="839" r:id="rId27"/>
    <p:sldId id="840" r:id="rId28"/>
    <p:sldId id="857" r:id="rId29"/>
    <p:sldId id="843" r:id="rId30"/>
    <p:sldId id="895" r:id="rId31"/>
    <p:sldId id="844" r:id="rId32"/>
    <p:sldId id="872" r:id="rId33"/>
    <p:sldId id="858" r:id="rId34"/>
    <p:sldId id="896" r:id="rId35"/>
    <p:sldId id="877" r:id="rId36"/>
    <p:sldId id="879" r:id="rId37"/>
    <p:sldId id="880" r:id="rId38"/>
    <p:sldId id="897" r:id="rId39"/>
  </p:sldIdLst>
  <p:sldSz cx="12192000" cy="6858000"/>
  <p:notesSz cx="6858000" cy="9144000"/>
  <p:embeddedFontLst>
    <p:embeddedFont>
      <p:font typeface="Cambria Math" panose="02040503050406030204" pitchFamily="18" charset="0"/>
      <p:regular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FF9900"/>
    <a:srgbClr val="FF9797"/>
    <a:srgbClr val="FF6464"/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68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font" Target="fonts/font1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9T20:36:47.3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2176 5290 0,'0'0'0,"0"0"15,0 0-15,0 0 16,-8 0 0,8 17-16,-17 0 15,0 17 1,0 0-16,8 17 15,9 0 1,0 8-16,9 1 16,-1-1-1,9 1 1,-8-17-16,8-1 16,0-8-1,0-8-15,0-18 16,34 1-16,26-1 15,17-16 1,17-1 0,-26-16-16,-8-1 15,26 1 1,7-9-16,1 8 16,-8 9-1,-35 0-15,17 8 16,26 1-1,-17-1-15,-8 9 16,-1 0-16,-17 0 16,-16 9-1,33-1-15,9 1 16,0 0 0,0-1-16,-9 1 15,-17 8 1,17 0-16,18 8 15,25-8 1,0 0 0,9-17-16,8 9 15,0-9 1,-26 0-16,-25 0 16,-9 17-16,9-9 15,-25 1 1,-10-1-16,-16 9 15,0 0 1,-1 9-16,-16-18 16,-17 1-1,-1-1-15,1 1 16,-1-1 0,-8-16-1,17-26-15,0-26 16,9-25-16,8-17 15,-17 51 1</inkml:trace>
  <inkml:trace contextRef="#ctx0" brushRef="#br0" timeOffset="2152.28">6299 5264 0,'0'0'0,"0"9"15,0 25-15,0-9 16,8 1 0,1-1-16,-1 9 15,1 0 1,-1-8-16,10-1 15,-1 1 1,17-9-16,0 0 16,0-9-16,0 1 15,9-18 1,25 1-16,0-1 16,-8-8-1,8 0 1,9 9-16,0 8 15,0 0-15,17 0 16,17 8 0,25 9-16,43 9 15,60-18 1,0 1 0,26-1-16,-9-8 15,26 0 1,8 0-16,0 9 15,-25-1 1,-9-8-16,-26-8 16,-42-1-16,0 1 15,-52-1 1,-50 1 0,-18-1-16,-8-8 15,-18 0 1,-16 0-16,0-8 15,-9-35 1,8-25 0,-16-25-16,-1 50 0</inkml:trace>
  <inkml:trace contextRef="#ctx0" brushRef="#br0" timeOffset="8382.74">22720 3096 0,'0'0'16,"0"0"-16,-9 0 0,1 0 16,-9 0-1,-17 17-15,-35 0 16,-7 17 0,24 8-16,-33 18 15,-43 33 1,-34 43-16,34-17 15,51-17 1,-25 26-16,-18 34 16,26-18-16,9-33 15,8-9 1,26 8-16,42 1 16,44-18-1,24-8 1,27-16-16,7-18 15,-16-17 1,77 0-16,42-17 16,-17-17-16,52-9 15,-43-8 1,-1-17-16,69-8 16,-25-1-1,25-17 1,-60-8-16,-25-17 15,59-8-15,-67 16 16,-1-25 0,77-25-16,-34-9 15,16 8 1,-16 1-16,-8-10 16,42 1-1,-86 34-15,-50 9 16,25-26-1,-26 0 1,-25 8-16,-17 9 0,-9-9 16,-34 9-1,-17 0 1,-26 9-16,1 8 16,-35-9-1,-8 9 1,-35 9-16,-50 8 0,-27 25 15,-50 35 1,-35 16-16,-16 43 31,-9 43-31,-18 33 16,-25 26 0,-51 60-16,-17 25 15,0 9-15,-43 76 16,-34 34-1,-51-8-15,179-128 16</inkml:trace>
  <inkml:trace contextRef="#ctx0" brushRef="#br0" timeOffset="17896.41">22174 10316 0,'-9'0'0,"-8"0"0,-34 0 15,-26 0 1,17 0-16,26 0 15,17 0-15,0 17 16,-8 17 0,-10 34-1,-24 26-15,-18 8 16,-9-26 0,-24 1-16,7 16 15,43 35-15,18-1 16,16-42-1,0-25-15,1 25 16,-1 51 0,1 9-16,8-52 15,8-42-15,9 17 32,26 17-32,-1 0 15,-8-17 1,35 9-16,41 8 15,44-26-15,-26-16 16,0-26-16,85 9 16,-25-18-1,-26-16 1,111-35 0,-51-17-16,-43-16 0,86-18 15,-86 26 1,-9 17-1,69 9-15,-77 25 16,26-9 0,68-25-16,-51-8 15,59-43 1,-33-9-16,-69 35 16,77-9-1,-52-1 1,-93-7-16,17-52 15,17 26-15,-17 17 16,8-68-16,-8 9 16,-34 24-1,-9-33 1,-17 0 0,-25 26-16,-1 8 15,-33-17 1,-43 16-16,-35 18 15,-16 34 1,-18 17-16,-51 0 16,-8 26-16,-52 25 15,-33 25 1,-44 35 0,-42 33-16,-8 94 0,-69 69 31,-17 50-31,52-34 15,67-60 1</inkml:trace>
  <inkml:trace contextRef="#ctx0" brushRef="#br0" timeOffset="41613.3">25050 9670 0,'0'0'0,"0"0"0,0 0 0,0 0 16,-8-9 0,-18 1-1,-51 8-15,-51 0 16,26 8-1,33 18-15,-33 8 16,-52-9 0,1 9-16,16 26 15,-42 50-15,-34 26 16,67-42 0,1 8-1,-42 8-15,50-24 16,69-35-1,42-26-15</inkml:trace>
  <inkml:trace contextRef="#ctx0" brushRef="#br0" timeOffset="53211.59">2304 7322 0,'0'0'0,"9"0"0,8 9 0,0 8 15,9 0 1,-18 0 0,1 17-16,-18 17 15,-16 8 1,8 9-16,0 1 15,8 7 1,0-16-16,9-18 16,0 1-1,0-9-15,0-9 16,0 9-16,0-8 16,0-1-1,0-8 1,18 0-16,16 0 15,8 9-15,10-9 16,24 0 0,18-9-16,9 1 15,50-9 1,9 8 0,-16-16-16,16-1 15,60 1 1,-43-1-16,-8 9 15,33 17-15,-33-8 16,-9 8 0,43 8-16,-68 9 15,-26-17 1,17 9 0,-34-9-16,-9-9 15,-25 1 1,-9-1-16,-26 1 0,1-9 31,-17 0-31,8-9 16,0-8-16,0-17 15,17-42 1,-8-94 0,16-153-16</inkml:trace>
  <inkml:trace contextRef="#ctx0" brushRef="#br0" timeOffset="62911.46">30478 1267 0,'0'0'0,"0"0"0,0 0 0,0 0 0,0 0 16,0 0-1,0 0-15,0 0 16,0 0 0,-8 9-1,-18 25-15,-59 59 0,-69 35 16,35-26 0,59-17-1,17 0-15,-16-9 0,16-24 16,9-18 15,0-9-31,8-16 16,-17-18-1,-8-16-15,-17-26 16,17-1 0,-1-7-16,10-1 15,16 1 1,9 8-16,0 17 15,8 17-15,9 0 16,0 17 0,0 0-1,0 17-15,-8 25 16,8 35-16,0 33 16,17 10-1,0-10-15,9-25 16,16-8-1,52-1 1,9-25-16,25-42 16,102-35-1,120-16-15</inkml:trace>
  <inkml:trace contextRef="#ctx0" brushRef="#br0" timeOffset="77487.23">29258 3266 0,'0'0'0,"0"0"0,-9-9 16,1 1 0,-1-1-16,1 1 15,8 8-15,0 0 16,-9 0 0,1-9-16,-9 9 15,8 0 1,0 0-1,1 0-15,-1 0 16,1 0-16,-1 0 16,9 0-1,-8 0-15,-1 0 16,1 0 0,-1 0-16,1 0 15,-1 0 1,1 0-16,-1 0 15,0 9 1,1 8 0,-1 0-16,1 8 15,-1 9-15,1 0 16,-1 17 0,-8 0-16,-8 0 15,-1 26 1,-17 33-1,1 10-15,8-10 16,-1-8 0,1 26-16,17 16 15,0-25-15,9-17 16,8 17-16,0 26 16,0-17-1,0-18 1,0 9-16,17 26 15,8-1-15,18-16 32,8-1-32,0 10 15,-8 7 1,8-8-16,9 0 16,8 17-1,-8-25-15,25-9 16,1-8-16,-10-9 15,-7 8 1,8 1 0,-1-26-16,27 8 15,16-8 1,-16-17-16,-1 0 16,-17 9-16,-8-18 15,0-7 1,0-1-16,-43-26 15</inkml:trace>
  <inkml:trace contextRef="#ctx0" brushRef="#br0" timeOffset="96099.37">2287 9627 0,'0'0'0,"0"0"0,0 0 16,0 0-16,0 17 15,0 9 1,0 16-16,0 26 16,0 17-1,0 17-15,0-8 16,0-18-16,9-8 16,-9 9-1,0 25 1,0-8-16,17-18 15,9-8-15,8-17 16,0-8 0,17-9-1,34 0-15,9-17 16,26-9 0,50-8-16,1 0 15,8 0-15,35-8 16,-1-9-1,18 8-15,16 1 16,9-1 0,0 18-16,0-9 15,0-9 1,-17 1-16,26 8 16,-52-9-1,-34 1 1,18-9-16,-52 0 15,-60 17-15,-8 0 16,-34 0 0,-26 0-1,-9 0-15,-16-9 16,-9-8 0,-43-34-16,-17-34 15,-8 0 1,51 42-16</inkml:trace>
  <inkml:trace contextRef="#ctx0" brushRef="#br0" timeOffset="97093.49">2262 12595 0,'0'0'0,"0"0"0,0 0 31,0 0-31,0 0 16,0 0-16,0 43 15,-9 50 1,-8 9-16,-17 34 16,0 60-1,-9-52 1,26-67-16,0-17 16,17-18-16,0 1 15,9-18-15,8 1 16,17-18-1,34-16-15,69-9 16,25-17 0,0-9-1,17-8 1,18 0-16,-10 17 0,44-9 16,-18 9-1,35 9 1,-1 16-1,-16 18-15,33 25 16,-8 0-16,9 9 16,-9-9-16,8-17 15,-16-9 1,-9-16-16,-34-18 31,-9-16-31,17-1 16,-67 9-1,-44 0-15,-8 17 16,-34 17-16,-26 0 0,-9 0 31,-16 0-15,-9-9-16,-17 1 16,-9-18-16,-8-16 0,17 25 31</inkml:trace>
  <inkml:trace contextRef="#ctx0" brushRef="#br0" timeOffset="117731.04">8253 15121 0,'0'0'0,"0"0"0,0 0 16,0 0-16</inkml:trace>
  <inkml:trace contextRef="#ctx0" brushRef="#br0" timeOffset="118002.97">8253 14611 0,'0'0'0,"0"0"0,52-9 31,110 9-15,34-8-16,94-1 15,103 18 1,-9 8-16</inkml:trace>
  <inkml:trace contextRef="#ctx0" brushRef="#br0" timeOffset="166292.45">22635 3657 0,'0'0'16,"-9"0"-16,1 0 0,-69 8 0,51-8 0,-8 17 0,-9 9 15,-16 25 1,-44 26-1,-16 42-15,-18 25 16,35-16-16,42-18 16,-8 26-1,-18 26-15,10-35 16,16 1 0,9 34-16,16-9 15,18-34 1,17 25-16,9 1 15,25-17 1,9-18-16,16 9 16,10 17-1,-18-8-15,-17-9 16,34 8 0,26 26-1,17 1-15,0-18 16,-43-34-16,60 42 15,69 26 1,-52-68-16,-17-8 16,94 17-1,-51-26 1,33 0-16,44 0 16,-18-34-1,18-17-15,-69-26 16,-34-16-16,17-1 15,-25-16 1,-52-1-16,-34 1 16,-8-18-1,-17-8-15,-1-42 16,1-27-16,-18-16 31,-16-17-31,-18-17 16,-25-8-1,-17-1-15,-18-8 16,-24-9-16,7 1 16,1-9-1,-35-17 1,-16 8-16,7 9 16,10 0-1,-18 0-15,9 25 16,26-8-16,16 8 15,-16 9 1,-9 0-16,17 17 16,-9 25-1,-33 9-15,-1 9 16,17 16-16,-8 18 31,-8 8-31,25 25 16,0 18-1,-9 8-15,9 17 16,9 0-16,8 25 16,8 26-16,1 9 15,8 8 1,0 0-16,17 8 16,0 26-1,18 9 1,25-9-1,16 0-15,1 9 16,17 16 0,-8 9-16,8-17 15,17 9 1,0 16-16,9 1 16,8 0-1,17-18-15,9 1 16,25 8-1,0-9-15,1-8 16,8 18 0,0 7-16,8-8 15,9-8-15,-26-9 16,1 0 0,25 8-1,17-7-15,0-18 16,0-9-1,25 1-15,9-1 16,-34-25 0,18 0-16,41 9 15,-42-26 1,18 8-16,50 9 16,-42-25-1,-1-9-15,35 8 16,-51-7-1,-26-18-15,17 0 16,-9-9 0,-16-8-16,-43-8 15,-26-18-15,-8 1 16,-18-18 0,1-17-16,-9-25 31,-9-34-31,-25-42 0,-25-26 15,-35-34 1,0-9-16,-8 0 16,-18-16-1,-8 16-15,-17-17 16,-25 1 0,-35 8-1,-25 0-15,-35-1 16,-25 18-16,-26 34 15,-51 17 1,-59 26 0,-10 58-16,44 61 15,8 25-15</inkml:trace>
  <inkml:trace contextRef="#ctx0" brushRef="#br0" timeOffset="169575.17">23036 11583 0,'0'0'16,"-9"-8"-16,-16-1 0,-9-16 15,-26-26-15,-43-18 16,-8 10 0,-8 8-16,-18 8 15,26 9 1,9 17-1,0 9-15,-18 8 16,-25 25 0,0 26-16,-17 34 15,-9 26 1,9 17-16,8 16 16,-8 26-16,17 0 15,8 26 1,26-9-1,35-25-15,16 8 16,26 8 0,25-8-16,35 26 15,17 0-15,33 25 16,10-9 0,25-8-16,42 35 15,18-52 1,42-9-1,43 9-15,-25-51 16,8-8 0,-17 8-16,25 0 15,26-25-15,43-35 16,8-25 0,-50-34-16,7-17 15,-42-34 1,-42-17-16,-27-17 15,-16-8 1,-52-9 0,-16-34-16,-44-43 15,-33-25 1,-52-51-16,-25-17 16,-35-18-1,-25 1-15,-17 0 16,0 0-1,-43 0-15,-8 25 0,-9 18 16,-25 8 0,-60 33-16,-52 27 31,-136 50-31,-111 69 16,180 42-16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9T20:40:05.0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2125 15801 0,'0'0'0,"0"0"0,0 0 15,0 0-15,0 0 16,-8 0-16,-1 17 16,1 0-1,-18 34-15,0 17 16,-8 9-1,9-18 1,8 9-16,0-8 16,-1 0-1,10 8-15,-9-9 16,17 1-16,0-18 16,17-8-1,9-8-15,16-1 31,26-16-31,18-1 16,25-16-16,34-9 16,8 0-16,10-9 15,16 1 1,9-1-16,25 9 16,43 0-1,-17 17 1,0 9-1,-9-1-15,-8-8 16,-8 9-16,16-18 16,9-8-1,-17-8 1,-26-1-16,-16-8 16,-18-8-1,-34 16-15,-51 9 16,-26 9-1,-26 8-15,-16 0 16,0-9-16,-1 1 16,-16-18-1,-1-17 1,-8-25-16,17-42 16,43-9-1,-18 68-15</inkml:trace>
  <inkml:trace contextRef="#ctx0" brushRef="#br0" timeOffset="13970.51">10959 15810 0,'0'0'0,"0"0"0,0 0 16,0 17-16,-9 25 15,-16 35 1,-1 8-16,-17-17 15,1 25 1,8 10-16,-1-1 16,18-34-1,17-9-15,0-25 16,17-8 0,9-1-1,8-16-15,0-18 16,43-8-1,51-17 1,26-17-16,-35 9 0,9-1 16,60 9-1,-34 9-15,16-1 16,52 9 0,-42 9-1,7 8-15,52 8 16,-17-8-1,17 0-15,-42-8 0,-10-1 16,44 9 0,-52 9-1,-17-9-15,9 8 16,-43 1 0,-51-9-1,-18 0-15,-16 0 16,-17 0-1,-1 0-15,-16 0 16,-1 0 0,-8 0-16,0-9 15,0-25-15,0 9 16</inkml:trace>
  <inkml:trace contextRef="#ctx0" brushRef="#br0" timeOffset="32603.13">19502 17094 0,'0'0'0,"-8"0"0,-1 0 16,1 0-16,-1-9 15,9 9 1,0-17-16,17-42 16,17-9-16,35-26 15,42-33 1,25-9 0,-8 17-16,-17 17 15,9 34 1,-18 17-1,-25 8-15,-26 17 16,-17 9 0,-17 9-16,-8-1 15,-35 1 1,-42 8-16,-26 17 0,-25 0 16,-1 8-16,26-7 31,9-1-31,25 0 15,26-9 1,17 1-16,0-9 16,17 0-1,8 0-15,52-9 16,43-8 0,25 0-16,-9 0 15,-25 8 1,-9 9-1,-16 18-15,-10 7 16,1 18 0,0 50-16,-17 26 15,-18-59 1</inkml:trace>
  <inkml:trace contextRef="#ctx0" brushRef="#br0" timeOffset="45718.54">29386 7135 0,'0'0'0,"0"0"0,0 0 15,0 0-15,0 0 16,0 0-16,0 0 16,0 9-1,-9 16 1,-8 52-16,-43 42 16,-25 8-1,-26 1-15,-8 17 16,59-35-16,0 1 15,9-26 1,0-26-16,8-16 16,9-9-1,17-26 1,0 1-16,0-9 16,0-9-1,0 1-15,-9-18 16,0-16-16,-16-18 15,-18-16 1,17 16 0,26 35-16,0 8 15,0 17-15,-17 25 16,-26 35-16,18-1 31,7 1-31,18 16 16,26 9-1,16 9-15,1-35 16,34-8-16,51-8 16,42-35-16,-16-33 15,-69-1 1</inkml:trace>
  <inkml:trace contextRef="#ctx0" brushRef="#br0" timeOffset="119522.51">7963 7577 0,'0'0'0,"0"0"0,17 17 0,154 171 0,-52-61 0,-8-25 0,17-17 15,26 0 1,-9-8-16,-17-1 16,9 1-1,-9-1-15,-26-8 16,-17-8 0,-33-26-16,-10-17 15,-16-8 1</inkml:trace>
  <inkml:trace contextRef="#ctx0" brushRef="#br0" timeOffset="119886.03">9832 8351 0,'0'0'0,"17"0"0,43 17 0,42 0 16,1 0 0,8 9-16,-17-1 15,-26 1 1,-25-9-16,-18-9 15,1 1-15,-18 8 16,-25 17 0,-59 34-1,-52 9-15,-69-9 16,-16-9 0,17-8-16,-26 26 15,-86 76 1</inkml:trace>
  <inkml:trace contextRef="#ctx0" brushRef="#br0" timeOffset="126445.59">28840 5485 0,'0'0'0,"0"0"15,0 0-15,0 0 16,-9 9 0,-25 42-16,-60 59 15,-51 44 1,25-52-16,52-17 15,-26 34-15,-17 25 16,35-42 0,7-34-16,18-34 15,17-8 1,0-9 0,8-9-16,9-25 15,-9-34 1,1-25-16,8-1 0,8 18 31,1 16-31,8 26 16,0 0-1,0 17-15,-17 17 0,-43 34 32,-17 17-32,34-8 15,18-18 1,16 1-16,26-9 15,43-9-15,94 9 16,59-17 0,103 0-1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9T20:45:38.7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4967 6599 0,'0'0'0,"-8"0"16,-1 9-16,1-1 0,-9 1 16,8-1-1,-16 9-15,-27 9 16,-25 25 0,-16 34-1,-18 43-15,-9 59 0,9 25 16,17 9-16,18 9 31,24-9-31,18 0 16,43-51-16,33-42 15,35-17 1,9-43 0,67-34-16,69-26 0,-9-67 31,35-103-31,-43-42 15,-34-9 1,-18-33-16,-59 8 16,-43-1-1,-42 18-15,-35 34 16,-59 26 0,-52 16-16,-110 51 15,-103 77 1,-51 120-16,8 109 15,-51 103 1,111-60-16</inkml:trace>
  <inkml:trace contextRef="#ctx0" brushRef="#br0" timeOffset="4468.62">6333 9270 0,'-17'8'0,"-43"60"0,-17 68 0,18 18 16,16 24-1,26 18 1,17-9-16,25-9 16,35-7-1,43-52-15,16-43 16,1-42-1,59-34-15,26-59 16,-35-69-16,-25-34 16,-8-42-1,-43-25-15,-51 16 16,-61 9 0,-67 8-1,-94 35-15,-111 50 0,-103 94 31,0 51-31</inkml:trace>
  <inkml:trace contextRef="#ctx0" brushRef="#br0" timeOffset="5392.69">9312 7475 0,'-9'0'0,"-34"26"0,-42 42 15,-9 26 1,-8 8 0,16 34-16,10 8 15,24 18 1,27-1-16,16-16 16,18-9-16,16-25 31,44-1-31,84-25 15,18-51-15,59-76 16,26-52 0,-17-42-1,0-51-15,-59-9 16,-52 1 0,-60 8-16,-59 8 0,-78 0 15,-101 1 1,-121 33-1,-50 69-15,-94 25 16,34 8 0</inkml:trace>
  <inkml:trace contextRef="#ctx0" brushRef="#br0" timeOffset="6752.42">10148 10809 0,'-8'-8'0,"-1"-18"0,0 1 0,-16-9 15,-9 0 1,-18 0-16,-7 17 16,-52 25-1,-43 43-15,-8 43 16,-17 93 0,0 34-16,33 8 15,35-7 1,52-44-16,33-16 15,43-26 1,43-26-16,59-25 16,69-51-1,94-76-15,42-94 16,-25-34 0,-43-9-16,-68 9 15,-60 0 1,-60 8-1,-59 18-15,-78-1 16,-101 9-16,-129 60 16,-77 42-1</inkml:trace>
  <inkml:trace contextRef="#ctx0" brushRef="#br0" timeOffset="7927.18">7135 8402 0,'-8'-8'0,"-9"-1"0,-9-8 15,-25 0 1,-26 0-16,-60 9 16,-33 33-1,-35 52-15,-17 59 16,-17 85-1,26 43-15,42 50 16,51 1 0,27-43-16,41-42 15,69-26 1,43 0-16,68-59 16,94-43-1,162-51 1,51-51-16,-59-77 15,25-127 1,-68-9-16,-60 1 16,-68-9-16,-103 25 15,-76 1 1,-111-10-16,-171 10 16,-86 16-1</inkml:trace>
  <inkml:trace contextRef="#ctx0" brushRef="#br0" timeOffset="9510.62">7980 4337 0,'-42'26'0,"-87"84"0,-50 86 16,-17 51 0,42 16-16,86 18 15,42-9-15,26-42 16,77 16-1,77-59 1,8-102-16,60-34 16,8-34-1,-16-68-15,33-85 16,-25-68-16,-26-59 16,-42-27-1,-77-7-15,-60 8 16,-68 25-1,-77 26 1,-103 51-16,-102 34 16</inkml:trace>
  <inkml:trace contextRef="#ctx0" brushRef="#br0" timeOffset="10477.83">5249 5485 0,'-17'0'15,"-68"34"-15,-78 51 0,-67 60 16,-43 68-16,-9 33 16,35 35-1,25 34-15,8 76 16,86 8 0,60-41-1,34 33-15,60-42 16,59-94-1,94-51-15,86-60 16,33-101-16,138-137 16,42-127-1,-111-85 1,0-85-16,-26-60 16,-102 17-16,-137 9 15,-136-17 1,-170 0-1,-240 76-15,77 170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9T20:46:11.9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16268 2458 0,'0'0'0,"0"0"0,0 0 0,0 0 15,-9 0 1,1 17-16,-10 8 15,-7 52 1,-26 42-16,-9 34 16,17 9-1,9-26-15,0 0 16,0-9 0,17-16-16,17-35 15,8-16 1,-8-18-16,17 1 15,0-18 1,18 1-16,24 0 16,27-9-1,25-9-15,17-16 16,8-9 0,18-9-1,25 0-15,34 1 16,35 8-16,25 0 15,9 8 1,8 9 0,9 9-16,-9-1 0,26 1 15,-9 8 1,-8 0 0,-1 0-16,-16 0 15,0 9 1,-9 8-1,-9 0-15,18 0 16,0-9-16,-9 1 16,8-9-1,10 8-15,-1-8 16,-17 0 0,17 0-1,0-8-15,0 8 16,-8 8-16,8-16 15,0-9 1,9-9 0,0 1-16,-9-1 15,-25 9 1,-26 9-16,-26-9 16,-51 0-16,-8 8 15,-35 1 1,-25-9-16,-25 0 15,-27 0 1,-16-9-16,-1 1 16,-8-1-1,-8-16-15,-9-9 16,-17-34 0,-9-17-1,-8-26-15,17-25 16,0-162-1</inkml:trace>
  <inkml:trace contextRef="#ctx0" brushRef="#br0" timeOffset="6398.86">1528 7611 0,'0'0'0,"0"0"0,0 0 15,8 0-15,26 26 16,9 17-1,34 50-15,59 60 0,44-25 32,-18-43-32,43 8 15,0 26 1,-69-8-16,1-26 16,42 9-1,-43-26-15,-67-17 16,16 25-1,0-8-15,-42-34 16,-26-17 0</inkml:trace>
  <inkml:trace contextRef="#ctx0" brushRef="#br0" timeOffset="6719.06">3337 8598 0,'0'0'0,"0"0"0,0 0 16,0 0-16,0 0 16,0 0-1,9-8-15,25-1 16,51-8 0,43 8-16,-8 9 31,-35 9-31,26 25 15,-17 0-15,-34 0 16,-26 0 0,-34 26-16,-77 84 15,-171 86-15,-8-26 16,26-34 0,-77 34-16</inkml:trace>
  <inkml:trace contextRef="#ctx0" brushRef="#br0" timeOffset="8295.48">5317 9874 0,'-8'-9'0,"-1"-8"0,1 0 0,-26 0 15,-52 34 1,-85 60 0,-85 84-16,-17 94 15,9 60 1,76 34-16,111-26 15,52-42-15,76-35 16,102-25 0,18-76-16,42-77 15,18-60 1,16-101-16,27-52 16,-18-59-1,-9-25-15,-85-1 16,-51-34-1,-51 26-15,-60 26 16,-34 33 0,-60 34-1,-102 60-15,-146 51 16</inkml:trace>
  <inkml:trace contextRef="#ctx0" brushRef="#br0" timeOffset="9060.74">14569 9814 0,'-8'-8'0,"-18"-18"0,-25 1 16,-17-9 0,-35 0-16,-42 25 15,-51 35 1,-18 50-16,-33 60 15,16 51 1,44 26-16,16 25 16,60 0-1,68-25-15,69-60 16,68-43 0,119-25-16,94-85 15,86-127 1,-26-69-16,-102-25 15,-26-34 1,-86 34 0,-76 42-16,-68 1 15,-95-1-15,-195 43 16,-104 43 0</inkml:trace>
  <inkml:trace contextRef="#ctx0" brushRef="#br0" timeOffset="34588.19">6248 4414 0,'0'0'0,"0"0"0,25 8 0,26 26 15,43 34 1,-17 26-16,-17-1 15,25-7 1,26-27-16,17-8 16,-25-17-1,-35-25-15,34-1 16,9-8 0,-51 0-16</inkml:trace>
  <inkml:trace contextRef="#ctx0" brushRef="#br0" timeOffset="34906.48">7169 4873 0,'0'0'0,"0"0"16,17 0-16,18 0 15,7 9 1,1-1-16,-17 1 16,-1-1-1,-8 9-15,9 0 16,-9 26 0,-9 25-1,-8 34-15,-34 8 16,-25 1-16,-1-9 15,17-26 1,26-33-16,17-26 16,0-17-1</inkml:trace>
  <inkml:trace contextRef="#ctx0" brushRef="#br0" timeOffset="35808.94">9875 3002 0,'0'0'0,"-9"-8"0,1-9 15,-26-9 1,-17-16-1,-1 8-15,1 8 16,-9 9 0,-8 17-16,8 17 15,9 0 1,17 17-16,8 34 16,9 26-1,0 16-15,17 1 16,0-18-16,0-8 15,0-8 1,9-9 0,-1-9-16,9-8 15,0-8-15,18-1 16,16-7 0,26-18-1,34-17-15,42-17 16,61-18-1,-10-7-15,1-9 16,17-9-16,51 9 16,26 9-1,8 25-15,18 8 16,-10 26 0,-16 9-1,-17 8-15,16 0 16,-16 8-1,17 1-15,-35-9 16,-8 0-16,1-8 16,-27-9-1,-42-9-15,-18 1 16,-42-18 0,-34 1-16,-25-9 15,-10-1 1,-16 1-1,-17 0-15,-1-8 16,-16-1 0,-1-16-16,-16-26 15,-18-43 1,-8-25-16,17 77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9T20:47:07.6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23420 7637 0,'0'0'0,"0"0"16,0 0-16,0 0 16,-9 17-1,-25 26 1,-51 59-16,-52 25 16,18-16-1,25 8-15,-43 76 16,26-33-16,69-68 15,25 50 1,59 43 0,18-59-16,-9-77 15,86 8-15,59-16 16,-17-26 0,52-34-16,-35-51 15,-51-68 1,9-26-16,-18-33 15,-42-18 1,-68 17-16,-52 1 16,-59-9-1,-52 17-15,-50 33 32,-44 44-32,-59 33 15,-68 1-15</inkml:trace>
  <inkml:trace contextRef="#ctx0" brushRef="#br0" timeOffset="749.89">20279 9687 0,'-9'-9'0,"1"1"0,-26-1 15,-34-8 1,-52 17-16,-59 26 16,-52 16-1,-42 35-15,43 16 16,59 1-1,43 16-15,34 1 16,60 42 0,77 34-16,76 9 15,112 59 1,16-43-16,60-101 16,-8-43-1,0-51-15,-26-17 16,-85-43-1,34-42 1,-77-42-16,-60-43 16,-42-77-1,-60-51-15,-94-33 16,-128-9-16,-154 8 16,-102 68-1,-179 120 1,247 93-16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9T20:47:49.9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9346 2883 0,'0'0'0,"0"0"0,0 9 0,0 16 15,17 35 1,8 8-16,1 8 16,0 1-1,-9 25-15,0 25 0,8 9 16,1-42-1,-9-26 1,9 0-16,8 0 16,0 0-1,17-8 1,-8-26-16,-18-9 16,18-8-1,42-8-15,52-18 16,8-16-1,9-9-15,42 0 16,-34 0-16,43 8 16,60-8-16,-1 9 31,18-1-31,34 18 16,-1 8-16,52-9 15,-8 18 1,-18-27-16,86 1 15,8 9-15,-25-1 16,17 9 0,17-8-1,16-9 1,53 17-16,-44 8 16,-42-8-16,42-8 15,18 8 1,-9 17-1,-17-9-15,-18 9 16,-16 9-16,-60-17 16,-43 8-1,-68 0-15,-68 0 16,-51 0-16,-43-9 31,-35-8-31,-24 0 16,-10 0-1,-8-8-15,-8-1 16,-1-8-16,-8-25 16,-17-27-1,-8-16 1,-1-25-16,9 42 16</inkml:trace>
  <inkml:trace contextRef="#ctx0" brushRef="#br0" timeOffset="37778.8">18862 11387 0,'0'0'0,"0"0"0,-8 17 0,-180 400 0,128-153 0,26-35 16,17 61-1,8-1 1,-8-26-16,0-16 15,17 0 1,9-9-16,-1-136 16,69 144-16,51-41 15,0-86-15,0 59 16,9 1 15,42-52-15,-51-25-16,17 35 0,94 7 15,-60-76 1,35-34-16,25-17 16,-77-51-1,94-34-15,-60-17 16,-8 0-16,34 17 16,-86 25-16,-33-25 31,59-127-31,-8 33 15,-60 86 1,-1-128-16,-33 16 16,0-41-1,34-35-15,68 9 16,-17-9 0,-68 9-16,8-17 15,52 60-15,25-52 16,-60 102-1,-25 94 1,120-68-16,-10-25 16,-84 42-1,67 17-15,18 42 16,-9 34 0,86 9-16,-86 9 15,-25-1-15,93 9 16,-76 0-1,94 0-15,-26 0 16,25-8 0,9-18-16,60-76 15,-17 9-15,-77 16 32,26-16-32,-26 33 15,-26 18 1,-119 8-16,-17-9 15,-1-25 1,-24-34-16,-27 0 0,-33 0 31,-44-51-31,-67-60 16,-69 1 0,0 42-16,-25-18 15,-26 18 1,-25 26-16,-44 16 0,-25 9 31,-17 43-15,-17 25-16,-8 17 15,34 17 1,16 8-16,35 9 16,0 26-1,-26 8-15,-8 17 16,-60 25-1,34 35-15,-60 101 16,-94 52-16,1 42 16,-77 94-1,-18 51-15,52-1 16,8 44 0,231-197-1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9T20:48:53.5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3918 6548 0,'0'0'0,"0"0"15,0 0-15,0 0 16,0 0-16,0 0 15,0 0 1,0-8-16,-9-1 0,-17-16 16,-25 8-1,-51 0-15,-9 8 16,25 9 0,-7 26-1,-27-1 1,-8 9-16,9 0 0,42 0 15,43 0 1,-1 9 0,1 17-1,17-1 1,9-8-16,-1 0 16,1 0-16,8-8 15,34 16 1,43 9-16,17 17 15,8-8 1,-34-9-16,-34-26 16,-8 1-1,-9-1-15,-8 1 16,-9-1-16,-26 10 16,-25 16-1,-26 0 1,-17-17-16,26-17 15,34-17 1,17-9-16,-1 1 16,1-1-1,17 9 1,17 17-16,43 26 16,26-1-16,7 1 15,-24 8 1,-27 25-16,-7 35 15,-53 8 1,-118 68-16,-26 0 16,93-76-16,35 8 15,9 8 1,153 44 0,153-35-16,138-68 15,-10-26 1</inkml:trace>
  <inkml:trace contextRef="#ctx0" brushRef="#br0" timeOffset="10147.82">21977 4414 0,'0'0'0,"0"0"0,0 0 16,-8 0 0,-9-9-16,-17 9 15,17 0-15,-9 0 16,-17 9-1,-8 8 1,-34 17-16,-9 17 31,-8 0-31,16 0 16,35 8-16,17 9 16,8 9-16,1 8 15,-1 34-15,-17 17 16,9-25-1,9-26-15,8 8 16,17 26 0,17 9-1,8-17-15,1-43 16,-18 0-16,52 25 16,60 9-1,33-8 1,-59-26-16,0-17 15,85 8 1,-8-16 0,-35-18-16,78 9 0,-18-8 15,-34-26 1,94 0 0,-76 0-16,16-9 15,51-16 1,-42-9-16,68-43 15,-93 1-15,-35-9 32,60-9-32,-69 26 15,-51 9-15,-33-9 16,-18-26 0,-9-16-16,-16-10 15,-35-33 1,-85-42-1,-42 8-15,-69 8 0,-26 17 16,-25 18 0,0 16-1,-9 35-15,9 42 16,-136 25 0,-10 52-16,44 76 15,-77 59-15,25 44 16,60-35-16</inkml:trace>
  <inkml:trace contextRef="#ctx0" brushRef="#br0" timeOffset="48613.66">4780 7042 0,'0'0'0,"0"0"0,-9 8 0,-8 43 31,-9 34-31,-8 0 0,17-34 31,17-8-15,0-18-16,17-16 15,17-1 1,35 1-16,-18-18 16,-17-8-1,43 0-15,51 0 16,25 9-1,-50 8-15,8 8 16,94 18 0,-26-1-16,-85-8 0,59 43 31,61-1-31,-86-25 16,17-17-1,94 9-15,-60-17 16,0-9-1,52 8-15,-69 1 16,17-9 0,18 0-16,-78 0 15,-34 0 1,18 0-16,-18 0 16,-34 0-1,-17 0-15,-8 0 16,-17 0-1,-1 0-15,-8-9 16,9-8 0,-1-17-16,-8-17 15,9-60 1,8-161-16</inkml:trace>
  <inkml:trace contextRef="#ctx0" brushRef="#br0" timeOffset="49158.92">9875 7280 0,'0'0'0</inkml:trace>
  <inkml:trace contextRef="#ctx0" brushRef="#br0" timeOffset="49771.76">9875 7186 0,'0'0'0,"0"0"0,0 0 16,0 0-16,0 0 16,0 0-1,0 0 1,0 17-16,0 17 15,0 0 1,0 17-16,0 9 16,0-18-1,0-8-15,0 0 16,0-8 0,0-9-16,26 0 15,33 0-15,52-9 16,9-8-1,-26-17-15,51-17 16,60-8 0,-69 8-16,-8 0 15,77-9 1,-43 1 0,-51 25-16,34-9 15,43 18 1,-60 8-16,-60 8 15,26 18 1,0-1-16,-34 1 16,-26-18-16,-8 1 15,-18-1 1,1 1-16,-9-9 16,0-9-1,8-33 1,18-52-16,-9 35 15</inkml:trace>
  <inkml:trace contextRef="#ctx0" brushRef="#br0" timeOffset="74069.47">17462 6531 0,'0'0'0,"0"0"15,-17 0-15,-17 9 16,-43 8 0,-42 0-16,8 0 15,26-9 1,-43 1-16,-35 8 16,27-9-16,85 1 15,17-9 1,8-9-16,9 1 15,0-1 1,8-8 0,1 9-16</inkml:trace>
  <inkml:trace contextRef="#ctx0" brushRef="#br0" timeOffset="74271.69">16379 6353 0,'0'0'0,"0"0"0,0 8 15,0 18 1,-9 16-1,-17 26-15,-25 0 16,-9 17 0,-8 1-16,17-18 15,25-17-15,26-9 16,52 1 0,50-18-16,146-8 15,136 9 1</inkml:trace>
  <inkml:trace contextRef="#ctx0" brushRef="#br0" timeOffset="82850.13">4925 8088 0,'0'0'0,"-9"0"0,1 8 0,-1 9 16,1 0-16,-1 0 16,0 17-1,1 0 1,-1 0-16,9 9 15,0-9-15,0-9 16,17 1 0,1-1-1,-1-16-15,8-1 0,35 1 16,25-18 0,26-16-16,-8-1 31,-1 1-31,18-1 15,16 1 1,1 8-16,-18 0 16,26 17-1,9 0-15,-18 0 16,1 8 0,17 1-16,25 8 15,-8-9 1,-1 9-16,44-8 15,-18-9 1,9-9-16,-17 9 16,8 0-16,17 9 15,-51-9 1,1 0-16,7 8 16,-25-8-1,-34 9-15,0-1 16,17 1-1,-8-18 1,-9 1-16,-26-1 16,0-16-1,18-1-15,-9-8 0,-9 17 16,0 0 0,-8 0-1,-8 0 1,7 0-16,1 0 15,-17 17 1,-9 0-16,0 0 16,9 0-1,0 9-15,0-9 16,-9 0 0,0 0-16,0 0 15,-8 0 1,-18 0-16,1 0 15,-17 0 1,-1 0-16,1 0 16,-9 0-1,0 0-15</inkml:trace>
  <inkml:trace contextRef="#ctx0" brushRef="#br0" timeOffset="95469.93">11932 8173 0,'0'0'0,"0"0"0,0 0 16,-9 8-16,1 9 15,-1 17-15,1 34 32,-18 17-32,1 0 15,7-17 1,1-16-16,9-10 15,8-8 1,0-8-16,0-1 0,8-8 31,9 0-31,26 0 16,25-8 0,35-18-16,-1 1 0,-8-9 15,9-9 1,7 1-1,-24 8-15,-9 8 16,-18-8 0,-7 9-16,-10 8 15,-16 0 1,-1 0-16,-7 0 16,-10 0-1,1 0 1,-1 0-16,-8 0 15,0 0 1,-8-9-16,-9-25 16,-9-43-1,0-33-15,9-18 16,9 60 0</inkml:trace>
  <inkml:trace contextRef="#ctx0" brushRef="#br0" timeOffset="98080.03">13323 8394 0,'0'0'0,"0"0"0,0 17 16,0 8-1,0 9-15,0 0 16,0 0-1,-8 9 1,8 17-16,0-18 16,0 1-1,0-9-15,17-9 16,0 1-16,0-1 16,17 1-16,9-9 31,33-9-31,10 1 15,8-18 1,8 1-16,17-18 16,35-8-1,8 9-15,-17 8 16,26 0 0,8 8-16,-25 18 15,8 8 1,17 0-16,-34 17 15,-17 0 1,9 0-16,0 0 16,-26-9-1,-9-16-15,-34-1 16,-8-8 0,-17-8-16,-18-1 15,1 1 1,-9-1-16,0-16 15,17-35 1,0-42-16,-8-17 16,8-26-1,-17 1-15,9-137 16</inkml:trace>
  <inkml:trace contextRef="#ctx0" brushRef="#br0" timeOffset="106641.67">4626 9193 0,'0'0'0,"0"0"0,0 0 0,0 0 16,0 0-16,0-8 15,0-1 1,0 1-1,0 8-15,0 0 16,0 0 0,0 0-16,0 0 15,-9 0 1,1 17-16,-1 8 16,-16 9-16,8 17 15,0 0 1,17 0-1,0-8-15,0-1 16,0 1 0,17-9-16,0-8 0,0-1 15,25-8 1,44-17 0,8-8-16,17-18 15,25-8 1,9 9-16,-8-1 15,8 9-15,43-9 32,-18 1-32,18 8 15,26-9 1,-35 9-16,9 0 16,25 17-1,-17 0-15,9 9 16,-17-1-1,25 9-15,43-8 16,-25-1 0,8-8-1,-34 0-15,-1 9 16,35 8-16,-8-9 16,25 1-1,-26-9-15,-16-9 16,-9 9-1,-1 17-15,27 0 16,-52 9-16,-25 8 16,8 17-1,-9-8 1,-16-1 0,-9 1-16,-17-1 15,-17-8-15,-9-8 0,-16-1 16,-35-16-1,-9-1 1,-8 1 0,-8-1-16,-1-8 15,1 0 1,8-8-16,9-18 16,8-25-1,0-17-15,0-17 16,-8 43-16</inkml:trace>
  <inkml:trace contextRef="#ctx0" brushRef="#br0" timeOffset="107754.62">12657 9559 0,'0'0'0,"0"0"0,0 0 0,0 0 16,0 0-1,0 0 1,9 0-16,8 0 0,9 17 16,25 0-1,43 9 1,34-1 0,17 9-16,51 0 15,34 0-15,52-8 16,68-9-1,34-17-15,34-26 16,52 1 0,-1-1-1,18 18-15,16 8 16,35 42 0,42 35-16,52-18 15,-214-33-15</inkml:trace>
  <inkml:trace contextRef="#ctx0" brushRef="#br0" timeOffset="115648.55">21739 7969 0,'0'0'16,"-9"0"-16,-17 25 0,-50 18 16,-44 33-1,1 35 1,16 8-16,-8 0 0,26-34 16,42-51-1,18-8 1,8-18-1,-1 1-15,18-1 16,0-16 0,18-9-16,-1-9 15,0-17 1,-9 9-16,1 9 16,-9 8-1,-9 0-15,1 17 16,-1 0-16,-25 8 15,-17 26 1,-18 17-16,18 9 16,17 0-1,17-18 1,9 1-16,33 8 16,35-9-1,42-8-15,1-17 16,8-17-1,170 9-15</inkml:trace>
  <inkml:trace contextRef="#ctx0" brushRef="#br0" timeOffset="138902.67">9644 10775 0,'0'-8'0,"0"-1"0,0 9 15,0 0 1,0 0-16,0 0 15,0 0 1,18 0 0,16 0-16,8 0 15,61 0-15,102 9 16,51-1 0,77-16-16,136-9 15,52 0 1,25 8-16,-128 18 15</inkml:trace>
  <inkml:trace contextRef="#ctx0" brushRef="#br0" timeOffset="141682.29">28387 9244 0,'0'0'0,"-8"0"0,-1 0 16,1 0-16,-1 0 15,1 0 1,-1 0-16,0 0 16,-8-8-1,-8-1-15,-1 1 16,-16 8-1,-1 0-15,-17 0 16,-8 17 0,-18 8-1,1 1-15,17 8 16,-9 0 0,0 8-16,0 1 0,9 8 31,0 9-16,-17 33-15,8 9 16,17 0 0,0 17-16,9 9 0,0 8 31,17-34-31,8-9 0,18 10 16,25 16-1,34 8 1,43-8-1,34-8-15,34-18 16,34-8 0,26-8-16,17-18 15,17-16 1,26-26-16,16-26 16,-7-25-16,-10-25 15,9-18 1,-33-16-16,-10-26 15,-16-9 1,-52 9 0,-34-25-16,-26-10 0,-42 1 15,-34 9 1,-43-43-16,-77-9 16,-77 18-1,-127-10 1,-138 1-16,-67 60 15,-52 101-15,129 35 16</inkml:trace>
  <inkml:trace contextRef="#ctx0" brushRef="#br0" timeOffset="155274.85">3909 11923 0,'0'0'0,"0"0"15,0 0 1,0 0-16,0 0 16,0 0-16,0 17 15,0 9 1,0 25-1,9 17-15,-18 0 16,9-17 0,0-9-16,0-16 15,0-9 1,0 0-16,0-9 16,17 1-1,9-1-15,16 1 16,10-9-1,16 0-15,9-9 16,-9 1 0,-8-9-16,16 17 15,10 0 1,-1 0-16,9 17 16,8 0-1,-8 8-15,9 10 16,-1-10-1,-16 1-15,-18-1 16,-34-8 0,-8-8-16,-9-1 15,-9 1 1,1-18-16,8 1 16,0-26-1,0-17-15,0-35 16,0-7-1,0 42-15</inkml:trace>
  <inkml:trace contextRef="#ctx0" brushRef="#br0" timeOffset="161441.67">6546 11524 0,'0'0'0,"0"0"0,-8 17 0,-1 42 16,-8 35-1,17-18 1,0-8-16,0-8 16,0-1-1,0-16 1,9-1-16,-1-16 16,9-1-1,0-8-15,9 0 16,17-8-1,33-1-15,18-16 0,17-1 16,0-8-16,26 0 31,16 0-15,18 0-16,43-17 0,25 0 31,8 9-31,-17-9 16,18 0-1,-1 8-15,1 9 16,-26 17 0,-9 0-16,-16 9 15,-61 8 1,-16 8-16,-9-8 0,-18-8 31,-24-1-31,-27-8 16,-16-8-1,0-18-15,-1-8 0,-25-42 16,-34-43 0,17 59-1</inkml:trace>
  <inkml:trace contextRef="#ctx0" brushRef="#br0" timeOffset="167778.11">18512 12042 0,'0'0'0,"69"0"0,110 9 15,102-1-15,-7 1 16,41-18-1</inkml:trace>
  <inkml:trace contextRef="#ctx0" brushRef="#br0" timeOffset="173940.34">6529 13241 0,'-8'0'0,"-1"-8"0,-16-18 16,-1-8-16,0-8 0,1 16 31,8 1-31,0 8 16,0 0-1,-1 0-15,10 8 16,-1 1 0,9 8-16,0 0 0,0 0 31,0 0-31,0 0 15,0 0 1,0 0-16,0 0 16,26 0-1,17 17-15,-1-9 16,1 1 0,17-1-16,25 9 15,0-8-15,9-1 16,17 9-1,0 0 1,26 0-16,16 9 16,-16-9-16,-18 0 15,1 8 1,-9 1 0,-9 8-16,-8 0 15,-17-8 1,-9-1-16,9 9 15,9-8-15,-10-18 16,1 1 0,0-1-1,-17 1 1,-18-9-16,1 0 16,-9 0-16,0 0 15,0 0 1,1 0-16,-1-9 15,0 1 1,-9-1 0,1 1-16,-9-1 15,-8 1-15,-1 8 16,1 0 0,-1 0-16,1 0 15,-9-9 1,17 1-16,9-18 15,33-8-15,10-17 16,-1-26 0,-34 35-16</inkml:trace>
  <inkml:trace contextRef="#ctx0" brushRef="#br0" timeOffset="175316.74">17727 13497 0,'9'0'0,"85"-9"0,144-8 0,172-8 16,145 16 0,-137 26-16</inkml:trace>
  <inkml:trace contextRef="#ctx0" brushRef="#br0" timeOffset="184912.69">7169 13131 0,'0'0'0,"0"0"0,0 0 16,-8 0-1,-1 17-15,-16 0 16,-9 17 0,-18 25-16,-7 1 15,7-9 1,10-8-1,-27 16-15,1 1 16,34 16 0,0 26-16,0-8 15,0-18-15,8-25 16,9-25 0,0-1-16,8 1 15,9 8 1,0 25-16,9 35 15,8 0-15,0-18 16,9-8 0,16-25-1,35-1 1,43 1-16,-18-9 16,9-17-16,34-9 15,0-8 1,-25-8-1,-18-9-15,18-9 16,-1-8 0,-8-25-16,-26-9 0,-16-9 15,-27 9 1,-8-9 0,-8-8-1,-26-25-15,-17-9 16,-26 25-16,-8 9 15,-26 0 1,-8 9 0,-9 16-16,-8 18 15,-26 16 1,-26 18-16,-8 25 16,17 17-1,0 17-15,-1 25 16,36 35-1,-1 33-15,-69 103 16</inkml:trace>
  <inkml:trace contextRef="#ctx0" brushRef="#br0" timeOffset="186312.54">17975 13531 0,'0'0'0,"-9"-9"0,-8 1 15,-9-1-15,-8-8 16,0 0-1,-9 0 1,-8-8-16,-9-1 16,1 1-16,8 8 15,8 0 1,-17 8-16,-17 0 16,-8 9-1,0 9-15,-1 0 16,26-9-1,1 17 1,-10 0-16,-24 8 16,7 1-1,-8 16-15,-8 9 16,25 9 0,26-9-16,0 17 15,-1 0-15,10 0 16,-1 0-16,9 0 15,0 8 1,17 9-16,8 0 16,9 1-1,17-1 1,9-9 0,8 9-16,-8-8 15,8-1-15,34 18 16,17-9-1,43-26 1,0-8-16,26-25 0,59-18 31,-33-16-15,-44-9-16,26-17 16,-16-9-16,-35-16 15,8-9 1,0 0-16,-16-9 15,-9-16 1,-9-9-16,-25 0 16,-17-9-1,-18 0-15,-8 1 16,-34-1 0,-17 18-16,-43-9 15,-42 8 1,-43 18-16,-60 25 15,-51 51 1,-52 51-16,-84 42 16,16 1-1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9T20:53:12.2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9508 2509 0,'-9'0'0,"1"17"0,-26 25 0,-222 222 16,153-136-16,26-18 0,9-16 0,25-18 15,9 1 1,9 8-16,16 0 16,26-17-1,0-17 1,0-9-16,26-8 15,42-8 1,35-9 0,25-26-16,51 1 15,-8-1 1,17 18-16,42 8 16,9 25-1,9 10-15,17-1 0,-18 17 16,-8 17-1,0 8 1,-76-25-16,-44-8 16,-16-9-1,-35-26-15,-17 1 16,-8-18-16,-9-25 31,9-8-31,-17-26 16,-9-26-1,-9-33-15,1-26 16,-26-26-16,0-25 16,0-119-1</inkml:trace>
  <inkml:trace contextRef="#ctx0" brushRef="#br0" timeOffset="11069.4">21798 5256 0,'0'0'0,"0"0"16,0 0-16,0 0 15,0 17-15,0 8 16,0 9-1,0 9 1,0 8-16,0 8 16,0 9-1,0 9-15,0-9 16,0-8-16,17-1 16,52 1-1,67-9-15,18-26 16,68-16-1,0-9 1,8-17-16,26 0 0,26-9 16,-9 1-1,34-9 1,-17 0 0,-42 8-16,8 1 15,-68 8-15,25 17 16,-59 0-1,-69 8-15,-42 1 16,-18-1-16,-8-8 31,-8 0-31,-1 0 16,1 0-16,-1 0 16,-8-8-16,9-9 15,0 0 1</inkml:trace>
  <inkml:trace contextRef="#ctx0" brushRef="#br0" timeOffset="11801">25519 5001 0,'0'0'0,"0"0"0,0 0 16,0 0-1,0 8-15,9 1 16,0-1-16,-9-8 16,59-8-1,61-1-15,-18 1 31,-34-1-31,-16 1 0,-27-1 16,-16 1 0,-18-26-1,-33-9-15,-44-8 16,1 26 0,42 33-16,-42 26 15,-26 26-15,34 50 16,34 35-1,52-35 1,34-50-16,-9-18 16,17-8-1,111-8-15,26-9 16,-128-9 0</inkml:trace>
  <inkml:trace contextRef="#ctx0" brushRef="#br0" timeOffset="12295.06">27337 4626 0,'-8'9'0,"-9"33"0,-17 43 16,8 43-16,9 25 31,-9 0-31,9-42 16,0-26-16,17-17 15,0-17 1,0-26-16,0 1 16,0-18-1,0-16-15,9-18 16,-1-42 0,-25-34-16,-17-8 15,-26 25 1,-51 34-16,0 51 15,18 59 1,-27 43-16,35 9 16,68 33-1,42-8 1,206 18-16,136 16 16</inkml:trace>
  <inkml:trace contextRef="#ctx0" brushRef="#br0" timeOffset="15738.33">7647 7101 0,'0'0'0,"17"0"0,60 0 16,77 0-16,25 9 16,34-1-1,18 9-15,93 0 16,60-8-1,-17-1-15,77-16 16,68-26-16,-102 8 16</inkml:trace>
  <inkml:trace contextRef="#ctx0" brushRef="#br0" timeOffset="16600.16">16532 7059 0,'0'0'0,"0"0"0,0 0 15,0 0 1,0 0-16,9-9 16,68-16-1,93-1-15,112-8 16,85 0 0,68 26-16,60 25 15,17 42-15,-111 9 31</inkml:trace>
  <inkml:trace contextRef="#ctx0" brushRef="#br0" timeOffset="21173.03">23420 6021 0,'0'0'0,"0"0"0,0 0 15,0 0 1,0 0-16,8 0 16,1 0-1</inkml:trace>
  <inkml:trace contextRef="#ctx0" brushRef="#br0" timeOffset="21904.48">23949 6038 0,'0'0'0,"-8"0"0,-1 0 16,-8-8-16,-9-1 16,-16-16-1,-18-1-15,-17 1 16,-8-9-1,-1 0 1,-8 17-16,-16 17 16,-18 0-1,-1 8-15,1 18 16,-17 8 0,9 17-16,-9 17 15,25-9-15,26 9 16,9 0-1,17 0-15,8 17 16,34 0 0,18 17-1,42 9-15,34 17 16,52-9 0,68-9-16,25-16 15,43-18 1,0-8-16,17-34 15,9-17 1,-9-25 0,-26-18-16,-8-25 15,-8 0-15,-43-8 16,-43-18-16,-34 1 16,-43-1-1,-17 9-15,-34-25 16,-34-18-1,-60-17 1,-76-8-16,-103 9 16,-111-9-1,-69 42-15,-76 60 16,103 26 0</inkml:trace>
  <inkml:trace contextRef="#ctx0" brushRef="#br0" timeOffset="31736.17">18068 10716 0,'9'0'0,"68"0"0,94-9 0,136-8 16,9-8-1,-18-9-15,35 8 16,-26 26 0,35-8-16,-69 8 15,-77 8-15,1 1 16,-69-1-16,-69 1 31,-25-9-31,-16 0 16</inkml:trace>
  <inkml:trace contextRef="#ctx0" brushRef="#br0" timeOffset="32030.07">20424 10061 0,'0'0'0,"0"-9"16,43 1-16,25-9 16,52 0-1,50 8-15,-16 9 16,42 9 0,35 16-16,-61 18 15,-42 8 1,-17 8-16,-42 1 15,-27-1 1,-50 9-16,-86 43 16,-179 85-1,-52 8-15,61-43 16,-52 26 0</inkml:trace>
  <inkml:trace contextRef="#ctx0" brushRef="#br0" timeOffset="42992.45">4575 5630 0,'0'0'0,"0"17"0,17 42 16,25 44 0,10 7-16,-1 9 15,0 26-15,26 25 16,17-9 0,-9-16-16,9-9 15,-17-42 1,-9-35-1,-8-25-15,-17-17 0,-18-8 16,-8-1 0</inkml:trace>
  <inkml:trace contextRef="#ctx0" brushRef="#br0" timeOffset="43281.06">4797 6999 0,'0'0'0,"8"9"0,43 16 16,26 9-16,9-8 16,-10-1-1,-7 1 1,-18-18-16,-17 1 15,0-26-15,26-34 16,25-77 0,1-50-16,-18-86 15,-8-51 1,8-25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9T20:56:32.8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4105 10231 0,'0'0'0,"0"0"0,0 0 16,0 0-16,-8-9 15,-1-8 1,-25-17-1,0-8-15,17 8 16,-9 8 0,-8-16-16,-17 8 15,-26 0 1,-51 8-16,9 18 16,50 8-1,-25 8-15,-8 9 16,25 9-16,26-1 15,8 9 1,9-8 0,17-1-16,17 9 15,9 0 1,25 9-16,34 8 16,-17-17-16,-8 0 15,25 0 1,9 8-1,-26 1-15,-17 8 16,-34 0 0,-34 26-16,-17 16 15,-17-8-15,-1-17 16,18-25 0,17-18-16,17-8 15,0-8 1,8-1-16,9 1 15,9-9 1,8 17-16,17 0 16,-8 0-1,8 17 1,34 42-16,18 1 16,-10-9-16,-24 0 15,-18-9-15,-17-7 16,-26 7-1,-50 18 1,-1-9-16,26-17 16,17-17-1,25-9 1,129-8-16,196-17 16</inkml:trace>
  <inkml:trace contextRef="#ctx0" brushRef="#br0" timeOffset="11523.59">6085 12323 0,'0'0'0,"0"0"0,0 0 15,9 0 1,42-9-16,86-8 0,50-8 31,104-18-31,93-25 16,77-8 0,-52 16-16</inkml:trace>
  <inkml:trace contextRef="#ctx0" brushRef="#br0" timeOffset="17392.39">1716 13267 0,'0'0'0,"0"-9"0,51-8 16,43-25 0,34-9-16,8 8 15,35 1 1,42-9-16,18 17 15,25-17 1,-60 0-16,-34-9 16,9-8-1,-52 17-15,-33 0 16,-44 17 0,-24 9-16,-10 8 15</inkml:trace>
  <inkml:trace contextRef="#ctx0" brushRef="#br0" timeOffset="17673.07">2825 12621 0,'0'0'0,"0"0"16,17 8 0,34 26-16,18 9 15,16-9 1,0-9-16,-16 1 15,-27-18-15,-8 1 16,18-1 0,7 1-1,1-9-15,-17 0 16,-18 0 0,1 0-16,-17 0 15,-1 17-15,-42 34 16,8-9-1</inkml:trace>
  <inkml:trace contextRef="#ctx0" brushRef="#br0" timeOffset="30408.83">3346 13803 0,'0'0'0,"0"-9"15,-9 1-15,1-9 16,-1 0-1,1 0-15,-10 0 16,1 8 0,0 9-16,-8 9 15,-1 16 1,1 26 0,-1 17-16,0 34 15,-25 68 1,8 1-16,9-69 15,9-26 1,8 1-16,17-18 16,0 1-16,8-18 15,9 1-15,0-18 32,0 1-32,26-9 15,17 0 1,0-9-16,-9-8 15,34 0 1,26-8-16,9 8 16,-10 0-1,-33-9-15,34 9 16,51-8-16,-16-9 16,-18 8-1,25 1 1,35-9-16,-26 0 15,9-9 1,34 1-16,-43-1 16,0 1-1,51-9-15,-25-9 16,-9 1-16,35-9 16,-44 17-1,1-9 1,42 9-16,-33 17 15,-18-8 1,34 8-16,-17 0 16,1 8-16,16 9 15,-34 9 1,-8 8-16,-1 8 16,-16 1-1,-43-1-15,-17 9 16,8 0-1,-17 0 1,-17-8-16,-8-1 16,-17-8-1,-1-8-15,-16-1 16,-1-16 0,10-9-16,-1-17 15,0-43 1,0 26-16</inkml:trace>
  <inkml:trace contextRef="#ctx0" brushRef="#br0" timeOffset="44557.98">7306 15240 0,'0'0'0,"0"0"0,0 0 16,26 9 0,50-9-1,104 8-15,101-8 16,61 9-1,42-9-15,0 0 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9T21:01:09.5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25110 1675 0,'0'0'0,"-9"-8"0,9-18 0,0 9 16,0 0-1,0 0-15,0 0 16,0 9 0,0 8-16,0 0 15,-17 17 1,-25 42-16,-10 26 16,10 17-1,8 18 1,-1 16-16,18-9 15,9-16-15,-18-18 16,-8 18 0,0-1-16,0-25 15,8-34 1,1-25-16,-1-18 16,-8-8-1,-9-17-15,-8-25 16,-9-26-16,9-17 15,8 25 1,9 9 0,17 9-16,0 8 15,8 17 1,1 0-16,8 17 16,0 0-16,-9 8 15,1 43 1,8 77-16,25 16 15,27 10 1,7-1-16,-16-34 31,8-51-31,26-17 16,26-17-16,33-43 16,1-25-1,-9-42-15,-17-9 16,-26 17-16,-25 0 15,-18 17 1,-25 42 0</inkml:trace>
  <inkml:trace contextRef="#ctx0" brushRef="#br0" timeOffset="8632.62">12000 13080 0,'0'0'0,"-8"0"0,-1 17 15,-8 0 1,0-9-16,0 9 16,-9 0-16,-16 0 15,-52 0-15,-68 0 16,-43 0-1,-26 0 1,18 0-16,42 0 16,43 0-1,43 0 1,42-8-16,18-1 0,7-8 31,18 0-31,43-8 16,68-26-1,9-26-15,-35-8 16,-42 34-16</inkml:trace>
  <inkml:trace contextRef="#ctx0" brushRef="#br0" timeOffset="8854.34">11420 12859 0,'0'0'0,"0"0"0,-9 0 16,-8 0-1,-43 17 1,-59 42-16,-26 26 15,8 9-15,1 16 16,16 10 0,26-27-1,43-25-15,26-25 16,16-1 0,18 1-16,33-1 15,35 9 1,25-8-1,-50-18-15</inkml:trace>
  <inkml:trace contextRef="#ctx0" brushRef="#br0" timeOffset="32051.63">1229 14466 0,'0'0'0,"0"0"0,17 0 0,-17 0 16,9 0 0,-9 0-16,0 0 15,0 0 1,0 0-16,0 0 16,0 9-16,-9 8 15,9 17 1,-17 0-1,8 8-15,9 1 16,9 16 0,8 9-16,26-8 15,-18-9 1,27 0-16,-1-9 16,17 1-16,17-1 15,18-16 1,16-9-16,18 8 15,17-16 1,16-9 0,27-9-16,16-8 15,0-17 1,18-8-16,33-1 16,9-8-1,26 17-15,-17 0 16,17 17-16,-1 26 15,-8 8 1,-8 8-16,-17 18 16,8-1-1,-51-8 1,-17-17-16,-18 0 16,-25 0-1,-25-8 1,-26-1-16,-26-16 15,-8-1-15,-9-8 16,1-17 0,16-34-16,0-8 15,-8-1-15,0 1 16,-43 33 0</inkml:trace>
  <inkml:trace contextRef="#ctx0" brushRef="#br0" timeOffset="52271.48">990 15427 0,'0'0'0,"0"0"0,0 0 16,-8 9-1,-1 25-15,0 8 0,-16 9 16,16 17 0,-16 0-1,8 0 1,17 0-16,17-17 16,17-8-1,34-9-15,-17-34 16,60-26-1,51-25-15,1-8 16,7-1 0,10 18-1,-10 8-15,18 17 16,34 0-16,8 0 16,26 8-1,9-8 1,25 9-16,0 8 15,-25 8 1,8 9-16,-25 0 16,-1 17-16,1 9 15,-9-1 1,8 9-16,9 0 16,-8-8-1,-1-18-15,-25 1 16,-9-1-1,-16-16-15,-27 8 16,-24 8 0,7-8-16,-16 9 15,-18-9 1,1 8 0,-35 1-16,-17-18 15,-25 1-15,-17-9 16,-9 0-1,-9 0-15,-8-9 16,0-8 0,17-34-1,0 17-15</inkml:trace>
  <inkml:trace contextRef="#ctx0" brushRef="#br0" timeOffset="92617.89">5778 16482 0,'0'0'0,"-8"0"0,-1 8 15,1 9-15,-18 9 16,0 16-16,-8 1 15,0 8 1,0 25 0,17 9-16,0-8 15,17-18-15,0-16 16,8-9 0,18 8-16,8-16 15,9-1-15,34-16 31,8-9-31,-17-9 16,-17 9 0,18 0-16,16 9 15,17-9 1,9 9-16,-17-1 16,-17 1-16,34 8 15,43-9 1,-1-16-1,-16 8-15,42-9 16,0-8 0,-17 0-16,9 8 15,8-8-15,-33 0 16,-1 9 0,17-1-16,-17-8 15,-34 9-15,0-1 16,0 1-1,-17-9-15,-26 8 32,-17 9-32,-8-8 15,-18 8 1,1 0-16,-9-9 16,-8 1-1,8-9-15,0-17 16,0-26-1,0 35-15</inkml:trace>
  <inkml:trace contextRef="#ctx0" brushRef="#br0" timeOffset="108610.32">18768 10954 0,'0'-9'0,"0"1"0,17-9 15,0 8-15,1-8 16,16-8-1,0-1-15,9-8 0,-9 9 32,17-1-32,51 1 15,78 16 1,-52 9-16,-69 17 16,10 9-16,7 8 15,-24 0-15,-18-9 16,-9-16-1,-16-1 1</inkml:trace>
  <inkml:trace contextRef="#ctx0" brushRef="#br0" timeOffset="108950.13">20083 10571 0,'-9'-8'0,"1"-1"16,-9 1-1,0 8-15,-1 0 16,10 0 0,8 0-16,0 0 0,8 25 31,18 18-31,25 8 16,60 25-16,51 1 15,-34-9 1,-34-9-16,0 1 15,-26-18 1,-33-16 0,-18-18-16,-17 9 15,-77 43 1,-102 25-16,-18 0 16,-76 51-1</inkml:trace>
  <inkml:trace contextRef="#ctx0" brushRef="#br0" timeOffset="113758.34">21747 2509 0,'0'0'0,"0"0"16,0 0-16,0 0 16,0 0-16,-8 0 15,-10 0 1,-16 17-16,-34 0 15,-9 8 1,-17 18 0,-25 8-16,16 17 15,-8 8 1,1 10-16,-1 7 16,0 1-1,8 16-15,1 18 16,-9 42-16,0 17 15,0 0 1,8 0 0,1 34-16,0 34 15,25 9 1,9 17-16,-1 25 16,-8 34-1,26 0-15,9-8 16,-1 34-16,-8 16 15,-9-8 1,-8-8-16,16-9 16,18-68-1,26 1 1,8 24-16,0 9 16,0 52-1,0-10-15,0-16 16,8 17-1,18-9-15,8-8 16,9 25-16,-9-9 16,0-16-1,17 42 1,-8-8-16,-9-43 16,9 43-1,-1-17-15,10-43 16,7 77-16,-7 16 31,-18-84-31,17 8 0,17 0 31,9-76-31,8-43 16,26-8-16,34-26 16,-17-68-16,35-17 15,33 25 1,-17-8-1,9 1 1,0-35-16,-9-26 0,51 26 16,1-17-1,-18-17 1,43-8 0,17-9-16,9 0 15,17-17-15,25-9 16,-8-25-16,34-34 15,17-17 1,8 0-16,223-25 31,-112-1-31,-213-8 16,103-51 0,-52 42-16,-34 9 15,43-68-15,-34-17 16,-26 17-1,-8-68 1,-35 25-16,9-8 16,-26-8-1,-16-35-15,-1-42 0,0-17 32,-8-86-32,0-7 15,-17 7 1,-1-50-16,-16 17 15,-26-51 1,-17-9-16,-26 60 16,-16-34-16,-18-18 15,-9-8 1,1-16-16,8-18 16,-17 9-1,-25-1 1,-9 18-16,-9 25 15,-8 35-15,-34 7 16,-26 35 0,-34-9-1,-42-16-15,-1 59 16,-17 16-16,-25-16 16,-26 42-1,-51 9-15,-85 34 16,8 34-1,-60 17-15,-76 25 16,-1 43 0,-16 34-16,-44 34 15,-16 43 1,-26 42 0,-17 34-16,-68 34 15,-35 42 1,61 60-16,-1 17 15,-85 17-15,324-76 16</inkml:trace>
  <inkml:trace contextRef="#ctx0" brushRef="#br0" timeOffset="146658.59">15150 16422 0,'0'0'0,"0"0"0,0 0 0,0 0 16,0 0 0,0-8-16,0-1 15,8 1-15,1-1 16,-1 9-1,-8 0 1,0 0-16,-8 0 16,-1-8-1,-25-1-15,-43 1 0,-17 8 16,17-9-16,-34 9 31,-25 9-15,-1-1-16,35 1 15,51 8 1,8 0-16,-17 0 16,1 0-1,16-9-15,17 1 16,9-9 0,17-9-16,9-8 15,8-8 1,0-18-16,0 9 15,-9 0 1,1 17-16,-9 0 16,-17 0-1,-26 0-15,-34 17 16,-34 9 0,26 16-16,34 9 15,0 0 1,8 0-16,9 0 15,25 0 1,9 0-16,35 9 16,84 25-1,52 0-15,119 17 16</inkml:trace>
  <inkml:trace contextRef="#ctx0" brushRef="#br0" timeOffset="153483.47">15448 17477 0,'-8'0'0,"-9"-9"0,-9 1 0,-51-9 16,-68 0 0,-17 8-16,-9 9 15,-93 26 1,67 16-16,61 1 15,-43 16 1,33-33-16,78-18 16,26-16-1,33-9-15,26-26 16,43-16 0,8 8-16,-8 8 15,-26 26 1,-8 17-16,-9 0 15,-9 17 1,-16 17 0,-44 34-16,-41 9 15,-10-1-15,18 9 16,-9-17 0,26-17-1,25-17-15,9-8 16,25 8-16,35 17 15,-1-17 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9T21:04:04.5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23420 2271 0,'0'0'0,"0"0"0,0 0 15</inkml:trace>
  <inkml:trace contextRef="#ctx0" brushRef="#br0" timeOffset="511.11">23872 1718 0,'0'0'0,"0"0"0,0 0 16,-8 8 0,-9 35-1,-43 102-15,-17 8 16,-17-43 0,0 69-16,43-1 15,34-84-15,0-35 16,0 9-1,0-17 1,8-25-16,1-9 16,-1-8-1,1-18-15,8 0 16,0-25-16,8-59 16,1-26-1,-1 34-15,1 42 16,-9 18-1,0 8 1,0 17-16,-9 8 16,-16 52-16,-18 33 15,9-16 1,17-9 0,8 17-16,26-17 15,0-17-15,9-17 16,-17-25-1,25-18 1,51-33-16,52-18 16,-1-25-16,-68 34 15</inkml:trace>
  <inkml:trace contextRef="#ctx0" brushRef="#br0" timeOffset="38753.97">18546 17307 0,'0'0'0,"0"0"16,0 0-16,0 0 16,0 0-1,0 0 1,9 0-16,25-9 0,60 9 31,34-8-31,51-18 16,60-8-1,-34 0-15,-26 9 16,18 8 0,-61-9-16,-33 9 15,-1 0 1,-34 0-1,-34 8-15,-42-25 16,-1 9-16</inkml:trace>
  <inkml:trace contextRef="#ctx0" brushRef="#br0" timeOffset="39029.94">19340 16881 0,'0'0'0,"0"0"0,0 0 15,26 0 1,42 9-16,43 8 16,51 8-1,-8 9-15,-35 0 16,-8 9 0,9 8-16,-26-9 0,-26 1 15,-25-17 1,-18-1-16,-16-8 31,-1 0-15,-59 17-16,-86 85 15,-110 128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9T21:04:46.9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4097 5052 0,'-9'0'0,"-8"8"0,-17 18 0,0 42 15,-9 25-15,-17-16 16,-8-1-16,-9 35 31,1 33-31,16-24 16,17-35-16,9 17 15,25 34 1,27 17 0,16-51-16,25-17 15,27 0 1,-18-17-16,60-17 15,85-8 1,9-52 0,51-34-16,18 1 15,-18-35-15,60-67 16,-43-1 0,43 26-16,0-8 15,-9-52 1,0 0-16,-68 18 15,52-52 1,-44 26-16,-59 34 16,-26-26-1,-34 35-15,-34 25 16,-25-26 0,-44 1-16,-16 16 15,-26 1 1,-60-10-16,-85-7 15,-43 33 1,-93 52-16,-35 50 16,17 35-1,-119 33-15,59 18 16,52 16 0,-103 35-16,43-9 15,52 34 1,-146 77-16,85-52 15</inkml:trace>
  <inkml:trace contextRef="#ctx0" brushRef="#br0" timeOffset="1580.28">24504 5596 0,'0'0'0,"0"-9"0,-9 1 16,1-9-16,-1 8 31,-16 1-31,8-1 16,-1 1-1,1-1-15,0 1 16,-8-1 0,-1 1-16,1 8 15,-18 0 1,-17 0-16,0 0 16,18 0-1,16 8-15,0 1 16,-25 8-1,-26 17-15,-8 8 16,-17 18 0,-9 8-16,42 0 15,18 9 1,0 8-16,8 0 16,1 8-1,16 1-15,18-18 16,16 1-1,9-1-15,0-16 16,17 16 0,60 1-16,60-9 15,-18-42 1,27-35-16,59-33 16,-69-9-1,-8-26-15,0-25 16,-42 0-1,-44-17-15,-50-17 16,-69-26 0,-102 9-16,-145 8 15,-146 43-15,69 43 16,34 33 0</inkml:trace>
  <inkml:trace contextRef="#ctx0" brushRef="#br0" timeOffset="15893.79">20569 4363 0,'0'0'0,"-8"-9"0,8 9 16,0 0-16,0 0 15,0 0-15,0 0 16,0 0 0,17 9-1,0-1-15,0 1 16,0 8-16,-8 0 31,8 0-31,25 0 16,18 17-16,0 0 15,8 0 1,0 17-16,18 8 16,-27-8-1,-7-8-15,7 25 16,18 17-1,-9-8-15,1 8 16,-1 0 0,9-9-16,0 9 15,-9-8 1,9 8-16,17 8 16,-9 9-1,9 1 1,0-1-16,0-9 15,17 1-15,-9-9 16,-8-9 0,0 1-1,0-1-15,-9 9 16,17 0-16,-8-8 16,-8 0-1,8-1-15,-1 1 16,1 8-1,0 0-15,-8-9 16,-10-16 0,1-1-16,0 1 15,-17-1 1,8 9 0,0 9-16,1-1 15,-10 1 1,10-9-16,16 0 15,0 0-15,1-8 16,-1 8-16,-8 0 16,0-9-1,8 9 1,-8-8-16,8-9 16,9-9-16,-9 9 15,-8 0 1,0 9-1,0 16-15,0 10 16,-1-10 0,-7-8-16,-1-8 15,0-1-15,1 1 32,7-1-32,1 18 15,0-1 1,8-8-16,-8 0 15,0-8 1,8-1-16,1 1 16,8 8-16,8 17 15,-8 17-15,0-8 16,-17-18 0,-1-16-1,18 8-15,0 8 16,-9 18-1,1-1-15,-9-16 16,-1-9-16,10 0 16,16 17-16,-8 0 15,0 17 17,-9-17-32,-8-8 0,0-1 31,8 9-31,9 9 15,0 16-15,0-8 16,-17-16-16,8-1 31,18 8-31,-10 18 16,1-1 0,-8-16-16,8-1 15,-1 9 1,27 9-16,-9 0 15,-9-9 1,-8-26-16,0 9 16,17 9-1,0 8-15,-9 8 16,-8-8 0,-17-8-16,17-1 15,8 27-15,-8-1 16,-8-26-1,-1-8-15,0-8 16,18 16 0,8 1-16,-17-1 15,-9-16 1,-8-9 0,8 0-16,18 0 15,7 17 1,1 17-16,-8 0 15,-18-25-15,18-1 16,-1 9 0,-8 9-1,8 8-15,-16-9 16,-9-16 0,-1-9-16,1-8 15,0 8 1,-17 0-16,-9 8 15,-8 1 1,-1-9-16,1-9 16,-9-8-16,0 0 15,17 0 1,18 9-16,8-1 16,-9-8-1,-8 0 1,-1 0-16,-7 1 15,-18-10 1,-34-33-16</inkml:trace>
  <inkml:trace contextRef="#ctx0" brushRef="#br0" timeOffset="34254.04">9918 11923 0,'0'0'16,"0"0"-16,0 0 0,-9 9 0,-17 33 15,-8 26 1,-8 34-16,8-8 16,-1-26-1,10-9-15,-9-7 16,17-18-1,-1-9-15,10-16 16,8-1 0,0-8-16,8-17 15,44-51 1,25-51-16,16 8 16,1 26-1,0 34-15,-8 26 16,-10 25-1,-7 8-15,-18 18 16,-9 16 0,-7 26-16,-10 0 15,-16 17 1,-18-8 0,1 0-16,8-26 15,0-9-15,0-16 16,0-18-1,0-8-15</inkml:trace>
  <inkml:trace contextRef="#ctx0" brushRef="#br0" timeOffset="34712.36">10976 11473 0,'0'0'0,"0"0"16,8 0-1,27 8-15,-1 9 16,8 0 0,-7 0-16,-10 9 15,1 8 1,-18 8-16,-16 9 16,-9 9-1,-26 8-15,17-17 0,9-26 16,9-8 15,16-8-31,61-1 16,93-25-16,77-8 0,0-9 15,85 8 1</inkml:trace>
  <inkml:trace contextRef="#ctx0" brushRef="#br0" timeOffset="42386.45">9286 13046 0,'0'0'0,"0"0"0,0 0 16,0-9-16,34-25 15,26-34 1,17-25 0,-18 25-16,-24 34 15,-18 25 1,-9 18-1,-16 33-15,-9 26 16,-26 26-16,-8 33 16,8-16-1,9-1-15,0-33 16,17-26 0,0-17-1,8-8-15,9-18 16,0-8-16</inkml:trace>
  <inkml:trace contextRef="#ctx0" brushRef="#br0" timeOffset="42593.3">8953 13726 0,'0'0'0,"0"0"0,17 0 15,60-8-15,77-1 16,68 1 0,-1-26-16,78-34 15</inkml:trace>
  <inkml:trace contextRef="#ctx0" brushRef="#br0" timeOffset="52594.67">5497 14628 0,'0'0'0,"0"8"0,0 9 0,0 17 16,17 9-16,0 16 0,0-8 15,-9 0 1,-8 0 0,-8-8-16,8-18 15,0 1 1,0-18 0,8 1-16,9-1 15,17 1 1,9-18-1,17 1-15,17-18 16,8 9-16,9 0 16,0 17-1,17 0 1,17 0-16,17 9 16,-17 8-1,-9 8-15,-8-8 16,0 9-1,-8-18-15,-26 1 16,-26-1 0,-17-8-16,-9 0 15,-16-8-15,0-9 16,8-68 0,-9-60-1,18-152-15</inkml:trace>
  <inkml:trace contextRef="#ctx0" brushRef="#br0" timeOffset="53919.97">9832 14347 0,'0'0'0,"0"0"0,0-8 0,0-18 15,0-17 1,0 9 0,9-8-16,8-1 15,0-16 1,17-1 0,0 1-16,0 8 15,-8 8-15,0 18 16,-18 8-1,1 8-15,-1 9 16,-8 0 0,0 17-1,0 26-15,-8 16 16,-9 35-16,-1 33 16,1 1-1,17-43 1,0-25-16,0-18 15,0 9-15,0 0 16,9-8 0,-1-9-16,-8-17 15</inkml:trace>
  <inkml:trace contextRef="#ctx0" brushRef="#br0" timeOffset="54150.57">9627 14993 0,'0'0'0,"0"0"0,0 0 16,0 0-16,0 0 16,0 0-1,9-8 1,34-18-16,51-8 15,68-8 1,25-18-16,112-25 16</inkml:trace>
  <inkml:trace contextRef="#ctx0" brushRef="#br0" timeOffset="58797.37">5351 16158 0,'0'0'0,"0"0"0,0 0 0,0 0 16,17 0-16,9-8 16,34-9-1,111-34 1,25-17-1,51 8-15,35 18 0,119-1 32,17 1-32</inkml:trace>
  <inkml:trace contextRef="#ctx0" brushRef="#br0" timeOffset="60736.22">12043 15121 0,'0'0'0,"0"0"16,0 0 0,0 0-16,0 0 0,0 0 15,-9-9-15,9 9 31,0 0-15,9-8-16,33-26 16,61-43-1,33-16 1,-16 25-16,8 8 16,-9 18-16,-33 25 15,-18 17 1,-8 8-16,-17 26 15,-18 9-15,-8 42 16,-42 25 0,-27 18-1,1 8-15,0-25 16,17-26 0,17-34-16,8-17 15,9-9-15,0-16 16</inkml:trace>
  <inkml:trace contextRef="#ctx0" brushRef="#br0" timeOffset="60951.83">12043 15784 0,'0'0'0,"17"0"16,77 9-1,128-9-15,111 8 16,85-8 0,-26 0-16</inkml:trace>
  <inkml:trace contextRef="#ctx0" brushRef="#br0" timeOffset="73988.09">9935 16635 0,'0'0'0,"0"0"0,-9 8 16,1 9-16,-9 9 16,-1 16-1,1 9-15,0 17 16,0-8-16,0-18 16,9 1-1,-1-18-15,9 1 16,0-9-1,0-9 1,0 1-16,0-1 16,0 1-1,0-9-15,0 0 16,17 8-16,34-16 16,52-26-1,25-17 1,17-9-16,9-8 15,16 17 1,-8 17-16,-8 0 16,-9 17-1,-8 0-15,-18 17 16,-33 0-16,-10 0 16,-16 0-1,0 9-15,-17-1 16,-18 1-1,-8-9-15,-8 0 16,-1 0 0,1 0-16,-9-9 15,0-8 1,-9-25 0,1-43-16,-18-51 15,-17-137-15</inkml:trace>
  <inkml:trace contextRef="#ctx0" brushRef="#br0" timeOffset="80580.42">27218 3708 0,'0'0'0,"0"0"0,0 0 0,0 0 16,0 0 0,0 0-16,-9 8 0,-16 35 15,-1 25 1,1 9 0,-18 16-1,0 18-15,-16 33 0,-10 26 16,1 9-1,-17 17 1,-9 8 0,25 0-16,18 8 15,9-33-15,-1 34 16,-17-1 0,0 1-16,1 25 15,-1 9 1,0-9-1,0 0-15,9-9 16,17 1 0,8 8-16,9-8 15,0-18 1,17 26-16,17-8 16,18-9-1,24 17 1,27-8-16,-18-17 15,-8 16-15,-9-8 16,-8 0 0,-18 26-16,1 0 15,-9-9 1,-9-26-16,9 1 16,9-9-1,17 17-15,25-8 16,9-1-1,-9 10-15,9-10 16,-9 26 0,0 0-1,-8-8-15,-17 0 16,0-26-16,-9 8 16,0 10-16,0-27 15,0-8 1,9-17-1,-9-8-15,9 0 16,8-26 0,0-17-16,17-9 15,9 1-15,8-9 32,1 0-32,-9-34 0,8-9 31,0-16-31,9-18 15,9-16-15,-10-18 16,-16-16-16,9-26 16,-1-34-1,-8-9 1,-17 1-16,-9-9 16,-17-26-1,0-8-15,-8-8 16,-26-27-1,-17-16-15,0 17 16,-9-51 0,9 0-16,-9-17 15,-8-26-15,17-8 32,0 0-32,0-9 0,8-8 31,-16 0-31,-1-17 15,-17 0 1,-8-34-16,17-1 16,-9-24-16,9-1 0,9 0 31,8-8-15,0-9-16,25 9 15,-8 8 1,-17 9-16,-9 17 0,18 8 15,8 9 1,43-8 0,-1 16-16,-16 17 15,-1 1 1,1 7-16,-17 27 0,-9 16 16,-9 9 15,-8 8-31,-51 9 15,-26 34 1,-9-8-16,-8 16 16,-42 26-1,-9 17-15,17 17 16,-9 34 0,-119-9-16</inkml:trace>
  <inkml:trace contextRef="#ctx0" brushRef="#br0" timeOffset="83151.69">12640 16524 0,'0'0'0,"0"0"16,9 9 0,-1 8-16,1 8 0,-1 9 15,-8 9 1,0-1 0,0 1-1,0-9-15,0 0 16,0-9-16,0-8 15,0 0 1,0-8 0,0-1-16,0 1 15,0-9 1,9 8-16,-9-8 16,17-8-1,0-1-15,26-25 16,8-8-16,0-1 15,17 1 1,26 8 0,-25 17-16,-18 8 15,-9 9 1,10 17-16,-1 26 16,-8 16-1,-1 18-15,-16 16 16,-9-8-1,0-17-15,0-16 16,-8-35 0</inkml:trace>
  <inkml:trace contextRef="#ctx0" brushRef="#br0" timeOffset="88264.98">21286 10010 0,'0'0'0,"-17"0"0,-43 17 0,-51 8 16,-8 1-1,8-9-15,-9 17 16,-8 8-1,-8 9 1,8 9-16,34 8 0,9 17 16,8 9-1,26-18 1,25-8-16,17-8 16,18-1-1,25 9 1,43 17-16,34 17 0,43-8 15,25-26 1,26-9 0,-18-25-1,18 0-15,34 0 16,-17-8 0,9 8-16,-1 0 15,35 9-15,16-18 16,18 1-16,8-9 31,-8-9-31,-9-8 16,-25 0-1,-26 0-15,-9 9 0,-17-1 16,26-8 0,9 0-16,8 0 15,9-8 1,8-9-1,17 8-15,9-8 16,-9-8 0,-9 8-1,10 0-15,-1 0 16,9 17 0,-26-9-16,17 1 15,17-1 1,0-17-16,1 1 15,7 8 1,-16 0-16,-17 8 16,-18 1-1,-8-1-15,1 1 16,-27-9 0,-8-9-16,-17 1 15,-18-9-15,1-9 16,-17-8-1,-26 0-15,-17-8 16,-26-9 0,-8-9-1,-17-8-15,-17 17 16,-9 9 0,-8-18-16,-9-8 15,-26-9 1,-16 1-16,-35 16 15,-25 1-15,-43-1 16,-60 1 0,-34 8-1,-42 8-15,-1 9 16,-8-8 0,-17 8-16,-17 25 15,0 9 1,-17 0-1,-1 17-15,-16 9 16,-69 16-16,52 18 16,-43 16-1,-34 1-15,34-9 16,8-9 0,-42 1-16,-43 8 15,17-17 1,43 0-16,-43 0 15,-68-9 1,-8-16 0,-18-18-16,-8 1 15,-1 8-15,1-9 16,0-8 0,25 17-16,1 17 15,-18 17 1,128 17-16</inkml:trace>
  <inkml:trace contextRef="#ctx0" brushRef="#br0" timeOffset="89498.2">11898 17171 0,'0'0'0,"0"0"16,-9 0-16,1 17 15,-9 0 1,8-9-16,1 1 15,-1-1 1,0 1 0,1-1-16,-9 1 15,0-1 1,-9 1-16,1-1 16,-1 1-1,9-9-15,0 0 16,0 0-1,17 0-15,0 0 16,0 0 0,0-9-16,17-8 15,17-8 1,9-9-16,-1 8 16,1-8-1,0 17-15,-1 0 16,1 17-1,-17 0-15,-1 8 16,1 1 0,-9-1-16,-9 1 15,1 0 1,-1-9-16,-8 0 16,0 0-1</inkml:trace>
  <inkml:trace contextRef="#ctx0" brushRef="#br0" timeOffset="90453.16">11847 17026 0,'0'0'0,"0"0"0,0 0 15,0 0 1,-9 0-16,0 17 16,-16 8-1,-1 9-15,1 18 16,-10-1 0,10 17-16,-1 8 15,9 1 1,0-18-16,9-8 15,-1-25 1,9-1-16,0-16 16,0-1-1,0 1-15,0-1 16,0-8 0,0 0-16,0-8 15,17-1-15,0-16 16,17-9-1,0-9-15,1 1 16,7-1 0,27-16-16,16 8 15,0 8 1,-16 9 0,-1 0-16,-8 17 15,-18 17 1,1 0-16,-9 26 15,9 25 1,-1 34-16,-7 17 16,-10-9-1,-8-8-15,0-17 16,0-34 0,-8-17-16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9T21:06:29.3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23966 5494 0,'0'0'0,"0"0"0,0 0 0,0 0 15,0 0-15,0 0 16,0 0 0,0 0-16,-8 0 15,-1 8 1,-17 9-16,-25 9 16,-9-1-1,-16 9-15,-10 9 16,27-1-1,-1 1-15,0 34 16,9 8 0,0 17-16,8 17 15,17 0 1,18-26-16,8-16 16,17-18-1,9-8-15,25-8 16,68 8-1,26-17-15,9-34 16,42-26 0,9-8-16,-34-17 15,-18-25 1,-16-26-16,-35 8 16,-42 1-1,-43-26-15,-59-34 16,-95-9-16,-119-8 15,-94 25 1,-26 77 0,-33 68-16,16 34 15,94 17 1,-33 0-16</inkml:trace>
  <inkml:trace contextRef="#ctx0" brushRef="#br0" timeOffset="6090.03">22916 16269 0,'-8'17'0,"-1"51"0,1 17 15,8-25-15,0-35 16,0 1 0,0-9-1,0-9-15,0 9 16,0 0-1,-9 9-15,9-18 16</inkml:trace>
  <inkml:trace contextRef="#ctx0" brushRef="#br0" timeOffset="6917.1">22234 16992 0,'0'0'0,"0"0"0,0 0 0,8-9 16,9 1 0,0-1-1,9-8-15,-9 0 16,0 9-1,-9-9-15,1 0 16,8-9 0,0 1-16,17-26 15,18-34 1,-1-26-16,-9-8 16,1 17-1,0 9 1,-9 7-16,-9 18 15,-16 9-15,0 8 16,-9 17 0,-9 0-16,0 17 15,1 0 1,-18 0-16,-8 17 16,-34 0-16,0 8 31,42 1-31</inkml:trace>
  <inkml:trace contextRef="#ctx0" brushRef="#br0" timeOffset="7291.38">22054 16210 0,'0'0'0,"0"0"0,0 0 16,0 0 0,0 0-16,0 0 15,0 0 1,0 0-1,9-9 1,25-25-16,17-17 16,-8-9-16,-9 9 15,-8 17 1,-9 17 0,8 0-16,1 0 15,8 17-15,0 0 16,-8 9-1,-1 8-15,10 0 16,-1 25 0,0 9-16,8 17 0,27 35 15,8 16 17,34-9-32,127 94 15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9T21:06:51.9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3636 4677 0,'-9'0'0,"-25"0"0,-17 0 15,17 17-15,8 0 16,-8 17-16,-51 9 0,-35 8 31,-16 9-31,25 8 16,60 0-16,8 34 31,9-9-31,0-16 16,17-9-16,17 0 0,0 0 31,8-9-16,18 18-15,76 17 16,43-18 0,9-16-16,68-9 15,-17-17 1,-9-17-16,60 8 16,-17-8-1,34-8-15,17 8 16,-25 0-16,42-9 15,-34-8 1,60 9-16,-17-1 16,-9-8-1,-8 9 1,-35-9-16,9 0 16,-16-17-16,-44-9 15,-25-8 1,51-8-16,-86 8 15,-16-9 1,-1 1-16,-50 8 16,-35 0-1,-17 0-15,-25-9 16,-52-42 0,-42-17-1,-86-34-15,-77-9 16,-102-25-1,-25 17-15,34 43 16,-112-18-16,-67 17 16,-18 35-1,-8 16 1,-35 26-16,-170 77 16,-68 101-1,-9 69-15,-17 187 0,435-120 16</inkml:trace>
  <inkml:trace contextRef="#ctx0" brushRef="#br0" timeOffset="12696.91">12043 5324 0,'0'0'0,"0"0"15,-43-221-15,35 221 16,-61-26 0,-67 1-16,33 16 15,61 9 1,16 0-16,-8 17 15,17 0-15,-572 247 16,589-264 0,0 17-1,-17 8 1,-68 9-16,-78 26 16,27 50-16,76 18 15,17-17 1,-8-26-16,-26 59 15,1 43-15,24-59 16,27-69 0,16 26-16,26 51 15,34 18 1,-8-44 0,-17-59-16,8-17 15,111 34 1,43 9-1,-77-26-15,136 0 16,-8-17 0,-42-17-16,59-9 15,25-25 1,-8-8-16,26-9 16,-17 0-16,68-9 15,-9 1 1,-76 16-16,76-33 15,-76-35 1,-26-25 0,-26 9-16,-59 24 15,-61-16 1,-33-34-16,-34 9 16,-69-35-16,-59-33 15,-35 16 1,-42-8-16,-77-26 15,-51 18 1,-69 50 0,-93 60-16,-137 68 15,-162 119 1,76 153-16,351-8 16</inkml:trace>
  <inkml:trace contextRef="#ctx0" brushRef="#br0" timeOffset="23126.86">3542 7467 0,'0'0'0,"0"0"0,-9 17 15,9 17 1,-8 0-16,-1-9 31,9 9-31,0-8 16,0 0-1,9-1-15,8-8 0,0 0 32,17-8-32,26-1 15,0-8 1,-9-8-16,-17-1 16,26 1-1,25-9-15,0 17 16,26 0-1,-17-9-15,9 1 16,25-9 0,25 0-16,-8 8 15,-34 1 1,17-1-16,18 9 16,-10 9-1,-25-1-15,17 9 16,26 9-1,-9 8-15,-17 0 16,25 0 0,27-9-16,-35 1 15,17-9 1,51-9-16,-59-8 16,-26 0-1,34-8-15,-17 8 16,-34 0-1,-43 0-15,18 0 16,-1-9 0,-25 9-16,-17-8 15,-1-1 1,1-8-16,-9 9 16,-8-18-16,8-8 15,0-25 1,0-18-16,-17 34 15</inkml:trace>
  <inkml:trace contextRef="#ctx0" brushRef="#br0" timeOffset="45906.87">6640 9959 0,'0'0'0,"0"0"0,0 0 16,0 0-16,0 0 15,0 0 1,0 0-16,-8-9 15,-26 1-15,-35-1 32,-33 1-32,-9-9 15,34 17 1,17-9-16,1 1 16,-10-1-1,1 9-15,17 0 16,0 0-16,8 0 15,0 9 1,-8 16 0,0 18-16,8 16 15,9 26-15,0 0 16,17 0 0,17 9-16,25-1 15,10-7 1,16-10-16,34 1 15,9-9 1,17-9-16,25-8 16,27-8-1,-1-9 1,17-26-16,26 1 16,-17-1-16,16-16 15,1-9 1,0 8-1,17 9-15,-26-8 16,1-18-16,33 9 16,-8-17-1,-9 0 1,-25 0-16,0 0 16,17 0-1,-35 0-15,-16-8 16,-9-1-16,-17 1 15,-17-9 1,-34 8-16,-9-25 16,-17 0-1,-25 17 1,-17-9-16,-18 1 16,-25-9-1,-43-9 1,-34-16-16,-42-1 15,-35 18-15,-17 8 16,-34 25 0,-26 26-16,-8 0 15,-25 0 1,-18 9-16,-9 8 16,-7 0-16,-1 8 15,-43 1-15,9 25 16,-25 34-1,-18 34 1,43-17-16,0 0 16</inkml:trace>
  <inkml:trace contextRef="#ctx0" brushRef="#br0" timeOffset="72715.24">10711 10069 0,'0'0'0,"9"0"0,16 0 15,18 9-15,0-1 16,42-16-16,43-18 16,17-8-1,-34 0 1,-51 0-16,8 9 16,18 8-1,-35 8-15,-8 9 16,-18 9-1,-8 25-15,-25 42 16,-35 52 0,-25 33-16,-35 1 15,-8-26 1,26-42-16,8-26 16,34-34-1,9-9-15,17-16 16,0-18-1,17-59-15,26-93 16,34-35 0,-9-8-16,0 17 15,-8 34 1,-18 42-16,-8 26 16,-8 34-1,-9 17-15,0 26 16,-9 8-1,-8 25-15,0 52 16,9 50 0,33 43-16,18 0 15,8-8 1,0-1-16,-25-41 16,-17-27-1,-1-42-15,-8-8 16,-8-18-1,-1-16 1,-17-26-16,-33-60 16,-44-93-16,-16-43 15,-18 9 1,-51-76-16</inkml:trace>
  <inkml:trace contextRef="#ctx0" brushRef="#br0" timeOffset="74220.78">10421 17290 0,'0'0'0,"0"0"0,0 0 16</inkml:trace>
  <inkml:trace contextRef="#ctx0" brushRef="#br0" timeOffset="77506.67">9952 16720 0,'0'0'0,"0"0"0,0 0 16,0 0-16,17-9 16,17 1-1,34-9-15,35-9 0,-1 9 32,35 0-32,16 9 15,-8 8 1,-42 17-1,-18 0-15,0 8 16,-33-8 0,-18 9-16,-9 16 15,-33 35 1,-43 33-16,-26 1 16,-26-17-16,-16-18 15,8-16 1,34-26-1,26-17-15,8-9 16,9-16 0,0-1-16,0-8 15,0-34-15,0-51 0,8-17 16,17 17 15,9 8-31,18-16 16,16 8-1,-9 17-15,9 34 16,-8 17-16,0 17 16,-1 17-1,9 17-15,1 34 16,7 59 0,1 52-16,-18 16 15,-7-33 1,7-9-16,9-17 15,9-25 1,0-35-16,-18-25 16,1-17-1,-18-8-15,-16-18 16,-43-16 0,-94-43-16,-69-17 15,-16 0 1,-1 0-1,-50-52-15,-61-33 16</inkml:trace>
  <inkml:trace contextRef="#ctx0" brushRef="#br0" timeOffset="88115.1">10720 13352 0,'0'0'0,"0"0"0,0 0 0,0 0 16,0 0-1,17 0-15,17 0 16,0 17 0,9 9-1,51 16-15,17 18 16,8-1-16,-8 1 15,-43-18-15,1 9 16,16 17 0,-25-17-1,-17-8-15,-9-1 16,-9 1 0,-8 8-16,-17 17 15,-25 17-15,-18 17 31,-17 0-31,9-17 16,17-34 0,17-25-16,17-1 15,0-16 1,0-1-16,17 1 16,26-1-16,8-8 15,-8 0-15,-18 0 16,-8 0-1,-8 0-15,-1 0 16,-8 0 0,0 0-16,0 0 15,0 0 1,0 0 0,0 0-16,9 17 15,16 26 1,35 42-1,17 17-15,-9-9 0,-34-25 32,-17 0-32,-34 68 15,-59 52 1,-52-18-16,-26-17 16,-59-9-16,-112 26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9T21:09:57.7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2228 2696 0,'0'0'0,"0"0"0,0 0 15,0 0 1,0 0-16,0 8 16,-9 9-16,1 0 15,-1 17 1,-8 17-16,-17 43 16,-17 34 15,-1 16-31,18-25 0,0 0 15,17-8 1,0-18 0,17-8-16,0-8 15,9-17 1,8-1-16,0 1 16,17-9-1,0-9-15,0 1 0,9-18 31,8 1-31,17-9 16,43-9 0,26-25-16,25 0 15,43-8 1,25-9-16,60 0 16,43 8-16,0 1 15,43-9 1,42 17-16,-68 17 31,51 8-31,-8 9 16,-112 0-16,52 26 15,-17-1 1,-26 1 0,-8-9-16,-18-17 15,-8-26-15,9-16 0,-9-9 31,-17 0-15,-9 0-16,-42 8 16,-26 9-1,-34 0-15,-34 0 16,-17 0 0,-34 0-16,-18 0 15,1-8-15,-9-1 16,-8-16-1,-9-1 1,-9-8-16,-17-9 16,18 35-1</inkml:trace>
  <inkml:trace contextRef="#ctx0" brushRef="#br0" timeOffset="10867.53">6009 5962 0,'0'0'16,"0"0"-16,0 0 0,0 17 16,-9 17-1,1 8-15,-18 43 16,-8 9-16,0-9 16,17-26-1,0-25 1,17-8-16,8-9 15,18-9 1,50-25-16,52-42 16,43-26-1,0 8 1,0 18-16,16 33 16,-16 9-16,17 26 15,25 8 1,1 17-16,25 8 15,-35 1 1,-7-1-16,33 1 16,-8-18-1,-9-16-15,-25-18 16,-51-8-16,-18 9 16,-33-9-1,-27-9 1,-7-8-16,-10-17 0,1-8 31,-18-18-31,1-33 16,-17 42-1</inkml:trace>
  <inkml:trace contextRef="#ctx0" brushRef="#br0" timeOffset="16723.95">11753 7152 0,'0'0'0,"0"0"0,0 0 16,0 0-16,0 0 15,0 0 1,0 17-16,-9 34 16,-25 51-16,-26 26 15,-17-1 1,-8 1-16,8 0 16,35-35-1,16-33 1,17-18-16,18-8 15,42 9 1,43-18-16,68-16 16,52-18-16,16-42 15,-8-8 1,8-26-16,18 0 16,-18 17-1,-16 17-15,-52 25 16,-43 26-1,-25 0 1,-25 9-16,-18-1 16,-26 1-1,1-1-15,-18 1 16,1-9 0,0 0-16,8-9 15,0-16 1,0-26-16,0-94 15,8-161 1</inkml:trace>
  <inkml:trace contextRef="#ctx0" brushRef="#br0" timeOffset="18737.13">17923 7212 0,'0'0'0,"0"0"0,0 0 16,-8 8-1,-9 18 1,-9 42-1,-16 34-15,7 8 16,10-16 0,8 0-16,17-18 15,17-16 1,25-9-16,52-9 16,43-8-1,59-34-15,18-17 16,-18-17-1,34-8-15,9-1 16,-17 9 0,17 9-16,9 8 15,8 8 1,-9 9-16,1 9 16,-9 16-1,8 9-15,1 17 16,-1 0-1,18 0-15,8 0 16,-8 9 0,-44-1-16,-16-8 15,-43-25 1,-59-9-16,-35-9 16,-25 1-1,-18-9-15,1-9 16,0-8-16,-9-34 15,-9-25 1,-8-18 0,-8-8-16,8 43 15</inkml:trace>
  <inkml:trace contextRef="#ctx0" brushRef="#br0" timeOffset="21195.9">2979 8054 0,'0'0'0,"0"0"0,0 0 16,0 0-16,0 0 15,0 0 1,0 0-16,17 25 16,0 35-1,0 25-15,0 25 16,0 9 0,0-8-16,0-17 15,17-9 1,0-9-16,18-16 15,16-1 1,17-8 0,18-8-16,25-9 15,25-17 1,10-9-16,24-8 16,18 9-16,9 8 15,24-9 1,44-8-1,42-34-15,35-34 16,25-17 0,9 17-16,-9 9 15,0 16-15,17 26 16,26 0 0,-35 9-16,-16 33 15,8 18 1,-85 8-16,-9 17 15,-17-9 1,-85-8-16,-69-17 16,-59-17-1,-26-8 1,-8-26-16,8-26 16,0-101-16,0-77 15,9-77 1,25-68-1</inkml:trace>
  <inkml:trace contextRef="#ctx0" brushRef="#br0" timeOffset="38008.56">19938 12927 0,'0'0'0,"0"0"0,0 0 16,0 0-16,0 0 16,-9 0-1,-8-9-15,-17 1 16,-26-9-16,0 8 15,-51 35 1,-102 42 0,34 34-16,25 68 15,-8 0 1,25 9-16,35-1 16,51-42-1,42 26-15,52 25 16,68-34-1,0-59-15,77-18 16,51-16 0,0-43-16,25-17 15,-67-26 1,-1-8-16,-8-34 16,-77-8-1,-43-18-15,-34 0 16,-34-33-1,-68-60-15,-86-9 16,-85 26 0,-26 17-16,-25 25 15,-25 9 1,-18-25-16</inkml:trace>
  <inkml:trace contextRef="#ctx0" brushRef="#br0" timeOffset="42608.5">22182 11838 0,'0'0'0,"-8"0"0,-9 0 0,-9 17 16,-25 9 0,-17 16-1,-26 9-15,8 17 16,1 0-16,-9 17 16,-8 34-16,-26 18 15,0 33 1,8 8-1,9 1 1,17 8-16,18-17 16,7-8-16,1 16 15,0 18 1,17 42 0,-1 0-16,10 9 15,-1-9 1,9-17-16,17 34 15,17-76-15,8-18 16,1 43 0,-9-59-1,-9-35-15,1 18 16,-1 8 0,9-17-16,9-42 15,8-35-15,0-8 16,17 0-1,9 0-15,-18-8 16,27-9 0,58-9-1,44-8-15,-26-17 16,26-68-16,93-93 16,-50 16-1,-10-34 1,35-33-16,-51 25 15,25-60 1,35-34-16,-69 35 16,0-43-1,26-1-15,-52 1 16,26-68 0,1 68-16,-10-34 0,-25 8 15,-34 60 1,9 0-1,-27 25 1,-16 18-16,-34 24 16,-9 27-16,-26 42 15,-16 25-15,-26 26 16,-18 17 0,-67 34-1,-103 68 1,-69 77-16,1 76 15,-60 102 1,26 26-16,-9 76 16,77-68-16</inkml:trace>
  <inkml:trace contextRef="#ctx0" brushRef="#br0" timeOffset="53827.59">27218 10750 0,'0'0'16,"0"0"-16,-9-9 0,1 1 16,-18-1-16,1 1 15,-9-1 1,-18 1-16,-16 8 16,-26 0-1,-17 0-15,9 17 16,-9 0-1,8 8-15,1 18 16,-9-1 0,26 1-1,16-1-15,-7 9 16,-27 9 0,-8 16-1,-8 18-15,8-9 16,17 0-16,-17 0 15,9 9-15,-1-9 16,1 17 0,-1 25-1,-16 18-15,-18 25 16,1 8 0,8-7-16,-9-1 0,-17 8 31,1 9-31,16 0 15,-8 9-15,-8 8 16,7 0 0,27-17-1,8 0-15,-9 1 16,10-1 0,7 0-16,18-17 15,8-17 1,9 17-16,16-17 15,18-25-15,17 25 16,9 8 0,16-16-1,9 8-15,17 9 16,18-1 0,-1-16-16,9-9 15,-1 8-15,1-16 16,0-26-1,25 17 1,9-8-16,9-1 16,16-25-1,0-17-15,18-17 16,8-8-16,0-18 16,17-8-16,18-8 31,16-18-31,9 1 15,-9-26 1,-8-17-16,25-34 16,-51-9-16,-8-8 15,17-8 1,-1-69 0,-24-17-1,7-33-15,18-26 16,-9-26-16,-25 9 15,-9 0 1,-9-26 0,-34-8-16,-8 0 15,9-17 1,-1-26-16,-8 9 16,0-9-1,-18 0-15,-16 18 16,-17 33-16,-18 17 15,-16 18 1,-9 16 0,-18 26-16,-7 25 15,-18 1 1,-42 25-16,-1 34 16,-16 17-16,-69-9 15,-17 43 1,-34 76-16,-85 26 15,-43-17 1</inkml:trace>
  <inkml:trace contextRef="#ctx0" brushRef="#br0" timeOffset="57632.64">29309 11566 0,'0'0'0,"-9"0"0,1 0 15,-9 9-15,-9 8 16,-25 0-16,-26 17 16,-42 25-1,-18 18-15,9 16 31,9 9-31,-9 0 0,8 34 32,26 17-32,26 9 15,8 25 1,35 17-16,16-8 0,26 8 31,26 0-31,8-17 16,26-34-1,25-17-15,35-34 16,34-34 0,33-34-16,27-51 15,8-68-15,-17-34 0,-26-42 32,-25-52-17,-52-33-15,-59-44 0,-69-58 31,-42 42-31,-85-35 16,-27 44 0,-16 50-16,-85 9 15,-78 93 1,-25 26-16</inkml:trace>
  <inkml:trace contextRef="#ctx0" brushRef="#br0" timeOffset="59390.7">28694 15827 0,'0'0'0,"-8"0"0,-1 8 0,-25 9 31,-68 17-31,-52 17 0,-8 17 16,-9 26-1,1 25 1,25 26-16,25-1 16,18 1-1,8 33 1,26-8-16,42-34 15,43 1 1,68 24 0,43-33-16,86-43 0,33-34 15,43-68-15,-16-51 32,-27-43-32,-8 1 15,-77-9 1,-17-86-16,-51-16 15,-77-8-15,-94-52 16,-85 26-16,-119 17 16,-61 42-1,9 43 1</inkml:trace>
  <inkml:trace contextRef="#ctx0" brushRef="#br0" timeOffset="61069.87">30709 13947 0,'0'0'0,"0"0"0,0 9 15,0 25-15,25 68 16,44 68 0,16 0-16,34 17 15,61 34 1,-27-59-16,-42-18 16,34 69-1,0-51-15,-42-60 16,-18-9-1,-42-42-15</inkml:trace>
  <inkml:trace contextRef="#ctx0" brushRef="#br0" timeOffset="61361.89">32057 14211 0,'0'0'0,"0"0"0,-34 8 16,-120 61-16,-170 67 15,-103 34 1,18 17 0,-9 17-16,51-34 15</inkml:trace>
  <inkml:trace contextRef="#ctx0" brushRef="#br0" timeOffset="73547.06">10114 12085 0,'0'0'0,"-9"0"16,-16 25-16,-18 9 15,0 17 1,9 9 0,0-1-16,0-8 0,8 9 31,18-9-16,8-8-15,0-9 16,0-9 0,34 9-16,51-17 15,52-8 1,34-18-16,16-25 16,1 0-1,26 9-15,42 8 16,-9 8-16,18 9 15,8 9 1,8 8-16,1 8 16,0 1-1,25-9 1,-34 8-16,-25 9 16,16 0-1,-50 0-15,-35-8 16,9-9-1,-60-9-15,-34-8 16,8 0-16,-17-8 16,-34-9-16,-8-9 15,-17-16 1,-9-18 0,-17-16-1,-60-35-15,17 43 16</inkml:trace>
  <inkml:trace contextRef="#ctx0" brushRef="#br0" timeOffset="87210.78">6606 13275 0,'0'0'0,"-8"0"0,-1-8 15,0-1-15,1 1 0,-1-1 32,1 9-32,-1 0 15,1 9 1,-1 33-16,1 61 16,8 58-16,0 52 31,8-18-31,1-16 0,-9-26 15,0-51 1,0-42-16,0-18 16,17-16-1,8-1-15,27-16 16,67-35-16,60-25 31,43-34-31,34-17 16,17 8-1,35 18-15,33-1 16,43 1 0,26-9-16,0 25 15,50 1 1,53 25-16,-36 17 16,-33 17-1,0 25-15,-34 26 0,25 0 31,-25-8-31,-103-9 0,34-17 32,-85-26-32,-85-16 15,-9-18 1,-51-16-16,-34-18 16,-26-33-1,-51-43-15,-51-26 16,-77-119-1</inkml:trace>
  <inkml:trace contextRef="#ctx0" brushRef="#br0" timeOffset="108408.02">17667 2262 0,'0'0'0,"0"0"0,0 26 16,17 67-16,-8 60 15,-1 17 1,-8 35-16,-8-27 15,-9-33 1,0-9-16,17-26 16,0-42-1,0-25-15,8-18 16,18-16 0,42-52-16,86-67 15,51-120-15,0-42 16,-26 8-1,-26 18 1,-33 42-16,-26 17 16,-34 51-1,-26 50-15,-17 52 16,-9 26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9T21:12:14.1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21457 1318 0,'-9'0'0,"-8"0"0,-8 0 16,-1 0-16,9 0 15,0 0 1,0 0-1,0 0-15,0 0 16,-9 9-16,-25 16 16,-26 35-1,-34 25-15,0 8 16,26-16 0,34-1-1,8 9-15,9 9 16,17 0-1,17-18-15,17-16 16,34 8 0,60 0-16,17-17 15,-43-26 1,43-16-16,60-18 0,-43-16 31,-17-18-15,0-16-16,-17-9 15,-34-34-15,-34 0 16,-60-18 0,-77-33-16,-111-25 15,-94 16 1,-51 35-16,43 33 16,85 52-1,9 33-15,-112 43 16</inkml:trace>
  <inkml:trace contextRef="#ctx0" brushRef="#br0" timeOffset="17904.49">22601 2875 0,'0'0'0,"0"8"0,0 18 15,-9 42 1,0 17-1,1 0 1,-26-9-16,-17 1 16,8-9-1,17-26-15,9-8 16,26 0 0,25 0-16,43-8 15,34-1 1,-26-16-16,52-1 0,67 1 31,-58-1-31,-1 1 16,111 8-16,-52 0 31,35 8-31,-8 1 16,-1 16-1,18 1-15,-35-9 16,43 9-16,-102-18 15,-52-16 1,9-1-16,-34 1 16,-26-18-1,1-8-15,24-34 16,10-43 0,-18-25-16,-25-17 15,-9-17 1,-17 9-16,-17 33 15,-9 35 1,9 50-16</inkml:trace>
  <inkml:trace contextRef="#ctx0" brushRef="#br0" timeOffset="18925.47">23181 4261 0,'0'0'16,"0"0"-16,-9 17 0,1 25 16,-1 9-1,-16 26 1,-1 16-16,0 9 16,9-34-1,0-8-15,17-17 16,17-9-1,9 0-15,42 0 16,9-9-16,34-16 16,26-9-1,-18 0-15,-8-9 16,-34 9 0,-34-8-16,16-1 15,10 9 1,-1 0-1,-8 9-15,-9-1 16,0 1 0,-8-1-16,-18 1 15,1-1-15,-18 1 16,1-9 0,0 0-1,-1-9-15,1 1 16,-18-26-16,-8-26 31,-17-42-31,17 42 0</inkml:trace>
  <inkml:trace contextRef="#ctx0" brushRef="#br0" timeOffset="47768.67">20689 6565 0,'0'0'0,"-9"0"0,1 0 0,-9 9 15,8 8 1,-8 8-16,-9 18 15,1 17 1,-1-1 0,1 9-16,7-8 15,1-9 1,0-9-16,9 1 16,8-9-16,0 0 15,25 0 1,27 0-16,33-17 15,52-9 1,16-16-16,35-18 16,25-8-1,1-8-15,25 8 16,0 0 0,0 0-1,17 17-15,-9 25 16,9 9-16,0 9 15,17-9 1,9 17-16,-9 0 16,-8 0-1,16 0-15,-25 8 16,0 1 0,-34-9-16,-17-9 15,17-8 1,-51-17-16,-18 9 15,10-9 1,-35-9-16,-52 1 16,-24-1-16,-1-8 31,-8 0-31,-9-8 16,8-18-1,-7-16-15,-18 25 16</inkml:trace>
  <inkml:trace contextRef="#ctx0" brushRef="#br0" timeOffset="50069.06">26373 8683 0,'0'0'0,"-9"-8"0,-8-1 15,-8-8-15,-9 9 16,8-1-16,9 1 16,0 8-16,17 0 31,8 0-31,95 0 15,119-9 1,76-42-16,138-43 16,16-16-1,-85-9-15</inkml:trace>
  <inkml:trace contextRef="#ctx0" brushRef="#br0" timeOffset="54856.23">21363 9185 0,'-9'0'0,"-8"25"0,-17 26 0,17 0 15,0-8 1,0-1-1,0 9-15,0 0 16,0-8 0,0-17-16,17-1 15,0 1-15,8-18 16,26 9 0,35-8-1,33-9-15,35-17 16,8 0-1,17-9-15,17-8 16,35 9 0,25 7-16,17 18 15,0 0 1,8 9-16,26 0 16,18-9-1,7 0-15,27 0 16,25 8-16,0-8 15,-9 0 1,18 0 0,8 9-16,-9-1 15,1 9-15,-9 9 16,-17-1 0,0 1-16,8 8 15,-33-9 1,-27-8-1,-7 17-15,-10-17 16,-25-8-16,-17-1 16,-25 1-1,-52-1-15,-17-8 16,-17 0 0,-51 0-16,-26 0 15,-25 0 1,-18 0-1,1 0-15,-1-8 16,1-9 0,-1-9-16,1-16 15,-1-18 1,-8-25-16,9 43 16</inkml:trace>
  <inkml:trace contextRef="#ctx0" brushRef="#br0" timeOffset="57500.62">27798 10784 0,'0'0'0,"0"0"0,0 0 15,0 0 1,9 0-1,25 0-15,60-9 16,51-16 0,94-18-16,77 26 15,51 34 1,111 43-16,8 8 16,-93-9-16</inkml:trace>
  <inkml:trace contextRef="#ctx0" brushRef="#br0" timeOffset="59145.99">29130 12025 0,'8'0'0,"52"0"16,128-8-16,128-9 15,42 17-15,60 8 16,26 1-1,-43-1 1</inkml:trace>
  <inkml:trace contextRef="#ctx0" brushRef="#br0" timeOffset="60162.56">28276 13641 0,'0'0'15,"0"0"-15,0 0 0,9 0 0,51-8 32,102-18-32,94-25 15,60-8-15,93 16 16,44 26-1,-61 26 1</inkml:trace>
  <inkml:trace contextRef="#ctx0" brushRef="#br0" timeOffset="75877.89">1955 5239 0,'0'0'16,"-9"0"-16,0 8 0,-16 9 15,-18 17 1,-17 43-16,-42 25 16,-9 51-1,-17 26-15,9-1 16,25 52-1,17 25-15,9 17 16,16-25 0,52-35-1,34-16-15,1-86 16,50-16 0,111-43-16,52-59 15,25-103-15,-26-68 16,-59-25-1,-17-51 1,-43-26-16,-51 1 16,-69 25-1,-67 8-15,-87 0 16,-135 52-16,-206 135 16,-178 239-1,-61 280-15,342-119 16</inkml:trace>
  <inkml:trace contextRef="#ctx0" brushRef="#br0" timeOffset="79230.67">5130 3989 0,'-9'8'0,"-51"52"0,-51 76 16,-25 25 0,-1 9-16,-25 26 15,-9 25-15,-34 60 16,18 25-1,25 0 1,-9 26-16,0 8 16,26 34-1,26-17-15,25-25 16,17 0-16,0-18 16,26 9-1,34 9 1,25-26-16,35-51 15,17-25 1,25-17-16,26-52 16,17-59-1,60-42-15,17-60 16,59-94 0,35-67-16,17-86 0,-9-34 31,-25-59-31,-18-76 15,-42-1 1,-8-42-16,-35-1 16,-34 1-1,-43-34-15,-51 42 16,-51 34 0,-51 9-16,-43 17 15,-34 68 1,-17 51-16,-51 34 15,-17 84-15,-52 44 32,-17 50-32,9 43 15,0 34-15,60 51 16,-77 85 0</inkml:trace>
  <inkml:trace contextRef="#ctx0" brushRef="#br0" timeOffset="82043.27">5001 4380 0,'0'0'0,"0"0"0,26 0 16,17 0-16,-18 0 15,1 0 1,-9 0-16,-8 0 16,-1 0-16,1 0 31,-9 0-31,0 0 15,0 0-15,-17-9 16,-9-16-16,-51-9 16,-59-9-1,-27-8 1,10 0-16,-1 17 16,-25 0-16,42 9 31,61 8-31,7-9 15,18 1-15,8-18 16,35 26 0</inkml:trace>
  <inkml:trace contextRef="#ctx0" brushRef="#br0" timeOffset="85529.49">9235 3878 0,'-9'0'0,"-8"0"0,-25 9 0,-27-9 15,-16 8-15,25-8 16,26-8 0,-9-1-16,-25 1 15,-17-1 1,-9 1-16,-17-1 16,17 9-16,26 17 31,-35 34-31,-59 34 0,17 9 15,34-1 1,-8 26-16,-86 43 16,34 8-1,43-25-15,-94 84 16,26 1-16,42-35 16,-42 69-1,17-9 1,34 17-1,8-8 1,9 0-16,-9 8 16,35 8-16,51 35 15,25-17 1,-16 33 0,16-16-16,26-17 15,17-9-15,0-34 0,0-8 31,9 8-31,33 0 16,52-26 0,17-7-16,-42-86 15,16 25 1,86 18 0,-17-77-16,-52-68 0,129-43 31,-26-50-31,-52-69 15,86-42 1,-17-76-16,60-154 16,-43 26-16,9-52 15,-26-16 1,-60-9 0,68-84-16,-102 75 15,-34-16 1,-8 25-16,-52 60 15,-34-17 1,-34-9-16,-43 52 16,-16 50-16,7 17 15,-50 35 1,-60 50 0,-43 60-16,-43 76 15,-179 145 1,43 43-16</inkml:trace>
  <inkml:trace contextRef="#ctx0" brushRef="#br0" timeOffset="87522.2">2927 9023 0,'0'0'0,"0"0"0,9 0 0,17 26 15,42 16 1,34 26 0,-8 9-16,51 76 15,60 26-15,-60-60 16,-25-43 0,93 9-1,-42-42-15,-103-60 16,-42 8-1</inkml:trace>
  <inkml:trace contextRef="#ctx0" brushRef="#br0" timeOffset="87707.78">4344 8777 0,'-34'0'0,"-102"42"0,-172 111 16,-118 128-16,-1 93 0,0 68 31,128-144-31</inkml:trace>
  <inkml:trace contextRef="#ctx0" brushRef="#br0" timeOffset="89496.69">7169 6021 0,'0'0'0,"-17"0"0,-25-8 0,-35-1 0,-26-25 16,1 0-16,42 26 16,0 8-1,-42 8-15,-35 18 16,1 8-1,16 34-15,-59 85 16,-51 51 0,51 85-1,42-17-15,-68 9 16,43-26-16,102-8 16,26 33-16,17 1 31,8 51-31,9-52 15,0 154-15,0-68 0,52-137 32,144 128-17,-25-84-15,-69-86 16,154 119 0,-68-119-16,-86-153 15,112 25 1,-52-25-16,77-34 15,17-8 1,-9-69-16,44-110 16,-129 0-1,60-110-15,0-78 16,-103 44 0,1-43-16,-18-26 15,-68 34 1,-42 34-16,-61-25 15,-50 43 1,-52 7-16,-76 18 16,-52 51-1,-34 43-15,-34 67 16,-60 77 0,-51 102-16,77 34 15</inkml:trace>
  <inkml:trace contextRef="#ctx0" brushRef="#br0" timeOffset="96966.88">8023 14602 0,'0'0'0,"0"0"0,0 0 16,0 0-1,0 0-15,0 9 16,17 33-16,0 60 16,0 34-1,0-34 1,0-8-1,26-1-15,17 1 0,8-26 16,17-8 0,18-18-1,42-16 1,43-9-16,16-26 0,27-8 31,-9 0-31,0 0 16,-9 17-1,-59 0-15,-9 0 16,-34 9-16,-60-1 16,-17 1-1,-8-9-15,-18 0 16,-25-9 0,-17-25-1,-17-25-15,-9-52 16,17-42-1,18-43-15,33 18 16,9 25 0,17 8-16,1 35 15,-18 58 1</inkml:trace>
  <inkml:trace contextRef="#ctx0" brushRef="#br0" timeOffset="97615.32">11172 14772 0,'0'0'0,"-8"0"0,-1-8 16,1 8-16,-1 0 16,1 0-1,-10 8-15,1 18 16,0 16-1,9 9-15,-1 9 16,9-1-16,0 1 16,0-1-1,17 1 1,0 0-16,18-9 16,16-9-16,9 1 15,16-9 1,18-9-1,-8-8-15,7 0 16,-7 0 0,-9-8-16,-18 8 15,-16-9 1,-9 1-16,-8-1 16,-1 1-1,10-9-15,7-9 16,18-16-1,8-26-15,18-17 16,-18-17 0,-8-1-16,-18-7 15,1-1 1,-26-8-16,-17 9 16,-9-1-1,1 43-15</inkml:trace>
  <inkml:trace contextRef="#ctx0" brushRef="#br0" timeOffset="103517.44">19622 8130 0,'-9'0'0,"-16"26"16,-27 8-16,-33 17 16,-34 8-1,-26 18-15,-35 25 16,-16-9 0,42 1-1,-8 25-15,-17 17 16,34 9-16,42 16 15,35-8 1,26-25-16,33-17 16,18-9-1,25 17-15,68 25 16,60-16 0,26-9-16,17-9 15,-26-16 1,-59-17-1,-9 8-15,-18-17 16,-33 0 0,-17-9-16,-26 9 15,-26 9-15,-25 8 16,-43 25 0,-51 9-1,-51 0-15,26-33 16,16-27-1,0-16-15,52-18 16,42-16-16,18-1 16,8 1-1,17-1-15,42 18 16,35 16 0,60 18-16,25 25 15,-17 8 1,-34 9-1,-43 43-15,-34 50 16,-68 95-16,-111 75 16,-26-7-1,61-35 1,58-34-16,61-17 16,85-17-16,119-34 15,197-17 1,119-76-1,-128-86-15</inkml:trace>
  <inkml:trace contextRef="#ctx0" brushRef="#br0" timeOffset="114886.14">15610 10265 0,'0'0'0,"0"0"0,0 0 16,0 0-16,0 8 16,-8 35-1,-9 67-15,0 27 16,0-10 0,-9 18-16,0 25 15,9-51 1,0-43-16,0-25 15,0-17 1,9-8-16,-1-18 16,9 1-1,-8-18-15,-1-8 16,-17-42 0,1-18-16,-9 9 15,-18 0 1,-24 17-16,-18 26 15,-17 33 1,0 52-16,0 59 16,26-17-16,42-17 15,34 26 1,26-1 0,9-33-16,8-35 0,26-16 15,25-26 1,-25-9-1</inkml:trace>
  <inkml:trace contextRef="#ctx0" brushRef="#br0" timeOffset="115326.04">15918 11260 0,'8'0'0,"43"-9"0,43 1 15,0-1 1,-34-8-16,-17-8 15,-1-9 1,1 0-16,-9-9 16,-25 9-1,-18 9-15,-17-1 16,-67 9-16,-52 26 16,8 25-1,26 34 1,9 17-16,42-17 15,34 0 1,26 25-16,34 10 16,18-27-16,50 1 15,171 42 1</inkml:trace>
  <inkml:trace contextRef="#ctx0" brushRef="#br0" timeOffset="115967.01">16857 11302 0,'-9'0'0,"-8"0"15,-17 0-15,-17 17 0,-35 0 32,1 9-32,17-1 15,25 1 1,9 8-16,17 0 15,17 0 1,0 0-16,25-8 16,9-9-1,18-17-15,16-17 16,-8-9-16,-18-8 16,-8 9-1,-8 8 1,-9 0-16,-8 0 0,-1 8 31,1 9-31,-9 0 16,0 0-1,0 17-15,0 51 16,-26 43-16,1-9 31,-35 25-31,-26 52 16,10-26-1,24-68-15,10-34 16,-18 0-16,-51-8 16,-25-18-1,42-8-15,34-17 16,34 0 0</inkml:trace>
  <inkml:trace contextRef="#ctx0" brushRef="#br0" timeOffset="116343.28">17701 10648 0,'0'0'0,"-17"8"0,-34 35 0,-34 42 16,-18 34 0,-8 34-16,26-17 15,17-17 1,8 26-1,43-9-15,26-26 16,33-42-16,27 0 16,16-25-16,17-26 15,180 8 1</inkml:trace>
  <inkml:trace contextRef="#ctx0" brushRef="#br0" timeOffset="116783.55">18214 11073 0,'0'0'0,"-9"0"15,1 25 1,-18 9 0,0 17-16,1 9 15,8-1-15,0 1 16,8-9 0,9 9-1,0-9-15,9-9 0,-1-8 31,1-8-31,-1-18 0,9 1 32,0-18-32,17-8 15,1-34 1,16-17-16,17-17 16,-8-17-16,0 0 15,-18 0 1,-25 59-1</inkml:trace>
  <inkml:trace contextRef="#ctx0" brushRef="#br0" timeOffset="117001.95">18811 10520 0,'0'0'0,"9"9"0,16 33 0,9 35 15,0 16 1,-25 52 0,-69 42-16,-68 34 0,-102 85 15,-26 0 1</inkml:trace>
  <inkml:trace contextRef="#ctx0" brushRef="#br0" timeOffset="133970.42">12231 11285 0,'0'0'0,"0"0"0,0 0 0,0 0 16,-9 0-1,-17 0-15,-50 34 16,-61 51-1,-17 52-15,26-1 16,35-17 0,24 8-16,18-8 15,25-34 1,18-59 0,8-26-16,17-43 15,26-42-15,33-59 16,1-26-1,-17 42-15,-34 52 16,-18 33 0,1 9-16,-9 25 15,-9 18 1,-68 76-16,-59 85 16,8 9-1,34-1 1,26-8-16,25-59 15,26-34 1,25-9-16,18-26 16,17-25-16,68-25 15,76-52 1,27-85 0,50-84-16</inkml:trace>
  <inkml:trace contextRef="#ctx0" brushRef="#br0" timeOffset="142464.94">13127 6285 0,'0'0'0,"0"0"16,0 8-16,-9 18 0,-33 16 31,-18 18-31,-17-18 16,-34 18 0,17 8-16,43 0 15,-9 17-15,-8 0 16,-9 34-1,-17 34 1,9 9-16,17-9 16,-1-9-1,27 18-15,33 0 0,26-1 32,26 18-32,17-9 15,16-34 1,18-17-16,9-17 15,33-25 1,35-26-16,42-43 16,43-33-1,-8-35-15,-1-33 16,-42-9 0,0-35-16,0-16 15,-51-8 1,-52-1-16,-25 9 15,-35-8 1,-24 7-16,-36-7 16,-16-1-1,-25 1-15,-27 25 16,-25-17 0,-25 8-16,-18 17 15,-25 26 1,-17 26-16,16 16 15,-7 26-15,16 26 16,9 16 0,8 35-16,17 8 15,1 25 1,-18 60-16,-8 26 16,0 51-1,17 25 1,25 17-16,9 17 15,35-8-15,7-9 16,35-43 0,43-16-16,42 0 15,43-9 1,25-34 0,43-26-16,43-25 15,9-34-15,33-34 16,-8-42-1,26-26 1,8-43-16,-9-33 16,-33-18-1,-18 1-15,1-26 16,-44-26 0,-33-17-16,-18-16 15,-33 8 1,-35-26-16,-34 0 0,-25-8 31,-27 17-31,-24 26 16,-35-1-1,-17 26-15,-9 34 16,-33 0 0,-27 8-1,10 18-15,-1 42 16,-17 17-16,-17 51 15,-25 51 1,17 34-16,33 25 16,27 18-1,8 33 1,25 26-16,9 35 16,0 33-16,-8 25 15,8 1 1,8-9-16,10 9 15,7-18 1,26 10-16,35-18 16,33-26-16,35-8 31,25-16-31,35-27 0,42-16 16,43-26-1,33-34 1,18-51-16,26-34 15,-9-43 1,-17-25-16,-8-42 0,-10-35 31,-24-33-15,-9-35-16,-26-42 16,-43-9-1,-8-25-15,-26-25 16,-42-1-16,-9-8 0,-25 17 31,-18 8-15,-42 0-16,-17 52 15,-9 16 1,-8 9-16,-9 51 16,-34 25-1,-34 18-15,-26 42 16,-102 59-1,-94 86-15,-43 84 16,-43 137 0,103 51-16,69 33 15,50-50 1</inkml:trace>
  <inkml:trace contextRef="#ctx0" brushRef="#br0" timeOffset="154294.88">8723 12331 0,'0'0'0,"-9"-8"0,1-1 0,-1 1 15,1-1 1,-1 1 0,9 8-16,-8-9 15,8 9 1,0 0-16,0 0 15,0 0 1,8 26-16,9 33 16,17 27-1,9 16-15,-9 17 16,-17-9 0,-25-8-16,-1-17 15,-8-34-15,8-17 16,1-8-1,-1-18-15,-16-8 16,-1-8 0,-8-9-1,0-9-15,0 1 16,0-1-16,-1-8 16,18 17-16,0 0 15,9 0 1,8 17-1,0 0-15,0 9 16,0 16 0,17 35-1,0 25-15,17 8 0,9-8 16,8-17 0,9-16-1,-1-27-15,10-25 16,16-25-1,35-52 1,8-34-16,-60 60 16</inkml:trace>
  <inkml:trace contextRef="#ctx0" brushRef="#br0" timeOffset="167503.63">21064 9806 0,'0'8'0,"0"18"16,9 8-16,8 0 15,17 0 1,-8-17-16,8-9 15,43-16 1,25-18-16,9-8 16,-9 0-1,-33 17-15,7-8 16,10 8 0,-1 17-16,0 0 15,1 17 1,-9 0-16,-18-9 15,1 9-15,17 9 16,-9-9 0,-17-9-1,-8 1-15,0-1 16,-18 1 0,1-9-16,-9-9 15,0-8-15,0 0 16</inkml:trace>
  <inkml:trace contextRef="#ctx0" brushRef="#br0" timeOffset="194373.02">13775 3827 0,'0'0'0,"0"0"0,0 0 0,-17 26 15,-8 59-15,-35 85 16,-51 51 0,-8 0-1,25-51-15,17-68 16,26-25-16,25-26 16,9-26-1,8-16 1,9-1-16,-8-25 15,-1-68-15,26-51 32,18 51-32,-10 34 15,-16 17 1,-1 17-16,-8 8 16,0 9-16,-17 26 15,-26 67-15,-33 78 16,-27 50-1,26-34 1,35-102-16,16-26 16,26-25-16,17-8 31,52-26-31,152-94 16,78-76-1,-43 26-15,77-1 16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9T21:17:17.8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19997 12255 0,'0'0'0,"0"0"0,-17 0 0,-256 145 0,145-60 0,-8 25 0,-1 9 31,0 17-31,-16 51 16,-9 43-16,17 0 0,17 33 15,42-16 17,44-43-32,33-25 0,35-43 31,25 0-31,60 0 16,51-26-16,60-33 0,42-43 15,10-51 16,-10-60-31,9-50 16,-17-26-16,-59-26 16,-44-25-1,-33-17 1,-69-17-16,-68-9 16,-77 0-1,-51 1-15,-68 16 16,-69 26-1,-77 34-15,-59 93 16,-34 103 0,-52 102-16,120 25 15</inkml:trace>
  <inkml:trace contextRef="#ctx0" brushRef="#br0" timeOffset="10671.29">23266 10027 0,'-8'0'0,"-9"8"16,-35 18-16,-24 8 0,7 17 15,1 25 1,-26 35 0,-25 34-16,-52 33 15,-17 9 1,0 17-16,-16 17 16,67-16-16,60-10 15,43-33 1,34-9-16,26-26 15,76 1 1,60-35 0,146-42-16,50-42 0,-42-69 31,42-33-31,-76-18 16,42-25-1,-42 0-15,-103 0 16,-8-17-16,-60 17 15,-34-26 1,-86-25 0,-93-25-16,-95-1 15,-110-8 1,-137 34-16,-110 76 16,-44 77-1,188 34-15</inkml:trace>
  <inkml:trace contextRef="#ctx0" brushRef="#br0" timeOffset="19861.93">19280 14849 0,'0'0'0,"0"0"0,0 0 15,0 0 1,0 8-16,26 35 16,25 50-1,26 43-15,43 52 16,-1 24-1,-17 9-15,-8-8 16,-17-43 0,0-25-16,-9-26 15,-8-34 1,0-17-16,-9-17 16,-8-26-1,-9-16-15,0-1 16,17-16-1,0-18-15,9-42 16,-17-25 0,-26 50-16</inkml:trace>
  <inkml:trace contextRef="#ctx0" brushRef="#br0" timeOffset="20144.83">20501 15971 0,'0'0'0,"0"0"0,0 9 15,0 8-15,17 34 16,9 25-16,25 1 16,17 0-1,-8-9-15,0-9 16,-9-16 0,-9-1-1,1-8-15,-17 0 16,-1 0-1,-16 9-15,-18-1 16,-85 9-16,-127-8 31,-129 8-31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9T21:18:07.0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22959 2840 0,'0'0'0,"17"0"0,17 0 0,17 0 0,-8 0 16,-17 0-1,-18 0 1,1 0-16,-1 0 16,-16 0-1,8 0-15</inkml:trace>
  <inkml:trace contextRef="#ctx0" brushRef="#br0" timeOffset="715.65">22507 2943 0,'0'0'0,"0"0"0,0 0 0,0 8 15,0 18-15,0 25 16,0-9-1,0 1-15,0-1 16,0 1-16,8-1 16,-8-8-1,0 0 1,0 0-16,0 9 16,-8-1-1,8-8-15,0 9 0,0-1 31,17 9-31,25 9 0,35 8 16,43-9 0,42 1-1,26-17 1,51-18-16,51-8 16,17 0-1,34 0-15,-16 0 16,8 9-1,-26 16-15,-68-8 16,-34 9 0,-86-9-16,-42-9 15,-43-16-15,-17-1 32,-8-8-32,-1 0 15,-8 0-15,0-17 16,0-34-1,-8-68-15,8-42 16,25-35 0,18-127-16</inkml:trace>
  <inkml:trace contextRef="#ctx0" brushRef="#br0" timeOffset="6039.8">1946 6446 0,'0'0'0,"0"0"16,0-8-16,-9-1 15,1 1 1,-35-1-1,-76 18-15,-60 50 16,-35 69-16,18 42 16,25 17-1,26 0 1,34 26-16,51-9 16,26 9-1,43-43-15,16-43 16,61 9-1,67-17-15,-25-42 16,34-77-16,69-60 16,-18-42-1,69-76 1,-35-26-16,-67 8 16,-18-8-1,-51 25-15,-77 43 16,-43 26-1,-102 8-15,-162-51 16</inkml:trace>
  <inkml:trace contextRef="#ctx0" brushRef="#br0" timeOffset="7447.16">3568 9287 0,'0'0'0,"0"0"0,-9 0 0,-17 0 16,-25 17 0,-43 8-1,-51 43-15,-34 26 16,0 42 0,8 43-16,43 8 15,51-26-15,43 18 16,51 17-1,60-52 1,17-50-16,51-26 16,60-34-16,-34-34 15,16-51 1,44-85 0,-43-34-16,-35-26 15,-16-8-15,-60-9 16,-35 26-1,-50 34-15,-35 25 16,-85 26 0,-179 60-16,-77 59 15</inkml:trace>
  <inkml:trace contextRef="#ctx0" brushRef="#br0" timeOffset="8421.43">5001 4414 0,'0'0'0,"0"0"15,-8-9-15,-1 1 16,-8 8-16,-34 8 16,-68 52-1,-86 67 1,-26 78-16,1 67 16,34 25-1,42-8-15,52-16 16,76-52-1,52-34-15,33-51 16,52-26-16,68-42 16,60-68-1,77-68-15,34-85 16,-34-85 0,-17-42-1,-35-18 1,-67 26-16,-104 42 15,-93-16 1,-85-86-16</inkml:trace>
  <inkml:trace contextRef="#ctx0" brushRef="#br0" timeOffset="13921.13">5744 4958 0,'0'0'0,"-9"0"0,9 0 16,0 0-16,0 0 31,0 0-31,0 0 16,0-8-16,35-9 0,41-43 31,18-8-16,17-17-15,34 0 0,-8 8 32,-18 26-32,18 0 15,34 0-15,8-17 0,9-8 16,42-18 15,-8 9-31,0 17 16,8 9-1,-16 16-15,-1 18 16,9-1-16,-26 9 16,9 17-16,-17 0 31,0 9-31,8-1 16,9 9-16,-17 9 0,-9-1 15,-8 18 1,-1 8-1,-16 8 1,0 18 0,-35-1-16,0 1 15,-8 25 1,0 8-16,9 26 16,-9-8-1,-17-9-15,0 17 16,-9 0-1,-8-8-15,0 25 16,-9 0 0,-17-8-16,0-1 15,1 26 1,7 0-16,-8-8 16,1 8-1,-10 0-15,-16-17 16,-18 17-1,-16 34-15,-18-17 16,9 1 0,0-1-16,0-9 15,9 1 1,-1-1-16,-17 1 16,-8 17-1,-8 16-15,-27-8 16,18 9-16,17-26 15,8-17 1,-8 43 0,0-26-16,-9 8 15,-16 27 1,-1-61-16,-25 9 16,-1 26-16,27-60 15,-1-34 1,-17 8-1,-25 10-15,8-18 16,0-26-16,-9-16 16,-16-9-1,-26-17 1,0-26-16,-26-16 16,0-9-16,1-51 15,7-26 1,27-16-1,-18-1-15,-8-17 16,-9-33-16,18 16 16,-1 1-1,-17-43 1,26 8-16,9 0 16,-1-33-1,18-9-15,16-9 16,9 9-1,9-17-15,25-9 16,9-16-16,17-1 16,-9 17-1,9 1 1,-9 8-16,1 8 16,-18 17-1,0 9-15,1 17 16,-1 17-1,-26 0-15,-24 8 16,-36 9 0,1 26-1,-17 16-15,0-8 16,25 17 0,18 8-16,-26 1 15,8 25-15,26 25 16,9 26-1,42 26 1</inkml:trace>
  <inkml:trace contextRef="#ctx0" brushRef="#br0" timeOffset="17087.12">2100 12195 0,'-9'0'0,"1"0"0,-10 0 15,1 0 1,-8 0-16,-1 0 16,-8 0-1,0 0-15,17 0 16,0 0-1,8 0-15,9 0 16,0-8 0,9-18-16,42-33 15,34-18-15,1-8 16,-1-25 0,17 8-1,-16 8-15,-26 26 16,-26 26-16,-26 8 15,1 8 1,-18 1-16,-33-1 31,-35 9-31,0 17 0,0 0 16,34 8 0,9-8-1,17 0-15,9 0 16,-1 0-16,9 0 15,0 0 1,9-17-16,42-25 16,17-35-1,52-16 1,-9 16-16,-18 26 16,-41 34-1,-10 17-15,-16 17 16,-17 26-1,-18 50-15,-17 18 16,-8-9-16,26 0 31,42-8-31,9-43 0</inkml:trace>
  <inkml:trace contextRef="#ctx0" brushRef="#br0" timeOffset="20798.21">5889 3538 0,'-17'0'0,"-34"25"15,-77 18 1,-34 16-16,34 1 16,-43 25-1,0 26-15,35 8 16,16 8-1,26 9-15,9 26 16,17 33 0,-1-16-16,27 0 15,33 8 1,26 8-16,34-8 16,9 18-16,34-1 15,51 8 1,26-8-1,17-8-15,59 25 0,9-17 16,9 0 0,-18 0-1,-16-8-15,-1 17 16,-16-1 0,-1 26-1,-17 9-15,-25-9 16,-9 17-1,0 0-15,-25 1 16,-9 7 0,-17 18-16,-9-1 15,1 1 1,-9 0-16,-9-43 16,0-34-16,9 9 15,-9-52 1,9-25-16,0-8 31,17-26-31,9-17 0,16-26 16,43-25-1,35-34-15,16-51 16,35-51 0,-9-17-1,-26-17 1,9-51-16,-17-8 15,-34-44 1,-17-16-16,-9-34 16,-8-60-1,-1 9-15,-16-25 0,-18-10 32,-33 18-32,-35 0 0,0-17 15,17 0 1,1 8-16,-44 0 31,-16 1-31,-18-1 0,-25 17 31,-26 9-31,-8 34 16,-34 17 0,-52 0-16,-25 25 15,-9 26-15,-51 8 0,-77 18 16,-8 67 15,-52 43-31,-85 17 16,-8 42-16,-9 18 0,-17 42 31,-77 34-15,-68 51-16,0 51 15,-60 77 1,-119 42-16,51 68 0,8 111 15,350-179-15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9T21:19:21.6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2936 8139 0,'0'0'0,"-9"8"0,-25 18 16,-25 42-16,-27 42 16,-8 9-1,-25 35-15,-1 41 16,27-8 0,16 0-1,0 26-15,26-34 16,25-35-16,26 1 15,34-1 1,9-42-16,0-42 16,50 16-1,44 9-15,0-8 16,-35 0 0,-17 8-16,-8 0 15,-34-9 1,-52 35-1,-25 50-15,-51 1 16,-60-18-16,0-7 16,25-27-1,1-25 1,25-17-16,34-34 16,34-8-1,-8-18-15,17 1 16,9-1-1,8-8-15,8 0 16,43 9-16,9-1 16,25 9-1,18 26-15,-9 8 16,-9 34 0,-8 25-16,-26 43 15,-25 43 1,-43 68-1,-43 42-15,0-43 16,43-33 0,43-34-16,76-69 15,154-33-15,171-94 16,-26-68 0</inkml:trace>
  <inkml:trace contextRef="#ctx0" brushRef="#br0" timeOffset="1769.94">9491 10180 0,'-9'-9'16,"-16"1"-16,-35-18 0,-25 1 16,-1-1-1,18 9-15,0 0 16,-9 9-1,0-9-15,0 17 16,-17 17 0,-25 25-16,-26 52 15,-17 25 1,25 0-16,26 0 16,17 0-1,17 9 1,26-9-16,26 0 15,25-17 1,25 8-16,44 18 16,24-26-1,78 9-15,68-18 0,17-25 16,9-17 0,-1-17-1,18-8-15,8-9 16,26-9-1,51-8 1,0-8-16,-9-26 16,35-9-1,-26-8-15,-68 9 16,8-1 0,-17-8-16,-25 0 15,-26-8 1,-17-10-16,-26-7 15,-60 16 1,-50-8-16,-35 17 16,-17-8-16,-17-35 15,-42-25 1,-44-8-16,-67-1 16,-69 1-1,-43-18-15,-25 26 16,-34 42-1,-43 26-15,-34 9 16,-51 8 0,-26 25-1,-43 18-15,-59 33 16,-51 43-16,-61 68 16,-67 69-1,332-95-15</inkml:trace>
  <inkml:trace contextRef="#ctx0" brushRef="#br0" timeOffset="16479.52">21747 11906 0,'0'0'0,"-8"-8"0,-10-1 16,-16-8-16,-17 0 15,-60 17 1,-85 43-16,-86 84 16,-8 60-1,17 1-15,68-10 16,94 1-1,9 16-15,50 18 16,70-34-16,33-52 16,145 26-1,69-42-15,42-111 16,120-68 0,-95-26-16,18-50 15,-51-35 1,-77-8-1,-34-34-15,-77 8 16,-77 26 0,-119-17-16,-223-9 15,-323 111-15,204 102 16</inkml:trace>
  <inkml:trace contextRef="#ctx0" brushRef="#br0" timeOffset="18961.15">25204 9806 0,'0'0'0,"-9"-9"0,1 1 15,-18-1-15,-34-8 16,-59 0-1,-69 17-15,-17 43 16,-17 50 0,-34 43-1,-8 68-15,16 52 16,77-1-16,60 34 16,69-26-1,76-16 1,26-43-16,102-34 15,51-25 1,103-94-16,94-68 16,-95-77-1,44-50-15,-60-35 16,-94-16 0,-52-27-16,-85-16 15,-102-17 1,-136-17-16,-86 51 15,-111 93 1,-154 86 0,-59 101-16,170 18 15</inkml:trace>
  <inkml:trace contextRef="#ctx0" brushRef="#br0" timeOffset="22179.38">28575 9976 0,'-9'-9'16,"-25"1"-16,-60-9 0,-34 17 16,-34 8-16,-26 43 15,-59 51 1,-9 43 0,-9 59-16,9 17 15,120-76 1,76 25-16,26-9 15,77-67-15,119 16 32,94-24-32,0-69 15,77-43-15,-43-34 16,-34-67 0,0-43-16,-111 0 15,-51-34 1,-60-9-16,-68 34 15,-103-84 1</inkml:trace>
  <inkml:trace contextRef="#ctx0" brushRef="#br0" timeOffset="22886.18">31007 11923 0,'0'0'0,"0"0"15,94-493-15,-94 493 16,0-9 0,17 1-16,-8-1 15,-9-16 1,-17-18-16,-26 9 16,-51 0-1,-68 9-15,-60 42 16,-68 68-1,17 43-15,25 50 16,27 9 0,92 17-16,36 0 15,84-50 1,52 33-16,110 0 16,44-60-1,50-67-15,-8-26 16,-60-60-1,60-59-15,-59-42 16,-78-9 0,-34-9-16,-25-34 15,-52 1-15,-76 8 16,-103 0 0,-102-26-1</inkml:trace>
  <inkml:trace contextRef="#ctx0" brushRef="#br0" timeOffset="23570.23">30333 15002 0,'0'0'0,"-25"-9"0,-61 9 16,-93 9-16,-77 59 16,-26 59-1,9 44-15,43 7 16,42 43-1,68-25-15,86-26 16,77 60 0,51-43-16,111-34 15,93-9-15,-24-76 16,41-51 0,-42-51-1,-68-25-15,-17-26 16,-60-43-16,-77-42 15,-127-34 1,-112-94-16</inkml:trace>
  <inkml:trace contextRef="#ctx0" brushRef="#br0" timeOffset="27289.27">23966 15223 0,'0'-9'0,"0"1"0,9-1 0</inkml:trace>
  <inkml:trace contextRef="#ctx0" brushRef="#br0" timeOffset="27859.24">23881 14585 0,'0'0'0,"0"0"15,-9-8-15,-8-18 16,-34-16-1,-26-9-15,9 17 16,25 17 0,9 8-1,0 1-15,-17-1 16,-18 1 0,1-1-16,-9 9 15,-25 0-15,-43 17 16,-9 9-1,9 8-15,-9 25 16,18 9 0,16 17-16,18 0 15,25 26 1,17 25-16,43 17 16,43 0-1,51 0 1,59-8-16,86-18 15,17-16 1,17-52-16,-17-42 16,-17-42-1,-26-26-15,-68-17 16,-34-34 0,-17-60-16,-51-42 15,-86-34 1,-111-17-16,-93 25 0,-120 69 15,-111 76 1,-43 136-16,137 42 16</inkml:trace>
  <inkml:trace contextRef="#ctx0" brushRef="#br0" timeOffset="31123.41">20569 10571 0,'0'0'0,"0"0"16,0 0-1,0 0-15,-8 9 16,-9 25-16,-26 68 15,-17 68 1,0 0 0,9-26-1,17-16-15,26 0 16,16-26-16,1-60 16</inkml:trace>
  <inkml:trace contextRef="#ctx0" brushRef="#br0" timeOffset="31861">24111 8598 0,'0'0'0,"0"0"0,0 0 15,17 0-15,17 0 16,18 9 0,33 33-16,9 26 15,-9 26 1,-8 16 0,-34-8-16,-35-8 15,-33 25-15,-27 8 16,-41-8-1,-27-42-15,1-34 32,42-43-32,8-17 15,10-26-15,16-8 16,26 17-16,17 17 16,0 17-1,26 8 1,76 18-16,60 25 15,-8 17 1,51 0-16,-18-25 16,-41-18-1,-78-16-15</inkml:trace>
  <inkml:trace contextRef="#ctx0" brushRef="#br0" timeOffset="32528.24">27790 8479 0,'0'0'0,"0"0"15,0 0-15,17 0 16,17 8 0,17 9-16,0 0 15,-8-8 1,-17-1-16,-9 1 16,-9 8-16,-25 9 15,-34 16 1,-17 9-1,17 0-15,16-17 16,18-8-16,0-1 16,17 1-1,26 16-15,59 9 16,43 0 0,-34 0-16,-34-25 15,-17-1 1,-18 9-16,-8 0 15,-25 26 1,-52 25 0,-68 17-16,-9-26 15,35-16-15,34-26 16,42-8 0,26-18-1</inkml:trace>
  <inkml:trace contextRef="#ctx0" brushRef="#br0" timeOffset="33000.96">31076 10095 0,'0'0'0,"0"0"0,-9 0 16,1 25-1,-18 18-15,-17 16 16,-16 9 0,-27 9-16,1-1 0,17-16 15,25-17 1,26-18 0,8 9-1,44 17-15,50 17 16,17-17-16,35-17 15,25 0 1,-34-8-16,-43-18 16,-33 1-16,-18-18 31,-9 1-31,-16 8 16</inkml:trace>
  <inkml:trace contextRef="#ctx0" brushRef="#br0" timeOffset="33207.12">31357 10554 0,'-8'9'0,"-52"50"0,-42 60 16,16 43-16,18 33 15,17-67 1,34-86 0</inkml:trace>
  <inkml:trace contextRef="#ctx0" brushRef="#br0" timeOffset="33906.76">28438 14390 0,'0'0'0,"-8"0"0,-1 0 16,-16 17-1,-26 8-15,-18 26 16,-16 9-16,0-1 31,8-16-31,34-9 16,17-9-16,26 1 15,18-1 1,24 9 0,27 9-16,-18-1 15,-9 1-15,1 8 16,-17 8-1,-9 9-15,-9 34 16,-8 9 0,-17-9-1,-17-25-15,-26-26 16,1-17-16,7-17 16,27-9-1</inkml:trace>
  <inkml:trace contextRef="#ctx0" brushRef="#br0" timeOffset="34097.72">28507 14364 0,'0'0'0,"8"0"0,35 26 0,34 33 31,34 26-31,34 9 16,119 67-16</inkml:trace>
  <inkml:trace contextRef="#ctx0" brushRef="#br0" timeOffset="35231.37">21798 16090 0,'0'0'0,"0"-8"0,9-1 15,-1-8-15,-8-8 16,-8-1 0,-1 1-16,-8-1 15,-17-8 1,-9 17-16,-25 0 15,-17 17 1,-18 26-16,-16 33 16,-9 52-1,0 17-15,17 33 16,25-8-16,35 0 16,51 0-1,51-8 1,43-26-16,9-51 15,42-25-15,43-18 16,-35-42 0,-42-25-1,0-35-15,-17-25 16,-51 17 0,-35 17-16,-42-9 15,-60-8-15,-68 34 16,-9 34-1,-16 34-15,-18 17 32,43 0-32,76-17 15,52-8-15</inkml:trace>
  <inkml:trace contextRef="#ctx0" brushRef="#br0" timeOffset="37311.69">26202 12280 0,'0'0'0,"-8"0"0,-18 0 15,-42 26-15,-52 16 16,-33 27 0,-9 24-16,-1 26 15,18 17 1,34-17-16,26 26 16,34 42-1,34-34 1,34 26-16,51 16 15,43-67-15,-9-43 16,-25-43 0,34-16-1,43-26-15,-18-51 16,-25-51 0,-42-43-16,-18-33 15,-17-1 1,-25 17-16,-9 26 15,-9 0 1,-17-144-16</inkml:trace>
  <inkml:trace contextRef="#ctx0" brushRef="#br0" timeOffset="37809.62">26988 12204 0,'0'0'0,"0"0"0,0 0 16,0 0-16,25 17 16,9 0-1,17 0-15,26 8 16,26 1-1,-1-1-15,1 1 16,-35-1 0,-34 1-1,-8-9-15,-18 0 16,-42 43-16,-77 42 16,-51 25-1,8-25-15,1-17 16,50-34-1,52-34-15,34-8 16</inkml:trace>
  <inkml:trace contextRef="#ctx0" brushRef="#br0" timeOffset="38398.97">26245 15920 0,'-9'-8'0,"1"-1"0,-18-8 0,-16 0 15,-27 0 1,-33 26-16,-18 25 15,-8 34 1,17 34-16,-8 43 16,25 50-1,51-42-15,69 0 16,34 34 0,17-51-16,102-25 15,34-43 1,18-59-16,8-60 15,-18-69 1,18-24-16,-85 8 16,-34-34-1,-44 0-15,-41 8 16,-53 9 0,-75 0-16,-78 25 15,-128-25 1</inkml:trace>
  <inkml:trace contextRef="#ctx0" brushRef="#br0" timeOffset="39026.06">27756 16932 0,'-17'0'0,"-52"0"16,-76 9-16,9-9 15,42 8 1,-17 9-16,25 0 16,27 0-1,16 9 1,17 8-16,18 8 16,42 10-16,17-1 15,18 8 1,33 18-1,26-1-15,-17 1 16,-26-9 0,-25-9-16,-26-16 0,-25-18 15,-9 1 1,-43-9 0,-59 17-1,-1-9-15,26-16 0,-8-1 16,25-16-1,18-1 1,25-16-16,25-26 16,18-51-16,59-26 31,69-25-31,-1-8 16,-33 16-1,-69 85-15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49A25B-064F-4940-8CEE-34D7920B25F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DA96D1-356A-4D34-AE7A-0DFABF1C9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226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A8D94-701F-50B7-FF63-2391449835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1BD39A-A942-599F-149A-747401D546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5134E-8798-2A87-98AE-0B134785D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803DE-E5A1-A42D-17E0-52D8A15FE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8009D-BD52-D020-26A4-CCFF2596A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308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D3513-3DBF-F295-0635-A76FAD8F7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A398C-CAEC-53AA-8A8B-28B4B6EFE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2AEDF-9628-E07A-C6FB-A23F1B37D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D4231-DF5D-E75E-40A2-4490E3864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61DB8-8E9A-0329-3CC7-DD8BE3960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28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B190C-5088-0FD4-FA3D-07D222B9F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E2422D-2D16-CCA8-2A1C-E13A1E064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C9900-661D-64EA-83FB-0318C266A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F216F-818C-AE83-8D4F-42EC3C942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494A3-F80F-EC41-DDC0-726FC63A8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910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F6897-8ADC-82FB-24C1-148BB152C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07461-A71F-ECE6-AE85-5EA3DB5E18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D9E8EA-550B-F0DB-2472-AE2D0456E7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BA28DD-EC75-9F30-A7D3-C90A8D02D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3D4F3C-0167-D8D5-E58E-83645CE3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96DDF0-EBE9-4CB3-A532-8F8C26FCF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648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EBC21-07E8-90D6-8FD3-4B7809D35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8688B1-01DC-A6B4-1C44-C73416EC0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4004C5-4EEE-C9A3-0FFF-B154F5B9A8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C95CA1-99E7-80CC-FF66-5C2F259046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21CBD4-5851-D78F-5249-59CDD8C9BC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92F86E-5D21-865D-53AE-77B5C57EA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F5E5A8-7D51-605B-E276-A7A5B93FE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9E01F4-D4D9-E56F-9035-05E605811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87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3237B-2CFD-F0AF-D3E6-2FDD100A8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614118-0522-CF53-601D-265A3261E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CC46D9-B22E-C768-B35E-20DA33956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5D07EE-0E9C-EC8E-BAC0-7B8C9EFB5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616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BA0918-E285-61F1-EDAF-6B7FD149C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AFD855-6290-493F-81E4-A89E8DDED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BAA96-146F-BEF1-15D5-935C1B8E9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84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91D78-E109-DF5D-A589-413429D2A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91868-FB59-5D14-1BCA-C7C43F068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A2F535-BC7E-F5E2-864B-461F8404D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CFCF40-365C-13EE-4DB1-CC7C58586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858AA7-3077-1807-CEB8-2C0F27B4C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F74C30-07C1-3F35-E57B-30BFA71AB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316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81C30-49BA-398C-2DF8-B0736590C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C7B813-1595-60AF-F5B3-A0DAE66536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6402F2-AF70-21FD-1449-18CBF4C170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1982EC-DE32-4452-40AB-762F386AF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E76A50-D174-12CE-9CCD-74569685B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D79484-4128-5F97-59B5-3CF00D561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233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C0788-F665-F0AA-D34E-18CDC381E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D25BE1-D418-6610-B976-595A42D78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C710E-4740-E186-8004-9F098E4B8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57D91-6BF0-5F67-0BAA-BA3B5985E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EB95B-64CF-ED1B-895D-0C15FB84A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071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6B0D1A-0325-047A-3C56-DB7DC37D1F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2D4EC8-DF7A-722B-0985-B7E8ED8800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F5D96-5B5D-A0E1-6B7E-F894B33DE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1E58B-FD1B-5158-9002-DB7909020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6E6E6-5DB2-B08C-E98E-4CE4CABAB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940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FDEBFE-9C54-D45A-111D-948735AB4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F582E-F84E-411A-7F7A-D8EF87E1F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CE3F9-A152-FD27-1D1D-64A1C313F3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21D02-69CC-42C9-85CE-4F8B68ED22B8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F318D-9BE5-6E4A-1795-F02EED65F8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4FB82-C81E-722D-F23A-4047C60DB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621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.uw.edu/332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29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customXml" Target="../ink/ink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customXml" Target="../ink/ink11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customXml" Target="../ink/ink12.xml"/><Relationship Id="rId4" Type="http://schemas.openxmlformats.org/officeDocument/2006/relationships/image" Target="../media/image1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customXml" Target="../ink/ink13.xml"/><Relationship Id="rId4" Type="http://schemas.openxmlformats.org/officeDocument/2006/relationships/image" Target="../media/image1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customXml" Target="../ink/ink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2029F-F4C6-FDAD-6A00-4E30C8EE8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CSE 332 Winter 2026</a:t>
            </a:r>
            <a:br>
              <a:rPr lang="en-US" dirty="0"/>
            </a:br>
            <a:r>
              <a:rPr lang="en-US" dirty="0"/>
              <a:t>Lecture 15: Graphs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6019E-F067-13A3-DC5B-9F49CCFEF4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Nathan Brunelle</a:t>
            </a:r>
          </a:p>
          <a:p>
            <a:r>
              <a:rPr lang="en-US" dirty="0">
                <a:hlinkClick r:id="rId2"/>
              </a:rPr>
              <a:t>http://www.cs.uw.edu/332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30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Undirected Graphs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</a:t>
            </a:fld>
            <a:endParaRPr lang="en-US"/>
          </a:p>
        </p:txBody>
      </p:sp>
      <p:grpSp>
        <p:nvGrpSpPr>
          <p:cNvPr id="2070" name="Group 2069"/>
          <p:cNvGrpSpPr/>
          <p:nvPr/>
        </p:nvGrpSpPr>
        <p:grpSpPr>
          <a:xfrm>
            <a:off x="1524000" y="2625729"/>
            <a:ext cx="7044346" cy="3888478"/>
            <a:chOff x="0" y="3020093"/>
            <a:chExt cx="7044346" cy="3888478"/>
          </a:xfrm>
        </p:grpSpPr>
        <p:cxnSp>
          <p:nvCxnSpPr>
            <p:cNvPr id="17" name="Straight Connector 16"/>
            <p:cNvCxnSpPr>
              <a:stCxn id="5" idx="7"/>
              <a:endCxn id="44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>
              <a:stCxn id="44" idx="6"/>
              <a:endCxn id="48" idx="2"/>
            </p:cNvCxnSpPr>
            <p:nvPr/>
          </p:nvCxnSpPr>
          <p:spPr>
            <a:xfrm>
              <a:off x="2444286" y="3276727"/>
              <a:ext cx="1510213" cy="5239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>
              <a:stCxn id="5" idx="4"/>
              <a:endCxn id="45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>
              <a:stCxn id="47" idx="3"/>
              <a:endCxn id="45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>
              <a:stCxn id="50" idx="2"/>
              <a:endCxn id="45" idx="5"/>
            </p:cNvCxnSpPr>
            <p:nvPr/>
          </p:nvCxnSpPr>
          <p:spPr>
            <a:xfrm flipH="1" flipV="1">
              <a:off x="1477469" y="6086626"/>
              <a:ext cx="1369411" cy="5653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>
              <a:stCxn id="47" idx="5"/>
              <a:endCxn id="50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>
              <a:stCxn id="47" idx="7"/>
              <a:endCxn id="48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>
              <a:stCxn id="50" idx="6"/>
              <a:endCxn id="51" idx="3"/>
            </p:cNvCxnSpPr>
            <p:nvPr/>
          </p:nvCxnSpPr>
          <p:spPr>
            <a:xfrm flipV="1">
              <a:off x="3360148" y="6576771"/>
              <a:ext cx="1716185" cy="7516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>
              <a:stCxn id="51" idx="1"/>
              <a:endCxn id="48" idx="4"/>
            </p:cNvCxnSpPr>
            <p:nvPr/>
          </p:nvCxnSpPr>
          <p:spPr>
            <a:xfrm flipH="1" flipV="1">
              <a:off x="4211133" y="3585751"/>
              <a:ext cx="865200" cy="262808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>
              <a:stCxn id="54" idx="2"/>
              <a:endCxn id="48" idx="5"/>
            </p:cNvCxnSpPr>
            <p:nvPr/>
          </p:nvCxnSpPr>
          <p:spPr>
            <a:xfrm flipH="1" flipV="1">
              <a:off x="4392601" y="3510585"/>
              <a:ext cx="913997" cy="495205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>
              <a:stCxn id="51" idx="0"/>
              <a:endCxn id="54" idx="3"/>
            </p:cNvCxnSpPr>
            <p:nvPr/>
          </p:nvCxnSpPr>
          <p:spPr>
            <a:xfrm flipV="1">
              <a:off x="5257801" y="4187258"/>
              <a:ext cx="123963" cy="19514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>
              <a:stCxn id="53" idx="1"/>
              <a:endCxn id="54" idx="5"/>
            </p:cNvCxnSpPr>
            <p:nvPr/>
          </p:nvCxnSpPr>
          <p:spPr>
            <a:xfrm flipH="1" flipV="1">
              <a:off x="5744700" y="4187258"/>
              <a:ext cx="861544" cy="67486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>
              <a:stCxn id="53" idx="3"/>
              <a:endCxn id="51" idx="6"/>
            </p:cNvCxnSpPr>
            <p:nvPr/>
          </p:nvCxnSpPr>
          <p:spPr>
            <a:xfrm flipH="1">
              <a:off x="5514435" y="5225062"/>
              <a:ext cx="1091809" cy="117024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>
              <a:stCxn id="44" idx="4"/>
              <a:endCxn id="45" idx="0"/>
            </p:cNvCxnSpPr>
            <p:nvPr/>
          </p:nvCxnSpPr>
          <p:spPr>
            <a:xfrm flipH="1">
              <a:off x="1296001" y="3533361"/>
              <a:ext cx="891651" cy="211516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Oval 4"/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44" name="Oval 43"/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45" name="Oval 44"/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47" name="Oval 46"/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48" name="Oval 47"/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50" name="Oval 49"/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51" name="Oval 50"/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53" name="Oval 52"/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54" name="Oval 53"/>
            <p:cNvSpPr/>
            <p:nvPr/>
          </p:nvSpPr>
          <p:spPr>
            <a:xfrm>
              <a:off x="5306598" y="3749156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67" name="TextBox 2066"/>
              <p:cNvSpPr txBox="1"/>
              <p:nvPr/>
            </p:nvSpPr>
            <p:spPr>
              <a:xfrm>
                <a:off x="3976310" y="1295402"/>
                <a:ext cx="4802981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000" dirty="0"/>
                  <a:t>Definition: </a:t>
                </a:r>
                <a14:m>
                  <m:oMath xmlns:m="http://schemas.openxmlformats.org/officeDocument/2006/math">
                    <m:r>
                      <a:rPr lang="en-US" sz="4000" i="1">
                        <a:latin typeface="Cambria Math"/>
                      </a:rPr>
                      <m:t>𝐺</m:t>
                    </m:r>
                    <m:r>
                      <a:rPr lang="en-US" sz="4000" i="1">
                        <a:latin typeface="Cambria Math"/>
                      </a:rPr>
                      <m:t>=(</m:t>
                    </m:r>
                    <m:r>
                      <a:rPr lang="en-US" sz="4000" i="1">
                        <a:solidFill>
                          <a:srgbClr val="0070C0"/>
                        </a:solidFill>
                        <a:latin typeface="Cambria Math"/>
                      </a:rPr>
                      <m:t>𝑉</m:t>
                    </m:r>
                    <m:r>
                      <a:rPr lang="en-US" sz="4000" i="1">
                        <a:latin typeface="Cambria Math"/>
                      </a:rPr>
                      <m:t>,</m:t>
                    </m:r>
                    <m:r>
                      <a:rPr lang="en-US" sz="4000" i="1">
                        <a:solidFill>
                          <a:srgbClr val="FF0000"/>
                        </a:solidFill>
                        <a:latin typeface="Cambria Math"/>
                      </a:rPr>
                      <m:t>𝐸</m:t>
                    </m:r>
                    <m:r>
                      <a:rPr lang="en-US" sz="4000" i="1">
                        <a:latin typeface="Cambria Math"/>
                      </a:rPr>
                      <m:t>)</m:t>
                    </m:r>
                  </m:oMath>
                </a14:m>
                <a:endParaRPr lang="en-US" sz="4000" dirty="0"/>
              </a:p>
            </p:txBody>
          </p:sp>
        </mc:Choice>
        <mc:Fallback xmlns="">
          <p:sp>
            <p:nvSpPr>
              <p:cNvPr id="2067" name="TextBox 20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6310" y="1295402"/>
                <a:ext cx="4802981" cy="707886"/>
              </a:xfrm>
              <a:prstGeom prst="rect">
                <a:avLst/>
              </a:prstGeom>
              <a:blipFill>
                <a:blip r:embed="rId2"/>
                <a:stretch>
                  <a:fillRect l="-4222" t="-12281" r="-2111" b="-36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68" name="TextBox 2067"/>
          <p:cNvSpPr txBox="1"/>
          <p:nvPr/>
        </p:nvSpPr>
        <p:spPr>
          <a:xfrm>
            <a:off x="6639846" y="1058920"/>
            <a:ext cx="20977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Vertices/Nodes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990052" y="1847846"/>
            <a:ext cx="9085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Edges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69" name="TextBox 2068"/>
              <p:cNvSpPr txBox="1"/>
              <p:nvPr/>
            </p:nvSpPr>
            <p:spPr>
              <a:xfrm>
                <a:off x="7322224" y="2514600"/>
                <a:ext cx="26516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𝑉</m:t>
                      </m:r>
                      <m:r>
                        <a:rPr lang="en-US" sz="200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={1,2,3,4,5,6,7,8,9}</m:t>
                      </m:r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069" name="TextBox 20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2224" y="2514600"/>
                <a:ext cx="2651623" cy="400110"/>
              </a:xfrm>
              <a:prstGeom prst="rect">
                <a:avLst/>
              </a:prstGeom>
              <a:blipFill>
                <a:blip r:embed="rId3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/>
              <p:cNvSpPr txBox="1"/>
              <p:nvPr/>
            </p:nvSpPr>
            <p:spPr>
              <a:xfrm>
                <a:off x="7315200" y="2939326"/>
                <a:ext cx="312047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𝐸</m:t>
                      </m:r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={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2,3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,(1,3)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/>
                        </a:rPr>
                        <m:t>,…}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3" name="TextBox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0" y="2939326"/>
                <a:ext cx="3120470" cy="400110"/>
              </a:xfrm>
              <a:prstGeom prst="rect">
                <a:avLst/>
              </a:prstGeom>
              <a:blipFill>
                <a:blip r:embed="rId4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3147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Directed Graphs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67" name="TextBox 2066"/>
              <p:cNvSpPr txBox="1"/>
              <p:nvPr/>
            </p:nvSpPr>
            <p:spPr>
              <a:xfrm>
                <a:off x="3976310" y="1295402"/>
                <a:ext cx="4802981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000" dirty="0"/>
                  <a:t>Definition: </a:t>
                </a:r>
                <a14:m>
                  <m:oMath xmlns:m="http://schemas.openxmlformats.org/officeDocument/2006/math">
                    <m:r>
                      <a:rPr lang="en-US" sz="4000" i="1">
                        <a:latin typeface="Cambria Math"/>
                      </a:rPr>
                      <m:t>𝐺</m:t>
                    </m:r>
                    <m:r>
                      <a:rPr lang="en-US" sz="4000" i="1">
                        <a:latin typeface="Cambria Math"/>
                      </a:rPr>
                      <m:t>=(</m:t>
                    </m:r>
                    <m:r>
                      <a:rPr lang="en-US" sz="4000" i="1">
                        <a:solidFill>
                          <a:srgbClr val="0070C0"/>
                        </a:solidFill>
                        <a:latin typeface="Cambria Math"/>
                      </a:rPr>
                      <m:t>𝑉</m:t>
                    </m:r>
                    <m:r>
                      <a:rPr lang="en-US" sz="4000" i="1">
                        <a:latin typeface="Cambria Math"/>
                      </a:rPr>
                      <m:t>,</m:t>
                    </m:r>
                    <m:r>
                      <a:rPr lang="en-US" sz="4000" i="1">
                        <a:solidFill>
                          <a:srgbClr val="FF0000"/>
                        </a:solidFill>
                        <a:latin typeface="Cambria Math"/>
                      </a:rPr>
                      <m:t>𝐸</m:t>
                    </m:r>
                    <m:r>
                      <a:rPr lang="en-US" sz="4000" i="1">
                        <a:latin typeface="Cambria Math"/>
                      </a:rPr>
                      <m:t>)</m:t>
                    </m:r>
                  </m:oMath>
                </a14:m>
                <a:endParaRPr lang="en-US" sz="4000" dirty="0"/>
              </a:p>
            </p:txBody>
          </p:sp>
        </mc:Choice>
        <mc:Fallback xmlns="">
          <p:sp>
            <p:nvSpPr>
              <p:cNvPr id="2067" name="TextBox 20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6310" y="1295402"/>
                <a:ext cx="4802981" cy="707886"/>
              </a:xfrm>
              <a:prstGeom prst="rect">
                <a:avLst/>
              </a:prstGeom>
              <a:blipFill>
                <a:blip r:embed="rId2"/>
                <a:stretch>
                  <a:fillRect l="-4222" t="-12281" r="-2111" b="-36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68" name="TextBox 2067"/>
          <p:cNvSpPr txBox="1"/>
          <p:nvPr/>
        </p:nvSpPr>
        <p:spPr>
          <a:xfrm>
            <a:off x="6639846" y="1058920"/>
            <a:ext cx="20977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Vertices/Nodes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990052" y="1847846"/>
            <a:ext cx="9085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Edges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69" name="TextBox 2068"/>
              <p:cNvSpPr txBox="1"/>
              <p:nvPr/>
            </p:nvSpPr>
            <p:spPr>
              <a:xfrm>
                <a:off x="7322224" y="2514600"/>
                <a:ext cx="26516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𝑉</m:t>
                      </m:r>
                      <m:r>
                        <a:rPr lang="en-US" sz="200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={1,2,3,4,5,6,7,8,9}</m:t>
                      </m:r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069" name="TextBox 20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2224" y="2514600"/>
                <a:ext cx="2651623" cy="400110"/>
              </a:xfrm>
              <a:prstGeom prst="rect">
                <a:avLst/>
              </a:prstGeom>
              <a:blipFill>
                <a:blip r:embed="rId3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/>
              <p:cNvSpPr txBox="1"/>
              <p:nvPr/>
            </p:nvSpPr>
            <p:spPr>
              <a:xfrm>
                <a:off x="7315200" y="2939326"/>
                <a:ext cx="312047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𝐸</m:t>
                      </m:r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={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2,3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,(1,3)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/>
                        </a:rPr>
                        <m:t>,…}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3" name="TextBox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0" y="2939326"/>
                <a:ext cx="3120470" cy="400110"/>
              </a:xfrm>
              <a:prstGeom prst="rect">
                <a:avLst/>
              </a:prstGeom>
              <a:blipFill>
                <a:blip r:embed="rId4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3D4F64E0-3961-CFDA-3271-06B48D4D0B4D}"/>
              </a:ext>
            </a:extLst>
          </p:cNvPr>
          <p:cNvGrpSpPr/>
          <p:nvPr/>
        </p:nvGrpSpPr>
        <p:grpSpPr>
          <a:xfrm>
            <a:off x="1524000" y="2625729"/>
            <a:ext cx="7044346" cy="3888478"/>
            <a:chOff x="1524000" y="2625729"/>
            <a:chExt cx="7044346" cy="3888478"/>
          </a:xfrm>
        </p:grpSpPr>
        <p:grpSp>
          <p:nvGrpSpPr>
            <p:cNvPr id="2070" name="Group 2069"/>
            <p:cNvGrpSpPr/>
            <p:nvPr/>
          </p:nvGrpSpPr>
          <p:grpSpPr>
            <a:xfrm>
              <a:off x="1524000" y="2625729"/>
              <a:ext cx="7044346" cy="3888478"/>
              <a:chOff x="0" y="3020093"/>
              <a:chExt cx="7044346" cy="3888478"/>
            </a:xfrm>
          </p:grpSpPr>
          <p:cxnSp>
            <p:nvCxnSpPr>
              <p:cNvPr id="17" name="Straight Connector 16"/>
              <p:cNvCxnSpPr>
                <a:stCxn id="5" idx="7"/>
                <a:endCxn id="44" idx="2"/>
              </p:cNvCxnSpPr>
              <p:nvPr/>
            </p:nvCxnSpPr>
            <p:spPr>
              <a:xfrm flipV="1">
                <a:off x="438102" y="3276727"/>
                <a:ext cx="1492916" cy="962604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>
                <a:stCxn id="44" idx="6"/>
                <a:endCxn id="48" idx="2"/>
              </p:cNvCxnSpPr>
              <p:nvPr/>
            </p:nvCxnSpPr>
            <p:spPr>
              <a:xfrm>
                <a:off x="2444286" y="3276727"/>
                <a:ext cx="1510213" cy="52390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>
                <a:stCxn id="5" idx="4"/>
                <a:endCxn id="45" idx="1"/>
              </p:cNvCxnSpPr>
              <p:nvPr/>
            </p:nvCxnSpPr>
            <p:spPr>
              <a:xfrm>
                <a:off x="256634" y="4677433"/>
                <a:ext cx="857899" cy="1046257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>
                <a:stCxn id="47" idx="3"/>
                <a:endCxn id="45" idx="7"/>
              </p:cNvCxnSpPr>
              <p:nvPr/>
            </p:nvCxnSpPr>
            <p:spPr>
              <a:xfrm flipH="1">
                <a:off x="1477469" y="4930617"/>
                <a:ext cx="1172042" cy="793073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>
                <a:stCxn id="50" idx="2"/>
                <a:endCxn id="45" idx="5"/>
              </p:cNvCxnSpPr>
              <p:nvPr/>
            </p:nvCxnSpPr>
            <p:spPr>
              <a:xfrm flipH="1" flipV="1">
                <a:off x="1477469" y="6086626"/>
                <a:ext cx="1369411" cy="56531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>
                <a:stCxn id="47" idx="5"/>
                <a:endCxn id="50" idx="0"/>
              </p:cNvCxnSpPr>
              <p:nvPr/>
            </p:nvCxnSpPr>
            <p:spPr>
              <a:xfrm>
                <a:off x="3012447" y="4930617"/>
                <a:ext cx="91067" cy="146468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>
                <a:stCxn id="47" idx="7"/>
                <a:endCxn id="48" idx="3"/>
              </p:cNvCxnSpPr>
              <p:nvPr/>
            </p:nvCxnSpPr>
            <p:spPr>
              <a:xfrm flipV="1">
                <a:off x="3012447" y="3510585"/>
                <a:ext cx="1017218" cy="105709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>
                <a:stCxn id="50" idx="6"/>
                <a:endCxn id="51" idx="3"/>
              </p:cNvCxnSpPr>
              <p:nvPr/>
            </p:nvCxnSpPr>
            <p:spPr>
              <a:xfrm flipV="1">
                <a:off x="3360148" y="6576771"/>
                <a:ext cx="1716185" cy="7516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>
                <a:stCxn id="51" idx="1"/>
                <a:endCxn id="48" idx="4"/>
              </p:cNvCxnSpPr>
              <p:nvPr/>
            </p:nvCxnSpPr>
            <p:spPr>
              <a:xfrm flipH="1" flipV="1">
                <a:off x="4211133" y="3585751"/>
                <a:ext cx="865200" cy="2628084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>
                <a:stCxn id="54" idx="2"/>
                <a:endCxn id="48" idx="5"/>
              </p:cNvCxnSpPr>
              <p:nvPr/>
            </p:nvCxnSpPr>
            <p:spPr>
              <a:xfrm flipH="1" flipV="1">
                <a:off x="4392601" y="3510585"/>
                <a:ext cx="913997" cy="495205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>
                <a:stCxn id="51" idx="0"/>
                <a:endCxn id="54" idx="3"/>
              </p:cNvCxnSpPr>
              <p:nvPr/>
            </p:nvCxnSpPr>
            <p:spPr>
              <a:xfrm flipV="1">
                <a:off x="5257801" y="4187258"/>
                <a:ext cx="123963" cy="195141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>
                <a:stCxn id="53" idx="1"/>
                <a:endCxn id="54" idx="5"/>
              </p:cNvCxnSpPr>
              <p:nvPr/>
            </p:nvCxnSpPr>
            <p:spPr>
              <a:xfrm flipH="1" flipV="1">
                <a:off x="5744700" y="4187258"/>
                <a:ext cx="861544" cy="674868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>
                <a:stCxn id="53" idx="3"/>
                <a:endCxn id="51" idx="6"/>
              </p:cNvCxnSpPr>
              <p:nvPr/>
            </p:nvCxnSpPr>
            <p:spPr>
              <a:xfrm flipH="1">
                <a:off x="5514435" y="5225062"/>
                <a:ext cx="1091809" cy="117024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>
                <a:stCxn id="44" idx="4"/>
                <a:endCxn id="45" idx="0"/>
              </p:cNvCxnSpPr>
              <p:nvPr/>
            </p:nvCxnSpPr>
            <p:spPr>
              <a:xfrm flipH="1">
                <a:off x="1296001" y="3533361"/>
                <a:ext cx="891651" cy="2115163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" name="Oval 4"/>
              <p:cNvSpPr/>
              <p:nvPr/>
            </p:nvSpPr>
            <p:spPr>
              <a:xfrm>
                <a:off x="0" y="4164165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44" name="Oval 43"/>
              <p:cNvSpPr/>
              <p:nvPr/>
            </p:nvSpPr>
            <p:spPr>
              <a:xfrm>
                <a:off x="1931018" y="302009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45" name="Oval 44"/>
              <p:cNvSpPr/>
              <p:nvPr/>
            </p:nvSpPr>
            <p:spPr>
              <a:xfrm>
                <a:off x="1039367" y="5648524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47" name="Oval 46"/>
              <p:cNvSpPr/>
              <p:nvPr/>
            </p:nvSpPr>
            <p:spPr>
              <a:xfrm>
                <a:off x="2574345" y="4492515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</a:p>
            </p:txBody>
          </p:sp>
          <p:sp>
            <p:nvSpPr>
              <p:cNvPr id="48" name="Oval 47"/>
              <p:cNvSpPr/>
              <p:nvPr/>
            </p:nvSpPr>
            <p:spPr>
              <a:xfrm>
                <a:off x="3954499" y="307248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5</a:t>
                </a:r>
              </a:p>
            </p:txBody>
          </p:sp>
          <p:sp>
            <p:nvSpPr>
              <p:cNvPr id="50" name="Oval 49"/>
              <p:cNvSpPr/>
              <p:nvPr/>
            </p:nvSpPr>
            <p:spPr>
              <a:xfrm>
                <a:off x="2846880" y="639530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6</a:t>
                </a:r>
              </a:p>
            </p:txBody>
          </p:sp>
          <p:sp>
            <p:nvSpPr>
              <p:cNvPr id="51" name="Oval 50"/>
              <p:cNvSpPr/>
              <p:nvPr/>
            </p:nvSpPr>
            <p:spPr>
              <a:xfrm>
                <a:off x="5001167" y="6138669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  <p:sp>
            <p:nvSpPr>
              <p:cNvPr id="53" name="Oval 52"/>
              <p:cNvSpPr/>
              <p:nvPr/>
            </p:nvSpPr>
            <p:spPr>
              <a:xfrm>
                <a:off x="6531078" y="4786960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9</a:t>
                </a:r>
              </a:p>
            </p:txBody>
          </p:sp>
          <p:sp>
            <p:nvSpPr>
              <p:cNvPr id="54" name="Oval 53"/>
              <p:cNvSpPr/>
              <p:nvPr/>
            </p:nvSpPr>
            <p:spPr>
              <a:xfrm>
                <a:off x="5306598" y="3749156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</p:grp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05017AB7-164A-F3E8-2283-B6D8043EC3F1}"/>
                </a:ext>
              </a:extLst>
            </p:cNvPr>
            <p:cNvCxnSpPr>
              <a:cxnSpLocks/>
              <a:stCxn id="51" idx="7"/>
              <a:endCxn id="54" idx="4"/>
            </p:cNvCxnSpPr>
            <p:nvPr/>
          </p:nvCxnSpPr>
          <p:spPr>
            <a:xfrm flipV="1">
              <a:off x="6963269" y="3868060"/>
              <a:ext cx="123963" cy="1951411"/>
            </a:xfrm>
            <a:prstGeom prst="line">
              <a:avLst/>
            </a:prstGeom>
            <a:ln w="571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F03C30C-4DA2-F5A0-18BB-7C9D45A12607}"/>
                </a:ext>
              </a:extLst>
            </p:cNvPr>
            <p:cNvCxnSpPr>
              <a:cxnSpLocks/>
              <a:stCxn id="50" idx="3"/>
              <a:endCxn id="45" idx="4"/>
            </p:cNvCxnSpPr>
            <p:nvPr/>
          </p:nvCxnSpPr>
          <p:spPr>
            <a:xfrm flipH="1" flipV="1">
              <a:off x="2820001" y="5767428"/>
              <a:ext cx="1626045" cy="671613"/>
            </a:xfrm>
            <a:prstGeom prst="line">
              <a:avLst/>
            </a:prstGeom>
            <a:ln w="5715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398749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Weighted Graphs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4</a:t>
            </a:fld>
            <a:endParaRPr lang="en-US"/>
          </a:p>
        </p:txBody>
      </p:sp>
      <p:grpSp>
        <p:nvGrpSpPr>
          <p:cNvPr id="2070" name="Group 2069"/>
          <p:cNvGrpSpPr/>
          <p:nvPr/>
        </p:nvGrpSpPr>
        <p:grpSpPr>
          <a:xfrm>
            <a:off x="1524000" y="2743200"/>
            <a:ext cx="7044346" cy="4072018"/>
            <a:chOff x="0" y="2862182"/>
            <a:chExt cx="7044346" cy="4072018"/>
          </a:xfrm>
        </p:grpSpPr>
        <p:cxnSp>
          <p:nvCxnSpPr>
            <p:cNvPr id="17" name="Straight Connector 16"/>
            <p:cNvCxnSpPr>
              <a:stCxn id="5" idx="7"/>
              <a:endCxn id="44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>
              <a:stCxn id="44" idx="6"/>
              <a:endCxn id="48" idx="2"/>
            </p:cNvCxnSpPr>
            <p:nvPr/>
          </p:nvCxnSpPr>
          <p:spPr>
            <a:xfrm>
              <a:off x="2444286" y="3276727"/>
              <a:ext cx="1510213" cy="5239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>
              <a:stCxn id="5" idx="4"/>
              <a:endCxn id="45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>
              <a:stCxn id="47" idx="3"/>
              <a:endCxn id="45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>
              <a:stCxn id="50" idx="2"/>
              <a:endCxn id="45" idx="5"/>
            </p:cNvCxnSpPr>
            <p:nvPr/>
          </p:nvCxnSpPr>
          <p:spPr>
            <a:xfrm flipH="1" flipV="1">
              <a:off x="1477469" y="6086626"/>
              <a:ext cx="1369411" cy="5653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>
              <a:stCxn id="47" idx="5"/>
              <a:endCxn id="50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>
              <a:stCxn id="47" idx="7"/>
              <a:endCxn id="48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>
              <a:stCxn id="50" idx="6"/>
              <a:endCxn id="51" idx="3"/>
            </p:cNvCxnSpPr>
            <p:nvPr/>
          </p:nvCxnSpPr>
          <p:spPr>
            <a:xfrm flipV="1">
              <a:off x="3360148" y="6576771"/>
              <a:ext cx="1716185" cy="7516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>
              <a:stCxn id="51" idx="1"/>
              <a:endCxn id="48" idx="4"/>
            </p:cNvCxnSpPr>
            <p:nvPr/>
          </p:nvCxnSpPr>
          <p:spPr>
            <a:xfrm flipH="1" flipV="1">
              <a:off x="4211133" y="3585751"/>
              <a:ext cx="865200" cy="262808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>
              <a:stCxn id="54" idx="2"/>
              <a:endCxn id="48" idx="5"/>
            </p:cNvCxnSpPr>
            <p:nvPr/>
          </p:nvCxnSpPr>
          <p:spPr>
            <a:xfrm flipH="1" flipV="1">
              <a:off x="4392601" y="3510585"/>
              <a:ext cx="913997" cy="495205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>
              <a:stCxn id="51" idx="0"/>
              <a:endCxn id="54" idx="3"/>
            </p:cNvCxnSpPr>
            <p:nvPr/>
          </p:nvCxnSpPr>
          <p:spPr>
            <a:xfrm flipV="1">
              <a:off x="5257801" y="4187258"/>
              <a:ext cx="123963" cy="19514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>
              <a:stCxn id="53" idx="1"/>
              <a:endCxn id="54" idx="5"/>
            </p:cNvCxnSpPr>
            <p:nvPr/>
          </p:nvCxnSpPr>
          <p:spPr>
            <a:xfrm flipH="1" flipV="1">
              <a:off x="5744700" y="4187258"/>
              <a:ext cx="861544" cy="67486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>
              <a:stCxn id="53" idx="3"/>
              <a:endCxn id="51" idx="6"/>
            </p:cNvCxnSpPr>
            <p:nvPr/>
          </p:nvCxnSpPr>
          <p:spPr>
            <a:xfrm flipH="1">
              <a:off x="5514435" y="5225062"/>
              <a:ext cx="1091809" cy="117024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57" name="TextBox 2056"/>
            <p:cNvSpPr txBox="1"/>
            <p:nvPr/>
          </p:nvSpPr>
          <p:spPr>
            <a:xfrm>
              <a:off x="886366" y="3331447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10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6095562" y="409903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2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3895875" y="65648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6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6047348" y="590515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11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5004912" y="471724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4119679" y="446277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5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4582463" y="32991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8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3058462" y="554633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3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3064048" y="385317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2051034" y="522425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3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1885966" y="640439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2830979" y="286218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8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256634" y="5096525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12</a:t>
              </a:r>
            </a:p>
          </p:txBody>
        </p:sp>
        <p:cxnSp>
          <p:nvCxnSpPr>
            <p:cNvPr id="69" name="Straight Connector 68"/>
            <p:cNvCxnSpPr>
              <a:stCxn id="44" idx="4"/>
              <a:endCxn id="45" idx="0"/>
            </p:cNvCxnSpPr>
            <p:nvPr/>
          </p:nvCxnSpPr>
          <p:spPr>
            <a:xfrm flipH="1">
              <a:off x="1296001" y="3533361"/>
              <a:ext cx="891651" cy="211516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1"/>
            <p:cNvSpPr txBox="1"/>
            <p:nvPr/>
          </p:nvSpPr>
          <p:spPr>
            <a:xfrm>
              <a:off x="1414258" y="426242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44" name="Oval 43"/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45" name="Oval 44"/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47" name="Oval 46"/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48" name="Oval 47"/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50" name="Oval 49"/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51" name="Oval 50"/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53" name="Oval 52"/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54" name="Oval 53"/>
            <p:cNvSpPr/>
            <p:nvPr/>
          </p:nvSpPr>
          <p:spPr>
            <a:xfrm>
              <a:off x="5306598" y="3749156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67" name="TextBox 2066"/>
              <p:cNvSpPr txBox="1"/>
              <p:nvPr/>
            </p:nvSpPr>
            <p:spPr>
              <a:xfrm>
                <a:off x="3976310" y="1295402"/>
                <a:ext cx="4802981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000" dirty="0"/>
                  <a:t>Definition: </a:t>
                </a:r>
                <a14:m>
                  <m:oMath xmlns:m="http://schemas.openxmlformats.org/officeDocument/2006/math">
                    <m:r>
                      <a:rPr lang="en-US" sz="4000" i="1">
                        <a:latin typeface="Cambria Math"/>
                      </a:rPr>
                      <m:t>𝐺</m:t>
                    </m:r>
                    <m:r>
                      <a:rPr lang="en-US" sz="4000" i="1">
                        <a:latin typeface="Cambria Math"/>
                      </a:rPr>
                      <m:t>=(</m:t>
                    </m:r>
                    <m:r>
                      <a:rPr lang="en-US" sz="4000" i="1">
                        <a:solidFill>
                          <a:srgbClr val="0070C0"/>
                        </a:solidFill>
                        <a:latin typeface="Cambria Math"/>
                      </a:rPr>
                      <m:t>𝑉</m:t>
                    </m:r>
                    <m:r>
                      <a:rPr lang="en-US" sz="4000" i="1">
                        <a:latin typeface="Cambria Math"/>
                      </a:rPr>
                      <m:t>,</m:t>
                    </m:r>
                    <m:r>
                      <a:rPr lang="en-US" sz="4000" i="1">
                        <a:solidFill>
                          <a:srgbClr val="FF0000"/>
                        </a:solidFill>
                        <a:latin typeface="Cambria Math"/>
                      </a:rPr>
                      <m:t>𝐸</m:t>
                    </m:r>
                    <m:r>
                      <a:rPr lang="en-US" sz="4000" i="1">
                        <a:latin typeface="Cambria Math"/>
                      </a:rPr>
                      <m:t>)</m:t>
                    </m:r>
                  </m:oMath>
                </a14:m>
                <a:endParaRPr lang="en-US" sz="4000" dirty="0"/>
              </a:p>
            </p:txBody>
          </p:sp>
        </mc:Choice>
        <mc:Fallback xmlns="">
          <p:sp>
            <p:nvSpPr>
              <p:cNvPr id="2067" name="TextBox 20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6310" y="1295402"/>
                <a:ext cx="4802981" cy="707886"/>
              </a:xfrm>
              <a:prstGeom prst="rect">
                <a:avLst/>
              </a:prstGeom>
              <a:blipFill>
                <a:blip r:embed="rId2"/>
                <a:stretch>
                  <a:fillRect l="-4222" t="-12281" r="-2111" b="-36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68" name="TextBox 2067"/>
          <p:cNvSpPr txBox="1"/>
          <p:nvPr/>
        </p:nvSpPr>
        <p:spPr>
          <a:xfrm>
            <a:off x="6639846" y="1058920"/>
            <a:ext cx="20977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Vertices/Nodes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990052" y="1847846"/>
            <a:ext cx="9085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Edges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2496650" y="1981200"/>
                <a:ext cx="5047151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00B050"/>
                        </a:solidFill>
                        <a:latin typeface="Cambria Math"/>
                      </a:rPr>
                      <m:t>𝑤</m:t>
                    </m:r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𝑒</m:t>
                        </m:r>
                      </m:e>
                    </m:d>
                    <m:r>
                      <a:rPr lang="en-US" sz="3200" i="1">
                        <a:latin typeface="Cambria Math"/>
                      </a:rPr>
                      <m:t>=</m:t>
                    </m:r>
                  </m:oMath>
                </a14:m>
                <a:r>
                  <a:rPr lang="en-US" sz="4000" dirty="0"/>
                  <a:t> </a:t>
                </a:r>
                <a:r>
                  <a:rPr lang="en-US" sz="4000" dirty="0">
                    <a:solidFill>
                      <a:srgbClr val="00B050"/>
                    </a:solidFill>
                  </a:rPr>
                  <a:t>weight</a:t>
                </a:r>
                <a:r>
                  <a:rPr lang="en-US" sz="4000" dirty="0"/>
                  <a:t> of </a:t>
                </a:r>
                <a:r>
                  <a:rPr lang="en-US" sz="4000" dirty="0">
                    <a:solidFill>
                      <a:srgbClr val="FF0000"/>
                    </a:solidFill>
                  </a:rPr>
                  <a:t>edge </a:t>
                </a:r>
                <a14:m>
                  <m:oMath xmlns:m="http://schemas.openxmlformats.org/officeDocument/2006/math">
                    <m:r>
                      <a:rPr lang="en-US" sz="4000" i="1" dirty="0">
                        <a:solidFill>
                          <a:srgbClr val="FF0000"/>
                        </a:solidFill>
                        <a:latin typeface="Cambria Math"/>
                      </a:rPr>
                      <m:t>𝑒</m:t>
                    </m:r>
                  </m:oMath>
                </a14:m>
                <a:endParaRPr lang="en-US" sz="4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6650" y="1981200"/>
                <a:ext cx="5047151" cy="707886"/>
              </a:xfrm>
              <a:prstGeom prst="rect">
                <a:avLst/>
              </a:prstGeom>
              <a:blipFill>
                <a:blip r:embed="rId3"/>
                <a:stretch>
                  <a:fillRect l="-251" t="-14286" b="-3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69" name="TextBox 2068"/>
              <p:cNvSpPr txBox="1"/>
              <p:nvPr/>
            </p:nvSpPr>
            <p:spPr>
              <a:xfrm>
                <a:off x="7322224" y="2789982"/>
                <a:ext cx="26516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𝑉</m:t>
                      </m:r>
                      <m:r>
                        <a:rPr lang="en-US" sz="200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={1,2,3,4,5,6,7,8,9}</m:t>
                      </m:r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069" name="TextBox 20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2224" y="2789982"/>
                <a:ext cx="2651623" cy="400110"/>
              </a:xfrm>
              <a:prstGeom prst="rect">
                <a:avLst/>
              </a:prstGeom>
              <a:blipFill>
                <a:blip r:embed="rId4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/>
              <p:cNvSpPr txBox="1"/>
              <p:nvPr/>
            </p:nvSpPr>
            <p:spPr>
              <a:xfrm>
                <a:off x="7315200" y="3214708"/>
                <a:ext cx="312047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𝐸</m:t>
                      </m:r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={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2,3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,(1,3)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/>
                        </a:rPr>
                        <m:t>,…}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3" name="TextBox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0" y="3214708"/>
                <a:ext cx="3120470" cy="400110"/>
              </a:xfrm>
              <a:prstGeom prst="rect">
                <a:avLst/>
              </a:prstGeom>
              <a:blipFill>
                <a:blip r:embed="rId5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5300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61270-E0F8-A2B4-DC31-E1498BB47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Graph Terms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15C73-AF4A-DFE5-A3D1-D1EC818DC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7367570" cy="4525963"/>
          </a:xfrm>
        </p:spPr>
        <p:txBody>
          <a:bodyPr>
            <a:normAutofit/>
          </a:bodyPr>
          <a:lstStyle/>
          <a:p>
            <a:r>
              <a:rPr lang="en-US" dirty="0"/>
              <a:t>Adjacent/Neighbors</a:t>
            </a:r>
          </a:p>
          <a:p>
            <a:pPr lvl="1"/>
            <a:r>
              <a:rPr lang="en-US" dirty="0"/>
              <a:t>Nodes are adjacent/neighbors if they share an edge</a:t>
            </a:r>
          </a:p>
          <a:p>
            <a:r>
              <a:rPr lang="en-US" dirty="0"/>
              <a:t>Degree</a:t>
            </a:r>
          </a:p>
          <a:p>
            <a:pPr lvl="1"/>
            <a:r>
              <a:rPr lang="en-US" dirty="0"/>
              <a:t>Number of edges “touching” a vertex</a:t>
            </a:r>
          </a:p>
          <a:p>
            <a:r>
              <a:rPr lang="en-US" dirty="0"/>
              <a:t>Indegree</a:t>
            </a:r>
          </a:p>
          <a:p>
            <a:pPr lvl="1"/>
            <a:r>
              <a:rPr lang="en-US" dirty="0"/>
              <a:t>Number of incoming edges</a:t>
            </a:r>
          </a:p>
          <a:p>
            <a:r>
              <a:rPr lang="en-US" dirty="0"/>
              <a:t>Outdegree</a:t>
            </a:r>
          </a:p>
          <a:p>
            <a:pPr lvl="1"/>
            <a:r>
              <a:rPr lang="en-US" dirty="0"/>
              <a:t>Number of outgoing edges</a:t>
            </a:r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77077EB-8563-0C5E-9AF2-6FB42457C3F5}"/>
              </a:ext>
            </a:extLst>
          </p:cNvPr>
          <p:cNvGrpSpPr/>
          <p:nvPr/>
        </p:nvGrpSpPr>
        <p:grpSpPr>
          <a:xfrm>
            <a:off x="7848600" y="846138"/>
            <a:ext cx="4301146" cy="2374232"/>
            <a:chOff x="0" y="3020093"/>
            <a:chExt cx="7044346" cy="3888478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91C421F4-A457-DB86-1FD3-32D14A13BE0A}"/>
                </a:ext>
              </a:extLst>
            </p:cNvPr>
            <p:cNvCxnSpPr>
              <a:stCxn id="19" idx="7"/>
              <a:endCxn id="20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6D50B3-9D94-894A-AEF4-03C92A6437D5}"/>
                </a:ext>
              </a:extLst>
            </p:cNvPr>
            <p:cNvCxnSpPr>
              <a:stCxn id="20" idx="6"/>
              <a:endCxn id="23" idx="2"/>
            </p:cNvCxnSpPr>
            <p:nvPr/>
          </p:nvCxnSpPr>
          <p:spPr>
            <a:xfrm>
              <a:off x="2444286" y="3276727"/>
              <a:ext cx="1510213" cy="5239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6F2AEC7-7C95-AF77-5085-BC18C20FED6C}"/>
                </a:ext>
              </a:extLst>
            </p:cNvPr>
            <p:cNvCxnSpPr>
              <a:stCxn id="19" idx="4"/>
              <a:endCxn id="21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D91F591-A554-8D39-D9B1-E0EE5E18BBEA}"/>
                </a:ext>
              </a:extLst>
            </p:cNvPr>
            <p:cNvCxnSpPr>
              <a:stCxn id="22" idx="3"/>
              <a:endCxn id="21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DDE6CD8-5778-FAA9-5C53-CE46081CD71E}"/>
                </a:ext>
              </a:extLst>
            </p:cNvPr>
            <p:cNvCxnSpPr>
              <a:stCxn id="24" idx="2"/>
              <a:endCxn id="21" idx="5"/>
            </p:cNvCxnSpPr>
            <p:nvPr/>
          </p:nvCxnSpPr>
          <p:spPr>
            <a:xfrm flipH="1" flipV="1">
              <a:off x="1477469" y="6086626"/>
              <a:ext cx="1369411" cy="5653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877BBA0-F365-074C-3764-5C12DEEB2E8F}"/>
                </a:ext>
              </a:extLst>
            </p:cNvPr>
            <p:cNvCxnSpPr>
              <a:stCxn id="22" idx="5"/>
              <a:endCxn id="24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0203ADB-430A-D65F-9723-DAA04ACAFB9C}"/>
                </a:ext>
              </a:extLst>
            </p:cNvPr>
            <p:cNvCxnSpPr>
              <a:stCxn id="22" idx="7"/>
              <a:endCxn id="23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68AE7B9-7053-F6F9-A0D3-5A043D505A2D}"/>
                </a:ext>
              </a:extLst>
            </p:cNvPr>
            <p:cNvCxnSpPr>
              <a:stCxn id="24" idx="6"/>
              <a:endCxn id="25" idx="3"/>
            </p:cNvCxnSpPr>
            <p:nvPr/>
          </p:nvCxnSpPr>
          <p:spPr>
            <a:xfrm flipV="1">
              <a:off x="3360148" y="6576771"/>
              <a:ext cx="1716185" cy="7516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75ACCEC-0E1D-BF87-4D29-C9EFE7A95074}"/>
                </a:ext>
              </a:extLst>
            </p:cNvPr>
            <p:cNvCxnSpPr>
              <a:stCxn id="25" idx="1"/>
              <a:endCxn id="23" idx="4"/>
            </p:cNvCxnSpPr>
            <p:nvPr/>
          </p:nvCxnSpPr>
          <p:spPr>
            <a:xfrm flipH="1" flipV="1">
              <a:off x="4211133" y="3585751"/>
              <a:ext cx="865200" cy="262808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3ADBF4-FB3C-D330-300D-00B6AF377E53}"/>
                </a:ext>
              </a:extLst>
            </p:cNvPr>
            <p:cNvCxnSpPr>
              <a:stCxn id="27" idx="2"/>
              <a:endCxn id="23" idx="5"/>
            </p:cNvCxnSpPr>
            <p:nvPr/>
          </p:nvCxnSpPr>
          <p:spPr>
            <a:xfrm flipH="1" flipV="1">
              <a:off x="4392601" y="3510585"/>
              <a:ext cx="913997" cy="495205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FFB4587-1690-02D4-BA3C-A0099E7358D5}"/>
                </a:ext>
              </a:extLst>
            </p:cNvPr>
            <p:cNvCxnSpPr>
              <a:stCxn id="25" idx="0"/>
              <a:endCxn id="27" idx="3"/>
            </p:cNvCxnSpPr>
            <p:nvPr/>
          </p:nvCxnSpPr>
          <p:spPr>
            <a:xfrm flipV="1">
              <a:off x="5257801" y="4187258"/>
              <a:ext cx="123963" cy="19514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C13D604-B112-B9D1-2FB0-D426EB51FDB5}"/>
                </a:ext>
              </a:extLst>
            </p:cNvPr>
            <p:cNvCxnSpPr>
              <a:stCxn id="26" idx="1"/>
              <a:endCxn id="27" idx="5"/>
            </p:cNvCxnSpPr>
            <p:nvPr/>
          </p:nvCxnSpPr>
          <p:spPr>
            <a:xfrm flipH="1" flipV="1">
              <a:off x="5744700" y="4187258"/>
              <a:ext cx="861544" cy="67486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8B21677-B01D-DF4C-8F76-B4A4CCE81DFF}"/>
                </a:ext>
              </a:extLst>
            </p:cNvPr>
            <p:cNvCxnSpPr>
              <a:stCxn id="26" idx="3"/>
              <a:endCxn id="25" idx="6"/>
            </p:cNvCxnSpPr>
            <p:nvPr/>
          </p:nvCxnSpPr>
          <p:spPr>
            <a:xfrm flipH="1">
              <a:off x="5514435" y="5225062"/>
              <a:ext cx="1091809" cy="117024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A2EE3B9-2788-3830-4E73-9DF1652682FE}"/>
                </a:ext>
              </a:extLst>
            </p:cNvPr>
            <p:cNvCxnSpPr>
              <a:stCxn id="20" idx="4"/>
              <a:endCxn id="21" idx="0"/>
            </p:cNvCxnSpPr>
            <p:nvPr/>
          </p:nvCxnSpPr>
          <p:spPr>
            <a:xfrm flipH="1">
              <a:off x="1296001" y="3533361"/>
              <a:ext cx="891651" cy="211516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02ECF91-9510-823B-C909-5F0EB0CA3147}"/>
                </a:ext>
              </a:extLst>
            </p:cNvPr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8B09655-F346-B1A3-1410-FB8E825C8643}"/>
                </a:ext>
              </a:extLst>
            </p:cNvPr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9E88022-25E7-86C7-8B92-34447DB1CB81}"/>
                </a:ext>
              </a:extLst>
            </p:cNvPr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EB710F6-6934-006D-D44B-6C316E606C86}"/>
                </a:ext>
              </a:extLst>
            </p:cNvPr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62B6EF87-9ED8-0DE9-D60E-95BDFA888588}"/>
                </a:ext>
              </a:extLst>
            </p:cNvPr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41E8C970-DD24-1453-11B9-B8ACAA2F939D}"/>
                </a:ext>
              </a:extLst>
            </p:cNvPr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5E1A8BB-249C-43D9-96A3-202B7BEE668A}"/>
                </a:ext>
              </a:extLst>
            </p:cNvPr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A1B0CD1-8132-C3B4-B8C7-CDDC25E0B19D}"/>
                </a:ext>
              </a:extLst>
            </p:cNvPr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56E15FE-2AC2-BAA6-9B20-EDB3AA8EE9EF}"/>
                </a:ext>
              </a:extLst>
            </p:cNvPr>
            <p:cNvSpPr/>
            <p:nvPr/>
          </p:nvSpPr>
          <p:spPr>
            <a:xfrm>
              <a:off x="5306598" y="3749156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49BC2B0C-3F8F-E385-9C36-453724DCBB67}"/>
              </a:ext>
            </a:extLst>
          </p:cNvPr>
          <p:cNvGrpSpPr/>
          <p:nvPr/>
        </p:nvGrpSpPr>
        <p:grpSpPr>
          <a:xfrm>
            <a:off x="7752750" y="3494747"/>
            <a:ext cx="4385159" cy="2420607"/>
            <a:chOff x="1524000" y="2625729"/>
            <a:chExt cx="7044346" cy="3888478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D1311A56-0703-B4CB-4DF3-E964A1EBFC91}"/>
                </a:ext>
              </a:extLst>
            </p:cNvPr>
            <p:cNvGrpSpPr/>
            <p:nvPr/>
          </p:nvGrpSpPr>
          <p:grpSpPr>
            <a:xfrm>
              <a:off x="1524000" y="2625729"/>
              <a:ext cx="7044346" cy="3888478"/>
              <a:chOff x="0" y="3020093"/>
              <a:chExt cx="7044346" cy="3888478"/>
            </a:xfrm>
          </p:grpSpPr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F08BE01B-5DBC-5EE1-D933-A8EB34AAAF91}"/>
                  </a:ext>
                </a:extLst>
              </p:cNvPr>
              <p:cNvCxnSpPr>
                <a:stCxn id="94" idx="7"/>
                <a:endCxn id="95" idx="2"/>
              </p:cNvCxnSpPr>
              <p:nvPr/>
            </p:nvCxnSpPr>
            <p:spPr>
              <a:xfrm flipV="1">
                <a:off x="438102" y="3276727"/>
                <a:ext cx="1492916" cy="962604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58838333-99B5-EDB2-E636-E37A3041178D}"/>
                  </a:ext>
                </a:extLst>
              </p:cNvPr>
              <p:cNvCxnSpPr>
                <a:stCxn id="95" idx="6"/>
                <a:endCxn id="98" idx="2"/>
              </p:cNvCxnSpPr>
              <p:nvPr/>
            </p:nvCxnSpPr>
            <p:spPr>
              <a:xfrm>
                <a:off x="2444286" y="3276727"/>
                <a:ext cx="1510213" cy="52390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C90C3336-FD01-DDE1-F0D0-03F55BFFCE28}"/>
                  </a:ext>
                </a:extLst>
              </p:cNvPr>
              <p:cNvCxnSpPr>
                <a:stCxn id="94" idx="4"/>
                <a:endCxn id="96" idx="1"/>
              </p:cNvCxnSpPr>
              <p:nvPr/>
            </p:nvCxnSpPr>
            <p:spPr>
              <a:xfrm>
                <a:off x="256634" y="4677433"/>
                <a:ext cx="857899" cy="1046257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A12F9B32-568D-6074-BFD1-06C1C822970C}"/>
                  </a:ext>
                </a:extLst>
              </p:cNvPr>
              <p:cNvCxnSpPr>
                <a:stCxn id="97" idx="3"/>
                <a:endCxn id="96" idx="7"/>
              </p:cNvCxnSpPr>
              <p:nvPr/>
            </p:nvCxnSpPr>
            <p:spPr>
              <a:xfrm flipH="1">
                <a:off x="1477469" y="4930617"/>
                <a:ext cx="1172042" cy="793073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4927DFB4-FE48-C8DF-70F7-FA2E1E749276}"/>
                  </a:ext>
                </a:extLst>
              </p:cNvPr>
              <p:cNvCxnSpPr>
                <a:stCxn id="99" idx="2"/>
                <a:endCxn id="96" idx="5"/>
              </p:cNvCxnSpPr>
              <p:nvPr/>
            </p:nvCxnSpPr>
            <p:spPr>
              <a:xfrm flipH="1" flipV="1">
                <a:off x="1477469" y="6086626"/>
                <a:ext cx="1369411" cy="56531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5F6211A5-2B55-D230-16B2-2AD51EA7A0D9}"/>
                  </a:ext>
                </a:extLst>
              </p:cNvPr>
              <p:cNvCxnSpPr>
                <a:stCxn id="97" idx="5"/>
                <a:endCxn id="99" idx="0"/>
              </p:cNvCxnSpPr>
              <p:nvPr/>
            </p:nvCxnSpPr>
            <p:spPr>
              <a:xfrm>
                <a:off x="3012447" y="4930617"/>
                <a:ext cx="91067" cy="146468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FAC54169-CBFA-C7E2-BC2E-33184A527D9D}"/>
                  </a:ext>
                </a:extLst>
              </p:cNvPr>
              <p:cNvCxnSpPr>
                <a:stCxn id="97" idx="7"/>
                <a:endCxn id="98" idx="3"/>
              </p:cNvCxnSpPr>
              <p:nvPr/>
            </p:nvCxnSpPr>
            <p:spPr>
              <a:xfrm flipV="1">
                <a:off x="3012447" y="3510585"/>
                <a:ext cx="1017218" cy="105709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2ECDD1BC-741B-9CAD-1105-09E397EE3B17}"/>
                  </a:ext>
                </a:extLst>
              </p:cNvPr>
              <p:cNvCxnSpPr>
                <a:stCxn id="99" idx="6"/>
                <a:endCxn id="100" idx="3"/>
              </p:cNvCxnSpPr>
              <p:nvPr/>
            </p:nvCxnSpPr>
            <p:spPr>
              <a:xfrm flipV="1">
                <a:off x="3360148" y="6576771"/>
                <a:ext cx="1716185" cy="7516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60CE11B8-8F5D-C7A3-14F8-FBE2BD41B155}"/>
                  </a:ext>
                </a:extLst>
              </p:cNvPr>
              <p:cNvCxnSpPr>
                <a:stCxn id="100" idx="1"/>
                <a:endCxn id="98" idx="4"/>
              </p:cNvCxnSpPr>
              <p:nvPr/>
            </p:nvCxnSpPr>
            <p:spPr>
              <a:xfrm flipH="1" flipV="1">
                <a:off x="4211133" y="3585751"/>
                <a:ext cx="865200" cy="2628084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4D4A98BB-84E0-53EA-CAB6-B34746A23FB1}"/>
                  </a:ext>
                </a:extLst>
              </p:cNvPr>
              <p:cNvCxnSpPr>
                <a:stCxn id="102" idx="2"/>
                <a:endCxn id="98" idx="5"/>
              </p:cNvCxnSpPr>
              <p:nvPr/>
            </p:nvCxnSpPr>
            <p:spPr>
              <a:xfrm flipH="1" flipV="1">
                <a:off x="4392601" y="3510585"/>
                <a:ext cx="913997" cy="495205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3DFE9DAC-A92C-CC96-A200-12881D3F5556}"/>
                  </a:ext>
                </a:extLst>
              </p:cNvPr>
              <p:cNvCxnSpPr>
                <a:stCxn id="100" idx="0"/>
                <a:endCxn id="102" idx="3"/>
              </p:cNvCxnSpPr>
              <p:nvPr/>
            </p:nvCxnSpPr>
            <p:spPr>
              <a:xfrm flipV="1">
                <a:off x="5257801" y="4187258"/>
                <a:ext cx="123963" cy="195141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253C9770-FA50-C8A2-029D-50072B26B7AA}"/>
                  </a:ext>
                </a:extLst>
              </p:cNvPr>
              <p:cNvCxnSpPr>
                <a:stCxn id="101" idx="1"/>
                <a:endCxn id="102" idx="5"/>
              </p:cNvCxnSpPr>
              <p:nvPr/>
            </p:nvCxnSpPr>
            <p:spPr>
              <a:xfrm flipH="1" flipV="1">
                <a:off x="5744700" y="4187258"/>
                <a:ext cx="861544" cy="674868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E368074D-3071-983E-D9B7-5D8BED13FAD1}"/>
                  </a:ext>
                </a:extLst>
              </p:cNvPr>
              <p:cNvCxnSpPr>
                <a:stCxn id="101" idx="3"/>
                <a:endCxn id="100" idx="6"/>
              </p:cNvCxnSpPr>
              <p:nvPr/>
            </p:nvCxnSpPr>
            <p:spPr>
              <a:xfrm flipH="1">
                <a:off x="5514435" y="5225062"/>
                <a:ext cx="1091809" cy="117024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3DDF72EC-73F5-C92E-7376-748E30BB74C1}"/>
                  </a:ext>
                </a:extLst>
              </p:cNvPr>
              <p:cNvCxnSpPr>
                <a:stCxn id="95" idx="4"/>
                <a:endCxn id="96" idx="0"/>
              </p:cNvCxnSpPr>
              <p:nvPr/>
            </p:nvCxnSpPr>
            <p:spPr>
              <a:xfrm flipH="1">
                <a:off x="1296001" y="3533361"/>
                <a:ext cx="891651" cy="2115163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F5FC2285-020A-878E-90CE-2ACC450330AE}"/>
                  </a:ext>
                </a:extLst>
              </p:cNvPr>
              <p:cNvSpPr/>
              <p:nvPr/>
            </p:nvSpPr>
            <p:spPr>
              <a:xfrm>
                <a:off x="0" y="4164165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8AA52F75-BA01-66A5-EF54-E52D90EDD432}"/>
                  </a:ext>
                </a:extLst>
              </p:cNvPr>
              <p:cNvSpPr/>
              <p:nvPr/>
            </p:nvSpPr>
            <p:spPr>
              <a:xfrm>
                <a:off x="1931018" y="302009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C0E6879E-1525-AA65-2114-574042CBEEB6}"/>
                  </a:ext>
                </a:extLst>
              </p:cNvPr>
              <p:cNvSpPr/>
              <p:nvPr/>
            </p:nvSpPr>
            <p:spPr>
              <a:xfrm>
                <a:off x="1039367" y="5648524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BDC3F494-6211-1948-0CDB-6CD123A25C3C}"/>
                  </a:ext>
                </a:extLst>
              </p:cNvPr>
              <p:cNvSpPr/>
              <p:nvPr/>
            </p:nvSpPr>
            <p:spPr>
              <a:xfrm>
                <a:off x="2574345" y="4492515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3BE19C25-5170-64E5-46A0-C59958E021A7}"/>
                  </a:ext>
                </a:extLst>
              </p:cNvPr>
              <p:cNvSpPr/>
              <p:nvPr/>
            </p:nvSpPr>
            <p:spPr>
              <a:xfrm>
                <a:off x="3954499" y="307248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5</a:t>
                </a:r>
              </a:p>
            </p:txBody>
          </p:sp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AB48AE5A-C4EE-BA50-885A-F30C09797C9D}"/>
                  </a:ext>
                </a:extLst>
              </p:cNvPr>
              <p:cNvSpPr/>
              <p:nvPr/>
            </p:nvSpPr>
            <p:spPr>
              <a:xfrm>
                <a:off x="2846880" y="639530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6</a:t>
                </a:r>
              </a:p>
            </p:txBody>
          </p:sp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587E7852-F9BC-8B04-BCFA-082683DAC530}"/>
                  </a:ext>
                </a:extLst>
              </p:cNvPr>
              <p:cNvSpPr/>
              <p:nvPr/>
            </p:nvSpPr>
            <p:spPr>
              <a:xfrm>
                <a:off x="5001167" y="6138669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FE98C314-CBA0-EA5B-6C6F-13F8858E0BBD}"/>
                  </a:ext>
                </a:extLst>
              </p:cNvPr>
              <p:cNvSpPr/>
              <p:nvPr/>
            </p:nvSpPr>
            <p:spPr>
              <a:xfrm>
                <a:off x="6531078" y="4786960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9</a:t>
                </a:r>
              </a:p>
            </p:txBody>
          </p:sp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C9C4FAAE-5AE5-4514-0BA9-55334F0335B1}"/>
                  </a:ext>
                </a:extLst>
              </p:cNvPr>
              <p:cNvSpPr/>
              <p:nvPr/>
            </p:nvSpPr>
            <p:spPr>
              <a:xfrm>
                <a:off x="5306598" y="3749156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</p:grp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CA80272A-3CC3-702F-8EA2-DA7404D25FFB}"/>
                </a:ext>
              </a:extLst>
            </p:cNvPr>
            <p:cNvCxnSpPr>
              <a:cxnSpLocks/>
              <a:stCxn id="100" idx="7"/>
              <a:endCxn id="102" idx="4"/>
            </p:cNvCxnSpPr>
            <p:nvPr/>
          </p:nvCxnSpPr>
          <p:spPr>
            <a:xfrm flipV="1">
              <a:off x="6963269" y="3868060"/>
              <a:ext cx="123963" cy="1951411"/>
            </a:xfrm>
            <a:prstGeom prst="line">
              <a:avLst/>
            </a:prstGeom>
            <a:ln w="571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9F2BA105-F684-B473-14DF-7C5E0517E06F}"/>
                </a:ext>
              </a:extLst>
            </p:cNvPr>
            <p:cNvCxnSpPr>
              <a:cxnSpLocks/>
              <a:stCxn id="99" idx="3"/>
              <a:endCxn id="96" idx="4"/>
            </p:cNvCxnSpPr>
            <p:nvPr/>
          </p:nvCxnSpPr>
          <p:spPr>
            <a:xfrm flipH="1" flipV="1">
              <a:off x="2820001" y="5767428"/>
              <a:ext cx="1626045" cy="671613"/>
            </a:xfrm>
            <a:prstGeom prst="line">
              <a:avLst/>
            </a:prstGeom>
            <a:ln w="5715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FB6A5928-7A36-2FDD-043F-6101D5A6B394}"/>
                  </a:ext>
                </a:extLst>
              </p14:cNvPr>
              <p14:cNvContentPartPr/>
              <p14:nvPr/>
            </p14:nvContentPartPr>
            <p14:xfrm>
              <a:off x="752760" y="456120"/>
              <a:ext cx="10219680" cy="522036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FB6A5928-7A36-2FDD-043F-6101D5A6B39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43400" y="446760"/>
                <a:ext cx="10238400" cy="523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71303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Definition: Complete Graph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2749217" y="1600201"/>
                <a:ext cx="6841446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A Graph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𝐺</m:t>
                    </m:r>
                    <m:r>
                      <a:rPr lang="en-US" sz="2800" i="1">
                        <a:latin typeface="Cambria Math"/>
                      </a:rPr>
                      <m:t>=(</m:t>
                    </m:r>
                    <m:r>
                      <a:rPr lang="en-US" sz="2800" i="1">
                        <a:latin typeface="Cambria Math"/>
                      </a:rPr>
                      <m:t>𝑉</m:t>
                    </m:r>
                    <m:r>
                      <a:rPr lang="en-US" sz="2800" i="1">
                        <a:latin typeface="Cambria Math"/>
                      </a:rPr>
                      <m:t>,</m:t>
                    </m:r>
                    <m:r>
                      <a:rPr lang="en-US" sz="2800" i="1">
                        <a:latin typeface="Cambria Math"/>
                      </a:rPr>
                      <m:t>𝐸</m:t>
                    </m:r>
                    <m:r>
                      <a:rPr lang="en-US" sz="28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2800" dirty="0"/>
                  <a:t> </a:t>
                </a:r>
                <a:r>
                  <a:rPr lang="en-US" sz="2800" dirty="0" err="1"/>
                  <a:t>s.t.</a:t>
                </a:r>
                <a:r>
                  <a:rPr lang="en-US" sz="2800" dirty="0"/>
                  <a:t> for any pair of nodes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∈</m:t>
                    </m:r>
                    <m:r>
                      <a:rPr lang="en-US" sz="2800" i="1">
                        <a:latin typeface="Cambria Math"/>
                      </a:rPr>
                      <m:t>𝑉</m:t>
                    </m:r>
                  </m:oMath>
                </a14:m>
                <a:r>
                  <a:rPr lang="en-US" sz="2800" dirty="0"/>
                  <a:t> there is an edge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9217" y="1600201"/>
                <a:ext cx="6841446" cy="954107"/>
              </a:xfrm>
              <a:prstGeom prst="rect">
                <a:avLst/>
              </a:prstGeom>
              <a:blipFill>
                <a:blip r:embed="rId2"/>
                <a:stretch>
                  <a:fillRect l="-1872" t="-6410" b="-17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1E0F26B5-366A-711E-D723-7F1979D24DA8}"/>
              </a:ext>
            </a:extLst>
          </p:cNvPr>
          <p:cNvSpPr txBox="1"/>
          <p:nvPr/>
        </p:nvSpPr>
        <p:spPr>
          <a:xfrm>
            <a:off x="571923" y="4916821"/>
            <a:ext cx="29083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Complete Undirected Graph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DBCCB78-25D1-DA64-D181-C086C657BD95}"/>
              </a:ext>
            </a:extLst>
          </p:cNvPr>
          <p:cNvSpPr txBox="1"/>
          <p:nvPr/>
        </p:nvSpPr>
        <p:spPr>
          <a:xfrm>
            <a:off x="3899919" y="4920228"/>
            <a:ext cx="313545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Complete </a:t>
            </a:r>
          </a:p>
          <a:p>
            <a:r>
              <a:rPr lang="en-US" sz="2800" dirty="0"/>
              <a:t>Directed Graph</a:t>
            </a: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DFBE9801-D0B3-6EF8-63EA-B9DCCBFB1CE6}"/>
              </a:ext>
            </a:extLst>
          </p:cNvPr>
          <p:cNvGrpSpPr/>
          <p:nvPr/>
        </p:nvGrpSpPr>
        <p:grpSpPr>
          <a:xfrm>
            <a:off x="718434" y="3206160"/>
            <a:ext cx="1729793" cy="1622043"/>
            <a:chOff x="1378834" y="3116577"/>
            <a:chExt cx="1729793" cy="1622043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8737F504-B85A-1520-E7F4-8989BE84231C}"/>
                </a:ext>
              </a:extLst>
            </p:cNvPr>
            <p:cNvGrpSpPr/>
            <p:nvPr/>
          </p:nvGrpSpPr>
          <p:grpSpPr>
            <a:xfrm>
              <a:off x="1378834" y="3116577"/>
              <a:ext cx="1729793" cy="1622043"/>
              <a:chOff x="-388725" y="3020093"/>
              <a:chExt cx="2833027" cy="2656555"/>
            </a:xfrm>
          </p:grpSpPr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5E1BD8B7-4CC3-76C2-B59D-BB8E9AB4F6AB}"/>
                  </a:ext>
                </a:extLst>
              </p:cNvPr>
              <p:cNvCxnSpPr>
                <a:cxnSpLocks/>
                <a:stCxn id="85" idx="6"/>
                <a:endCxn id="86" idx="2"/>
              </p:cNvCxnSpPr>
              <p:nvPr/>
            </p:nvCxnSpPr>
            <p:spPr>
              <a:xfrm>
                <a:off x="166749" y="3276727"/>
                <a:ext cx="1764268" cy="0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70A5863F-100D-A240-865D-33C97E04E063}"/>
                  </a:ext>
                </a:extLst>
              </p:cNvPr>
              <p:cNvCxnSpPr>
                <a:cxnSpLocks/>
                <a:stCxn id="86" idx="4"/>
                <a:endCxn id="88" idx="0"/>
              </p:cNvCxnSpPr>
              <p:nvPr/>
            </p:nvCxnSpPr>
            <p:spPr>
              <a:xfrm>
                <a:off x="2187651" y="3533361"/>
                <a:ext cx="16" cy="1601816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ECEE1F91-DED4-E4D4-2B84-54D4FDE1057A}"/>
                  </a:ext>
                </a:extLst>
              </p:cNvPr>
              <p:cNvCxnSpPr>
                <a:cxnSpLocks/>
                <a:stCxn id="85" idx="4"/>
                <a:endCxn id="87" idx="0"/>
              </p:cNvCxnSpPr>
              <p:nvPr/>
            </p:nvCxnSpPr>
            <p:spPr>
              <a:xfrm flipH="1">
                <a:off x="-132091" y="3533361"/>
                <a:ext cx="42206" cy="1630019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9DFEBBBC-BC80-BAFB-02A9-944572FA7FA8}"/>
                  </a:ext>
                </a:extLst>
              </p:cNvPr>
              <p:cNvCxnSpPr>
                <a:cxnSpLocks/>
                <a:stCxn id="88" idx="2"/>
                <a:endCxn id="87" idx="6"/>
              </p:cNvCxnSpPr>
              <p:nvPr/>
            </p:nvCxnSpPr>
            <p:spPr>
              <a:xfrm flipH="1">
                <a:off x="124543" y="5391811"/>
                <a:ext cx="1806490" cy="28203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F75438BD-A475-6206-0EF0-890B3A937474}"/>
                  </a:ext>
                </a:extLst>
              </p:cNvPr>
              <p:cNvCxnSpPr>
                <a:cxnSpLocks/>
                <a:stCxn id="86" idx="3"/>
                <a:endCxn id="87" idx="7"/>
              </p:cNvCxnSpPr>
              <p:nvPr/>
            </p:nvCxnSpPr>
            <p:spPr>
              <a:xfrm flipH="1">
                <a:off x="49377" y="3458195"/>
                <a:ext cx="1956808" cy="1780351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433C72C6-1468-0C1C-DAFA-E75622DA098E}"/>
                  </a:ext>
                </a:extLst>
              </p:cNvPr>
              <p:cNvSpPr/>
              <p:nvPr/>
            </p:nvSpPr>
            <p:spPr>
              <a:xfrm>
                <a:off x="-346519" y="302009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5C6235E6-E60A-062C-E312-5D5F0758C46F}"/>
                  </a:ext>
                </a:extLst>
              </p:cNvPr>
              <p:cNvSpPr/>
              <p:nvPr/>
            </p:nvSpPr>
            <p:spPr>
              <a:xfrm>
                <a:off x="1931018" y="302009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266721D1-8A4C-2F76-CAA9-FEE941202C62}"/>
                  </a:ext>
                </a:extLst>
              </p:cNvPr>
              <p:cNvSpPr/>
              <p:nvPr/>
            </p:nvSpPr>
            <p:spPr>
              <a:xfrm>
                <a:off x="-388725" y="5163380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A11DC63D-5D3B-50C2-0184-D0A5C0983F41}"/>
                  </a:ext>
                </a:extLst>
              </p:cNvPr>
              <p:cNvSpPr/>
              <p:nvPr/>
            </p:nvSpPr>
            <p:spPr>
              <a:xfrm>
                <a:off x="1931034" y="5135177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</a:p>
            </p:txBody>
          </p:sp>
        </p:grp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32E320C1-342B-2917-1FF6-23EADE44AF82}"/>
                </a:ext>
              </a:extLst>
            </p:cNvPr>
            <p:cNvCxnSpPr>
              <a:cxnSpLocks/>
              <a:stCxn id="85" idx="5"/>
              <a:endCxn id="88" idx="1"/>
            </p:cNvCxnSpPr>
            <p:nvPr/>
          </p:nvCxnSpPr>
          <p:spPr>
            <a:xfrm>
              <a:off x="1672101" y="3384074"/>
              <a:ext cx="1169029" cy="1069829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FCA9F77F-1A5A-D413-FF40-26A41279BB85}"/>
              </a:ext>
            </a:extLst>
          </p:cNvPr>
          <p:cNvGrpSpPr/>
          <p:nvPr/>
        </p:nvGrpSpPr>
        <p:grpSpPr>
          <a:xfrm>
            <a:off x="3940430" y="3110592"/>
            <a:ext cx="1729793" cy="1622043"/>
            <a:chOff x="8610600" y="3884345"/>
            <a:chExt cx="1729793" cy="1622043"/>
          </a:xfrm>
        </p:grpSpPr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85E6465E-23D4-7A78-2D90-033B0364F71F}"/>
                </a:ext>
              </a:extLst>
            </p:cNvPr>
            <p:cNvGrpSpPr/>
            <p:nvPr/>
          </p:nvGrpSpPr>
          <p:grpSpPr>
            <a:xfrm>
              <a:off x="8610600" y="3884345"/>
              <a:ext cx="1729793" cy="1622043"/>
              <a:chOff x="-388725" y="3020093"/>
              <a:chExt cx="2833027" cy="2656555"/>
            </a:xfrm>
          </p:grpSpPr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8DD0BA37-2B83-48D8-E26B-B217259C66A7}"/>
                  </a:ext>
                </a:extLst>
              </p:cNvPr>
              <p:cNvCxnSpPr>
                <a:cxnSpLocks/>
                <a:stCxn id="74" idx="6"/>
                <a:endCxn id="75" idx="2"/>
              </p:cNvCxnSpPr>
              <p:nvPr/>
            </p:nvCxnSpPr>
            <p:spPr>
              <a:xfrm>
                <a:off x="166749" y="3276727"/>
                <a:ext cx="1764268" cy="0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F9CF37D2-E27F-7A71-AA33-5320E9514E61}"/>
                  </a:ext>
                </a:extLst>
              </p:cNvPr>
              <p:cNvCxnSpPr>
                <a:cxnSpLocks/>
                <a:stCxn id="75" idx="4"/>
                <a:endCxn id="77" idx="0"/>
              </p:cNvCxnSpPr>
              <p:nvPr/>
            </p:nvCxnSpPr>
            <p:spPr>
              <a:xfrm>
                <a:off x="2187651" y="3533361"/>
                <a:ext cx="16" cy="160181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54B9CD13-FF66-A5D2-1F8C-EA4244CE544E}"/>
                  </a:ext>
                </a:extLst>
              </p:cNvPr>
              <p:cNvCxnSpPr>
                <a:cxnSpLocks/>
                <a:stCxn id="74" idx="4"/>
                <a:endCxn id="76" idx="0"/>
              </p:cNvCxnSpPr>
              <p:nvPr/>
            </p:nvCxnSpPr>
            <p:spPr>
              <a:xfrm flipH="1">
                <a:off x="-132091" y="3533361"/>
                <a:ext cx="42206" cy="1630019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BAAAAFF1-1B6F-502F-3C12-C0947F002D01}"/>
                  </a:ext>
                </a:extLst>
              </p:cNvPr>
              <p:cNvCxnSpPr>
                <a:cxnSpLocks/>
                <a:stCxn id="77" idx="2"/>
                <a:endCxn id="76" idx="6"/>
              </p:cNvCxnSpPr>
              <p:nvPr/>
            </p:nvCxnSpPr>
            <p:spPr>
              <a:xfrm flipH="1">
                <a:off x="124543" y="5391811"/>
                <a:ext cx="1806490" cy="28203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B2F468B2-2AA2-16F2-91D4-FBD14E916986}"/>
                  </a:ext>
                </a:extLst>
              </p:cNvPr>
              <p:cNvCxnSpPr>
                <a:cxnSpLocks/>
                <a:stCxn id="75" idx="3"/>
                <a:endCxn id="76" idx="7"/>
              </p:cNvCxnSpPr>
              <p:nvPr/>
            </p:nvCxnSpPr>
            <p:spPr>
              <a:xfrm flipH="1">
                <a:off x="49377" y="3458195"/>
                <a:ext cx="1956808" cy="178035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FFBBC902-CBD4-4CB0-72AA-AE5F4733DCCB}"/>
                  </a:ext>
                </a:extLst>
              </p:cNvPr>
              <p:cNvSpPr/>
              <p:nvPr/>
            </p:nvSpPr>
            <p:spPr>
              <a:xfrm>
                <a:off x="-346519" y="302009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D4FC3465-BB6F-A32D-08ED-ABA63E4E3C5C}"/>
                  </a:ext>
                </a:extLst>
              </p:cNvPr>
              <p:cNvSpPr/>
              <p:nvPr/>
            </p:nvSpPr>
            <p:spPr>
              <a:xfrm>
                <a:off x="1931018" y="302009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232A27BB-C4B2-C204-190D-230D1EDFACFD}"/>
                  </a:ext>
                </a:extLst>
              </p:cNvPr>
              <p:cNvSpPr/>
              <p:nvPr/>
            </p:nvSpPr>
            <p:spPr>
              <a:xfrm>
                <a:off x="-388725" y="5163380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DC3F8BBE-8F1A-CB36-09BD-AAC71BEE1AFE}"/>
                  </a:ext>
                </a:extLst>
              </p:cNvPr>
              <p:cNvSpPr/>
              <p:nvPr/>
            </p:nvSpPr>
            <p:spPr>
              <a:xfrm>
                <a:off x="1931034" y="5135177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</a:p>
            </p:txBody>
          </p:sp>
        </p:grp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943D3B1D-6E15-D403-70FD-A1D85F4CE5E3}"/>
                </a:ext>
              </a:extLst>
            </p:cNvPr>
            <p:cNvCxnSpPr>
              <a:cxnSpLocks/>
              <a:stCxn id="74" idx="5"/>
              <a:endCxn id="77" idx="1"/>
            </p:cNvCxnSpPr>
            <p:nvPr/>
          </p:nvCxnSpPr>
          <p:spPr>
            <a:xfrm>
              <a:off x="8903867" y="4151842"/>
              <a:ext cx="1169029" cy="1069829"/>
            </a:xfrm>
            <a:prstGeom prst="line">
              <a:avLst/>
            </a:prstGeom>
            <a:ln w="57150">
              <a:solidFill>
                <a:srgbClr val="FF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EDEF3C5F-5BD2-C41A-AD2D-7FDA50A70D73}"/>
              </a:ext>
            </a:extLst>
          </p:cNvPr>
          <p:cNvSpPr txBox="1"/>
          <p:nvPr/>
        </p:nvSpPr>
        <p:spPr>
          <a:xfrm>
            <a:off x="7293345" y="5015796"/>
            <a:ext cx="30088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Complete Directed Non-simple Graph</a:t>
            </a:r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32359349-EE97-3770-8BAC-38168D0EF38B}"/>
              </a:ext>
            </a:extLst>
          </p:cNvPr>
          <p:cNvGrpSpPr/>
          <p:nvPr/>
        </p:nvGrpSpPr>
        <p:grpSpPr>
          <a:xfrm>
            <a:off x="7932896" y="3188940"/>
            <a:ext cx="1729793" cy="1622043"/>
            <a:chOff x="7333856" y="3206160"/>
            <a:chExt cx="1729793" cy="1622043"/>
          </a:xfrm>
        </p:grpSpPr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FA94A04F-CBDC-2DFF-3B03-A6FD1C79CAF6}"/>
                </a:ext>
              </a:extLst>
            </p:cNvPr>
            <p:cNvGrpSpPr/>
            <p:nvPr/>
          </p:nvGrpSpPr>
          <p:grpSpPr>
            <a:xfrm>
              <a:off x="7333856" y="3206160"/>
              <a:ext cx="1729793" cy="1622043"/>
              <a:chOff x="8610600" y="3884345"/>
              <a:chExt cx="1729793" cy="1622043"/>
            </a:xfrm>
          </p:grpSpPr>
          <p:grpSp>
            <p:nvGrpSpPr>
              <p:cNvPr id="95" name="Group 94">
                <a:extLst>
                  <a:ext uri="{FF2B5EF4-FFF2-40B4-BE49-F238E27FC236}">
                    <a16:creationId xmlns:a16="http://schemas.microsoft.com/office/drawing/2014/main" id="{CE6C9A5B-FF03-AA04-A4AE-24D89402B256}"/>
                  </a:ext>
                </a:extLst>
              </p:cNvPr>
              <p:cNvGrpSpPr/>
              <p:nvPr/>
            </p:nvGrpSpPr>
            <p:grpSpPr>
              <a:xfrm>
                <a:off x="8610600" y="3884345"/>
                <a:ext cx="1729793" cy="1622043"/>
                <a:chOff x="-388725" y="3020093"/>
                <a:chExt cx="2833027" cy="2656555"/>
              </a:xfrm>
            </p:grpSpPr>
            <p:cxnSp>
              <p:nvCxnSpPr>
                <p:cNvPr id="97" name="Straight Connector 96">
                  <a:extLst>
                    <a:ext uri="{FF2B5EF4-FFF2-40B4-BE49-F238E27FC236}">
                      <a16:creationId xmlns:a16="http://schemas.microsoft.com/office/drawing/2014/main" id="{10B5200E-1448-31F4-AA7A-88645C9AD2BD}"/>
                    </a:ext>
                  </a:extLst>
                </p:cNvPr>
                <p:cNvCxnSpPr>
                  <a:cxnSpLocks/>
                  <a:stCxn id="102" idx="6"/>
                  <a:endCxn id="103" idx="2"/>
                </p:cNvCxnSpPr>
                <p:nvPr/>
              </p:nvCxnSpPr>
              <p:spPr>
                <a:xfrm>
                  <a:off x="166749" y="3276727"/>
                  <a:ext cx="1764268" cy="0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Straight Connector 97">
                  <a:extLst>
                    <a:ext uri="{FF2B5EF4-FFF2-40B4-BE49-F238E27FC236}">
                      <a16:creationId xmlns:a16="http://schemas.microsoft.com/office/drawing/2014/main" id="{D0C0BF86-1F58-EDBC-66CF-FE1283DDCE59}"/>
                    </a:ext>
                  </a:extLst>
                </p:cNvPr>
                <p:cNvCxnSpPr>
                  <a:cxnSpLocks/>
                  <a:stCxn id="103" idx="4"/>
                  <a:endCxn id="105" idx="0"/>
                </p:cNvCxnSpPr>
                <p:nvPr/>
              </p:nvCxnSpPr>
              <p:spPr>
                <a:xfrm>
                  <a:off x="2187651" y="3533361"/>
                  <a:ext cx="16" cy="1601816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Straight Connector 98">
                  <a:extLst>
                    <a:ext uri="{FF2B5EF4-FFF2-40B4-BE49-F238E27FC236}">
                      <a16:creationId xmlns:a16="http://schemas.microsoft.com/office/drawing/2014/main" id="{8EDC5ECE-C857-8E84-F3DE-369A603DE929}"/>
                    </a:ext>
                  </a:extLst>
                </p:cNvPr>
                <p:cNvCxnSpPr>
                  <a:cxnSpLocks/>
                  <a:stCxn id="102" idx="4"/>
                  <a:endCxn id="104" idx="0"/>
                </p:cNvCxnSpPr>
                <p:nvPr/>
              </p:nvCxnSpPr>
              <p:spPr>
                <a:xfrm flipH="1">
                  <a:off x="-132091" y="3533361"/>
                  <a:ext cx="42206" cy="1630019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Straight Connector 99">
                  <a:extLst>
                    <a:ext uri="{FF2B5EF4-FFF2-40B4-BE49-F238E27FC236}">
                      <a16:creationId xmlns:a16="http://schemas.microsoft.com/office/drawing/2014/main" id="{CE939F5E-DEAF-A9A8-7B5D-E05002EB01D4}"/>
                    </a:ext>
                  </a:extLst>
                </p:cNvPr>
                <p:cNvCxnSpPr>
                  <a:cxnSpLocks/>
                  <a:stCxn id="105" idx="2"/>
                  <a:endCxn id="104" idx="6"/>
                </p:cNvCxnSpPr>
                <p:nvPr/>
              </p:nvCxnSpPr>
              <p:spPr>
                <a:xfrm flipH="1">
                  <a:off x="124543" y="5391811"/>
                  <a:ext cx="1806490" cy="28203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Straight Connector 100">
                  <a:extLst>
                    <a:ext uri="{FF2B5EF4-FFF2-40B4-BE49-F238E27FC236}">
                      <a16:creationId xmlns:a16="http://schemas.microsoft.com/office/drawing/2014/main" id="{214D2943-F575-CC14-FDFC-39D72AABD608}"/>
                    </a:ext>
                  </a:extLst>
                </p:cNvPr>
                <p:cNvCxnSpPr>
                  <a:cxnSpLocks/>
                  <a:stCxn id="103" idx="3"/>
                  <a:endCxn id="104" idx="7"/>
                </p:cNvCxnSpPr>
                <p:nvPr/>
              </p:nvCxnSpPr>
              <p:spPr>
                <a:xfrm flipH="1">
                  <a:off x="49377" y="3458195"/>
                  <a:ext cx="1956808" cy="1780351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B21E3DC6-38B7-146E-1A6C-437B5A9E20EA}"/>
                    </a:ext>
                  </a:extLst>
                </p:cNvPr>
                <p:cNvSpPr/>
                <p:nvPr/>
              </p:nvSpPr>
              <p:spPr>
                <a:xfrm>
                  <a:off x="-346519" y="3020093"/>
                  <a:ext cx="513268" cy="51326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1</a:t>
                  </a:r>
                </a:p>
              </p:txBody>
            </p:sp>
            <p:sp>
              <p:nvSpPr>
                <p:cNvPr id="103" name="Oval 102">
                  <a:extLst>
                    <a:ext uri="{FF2B5EF4-FFF2-40B4-BE49-F238E27FC236}">
                      <a16:creationId xmlns:a16="http://schemas.microsoft.com/office/drawing/2014/main" id="{4ED45FA7-5323-F739-FF16-46247FADD7CB}"/>
                    </a:ext>
                  </a:extLst>
                </p:cNvPr>
                <p:cNvSpPr/>
                <p:nvPr/>
              </p:nvSpPr>
              <p:spPr>
                <a:xfrm>
                  <a:off x="1931018" y="3020093"/>
                  <a:ext cx="513268" cy="51326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2</a:t>
                  </a:r>
                </a:p>
              </p:txBody>
            </p:sp>
            <p:sp>
              <p:nvSpPr>
                <p:cNvPr id="104" name="Oval 103">
                  <a:extLst>
                    <a:ext uri="{FF2B5EF4-FFF2-40B4-BE49-F238E27FC236}">
                      <a16:creationId xmlns:a16="http://schemas.microsoft.com/office/drawing/2014/main" id="{57E6E620-E580-606F-5183-439E2E75E879}"/>
                    </a:ext>
                  </a:extLst>
                </p:cNvPr>
                <p:cNvSpPr/>
                <p:nvPr/>
              </p:nvSpPr>
              <p:spPr>
                <a:xfrm>
                  <a:off x="-388725" y="5163380"/>
                  <a:ext cx="513268" cy="51326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3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299B76C7-479F-7E2A-8439-49539F65348C}"/>
                    </a:ext>
                  </a:extLst>
                </p:cNvPr>
                <p:cNvSpPr/>
                <p:nvPr/>
              </p:nvSpPr>
              <p:spPr>
                <a:xfrm>
                  <a:off x="1931034" y="5135177"/>
                  <a:ext cx="513268" cy="51326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4</a:t>
                  </a:r>
                </a:p>
              </p:txBody>
            </p:sp>
          </p:grp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E849EE9E-1689-9D70-42AC-4990CC1047BC}"/>
                  </a:ext>
                </a:extLst>
              </p:cNvPr>
              <p:cNvCxnSpPr>
                <a:cxnSpLocks/>
                <a:stCxn id="102" idx="5"/>
                <a:endCxn id="105" idx="1"/>
              </p:cNvCxnSpPr>
              <p:nvPr/>
            </p:nvCxnSpPr>
            <p:spPr>
              <a:xfrm>
                <a:off x="8903867" y="4151842"/>
                <a:ext cx="1169029" cy="1069829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9" name="Connector: Curved 108">
              <a:extLst>
                <a:ext uri="{FF2B5EF4-FFF2-40B4-BE49-F238E27FC236}">
                  <a16:creationId xmlns:a16="http://schemas.microsoft.com/office/drawing/2014/main" id="{EAB280D5-8B38-1A02-1A1E-6AAFBCBDFF3C}"/>
                </a:ext>
              </a:extLst>
            </p:cNvPr>
            <p:cNvCxnSpPr>
              <a:cxnSpLocks/>
              <a:stCxn id="102" idx="2"/>
              <a:endCxn id="102" idx="0"/>
            </p:cNvCxnSpPr>
            <p:nvPr/>
          </p:nvCxnSpPr>
          <p:spPr>
            <a:xfrm rot="10800000" flipH="1">
              <a:off x="7359626" y="3206160"/>
              <a:ext cx="156696" cy="156696"/>
            </a:xfrm>
            <a:prstGeom prst="curvedConnector4">
              <a:avLst>
                <a:gd name="adj1" fmla="val -145888"/>
                <a:gd name="adj2" fmla="val 245888"/>
              </a:avLst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or: Curved 112">
              <a:extLst>
                <a:ext uri="{FF2B5EF4-FFF2-40B4-BE49-F238E27FC236}">
                  <a16:creationId xmlns:a16="http://schemas.microsoft.com/office/drawing/2014/main" id="{EC8AAE19-B417-E8DA-AF16-7D2A38B228B3}"/>
                </a:ext>
              </a:extLst>
            </p:cNvPr>
            <p:cNvCxnSpPr>
              <a:cxnSpLocks/>
              <a:stCxn id="103" idx="6"/>
              <a:endCxn id="103" idx="0"/>
            </p:cNvCxnSpPr>
            <p:nvPr/>
          </p:nvCxnSpPr>
          <p:spPr>
            <a:xfrm flipH="1" flipV="1">
              <a:off x="8906943" y="3206160"/>
              <a:ext cx="156696" cy="156696"/>
            </a:xfrm>
            <a:prstGeom prst="curvedConnector4">
              <a:avLst>
                <a:gd name="adj1" fmla="val -145888"/>
                <a:gd name="adj2" fmla="val 245888"/>
              </a:avLst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Connector: Curved 115">
              <a:extLst>
                <a:ext uri="{FF2B5EF4-FFF2-40B4-BE49-F238E27FC236}">
                  <a16:creationId xmlns:a16="http://schemas.microsoft.com/office/drawing/2014/main" id="{DEDD00C3-0088-64FE-A5C8-A608B44F7253}"/>
                </a:ext>
              </a:extLst>
            </p:cNvPr>
            <p:cNvCxnSpPr>
              <a:cxnSpLocks/>
              <a:stCxn id="105" idx="6"/>
              <a:endCxn id="105" idx="4"/>
            </p:cNvCxnSpPr>
            <p:nvPr/>
          </p:nvCxnSpPr>
          <p:spPr>
            <a:xfrm flipH="1">
              <a:off x="8906953" y="4654287"/>
              <a:ext cx="156696" cy="156696"/>
            </a:xfrm>
            <a:prstGeom prst="curvedConnector4">
              <a:avLst>
                <a:gd name="adj1" fmla="val -145888"/>
                <a:gd name="adj2" fmla="val 245888"/>
              </a:avLst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Connector: Curved 118">
              <a:extLst>
                <a:ext uri="{FF2B5EF4-FFF2-40B4-BE49-F238E27FC236}">
                  <a16:creationId xmlns:a16="http://schemas.microsoft.com/office/drawing/2014/main" id="{81CBC10A-9968-CBFF-40CB-013C222F0918}"/>
                </a:ext>
              </a:extLst>
            </p:cNvPr>
            <p:cNvCxnSpPr>
              <a:cxnSpLocks/>
              <a:stCxn id="104" idx="4"/>
              <a:endCxn id="104" idx="2"/>
            </p:cNvCxnSpPr>
            <p:nvPr/>
          </p:nvCxnSpPr>
          <p:spPr>
            <a:xfrm rot="5400000" flipH="1">
              <a:off x="7333856" y="4671507"/>
              <a:ext cx="156696" cy="156696"/>
            </a:xfrm>
            <a:prstGeom prst="curvedConnector4">
              <a:avLst>
                <a:gd name="adj1" fmla="val -145888"/>
                <a:gd name="adj2" fmla="val 245888"/>
              </a:avLst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AAD1D42-A517-666A-CFC5-2626B34C23B9}"/>
                  </a:ext>
                </a:extLst>
              </p14:cNvPr>
              <p14:cNvContentPartPr/>
              <p14:nvPr/>
            </p14:nvContentPartPr>
            <p14:xfrm>
              <a:off x="688320" y="1974600"/>
              <a:ext cx="9891000" cy="4179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AAD1D42-A517-666A-CFC5-2626B34C23B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8960" y="1965240"/>
                <a:ext cx="9909720" cy="4198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56869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Definition: Path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7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1524000" y="1687612"/>
            <a:ext cx="4600060" cy="2787240"/>
            <a:chOff x="0" y="2862182"/>
            <a:chExt cx="7044346" cy="4268266"/>
          </a:xfrm>
        </p:grpSpPr>
        <p:cxnSp>
          <p:nvCxnSpPr>
            <p:cNvPr id="6" name="Straight Connector 5"/>
            <p:cNvCxnSpPr>
              <a:stCxn id="34" idx="7"/>
              <a:endCxn id="35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>
              <a:stCxn id="35" idx="6"/>
              <a:endCxn id="38" idx="2"/>
            </p:cNvCxnSpPr>
            <p:nvPr/>
          </p:nvCxnSpPr>
          <p:spPr>
            <a:xfrm>
              <a:off x="2444286" y="3276727"/>
              <a:ext cx="1510213" cy="52390"/>
            </a:xfrm>
            <a:prstGeom prst="line">
              <a:avLst/>
            </a:prstGeom>
            <a:ln w="571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>
              <a:stCxn id="34" idx="4"/>
              <a:endCxn id="36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>
              <a:stCxn id="37" idx="3"/>
              <a:endCxn id="36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>
              <a:stCxn id="39" idx="2"/>
              <a:endCxn id="36" idx="5"/>
            </p:cNvCxnSpPr>
            <p:nvPr/>
          </p:nvCxnSpPr>
          <p:spPr>
            <a:xfrm flipH="1" flipV="1">
              <a:off x="1477469" y="6086626"/>
              <a:ext cx="1369411" cy="5653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>
              <a:stCxn id="37" idx="5"/>
              <a:endCxn id="39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>
              <a:stCxn id="37" idx="7"/>
              <a:endCxn id="38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>
              <a:stCxn id="39" idx="6"/>
              <a:endCxn id="40" idx="3"/>
            </p:cNvCxnSpPr>
            <p:nvPr/>
          </p:nvCxnSpPr>
          <p:spPr>
            <a:xfrm flipV="1">
              <a:off x="3360148" y="6576771"/>
              <a:ext cx="1716185" cy="75166"/>
            </a:xfrm>
            <a:prstGeom prst="line">
              <a:avLst/>
            </a:prstGeom>
            <a:ln w="571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>
              <a:stCxn id="40" idx="1"/>
              <a:endCxn id="38" idx="4"/>
            </p:cNvCxnSpPr>
            <p:nvPr/>
          </p:nvCxnSpPr>
          <p:spPr>
            <a:xfrm flipH="1" flipV="1">
              <a:off x="4211133" y="3585751"/>
              <a:ext cx="865200" cy="2628084"/>
            </a:xfrm>
            <a:prstGeom prst="line">
              <a:avLst/>
            </a:prstGeom>
            <a:ln w="571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stCxn id="42" idx="2"/>
              <a:endCxn id="38" idx="5"/>
            </p:cNvCxnSpPr>
            <p:nvPr/>
          </p:nvCxnSpPr>
          <p:spPr>
            <a:xfrm flipH="1" flipV="1">
              <a:off x="4392601" y="3510585"/>
              <a:ext cx="913997" cy="495205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>
              <a:stCxn id="40" idx="0"/>
              <a:endCxn id="42" idx="3"/>
            </p:cNvCxnSpPr>
            <p:nvPr/>
          </p:nvCxnSpPr>
          <p:spPr>
            <a:xfrm flipV="1">
              <a:off x="5257801" y="4187258"/>
              <a:ext cx="123963" cy="19514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>
              <a:stCxn id="41" idx="1"/>
              <a:endCxn id="42" idx="5"/>
            </p:cNvCxnSpPr>
            <p:nvPr/>
          </p:nvCxnSpPr>
          <p:spPr>
            <a:xfrm flipH="1" flipV="1">
              <a:off x="5744700" y="4187258"/>
              <a:ext cx="861544" cy="67486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>
              <a:stCxn id="41" idx="3"/>
              <a:endCxn id="40" idx="6"/>
            </p:cNvCxnSpPr>
            <p:nvPr/>
          </p:nvCxnSpPr>
          <p:spPr>
            <a:xfrm flipH="1">
              <a:off x="5514435" y="5225062"/>
              <a:ext cx="1091809" cy="117024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767228" y="3195081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10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095562" y="4099030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2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895875" y="656486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6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047348" y="5905158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11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255801" y="459535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119679" y="4462779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5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582463" y="3299181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8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058462" y="554633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3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064048" y="3778529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051034" y="522425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3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885966" y="6404395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830979" y="2862182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8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56634" y="5096526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12</a:t>
              </a:r>
            </a:p>
          </p:txBody>
        </p:sp>
        <p:cxnSp>
          <p:nvCxnSpPr>
            <p:cNvPr id="32" name="Straight Connector 31"/>
            <p:cNvCxnSpPr>
              <a:stCxn id="35" idx="4"/>
              <a:endCxn id="36" idx="0"/>
            </p:cNvCxnSpPr>
            <p:nvPr/>
          </p:nvCxnSpPr>
          <p:spPr>
            <a:xfrm flipH="1">
              <a:off x="1296001" y="3533361"/>
              <a:ext cx="891651" cy="211516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/>
            <p:cNvSpPr txBox="1"/>
            <p:nvPr/>
          </p:nvSpPr>
          <p:spPr>
            <a:xfrm>
              <a:off x="1414258" y="4262423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34" name="Oval 33"/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35" name="Oval 34"/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</a:p>
          </p:txBody>
        </p:sp>
        <p:sp>
          <p:nvSpPr>
            <p:cNvPr id="36" name="Oval 35"/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37" name="Oval 36"/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</a:p>
          </p:txBody>
        </p:sp>
        <p:sp>
          <p:nvSpPr>
            <p:cNvPr id="38" name="Oval 37"/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</a:t>
              </a:r>
            </a:p>
          </p:txBody>
        </p:sp>
        <p:sp>
          <p:nvSpPr>
            <p:cNvPr id="39" name="Oval 38"/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</a:t>
              </a:r>
            </a:p>
          </p:txBody>
        </p:sp>
        <p:sp>
          <p:nvSpPr>
            <p:cNvPr id="40" name="Oval 39"/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</a:t>
              </a:r>
            </a:p>
          </p:txBody>
        </p:sp>
        <p:sp>
          <p:nvSpPr>
            <p:cNvPr id="41" name="Oval 40"/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</a:t>
              </a:r>
            </a:p>
          </p:txBody>
        </p:sp>
        <p:sp>
          <p:nvSpPr>
            <p:cNvPr id="42" name="Oval 41"/>
            <p:cNvSpPr/>
            <p:nvPr/>
          </p:nvSpPr>
          <p:spPr>
            <a:xfrm>
              <a:off x="5306598" y="3749156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4818101" y="1135560"/>
                <a:ext cx="5492466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A </a:t>
                </a:r>
                <a:r>
                  <a:rPr lang="en-US" sz="2800" dirty="0">
                    <a:solidFill>
                      <a:srgbClr val="7030A0"/>
                    </a:solidFill>
                  </a:rPr>
                  <a:t>sequence of nodes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7030A0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solidFill>
                          <a:srgbClr val="7030A0"/>
                        </a:solidFill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solidFill>
                          <a:srgbClr val="7030A0"/>
                        </a:solidFill>
                        <a:latin typeface="Cambria Math"/>
                      </a:rPr>
                      <m:t>,…, 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𝑘</m:t>
                        </m:r>
                      </m:sub>
                    </m:sSub>
                    <m:r>
                      <a:rPr lang="en-US" sz="2800" i="1">
                        <a:solidFill>
                          <a:srgbClr val="7030A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800" dirty="0">
                    <a:solidFill>
                      <a:srgbClr val="7030A0"/>
                    </a:solidFill>
                  </a:rPr>
                  <a:t> </a:t>
                </a:r>
                <a:endParaRPr lang="en-US" sz="2800" dirty="0"/>
              </a:p>
              <a:p>
                <a:r>
                  <a:rPr lang="en-US" sz="2800" dirty="0" err="1"/>
                  <a:t>s.t.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∀1≤</m:t>
                    </m:r>
                    <m:r>
                      <a:rPr lang="en-US" sz="2800" i="1">
                        <a:latin typeface="Cambria Math"/>
                      </a:rPr>
                      <m:t>𝑖</m:t>
                    </m:r>
                    <m:r>
                      <a:rPr lang="en-US" sz="2800" i="1">
                        <a:latin typeface="Cambria Math"/>
                      </a:rPr>
                      <m:t>≤</m:t>
                    </m:r>
                    <m:r>
                      <a:rPr lang="en-US" sz="2800" i="1">
                        <a:latin typeface="Cambria Math"/>
                      </a:rPr>
                      <m:t>𝑘</m:t>
                    </m:r>
                    <m:r>
                      <a:rPr lang="en-US" sz="2800" i="1">
                        <a:latin typeface="Cambria Math"/>
                      </a:rPr>
                      <m:t>−1</m:t>
                    </m:r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𝑖</m:t>
                            </m:r>
                            <m: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 sz="2800" i="1">
                        <a:solidFill>
                          <a:srgbClr val="FF0000"/>
                        </a:solidFill>
                        <a:latin typeface="Cambria Math"/>
                      </a:rPr>
                      <m:t>∈</m:t>
                    </m:r>
                    <m:r>
                      <a:rPr lang="en-US" sz="2800" i="1">
                        <a:solidFill>
                          <a:srgbClr val="FF0000"/>
                        </a:solidFill>
                        <a:latin typeface="Cambria Math"/>
                      </a:rPr>
                      <m:t>𝐸</m:t>
                    </m:r>
                  </m:oMath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8101" y="1135560"/>
                <a:ext cx="5492466" cy="954107"/>
              </a:xfrm>
              <a:prstGeom prst="rect">
                <a:avLst/>
              </a:prstGeom>
              <a:blipFill>
                <a:blip r:embed="rId2"/>
                <a:stretch>
                  <a:fillRect l="-2074" t="-5195" b="-155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TextBox 51"/>
          <p:cNvSpPr txBox="1"/>
          <p:nvPr/>
        </p:nvSpPr>
        <p:spPr>
          <a:xfrm>
            <a:off x="1783389" y="4800601"/>
            <a:ext cx="410832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/>
              <a:t>Simple Path:</a:t>
            </a:r>
          </a:p>
          <a:p>
            <a:r>
              <a:rPr lang="en-US" sz="2800" dirty="0"/>
              <a:t>A path in which each node appears at most once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559680" y="4800600"/>
            <a:ext cx="410832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/>
              <a:t>Cycle:</a:t>
            </a:r>
          </a:p>
          <a:p>
            <a:r>
              <a:rPr lang="en-US" sz="2800" dirty="0"/>
              <a:t>A path which starts and ends in the same place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5C726BC-3F31-9854-3AD5-B1130C99D33F}"/>
                  </a:ext>
                </a:extLst>
              </p14:cNvPr>
              <p14:cNvContentPartPr/>
              <p14:nvPr/>
            </p14:nvContentPartPr>
            <p14:xfrm>
              <a:off x="1182960" y="1503360"/>
              <a:ext cx="2692080" cy="2942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5C726BC-3F31-9854-3AD5-B1130C99D33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73600" y="1494000"/>
                <a:ext cx="2710800" cy="2961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54982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Definition: (Strongly) Connected Graph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2749217" y="1600201"/>
                <a:ext cx="6841446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A Graph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𝐺</m:t>
                    </m:r>
                    <m:r>
                      <a:rPr lang="en-US" sz="2800" i="1">
                        <a:latin typeface="Cambria Math"/>
                      </a:rPr>
                      <m:t>=(</m:t>
                    </m:r>
                    <m:r>
                      <a:rPr lang="en-US" sz="2800" i="1">
                        <a:latin typeface="Cambria Math"/>
                      </a:rPr>
                      <m:t>𝑉</m:t>
                    </m:r>
                    <m:r>
                      <a:rPr lang="en-US" sz="2800" i="1">
                        <a:latin typeface="Cambria Math"/>
                      </a:rPr>
                      <m:t>,</m:t>
                    </m:r>
                    <m:r>
                      <a:rPr lang="en-US" sz="2800" i="1">
                        <a:latin typeface="Cambria Math"/>
                      </a:rPr>
                      <m:t>𝐸</m:t>
                    </m:r>
                    <m:r>
                      <a:rPr lang="en-US" sz="28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2800" dirty="0"/>
                  <a:t> </a:t>
                </a:r>
                <a:r>
                  <a:rPr lang="en-US" sz="2800" dirty="0" err="1"/>
                  <a:t>s.t.</a:t>
                </a:r>
                <a:r>
                  <a:rPr lang="en-US" sz="2800" dirty="0"/>
                  <a:t> for any pair of nodes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∈</m:t>
                    </m:r>
                    <m:r>
                      <a:rPr lang="en-US" sz="2800" i="1">
                        <a:latin typeface="Cambria Math"/>
                      </a:rPr>
                      <m:t>𝑉</m:t>
                    </m:r>
                  </m:oMath>
                </a14:m>
                <a:r>
                  <a:rPr lang="en-US" sz="2800" dirty="0"/>
                  <a:t> there is a path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9217" y="1600201"/>
                <a:ext cx="6841446" cy="954107"/>
              </a:xfrm>
              <a:prstGeom prst="rect">
                <a:avLst/>
              </a:prstGeom>
              <a:blipFill>
                <a:blip r:embed="rId2"/>
                <a:stretch>
                  <a:fillRect l="-1855" t="-6579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81BF1141-E287-AF7C-AFF5-2F8E9B62CA1A}"/>
              </a:ext>
            </a:extLst>
          </p:cNvPr>
          <p:cNvGrpSpPr/>
          <p:nvPr/>
        </p:nvGrpSpPr>
        <p:grpSpPr>
          <a:xfrm>
            <a:off x="7066996" y="2971845"/>
            <a:ext cx="4385159" cy="2420607"/>
            <a:chOff x="1524000" y="2625729"/>
            <a:chExt cx="7044346" cy="388847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EE66EC6-58BA-8B7F-F97E-CEC5873CDDC7}"/>
                </a:ext>
              </a:extLst>
            </p:cNvPr>
            <p:cNvGrpSpPr/>
            <p:nvPr/>
          </p:nvGrpSpPr>
          <p:grpSpPr>
            <a:xfrm>
              <a:off x="1524000" y="2625729"/>
              <a:ext cx="7044346" cy="3888478"/>
              <a:chOff x="0" y="3020093"/>
              <a:chExt cx="7044346" cy="3888478"/>
            </a:xfrm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89AFC12B-39C3-99AC-053B-CE2CCA14BA75}"/>
                  </a:ext>
                </a:extLst>
              </p:cNvPr>
              <p:cNvCxnSpPr>
                <a:stCxn id="22" idx="7"/>
                <a:endCxn id="23" idx="2"/>
              </p:cNvCxnSpPr>
              <p:nvPr/>
            </p:nvCxnSpPr>
            <p:spPr>
              <a:xfrm flipV="1">
                <a:off x="438102" y="3276727"/>
                <a:ext cx="1492916" cy="962604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90AF04E6-0506-14DD-C1B8-061A0C100FEC}"/>
                  </a:ext>
                </a:extLst>
              </p:cNvPr>
              <p:cNvCxnSpPr>
                <a:stCxn id="23" idx="6"/>
                <a:endCxn id="26" idx="2"/>
              </p:cNvCxnSpPr>
              <p:nvPr/>
            </p:nvCxnSpPr>
            <p:spPr>
              <a:xfrm>
                <a:off x="2444286" y="3276727"/>
                <a:ext cx="1510213" cy="52390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BE6AEB8A-3153-8E0D-0156-6F98D5335F49}"/>
                  </a:ext>
                </a:extLst>
              </p:cNvPr>
              <p:cNvCxnSpPr>
                <a:stCxn id="22" idx="4"/>
                <a:endCxn id="24" idx="1"/>
              </p:cNvCxnSpPr>
              <p:nvPr/>
            </p:nvCxnSpPr>
            <p:spPr>
              <a:xfrm>
                <a:off x="256634" y="4677433"/>
                <a:ext cx="857899" cy="1046257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4D5F06FF-1FBB-51C9-D087-2A0EB822B04D}"/>
                  </a:ext>
                </a:extLst>
              </p:cNvPr>
              <p:cNvCxnSpPr>
                <a:stCxn id="25" idx="3"/>
                <a:endCxn id="24" idx="7"/>
              </p:cNvCxnSpPr>
              <p:nvPr/>
            </p:nvCxnSpPr>
            <p:spPr>
              <a:xfrm flipH="1">
                <a:off x="1477469" y="4930617"/>
                <a:ext cx="1172042" cy="793073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45098F52-2824-8AA8-3922-992FB49EB3E5}"/>
                  </a:ext>
                </a:extLst>
              </p:cNvPr>
              <p:cNvCxnSpPr>
                <a:stCxn id="27" idx="2"/>
                <a:endCxn id="24" idx="5"/>
              </p:cNvCxnSpPr>
              <p:nvPr/>
            </p:nvCxnSpPr>
            <p:spPr>
              <a:xfrm flipH="1" flipV="1">
                <a:off x="1477469" y="6086626"/>
                <a:ext cx="1369411" cy="56531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DA475DF4-532D-38A5-63C3-9BA7C3D6939C}"/>
                  </a:ext>
                </a:extLst>
              </p:cNvPr>
              <p:cNvCxnSpPr>
                <a:stCxn id="25" idx="5"/>
                <a:endCxn id="27" idx="0"/>
              </p:cNvCxnSpPr>
              <p:nvPr/>
            </p:nvCxnSpPr>
            <p:spPr>
              <a:xfrm>
                <a:off x="3012447" y="4930617"/>
                <a:ext cx="91067" cy="146468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1564BD50-F8D5-5D5A-95EF-5568D430D039}"/>
                  </a:ext>
                </a:extLst>
              </p:cNvPr>
              <p:cNvCxnSpPr>
                <a:stCxn id="25" idx="7"/>
                <a:endCxn id="26" idx="3"/>
              </p:cNvCxnSpPr>
              <p:nvPr/>
            </p:nvCxnSpPr>
            <p:spPr>
              <a:xfrm flipV="1">
                <a:off x="3012447" y="3510585"/>
                <a:ext cx="1017218" cy="105709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047C31DA-8F2A-8F23-C636-D1342B4A7DF4}"/>
                  </a:ext>
                </a:extLst>
              </p:cNvPr>
              <p:cNvCxnSpPr>
                <a:stCxn id="27" idx="6"/>
                <a:endCxn id="28" idx="3"/>
              </p:cNvCxnSpPr>
              <p:nvPr/>
            </p:nvCxnSpPr>
            <p:spPr>
              <a:xfrm flipV="1">
                <a:off x="3360148" y="6576771"/>
                <a:ext cx="1716185" cy="7516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4EEA4FB5-ABAC-FB0F-FE78-8BE2B901BF66}"/>
                  </a:ext>
                </a:extLst>
              </p:cNvPr>
              <p:cNvCxnSpPr>
                <a:stCxn id="28" idx="1"/>
                <a:endCxn id="26" idx="4"/>
              </p:cNvCxnSpPr>
              <p:nvPr/>
            </p:nvCxnSpPr>
            <p:spPr>
              <a:xfrm flipH="1" flipV="1">
                <a:off x="4211133" y="3585751"/>
                <a:ext cx="865200" cy="2628084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705BF0B6-60ED-3C2A-9FB3-DC753FC6FAA6}"/>
                  </a:ext>
                </a:extLst>
              </p:cNvPr>
              <p:cNvCxnSpPr>
                <a:stCxn id="30" idx="2"/>
                <a:endCxn id="26" idx="5"/>
              </p:cNvCxnSpPr>
              <p:nvPr/>
            </p:nvCxnSpPr>
            <p:spPr>
              <a:xfrm flipH="1" flipV="1">
                <a:off x="4392601" y="3510585"/>
                <a:ext cx="913997" cy="495205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9746BAB-BB1E-C2B2-520A-A86FCCB55CE7}"/>
                  </a:ext>
                </a:extLst>
              </p:cNvPr>
              <p:cNvCxnSpPr>
                <a:stCxn id="28" idx="0"/>
                <a:endCxn id="30" idx="3"/>
              </p:cNvCxnSpPr>
              <p:nvPr/>
            </p:nvCxnSpPr>
            <p:spPr>
              <a:xfrm flipV="1">
                <a:off x="5257801" y="4187258"/>
                <a:ext cx="123963" cy="195141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04AC7CFD-ECC5-6018-3782-7B088AECD37C}"/>
                  </a:ext>
                </a:extLst>
              </p:cNvPr>
              <p:cNvCxnSpPr>
                <a:stCxn id="29" idx="1"/>
                <a:endCxn id="30" idx="5"/>
              </p:cNvCxnSpPr>
              <p:nvPr/>
            </p:nvCxnSpPr>
            <p:spPr>
              <a:xfrm flipH="1" flipV="1">
                <a:off x="5744700" y="4187258"/>
                <a:ext cx="861544" cy="674868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9AEBB05-4F00-801A-D566-A93053A1D101}"/>
                  </a:ext>
                </a:extLst>
              </p:cNvPr>
              <p:cNvCxnSpPr>
                <a:stCxn id="29" idx="3"/>
                <a:endCxn id="28" idx="6"/>
              </p:cNvCxnSpPr>
              <p:nvPr/>
            </p:nvCxnSpPr>
            <p:spPr>
              <a:xfrm flipH="1">
                <a:off x="5514435" y="5225062"/>
                <a:ext cx="1091809" cy="117024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9EFB02D6-9344-FD5B-8B88-9AC79699BFFE}"/>
                  </a:ext>
                </a:extLst>
              </p:cNvPr>
              <p:cNvCxnSpPr>
                <a:stCxn id="23" idx="4"/>
                <a:endCxn id="24" idx="0"/>
              </p:cNvCxnSpPr>
              <p:nvPr/>
            </p:nvCxnSpPr>
            <p:spPr>
              <a:xfrm flipH="1">
                <a:off x="1296001" y="3533361"/>
                <a:ext cx="891651" cy="2115163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DAE3905-1B05-6124-AB53-61458D9EB977}"/>
                  </a:ext>
                </a:extLst>
              </p:cNvPr>
              <p:cNvSpPr/>
              <p:nvPr/>
            </p:nvSpPr>
            <p:spPr>
              <a:xfrm>
                <a:off x="0" y="4164165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C3D966A-9151-52E6-017F-2694581BB748}"/>
                  </a:ext>
                </a:extLst>
              </p:cNvPr>
              <p:cNvSpPr/>
              <p:nvPr/>
            </p:nvSpPr>
            <p:spPr>
              <a:xfrm>
                <a:off x="1931018" y="302009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62A45554-D79D-45C9-7301-93F33FFEF2CB}"/>
                  </a:ext>
                </a:extLst>
              </p:cNvPr>
              <p:cNvSpPr/>
              <p:nvPr/>
            </p:nvSpPr>
            <p:spPr>
              <a:xfrm>
                <a:off x="1039367" y="5648524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0BF1C4A5-87DC-6397-F7B4-E8B6A5363133}"/>
                  </a:ext>
                </a:extLst>
              </p:cNvPr>
              <p:cNvSpPr/>
              <p:nvPr/>
            </p:nvSpPr>
            <p:spPr>
              <a:xfrm>
                <a:off x="2574345" y="4492515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BE2669F6-C388-5DB3-8B7C-276BF872A7B8}"/>
                  </a:ext>
                </a:extLst>
              </p:cNvPr>
              <p:cNvSpPr/>
              <p:nvPr/>
            </p:nvSpPr>
            <p:spPr>
              <a:xfrm>
                <a:off x="3954499" y="307248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5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AE4EA7AE-E274-5D22-6F89-0AB74F01887D}"/>
                  </a:ext>
                </a:extLst>
              </p:cNvPr>
              <p:cNvSpPr/>
              <p:nvPr/>
            </p:nvSpPr>
            <p:spPr>
              <a:xfrm>
                <a:off x="2846880" y="639530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6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CADFF9D3-A17E-83D3-E0AB-24C0F47B6A00}"/>
                  </a:ext>
                </a:extLst>
              </p:cNvPr>
              <p:cNvSpPr/>
              <p:nvPr/>
            </p:nvSpPr>
            <p:spPr>
              <a:xfrm>
                <a:off x="5001167" y="6138669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8057FAA4-BCDD-0947-760F-FCDFF8FAB60B}"/>
                  </a:ext>
                </a:extLst>
              </p:cNvPr>
              <p:cNvSpPr/>
              <p:nvPr/>
            </p:nvSpPr>
            <p:spPr>
              <a:xfrm>
                <a:off x="6531078" y="4786960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9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49D5AA22-30A7-9811-FE6C-6EDEA48BC1E3}"/>
                  </a:ext>
                </a:extLst>
              </p:cNvPr>
              <p:cNvSpPr/>
              <p:nvPr/>
            </p:nvSpPr>
            <p:spPr>
              <a:xfrm>
                <a:off x="5306598" y="3749156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</p:grp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CF2B64D-2DF1-BB32-71E0-C22A56E4E2ED}"/>
                </a:ext>
              </a:extLst>
            </p:cNvPr>
            <p:cNvCxnSpPr>
              <a:cxnSpLocks/>
              <a:stCxn id="28" idx="7"/>
              <a:endCxn id="30" idx="4"/>
            </p:cNvCxnSpPr>
            <p:nvPr/>
          </p:nvCxnSpPr>
          <p:spPr>
            <a:xfrm flipV="1">
              <a:off x="6963269" y="3868060"/>
              <a:ext cx="123963" cy="1951411"/>
            </a:xfrm>
            <a:prstGeom prst="line">
              <a:avLst/>
            </a:prstGeom>
            <a:ln w="571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CE29F38-5950-0CEC-28BD-9BE87A22D3DB}"/>
                </a:ext>
              </a:extLst>
            </p:cNvPr>
            <p:cNvCxnSpPr>
              <a:cxnSpLocks/>
              <a:stCxn id="27" idx="3"/>
              <a:endCxn id="24" idx="4"/>
            </p:cNvCxnSpPr>
            <p:nvPr/>
          </p:nvCxnSpPr>
          <p:spPr>
            <a:xfrm flipH="1" flipV="1">
              <a:off x="2820001" y="5767428"/>
              <a:ext cx="1626045" cy="671613"/>
            </a:xfrm>
            <a:prstGeom prst="line">
              <a:avLst/>
            </a:prstGeom>
            <a:ln w="5715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737F504-B85A-1520-E7F4-8989BE84231C}"/>
              </a:ext>
            </a:extLst>
          </p:cNvPr>
          <p:cNvGrpSpPr/>
          <p:nvPr/>
        </p:nvGrpSpPr>
        <p:grpSpPr>
          <a:xfrm>
            <a:off x="1616182" y="3116577"/>
            <a:ext cx="4301146" cy="2374232"/>
            <a:chOff x="0" y="3020093"/>
            <a:chExt cx="7044346" cy="3888478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E1BD8B7-4CC3-76C2-B59D-BB8E9AB4F6AB}"/>
                </a:ext>
              </a:extLst>
            </p:cNvPr>
            <p:cNvCxnSpPr>
              <a:stCxn id="85" idx="7"/>
              <a:endCxn id="86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0A5863F-100D-A240-865D-33C97E04E063}"/>
                </a:ext>
              </a:extLst>
            </p:cNvPr>
            <p:cNvCxnSpPr>
              <a:stCxn id="86" idx="6"/>
              <a:endCxn id="89" idx="2"/>
            </p:cNvCxnSpPr>
            <p:nvPr/>
          </p:nvCxnSpPr>
          <p:spPr>
            <a:xfrm>
              <a:off x="2444286" y="3276727"/>
              <a:ext cx="1510213" cy="5239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CEE1F91-DED4-E4D4-2B84-54D4FDE1057A}"/>
                </a:ext>
              </a:extLst>
            </p:cNvPr>
            <p:cNvCxnSpPr>
              <a:stCxn id="85" idx="4"/>
              <a:endCxn id="87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DFEBBBC-BC80-BAFB-02A9-944572FA7FA8}"/>
                </a:ext>
              </a:extLst>
            </p:cNvPr>
            <p:cNvCxnSpPr>
              <a:stCxn id="88" idx="3"/>
              <a:endCxn id="87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4ECCA56-B715-95D0-83A6-60AF5A7297FF}"/>
                </a:ext>
              </a:extLst>
            </p:cNvPr>
            <p:cNvCxnSpPr>
              <a:stCxn id="90" idx="2"/>
              <a:endCxn id="87" idx="5"/>
            </p:cNvCxnSpPr>
            <p:nvPr/>
          </p:nvCxnSpPr>
          <p:spPr>
            <a:xfrm flipH="1" flipV="1">
              <a:off x="1477469" y="6086626"/>
              <a:ext cx="1369411" cy="5653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2590685-BC32-4A6F-5A37-D6428C971D84}"/>
                </a:ext>
              </a:extLst>
            </p:cNvPr>
            <p:cNvCxnSpPr>
              <a:stCxn id="88" idx="5"/>
              <a:endCxn id="90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22BE66F-CBDB-9CEF-9F06-ADB5F68BD1CB}"/>
                </a:ext>
              </a:extLst>
            </p:cNvPr>
            <p:cNvCxnSpPr>
              <a:stCxn id="88" idx="7"/>
              <a:endCxn id="89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ED1E064-189B-F03C-1A06-B7A4627BCB55}"/>
                </a:ext>
              </a:extLst>
            </p:cNvPr>
            <p:cNvCxnSpPr>
              <a:stCxn id="90" idx="6"/>
              <a:endCxn id="91" idx="3"/>
            </p:cNvCxnSpPr>
            <p:nvPr/>
          </p:nvCxnSpPr>
          <p:spPr>
            <a:xfrm flipV="1">
              <a:off x="3360148" y="6576771"/>
              <a:ext cx="1716185" cy="7516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8FDEE05-0F64-09AD-162E-CEBA1DE2EEA0}"/>
                </a:ext>
              </a:extLst>
            </p:cNvPr>
            <p:cNvCxnSpPr>
              <a:stCxn id="91" idx="1"/>
              <a:endCxn id="89" idx="4"/>
            </p:cNvCxnSpPr>
            <p:nvPr/>
          </p:nvCxnSpPr>
          <p:spPr>
            <a:xfrm flipH="1" flipV="1">
              <a:off x="4211133" y="3585751"/>
              <a:ext cx="865200" cy="262808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20AC6570-6D5A-48F4-4C13-5FEA4B295FA6}"/>
                </a:ext>
              </a:extLst>
            </p:cNvPr>
            <p:cNvCxnSpPr>
              <a:stCxn id="93" idx="2"/>
              <a:endCxn id="89" idx="5"/>
            </p:cNvCxnSpPr>
            <p:nvPr/>
          </p:nvCxnSpPr>
          <p:spPr>
            <a:xfrm flipH="1" flipV="1">
              <a:off x="4392601" y="3510585"/>
              <a:ext cx="913997" cy="495205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A429117-4959-566E-2650-71AFD0E1BBAA}"/>
                </a:ext>
              </a:extLst>
            </p:cNvPr>
            <p:cNvCxnSpPr>
              <a:stCxn id="91" idx="0"/>
              <a:endCxn id="93" idx="3"/>
            </p:cNvCxnSpPr>
            <p:nvPr/>
          </p:nvCxnSpPr>
          <p:spPr>
            <a:xfrm flipV="1">
              <a:off x="5257801" y="4187258"/>
              <a:ext cx="123963" cy="19514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32EDC6FD-F830-449D-BEA8-3A01CC00C88D}"/>
                </a:ext>
              </a:extLst>
            </p:cNvPr>
            <p:cNvCxnSpPr>
              <a:stCxn id="92" idx="1"/>
              <a:endCxn id="93" idx="5"/>
            </p:cNvCxnSpPr>
            <p:nvPr/>
          </p:nvCxnSpPr>
          <p:spPr>
            <a:xfrm flipH="1" flipV="1">
              <a:off x="5744700" y="4187258"/>
              <a:ext cx="861544" cy="67486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54325B0E-E771-8B2A-813B-1C9C414A2711}"/>
                </a:ext>
              </a:extLst>
            </p:cNvPr>
            <p:cNvCxnSpPr>
              <a:stCxn id="92" idx="3"/>
              <a:endCxn id="91" idx="6"/>
            </p:cNvCxnSpPr>
            <p:nvPr/>
          </p:nvCxnSpPr>
          <p:spPr>
            <a:xfrm flipH="1">
              <a:off x="5514435" y="5225062"/>
              <a:ext cx="1091809" cy="117024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F75438BD-A475-6206-0EF0-890B3A937474}"/>
                </a:ext>
              </a:extLst>
            </p:cNvPr>
            <p:cNvCxnSpPr>
              <a:stCxn id="86" idx="4"/>
              <a:endCxn id="87" idx="0"/>
            </p:cNvCxnSpPr>
            <p:nvPr/>
          </p:nvCxnSpPr>
          <p:spPr>
            <a:xfrm flipH="1">
              <a:off x="1296001" y="3533361"/>
              <a:ext cx="891651" cy="211516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433C72C6-1468-0C1C-DAFA-E75622DA098E}"/>
                </a:ext>
              </a:extLst>
            </p:cNvPr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5C6235E6-E60A-062C-E312-5D5F0758C46F}"/>
                </a:ext>
              </a:extLst>
            </p:cNvPr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266721D1-8A4C-2F76-CAA9-FEE941202C62}"/>
                </a:ext>
              </a:extLst>
            </p:cNvPr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A11DC63D-5D3B-50C2-0184-D0A5C0983F41}"/>
                </a:ext>
              </a:extLst>
            </p:cNvPr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A85C5B94-C7C8-EF44-98C4-BE12B03F5982}"/>
                </a:ext>
              </a:extLst>
            </p:cNvPr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B2B540B4-CB17-9AE6-4BB0-4C37019F579D}"/>
                </a:ext>
              </a:extLst>
            </p:cNvPr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33EC8594-8ABF-2A8A-5F6C-A051BCCEB0DB}"/>
                </a:ext>
              </a:extLst>
            </p:cNvPr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4BEDAF14-D53E-75A5-E285-6B0F2B4BACC2}"/>
                </a:ext>
              </a:extLst>
            </p:cNvPr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A3638133-CC72-9171-3757-AEDA085786C7}"/>
                </a:ext>
              </a:extLst>
            </p:cNvPr>
            <p:cNvSpPr/>
            <p:nvPr/>
          </p:nvSpPr>
          <p:spPr>
            <a:xfrm>
              <a:off x="5306598" y="3749156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7F293295-0ACC-7404-D3CC-4A530F3FE959}"/>
                  </a:ext>
                </a:extLst>
              </p14:cNvPr>
              <p14:cNvContentPartPr/>
              <p14:nvPr/>
            </p14:nvContentPartPr>
            <p14:xfrm>
              <a:off x="550080" y="884880"/>
              <a:ext cx="9208800" cy="353628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7F293295-0ACC-7404-D3CC-4A530F3FE95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0720" y="875520"/>
                <a:ext cx="9227520" cy="3555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87997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Definition: (Strongly) Connected Graph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2749217" y="1600201"/>
                <a:ext cx="6841446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A Graph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𝐺</m:t>
                    </m:r>
                    <m:r>
                      <a:rPr lang="en-US" sz="2800" i="1">
                        <a:latin typeface="Cambria Math"/>
                      </a:rPr>
                      <m:t>=(</m:t>
                    </m:r>
                    <m:r>
                      <a:rPr lang="en-US" sz="2800" i="1">
                        <a:latin typeface="Cambria Math"/>
                      </a:rPr>
                      <m:t>𝑉</m:t>
                    </m:r>
                    <m:r>
                      <a:rPr lang="en-US" sz="2800" i="1">
                        <a:latin typeface="Cambria Math"/>
                      </a:rPr>
                      <m:t>,</m:t>
                    </m:r>
                    <m:r>
                      <a:rPr lang="en-US" sz="2800" i="1">
                        <a:latin typeface="Cambria Math"/>
                      </a:rPr>
                      <m:t>𝐸</m:t>
                    </m:r>
                    <m:r>
                      <a:rPr lang="en-US" sz="28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2800" dirty="0"/>
                  <a:t> </a:t>
                </a:r>
                <a:r>
                  <a:rPr lang="en-US" sz="2800" dirty="0" err="1"/>
                  <a:t>s.t.</a:t>
                </a:r>
                <a:r>
                  <a:rPr lang="en-US" sz="2800" dirty="0"/>
                  <a:t> for any pair of nodes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∈</m:t>
                    </m:r>
                    <m:r>
                      <a:rPr lang="en-US" sz="2800" i="1">
                        <a:latin typeface="Cambria Math"/>
                      </a:rPr>
                      <m:t>𝑉</m:t>
                    </m:r>
                  </m:oMath>
                </a14:m>
                <a:r>
                  <a:rPr lang="en-US" sz="2800" dirty="0"/>
                  <a:t> there is a path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9217" y="1600201"/>
                <a:ext cx="6841446" cy="954107"/>
              </a:xfrm>
              <a:prstGeom prst="rect">
                <a:avLst/>
              </a:prstGeom>
              <a:blipFill>
                <a:blip r:embed="rId2"/>
                <a:stretch>
                  <a:fillRect l="-1855" t="-6579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81BF1141-E287-AF7C-AFF5-2F8E9B62CA1A}"/>
              </a:ext>
            </a:extLst>
          </p:cNvPr>
          <p:cNvGrpSpPr/>
          <p:nvPr/>
        </p:nvGrpSpPr>
        <p:grpSpPr>
          <a:xfrm>
            <a:off x="7066996" y="2971845"/>
            <a:ext cx="4385159" cy="2420607"/>
            <a:chOff x="1524000" y="2625729"/>
            <a:chExt cx="7044346" cy="388847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EE66EC6-58BA-8B7F-F97E-CEC5873CDDC7}"/>
                </a:ext>
              </a:extLst>
            </p:cNvPr>
            <p:cNvGrpSpPr/>
            <p:nvPr/>
          </p:nvGrpSpPr>
          <p:grpSpPr>
            <a:xfrm>
              <a:off x="1524000" y="2625729"/>
              <a:ext cx="7044346" cy="3888478"/>
              <a:chOff x="0" y="3020093"/>
              <a:chExt cx="7044346" cy="3888478"/>
            </a:xfrm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89AFC12B-39C3-99AC-053B-CE2CCA14BA75}"/>
                  </a:ext>
                </a:extLst>
              </p:cNvPr>
              <p:cNvCxnSpPr>
                <a:stCxn id="22" idx="7"/>
                <a:endCxn id="23" idx="2"/>
              </p:cNvCxnSpPr>
              <p:nvPr/>
            </p:nvCxnSpPr>
            <p:spPr>
              <a:xfrm flipV="1">
                <a:off x="438102" y="3276727"/>
                <a:ext cx="1492916" cy="962604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90AF04E6-0506-14DD-C1B8-061A0C100FEC}"/>
                  </a:ext>
                </a:extLst>
              </p:cNvPr>
              <p:cNvCxnSpPr>
                <a:stCxn id="23" idx="6"/>
                <a:endCxn id="26" idx="2"/>
              </p:cNvCxnSpPr>
              <p:nvPr/>
            </p:nvCxnSpPr>
            <p:spPr>
              <a:xfrm>
                <a:off x="2444286" y="3276727"/>
                <a:ext cx="1510213" cy="52390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BE6AEB8A-3153-8E0D-0156-6F98D5335F49}"/>
                  </a:ext>
                </a:extLst>
              </p:cNvPr>
              <p:cNvCxnSpPr>
                <a:stCxn id="22" idx="4"/>
                <a:endCxn id="24" idx="1"/>
              </p:cNvCxnSpPr>
              <p:nvPr/>
            </p:nvCxnSpPr>
            <p:spPr>
              <a:xfrm>
                <a:off x="256634" y="4677433"/>
                <a:ext cx="857899" cy="1046257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4D5F06FF-1FBB-51C9-D087-2A0EB822B04D}"/>
                  </a:ext>
                </a:extLst>
              </p:cNvPr>
              <p:cNvCxnSpPr>
                <a:stCxn id="25" idx="3"/>
                <a:endCxn id="24" idx="7"/>
              </p:cNvCxnSpPr>
              <p:nvPr/>
            </p:nvCxnSpPr>
            <p:spPr>
              <a:xfrm flipH="1">
                <a:off x="1477469" y="4930617"/>
                <a:ext cx="1172042" cy="793073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45098F52-2824-8AA8-3922-992FB49EB3E5}"/>
                  </a:ext>
                </a:extLst>
              </p:cNvPr>
              <p:cNvCxnSpPr>
                <a:stCxn id="27" idx="2"/>
                <a:endCxn id="24" idx="5"/>
              </p:cNvCxnSpPr>
              <p:nvPr/>
            </p:nvCxnSpPr>
            <p:spPr>
              <a:xfrm flipH="1" flipV="1">
                <a:off x="1477469" y="6086626"/>
                <a:ext cx="1369411" cy="56531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DA475DF4-532D-38A5-63C3-9BA7C3D6939C}"/>
                  </a:ext>
                </a:extLst>
              </p:cNvPr>
              <p:cNvCxnSpPr>
                <a:stCxn id="25" idx="5"/>
                <a:endCxn id="27" idx="0"/>
              </p:cNvCxnSpPr>
              <p:nvPr/>
            </p:nvCxnSpPr>
            <p:spPr>
              <a:xfrm>
                <a:off x="3012447" y="4930617"/>
                <a:ext cx="91067" cy="146468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1564BD50-F8D5-5D5A-95EF-5568D430D039}"/>
                  </a:ext>
                </a:extLst>
              </p:cNvPr>
              <p:cNvCxnSpPr>
                <a:stCxn id="25" idx="7"/>
                <a:endCxn id="26" idx="3"/>
              </p:cNvCxnSpPr>
              <p:nvPr/>
            </p:nvCxnSpPr>
            <p:spPr>
              <a:xfrm flipV="1">
                <a:off x="3012447" y="3510585"/>
                <a:ext cx="1017218" cy="105709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047C31DA-8F2A-8F23-C636-D1342B4A7DF4}"/>
                  </a:ext>
                </a:extLst>
              </p:cNvPr>
              <p:cNvCxnSpPr>
                <a:stCxn id="27" idx="6"/>
                <a:endCxn id="28" idx="3"/>
              </p:cNvCxnSpPr>
              <p:nvPr/>
            </p:nvCxnSpPr>
            <p:spPr>
              <a:xfrm flipV="1">
                <a:off x="3360148" y="6576771"/>
                <a:ext cx="1716185" cy="7516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4EEA4FB5-ABAC-FB0F-FE78-8BE2B901BF66}"/>
                  </a:ext>
                </a:extLst>
              </p:cNvPr>
              <p:cNvCxnSpPr>
                <a:stCxn id="28" idx="1"/>
                <a:endCxn id="26" idx="4"/>
              </p:cNvCxnSpPr>
              <p:nvPr/>
            </p:nvCxnSpPr>
            <p:spPr>
              <a:xfrm flipH="1" flipV="1">
                <a:off x="4211133" y="3585751"/>
                <a:ext cx="865200" cy="2628084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705BF0B6-60ED-3C2A-9FB3-DC753FC6FAA6}"/>
                  </a:ext>
                </a:extLst>
              </p:cNvPr>
              <p:cNvCxnSpPr>
                <a:stCxn id="30" idx="2"/>
                <a:endCxn id="26" idx="5"/>
              </p:cNvCxnSpPr>
              <p:nvPr/>
            </p:nvCxnSpPr>
            <p:spPr>
              <a:xfrm flipH="1" flipV="1">
                <a:off x="4392601" y="3510585"/>
                <a:ext cx="913997" cy="495205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9746BAB-BB1E-C2B2-520A-A86FCCB55CE7}"/>
                  </a:ext>
                </a:extLst>
              </p:cNvPr>
              <p:cNvCxnSpPr>
                <a:stCxn id="28" idx="0"/>
                <a:endCxn id="30" idx="3"/>
              </p:cNvCxnSpPr>
              <p:nvPr/>
            </p:nvCxnSpPr>
            <p:spPr>
              <a:xfrm flipV="1">
                <a:off x="5257801" y="4187258"/>
                <a:ext cx="123963" cy="195141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04AC7CFD-ECC5-6018-3782-7B088AECD37C}"/>
                  </a:ext>
                </a:extLst>
              </p:cNvPr>
              <p:cNvCxnSpPr>
                <a:stCxn id="29" idx="1"/>
                <a:endCxn id="30" idx="5"/>
              </p:cNvCxnSpPr>
              <p:nvPr/>
            </p:nvCxnSpPr>
            <p:spPr>
              <a:xfrm flipH="1" flipV="1">
                <a:off x="5744700" y="4187258"/>
                <a:ext cx="861544" cy="674868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9AEBB05-4F00-801A-D566-A93053A1D101}"/>
                  </a:ext>
                </a:extLst>
              </p:cNvPr>
              <p:cNvCxnSpPr>
                <a:stCxn id="29" idx="3"/>
                <a:endCxn id="28" idx="6"/>
              </p:cNvCxnSpPr>
              <p:nvPr/>
            </p:nvCxnSpPr>
            <p:spPr>
              <a:xfrm flipH="1">
                <a:off x="5514435" y="5225062"/>
                <a:ext cx="1091809" cy="117024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9EFB02D6-9344-FD5B-8B88-9AC79699BFFE}"/>
                  </a:ext>
                </a:extLst>
              </p:cNvPr>
              <p:cNvCxnSpPr>
                <a:stCxn id="23" idx="4"/>
                <a:endCxn id="24" idx="0"/>
              </p:cNvCxnSpPr>
              <p:nvPr/>
            </p:nvCxnSpPr>
            <p:spPr>
              <a:xfrm flipH="1">
                <a:off x="1296001" y="3533361"/>
                <a:ext cx="891651" cy="2115163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DAE3905-1B05-6124-AB53-61458D9EB977}"/>
                  </a:ext>
                </a:extLst>
              </p:cNvPr>
              <p:cNvSpPr/>
              <p:nvPr/>
            </p:nvSpPr>
            <p:spPr>
              <a:xfrm>
                <a:off x="0" y="4164165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C3D966A-9151-52E6-017F-2694581BB748}"/>
                  </a:ext>
                </a:extLst>
              </p:cNvPr>
              <p:cNvSpPr/>
              <p:nvPr/>
            </p:nvSpPr>
            <p:spPr>
              <a:xfrm>
                <a:off x="1931018" y="302009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62A45554-D79D-45C9-7301-93F33FFEF2CB}"/>
                  </a:ext>
                </a:extLst>
              </p:cNvPr>
              <p:cNvSpPr/>
              <p:nvPr/>
            </p:nvSpPr>
            <p:spPr>
              <a:xfrm>
                <a:off x="1039367" y="5648524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0BF1C4A5-87DC-6397-F7B4-E8B6A5363133}"/>
                  </a:ext>
                </a:extLst>
              </p:cNvPr>
              <p:cNvSpPr/>
              <p:nvPr/>
            </p:nvSpPr>
            <p:spPr>
              <a:xfrm>
                <a:off x="2574345" y="4492515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BE2669F6-C388-5DB3-8B7C-276BF872A7B8}"/>
                  </a:ext>
                </a:extLst>
              </p:cNvPr>
              <p:cNvSpPr/>
              <p:nvPr/>
            </p:nvSpPr>
            <p:spPr>
              <a:xfrm>
                <a:off x="3954499" y="307248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5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AE4EA7AE-E274-5D22-6F89-0AB74F01887D}"/>
                  </a:ext>
                </a:extLst>
              </p:cNvPr>
              <p:cNvSpPr/>
              <p:nvPr/>
            </p:nvSpPr>
            <p:spPr>
              <a:xfrm>
                <a:off x="2846880" y="639530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6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CADFF9D3-A17E-83D3-E0AB-24C0F47B6A00}"/>
                  </a:ext>
                </a:extLst>
              </p:cNvPr>
              <p:cNvSpPr/>
              <p:nvPr/>
            </p:nvSpPr>
            <p:spPr>
              <a:xfrm>
                <a:off x="5001167" y="6138669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8057FAA4-BCDD-0947-760F-FCDFF8FAB60B}"/>
                  </a:ext>
                </a:extLst>
              </p:cNvPr>
              <p:cNvSpPr/>
              <p:nvPr/>
            </p:nvSpPr>
            <p:spPr>
              <a:xfrm>
                <a:off x="6531078" y="4786960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9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49D5AA22-30A7-9811-FE6C-6EDEA48BC1E3}"/>
                  </a:ext>
                </a:extLst>
              </p:cNvPr>
              <p:cNvSpPr/>
              <p:nvPr/>
            </p:nvSpPr>
            <p:spPr>
              <a:xfrm>
                <a:off x="5306598" y="3749156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</p:grp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CF2B64D-2DF1-BB32-71E0-C22A56E4E2ED}"/>
                </a:ext>
              </a:extLst>
            </p:cNvPr>
            <p:cNvCxnSpPr>
              <a:cxnSpLocks/>
              <a:stCxn id="28" idx="7"/>
              <a:endCxn id="30" idx="4"/>
            </p:cNvCxnSpPr>
            <p:nvPr/>
          </p:nvCxnSpPr>
          <p:spPr>
            <a:xfrm flipV="1">
              <a:off x="6963269" y="3868060"/>
              <a:ext cx="123963" cy="1951411"/>
            </a:xfrm>
            <a:prstGeom prst="line">
              <a:avLst/>
            </a:prstGeom>
            <a:ln w="571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CE29F38-5950-0CEC-28BD-9BE87A22D3DB}"/>
                </a:ext>
              </a:extLst>
            </p:cNvPr>
            <p:cNvCxnSpPr>
              <a:cxnSpLocks/>
              <a:stCxn id="27" idx="3"/>
              <a:endCxn id="24" idx="4"/>
            </p:cNvCxnSpPr>
            <p:nvPr/>
          </p:nvCxnSpPr>
          <p:spPr>
            <a:xfrm flipH="1" flipV="1">
              <a:off x="2820001" y="5767428"/>
              <a:ext cx="1626045" cy="671613"/>
            </a:xfrm>
            <a:prstGeom prst="line">
              <a:avLst/>
            </a:prstGeom>
            <a:ln w="5715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737F504-B85A-1520-E7F4-8989BE84231C}"/>
              </a:ext>
            </a:extLst>
          </p:cNvPr>
          <p:cNvGrpSpPr/>
          <p:nvPr/>
        </p:nvGrpSpPr>
        <p:grpSpPr>
          <a:xfrm>
            <a:off x="1616182" y="3116577"/>
            <a:ext cx="4301146" cy="2374232"/>
            <a:chOff x="0" y="3020093"/>
            <a:chExt cx="7044346" cy="3888478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E1BD8B7-4CC3-76C2-B59D-BB8E9AB4F6AB}"/>
                </a:ext>
              </a:extLst>
            </p:cNvPr>
            <p:cNvCxnSpPr>
              <a:stCxn id="85" idx="7"/>
              <a:endCxn id="86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0A5863F-100D-A240-865D-33C97E04E063}"/>
                </a:ext>
              </a:extLst>
            </p:cNvPr>
            <p:cNvCxnSpPr>
              <a:stCxn id="86" idx="6"/>
              <a:endCxn id="89" idx="2"/>
            </p:cNvCxnSpPr>
            <p:nvPr/>
          </p:nvCxnSpPr>
          <p:spPr>
            <a:xfrm>
              <a:off x="2444286" y="3276727"/>
              <a:ext cx="1510213" cy="5239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CEE1F91-DED4-E4D4-2B84-54D4FDE1057A}"/>
                </a:ext>
              </a:extLst>
            </p:cNvPr>
            <p:cNvCxnSpPr>
              <a:stCxn id="85" idx="4"/>
              <a:endCxn id="87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DFEBBBC-BC80-BAFB-02A9-944572FA7FA8}"/>
                </a:ext>
              </a:extLst>
            </p:cNvPr>
            <p:cNvCxnSpPr>
              <a:stCxn id="88" idx="3"/>
              <a:endCxn id="87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4ECCA56-B715-95D0-83A6-60AF5A7297FF}"/>
                </a:ext>
              </a:extLst>
            </p:cNvPr>
            <p:cNvCxnSpPr>
              <a:stCxn id="90" idx="2"/>
              <a:endCxn id="87" idx="5"/>
            </p:cNvCxnSpPr>
            <p:nvPr/>
          </p:nvCxnSpPr>
          <p:spPr>
            <a:xfrm flipH="1" flipV="1">
              <a:off x="1477469" y="6086626"/>
              <a:ext cx="1369411" cy="5653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2590685-BC32-4A6F-5A37-D6428C971D84}"/>
                </a:ext>
              </a:extLst>
            </p:cNvPr>
            <p:cNvCxnSpPr>
              <a:stCxn id="88" idx="5"/>
              <a:endCxn id="90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22BE66F-CBDB-9CEF-9F06-ADB5F68BD1CB}"/>
                </a:ext>
              </a:extLst>
            </p:cNvPr>
            <p:cNvCxnSpPr>
              <a:stCxn id="88" idx="7"/>
              <a:endCxn id="89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ED1E064-189B-F03C-1A06-B7A4627BCB55}"/>
                </a:ext>
              </a:extLst>
            </p:cNvPr>
            <p:cNvCxnSpPr>
              <a:stCxn id="90" idx="6"/>
              <a:endCxn id="91" idx="3"/>
            </p:cNvCxnSpPr>
            <p:nvPr/>
          </p:nvCxnSpPr>
          <p:spPr>
            <a:xfrm flipV="1">
              <a:off x="3360148" y="6576771"/>
              <a:ext cx="1716185" cy="7516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8FDEE05-0F64-09AD-162E-CEBA1DE2EEA0}"/>
                </a:ext>
              </a:extLst>
            </p:cNvPr>
            <p:cNvCxnSpPr>
              <a:stCxn id="91" idx="1"/>
              <a:endCxn id="89" idx="4"/>
            </p:cNvCxnSpPr>
            <p:nvPr/>
          </p:nvCxnSpPr>
          <p:spPr>
            <a:xfrm flipH="1" flipV="1">
              <a:off x="4211133" y="3585751"/>
              <a:ext cx="865200" cy="262808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20AC6570-6D5A-48F4-4C13-5FEA4B295FA6}"/>
                </a:ext>
              </a:extLst>
            </p:cNvPr>
            <p:cNvCxnSpPr>
              <a:stCxn id="93" idx="2"/>
              <a:endCxn id="89" idx="5"/>
            </p:cNvCxnSpPr>
            <p:nvPr/>
          </p:nvCxnSpPr>
          <p:spPr>
            <a:xfrm flipH="1" flipV="1">
              <a:off x="4392601" y="3510585"/>
              <a:ext cx="913997" cy="495205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A429117-4959-566E-2650-71AFD0E1BBAA}"/>
                </a:ext>
              </a:extLst>
            </p:cNvPr>
            <p:cNvCxnSpPr>
              <a:stCxn id="91" idx="0"/>
              <a:endCxn id="93" idx="3"/>
            </p:cNvCxnSpPr>
            <p:nvPr/>
          </p:nvCxnSpPr>
          <p:spPr>
            <a:xfrm flipV="1">
              <a:off x="5257801" y="4187258"/>
              <a:ext cx="123963" cy="19514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32EDC6FD-F830-449D-BEA8-3A01CC00C88D}"/>
                </a:ext>
              </a:extLst>
            </p:cNvPr>
            <p:cNvCxnSpPr>
              <a:stCxn id="92" idx="1"/>
              <a:endCxn id="93" idx="5"/>
            </p:cNvCxnSpPr>
            <p:nvPr/>
          </p:nvCxnSpPr>
          <p:spPr>
            <a:xfrm flipH="1" flipV="1">
              <a:off x="5744700" y="4187258"/>
              <a:ext cx="861544" cy="67486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54325B0E-E771-8B2A-813B-1C9C414A2711}"/>
                </a:ext>
              </a:extLst>
            </p:cNvPr>
            <p:cNvCxnSpPr>
              <a:stCxn id="92" idx="3"/>
              <a:endCxn id="91" idx="6"/>
            </p:cNvCxnSpPr>
            <p:nvPr/>
          </p:nvCxnSpPr>
          <p:spPr>
            <a:xfrm flipH="1">
              <a:off x="5514435" y="5225062"/>
              <a:ext cx="1091809" cy="117024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F75438BD-A475-6206-0EF0-890B3A937474}"/>
                </a:ext>
              </a:extLst>
            </p:cNvPr>
            <p:cNvCxnSpPr>
              <a:stCxn id="86" idx="4"/>
              <a:endCxn id="87" idx="0"/>
            </p:cNvCxnSpPr>
            <p:nvPr/>
          </p:nvCxnSpPr>
          <p:spPr>
            <a:xfrm flipH="1">
              <a:off x="1296001" y="3533361"/>
              <a:ext cx="891651" cy="211516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433C72C6-1468-0C1C-DAFA-E75622DA098E}"/>
                </a:ext>
              </a:extLst>
            </p:cNvPr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5C6235E6-E60A-062C-E312-5D5F0758C46F}"/>
                </a:ext>
              </a:extLst>
            </p:cNvPr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266721D1-8A4C-2F76-CAA9-FEE941202C62}"/>
                </a:ext>
              </a:extLst>
            </p:cNvPr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A11DC63D-5D3B-50C2-0184-D0A5C0983F41}"/>
                </a:ext>
              </a:extLst>
            </p:cNvPr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A85C5B94-C7C8-EF44-98C4-BE12B03F5982}"/>
                </a:ext>
              </a:extLst>
            </p:cNvPr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B2B540B4-CB17-9AE6-4BB0-4C37019F579D}"/>
                </a:ext>
              </a:extLst>
            </p:cNvPr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33EC8594-8ABF-2A8A-5F6C-A051BCCEB0DB}"/>
                </a:ext>
              </a:extLst>
            </p:cNvPr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4BEDAF14-D53E-75A5-E285-6B0F2B4BACC2}"/>
                </a:ext>
              </a:extLst>
            </p:cNvPr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A3638133-CC72-9171-3757-AEDA085786C7}"/>
                </a:ext>
              </a:extLst>
            </p:cNvPr>
            <p:cNvSpPr/>
            <p:nvPr/>
          </p:nvSpPr>
          <p:spPr>
            <a:xfrm>
              <a:off x="5306598" y="3749156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1E0F26B5-366A-711E-D723-7F1979D24DA8}"/>
              </a:ext>
            </a:extLst>
          </p:cNvPr>
          <p:cNvSpPr txBox="1"/>
          <p:nvPr/>
        </p:nvSpPr>
        <p:spPr>
          <a:xfrm>
            <a:off x="2548407" y="5745189"/>
            <a:ext cx="17565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Connected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DBCCB78-25D1-DA64-D181-C086C657BD95}"/>
              </a:ext>
            </a:extLst>
          </p:cNvPr>
          <p:cNvSpPr txBox="1"/>
          <p:nvPr/>
        </p:nvSpPr>
        <p:spPr>
          <a:xfrm>
            <a:off x="7493777" y="5776040"/>
            <a:ext cx="38466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Not (strongly) Connected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FE42C024-2BFE-0020-38BA-2F3D06866923}"/>
                  </a:ext>
                </a:extLst>
              </p14:cNvPr>
              <p14:cNvContentPartPr/>
              <p14:nvPr/>
            </p14:nvContentPartPr>
            <p14:xfrm>
              <a:off x="6732000" y="2608560"/>
              <a:ext cx="2009880" cy="149436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FE42C024-2BFE-0020-38BA-2F3D0686692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22640" y="2599200"/>
                <a:ext cx="2028600" cy="1513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625329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Definition: Weakly Connected Graph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2749217" y="1600201"/>
                <a:ext cx="6841446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A Graph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𝐺</m:t>
                    </m:r>
                    <m:r>
                      <a:rPr lang="en-US" sz="2800" i="1">
                        <a:latin typeface="Cambria Math"/>
                      </a:rPr>
                      <m:t>=(</m:t>
                    </m:r>
                    <m:r>
                      <a:rPr lang="en-US" sz="2800" i="1">
                        <a:latin typeface="Cambria Math"/>
                      </a:rPr>
                      <m:t>𝑉</m:t>
                    </m:r>
                    <m:r>
                      <a:rPr lang="en-US" sz="2800" i="1">
                        <a:latin typeface="Cambria Math"/>
                      </a:rPr>
                      <m:t>,</m:t>
                    </m:r>
                    <m:r>
                      <a:rPr lang="en-US" sz="2800" i="1">
                        <a:latin typeface="Cambria Math"/>
                      </a:rPr>
                      <m:t>𝐸</m:t>
                    </m:r>
                    <m:r>
                      <a:rPr lang="en-US" sz="28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2800" dirty="0"/>
                  <a:t> </a:t>
                </a:r>
                <a:r>
                  <a:rPr lang="en-US" sz="2800" dirty="0" err="1"/>
                  <a:t>s.t.</a:t>
                </a:r>
                <a:r>
                  <a:rPr lang="en-US" sz="2800" dirty="0"/>
                  <a:t> for any pair of nodes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∈</m:t>
                    </m:r>
                    <m:r>
                      <a:rPr lang="en-US" sz="2800" i="1">
                        <a:latin typeface="Cambria Math"/>
                      </a:rPr>
                      <m:t>𝑉</m:t>
                    </m:r>
                  </m:oMath>
                </a14:m>
                <a:r>
                  <a:rPr lang="en-US" sz="2800" dirty="0"/>
                  <a:t> there is a path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/>
                  <a:t> ignoring direction of edges</a:t>
                </a:r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9217" y="1600201"/>
                <a:ext cx="6841446" cy="1384995"/>
              </a:xfrm>
              <a:prstGeom prst="rect">
                <a:avLst/>
              </a:prstGeom>
              <a:blipFill>
                <a:blip r:embed="rId2"/>
                <a:stretch>
                  <a:fillRect l="-1872" t="-4405" b="-114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81BF1141-E287-AF7C-AFF5-2F8E9B62CA1A}"/>
              </a:ext>
            </a:extLst>
          </p:cNvPr>
          <p:cNvGrpSpPr/>
          <p:nvPr/>
        </p:nvGrpSpPr>
        <p:grpSpPr>
          <a:xfrm>
            <a:off x="1345045" y="3509073"/>
            <a:ext cx="4385159" cy="2420607"/>
            <a:chOff x="1524000" y="2625729"/>
            <a:chExt cx="7044346" cy="388847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EE66EC6-58BA-8B7F-F97E-CEC5873CDDC7}"/>
                </a:ext>
              </a:extLst>
            </p:cNvPr>
            <p:cNvGrpSpPr/>
            <p:nvPr/>
          </p:nvGrpSpPr>
          <p:grpSpPr>
            <a:xfrm>
              <a:off x="1524000" y="2625729"/>
              <a:ext cx="7044346" cy="3888478"/>
              <a:chOff x="0" y="3020093"/>
              <a:chExt cx="7044346" cy="3888478"/>
            </a:xfrm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89AFC12B-39C3-99AC-053B-CE2CCA14BA75}"/>
                  </a:ext>
                </a:extLst>
              </p:cNvPr>
              <p:cNvCxnSpPr>
                <a:stCxn id="22" idx="7"/>
                <a:endCxn id="23" idx="2"/>
              </p:cNvCxnSpPr>
              <p:nvPr/>
            </p:nvCxnSpPr>
            <p:spPr>
              <a:xfrm flipV="1">
                <a:off x="438102" y="3276727"/>
                <a:ext cx="1492916" cy="962604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90AF04E6-0506-14DD-C1B8-061A0C100FEC}"/>
                  </a:ext>
                </a:extLst>
              </p:cNvPr>
              <p:cNvCxnSpPr>
                <a:stCxn id="23" idx="6"/>
                <a:endCxn id="26" idx="2"/>
              </p:cNvCxnSpPr>
              <p:nvPr/>
            </p:nvCxnSpPr>
            <p:spPr>
              <a:xfrm>
                <a:off x="2444286" y="3276727"/>
                <a:ext cx="1510213" cy="52390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BE6AEB8A-3153-8E0D-0156-6F98D5335F49}"/>
                  </a:ext>
                </a:extLst>
              </p:cNvPr>
              <p:cNvCxnSpPr>
                <a:stCxn id="22" idx="4"/>
                <a:endCxn id="24" idx="1"/>
              </p:cNvCxnSpPr>
              <p:nvPr/>
            </p:nvCxnSpPr>
            <p:spPr>
              <a:xfrm>
                <a:off x="256634" y="4677433"/>
                <a:ext cx="857899" cy="1046257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4D5F06FF-1FBB-51C9-D087-2A0EB822B04D}"/>
                  </a:ext>
                </a:extLst>
              </p:cNvPr>
              <p:cNvCxnSpPr>
                <a:stCxn id="25" idx="3"/>
                <a:endCxn id="24" idx="7"/>
              </p:cNvCxnSpPr>
              <p:nvPr/>
            </p:nvCxnSpPr>
            <p:spPr>
              <a:xfrm flipH="1">
                <a:off x="1477469" y="4930617"/>
                <a:ext cx="1172042" cy="793073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45098F52-2824-8AA8-3922-992FB49EB3E5}"/>
                  </a:ext>
                </a:extLst>
              </p:cNvPr>
              <p:cNvCxnSpPr>
                <a:stCxn id="27" idx="2"/>
                <a:endCxn id="24" idx="5"/>
              </p:cNvCxnSpPr>
              <p:nvPr/>
            </p:nvCxnSpPr>
            <p:spPr>
              <a:xfrm flipH="1" flipV="1">
                <a:off x="1477469" y="6086626"/>
                <a:ext cx="1369411" cy="56531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DA475DF4-532D-38A5-63C3-9BA7C3D6939C}"/>
                  </a:ext>
                </a:extLst>
              </p:cNvPr>
              <p:cNvCxnSpPr>
                <a:stCxn id="25" idx="5"/>
                <a:endCxn id="27" idx="0"/>
              </p:cNvCxnSpPr>
              <p:nvPr/>
            </p:nvCxnSpPr>
            <p:spPr>
              <a:xfrm>
                <a:off x="3012447" y="4930617"/>
                <a:ext cx="91067" cy="146468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1564BD50-F8D5-5D5A-95EF-5568D430D039}"/>
                  </a:ext>
                </a:extLst>
              </p:cNvPr>
              <p:cNvCxnSpPr>
                <a:stCxn id="25" idx="7"/>
                <a:endCxn id="26" idx="3"/>
              </p:cNvCxnSpPr>
              <p:nvPr/>
            </p:nvCxnSpPr>
            <p:spPr>
              <a:xfrm flipV="1">
                <a:off x="3012447" y="3510585"/>
                <a:ext cx="1017218" cy="105709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047C31DA-8F2A-8F23-C636-D1342B4A7DF4}"/>
                  </a:ext>
                </a:extLst>
              </p:cNvPr>
              <p:cNvCxnSpPr>
                <a:stCxn id="27" idx="6"/>
                <a:endCxn id="28" idx="3"/>
              </p:cNvCxnSpPr>
              <p:nvPr/>
            </p:nvCxnSpPr>
            <p:spPr>
              <a:xfrm flipV="1">
                <a:off x="3360148" y="6576771"/>
                <a:ext cx="1716185" cy="7516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4EEA4FB5-ABAC-FB0F-FE78-8BE2B901BF66}"/>
                  </a:ext>
                </a:extLst>
              </p:cNvPr>
              <p:cNvCxnSpPr>
                <a:stCxn id="28" idx="1"/>
                <a:endCxn id="26" idx="4"/>
              </p:cNvCxnSpPr>
              <p:nvPr/>
            </p:nvCxnSpPr>
            <p:spPr>
              <a:xfrm flipH="1" flipV="1">
                <a:off x="4211133" y="3585751"/>
                <a:ext cx="865200" cy="2628084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705BF0B6-60ED-3C2A-9FB3-DC753FC6FAA6}"/>
                  </a:ext>
                </a:extLst>
              </p:cNvPr>
              <p:cNvCxnSpPr>
                <a:stCxn id="30" idx="2"/>
                <a:endCxn id="26" idx="5"/>
              </p:cNvCxnSpPr>
              <p:nvPr/>
            </p:nvCxnSpPr>
            <p:spPr>
              <a:xfrm flipH="1" flipV="1">
                <a:off x="4392601" y="3510585"/>
                <a:ext cx="913997" cy="495205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9746BAB-BB1E-C2B2-520A-A86FCCB55CE7}"/>
                  </a:ext>
                </a:extLst>
              </p:cNvPr>
              <p:cNvCxnSpPr>
                <a:stCxn id="28" idx="0"/>
                <a:endCxn id="30" idx="3"/>
              </p:cNvCxnSpPr>
              <p:nvPr/>
            </p:nvCxnSpPr>
            <p:spPr>
              <a:xfrm flipV="1">
                <a:off x="5257801" y="4187258"/>
                <a:ext cx="123963" cy="195141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04AC7CFD-ECC5-6018-3782-7B088AECD37C}"/>
                  </a:ext>
                </a:extLst>
              </p:cNvPr>
              <p:cNvCxnSpPr>
                <a:stCxn id="29" idx="1"/>
                <a:endCxn id="30" idx="5"/>
              </p:cNvCxnSpPr>
              <p:nvPr/>
            </p:nvCxnSpPr>
            <p:spPr>
              <a:xfrm flipH="1" flipV="1">
                <a:off x="5744700" y="4187258"/>
                <a:ext cx="861544" cy="674868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9AEBB05-4F00-801A-D566-A93053A1D101}"/>
                  </a:ext>
                </a:extLst>
              </p:cNvPr>
              <p:cNvCxnSpPr>
                <a:stCxn id="29" idx="3"/>
                <a:endCxn id="28" idx="6"/>
              </p:cNvCxnSpPr>
              <p:nvPr/>
            </p:nvCxnSpPr>
            <p:spPr>
              <a:xfrm flipH="1">
                <a:off x="5514435" y="5225062"/>
                <a:ext cx="1091809" cy="117024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9EFB02D6-9344-FD5B-8B88-9AC79699BFFE}"/>
                  </a:ext>
                </a:extLst>
              </p:cNvPr>
              <p:cNvCxnSpPr>
                <a:stCxn id="23" idx="4"/>
                <a:endCxn id="24" idx="0"/>
              </p:cNvCxnSpPr>
              <p:nvPr/>
            </p:nvCxnSpPr>
            <p:spPr>
              <a:xfrm flipH="1">
                <a:off x="1296001" y="3533361"/>
                <a:ext cx="891651" cy="2115163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DAE3905-1B05-6124-AB53-61458D9EB977}"/>
                  </a:ext>
                </a:extLst>
              </p:cNvPr>
              <p:cNvSpPr/>
              <p:nvPr/>
            </p:nvSpPr>
            <p:spPr>
              <a:xfrm>
                <a:off x="0" y="4164165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C3D966A-9151-52E6-017F-2694581BB748}"/>
                  </a:ext>
                </a:extLst>
              </p:cNvPr>
              <p:cNvSpPr/>
              <p:nvPr/>
            </p:nvSpPr>
            <p:spPr>
              <a:xfrm>
                <a:off x="1931018" y="302009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62A45554-D79D-45C9-7301-93F33FFEF2CB}"/>
                  </a:ext>
                </a:extLst>
              </p:cNvPr>
              <p:cNvSpPr/>
              <p:nvPr/>
            </p:nvSpPr>
            <p:spPr>
              <a:xfrm>
                <a:off x="1039367" y="5648524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0BF1C4A5-87DC-6397-F7B4-E8B6A5363133}"/>
                  </a:ext>
                </a:extLst>
              </p:cNvPr>
              <p:cNvSpPr/>
              <p:nvPr/>
            </p:nvSpPr>
            <p:spPr>
              <a:xfrm>
                <a:off x="2574345" y="4492515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BE2669F6-C388-5DB3-8B7C-276BF872A7B8}"/>
                  </a:ext>
                </a:extLst>
              </p:cNvPr>
              <p:cNvSpPr/>
              <p:nvPr/>
            </p:nvSpPr>
            <p:spPr>
              <a:xfrm>
                <a:off x="3954499" y="307248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5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AE4EA7AE-E274-5D22-6F89-0AB74F01887D}"/>
                  </a:ext>
                </a:extLst>
              </p:cNvPr>
              <p:cNvSpPr/>
              <p:nvPr/>
            </p:nvSpPr>
            <p:spPr>
              <a:xfrm>
                <a:off x="2846880" y="639530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6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CADFF9D3-A17E-83D3-E0AB-24C0F47B6A00}"/>
                  </a:ext>
                </a:extLst>
              </p:cNvPr>
              <p:cNvSpPr/>
              <p:nvPr/>
            </p:nvSpPr>
            <p:spPr>
              <a:xfrm>
                <a:off x="5001167" y="6138669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8057FAA4-BCDD-0947-760F-FCDFF8FAB60B}"/>
                  </a:ext>
                </a:extLst>
              </p:cNvPr>
              <p:cNvSpPr/>
              <p:nvPr/>
            </p:nvSpPr>
            <p:spPr>
              <a:xfrm>
                <a:off x="6531078" y="4786960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9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49D5AA22-30A7-9811-FE6C-6EDEA48BC1E3}"/>
                  </a:ext>
                </a:extLst>
              </p:cNvPr>
              <p:cNvSpPr/>
              <p:nvPr/>
            </p:nvSpPr>
            <p:spPr>
              <a:xfrm>
                <a:off x="5306598" y="3749156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</p:grp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CF2B64D-2DF1-BB32-71E0-C22A56E4E2ED}"/>
                </a:ext>
              </a:extLst>
            </p:cNvPr>
            <p:cNvCxnSpPr>
              <a:cxnSpLocks/>
              <a:stCxn id="28" idx="7"/>
              <a:endCxn id="30" idx="4"/>
            </p:cNvCxnSpPr>
            <p:nvPr/>
          </p:nvCxnSpPr>
          <p:spPr>
            <a:xfrm flipV="1">
              <a:off x="6963269" y="3868060"/>
              <a:ext cx="123963" cy="1951411"/>
            </a:xfrm>
            <a:prstGeom prst="line">
              <a:avLst/>
            </a:prstGeom>
            <a:ln w="571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CE29F38-5950-0CEC-28BD-9BE87A22D3DB}"/>
                </a:ext>
              </a:extLst>
            </p:cNvPr>
            <p:cNvCxnSpPr>
              <a:cxnSpLocks/>
              <a:stCxn id="27" idx="3"/>
              <a:endCxn id="24" idx="4"/>
            </p:cNvCxnSpPr>
            <p:nvPr/>
          </p:nvCxnSpPr>
          <p:spPr>
            <a:xfrm flipH="1" flipV="1">
              <a:off x="2820001" y="5767428"/>
              <a:ext cx="1626045" cy="671613"/>
            </a:xfrm>
            <a:prstGeom prst="line">
              <a:avLst/>
            </a:prstGeom>
            <a:ln w="5715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EE1BE191-9ADF-A0F9-9404-022D8FA417F2}"/>
              </a:ext>
            </a:extLst>
          </p:cNvPr>
          <p:cNvSpPr txBox="1"/>
          <p:nvPr/>
        </p:nvSpPr>
        <p:spPr>
          <a:xfrm>
            <a:off x="2038851" y="6080427"/>
            <a:ext cx="29007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Weakly Connected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84C5F6F-58DE-3FC1-BB80-93719F85BC73}"/>
              </a:ext>
            </a:extLst>
          </p:cNvPr>
          <p:cNvGrpSpPr/>
          <p:nvPr/>
        </p:nvGrpSpPr>
        <p:grpSpPr>
          <a:xfrm>
            <a:off x="6788205" y="3626901"/>
            <a:ext cx="4385159" cy="2420607"/>
            <a:chOff x="1524000" y="2625729"/>
            <a:chExt cx="7044346" cy="3888478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18CB4F3E-CB23-97A6-EFAF-F9BD45269D39}"/>
                </a:ext>
              </a:extLst>
            </p:cNvPr>
            <p:cNvGrpSpPr/>
            <p:nvPr/>
          </p:nvGrpSpPr>
          <p:grpSpPr>
            <a:xfrm>
              <a:off x="1524000" y="2625729"/>
              <a:ext cx="7044346" cy="3888478"/>
              <a:chOff x="0" y="3020093"/>
              <a:chExt cx="7044346" cy="3888478"/>
            </a:xfrm>
          </p:grpSpPr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82DF5C0A-E8F2-69C9-D8DE-36C592DB1F35}"/>
                  </a:ext>
                </a:extLst>
              </p:cNvPr>
              <p:cNvCxnSpPr>
                <a:stCxn id="65" idx="7"/>
                <a:endCxn id="66" idx="2"/>
              </p:cNvCxnSpPr>
              <p:nvPr/>
            </p:nvCxnSpPr>
            <p:spPr>
              <a:xfrm flipV="1">
                <a:off x="438102" y="3276727"/>
                <a:ext cx="1492916" cy="962604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636BDB3A-6A37-BF11-EE32-6CDC3F572EC1}"/>
                  </a:ext>
                </a:extLst>
              </p:cNvPr>
              <p:cNvCxnSpPr>
                <a:stCxn id="66" idx="6"/>
                <a:endCxn id="69" idx="2"/>
              </p:cNvCxnSpPr>
              <p:nvPr/>
            </p:nvCxnSpPr>
            <p:spPr>
              <a:xfrm>
                <a:off x="2444286" y="3276727"/>
                <a:ext cx="1510213" cy="52390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00D29429-F6EA-7784-1BA6-CCC4A20D5296}"/>
                  </a:ext>
                </a:extLst>
              </p:cNvPr>
              <p:cNvCxnSpPr>
                <a:stCxn id="65" idx="4"/>
                <a:endCxn id="67" idx="1"/>
              </p:cNvCxnSpPr>
              <p:nvPr/>
            </p:nvCxnSpPr>
            <p:spPr>
              <a:xfrm>
                <a:off x="256634" y="4677433"/>
                <a:ext cx="857899" cy="1046257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9F6D26E9-C424-E5E0-5828-DC247F0AE23F}"/>
                  </a:ext>
                </a:extLst>
              </p:cNvPr>
              <p:cNvCxnSpPr>
                <a:stCxn id="68" idx="5"/>
                <a:endCxn id="70" idx="0"/>
              </p:cNvCxnSpPr>
              <p:nvPr/>
            </p:nvCxnSpPr>
            <p:spPr>
              <a:xfrm>
                <a:off x="3012447" y="4930617"/>
                <a:ext cx="91067" cy="146468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AE300FF0-365B-494E-20E5-01CB17669309}"/>
                  </a:ext>
                </a:extLst>
              </p:cNvPr>
              <p:cNvCxnSpPr>
                <a:stCxn id="70" idx="6"/>
                <a:endCxn id="71" idx="3"/>
              </p:cNvCxnSpPr>
              <p:nvPr/>
            </p:nvCxnSpPr>
            <p:spPr>
              <a:xfrm flipV="1">
                <a:off x="3360148" y="6576771"/>
                <a:ext cx="1716185" cy="7516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1B2ACCC7-4379-03F2-199D-6BA7A3ABBDB0}"/>
                  </a:ext>
                </a:extLst>
              </p:cNvPr>
              <p:cNvCxnSpPr>
                <a:stCxn id="71" idx="0"/>
                <a:endCxn id="73" idx="3"/>
              </p:cNvCxnSpPr>
              <p:nvPr/>
            </p:nvCxnSpPr>
            <p:spPr>
              <a:xfrm flipV="1">
                <a:off x="5257801" y="4187258"/>
                <a:ext cx="123963" cy="195141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5EFA6315-8521-AC29-8B30-A0CA8E3B459C}"/>
                  </a:ext>
                </a:extLst>
              </p:cNvPr>
              <p:cNvCxnSpPr>
                <a:stCxn id="72" idx="1"/>
                <a:endCxn id="73" idx="5"/>
              </p:cNvCxnSpPr>
              <p:nvPr/>
            </p:nvCxnSpPr>
            <p:spPr>
              <a:xfrm flipH="1" flipV="1">
                <a:off x="5744700" y="4187258"/>
                <a:ext cx="861544" cy="674868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95F159AA-0EEA-ADC5-8921-C9C56BA6C0DF}"/>
                  </a:ext>
                </a:extLst>
              </p:cNvPr>
              <p:cNvCxnSpPr>
                <a:stCxn id="72" idx="3"/>
                <a:endCxn id="71" idx="6"/>
              </p:cNvCxnSpPr>
              <p:nvPr/>
            </p:nvCxnSpPr>
            <p:spPr>
              <a:xfrm flipH="1">
                <a:off x="5514435" y="5225062"/>
                <a:ext cx="1091809" cy="117024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67F9E7C5-BC15-996A-D145-12AEB7E95473}"/>
                  </a:ext>
                </a:extLst>
              </p:cNvPr>
              <p:cNvCxnSpPr>
                <a:stCxn id="66" idx="4"/>
                <a:endCxn id="67" idx="0"/>
              </p:cNvCxnSpPr>
              <p:nvPr/>
            </p:nvCxnSpPr>
            <p:spPr>
              <a:xfrm flipH="1">
                <a:off x="1296001" y="3533361"/>
                <a:ext cx="891651" cy="2115163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7CF46F7D-3C0A-7812-5BC4-CD5BDEA859BB}"/>
                  </a:ext>
                </a:extLst>
              </p:cNvPr>
              <p:cNvSpPr/>
              <p:nvPr/>
            </p:nvSpPr>
            <p:spPr>
              <a:xfrm>
                <a:off x="0" y="4164165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941D961C-8CE3-DBC7-EE64-675C6FF1BF1B}"/>
                  </a:ext>
                </a:extLst>
              </p:cNvPr>
              <p:cNvSpPr/>
              <p:nvPr/>
            </p:nvSpPr>
            <p:spPr>
              <a:xfrm>
                <a:off x="1931018" y="302009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64CF45A4-1E9B-24B3-185C-1ADC7D62BEFF}"/>
                  </a:ext>
                </a:extLst>
              </p:cNvPr>
              <p:cNvSpPr/>
              <p:nvPr/>
            </p:nvSpPr>
            <p:spPr>
              <a:xfrm>
                <a:off x="1039367" y="5648524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55B9325F-60F2-4882-622D-1D708738D72E}"/>
                  </a:ext>
                </a:extLst>
              </p:cNvPr>
              <p:cNvSpPr/>
              <p:nvPr/>
            </p:nvSpPr>
            <p:spPr>
              <a:xfrm>
                <a:off x="2574345" y="4492515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5458B5D4-3984-6FCD-0CF4-D6AD24A19202}"/>
                  </a:ext>
                </a:extLst>
              </p:cNvPr>
              <p:cNvSpPr/>
              <p:nvPr/>
            </p:nvSpPr>
            <p:spPr>
              <a:xfrm>
                <a:off x="3954499" y="307248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5</a:t>
                </a:r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3C8E179C-59A4-27DB-665D-DC9BAB2B8C9B}"/>
                  </a:ext>
                </a:extLst>
              </p:cNvPr>
              <p:cNvSpPr/>
              <p:nvPr/>
            </p:nvSpPr>
            <p:spPr>
              <a:xfrm>
                <a:off x="2846880" y="639530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6</a:t>
                </a:r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00B9E416-A418-F46B-9E32-E1B19FA507AF}"/>
                  </a:ext>
                </a:extLst>
              </p:cNvPr>
              <p:cNvSpPr/>
              <p:nvPr/>
            </p:nvSpPr>
            <p:spPr>
              <a:xfrm>
                <a:off x="5001167" y="6138669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90DCD95A-6DC3-DEE9-8A08-6540DC6B46EA}"/>
                  </a:ext>
                </a:extLst>
              </p:cNvPr>
              <p:cNvSpPr/>
              <p:nvPr/>
            </p:nvSpPr>
            <p:spPr>
              <a:xfrm>
                <a:off x="6531078" y="4786960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9</a:t>
                </a:r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BB8AC4A4-A928-9D1A-72E3-E11A496D8848}"/>
                  </a:ext>
                </a:extLst>
              </p:cNvPr>
              <p:cNvSpPr/>
              <p:nvPr/>
            </p:nvSpPr>
            <p:spPr>
              <a:xfrm>
                <a:off x="5306598" y="3749156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</p:grp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5AEFFE30-A635-FC0A-A611-D53C6175AA53}"/>
                </a:ext>
              </a:extLst>
            </p:cNvPr>
            <p:cNvCxnSpPr>
              <a:cxnSpLocks/>
              <a:stCxn id="71" idx="7"/>
              <a:endCxn id="73" idx="4"/>
            </p:cNvCxnSpPr>
            <p:nvPr/>
          </p:nvCxnSpPr>
          <p:spPr>
            <a:xfrm flipV="1">
              <a:off x="6963269" y="3868060"/>
              <a:ext cx="123963" cy="1951411"/>
            </a:xfrm>
            <a:prstGeom prst="line">
              <a:avLst/>
            </a:prstGeom>
            <a:ln w="571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5CD567A0-55DE-E659-0F5F-1C52C0C2E415}"/>
              </a:ext>
            </a:extLst>
          </p:cNvPr>
          <p:cNvSpPr txBox="1"/>
          <p:nvPr/>
        </p:nvSpPr>
        <p:spPr>
          <a:xfrm>
            <a:off x="7482011" y="6198255"/>
            <a:ext cx="35243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Not Weakly Connected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E155756D-4F99-FF13-445B-7C30540F748C}"/>
                  </a:ext>
                </a:extLst>
              </p14:cNvPr>
              <p14:cNvContentPartPr/>
              <p14:nvPr/>
            </p14:nvContentPartPr>
            <p14:xfrm>
              <a:off x="3364560" y="1037880"/>
              <a:ext cx="6855120" cy="455904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E155756D-4F99-FF13-445B-7C30540F748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55200" y="1028520"/>
                <a:ext cx="6873840" cy="4577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215616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F3AC3-3AA8-E27B-FB78-7759EBA9B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Density, Data Structures, Efficiency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155EE9-7CE2-D431-734A-223076BAE2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The maximum number of edges in a graph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Undirected and simple: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|(|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|−1)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Directed and simple: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|(|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|−1)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Direct and non-simple (but no duplicates):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If the graph is connected, the minimum number of edges is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we say the graph is </a:t>
                </a:r>
                <a:r>
                  <a:rPr lang="en-US" b="1" dirty="0"/>
                  <a:t>dense</a:t>
                </a:r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d>
                  </m:oMath>
                </a14:m>
                <a:r>
                  <a:rPr lang="en-US" dirty="0"/>
                  <a:t> we say the graph is </a:t>
                </a:r>
                <a:r>
                  <a:rPr lang="en-US" b="1" dirty="0"/>
                  <a:t>sparse</a:t>
                </a:r>
                <a:endParaRPr lang="en-US" dirty="0"/>
              </a:p>
              <a:p>
                <a:r>
                  <a:rPr lang="en-US" dirty="0"/>
                  <a:t>Because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 dirty="0"/>
                  <a:t> is not always near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we do not typically substitute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 dirty="0"/>
                  <a:t> in running times, but leave it as a separate variable</a:t>
                </a:r>
              </a:p>
              <a:p>
                <a:pPr lvl="1"/>
                <a:r>
                  <a:rPr lang="en-US" dirty="0"/>
                  <a:t>However,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</m:d>
                              </m:e>
                            </m:d>
                          </m:e>
                        </m:func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155EE9-7CE2-D431-734A-223076BAE2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D2F2168-CC02-49E3-7B17-4FDF426B1027}"/>
                  </a:ext>
                </a:extLst>
              </p14:cNvPr>
              <p14:cNvContentPartPr/>
              <p14:nvPr/>
            </p14:nvContentPartPr>
            <p14:xfrm>
              <a:off x="1026360" y="1549080"/>
              <a:ext cx="10167480" cy="38610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D2F2168-CC02-49E3-7B17-4FDF426B102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17000" y="1539720"/>
                <a:ext cx="10186200" cy="3879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265748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Definition: Tree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2749217" y="1600201"/>
                <a:ext cx="6841446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A Graph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𝐺</m:t>
                    </m:r>
                    <m:r>
                      <a:rPr lang="en-US" sz="2800" i="1">
                        <a:latin typeface="Cambria Math"/>
                      </a:rPr>
                      <m:t>=(</m:t>
                    </m:r>
                    <m:r>
                      <a:rPr lang="en-US" sz="2800" i="1">
                        <a:latin typeface="Cambria Math"/>
                      </a:rPr>
                      <m:t>𝑉</m:t>
                    </m:r>
                    <m:r>
                      <a:rPr lang="en-US" sz="2800" i="1">
                        <a:latin typeface="Cambria Math"/>
                      </a:rPr>
                      <m:t>,</m:t>
                    </m:r>
                    <m:r>
                      <a:rPr lang="en-US" sz="2800" i="1">
                        <a:latin typeface="Cambria Math"/>
                      </a:rPr>
                      <m:t>𝐸</m:t>
                    </m:r>
                    <m:r>
                      <a:rPr lang="en-US" sz="28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2800" dirty="0"/>
                  <a:t> is a tree if it is undirect, connected, and has no cycles (i.e. is acyclic).</a:t>
                </a:r>
              </a:p>
              <a:p>
                <a:r>
                  <a:rPr lang="en-US" sz="2800" dirty="0"/>
                  <a:t>Often one node is identified as the “root”</a:t>
                </a:r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9217" y="1600201"/>
                <a:ext cx="6841446" cy="1384995"/>
              </a:xfrm>
              <a:prstGeom prst="rect">
                <a:avLst/>
              </a:prstGeom>
              <a:blipFill>
                <a:blip r:embed="rId2"/>
                <a:stretch>
                  <a:fillRect l="-1872" t="-4405" b="-114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TextBox 77">
            <a:extLst>
              <a:ext uri="{FF2B5EF4-FFF2-40B4-BE49-F238E27FC236}">
                <a16:creationId xmlns:a16="http://schemas.microsoft.com/office/drawing/2014/main" id="{CB26A4FB-1FF3-22E3-008F-C86C19A60FCA}"/>
              </a:ext>
            </a:extLst>
          </p:cNvPr>
          <p:cNvSpPr txBox="1"/>
          <p:nvPr/>
        </p:nvSpPr>
        <p:spPr>
          <a:xfrm>
            <a:off x="1347968" y="5626650"/>
            <a:ext cx="29083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 Tree</a:t>
            </a: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A5759540-9AC3-0DDB-F03A-ACDE045114E3}"/>
              </a:ext>
            </a:extLst>
          </p:cNvPr>
          <p:cNvGrpSpPr/>
          <p:nvPr/>
        </p:nvGrpSpPr>
        <p:grpSpPr>
          <a:xfrm>
            <a:off x="222637" y="3116577"/>
            <a:ext cx="4301146" cy="2374232"/>
            <a:chOff x="0" y="3020093"/>
            <a:chExt cx="7044346" cy="3888478"/>
          </a:xfrm>
        </p:grpSpPr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3579F93B-7403-10DF-E95E-AAEF3BA6A367}"/>
                </a:ext>
              </a:extLst>
            </p:cNvPr>
            <p:cNvCxnSpPr>
              <a:stCxn id="118" idx="7"/>
              <a:endCxn id="119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BD78E9FC-207A-E53D-7517-EEF9FF99AAF2}"/>
                </a:ext>
              </a:extLst>
            </p:cNvPr>
            <p:cNvCxnSpPr>
              <a:stCxn id="118" idx="4"/>
              <a:endCxn id="120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486C4985-38E1-46D6-CB4D-A6A98BD9ED77}"/>
                </a:ext>
              </a:extLst>
            </p:cNvPr>
            <p:cNvCxnSpPr>
              <a:stCxn id="121" idx="3"/>
              <a:endCxn id="120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6D22C930-0352-6899-1E98-8A3AA06731A6}"/>
                </a:ext>
              </a:extLst>
            </p:cNvPr>
            <p:cNvCxnSpPr>
              <a:stCxn id="121" idx="5"/>
              <a:endCxn id="123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26F78A95-92D3-3C83-2D08-884970B4C01A}"/>
                </a:ext>
              </a:extLst>
            </p:cNvPr>
            <p:cNvCxnSpPr>
              <a:stCxn id="121" idx="7"/>
              <a:endCxn id="122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29927E5-909C-C044-BEFF-60F1FEE460A4}"/>
                </a:ext>
              </a:extLst>
            </p:cNvPr>
            <p:cNvCxnSpPr>
              <a:stCxn id="126" idx="2"/>
              <a:endCxn id="122" idx="5"/>
            </p:cNvCxnSpPr>
            <p:nvPr/>
          </p:nvCxnSpPr>
          <p:spPr>
            <a:xfrm flipH="1" flipV="1">
              <a:off x="4392601" y="3510585"/>
              <a:ext cx="913997" cy="495205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5423522A-4F24-8A79-8AED-C46B27D17E35}"/>
                </a:ext>
              </a:extLst>
            </p:cNvPr>
            <p:cNvCxnSpPr>
              <a:stCxn id="124" idx="0"/>
              <a:endCxn id="126" idx="3"/>
            </p:cNvCxnSpPr>
            <p:nvPr/>
          </p:nvCxnSpPr>
          <p:spPr>
            <a:xfrm flipV="1">
              <a:off x="5257801" y="4187258"/>
              <a:ext cx="123963" cy="19514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E7937C5B-8522-FE68-C63F-72C9C051B3D7}"/>
                </a:ext>
              </a:extLst>
            </p:cNvPr>
            <p:cNvCxnSpPr>
              <a:stCxn id="125" idx="1"/>
              <a:endCxn id="126" idx="5"/>
            </p:cNvCxnSpPr>
            <p:nvPr/>
          </p:nvCxnSpPr>
          <p:spPr>
            <a:xfrm flipH="1" flipV="1">
              <a:off x="5744700" y="4187258"/>
              <a:ext cx="861544" cy="67486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A6C4D89C-3C85-56BA-4BFC-56F1024D1EBA}"/>
                </a:ext>
              </a:extLst>
            </p:cNvPr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49B2B4FA-C1C9-855B-2015-97144E4F2FAB}"/>
                </a:ext>
              </a:extLst>
            </p:cNvPr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51D38388-C86D-1D9F-3601-C3BD0D65BAAE}"/>
                </a:ext>
              </a:extLst>
            </p:cNvPr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4DB4CA7F-D981-B1C6-AD3C-CD1E9E7E4C56}"/>
                </a:ext>
              </a:extLst>
            </p:cNvPr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78C583B9-6AFF-9308-7CA5-EB8DD9BA17F8}"/>
                </a:ext>
              </a:extLst>
            </p:cNvPr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3057C619-BB2D-5ED4-80D6-6576D285508F}"/>
                </a:ext>
              </a:extLst>
            </p:cNvPr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269B7C16-C0D7-3D0C-6AB3-4D7B9EBFF8B7}"/>
                </a:ext>
              </a:extLst>
            </p:cNvPr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CC7ABB57-BAD7-A7C2-0130-69898A09FBD7}"/>
                </a:ext>
              </a:extLst>
            </p:cNvPr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3C278552-0929-7F80-E4A2-BC45124A87DB}"/>
                </a:ext>
              </a:extLst>
            </p:cNvPr>
            <p:cNvSpPr/>
            <p:nvPr/>
          </p:nvSpPr>
          <p:spPr>
            <a:xfrm>
              <a:off x="5306598" y="3749156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</p:grpSp>
      <p:sp>
        <p:nvSpPr>
          <p:cNvPr id="127" name="TextBox 126">
            <a:extLst>
              <a:ext uri="{FF2B5EF4-FFF2-40B4-BE49-F238E27FC236}">
                <a16:creationId xmlns:a16="http://schemas.microsoft.com/office/drawing/2014/main" id="{56204DC0-5532-D2DD-0951-4ED40E184A8D}"/>
              </a:ext>
            </a:extLst>
          </p:cNvPr>
          <p:cNvSpPr txBox="1"/>
          <p:nvPr/>
        </p:nvSpPr>
        <p:spPr>
          <a:xfrm>
            <a:off x="7891433" y="6056177"/>
            <a:ext cx="29083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 Rooted Tree</a:t>
            </a:r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8B85FD0C-A578-1C23-26A0-A573C8E06253}"/>
              </a:ext>
            </a:extLst>
          </p:cNvPr>
          <p:cNvGrpSpPr/>
          <p:nvPr/>
        </p:nvGrpSpPr>
        <p:grpSpPr>
          <a:xfrm>
            <a:off x="7972595" y="3069482"/>
            <a:ext cx="1931460" cy="2875894"/>
            <a:chOff x="1975975" y="3234315"/>
            <a:chExt cx="3163313" cy="4710092"/>
          </a:xfrm>
        </p:grpSpPr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50C46145-3AED-D952-D22E-5CD74086CFE4}"/>
                </a:ext>
              </a:extLst>
            </p:cNvPr>
            <p:cNvCxnSpPr>
              <a:cxnSpLocks/>
              <a:stCxn id="137" idx="4"/>
              <a:endCxn id="138" idx="0"/>
            </p:cNvCxnSpPr>
            <p:nvPr/>
          </p:nvCxnSpPr>
          <p:spPr>
            <a:xfrm flipH="1">
              <a:off x="2232609" y="6436506"/>
              <a:ext cx="18769" cy="705341"/>
            </a:xfrm>
            <a:prstGeom prst="line">
              <a:avLst/>
            </a:prstGeom>
            <a:ln w="571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7FBDAA7A-E23D-7B4C-9341-DEC0ABC0901B}"/>
                </a:ext>
              </a:extLst>
            </p:cNvPr>
            <p:cNvCxnSpPr>
              <a:cxnSpLocks/>
              <a:stCxn id="137" idx="0"/>
              <a:endCxn id="139" idx="4"/>
            </p:cNvCxnSpPr>
            <p:nvPr/>
          </p:nvCxnSpPr>
          <p:spPr>
            <a:xfrm flipH="1" flipV="1">
              <a:off x="2242545" y="5375694"/>
              <a:ext cx="8833" cy="547544"/>
            </a:xfrm>
            <a:prstGeom prst="line">
              <a:avLst/>
            </a:prstGeom>
            <a:ln w="5715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3ABF3FBD-AAF8-E87C-0AE3-3C7987960345}"/>
                </a:ext>
              </a:extLst>
            </p:cNvPr>
            <p:cNvCxnSpPr>
              <a:cxnSpLocks/>
              <a:stCxn id="140" idx="3"/>
              <a:endCxn id="139" idx="7"/>
            </p:cNvCxnSpPr>
            <p:nvPr/>
          </p:nvCxnSpPr>
          <p:spPr>
            <a:xfrm flipH="1">
              <a:off x="2424013" y="3672417"/>
              <a:ext cx="533541" cy="1265175"/>
            </a:xfrm>
            <a:prstGeom prst="line">
              <a:avLst/>
            </a:prstGeom>
            <a:ln w="571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153F4EC0-D1D9-B03F-5C30-B3D5412FCFB0}"/>
                </a:ext>
              </a:extLst>
            </p:cNvPr>
            <p:cNvCxnSpPr>
              <a:cxnSpLocks/>
              <a:stCxn id="140" idx="4"/>
              <a:endCxn id="142" idx="0"/>
            </p:cNvCxnSpPr>
            <p:nvPr/>
          </p:nvCxnSpPr>
          <p:spPr>
            <a:xfrm flipH="1">
              <a:off x="3113923" y="3747583"/>
              <a:ext cx="25099" cy="1221204"/>
            </a:xfrm>
            <a:prstGeom prst="line">
              <a:avLst/>
            </a:prstGeom>
            <a:ln w="571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344D2C2C-BFA5-F796-EEBA-B1BE3FD52820}"/>
                </a:ext>
              </a:extLst>
            </p:cNvPr>
            <p:cNvCxnSpPr>
              <a:cxnSpLocks/>
              <a:stCxn id="140" idx="5"/>
              <a:endCxn id="141" idx="1"/>
            </p:cNvCxnSpPr>
            <p:nvPr/>
          </p:nvCxnSpPr>
          <p:spPr>
            <a:xfrm>
              <a:off x="3320490" y="3672417"/>
              <a:ext cx="478336" cy="1281176"/>
            </a:xfrm>
            <a:prstGeom prst="line">
              <a:avLst/>
            </a:prstGeom>
            <a:ln w="571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C7B95E0A-9DDF-6B65-B8CC-4BA742F228DA}"/>
                </a:ext>
              </a:extLst>
            </p:cNvPr>
            <p:cNvCxnSpPr>
              <a:cxnSpLocks/>
              <a:stCxn id="145" idx="0"/>
              <a:endCxn id="141" idx="4"/>
            </p:cNvCxnSpPr>
            <p:nvPr/>
          </p:nvCxnSpPr>
          <p:spPr>
            <a:xfrm flipH="1" flipV="1">
              <a:off x="3980294" y="5391695"/>
              <a:ext cx="244352" cy="899002"/>
            </a:xfrm>
            <a:prstGeom prst="line">
              <a:avLst/>
            </a:prstGeom>
            <a:ln w="5715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83EB0404-14D3-1B52-3A0F-886A0478956C}"/>
                </a:ext>
              </a:extLst>
            </p:cNvPr>
            <p:cNvCxnSpPr>
              <a:stCxn id="143" idx="0"/>
              <a:endCxn id="145" idx="3"/>
            </p:cNvCxnSpPr>
            <p:nvPr/>
          </p:nvCxnSpPr>
          <p:spPr>
            <a:xfrm flipV="1">
              <a:off x="3816291" y="6728800"/>
              <a:ext cx="226887" cy="702339"/>
            </a:xfrm>
            <a:prstGeom prst="line">
              <a:avLst/>
            </a:prstGeom>
            <a:ln w="5715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C045A29-1865-0404-CBBC-2A9A656F44C8}"/>
                </a:ext>
              </a:extLst>
            </p:cNvPr>
            <p:cNvCxnSpPr>
              <a:cxnSpLocks/>
              <a:stCxn id="144" idx="0"/>
              <a:endCxn id="145" idx="5"/>
            </p:cNvCxnSpPr>
            <p:nvPr/>
          </p:nvCxnSpPr>
          <p:spPr>
            <a:xfrm flipH="1" flipV="1">
              <a:off x="4406115" y="6728800"/>
              <a:ext cx="476539" cy="602773"/>
            </a:xfrm>
            <a:prstGeom prst="line">
              <a:avLst/>
            </a:prstGeom>
            <a:ln w="5715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C3DAB289-ACE3-40AF-161A-F60C3F5C8E6D}"/>
                </a:ext>
              </a:extLst>
            </p:cNvPr>
            <p:cNvSpPr/>
            <p:nvPr/>
          </p:nvSpPr>
          <p:spPr>
            <a:xfrm>
              <a:off x="1994744" y="5923238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DF763AAF-F20B-3CCC-54B3-571FE59D285C}"/>
                </a:ext>
              </a:extLst>
            </p:cNvPr>
            <p:cNvSpPr/>
            <p:nvPr/>
          </p:nvSpPr>
          <p:spPr>
            <a:xfrm>
              <a:off x="1975975" y="7141847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3AC2FA7B-BA61-4C22-2789-214F7D17EA4F}"/>
                </a:ext>
              </a:extLst>
            </p:cNvPr>
            <p:cNvSpPr/>
            <p:nvPr/>
          </p:nvSpPr>
          <p:spPr>
            <a:xfrm>
              <a:off x="1985911" y="4862426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A38AE445-8301-A81B-8E6A-74DCDE903058}"/>
                </a:ext>
              </a:extLst>
            </p:cNvPr>
            <p:cNvSpPr/>
            <p:nvPr/>
          </p:nvSpPr>
          <p:spPr>
            <a:xfrm>
              <a:off x="2882388" y="323431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E3634F20-61B8-01BA-265B-6D53BFED478F}"/>
                </a:ext>
              </a:extLst>
            </p:cNvPr>
            <p:cNvSpPr/>
            <p:nvPr/>
          </p:nvSpPr>
          <p:spPr>
            <a:xfrm>
              <a:off x="3723660" y="4878427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F0FE370C-E9B0-5F3C-D304-503B3A904DC1}"/>
                </a:ext>
              </a:extLst>
            </p:cNvPr>
            <p:cNvSpPr/>
            <p:nvPr/>
          </p:nvSpPr>
          <p:spPr>
            <a:xfrm>
              <a:off x="2857289" y="4968787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E4375051-9540-4F0A-98CC-A806591EFAC1}"/>
                </a:ext>
              </a:extLst>
            </p:cNvPr>
            <p:cNvSpPr/>
            <p:nvPr/>
          </p:nvSpPr>
          <p:spPr>
            <a:xfrm>
              <a:off x="3559657" y="7431139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D85A1BCB-B54D-AFFF-3E9E-3D242BD2890D}"/>
                </a:ext>
              </a:extLst>
            </p:cNvPr>
            <p:cNvSpPr/>
            <p:nvPr/>
          </p:nvSpPr>
          <p:spPr>
            <a:xfrm>
              <a:off x="4626020" y="733157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C99D7300-F782-0F13-A601-B867BFB18170}"/>
                </a:ext>
              </a:extLst>
            </p:cNvPr>
            <p:cNvSpPr/>
            <p:nvPr/>
          </p:nvSpPr>
          <p:spPr>
            <a:xfrm>
              <a:off x="3968012" y="6290698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2D51EB6-9975-D602-57D5-483ABDCC9C58}"/>
                  </a:ext>
                </a:extLst>
              </p14:cNvPr>
              <p14:cNvContentPartPr/>
              <p14:nvPr/>
            </p14:nvContentPartPr>
            <p14:xfrm>
              <a:off x="1647000" y="903240"/>
              <a:ext cx="8194680" cy="3141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2D51EB6-9975-D602-57D5-483ABDCC9C5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37640" y="893880"/>
                <a:ext cx="8213400" cy="3160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137966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DA9EB-3564-53B5-9F5A-0BB00FBC5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ADT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F3BC2-F184-F17D-BECB-3D65CD0112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Idea: Nodes with edges between them</a:t>
            </a:r>
          </a:p>
          <a:p>
            <a:pPr lvl="1"/>
            <a:r>
              <a:rPr lang="en-US" dirty="0"/>
              <a:t>Directed or undirected</a:t>
            </a:r>
          </a:p>
          <a:p>
            <a:pPr lvl="1"/>
            <a:r>
              <a:rPr lang="en-US" dirty="0"/>
              <a:t>Weighted or unweighted</a:t>
            </a:r>
          </a:p>
          <a:p>
            <a:r>
              <a:rPr lang="en-US" dirty="0"/>
              <a:t>Operations we’ll need:</a:t>
            </a:r>
          </a:p>
          <a:p>
            <a:pPr lvl="1"/>
            <a:r>
              <a:rPr lang="en-US" dirty="0" err="1"/>
              <a:t>addEdge</a:t>
            </a:r>
            <a:r>
              <a:rPr lang="en-US" dirty="0"/>
              <a:t>: an in a new edge between preexisting nodes</a:t>
            </a:r>
          </a:p>
          <a:p>
            <a:pPr lvl="1"/>
            <a:r>
              <a:rPr lang="en-US" dirty="0" err="1"/>
              <a:t>removeEdge</a:t>
            </a:r>
            <a:r>
              <a:rPr lang="en-US" dirty="0"/>
              <a:t>: remove an edge</a:t>
            </a:r>
          </a:p>
          <a:p>
            <a:pPr lvl="1"/>
            <a:r>
              <a:rPr lang="en-US" dirty="0"/>
              <a:t>exists: Check if a particular edge exists</a:t>
            </a:r>
          </a:p>
          <a:p>
            <a:pPr lvl="1"/>
            <a:r>
              <a:rPr lang="en-US" dirty="0" err="1"/>
              <a:t>getNeighbors</a:t>
            </a:r>
            <a:r>
              <a:rPr lang="en-US" dirty="0"/>
              <a:t>: give a list of all neighbors of a given node</a:t>
            </a:r>
          </a:p>
          <a:p>
            <a:pPr lvl="2"/>
            <a:r>
              <a:rPr lang="en-US" dirty="0"/>
              <a:t>For a directed graph, we also might want </a:t>
            </a:r>
            <a:r>
              <a:rPr lang="en-US" dirty="0" err="1"/>
              <a:t>getNeighborsIncoming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14BA269-39AE-90F9-56ED-DAEDC1D62581}"/>
                  </a:ext>
                </a:extLst>
              </p14:cNvPr>
              <p14:cNvContentPartPr/>
              <p14:nvPr/>
            </p14:nvContentPartPr>
            <p14:xfrm>
              <a:off x="617760" y="3573000"/>
              <a:ext cx="2655000" cy="1923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14BA269-39AE-90F9-56ED-DAEDC1D6258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8400" y="3563640"/>
                <a:ext cx="2673720" cy="1941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728776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Adjacency List Data Structure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14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1524000" y="1246118"/>
            <a:ext cx="4600060" cy="2539233"/>
            <a:chOff x="0" y="3020093"/>
            <a:chExt cx="7044346" cy="3888478"/>
          </a:xfrm>
        </p:grpSpPr>
        <p:cxnSp>
          <p:nvCxnSpPr>
            <p:cNvPr id="6" name="Straight Connector 5"/>
            <p:cNvCxnSpPr>
              <a:stCxn id="34" idx="7"/>
              <a:endCxn id="35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>
              <a:stCxn id="35" idx="6"/>
              <a:endCxn id="38" idx="2"/>
            </p:cNvCxnSpPr>
            <p:nvPr/>
          </p:nvCxnSpPr>
          <p:spPr>
            <a:xfrm>
              <a:off x="2444286" y="3276727"/>
              <a:ext cx="1510213" cy="5239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>
              <a:stCxn id="34" idx="4"/>
              <a:endCxn id="36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>
              <a:stCxn id="37" idx="3"/>
              <a:endCxn id="36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>
              <a:stCxn id="39" idx="2"/>
              <a:endCxn id="36" idx="5"/>
            </p:cNvCxnSpPr>
            <p:nvPr/>
          </p:nvCxnSpPr>
          <p:spPr>
            <a:xfrm flipH="1" flipV="1">
              <a:off x="1477469" y="6086626"/>
              <a:ext cx="1369411" cy="5653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>
              <a:stCxn id="37" idx="5"/>
              <a:endCxn id="39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>
              <a:stCxn id="37" idx="7"/>
              <a:endCxn id="38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>
              <a:stCxn id="39" idx="6"/>
              <a:endCxn id="40" idx="3"/>
            </p:cNvCxnSpPr>
            <p:nvPr/>
          </p:nvCxnSpPr>
          <p:spPr>
            <a:xfrm flipV="1">
              <a:off x="3360148" y="6576771"/>
              <a:ext cx="1716185" cy="7516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>
              <a:stCxn id="40" idx="1"/>
              <a:endCxn id="38" idx="4"/>
            </p:cNvCxnSpPr>
            <p:nvPr/>
          </p:nvCxnSpPr>
          <p:spPr>
            <a:xfrm flipH="1" flipV="1">
              <a:off x="4211133" y="3585751"/>
              <a:ext cx="865200" cy="262808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stCxn id="42" idx="2"/>
              <a:endCxn id="38" idx="5"/>
            </p:cNvCxnSpPr>
            <p:nvPr/>
          </p:nvCxnSpPr>
          <p:spPr>
            <a:xfrm flipH="1" flipV="1">
              <a:off x="4392599" y="3510584"/>
              <a:ext cx="893790" cy="49520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>
              <a:stCxn id="40" idx="0"/>
              <a:endCxn id="42" idx="3"/>
            </p:cNvCxnSpPr>
            <p:nvPr/>
          </p:nvCxnSpPr>
          <p:spPr>
            <a:xfrm flipV="1">
              <a:off x="5257802" y="4187257"/>
              <a:ext cx="103754" cy="195141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>
              <a:stCxn id="41" idx="1"/>
              <a:endCxn id="42" idx="5"/>
            </p:cNvCxnSpPr>
            <p:nvPr/>
          </p:nvCxnSpPr>
          <p:spPr>
            <a:xfrm flipH="1" flipV="1">
              <a:off x="5724490" y="4187257"/>
              <a:ext cx="881755" cy="67487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>
              <a:stCxn id="41" idx="3"/>
              <a:endCxn id="40" idx="6"/>
            </p:cNvCxnSpPr>
            <p:nvPr/>
          </p:nvCxnSpPr>
          <p:spPr>
            <a:xfrm flipH="1">
              <a:off x="5514435" y="5225062"/>
              <a:ext cx="1091809" cy="117024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>
              <a:stCxn id="35" idx="4"/>
              <a:endCxn id="36" idx="0"/>
            </p:cNvCxnSpPr>
            <p:nvPr/>
          </p:nvCxnSpPr>
          <p:spPr>
            <a:xfrm flipH="1">
              <a:off x="1296001" y="3533361"/>
              <a:ext cx="891651" cy="211516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/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35" name="Oval 34"/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36" name="Oval 35"/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37" name="Oval 36"/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38" name="Oval 37"/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39" name="Oval 38"/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40" name="Oval 39"/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41" name="Oval 40"/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42" name="Oval 41"/>
            <p:cNvSpPr/>
            <p:nvPr/>
          </p:nvSpPr>
          <p:spPr>
            <a:xfrm>
              <a:off x="5286390" y="3749156"/>
              <a:ext cx="513267" cy="51326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</p:grpSp>
      <p:sp>
        <p:nvSpPr>
          <p:cNvPr id="43" name="Rectangle 42"/>
          <p:cNvSpPr/>
          <p:nvPr/>
        </p:nvSpPr>
        <p:spPr>
          <a:xfrm>
            <a:off x="7374272" y="1219201"/>
            <a:ext cx="587029" cy="5870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74272" y="1806230"/>
            <a:ext cx="587029" cy="5870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74272" y="2393259"/>
            <a:ext cx="587029" cy="5870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74272" y="2980288"/>
            <a:ext cx="587029" cy="5870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74272" y="3567317"/>
            <a:ext cx="587029" cy="5870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74272" y="4154346"/>
            <a:ext cx="587029" cy="5870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74272" y="4741375"/>
            <a:ext cx="587029" cy="5870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74272" y="5328404"/>
            <a:ext cx="587029" cy="5870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74272" y="5915433"/>
            <a:ext cx="587029" cy="5870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85572" y="1219200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672601" y="1218290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085571" y="1806230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672600" y="1805320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59629" y="1805319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085570" y="2392348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672599" y="2391438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259628" y="2391437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847358" y="2393259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090584" y="2980287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677613" y="2980288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264642" y="2980288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090584" y="3556219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677613" y="3555309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264642" y="3555308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852372" y="3557130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090583" y="4162378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677612" y="4161468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264641" y="4161467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090584" y="4741374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677613" y="4740464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264642" y="4740463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846657" y="4749407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090584" y="5327492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677613" y="5326582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264642" y="5326581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085569" y="5915433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672598" y="5914523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96849" y="3869510"/>
                <a:ext cx="4928325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u="sng" dirty="0"/>
                  <a:t>Time/Space Tradeoffs</a:t>
                </a:r>
              </a:p>
              <a:p>
                <a:r>
                  <a:rPr lang="en-US" sz="2400" dirty="0"/>
                  <a:t>Space to represent: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Add Edge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deg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Remove Edge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deg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Check if Edge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Exists: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deg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Get Neighbors (incoming):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Get Neighbors (outgoing):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deg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d>
                          </m:e>
                        </m:func>
                      </m:e>
                    </m:d>
                  </m:oMath>
                </a14:m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49" y="3869510"/>
                <a:ext cx="4928325" cy="3046988"/>
              </a:xfrm>
              <a:prstGeom prst="rect">
                <a:avLst/>
              </a:prstGeom>
              <a:blipFill>
                <a:blip r:embed="rId2"/>
                <a:stretch>
                  <a:fillRect l="-1980" t="-1600" r="-8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9DA5903-3571-D3F9-7AF6-CB63926F186F}"/>
                  </a:ext>
                </a:extLst>
              </p:cNvPr>
              <p:cNvSpPr txBox="1"/>
              <p:nvPr/>
            </p:nvSpPr>
            <p:spPr>
              <a:xfrm>
                <a:off x="5125006" y="4897409"/>
                <a:ext cx="1506887" cy="954107"/>
              </a:xfrm>
              <a:prstGeom prst="rect">
                <a:avLst/>
              </a:prstGeom>
              <a:noFill/>
              <a:ln>
                <a:solidFill>
                  <a:srgbClr val="FF33CC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800" b="0" i="1" smtClean="0">
                            <a:solidFill>
                              <a:srgbClr val="FF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FF33CC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sz="2800" b="0" i="1" smtClean="0">
                        <a:solidFill>
                          <a:srgbClr val="FF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FF33CC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b="0" dirty="0">
                    <a:solidFill>
                      <a:srgbClr val="FF33CC"/>
                    </a:solidFill>
                  </a:rPr>
                  <a:t> 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800" b="0" i="1" smtClean="0">
                            <a:solidFill>
                              <a:srgbClr val="FF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FF33CC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sz="2800" b="0" i="1" smtClean="0">
                        <a:solidFill>
                          <a:srgbClr val="FF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FF33CC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800" dirty="0">
                    <a:solidFill>
                      <a:srgbClr val="FF33CC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9DA5903-3571-D3F9-7AF6-CB63926F18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5006" y="4897409"/>
                <a:ext cx="1506887" cy="9541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FF33C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C63BB40F-4ED8-2ED6-84DA-E3227908F40E}"/>
                  </a:ext>
                </a:extLst>
              </p14:cNvPr>
              <p14:cNvContentPartPr/>
              <p14:nvPr/>
            </p14:nvContentPartPr>
            <p14:xfrm>
              <a:off x="319680" y="563400"/>
              <a:ext cx="10978560" cy="615708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C63BB40F-4ED8-2ED6-84DA-E3227908F40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0320" y="554040"/>
                <a:ext cx="10997280" cy="6175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011788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Adjacency List (Weighted)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15</a:t>
            </a:fld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7374272" y="1219201"/>
            <a:ext cx="587029" cy="5870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74272" y="1806230"/>
            <a:ext cx="587029" cy="5870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74272" y="2393259"/>
            <a:ext cx="587029" cy="5870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74272" y="2980288"/>
            <a:ext cx="587029" cy="5870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74272" y="3567317"/>
            <a:ext cx="587029" cy="5870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74272" y="4154346"/>
            <a:ext cx="587029" cy="5870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74272" y="4741375"/>
            <a:ext cx="587029" cy="5870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74272" y="5328404"/>
            <a:ext cx="587029" cy="5870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74272" y="5915433"/>
            <a:ext cx="587029" cy="5870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85572" y="1219200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  <a:p>
            <a:pPr algn="ctr"/>
            <a:r>
              <a:rPr lang="en-US" dirty="0"/>
              <a:t>(10)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672601" y="1218290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  <a:p>
            <a:pPr algn="ctr"/>
            <a:r>
              <a:rPr lang="en-US" dirty="0"/>
              <a:t>(12)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085571" y="1806230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  <a:p>
            <a:pPr algn="ctr"/>
            <a:r>
              <a:rPr lang="en-US" dirty="0"/>
              <a:t>(10)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672600" y="1805320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  <a:p>
            <a:pPr algn="ctr"/>
            <a:r>
              <a:rPr lang="en-US" dirty="0"/>
              <a:t>(9)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59629" y="1805319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  <a:p>
            <a:pPr algn="ctr"/>
            <a:r>
              <a:rPr lang="en-US" dirty="0"/>
              <a:t>(8)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085570" y="2392348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  <a:p>
            <a:pPr algn="ctr"/>
            <a:r>
              <a:rPr lang="en-US" dirty="0"/>
              <a:t>(12)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672599" y="2391438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  <a:p>
            <a:pPr algn="ctr"/>
            <a:r>
              <a:rPr lang="en-US" dirty="0"/>
              <a:t>(9)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259628" y="2391437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  <a:p>
            <a:pPr algn="ctr"/>
            <a:r>
              <a:rPr lang="en-US" dirty="0"/>
              <a:t>(3)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847358" y="2393259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  <a:p>
            <a:pPr algn="ctr"/>
            <a:r>
              <a:rPr lang="en-US" dirty="0"/>
              <a:t>(1)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090584" y="2980287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  <a:p>
            <a:pPr algn="ctr"/>
            <a:r>
              <a:rPr lang="en-US" dirty="0"/>
              <a:t>(3)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677613" y="2980288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  <a:p>
            <a:pPr algn="ctr"/>
            <a:r>
              <a:rPr lang="en-US" dirty="0"/>
              <a:t>(7)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264642" y="2980288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  <a:p>
            <a:pPr algn="ctr"/>
            <a:r>
              <a:rPr lang="en-US" dirty="0"/>
              <a:t>(3)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090584" y="3556219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  <a:p>
            <a:pPr algn="ctr"/>
            <a:r>
              <a:rPr lang="en-US" dirty="0"/>
              <a:t>(8)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677613" y="3555309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  <a:p>
            <a:pPr algn="ctr"/>
            <a:r>
              <a:rPr lang="en-US" dirty="0"/>
              <a:t>(7)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264642" y="3555308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  <a:p>
            <a:pPr algn="ctr"/>
            <a:r>
              <a:rPr lang="en-US" dirty="0"/>
              <a:t>(5)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852372" y="3557130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  <a:p>
            <a:pPr algn="ctr"/>
            <a:r>
              <a:rPr lang="en-US" dirty="0"/>
              <a:t>(8)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090583" y="4162378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  <a:p>
            <a:pPr algn="ctr"/>
            <a:r>
              <a:rPr lang="en-US" dirty="0"/>
              <a:t>(1)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677612" y="4161468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  <a:p>
            <a:pPr algn="ctr"/>
            <a:r>
              <a:rPr lang="en-US" dirty="0"/>
              <a:t>(3)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264641" y="4161467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  <a:p>
            <a:pPr algn="ctr"/>
            <a:r>
              <a:rPr lang="en-US" dirty="0"/>
              <a:t>(6)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090584" y="4741374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  <a:p>
            <a:pPr algn="ctr"/>
            <a:r>
              <a:rPr lang="en-US" dirty="0"/>
              <a:t>(5)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677613" y="4740464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  <a:p>
            <a:pPr algn="ctr"/>
            <a:r>
              <a:rPr lang="en-US" dirty="0"/>
              <a:t>(6)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264642" y="4740463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  <a:p>
            <a:pPr algn="ctr"/>
            <a:r>
              <a:rPr lang="en-US" dirty="0"/>
              <a:t>(9)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846657" y="4749407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  <a:p>
            <a:pPr algn="ctr"/>
            <a:r>
              <a:rPr lang="en-US" dirty="0"/>
              <a:t>(11)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090584" y="5327492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  <a:p>
            <a:pPr algn="ctr"/>
            <a:r>
              <a:rPr lang="en-US" dirty="0"/>
              <a:t>(8)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677613" y="5326582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  <a:p>
            <a:pPr algn="ctr"/>
            <a:r>
              <a:rPr lang="en-US" dirty="0"/>
              <a:t>(9)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264642" y="5326581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  <a:p>
            <a:pPr algn="ctr"/>
            <a:r>
              <a:rPr lang="en-US" dirty="0"/>
              <a:t>(2)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085569" y="5915433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  <a:p>
            <a:pPr algn="ctr"/>
            <a:r>
              <a:rPr lang="en-US" dirty="0"/>
              <a:t>(11)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672598" y="5914523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  <a:p>
            <a:pPr algn="ctr"/>
            <a:r>
              <a:rPr lang="en-US"/>
              <a:t>(2)</a:t>
            </a:r>
            <a:endParaRPr lang="en-US" dirty="0"/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4D19F696-5548-15EA-EAB6-8A6E02CA8B19}"/>
              </a:ext>
            </a:extLst>
          </p:cNvPr>
          <p:cNvGrpSpPr/>
          <p:nvPr/>
        </p:nvGrpSpPr>
        <p:grpSpPr>
          <a:xfrm>
            <a:off x="1524000" y="1143000"/>
            <a:ext cx="4600060" cy="2787240"/>
            <a:chOff x="0" y="2862182"/>
            <a:chExt cx="7044346" cy="4268266"/>
          </a:xfrm>
        </p:grpSpPr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53DE259D-9034-9B3D-5EC4-DDD8E2DDC8F5}"/>
                </a:ext>
              </a:extLst>
            </p:cNvPr>
            <p:cNvCxnSpPr>
              <a:stCxn id="153" idx="7"/>
              <a:endCxn id="154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600F064A-9EA6-2346-9FD2-6D7C878741F6}"/>
                </a:ext>
              </a:extLst>
            </p:cNvPr>
            <p:cNvCxnSpPr>
              <a:stCxn id="154" idx="6"/>
              <a:endCxn id="157" idx="2"/>
            </p:cNvCxnSpPr>
            <p:nvPr/>
          </p:nvCxnSpPr>
          <p:spPr>
            <a:xfrm>
              <a:off x="2444286" y="3276727"/>
              <a:ext cx="1510213" cy="5239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90754BF9-F23A-64E4-9FC9-D8C00C7BF946}"/>
                </a:ext>
              </a:extLst>
            </p:cNvPr>
            <p:cNvCxnSpPr>
              <a:stCxn id="153" idx="4"/>
              <a:endCxn id="155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BA6F304E-20EE-84AA-387B-778C945E958C}"/>
                </a:ext>
              </a:extLst>
            </p:cNvPr>
            <p:cNvCxnSpPr>
              <a:stCxn id="156" idx="3"/>
              <a:endCxn id="155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B40A342-7886-3842-E103-4EE1B48F9158}"/>
                </a:ext>
              </a:extLst>
            </p:cNvPr>
            <p:cNvCxnSpPr>
              <a:stCxn id="158" idx="2"/>
              <a:endCxn id="155" idx="5"/>
            </p:cNvCxnSpPr>
            <p:nvPr/>
          </p:nvCxnSpPr>
          <p:spPr>
            <a:xfrm flipH="1" flipV="1">
              <a:off x="1477469" y="6086626"/>
              <a:ext cx="1369411" cy="5653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53F2A868-BB12-BF4F-B8C3-E46D41E28D92}"/>
                </a:ext>
              </a:extLst>
            </p:cNvPr>
            <p:cNvCxnSpPr>
              <a:stCxn id="156" idx="5"/>
              <a:endCxn id="158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2C2CD981-8616-F667-62EF-DB0103A9E88F}"/>
                </a:ext>
              </a:extLst>
            </p:cNvPr>
            <p:cNvCxnSpPr>
              <a:stCxn id="156" idx="7"/>
              <a:endCxn id="157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762BEFD1-E5FB-315B-AF38-F2D298BEDCFF}"/>
                </a:ext>
              </a:extLst>
            </p:cNvPr>
            <p:cNvCxnSpPr>
              <a:stCxn id="158" idx="6"/>
              <a:endCxn id="159" idx="3"/>
            </p:cNvCxnSpPr>
            <p:nvPr/>
          </p:nvCxnSpPr>
          <p:spPr>
            <a:xfrm flipV="1">
              <a:off x="3360148" y="6576771"/>
              <a:ext cx="1716185" cy="7516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CF8DBD37-0CD6-E31F-4C9A-532CD6185060}"/>
                </a:ext>
              </a:extLst>
            </p:cNvPr>
            <p:cNvCxnSpPr>
              <a:stCxn id="159" idx="1"/>
              <a:endCxn id="157" idx="4"/>
            </p:cNvCxnSpPr>
            <p:nvPr/>
          </p:nvCxnSpPr>
          <p:spPr>
            <a:xfrm flipH="1" flipV="1">
              <a:off x="4211133" y="3585751"/>
              <a:ext cx="865200" cy="262808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144C237A-6AAB-6817-E6B9-534CCEB7CFCA}"/>
                </a:ext>
              </a:extLst>
            </p:cNvPr>
            <p:cNvCxnSpPr>
              <a:stCxn id="161" idx="2"/>
              <a:endCxn id="157" idx="5"/>
            </p:cNvCxnSpPr>
            <p:nvPr/>
          </p:nvCxnSpPr>
          <p:spPr>
            <a:xfrm flipH="1" flipV="1">
              <a:off x="4392599" y="3510584"/>
              <a:ext cx="893790" cy="49520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7517E6B9-5FAD-1D92-1585-BCC74F25EB25}"/>
                </a:ext>
              </a:extLst>
            </p:cNvPr>
            <p:cNvCxnSpPr>
              <a:stCxn id="159" idx="0"/>
              <a:endCxn id="161" idx="3"/>
            </p:cNvCxnSpPr>
            <p:nvPr/>
          </p:nvCxnSpPr>
          <p:spPr>
            <a:xfrm flipV="1">
              <a:off x="5257802" y="4187257"/>
              <a:ext cx="103754" cy="195141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180BF92C-AE8E-5157-E223-D4D83DAA35C1}"/>
                </a:ext>
              </a:extLst>
            </p:cNvPr>
            <p:cNvCxnSpPr>
              <a:stCxn id="160" idx="1"/>
              <a:endCxn id="161" idx="5"/>
            </p:cNvCxnSpPr>
            <p:nvPr/>
          </p:nvCxnSpPr>
          <p:spPr>
            <a:xfrm flipH="1" flipV="1">
              <a:off x="5724490" y="4187257"/>
              <a:ext cx="881755" cy="67487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7F363BD5-5FDA-E77C-8DEA-CC5C0E195765}"/>
                </a:ext>
              </a:extLst>
            </p:cNvPr>
            <p:cNvCxnSpPr>
              <a:stCxn id="160" idx="3"/>
              <a:endCxn id="159" idx="6"/>
            </p:cNvCxnSpPr>
            <p:nvPr/>
          </p:nvCxnSpPr>
          <p:spPr>
            <a:xfrm flipH="1">
              <a:off x="5514435" y="5225062"/>
              <a:ext cx="1091809" cy="117024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4E071D5E-15D2-5AF2-53D8-731A74F0CF08}"/>
                </a:ext>
              </a:extLst>
            </p:cNvPr>
            <p:cNvSpPr txBox="1"/>
            <p:nvPr/>
          </p:nvSpPr>
          <p:spPr>
            <a:xfrm>
              <a:off x="767228" y="3195081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10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518557C3-85CC-BEF6-F48F-88C8BA0C1A9B}"/>
                </a:ext>
              </a:extLst>
            </p:cNvPr>
            <p:cNvSpPr txBox="1"/>
            <p:nvPr/>
          </p:nvSpPr>
          <p:spPr>
            <a:xfrm>
              <a:off x="6095562" y="4099030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2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D55F019B-1C59-1125-9827-21B16E49DB73}"/>
                </a:ext>
              </a:extLst>
            </p:cNvPr>
            <p:cNvSpPr txBox="1"/>
            <p:nvPr/>
          </p:nvSpPr>
          <p:spPr>
            <a:xfrm>
              <a:off x="3895875" y="656486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6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0CF82939-6E09-13CC-D97F-E560BA7843D7}"/>
                </a:ext>
              </a:extLst>
            </p:cNvPr>
            <p:cNvSpPr txBox="1"/>
            <p:nvPr/>
          </p:nvSpPr>
          <p:spPr>
            <a:xfrm>
              <a:off x="6047348" y="5905158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11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C98494BD-6655-8F50-4790-9A0BBB60C681}"/>
                </a:ext>
              </a:extLst>
            </p:cNvPr>
            <p:cNvSpPr txBox="1"/>
            <p:nvPr/>
          </p:nvSpPr>
          <p:spPr>
            <a:xfrm>
              <a:off x="5255801" y="459535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CFA7B874-2677-8E34-798E-8179ACD4FD40}"/>
                </a:ext>
              </a:extLst>
            </p:cNvPr>
            <p:cNvSpPr txBox="1"/>
            <p:nvPr/>
          </p:nvSpPr>
          <p:spPr>
            <a:xfrm>
              <a:off x="4119679" y="4462779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5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8F2F83A0-B969-19D8-5ABE-7FD1DE889918}"/>
                </a:ext>
              </a:extLst>
            </p:cNvPr>
            <p:cNvSpPr txBox="1"/>
            <p:nvPr/>
          </p:nvSpPr>
          <p:spPr>
            <a:xfrm>
              <a:off x="4582463" y="3299181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8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F95F8570-0D82-9501-E9AE-75D60BA6E19C}"/>
                </a:ext>
              </a:extLst>
            </p:cNvPr>
            <p:cNvSpPr txBox="1"/>
            <p:nvPr/>
          </p:nvSpPr>
          <p:spPr>
            <a:xfrm>
              <a:off x="3058462" y="554633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3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953B783E-FF23-6B52-438F-674A468879E4}"/>
                </a:ext>
              </a:extLst>
            </p:cNvPr>
            <p:cNvSpPr txBox="1"/>
            <p:nvPr/>
          </p:nvSpPr>
          <p:spPr>
            <a:xfrm>
              <a:off x="3064048" y="3778529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0A893A4E-4EB6-B07D-B0D4-EE0196BAE491}"/>
                </a:ext>
              </a:extLst>
            </p:cNvPr>
            <p:cNvSpPr txBox="1"/>
            <p:nvPr/>
          </p:nvSpPr>
          <p:spPr>
            <a:xfrm>
              <a:off x="2051034" y="522425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3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9B8F87E7-4A5E-FF90-5FBD-706547EB4B56}"/>
                </a:ext>
              </a:extLst>
            </p:cNvPr>
            <p:cNvSpPr txBox="1"/>
            <p:nvPr/>
          </p:nvSpPr>
          <p:spPr>
            <a:xfrm>
              <a:off x="1885966" y="6404395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A2AB894E-2934-FDB6-4D23-436B6C4566B9}"/>
                </a:ext>
              </a:extLst>
            </p:cNvPr>
            <p:cNvSpPr txBox="1"/>
            <p:nvPr/>
          </p:nvSpPr>
          <p:spPr>
            <a:xfrm>
              <a:off x="2830979" y="2862182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8</a:t>
              </a: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6B4BF10C-B938-B868-6846-217819D9C43C}"/>
                </a:ext>
              </a:extLst>
            </p:cNvPr>
            <p:cNvSpPr txBox="1"/>
            <p:nvPr/>
          </p:nvSpPr>
          <p:spPr>
            <a:xfrm>
              <a:off x="256634" y="5096526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12</a:t>
              </a:r>
            </a:p>
          </p:txBody>
        </p: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1A55DDF5-D54E-B68D-2B1A-F2F79A1A54D9}"/>
                </a:ext>
              </a:extLst>
            </p:cNvPr>
            <p:cNvCxnSpPr>
              <a:stCxn id="154" idx="4"/>
              <a:endCxn id="155" idx="0"/>
            </p:cNvCxnSpPr>
            <p:nvPr/>
          </p:nvCxnSpPr>
          <p:spPr>
            <a:xfrm flipH="1">
              <a:off x="1296001" y="3533361"/>
              <a:ext cx="891651" cy="211516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95C80263-D548-6F68-09D4-4D3420440F4A}"/>
                </a:ext>
              </a:extLst>
            </p:cNvPr>
            <p:cNvSpPr txBox="1"/>
            <p:nvPr/>
          </p:nvSpPr>
          <p:spPr>
            <a:xfrm>
              <a:off x="1414258" y="4262423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DD9488D2-B8EF-8FDB-44AE-CB1A83360F25}"/>
                </a:ext>
              </a:extLst>
            </p:cNvPr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6963990B-CD15-ACFE-15D8-27B89352DE7E}"/>
                </a:ext>
              </a:extLst>
            </p:cNvPr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486583D9-0D6B-4722-E14B-49D47452CC06}"/>
                </a:ext>
              </a:extLst>
            </p:cNvPr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AA8B5BB0-6947-0F92-05DA-19F7129D50F9}"/>
                </a:ext>
              </a:extLst>
            </p:cNvPr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23139458-4DB4-9D74-38A4-CE1D0EAAE6B9}"/>
                </a:ext>
              </a:extLst>
            </p:cNvPr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AD337E16-1EBE-88D1-EF21-7F2563787DEF}"/>
                </a:ext>
              </a:extLst>
            </p:cNvPr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653DFFF2-181E-3C12-F6D4-333170CB7DE0}"/>
                </a:ext>
              </a:extLst>
            </p:cNvPr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B8F22F5D-6223-4D66-9A1E-0C966266F488}"/>
                </a:ext>
              </a:extLst>
            </p:cNvPr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7500B587-7CCC-AE36-EFC0-7B1F312CE49C}"/>
                </a:ext>
              </a:extLst>
            </p:cNvPr>
            <p:cNvSpPr/>
            <p:nvPr/>
          </p:nvSpPr>
          <p:spPr>
            <a:xfrm>
              <a:off x="5286390" y="3749156"/>
              <a:ext cx="513267" cy="51326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709F0509-CE27-F1CC-E53E-D4ED982DE55A}"/>
                  </a:ext>
                </a:extLst>
              </p:cNvPr>
              <p:cNvSpPr txBox="1"/>
              <p:nvPr/>
            </p:nvSpPr>
            <p:spPr>
              <a:xfrm>
                <a:off x="5125006" y="4897409"/>
                <a:ext cx="1506887" cy="954107"/>
              </a:xfrm>
              <a:prstGeom prst="rect">
                <a:avLst/>
              </a:prstGeom>
              <a:noFill/>
              <a:ln>
                <a:solidFill>
                  <a:srgbClr val="FF33CC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800" b="0" i="1" smtClean="0">
                            <a:solidFill>
                              <a:srgbClr val="FF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FF33CC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sz="2800" b="0" i="1" smtClean="0">
                        <a:solidFill>
                          <a:srgbClr val="FF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FF33CC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b="0" dirty="0">
                    <a:solidFill>
                      <a:srgbClr val="FF33CC"/>
                    </a:solidFill>
                  </a:rPr>
                  <a:t> 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800" b="0" i="1" smtClean="0">
                            <a:solidFill>
                              <a:srgbClr val="FF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FF33CC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sz="2800" b="0" i="1" smtClean="0">
                        <a:solidFill>
                          <a:srgbClr val="FF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FF33CC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800" dirty="0">
                    <a:solidFill>
                      <a:srgbClr val="FF33CC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709F0509-CE27-F1CC-E53E-D4ED982DE5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5006" y="4897409"/>
                <a:ext cx="1506887" cy="9541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FF33C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D0B161E-1F73-15E4-3E7D-EC4F2E75C535}"/>
                  </a:ext>
                </a:extLst>
              </p:cNvPr>
              <p:cNvSpPr txBox="1"/>
              <p:nvPr/>
            </p:nvSpPr>
            <p:spPr>
              <a:xfrm>
                <a:off x="96849" y="3869510"/>
                <a:ext cx="4928325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u="sng" dirty="0"/>
                  <a:t>Time/Space Tradeoffs</a:t>
                </a:r>
              </a:p>
              <a:p>
                <a:r>
                  <a:rPr lang="en-US" sz="2400" dirty="0"/>
                  <a:t>Space to represent: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Add Edge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deg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Remove Edge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deg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Check if Edge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Exists: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deg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Get Neighbors (incoming):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Get Neighbors (outgoing):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deg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d>
                          </m:e>
                        </m:func>
                      </m:e>
                    </m:d>
                  </m:oMath>
                </a14:m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D0B161E-1F73-15E4-3E7D-EC4F2E75C5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49" y="3869510"/>
                <a:ext cx="4928325" cy="3046988"/>
              </a:xfrm>
              <a:prstGeom prst="rect">
                <a:avLst/>
              </a:prstGeom>
              <a:blipFill>
                <a:blip r:embed="rId4"/>
                <a:stretch>
                  <a:fillRect l="-1980" t="-1600" r="-8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0DCF0A3-2970-2318-1AA7-628F889E768A}"/>
                  </a:ext>
                </a:extLst>
              </p14:cNvPr>
              <p14:cNvContentPartPr/>
              <p14:nvPr/>
            </p14:nvContentPartPr>
            <p14:xfrm>
              <a:off x="6676560" y="618480"/>
              <a:ext cx="1917720" cy="57409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0DCF0A3-2970-2318-1AA7-628F889E768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67200" y="609120"/>
                <a:ext cx="1936440" cy="5759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684064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Adjacency Matrix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16</a:t>
            </a:fld>
            <a:endParaRPr lang="en-US"/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F1A7F7DB-774F-DDB4-BC89-6AFAFF167796}"/>
              </a:ext>
            </a:extLst>
          </p:cNvPr>
          <p:cNvGrpSpPr/>
          <p:nvPr/>
        </p:nvGrpSpPr>
        <p:grpSpPr>
          <a:xfrm>
            <a:off x="7572412" y="1567190"/>
            <a:ext cx="4261557" cy="4144421"/>
            <a:chOff x="6939843" y="1796152"/>
            <a:chExt cx="2935140" cy="2854463"/>
          </a:xfrm>
        </p:grpSpPr>
        <p:sp>
          <p:nvSpPr>
            <p:cNvPr id="43" name="Rectangle 42"/>
            <p:cNvSpPr/>
            <p:nvPr/>
          </p:nvSpPr>
          <p:spPr>
            <a:xfrm>
              <a:off x="6939843" y="2090199"/>
              <a:ext cx="293514" cy="2935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6939843" y="2383713"/>
              <a:ext cx="293514" cy="2935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6939843" y="2661728"/>
              <a:ext cx="293514" cy="2935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939843" y="2944520"/>
              <a:ext cx="293514" cy="2935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6939843" y="3237939"/>
              <a:ext cx="293514" cy="2935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6939843" y="3510186"/>
              <a:ext cx="293514" cy="2935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6939843" y="3774748"/>
              <a:ext cx="293514" cy="2935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6939843" y="4068510"/>
              <a:ext cx="293514" cy="2935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6939843" y="4346788"/>
              <a:ext cx="293514" cy="2935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grpSp>
          <p:nvGrpSpPr>
            <p:cNvPr id="3" name="Group 2"/>
            <p:cNvGrpSpPr/>
            <p:nvPr/>
          </p:nvGrpSpPr>
          <p:grpSpPr>
            <a:xfrm>
              <a:off x="7233357" y="1796152"/>
              <a:ext cx="2641626" cy="298875"/>
              <a:chOff x="5709357" y="1796152"/>
              <a:chExt cx="2641626" cy="298875"/>
            </a:xfrm>
          </p:grpSpPr>
          <p:sp>
            <p:nvSpPr>
              <p:cNvPr id="85" name="Rectangle 84"/>
              <p:cNvSpPr/>
              <p:nvPr/>
            </p:nvSpPr>
            <p:spPr>
              <a:xfrm>
                <a:off x="5709357" y="1796685"/>
                <a:ext cx="293514" cy="29351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86" name="Rectangle 85"/>
              <p:cNvSpPr/>
              <p:nvPr/>
            </p:nvSpPr>
            <p:spPr>
              <a:xfrm>
                <a:off x="6002871" y="1796685"/>
                <a:ext cx="293514" cy="29351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87" name="Rectangle 86"/>
              <p:cNvSpPr/>
              <p:nvPr/>
            </p:nvSpPr>
            <p:spPr>
              <a:xfrm>
                <a:off x="6296385" y="1796152"/>
                <a:ext cx="293514" cy="29351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88" name="Rectangle 87"/>
              <p:cNvSpPr/>
              <p:nvPr/>
            </p:nvSpPr>
            <p:spPr>
              <a:xfrm>
                <a:off x="6589899" y="1796152"/>
                <a:ext cx="293514" cy="29351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</a:p>
            </p:txBody>
          </p:sp>
          <p:sp>
            <p:nvSpPr>
              <p:cNvPr id="89" name="Rectangle 88"/>
              <p:cNvSpPr/>
              <p:nvPr/>
            </p:nvSpPr>
            <p:spPr>
              <a:xfrm>
                <a:off x="6883413" y="1796152"/>
                <a:ext cx="293514" cy="29351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5</a:t>
                </a:r>
              </a:p>
            </p:txBody>
          </p:sp>
          <p:sp>
            <p:nvSpPr>
              <p:cNvPr id="90" name="Rectangle 89"/>
              <p:cNvSpPr/>
              <p:nvPr/>
            </p:nvSpPr>
            <p:spPr>
              <a:xfrm>
                <a:off x="7176927" y="1796152"/>
                <a:ext cx="293514" cy="29351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6</a:t>
                </a:r>
              </a:p>
            </p:txBody>
          </p:sp>
          <p:sp>
            <p:nvSpPr>
              <p:cNvPr id="91" name="Rectangle 90"/>
              <p:cNvSpPr/>
              <p:nvPr/>
            </p:nvSpPr>
            <p:spPr>
              <a:xfrm>
                <a:off x="7470441" y="1801513"/>
                <a:ext cx="293514" cy="29351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  <p:sp>
            <p:nvSpPr>
              <p:cNvPr id="92" name="Rectangle 91"/>
              <p:cNvSpPr/>
              <p:nvPr/>
            </p:nvSpPr>
            <p:spPr>
              <a:xfrm>
                <a:off x="7763955" y="1801513"/>
                <a:ext cx="293514" cy="29351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  <p:sp>
            <p:nvSpPr>
              <p:cNvPr id="93" name="Rectangle 92"/>
              <p:cNvSpPr/>
              <p:nvPr/>
            </p:nvSpPr>
            <p:spPr>
              <a:xfrm>
                <a:off x="8057469" y="1796152"/>
                <a:ext cx="293514" cy="29351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9</a:t>
                </a:r>
              </a:p>
            </p:txBody>
          </p:sp>
        </p:grpSp>
        <p:sp>
          <p:nvSpPr>
            <p:cNvPr id="95" name="Rectangle 94"/>
            <p:cNvSpPr/>
            <p:nvPr/>
          </p:nvSpPr>
          <p:spPr>
            <a:xfrm>
              <a:off x="7233357" y="2112095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6" name="Rectangle 95"/>
            <p:cNvSpPr/>
            <p:nvPr/>
          </p:nvSpPr>
          <p:spPr>
            <a:xfrm>
              <a:off x="7526871" y="2112095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97" name="Rectangle 96"/>
            <p:cNvSpPr/>
            <p:nvPr/>
          </p:nvSpPr>
          <p:spPr>
            <a:xfrm>
              <a:off x="7820385" y="2111562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98" name="Rectangle 97"/>
            <p:cNvSpPr/>
            <p:nvPr/>
          </p:nvSpPr>
          <p:spPr>
            <a:xfrm>
              <a:off x="8113899" y="2111562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8407413" y="2111562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8700927" y="2111562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8994441" y="2111029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9287955" y="2111029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9581469" y="2111562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7233357" y="2377257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06" name="Rectangle 105"/>
            <p:cNvSpPr/>
            <p:nvPr/>
          </p:nvSpPr>
          <p:spPr>
            <a:xfrm>
              <a:off x="7526871" y="2377257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7820385" y="2376724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8113899" y="2376724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9" name="Rectangle 108"/>
            <p:cNvSpPr/>
            <p:nvPr/>
          </p:nvSpPr>
          <p:spPr>
            <a:xfrm>
              <a:off x="8407413" y="2376724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10" name="Rectangle 109"/>
            <p:cNvSpPr/>
            <p:nvPr/>
          </p:nvSpPr>
          <p:spPr>
            <a:xfrm>
              <a:off x="8700927" y="2376724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1" name="Rectangle 110"/>
            <p:cNvSpPr/>
            <p:nvPr/>
          </p:nvSpPr>
          <p:spPr>
            <a:xfrm>
              <a:off x="8994441" y="2376191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2" name="Rectangle 111"/>
            <p:cNvSpPr/>
            <p:nvPr/>
          </p:nvSpPr>
          <p:spPr>
            <a:xfrm>
              <a:off x="9287955" y="2376191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3" name="Rectangle 112"/>
            <p:cNvSpPr/>
            <p:nvPr/>
          </p:nvSpPr>
          <p:spPr>
            <a:xfrm>
              <a:off x="9581469" y="2376724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5" name="Rectangle 114"/>
            <p:cNvSpPr/>
            <p:nvPr/>
          </p:nvSpPr>
          <p:spPr>
            <a:xfrm>
              <a:off x="7233357" y="2670294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16" name="Rectangle 115"/>
            <p:cNvSpPr/>
            <p:nvPr/>
          </p:nvSpPr>
          <p:spPr>
            <a:xfrm>
              <a:off x="7526871" y="2670294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17" name="Rectangle 116"/>
            <p:cNvSpPr/>
            <p:nvPr/>
          </p:nvSpPr>
          <p:spPr>
            <a:xfrm>
              <a:off x="7820385" y="2669761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8" name="Rectangle 117"/>
            <p:cNvSpPr/>
            <p:nvPr/>
          </p:nvSpPr>
          <p:spPr>
            <a:xfrm>
              <a:off x="8113899" y="2669761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19" name="Rectangle 118"/>
            <p:cNvSpPr/>
            <p:nvPr/>
          </p:nvSpPr>
          <p:spPr>
            <a:xfrm>
              <a:off x="8407413" y="2669761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0" name="Rectangle 119"/>
            <p:cNvSpPr/>
            <p:nvPr/>
          </p:nvSpPr>
          <p:spPr>
            <a:xfrm>
              <a:off x="8700927" y="2669761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1" name="Rectangle 120"/>
            <p:cNvSpPr/>
            <p:nvPr/>
          </p:nvSpPr>
          <p:spPr>
            <a:xfrm>
              <a:off x="8994441" y="2669228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2" name="Rectangle 121"/>
            <p:cNvSpPr/>
            <p:nvPr/>
          </p:nvSpPr>
          <p:spPr>
            <a:xfrm>
              <a:off x="9287955" y="2669228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3" name="Rectangle 122"/>
            <p:cNvSpPr/>
            <p:nvPr/>
          </p:nvSpPr>
          <p:spPr>
            <a:xfrm>
              <a:off x="9581469" y="2669761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5" name="Rectangle 124"/>
            <p:cNvSpPr/>
            <p:nvPr/>
          </p:nvSpPr>
          <p:spPr>
            <a:xfrm>
              <a:off x="7233357" y="2935456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6" name="Rectangle 125"/>
            <p:cNvSpPr/>
            <p:nvPr/>
          </p:nvSpPr>
          <p:spPr>
            <a:xfrm>
              <a:off x="7526871" y="2935456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7" name="Rectangle 126"/>
            <p:cNvSpPr/>
            <p:nvPr/>
          </p:nvSpPr>
          <p:spPr>
            <a:xfrm>
              <a:off x="7820385" y="2934923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28" name="Rectangle 127"/>
            <p:cNvSpPr/>
            <p:nvPr/>
          </p:nvSpPr>
          <p:spPr>
            <a:xfrm>
              <a:off x="8113899" y="2934923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9" name="Rectangle 128"/>
            <p:cNvSpPr/>
            <p:nvPr/>
          </p:nvSpPr>
          <p:spPr>
            <a:xfrm>
              <a:off x="8407413" y="2934923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30" name="Rectangle 129"/>
            <p:cNvSpPr/>
            <p:nvPr/>
          </p:nvSpPr>
          <p:spPr>
            <a:xfrm>
              <a:off x="8700927" y="2934923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31" name="Rectangle 130"/>
            <p:cNvSpPr/>
            <p:nvPr/>
          </p:nvSpPr>
          <p:spPr>
            <a:xfrm>
              <a:off x="8994441" y="2934390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2" name="Rectangle 131"/>
            <p:cNvSpPr/>
            <p:nvPr/>
          </p:nvSpPr>
          <p:spPr>
            <a:xfrm>
              <a:off x="9287955" y="2934390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3" name="Rectangle 132"/>
            <p:cNvSpPr/>
            <p:nvPr/>
          </p:nvSpPr>
          <p:spPr>
            <a:xfrm>
              <a:off x="9581469" y="2934923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5" name="Rectangle 134"/>
            <p:cNvSpPr/>
            <p:nvPr/>
          </p:nvSpPr>
          <p:spPr>
            <a:xfrm>
              <a:off x="7233357" y="3228970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6" name="Rectangle 135"/>
            <p:cNvSpPr/>
            <p:nvPr/>
          </p:nvSpPr>
          <p:spPr>
            <a:xfrm>
              <a:off x="7526871" y="3228970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37" name="Rectangle 136"/>
            <p:cNvSpPr/>
            <p:nvPr/>
          </p:nvSpPr>
          <p:spPr>
            <a:xfrm>
              <a:off x="7820385" y="3228437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8" name="Rectangle 137"/>
            <p:cNvSpPr/>
            <p:nvPr/>
          </p:nvSpPr>
          <p:spPr>
            <a:xfrm>
              <a:off x="8113899" y="3228437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39" name="Rectangle 138"/>
            <p:cNvSpPr/>
            <p:nvPr/>
          </p:nvSpPr>
          <p:spPr>
            <a:xfrm>
              <a:off x="8407413" y="3228437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0" name="Rectangle 139"/>
            <p:cNvSpPr/>
            <p:nvPr/>
          </p:nvSpPr>
          <p:spPr>
            <a:xfrm>
              <a:off x="8700927" y="3228437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1" name="Rectangle 140"/>
            <p:cNvSpPr/>
            <p:nvPr/>
          </p:nvSpPr>
          <p:spPr>
            <a:xfrm>
              <a:off x="8994441" y="3227904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42" name="Rectangle 141"/>
            <p:cNvSpPr/>
            <p:nvPr/>
          </p:nvSpPr>
          <p:spPr>
            <a:xfrm>
              <a:off x="9287955" y="3227904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43" name="Rectangle 142"/>
            <p:cNvSpPr/>
            <p:nvPr/>
          </p:nvSpPr>
          <p:spPr>
            <a:xfrm>
              <a:off x="9581469" y="3228437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5" name="Rectangle 144"/>
            <p:cNvSpPr/>
            <p:nvPr/>
          </p:nvSpPr>
          <p:spPr>
            <a:xfrm>
              <a:off x="7233357" y="3494132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6" name="Rectangle 145"/>
            <p:cNvSpPr/>
            <p:nvPr/>
          </p:nvSpPr>
          <p:spPr>
            <a:xfrm>
              <a:off x="7526871" y="3494132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7" name="Rectangle 146"/>
            <p:cNvSpPr/>
            <p:nvPr/>
          </p:nvSpPr>
          <p:spPr>
            <a:xfrm>
              <a:off x="7820385" y="3493599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48" name="Rectangle 147"/>
            <p:cNvSpPr/>
            <p:nvPr/>
          </p:nvSpPr>
          <p:spPr>
            <a:xfrm>
              <a:off x="8113899" y="3493599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49" name="Rectangle 148"/>
            <p:cNvSpPr/>
            <p:nvPr/>
          </p:nvSpPr>
          <p:spPr>
            <a:xfrm>
              <a:off x="8407413" y="3493599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0" name="Rectangle 149"/>
            <p:cNvSpPr/>
            <p:nvPr/>
          </p:nvSpPr>
          <p:spPr>
            <a:xfrm>
              <a:off x="8700927" y="3493599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1" name="Rectangle 150"/>
            <p:cNvSpPr/>
            <p:nvPr/>
          </p:nvSpPr>
          <p:spPr>
            <a:xfrm>
              <a:off x="8994441" y="3493066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52" name="Rectangle 151"/>
            <p:cNvSpPr/>
            <p:nvPr/>
          </p:nvSpPr>
          <p:spPr>
            <a:xfrm>
              <a:off x="9287955" y="3493066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3" name="Rectangle 152"/>
            <p:cNvSpPr/>
            <p:nvPr/>
          </p:nvSpPr>
          <p:spPr>
            <a:xfrm>
              <a:off x="9581469" y="3493599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5" name="Rectangle 154"/>
            <p:cNvSpPr/>
            <p:nvPr/>
          </p:nvSpPr>
          <p:spPr>
            <a:xfrm>
              <a:off x="7233357" y="3787169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6" name="Rectangle 155"/>
            <p:cNvSpPr/>
            <p:nvPr/>
          </p:nvSpPr>
          <p:spPr>
            <a:xfrm>
              <a:off x="7526871" y="3787169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7" name="Rectangle 156"/>
            <p:cNvSpPr/>
            <p:nvPr/>
          </p:nvSpPr>
          <p:spPr>
            <a:xfrm>
              <a:off x="7820385" y="3786636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8" name="Rectangle 157"/>
            <p:cNvSpPr/>
            <p:nvPr/>
          </p:nvSpPr>
          <p:spPr>
            <a:xfrm>
              <a:off x="8113899" y="3786636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9" name="Rectangle 158"/>
            <p:cNvSpPr/>
            <p:nvPr/>
          </p:nvSpPr>
          <p:spPr>
            <a:xfrm>
              <a:off x="8407413" y="3786636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60" name="Rectangle 159"/>
            <p:cNvSpPr/>
            <p:nvPr/>
          </p:nvSpPr>
          <p:spPr>
            <a:xfrm>
              <a:off x="8700927" y="3786636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61" name="Rectangle 160"/>
            <p:cNvSpPr/>
            <p:nvPr/>
          </p:nvSpPr>
          <p:spPr>
            <a:xfrm>
              <a:off x="8994441" y="3786103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2" name="Rectangle 161"/>
            <p:cNvSpPr/>
            <p:nvPr/>
          </p:nvSpPr>
          <p:spPr>
            <a:xfrm>
              <a:off x="9287955" y="3786103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63" name="Rectangle 162"/>
            <p:cNvSpPr/>
            <p:nvPr/>
          </p:nvSpPr>
          <p:spPr>
            <a:xfrm>
              <a:off x="9581469" y="3786636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65" name="Rectangle 164"/>
            <p:cNvSpPr/>
            <p:nvPr/>
          </p:nvSpPr>
          <p:spPr>
            <a:xfrm>
              <a:off x="7233357" y="4052331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6" name="Rectangle 165"/>
            <p:cNvSpPr/>
            <p:nvPr/>
          </p:nvSpPr>
          <p:spPr>
            <a:xfrm>
              <a:off x="7526871" y="4052331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7" name="Rectangle 166"/>
            <p:cNvSpPr/>
            <p:nvPr/>
          </p:nvSpPr>
          <p:spPr>
            <a:xfrm>
              <a:off x="7820385" y="4051798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8" name="Rectangle 167"/>
            <p:cNvSpPr/>
            <p:nvPr/>
          </p:nvSpPr>
          <p:spPr>
            <a:xfrm>
              <a:off x="8113899" y="4051798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9" name="Rectangle 168"/>
            <p:cNvSpPr/>
            <p:nvPr/>
          </p:nvSpPr>
          <p:spPr>
            <a:xfrm>
              <a:off x="8407413" y="4051798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70" name="Rectangle 169"/>
            <p:cNvSpPr/>
            <p:nvPr/>
          </p:nvSpPr>
          <p:spPr>
            <a:xfrm>
              <a:off x="8700927" y="4051798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1" name="Rectangle 170"/>
            <p:cNvSpPr/>
            <p:nvPr/>
          </p:nvSpPr>
          <p:spPr>
            <a:xfrm>
              <a:off x="8994441" y="4051265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72" name="Rectangle 171"/>
            <p:cNvSpPr/>
            <p:nvPr/>
          </p:nvSpPr>
          <p:spPr>
            <a:xfrm>
              <a:off x="9287955" y="4051265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3" name="Rectangle 172"/>
            <p:cNvSpPr/>
            <p:nvPr/>
          </p:nvSpPr>
          <p:spPr>
            <a:xfrm>
              <a:off x="9581469" y="4051798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75" name="Rectangle 174"/>
            <p:cNvSpPr/>
            <p:nvPr/>
          </p:nvSpPr>
          <p:spPr>
            <a:xfrm>
              <a:off x="7233357" y="4357101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6" name="Rectangle 175"/>
            <p:cNvSpPr/>
            <p:nvPr/>
          </p:nvSpPr>
          <p:spPr>
            <a:xfrm>
              <a:off x="7526871" y="4357101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7" name="Rectangle 176"/>
            <p:cNvSpPr/>
            <p:nvPr/>
          </p:nvSpPr>
          <p:spPr>
            <a:xfrm>
              <a:off x="7820385" y="4356568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8" name="Rectangle 177"/>
            <p:cNvSpPr/>
            <p:nvPr/>
          </p:nvSpPr>
          <p:spPr>
            <a:xfrm>
              <a:off x="8113899" y="4356568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9" name="Rectangle 178"/>
            <p:cNvSpPr/>
            <p:nvPr/>
          </p:nvSpPr>
          <p:spPr>
            <a:xfrm>
              <a:off x="8407413" y="4356568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0" name="Rectangle 179"/>
            <p:cNvSpPr/>
            <p:nvPr/>
          </p:nvSpPr>
          <p:spPr>
            <a:xfrm>
              <a:off x="8700927" y="4356568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1" name="Rectangle 180"/>
            <p:cNvSpPr/>
            <p:nvPr/>
          </p:nvSpPr>
          <p:spPr>
            <a:xfrm>
              <a:off x="8994441" y="4356035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82" name="Rectangle 181"/>
            <p:cNvSpPr/>
            <p:nvPr/>
          </p:nvSpPr>
          <p:spPr>
            <a:xfrm>
              <a:off x="9287955" y="4356035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83" name="Rectangle 182"/>
            <p:cNvSpPr/>
            <p:nvPr/>
          </p:nvSpPr>
          <p:spPr>
            <a:xfrm>
              <a:off x="9581469" y="4356568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4" name="Rectangle 153"/>
            <p:cNvSpPr/>
            <p:nvPr/>
          </p:nvSpPr>
          <p:spPr>
            <a:xfrm>
              <a:off x="8700927" y="2657973"/>
              <a:ext cx="293514" cy="265162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01D50B7B-3100-C794-83B3-651BDC5F3DB5}"/>
              </a:ext>
            </a:extLst>
          </p:cNvPr>
          <p:cNvGrpSpPr/>
          <p:nvPr/>
        </p:nvGrpSpPr>
        <p:grpSpPr>
          <a:xfrm>
            <a:off x="1524000" y="1246118"/>
            <a:ext cx="4600060" cy="2539233"/>
            <a:chOff x="0" y="3020093"/>
            <a:chExt cx="7044346" cy="3888478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4F3342EE-A9B2-FA6C-73D4-46AB375F0854}"/>
                </a:ext>
              </a:extLst>
            </p:cNvPr>
            <p:cNvCxnSpPr>
              <a:stCxn id="67" idx="7"/>
              <a:endCxn id="68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0D91CB77-4C51-BFDB-275E-23A95C506138}"/>
                </a:ext>
              </a:extLst>
            </p:cNvPr>
            <p:cNvCxnSpPr>
              <a:stCxn id="68" idx="6"/>
              <a:endCxn id="71" idx="2"/>
            </p:cNvCxnSpPr>
            <p:nvPr/>
          </p:nvCxnSpPr>
          <p:spPr>
            <a:xfrm>
              <a:off x="2444286" y="3276727"/>
              <a:ext cx="1510213" cy="5239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3BCF58B5-ECF0-F95A-3D8E-C1FF823F9D9C}"/>
                </a:ext>
              </a:extLst>
            </p:cNvPr>
            <p:cNvCxnSpPr>
              <a:stCxn id="67" idx="4"/>
              <a:endCxn id="69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0012D5-F9F9-6C25-7F84-273687242B73}"/>
                </a:ext>
              </a:extLst>
            </p:cNvPr>
            <p:cNvCxnSpPr>
              <a:stCxn id="70" idx="3"/>
              <a:endCxn id="69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D16B8498-7F38-B175-608F-5EACB1DC882D}"/>
                </a:ext>
              </a:extLst>
            </p:cNvPr>
            <p:cNvCxnSpPr>
              <a:stCxn id="72" idx="2"/>
              <a:endCxn id="69" idx="5"/>
            </p:cNvCxnSpPr>
            <p:nvPr/>
          </p:nvCxnSpPr>
          <p:spPr>
            <a:xfrm flipH="1" flipV="1">
              <a:off x="1477469" y="6086626"/>
              <a:ext cx="1369411" cy="5653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C0622185-67AE-8746-83C4-9430F0B601B1}"/>
                </a:ext>
              </a:extLst>
            </p:cNvPr>
            <p:cNvCxnSpPr>
              <a:stCxn id="70" idx="5"/>
              <a:endCxn id="72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55DCB21F-5EFD-8B37-9029-945FB9DCD116}"/>
                </a:ext>
              </a:extLst>
            </p:cNvPr>
            <p:cNvCxnSpPr>
              <a:stCxn id="70" idx="7"/>
              <a:endCxn id="71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0F30A11C-A644-608E-EE8D-8169A2CBE13E}"/>
                </a:ext>
              </a:extLst>
            </p:cNvPr>
            <p:cNvCxnSpPr>
              <a:stCxn id="72" idx="6"/>
              <a:endCxn id="73" idx="3"/>
            </p:cNvCxnSpPr>
            <p:nvPr/>
          </p:nvCxnSpPr>
          <p:spPr>
            <a:xfrm flipV="1">
              <a:off x="3360148" y="6576771"/>
              <a:ext cx="1716185" cy="7516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75536144-ADFE-4E2B-0E88-0B75DA8A2636}"/>
                </a:ext>
              </a:extLst>
            </p:cNvPr>
            <p:cNvCxnSpPr>
              <a:stCxn id="73" idx="1"/>
              <a:endCxn id="71" idx="4"/>
            </p:cNvCxnSpPr>
            <p:nvPr/>
          </p:nvCxnSpPr>
          <p:spPr>
            <a:xfrm flipH="1" flipV="1">
              <a:off x="4211133" y="3585751"/>
              <a:ext cx="865200" cy="262808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532896E5-4865-638B-963D-3F36DDC7066A}"/>
                </a:ext>
              </a:extLst>
            </p:cNvPr>
            <p:cNvCxnSpPr>
              <a:stCxn id="75" idx="2"/>
              <a:endCxn id="71" idx="5"/>
            </p:cNvCxnSpPr>
            <p:nvPr/>
          </p:nvCxnSpPr>
          <p:spPr>
            <a:xfrm flipH="1" flipV="1">
              <a:off x="4392599" y="3510584"/>
              <a:ext cx="893790" cy="49520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D4325C00-F967-9FE5-EEC3-96943F31E68D}"/>
                </a:ext>
              </a:extLst>
            </p:cNvPr>
            <p:cNvCxnSpPr>
              <a:stCxn id="73" idx="0"/>
              <a:endCxn id="75" idx="3"/>
            </p:cNvCxnSpPr>
            <p:nvPr/>
          </p:nvCxnSpPr>
          <p:spPr>
            <a:xfrm flipV="1">
              <a:off x="5257802" y="4187257"/>
              <a:ext cx="103754" cy="195141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A0DA5262-2679-9A04-1545-443C541D5549}"/>
                </a:ext>
              </a:extLst>
            </p:cNvPr>
            <p:cNvCxnSpPr>
              <a:stCxn id="74" idx="1"/>
              <a:endCxn id="75" idx="5"/>
            </p:cNvCxnSpPr>
            <p:nvPr/>
          </p:nvCxnSpPr>
          <p:spPr>
            <a:xfrm flipH="1" flipV="1">
              <a:off x="5724490" y="4187257"/>
              <a:ext cx="881755" cy="67487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6D583069-4000-75DF-D600-CD6DF4A08E4A}"/>
                </a:ext>
              </a:extLst>
            </p:cNvPr>
            <p:cNvCxnSpPr>
              <a:stCxn id="74" idx="3"/>
              <a:endCxn id="73" idx="6"/>
            </p:cNvCxnSpPr>
            <p:nvPr/>
          </p:nvCxnSpPr>
          <p:spPr>
            <a:xfrm flipH="1">
              <a:off x="5514435" y="5225062"/>
              <a:ext cx="1091809" cy="117024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DD16408F-FB91-869A-9BF7-8700A532C2CD}"/>
                </a:ext>
              </a:extLst>
            </p:cNvPr>
            <p:cNvCxnSpPr>
              <a:stCxn id="68" idx="4"/>
              <a:endCxn id="69" idx="0"/>
            </p:cNvCxnSpPr>
            <p:nvPr/>
          </p:nvCxnSpPr>
          <p:spPr>
            <a:xfrm flipH="1">
              <a:off x="1296001" y="3533361"/>
              <a:ext cx="891651" cy="211516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5075E689-1532-32F5-D97D-16160EE5DF90}"/>
                </a:ext>
              </a:extLst>
            </p:cNvPr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0C49BF0B-5924-64AD-3493-7900DF244C30}"/>
                </a:ext>
              </a:extLst>
            </p:cNvPr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C8CE1177-4B0A-2EF3-CBE7-03AEBA8FB126}"/>
                </a:ext>
              </a:extLst>
            </p:cNvPr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977C052A-E54F-19DA-8B07-AFD851537FB9}"/>
                </a:ext>
              </a:extLst>
            </p:cNvPr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85B67BCC-2BD0-A862-35D2-10179B59465B}"/>
                </a:ext>
              </a:extLst>
            </p:cNvPr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86BC8E41-DAB6-A248-2348-C7CDEC8BF557}"/>
                </a:ext>
              </a:extLst>
            </p:cNvPr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B5294341-350D-16C6-4C8B-5EDE404D8260}"/>
                </a:ext>
              </a:extLst>
            </p:cNvPr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4AD7798D-D1F8-988C-F9BD-C2195897EC66}"/>
                </a:ext>
              </a:extLst>
            </p:cNvPr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280C5C2A-FCF2-7A58-5811-CC6F91457247}"/>
                </a:ext>
              </a:extLst>
            </p:cNvPr>
            <p:cNvSpPr/>
            <p:nvPr/>
          </p:nvSpPr>
          <p:spPr>
            <a:xfrm>
              <a:off x="5286390" y="3749156"/>
              <a:ext cx="513267" cy="51326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1285591A-507D-7AE7-1116-86739111EDA2}"/>
                  </a:ext>
                </a:extLst>
              </p:cNvPr>
              <p:cNvSpPr txBox="1"/>
              <p:nvPr/>
            </p:nvSpPr>
            <p:spPr>
              <a:xfrm>
                <a:off x="5125006" y="4897409"/>
                <a:ext cx="1506887" cy="954107"/>
              </a:xfrm>
              <a:prstGeom prst="rect">
                <a:avLst/>
              </a:prstGeom>
              <a:noFill/>
              <a:ln>
                <a:solidFill>
                  <a:srgbClr val="FF33CC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800" b="0" i="1" smtClean="0">
                            <a:solidFill>
                              <a:srgbClr val="FF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FF33CC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sz="2800" b="0" i="1" smtClean="0">
                        <a:solidFill>
                          <a:srgbClr val="FF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FF33CC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b="0" dirty="0">
                    <a:solidFill>
                      <a:srgbClr val="FF33CC"/>
                    </a:solidFill>
                  </a:rPr>
                  <a:t> 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800" b="0" i="1" smtClean="0">
                            <a:solidFill>
                              <a:srgbClr val="FF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FF33CC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sz="2800" b="0" i="1" smtClean="0">
                        <a:solidFill>
                          <a:srgbClr val="FF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FF33CC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800" dirty="0">
                    <a:solidFill>
                      <a:srgbClr val="FF33CC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1285591A-507D-7AE7-1116-86739111ED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5006" y="4897409"/>
                <a:ext cx="1506887" cy="9541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FF33C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7064DDF-8436-4E12-4E3C-42EF46279474}"/>
                  </a:ext>
                </a:extLst>
              </p:cNvPr>
              <p:cNvSpPr txBox="1"/>
              <p:nvPr/>
            </p:nvSpPr>
            <p:spPr>
              <a:xfrm>
                <a:off x="96849" y="3869510"/>
                <a:ext cx="4928325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u="sng" dirty="0"/>
                  <a:t>Time/Space Tradeoffs</a:t>
                </a:r>
              </a:p>
              <a:p>
                <a:r>
                  <a:rPr lang="en-US" sz="2400" dirty="0"/>
                  <a:t>Space to represent: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(?)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Add Edge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?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Remove Edge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?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Check if Edge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Exists: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?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Get Neighbors (incoming):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(?)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Get Neighbors (outgoing):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?</m:t>
                        </m:r>
                      </m:e>
                    </m:d>
                  </m:oMath>
                </a14:m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7064DDF-8436-4E12-4E3C-42EF462794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49" y="3869510"/>
                <a:ext cx="4928325" cy="3046988"/>
              </a:xfrm>
              <a:prstGeom prst="rect">
                <a:avLst/>
              </a:prstGeom>
              <a:blipFill>
                <a:blip r:embed="rId4"/>
                <a:stretch>
                  <a:fillRect l="-1980" t="-1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A2A9B29-5D03-38C6-F466-CF1700AE5AAD}"/>
                  </a:ext>
                </a:extLst>
              </p14:cNvPr>
              <p14:cNvContentPartPr/>
              <p14:nvPr/>
            </p14:nvContentPartPr>
            <p14:xfrm>
              <a:off x="1271880" y="1184760"/>
              <a:ext cx="10742400" cy="52020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A2A9B29-5D03-38C6-F466-CF1700AE5AA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62520" y="1175400"/>
                <a:ext cx="10761120" cy="5220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001058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Adjacency Matrix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17</a:t>
            </a:fld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01D50B7B-3100-C794-83B3-651BDC5F3DB5}"/>
              </a:ext>
            </a:extLst>
          </p:cNvPr>
          <p:cNvGrpSpPr/>
          <p:nvPr/>
        </p:nvGrpSpPr>
        <p:grpSpPr>
          <a:xfrm>
            <a:off x="1524000" y="1246118"/>
            <a:ext cx="4600060" cy="2539233"/>
            <a:chOff x="0" y="3020093"/>
            <a:chExt cx="7044346" cy="3888478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4F3342EE-A9B2-FA6C-73D4-46AB375F0854}"/>
                </a:ext>
              </a:extLst>
            </p:cNvPr>
            <p:cNvCxnSpPr>
              <a:stCxn id="67" idx="7"/>
              <a:endCxn id="68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0D91CB77-4C51-BFDB-275E-23A95C506138}"/>
                </a:ext>
              </a:extLst>
            </p:cNvPr>
            <p:cNvCxnSpPr>
              <a:stCxn id="68" idx="6"/>
              <a:endCxn id="71" idx="2"/>
            </p:cNvCxnSpPr>
            <p:nvPr/>
          </p:nvCxnSpPr>
          <p:spPr>
            <a:xfrm>
              <a:off x="2444286" y="3276727"/>
              <a:ext cx="1510213" cy="5239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3BCF58B5-ECF0-F95A-3D8E-C1FF823F9D9C}"/>
                </a:ext>
              </a:extLst>
            </p:cNvPr>
            <p:cNvCxnSpPr>
              <a:stCxn id="67" idx="4"/>
              <a:endCxn id="69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0012D5-F9F9-6C25-7F84-273687242B73}"/>
                </a:ext>
              </a:extLst>
            </p:cNvPr>
            <p:cNvCxnSpPr>
              <a:stCxn id="70" idx="3"/>
              <a:endCxn id="69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D16B8498-7F38-B175-608F-5EACB1DC882D}"/>
                </a:ext>
              </a:extLst>
            </p:cNvPr>
            <p:cNvCxnSpPr>
              <a:stCxn id="72" idx="2"/>
              <a:endCxn id="69" idx="5"/>
            </p:cNvCxnSpPr>
            <p:nvPr/>
          </p:nvCxnSpPr>
          <p:spPr>
            <a:xfrm flipH="1" flipV="1">
              <a:off x="1477469" y="6086626"/>
              <a:ext cx="1369411" cy="5653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C0622185-67AE-8746-83C4-9430F0B601B1}"/>
                </a:ext>
              </a:extLst>
            </p:cNvPr>
            <p:cNvCxnSpPr>
              <a:stCxn id="70" idx="5"/>
              <a:endCxn id="72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55DCB21F-5EFD-8B37-9029-945FB9DCD116}"/>
                </a:ext>
              </a:extLst>
            </p:cNvPr>
            <p:cNvCxnSpPr>
              <a:stCxn id="70" idx="7"/>
              <a:endCxn id="71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0F30A11C-A644-608E-EE8D-8169A2CBE13E}"/>
                </a:ext>
              </a:extLst>
            </p:cNvPr>
            <p:cNvCxnSpPr>
              <a:stCxn id="72" idx="6"/>
              <a:endCxn id="73" idx="3"/>
            </p:cNvCxnSpPr>
            <p:nvPr/>
          </p:nvCxnSpPr>
          <p:spPr>
            <a:xfrm flipV="1">
              <a:off x="3360148" y="6576771"/>
              <a:ext cx="1716185" cy="7516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75536144-ADFE-4E2B-0E88-0B75DA8A2636}"/>
                </a:ext>
              </a:extLst>
            </p:cNvPr>
            <p:cNvCxnSpPr>
              <a:stCxn id="73" idx="1"/>
              <a:endCxn id="71" idx="4"/>
            </p:cNvCxnSpPr>
            <p:nvPr/>
          </p:nvCxnSpPr>
          <p:spPr>
            <a:xfrm flipH="1" flipV="1">
              <a:off x="4211133" y="3585751"/>
              <a:ext cx="865200" cy="262808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532896E5-4865-638B-963D-3F36DDC7066A}"/>
                </a:ext>
              </a:extLst>
            </p:cNvPr>
            <p:cNvCxnSpPr>
              <a:stCxn id="75" idx="2"/>
              <a:endCxn id="71" idx="5"/>
            </p:cNvCxnSpPr>
            <p:nvPr/>
          </p:nvCxnSpPr>
          <p:spPr>
            <a:xfrm flipH="1" flipV="1">
              <a:off x="4392599" y="3510584"/>
              <a:ext cx="893790" cy="49520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D4325C00-F967-9FE5-EEC3-96943F31E68D}"/>
                </a:ext>
              </a:extLst>
            </p:cNvPr>
            <p:cNvCxnSpPr>
              <a:stCxn id="73" idx="0"/>
              <a:endCxn id="75" idx="3"/>
            </p:cNvCxnSpPr>
            <p:nvPr/>
          </p:nvCxnSpPr>
          <p:spPr>
            <a:xfrm flipV="1">
              <a:off x="5257802" y="4187257"/>
              <a:ext cx="103754" cy="195141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A0DA5262-2679-9A04-1545-443C541D5549}"/>
                </a:ext>
              </a:extLst>
            </p:cNvPr>
            <p:cNvCxnSpPr>
              <a:stCxn id="74" idx="1"/>
              <a:endCxn id="75" idx="5"/>
            </p:cNvCxnSpPr>
            <p:nvPr/>
          </p:nvCxnSpPr>
          <p:spPr>
            <a:xfrm flipH="1" flipV="1">
              <a:off x="5724490" y="4187257"/>
              <a:ext cx="881755" cy="67487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6D583069-4000-75DF-D600-CD6DF4A08E4A}"/>
                </a:ext>
              </a:extLst>
            </p:cNvPr>
            <p:cNvCxnSpPr>
              <a:stCxn id="74" idx="3"/>
              <a:endCxn id="73" idx="6"/>
            </p:cNvCxnSpPr>
            <p:nvPr/>
          </p:nvCxnSpPr>
          <p:spPr>
            <a:xfrm flipH="1">
              <a:off x="5514435" y="5225062"/>
              <a:ext cx="1091809" cy="117024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DD16408F-FB91-869A-9BF7-8700A532C2CD}"/>
                </a:ext>
              </a:extLst>
            </p:cNvPr>
            <p:cNvCxnSpPr>
              <a:stCxn id="68" idx="4"/>
              <a:endCxn id="69" idx="0"/>
            </p:cNvCxnSpPr>
            <p:nvPr/>
          </p:nvCxnSpPr>
          <p:spPr>
            <a:xfrm flipH="1">
              <a:off x="1296001" y="3533361"/>
              <a:ext cx="891651" cy="211516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5075E689-1532-32F5-D97D-16160EE5DF90}"/>
                </a:ext>
              </a:extLst>
            </p:cNvPr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0C49BF0B-5924-64AD-3493-7900DF244C30}"/>
                </a:ext>
              </a:extLst>
            </p:cNvPr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C8CE1177-4B0A-2EF3-CBE7-03AEBA8FB126}"/>
                </a:ext>
              </a:extLst>
            </p:cNvPr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977C052A-E54F-19DA-8B07-AFD851537FB9}"/>
                </a:ext>
              </a:extLst>
            </p:cNvPr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85B67BCC-2BD0-A862-35D2-10179B59465B}"/>
                </a:ext>
              </a:extLst>
            </p:cNvPr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86BC8E41-DAB6-A248-2348-C7CDEC8BF557}"/>
                </a:ext>
              </a:extLst>
            </p:cNvPr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B5294341-350D-16C6-4C8B-5EDE404D8260}"/>
                </a:ext>
              </a:extLst>
            </p:cNvPr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4AD7798D-D1F8-988C-F9BD-C2195897EC66}"/>
                </a:ext>
              </a:extLst>
            </p:cNvPr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280C5C2A-FCF2-7A58-5811-CC6F91457247}"/>
                </a:ext>
              </a:extLst>
            </p:cNvPr>
            <p:cNvSpPr/>
            <p:nvPr/>
          </p:nvSpPr>
          <p:spPr>
            <a:xfrm>
              <a:off x="5286390" y="3749156"/>
              <a:ext cx="513267" cy="51326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1285591A-507D-7AE7-1116-86739111EDA2}"/>
                  </a:ext>
                </a:extLst>
              </p:cNvPr>
              <p:cNvSpPr txBox="1"/>
              <p:nvPr/>
            </p:nvSpPr>
            <p:spPr>
              <a:xfrm>
                <a:off x="5125006" y="4897409"/>
                <a:ext cx="1506887" cy="954107"/>
              </a:xfrm>
              <a:prstGeom prst="rect">
                <a:avLst/>
              </a:prstGeom>
              <a:noFill/>
              <a:ln>
                <a:solidFill>
                  <a:srgbClr val="FF33CC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800" b="0" i="1" smtClean="0">
                            <a:solidFill>
                              <a:srgbClr val="FF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FF33CC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sz="2800" b="0" i="1" smtClean="0">
                        <a:solidFill>
                          <a:srgbClr val="FF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FF33CC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b="0" dirty="0">
                    <a:solidFill>
                      <a:srgbClr val="FF33CC"/>
                    </a:solidFill>
                  </a:rPr>
                  <a:t> 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800" b="0" i="1" smtClean="0">
                            <a:solidFill>
                              <a:srgbClr val="FF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FF33CC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sz="2800" b="0" i="1" smtClean="0">
                        <a:solidFill>
                          <a:srgbClr val="FF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FF33CC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800" dirty="0">
                    <a:solidFill>
                      <a:srgbClr val="FF33CC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1285591A-507D-7AE7-1116-86739111ED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5006" y="4897409"/>
                <a:ext cx="1506887" cy="9541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FF33C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7064DDF-8436-4E12-4E3C-42EF46279474}"/>
                  </a:ext>
                </a:extLst>
              </p:cNvPr>
              <p:cNvSpPr txBox="1"/>
              <p:nvPr/>
            </p:nvSpPr>
            <p:spPr>
              <a:xfrm>
                <a:off x="96849" y="3869510"/>
                <a:ext cx="4928325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u="sng" dirty="0"/>
                  <a:t>Time/Space Tradeoffs</a:t>
                </a:r>
              </a:p>
              <a:p>
                <a:r>
                  <a:rPr lang="en-US" sz="2400" dirty="0"/>
                  <a:t>Space to represent: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Add Edge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Remove Edge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Check if Edge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Exists: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Get Neighbors (incoming):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Get Neighbors (outgoing):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7064DDF-8436-4E12-4E3C-42EF462794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49" y="3869510"/>
                <a:ext cx="4928325" cy="3046988"/>
              </a:xfrm>
              <a:prstGeom prst="rect">
                <a:avLst/>
              </a:prstGeom>
              <a:blipFill>
                <a:blip r:embed="rId4"/>
                <a:stretch>
                  <a:fillRect l="-1980" t="-1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05F24138-8109-0E8D-9A94-B2DAAB47463C}"/>
              </a:ext>
            </a:extLst>
          </p:cNvPr>
          <p:cNvGrpSpPr/>
          <p:nvPr/>
        </p:nvGrpSpPr>
        <p:grpSpPr>
          <a:xfrm>
            <a:off x="7572412" y="1567190"/>
            <a:ext cx="4261557" cy="4144421"/>
            <a:chOff x="6939843" y="1796152"/>
            <a:chExt cx="2935140" cy="285446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3BEDE1C-162E-FF38-9E93-924FD9538E69}"/>
                </a:ext>
              </a:extLst>
            </p:cNvPr>
            <p:cNvSpPr/>
            <p:nvPr/>
          </p:nvSpPr>
          <p:spPr>
            <a:xfrm>
              <a:off x="6939843" y="2090199"/>
              <a:ext cx="293514" cy="2935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9592046-7BDE-0391-1A02-3FA66A4A546D}"/>
                </a:ext>
              </a:extLst>
            </p:cNvPr>
            <p:cNvSpPr/>
            <p:nvPr/>
          </p:nvSpPr>
          <p:spPr>
            <a:xfrm>
              <a:off x="6939843" y="2383713"/>
              <a:ext cx="293514" cy="2935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6DB79B1-4142-F7C1-4F13-7BD223503D72}"/>
                </a:ext>
              </a:extLst>
            </p:cNvPr>
            <p:cNvSpPr/>
            <p:nvPr/>
          </p:nvSpPr>
          <p:spPr>
            <a:xfrm>
              <a:off x="6939843" y="2661728"/>
              <a:ext cx="293514" cy="2935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F0E4E52-D602-9393-EE4D-D1DFE19278E5}"/>
                </a:ext>
              </a:extLst>
            </p:cNvPr>
            <p:cNvSpPr/>
            <p:nvPr/>
          </p:nvSpPr>
          <p:spPr>
            <a:xfrm>
              <a:off x="6939843" y="2944520"/>
              <a:ext cx="293514" cy="2935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DC6BD2E-9E6F-019F-C7F4-986D4F0FF75C}"/>
                </a:ext>
              </a:extLst>
            </p:cNvPr>
            <p:cNvSpPr/>
            <p:nvPr/>
          </p:nvSpPr>
          <p:spPr>
            <a:xfrm>
              <a:off x="6939843" y="3237939"/>
              <a:ext cx="293514" cy="2935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D5C63C2-47CE-DA48-0A30-604376BFE54F}"/>
                </a:ext>
              </a:extLst>
            </p:cNvPr>
            <p:cNvSpPr/>
            <p:nvPr/>
          </p:nvSpPr>
          <p:spPr>
            <a:xfrm>
              <a:off x="6939843" y="3510186"/>
              <a:ext cx="293514" cy="2935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51C2C80-FE73-E919-26DC-4602CCC0AB47}"/>
                </a:ext>
              </a:extLst>
            </p:cNvPr>
            <p:cNvSpPr/>
            <p:nvPr/>
          </p:nvSpPr>
          <p:spPr>
            <a:xfrm>
              <a:off x="6939843" y="3774748"/>
              <a:ext cx="293514" cy="2935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78B1666-1646-40EC-830B-4B739BC8DD5B}"/>
                </a:ext>
              </a:extLst>
            </p:cNvPr>
            <p:cNvSpPr/>
            <p:nvPr/>
          </p:nvSpPr>
          <p:spPr>
            <a:xfrm>
              <a:off x="6939843" y="4068510"/>
              <a:ext cx="293514" cy="2935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38D820F-7A95-7569-160C-3C2EB05286DF}"/>
                </a:ext>
              </a:extLst>
            </p:cNvPr>
            <p:cNvSpPr/>
            <p:nvPr/>
          </p:nvSpPr>
          <p:spPr>
            <a:xfrm>
              <a:off x="6939843" y="4346788"/>
              <a:ext cx="293514" cy="2935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295B66B-7A96-DE75-5BC3-A559065430F6}"/>
                </a:ext>
              </a:extLst>
            </p:cNvPr>
            <p:cNvGrpSpPr/>
            <p:nvPr/>
          </p:nvGrpSpPr>
          <p:grpSpPr>
            <a:xfrm>
              <a:off x="7233357" y="1796152"/>
              <a:ext cx="2641626" cy="298875"/>
              <a:chOff x="5709357" y="1796152"/>
              <a:chExt cx="2641626" cy="298875"/>
            </a:xfrm>
          </p:grpSpPr>
          <p:sp>
            <p:nvSpPr>
              <p:cNvPr id="225" name="Rectangle 224">
                <a:extLst>
                  <a:ext uri="{FF2B5EF4-FFF2-40B4-BE49-F238E27FC236}">
                    <a16:creationId xmlns:a16="http://schemas.microsoft.com/office/drawing/2014/main" id="{0B6CBBF9-159E-053D-5A51-E98D01348AE8}"/>
                  </a:ext>
                </a:extLst>
              </p:cNvPr>
              <p:cNvSpPr/>
              <p:nvPr/>
            </p:nvSpPr>
            <p:spPr>
              <a:xfrm>
                <a:off x="5709357" y="1796685"/>
                <a:ext cx="293514" cy="29351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226" name="Rectangle 225">
                <a:extLst>
                  <a:ext uri="{FF2B5EF4-FFF2-40B4-BE49-F238E27FC236}">
                    <a16:creationId xmlns:a16="http://schemas.microsoft.com/office/drawing/2014/main" id="{5F2DA22A-8ACA-486D-50A0-01BB3128699E}"/>
                  </a:ext>
                </a:extLst>
              </p:cNvPr>
              <p:cNvSpPr/>
              <p:nvPr/>
            </p:nvSpPr>
            <p:spPr>
              <a:xfrm>
                <a:off x="6002871" y="1796685"/>
                <a:ext cx="293514" cy="29351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227" name="Rectangle 226">
                <a:extLst>
                  <a:ext uri="{FF2B5EF4-FFF2-40B4-BE49-F238E27FC236}">
                    <a16:creationId xmlns:a16="http://schemas.microsoft.com/office/drawing/2014/main" id="{90892587-A746-94BC-D132-2678B6F53363}"/>
                  </a:ext>
                </a:extLst>
              </p:cNvPr>
              <p:cNvSpPr/>
              <p:nvPr/>
            </p:nvSpPr>
            <p:spPr>
              <a:xfrm>
                <a:off x="6296385" y="1796152"/>
                <a:ext cx="293514" cy="29351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228" name="Rectangle 227">
                <a:extLst>
                  <a:ext uri="{FF2B5EF4-FFF2-40B4-BE49-F238E27FC236}">
                    <a16:creationId xmlns:a16="http://schemas.microsoft.com/office/drawing/2014/main" id="{2CAFDCF4-7A23-2421-32B7-4DEAE473D683}"/>
                  </a:ext>
                </a:extLst>
              </p:cNvPr>
              <p:cNvSpPr/>
              <p:nvPr/>
            </p:nvSpPr>
            <p:spPr>
              <a:xfrm>
                <a:off x="6589899" y="1796152"/>
                <a:ext cx="293514" cy="29351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</a:p>
            </p:txBody>
          </p:sp>
          <p:sp>
            <p:nvSpPr>
              <p:cNvPr id="229" name="Rectangle 228">
                <a:extLst>
                  <a:ext uri="{FF2B5EF4-FFF2-40B4-BE49-F238E27FC236}">
                    <a16:creationId xmlns:a16="http://schemas.microsoft.com/office/drawing/2014/main" id="{BD3D173D-6EAC-3302-D38E-460DA3E77D0A}"/>
                  </a:ext>
                </a:extLst>
              </p:cNvPr>
              <p:cNvSpPr/>
              <p:nvPr/>
            </p:nvSpPr>
            <p:spPr>
              <a:xfrm>
                <a:off x="6883413" y="1796152"/>
                <a:ext cx="293514" cy="29351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5</a:t>
                </a:r>
              </a:p>
            </p:txBody>
          </p:sp>
          <p:sp>
            <p:nvSpPr>
              <p:cNvPr id="230" name="Rectangle 229">
                <a:extLst>
                  <a:ext uri="{FF2B5EF4-FFF2-40B4-BE49-F238E27FC236}">
                    <a16:creationId xmlns:a16="http://schemas.microsoft.com/office/drawing/2014/main" id="{8446EA45-5253-383C-330D-64E537492699}"/>
                  </a:ext>
                </a:extLst>
              </p:cNvPr>
              <p:cNvSpPr/>
              <p:nvPr/>
            </p:nvSpPr>
            <p:spPr>
              <a:xfrm>
                <a:off x="7176927" y="1796152"/>
                <a:ext cx="293514" cy="29351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6</a:t>
                </a:r>
              </a:p>
            </p:txBody>
          </p:sp>
          <p:sp>
            <p:nvSpPr>
              <p:cNvPr id="231" name="Rectangle 230">
                <a:extLst>
                  <a:ext uri="{FF2B5EF4-FFF2-40B4-BE49-F238E27FC236}">
                    <a16:creationId xmlns:a16="http://schemas.microsoft.com/office/drawing/2014/main" id="{3ADB3227-882F-D751-7B50-6830E2201E16}"/>
                  </a:ext>
                </a:extLst>
              </p:cNvPr>
              <p:cNvSpPr/>
              <p:nvPr/>
            </p:nvSpPr>
            <p:spPr>
              <a:xfrm>
                <a:off x="7470441" y="1801513"/>
                <a:ext cx="293514" cy="29351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  <p:sp>
            <p:nvSpPr>
              <p:cNvPr id="232" name="Rectangle 231">
                <a:extLst>
                  <a:ext uri="{FF2B5EF4-FFF2-40B4-BE49-F238E27FC236}">
                    <a16:creationId xmlns:a16="http://schemas.microsoft.com/office/drawing/2014/main" id="{7905CB36-005A-8678-1B61-29A02DB834C8}"/>
                  </a:ext>
                </a:extLst>
              </p:cNvPr>
              <p:cNvSpPr/>
              <p:nvPr/>
            </p:nvSpPr>
            <p:spPr>
              <a:xfrm>
                <a:off x="7763955" y="1801513"/>
                <a:ext cx="293514" cy="29351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  <p:sp>
            <p:nvSpPr>
              <p:cNvPr id="233" name="Rectangle 232">
                <a:extLst>
                  <a:ext uri="{FF2B5EF4-FFF2-40B4-BE49-F238E27FC236}">
                    <a16:creationId xmlns:a16="http://schemas.microsoft.com/office/drawing/2014/main" id="{F7034F8C-2A37-5209-3C20-D91BFE3DF3DC}"/>
                  </a:ext>
                </a:extLst>
              </p:cNvPr>
              <p:cNvSpPr/>
              <p:nvPr/>
            </p:nvSpPr>
            <p:spPr>
              <a:xfrm>
                <a:off x="8057469" y="1796152"/>
                <a:ext cx="293514" cy="29351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9</a:t>
                </a:r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411BA86-E8CB-776D-2759-FF65D7544E35}"/>
                </a:ext>
              </a:extLst>
            </p:cNvPr>
            <p:cNvSpPr/>
            <p:nvPr/>
          </p:nvSpPr>
          <p:spPr>
            <a:xfrm>
              <a:off x="7233357" y="2112095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9E1AED3-C978-77C8-718B-51E3122DE9B7}"/>
                </a:ext>
              </a:extLst>
            </p:cNvPr>
            <p:cNvSpPr/>
            <p:nvPr/>
          </p:nvSpPr>
          <p:spPr>
            <a:xfrm>
              <a:off x="7526871" y="2112095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FA8999E-7289-EA98-A2CB-35D9BAD4EBC4}"/>
                </a:ext>
              </a:extLst>
            </p:cNvPr>
            <p:cNvSpPr/>
            <p:nvPr/>
          </p:nvSpPr>
          <p:spPr>
            <a:xfrm>
              <a:off x="7820385" y="2111562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3A61119-53D3-B881-2BA0-2FEEBB606CE2}"/>
                </a:ext>
              </a:extLst>
            </p:cNvPr>
            <p:cNvSpPr/>
            <p:nvPr/>
          </p:nvSpPr>
          <p:spPr>
            <a:xfrm>
              <a:off x="8113899" y="2111562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6206A82-976A-D001-E70B-6145CC1B3C77}"/>
                </a:ext>
              </a:extLst>
            </p:cNvPr>
            <p:cNvSpPr/>
            <p:nvPr/>
          </p:nvSpPr>
          <p:spPr>
            <a:xfrm>
              <a:off x="8407413" y="2111562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BF37149-D5D9-5046-7C31-1CB01803E7D4}"/>
                </a:ext>
              </a:extLst>
            </p:cNvPr>
            <p:cNvSpPr/>
            <p:nvPr/>
          </p:nvSpPr>
          <p:spPr>
            <a:xfrm>
              <a:off x="8700927" y="2111562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D1AC1D2-0249-4049-5D2A-B2E2DA96E066}"/>
                </a:ext>
              </a:extLst>
            </p:cNvPr>
            <p:cNvSpPr/>
            <p:nvPr/>
          </p:nvSpPr>
          <p:spPr>
            <a:xfrm>
              <a:off x="8994441" y="2111029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3CD6231-77F2-6038-4C47-B64CCD06A09E}"/>
                </a:ext>
              </a:extLst>
            </p:cNvPr>
            <p:cNvSpPr/>
            <p:nvPr/>
          </p:nvSpPr>
          <p:spPr>
            <a:xfrm>
              <a:off x="9287955" y="2111029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6F0C9FB-7CBF-2B7A-5621-B2D951B4095A}"/>
                </a:ext>
              </a:extLst>
            </p:cNvPr>
            <p:cNvSpPr/>
            <p:nvPr/>
          </p:nvSpPr>
          <p:spPr>
            <a:xfrm>
              <a:off x="9581469" y="2111562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F67F544-B237-CFFE-8D86-67B3F437C05A}"/>
                </a:ext>
              </a:extLst>
            </p:cNvPr>
            <p:cNvSpPr/>
            <p:nvPr/>
          </p:nvSpPr>
          <p:spPr>
            <a:xfrm>
              <a:off x="7233357" y="2377257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5EC77FF-EF1D-B6CD-61E8-CA5D6CE49AC9}"/>
                </a:ext>
              </a:extLst>
            </p:cNvPr>
            <p:cNvSpPr/>
            <p:nvPr/>
          </p:nvSpPr>
          <p:spPr>
            <a:xfrm>
              <a:off x="7526871" y="2377257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902CF4E-3318-84C9-746B-074DCE3D587F}"/>
                </a:ext>
              </a:extLst>
            </p:cNvPr>
            <p:cNvSpPr/>
            <p:nvPr/>
          </p:nvSpPr>
          <p:spPr>
            <a:xfrm>
              <a:off x="7820385" y="2376724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55EF377-C4B3-3717-0CEB-60F6A5F0D21A}"/>
                </a:ext>
              </a:extLst>
            </p:cNvPr>
            <p:cNvSpPr/>
            <p:nvPr/>
          </p:nvSpPr>
          <p:spPr>
            <a:xfrm>
              <a:off x="8113899" y="2376724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AB0D630-6E8B-6C9C-2EDC-9B77B3007F06}"/>
                </a:ext>
              </a:extLst>
            </p:cNvPr>
            <p:cNvSpPr/>
            <p:nvPr/>
          </p:nvSpPr>
          <p:spPr>
            <a:xfrm>
              <a:off x="8407413" y="2376724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F5AA962-1C31-9072-553C-FCF783351ADE}"/>
                </a:ext>
              </a:extLst>
            </p:cNvPr>
            <p:cNvSpPr/>
            <p:nvPr/>
          </p:nvSpPr>
          <p:spPr>
            <a:xfrm>
              <a:off x="8700927" y="2376724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3D2B5DE-72B5-1577-FEB1-C838026F2D27}"/>
                </a:ext>
              </a:extLst>
            </p:cNvPr>
            <p:cNvSpPr/>
            <p:nvPr/>
          </p:nvSpPr>
          <p:spPr>
            <a:xfrm>
              <a:off x="8994441" y="2376191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95E4625-B29D-90BD-EC69-D25E5D4666C4}"/>
                </a:ext>
              </a:extLst>
            </p:cNvPr>
            <p:cNvSpPr/>
            <p:nvPr/>
          </p:nvSpPr>
          <p:spPr>
            <a:xfrm>
              <a:off x="9287955" y="2376191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21790D2B-D11E-B0BE-37F1-0C23259823DF}"/>
                </a:ext>
              </a:extLst>
            </p:cNvPr>
            <p:cNvSpPr/>
            <p:nvPr/>
          </p:nvSpPr>
          <p:spPr>
            <a:xfrm>
              <a:off x="9581469" y="2376724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4C12EEBF-6286-3F7E-7997-D9486C83FE40}"/>
                </a:ext>
              </a:extLst>
            </p:cNvPr>
            <p:cNvSpPr/>
            <p:nvPr/>
          </p:nvSpPr>
          <p:spPr>
            <a:xfrm>
              <a:off x="7233357" y="2670294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FB23445-F548-9521-8A86-403C24DC6593}"/>
                </a:ext>
              </a:extLst>
            </p:cNvPr>
            <p:cNvSpPr/>
            <p:nvPr/>
          </p:nvSpPr>
          <p:spPr>
            <a:xfrm>
              <a:off x="7526871" y="2670294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1DFB15B-8AF5-99A6-3D93-CA584F341EAD}"/>
                </a:ext>
              </a:extLst>
            </p:cNvPr>
            <p:cNvSpPr/>
            <p:nvPr/>
          </p:nvSpPr>
          <p:spPr>
            <a:xfrm>
              <a:off x="7820385" y="2669761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1528B84B-F081-7AB9-C898-F1580B1C1864}"/>
                </a:ext>
              </a:extLst>
            </p:cNvPr>
            <p:cNvSpPr/>
            <p:nvPr/>
          </p:nvSpPr>
          <p:spPr>
            <a:xfrm>
              <a:off x="8113899" y="2669761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5E39C1AA-A4DA-C5C0-F037-3EE6E05036B3}"/>
                </a:ext>
              </a:extLst>
            </p:cNvPr>
            <p:cNvSpPr/>
            <p:nvPr/>
          </p:nvSpPr>
          <p:spPr>
            <a:xfrm>
              <a:off x="8407413" y="2669761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2E89DD73-B290-8532-6504-EC8F0F2A9BB9}"/>
                </a:ext>
              </a:extLst>
            </p:cNvPr>
            <p:cNvSpPr/>
            <p:nvPr/>
          </p:nvSpPr>
          <p:spPr>
            <a:xfrm>
              <a:off x="8700927" y="2669761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C3262E8E-6BAB-717B-C121-C340ED4F9B6B}"/>
                </a:ext>
              </a:extLst>
            </p:cNvPr>
            <p:cNvSpPr/>
            <p:nvPr/>
          </p:nvSpPr>
          <p:spPr>
            <a:xfrm>
              <a:off x="8994441" y="2669228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3E0915E8-8969-2A1F-C316-9D12F842A7E8}"/>
                </a:ext>
              </a:extLst>
            </p:cNvPr>
            <p:cNvSpPr/>
            <p:nvPr/>
          </p:nvSpPr>
          <p:spPr>
            <a:xfrm>
              <a:off x="9287955" y="2669228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E1911B69-191C-9A75-EE43-964E59EFCFEA}"/>
                </a:ext>
              </a:extLst>
            </p:cNvPr>
            <p:cNvSpPr/>
            <p:nvPr/>
          </p:nvSpPr>
          <p:spPr>
            <a:xfrm>
              <a:off x="9581469" y="2669761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6015F67B-D4C4-E3F1-6D19-800626619D46}"/>
                </a:ext>
              </a:extLst>
            </p:cNvPr>
            <p:cNvSpPr/>
            <p:nvPr/>
          </p:nvSpPr>
          <p:spPr>
            <a:xfrm>
              <a:off x="7233357" y="2935456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44B00D37-B87F-D591-EE13-97A2B61EB7F1}"/>
                </a:ext>
              </a:extLst>
            </p:cNvPr>
            <p:cNvSpPr/>
            <p:nvPr/>
          </p:nvSpPr>
          <p:spPr>
            <a:xfrm>
              <a:off x="7526871" y="2935456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39B97067-B0CA-CA55-0258-0363DC57A738}"/>
                </a:ext>
              </a:extLst>
            </p:cNvPr>
            <p:cNvSpPr/>
            <p:nvPr/>
          </p:nvSpPr>
          <p:spPr>
            <a:xfrm>
              <a:off x="7820385" y="2934923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83AE19C3-3BD7-B1D0-A20B-857728649CD3}"/>
                </a:ext>
              </a:extLst>
            </p:cNvPr>
            <p:cNvSpPr/>
            <p:nvPr/>
          </p:nvSpPr>
          <p:spPr>
            <a:xfrm>
              <a:off x="8113899" y="2934923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B08D9A26-A031-9465-AD6B-CDEA0EAA865B}"/>
                </a:ext>
              </a:extLst>
            </p:cNvPr>
            <p:cNvSpPr/>
            <p:nvPr/>
          </p:nvSpPr>
          <p:spPr>
            <a:xfrm>
              <a:off x="8407413" y="2934923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C47B4E70-4956-F378-3697-9C2DE49C7910}"/>
                </a:ext>
              </a:extLst>
            </p:cNvPr>
            <p:cNvSpPr/>
            <p:nvPr/>
          </p:nvSpPr>
          <p:spPr>
            <a:xfrm>
              <a:off x="8700927" y="2934923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150F985B-C270-B43C-674F-DD56C5493563}"/>
                </a:ext>
              </a:extLst>
            </p:cNvPr>
            <p:cNvSpPr/>
            <p:nvPr/>
          </p:nvSpPr>
          <p:spPr>
            <a:xfrm>
              <a:off x="8994441" y="2934390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3066248C-F07E-2FCD-34F1-80F05AAEBB0E}"/>
                </a:ext>
              </a:extLst>
            </p:cNvPr>
            <p:cNvSpPr/>
            <p:nvPr/>
          </p:nvSpPr>
          <p:spPr>
            <a:xfrm>
              <a:off x="9287955" y="2934390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BDC5D651-4FF2-DA88-A28E-B066F36D2F8E}"/>
                </a:ext>
              </a:extLst>
            </p:cNvPr>
            <p:cNvSpPr/>
            <p:nvPr/>
          </p:nvSpPr>
          <p:spPr>
            <a:xfrm>
              <a:off x="9581469" y="2934923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7310B719-47A1-842F-FDD0-646F1E329E50}"/>
                </a:ext>
              </a:extLst>
            </p:cNvPr>
            <p:cNvSpPr/>
            <p:nvPr/>
          </p:nvSpPr>
          <p:spPr>
            <a:xfrm>
              <a:off x="7233357" y="3228970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9E5A75B4-A437-F887-930F-C6F1A4122658}"/>
                </a:ext>
              </a:extLst>
            </p:cNvPr>
            <p:cNvSpPr/>
            <p:nvPr/>
          </p:nvSpPr>
          <p:spPr>
            <a:xfrm>
              <a:off x="7526871" y="3228970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C514CD3F-BE62-89AA-2DA6-A6B0B774685E}"/>
                </a:ext>
              </a:extLst>
            </p:cNvPr>
            <p:cNvSpPr/>
            <p:nvPr/>
          </p:nvSpPr>
          <p:spPr>
            <a:xfrm>
              <a:off x="7820385" y="3228437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F637B4AF-C48A-C908-F719-5E09B85A290D}"/>
                </a:ext>
              </a:extLst>
            </p:cNvPr>
            <p:cNvSpPr/>
            <p:nvPr/>
          </p:nvSpPr>
          <p:spPr>
            <a:xfrm>
              <a:off x="8113899" y="3228437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7D1AD1C8-559B-5E89-7299-8940E5958881}"/>
                </a:ext>
              </a:extLst>
            </p:cNvPr>
            <p:cNvSpPr/>
            <p:nvPr/>
          </p:nvSpPr>
          <p:spPr>
            <a:xfrm>
              <a:off x="8407413" y="3228437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346021F1-B36D-53B9-226E-5B8968337FF3}"/>
                </a:ext>
              </a:extLst>
            </p:cNvPr>
            <p:cNvSpPr/>
            <p:nvPr/>
          </p:nvSpPr>
          <p:spPr>
            <a:xfrm>
              <a:off x="8700927" y="3228437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C5A89DDD-FFBD-BA9C-30F3-265215DBE999}"/>
                </a:ext>
              </a:extLst>
            </p:cNvPr>
            <p:cNvSpPr/>
            <p:nvPr/>
          </p:nvSpPr>
          <p:spPr>
            <a:xfrm>
              <a:off x="8994441" y="3227904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69FC2EF3-3F99-D034-15CD-CED561F0D468}"/>
                </a:ext>
              </a:extLst>
            </p:cNvPr>
            <p:cNvSpPr/>
            <p:nvPr/>
          </p:nvSpPr>
          <p:spPr>
            <a:xfrm>
              <a:off x="9287955" y="3227904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096C9FB3-C3B3-006A-D938-1E0F87A2FC17}"/>
                </a:ext>
              </a:extLst>
            </p:cNvPr>
            <p:cNvSpPr/>
            <p:nvPr/>
          </p:nvSpPr>
          <p:spPr>
            <a:xfrm>
              <a:off x="9581469" y="3228437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952B2BA1-FDA9-66CC-1D6C-C661B58CA220}"/>
                </a:ext>
              </a:extLst>
            </p:cNvPr>
            <p:cNvSpPr/>
            <p:nvPr/>
          </p:nvSpPr>
          <p:spPr>
            <a:xfrm>
              <a:off x="7233357" y="3494132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D016FDBD-A9D6-9E06-7834-58C1182145EB}"/>
                </a:ext>
              </a:extLst>
            </p:cNvPr>
            <p:cNvSpPr/>
            <p:nvPr/>
          </p:nvSpPr>
          <p:spPr>
            <a:xfrm>
              <a:off x="7526871" y="3494132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F74BE5B5-078C-2288-D641-A7EE095F60BE}"/>
                </a:ext>
              </a:extLst>
            </p:cNvPr>
            <p:cNvSpPr/>
            <p:nvPr/>
          </p:nvSpPr>
          <p:spPr>
            <a:xfrm>
              <a:off x="7820385" y="3493599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692F102C-1442-78BD-119D-741777BC2B80}"/>
                </a:ext>
              </a:extLst>
            </p:cNvPr>
            <p:cNvSpPr/>
            <p:nvPr/>
          </p:nvSpPr>
          <p:spPr>
            <a:xfrm>
              <a:off x="8113899" y="3493599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0CB2AB59-42A3-02A6-155F-B54B23BE4C71}"/>
                </a:ext>
              </a:extLst>
            </p:cNvPr>
            <p:cNvSpPr/>
            <p:nvPr/>
          </p:nvSpPr>
          <p:spPr>
            <a:xfrm>
              <a:off x="8407413" y="3493599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B309B349-3402-EC71-A6A2-341E3456E746}"/>
                </a:ext>
              </a:extLst>
            </p:cNvPr>
            <p:cNvSpPr/>
            <p:nvPr/>
          </p:nvSpPr>
          <p:spPr>
            <a:xfrm>
              <a:off x="8700927" y="3493599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BFDF31AD-315F-C9F1-63CB-0BAA1B5A9B12}"/>
                </a:ext>
              </a:extLst>
            </p:cNvPr>
            <p:cNvSpPr/>
            <p:nvPr/>
          </p:nvSpPr>
          <p:spPr>
            <a:xfrm>
              <a:off x="8994441" y="3493066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10A4BE9B-BF10-3C39-7B2E-1E3BB794205E}"/>
                </a:ext>
              </a:extLst>
            </p:cNvPr>
            <p:cNvSpPr/>
            <p:nvPr/>
          </p:nvSpPr>
          <p:spPr>
            <a:xfrm>
              <a:off x="9287955" y="3493066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10B6BB57-E71B-AA95-E8AA-1C11211476FA}"/>
                </a:ext>
              </a:extLst>
            </p:cNvPr>
            <p:cNvSpPr/>
            <p:nvPr/>
          </p:nvSpPr>
          <p:spPr>
            <a:xfrm>
              <a:off x="9581469" y="3493599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03540A32-CA4A-4B2C-9727-FCEBACE3D35B}"/>
                </a:ext>
              </a:extLst>
            </p:cNvPr>
            <p:cNvSpPr/>
            <p:nvPr/>
          </p:nvSpPr>
          <p:spPr>
            <a:xfrm>
              <a:off x="7233357" y="3787169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AF644BB0-FD07-9D15-74C5-870B7E3D6790}"/>
                </a:ext>
              </a:extLst>
            </p:cNvPr>
            <p:cNvSpPr/>
            <p:nvPr/>
          </p:nvSpPr>
          <p:spPr>
            <a:xfrm>
              <a:off x="7526871" y="3787169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A79F36F5-4F28-E1D6-AA76-6162D8E1AE82}"/>
                </a:ext>
              </a:extLst>
            </p:cNvPr>
            <p:cNvSpPr/>
            <p:nvPr/>
          </p:nvSpPr>
          <p:spPr>
            <a:xfrm>
              <a:off x="7820385" y="3786636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F61781B7-22DA-3BB2-98A8-2AF991952025}"/>
                </a:ext>
              </a:extLst>
            </p:cNvPr>
            <p:cNvSpPr/>
            <p:nvPr/>
          </p:nvSpPr>
          <p:spPr>
            <a:xfrm>
              <a:off x="8113899" y="3786636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919113C0-F95D-7C7B-1D19-7F8F504C2F5E}"/>
                </a:ext>
              </a:extLst>
            </p:cNvPr>
            <p:cNvSpPr/>
            <p:nvPr/>
          </p:nvSpPr>
          <p:spPr>
            <a:xfrm>
              <a:off x="8407413" y="3786636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B9288655-5878-70F4-9853-2079EE3A604C}"/>
                </a:ext>
              </a:extLst>
            </p:cNvPr>
            <p:cNvSpPr/>
            <p:nvPr/>
          </p:nvSpPr>
          <p:spPr>
            <a:xfrm>
              <a:off x="8700927" y="3786636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D1E62A57-A03B-53C5-F1AC-5D6FA9AEF9E5}"/>
                </a:ext>
              </a:extLst>
            </p:cNvPr>
            <p:cNvSpPr/>
            <p:nvPr/>
          </p:nvSpPr>
          <p:spPr>
            <a:xfrm>
              <a:off x="8994441" y="3786103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74B2D91C-2A2C-CB5D-E624-1924C1DDB93F}"/>
                </a:ext>
              </a:extLst>
            </p:cNvPr>
            <p:cNvSpPr/>
            <p:nvPr/>
          </p:nvSpPr>
          <p:spPr>
            <a:xfrm>
              <a:off x="9287955" y="3786103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CA504059-64F6-482E-C9DB-A3F3B277ED29}"/>
                </a:ext>
              </a:extLst>
            </p:cNvPr>
            <p:cNvSpPr/>
            <p:nvPr/>
          </p:nvSpPr>
          <p:spPr>
            <a:xfrm>
              <a:off x="9581469" y="3786636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369297AF-D2B9-461D-26A8-FF0C47389EC5}"/>
                </a:ext>
              </a:extLst>
            </p:cNvPr>
            <p:cNvSpPr/>
            <p:nvPr/>
          </p:nvSpPr>
          <p:spPr>
            <a:xfrm>
              <a:off x="7233357" y="4052331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8A2BDEB0-DAF1-789E-D728-C51880FA110F}"/>
                </a:ext>
              </a:extLst>
            </p:cNvPr>
            <p:cNvSpPr/>
            <p:nvPr/>
          </p:nvSpPr>
          <p:spPr>
            <a:xfrm>
              <a:off x="7526871" y="4052331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2DEF8D40-790B-080E-4B92-5229AF8F0144}"/>
                </a:ext>
              </a:extLst>
            </p:cNvPr>
            <p:cNvSpPr/>
            <p:nvPr/>
          </p:nvSpPr>
          <p:spPr>
            <a:xfrm>
              <a:off x="7820385" y="4051798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CF92D234-9AAD-AFAE-8D74-30F92CF982C6}"/>
                </a:ext>
              </a:extLst>
            </p:cNvPr>
            <p:cNvSpPr/>
            <p:nvPr/>
          </p:nvSpPr>
          <p:spPr>
            <a:xfrm>
              <a:off x="8113899" y="4051798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53DFF053-C17B-9554-D194-EEE573FD992E}"/>
                </a:ext>
              </a:extLst>
            </p:cNvPr>
            <p:cNvSpPr/>
            <p:nvPr/>
          </p:nvSpPr>
          <p:spPr>
            <a:xfrm>
              <a:off x="8407413" y="4051798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CABED3E4-FA5C-D4A2-7B36-FACCE1DAA527}"/>
                </a:ext>
              </a:extLst>
            </p:cNvPr>
            <p:cNvSpPr/>
            <p:nvPr/>
          </p:nvSpPr>
          <p:spPr>
            <a:xfrm>
              <a:off x="8700927" y="4051798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20B2ABA7-A6C8-EE0F-C036-96BCADBFF2E2}"/>
                </a:ext>
              </a:extLst>
            </p:cNvPr>
            <p:cNvSpPr/>
            <p:nvPr/>
          </p:nvSpPr>
          <p:spPr>
            <a:xfrm>
              <a:off x="8994441" y="4051265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66601ABF-2BEA-F4C5-FD20-BDEA7EE20B75}"/>
                </a:ext>
              </a:extLst>
            </p:cNvPr>
            <p:cNvSpPr/>
            <p:nvPr/>
          </p:nvSpPr>
          <p:spPr>
            <a:xfrm>
              <a:off x="9287955" y="4051265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5C3BE22A-F23C-58FD-D4AF-3ABF673656A9}"/>
                </a:ext>
              </a:extLst>
            </p:cNvPr>
            <p:cNvSpPr/>
            <p:nvPr/>
          </p:nvSpPr>
          <p:spPr>
            <a:xfrm>
              <a:off x="9581469" y="4051798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0C97010D-850D-0E00-431F-EF8F3E160F9B}"/>
                </a:ext>
              </a:extLst>
            </p:cNvPr>
            <p:cNvSpPr/>
            <p:nvPr/>
          </p:nvSpPr>
          <p:spPr>
            <a:xfrm>
              <a:off x="7233357" y="4357101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BEAE6B6F-99D7-A7AC-C708-9F90578DC4A8}"/>
                </a:ext>
              </a:extLst>
            </p:cNvPr>
            <p:cNvSpPr/>
            <p:nvPr/>
          </p:nvSpPr>
          <p:spPr>
            <a:xfrm>
              <a:off x="7526871" y="4357101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BB65FDC9-507A-64A5-B94D-A79944413342}"/>
                </a:ext>
              </a:extLst>
            </p:cNvPr>
            <p:cNvSpPr/>
            <p:nvPr/>
          </p:nvSpPr>
          <p:spPr>
            <a:xfrm>
              <a:off x="7820385" y="4356568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88A8C969-37FD-E522-5D79-BBA9B468E068}"/>
                </a:ext>
              </a:extLst>
            </p:cNvPr>
            <p:cNvSpPr/>
            <p:nvPr/>
          </p:nvSpPr>
          <p:spPr>
            <a:xfrm>
              <a:off x="8113899" y="4356568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692085C9-0F8E-3089-4650-6CFE8C9A25AD}"/>
                </a:ext>
              </a:extLst>
            </p:cNvPr>
            <p:cNvSpPr/>
            <p:nvPr/>
          </p:nvSpPr>
          <p:spPr>
            <a:xfrm>
              <a:off x="8407413" y="4356568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0" name="Rectangle 219">
              <a:extLst>
                <a:ext uri="{FF2B5EF4-FFF2-40B4-BE49-F238E27FC236}">
                  <a16:creationId xmlns:a16="http://schemas.microsoft.com/office/drawing/2014/main" id="{BBF9E504-E1BC-AAC3-1A2F-1788ACACC4EA}"/>
                </a:ext>
              </a:extLst>
            </p:cNvPr>
            <p:cNvSpPr/>
            <p:nvPr/>
          </p:nvSpPr>
          <p:spPr>
            <a:xfrm>
              <a:off x="8700927" y="4356568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AEC1B7DA-6965-D182-3A3F-7F96AEA222ED}"/>
                </a:ext>
              </a:extLst>
            </p:cNvPr>
            <p:cNvSpPr/>
            <p:nvPr/>
          </p:nvSpPr>
          <p:spPr>
            <a:xfrm>
              <a:off x="8994441" y="4356035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9879EB31-BEBD-B17C-D6FC-4E3881FCC7A6}"/>
                </a:ext>
              </a:extLst>
            </p:cNvPr>
            <p:cNvSpPr/>
            <p:nvPr/>
          </p:nvSpPr>
          <p:spPr>
            <a:xfrm>
              <a:off x="9287955" y="4356035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223" name="Rectangle 222">
              <a:extLst>
                <a:ext uri="{FF2B5EF4-FFF2-40B4-BE49-F238E27FC236}">
                  <a16:creationId xmlns:a16="http://schemas.microsoft.com/office/drawing/2014/main" id="{68A8D64A-AB39-208A-2E2E-992161F1F5B7}"/>
                </a:ext>
              </a:extLst>
            </p:cNvPr>
            <p:cNvSpPr/>
            <p:nvPr/>
          </p:nvSpPr>
          <p:spPr>
            <a:xfrm>
              <a:off x="9581469" y="4356568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84DC3593-A585-0E23-D961-05E472C600B9}"/>
                </a:ext>
              </a:extLst>
            </p:cNvPr>
            <p:cNvSpPr/>
            <p:nvPr/>
          </p:nvSpPr>
          <p:spPr>
            <a:xfrm>
              <a:off x="8700927" y="2657973"/>
              <a:ext cx="293514" cy="265162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147324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Adjacency Matrix (weighted)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1285591A-507D-7AE7-1116-86739111EDA2}"/>
                  </a:ext>
                </a:extLst>
              </p:cNvPr>
              <p:cNvSpPr txBox="1"/>
              <p:nvPr/>
            </p:nvSpPr>
            <p:spPr>
              <a:xfrm>
                <a:off x="5125006" y="4897409"/>
                <a:ext cx="1506887" cy="954107"/>
              </a:xfrm>
              <a:prstGeom prst="rect">
                <a:avLst/>
              </a:prstGeom>
              <a:noFill/>
              <a:ln>
                <a:solidFill>
                  <a:srgbClr val="FF33CC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800" b="0" i="1" smtClean="0">
                            <a:solidFill>
                              <a:srgbClr val="FF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FF33CC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sz="2800" b="0" i="1" smtClean="0">
                        <a:solidFill>
                          <a:srgbClr val="FF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FF33CC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b="0" dirty="0">
                    <a:solidFill>
                      <a:srgbClr val="FF33CC"/>
                    </a:solidFill>
                  </a:rPr>
                  <a:t> 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800" b="0" i="1" smtClean="0">
                            <a:solidFill>
                              <a:srgbClr val="FF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FF33CC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sz="2800" b="0" i="1" smtClean="0">
                        <a:solidFill>
                          <a:srgbClr val="FF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FF33CC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800" dirty="0">
                    <a:solidFill>
                      <a:srgbClr val="FF33CC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1285591A-507D-7AE7-1116-86739111ED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5006" y="4897409"/>
                <a:ext cx="1506887" cy="9541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FF33C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5ACFD0F0-CAEA-3F3D-4355-8F6A6099BAF2}"/>
              </a:ext>
            </a:extLst>
          </p:cNvPr>
          <p:cNvGrpSpPr/>
          <p:nvPr/>
        </p:nvGrpSpPr>
        <p:grpSpPr>
          <a:xfrm>
            <a:off x="1524000" y="1143000"/>
            <a:ext cx="4600060" cy="2787240"/>
            <a:chOff x="0" y="2862182"/>
            <a:chExt cx="7044346" cy="4268266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03DEDC3-8A71-12E6-C383-365BED1D0704}"/>
                </a:ext>
              </a:extLst>
            </p:cNvPr>
            <p:cNvCxnSpPr>
              <a:stCxn id="34" idx="7"/>
              <a:endCxn id="35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0D13497-D3B5-06B8-BA9A-196C3F3CFA4C}"/>
                </a:ext>
              </a:extLst>
            </p:cNvPr>
            <p:cNvCxnSpPr>
              <a:stCxn id="35" idx="6"/>
              <a:endCxn id="38" idx="2"/>
            </p:cNvCxnSpPr>
            <p:nvPr/>
          </p:nvCxnSpPr>
          <p:spPr>
            <a:xfrm>
              <a:off x="2444286" y="3276727"/>
              <a:ext cx="1510213" cy="5239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E80AC92-7DA0-5EB1-D6CE-1E8BA2CB5025}"/>
                </a:ext>
              </a:extLst>
            </p:cNvPr>
            <p:cNvCxnSpPr>
              <a:stCxn id="34" idx="4"/>
              <a:endCxn id="36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9893485-66AB-41D4-CF14-FB8728D94384}"/>
                </a:ext>
              </a:extLst>
            </p:cNvPr>
            <p:cNvCxnSpPr>
              <a:stCxn id="37" idx="3"/>
              <a:endCxn id="36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88FF82B-B6A8-E4C4-C963-B485543BCF62}"/>
                </a:ext>
              </a:extLst>
            </p:cNvPr>
            <p:cNvCxnSpPr>
              <a:stCxn id="39" idx="2"/>
              <a:endCxn id="36" idx="5"/>
            </p:cNvCxnSpPr>
            <p:nvPr/>
          </p:nvCxnSpPr>
          <p:spPr>
            <a:xfrm flipH="1" flipV="1">
              <a:off x="1477469" y="6086626"/>
              <a:ext cx="1369411" cy="5653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CEC1AEF-3C5A-1795-38D8-7A50C4715784}"/>
                </a:ext>
              </a:extLst>
            </p:cNvPr>
            <p:cNvCxnSpPr>
              <a:stCxn id="37" idx="5"/>
              <a:endCxn id="39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3E99C1B-E24F-309C-8930-89C0B541DFD1}"/>
                </a:ext>
              </a:extLst>
            </p:cNvPr>
            <p:cNvCxnSpPr>
              <a:stCxn id="37" idx="7"/>
              <a:endCxn id="38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B7B7152-5659-CA66-3DC9-869D534DC20E}"/>
                </a:ext>
              </a:extLst>
            </p:cNvPr>
            <p:cNvCxnSpPr>
              <a:stCxn id="39" idx="6"/>
              <a:endCxn id="40" idx="3"/>
            </p:cNvCxnSpPr>
            <p:nvPr/>
          </p:nvCxnSpPr>
          <p:spPr>
            <a:xfrm flipV="1">
              <a:off x="3360148" y="6576771"/>
              <a:ext cx="1716185" cy="7516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FBF6DE-D4F3-74B3-F635-3EAC0B9133B7}"/>
                </a:ext>
              </a:extLst>
            </p:cNvPr>
            <p:cNvCxnSpPr>
              <a:stCxn id="40" idx="1"/>
              <a:endCxn id="38" idx="4"/>
            </p:cNvCxnSpPr>
            <p:nvPr/>
          </p:nvCxnSpPr>
          <p:spPr>
            <a:xfrm flipH="1" flipV="1">
              <a:off x="4211133" y="3585751"/>
              <a:ext cx="865200" cy="262808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405ACC5-E2D3-52BE-EB40-DF5A49484DDE}"/>
                </a:ext>
              </a:extLst>
            </p:cNvPr>
            <p:cNvCxnSpPr>
              <a:stCxn id="42" idx="2"/>
              <a:endCxn id="38" idx="5"/>
            </p:cNvCxnSpPr>
            <p:nvPr/>
          </p:nvCxnSpPr>
          <p:spPr>
            <a:xfrm flipH="1" flipV="1">
              <a:off x="4392599" y="3510584"/>
              <a:ext cx="893790" cy="49520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F6380E6-3FDA-E358-FB09-F29C47E60825}"/>
                </a:ext>
              </a:extLst>
            </p:cNvPr>
            <p:cNvCxnSpPr>
              <a:stCxn id="40" idx="0"/>
              <a:endCxn id="42" idx="3"/>
            </p:cNvCxnSpPr>
            <p:nvPr/>
          </p:nvCxnSpPr>
          <p:spPr>
            <a:xfrm flipV="1">
              <a:off x="5257802" y="4187257"/>
              <a:ext cx="103754" cy="195141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A87A88A-409D-8D94-92EF-A3CA1A4D9C2F}"/>
                </a:ext>
              </a:extLst>
            </p:cNvPr>
            <p:cNvCxnSpPr>
              <a:stCxn id="41" idx="1"/>
              <a:endCxn id="42" idx="5"/>
            </p:cNvCxnSpPr>
            <p:nvPr/>
          </p:nvCxnSpPr>
          <p:spPr>
            <a:xfrm flipH="1" flipV="1">
              <a:off x="5724490" y="4187257"/>
              <a:ext cx="881755" cy="67487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6CB830C-4010-0F6D-CA49-A03849EE150A}"/>
                </a:ext>
              </a:extLst>
            </p:cNvPr>
            <p:cNvCxnSpPr>
              <a:stCxn id="41" idx="3"/>
              <a:endCxn id="40" idx="6"/>
            </p:cNvCxnSpPr>
            <p:nvPr/>
          </p:nvCxnSpPr>
          <p:spPr>
            <a:xfrm flipH="1">
              <a:off x="5514435" y="5225062"/>
              <a:ext cx="1091809" cy="117024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61D52A1-F216-4E52-3B19-7DFF0E176116}"/>
                </a:ext>
              </a:extLst>
            </p:cNvPr>
            <p:cNvSpPr txBox="1"/>
            <p:nvPr/>
          </p:nvSpPr>
          <p:spPr>
            <a:xfrm>
              <a:off x="767228" y="3195081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10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A021CB0-78A1-941A-85AF-73FD3BC82E39}"/>
                </a:ext>
              </a:extLst>
            </p:cNvPr>
            <p:cNvSpPr txBox="1"/>
            <p:nvPr/>
          </p:nvSpPr>
          <p:spPr>
            <a:xfrm>
              <a:off x="6095562" y="4099030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2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8B11E92-FCF0-7B03-799F-5C45C46FB499}"/>
                </a:ext>
              </a:extLst>
            </p:cNvPr>
            <p:cNvSpPr txBox="1"/>
            <p:nvPr/>
          </p:nvSpPr>
          <p:spPr>
            <a:xfrm>
              <a:off x="3895875" y="656486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6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F920580-31C5-D681-D472-7CB082553E09}"/>
                </a:ext>
              </a:extLst>
            </p:cNvPr>
            <p:cNvSpPr txBox="1"/>
            <p:nvPr/>
          </p:nvSpPr>
          <p:spPr>
            <a:xfrm>
              <a:off x="6047348" y="5905158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11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E6DA40A-FBEB-EA6E-6D79-F18C272C5E6C}"/>
                </a:ext>
              </a:extLst>
            </p:cNvPr>
            <p:cNvSpPr txBox="1"/>
            <p:nvPr/>
          </p:nvSpPr>
          <p:spPr>
            <a:xfrm>
              <a:off x="5255801" y="459535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82202B9-C6D8-1DC9-E3C3-1B4219FD9E53}"/>
                </a:ext>
              </a:extLst>
            </p:cNvPr>
            <p:cNvSpPr txBox="1"/>
            <p:nvPr/>
          </p:nvSpPr>
          <p:spPr>
            <a:xfrm>
              <a:off x="4119679" y="4462779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5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A28D2EB-E2B9-B81C-731B-E1B186DB6FC9}"/>
                </a:ext>
              </a:extLst>
            </p:cNvPr>
            <p:cNvSpPr txBox="1"/>
            <p:nvPr/>
          </p:nvSpPr>
          <p:spPr>
            <a:xfrm>
              <a:off x="4582463" y="3299181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8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9769688-4212-57E0-B979-91690162228C}"/>
                </a:ext>
              </a:extLst>
            </p:cNvPr>
            <p:cNvSpPr txBox="1"/>
            <p:nvPr/>
          </p:nvSpPr>
          <p:spPr>
            <a:xfrm>
              <a:off x="3058462" y="554633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3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52D6641-22D1-96ED-B8FF-BC87203F7117}"/>
                </a:ext>
              </a:extLst>
            </p:cNvPr>
            <p:cNvSpPr txBox="1"/>
            <p:nvPr/>
          </p:nvSpPr>
          <p:spPr>
            <a:xfrm>
              <a:off x="3064048" y="3778529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3F7DC8D-E02F-E016-85C4-79B772C00490}"/>
                </a:ext>
              </a:extLst>
            </p:cNvPr>
            <p:cNvSpPr txBox="1"/>
            <p:nvPr/>
          </p:nvSpPr>
          <p:spPr>
            <a:xfrm>
              <a:off x="2051034" y="522425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3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FC20B16-5381-A254-5556-B6D4501B5116}"/>
                </a:ext>
              </a:extLst>
            </p:cNvPr>
            <p:cNvSpPr txBox="1"/>
            <p:nvPr/>
          </p:nvSpPr>
          <p:spPr>
            <a:xfrm>
              <a:off x="1885966" y="6404395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581AD04-A3AE-9309-DFF4-EF3D9FE20F1C}"/>
                </a:ext>
              </a:extLst>
            </p:cNvPr>
            <p:cNvSpPr txBox="1"/>
            <p:nvPr/>
          </p:nvSpPr>
          <p:spPr>
            <a:xfrm>
              <a:off x="2830979" y="2862182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8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34350CB-BC96-454D-1F32-9D4A085A1324}"/>
                </a:ext>
              </a:extLst>
            </p:cNvPr>
            <p:cNvSpPr txBox="1"/>
            <p:nvPr/>
          </p:nvSpPr>
          <p:spPr>
            <a:xfrm>
              <a:off x="256634" y="5096526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12</a:t>
              </a: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34BAA6F-E4FA-01D2-F81D-B9E528E7C8FB}"/>
                </a:ext>
              </a:extLst>
            </p:cNvPr>
            <p:cNvCxnSpPr>
              <a:stCxn id="35" idx="4"/>
              <a:endCxn id="36" idx="0"/>
            </p:cNvCxnSpPr>
            <p:nvPr/>
          </p:nvCxnSpPr>
          <p:spPr>
            <a:xfrm flipH="1">
              <a:off x="1296001" y="3533361"/>
              <a:ext cx="891651" cy="211516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52282C8-F2F7-45DF-CCA9-6ECABF092DF1}"/>
                </a:ext>
              </a:extLst>
            </p:cNvPr>
            <p:cNvSpPr txBox="1"/>
            <p:nvPr/>
          </p:nvSpPr>
          <p:spPr>
            <a:xfrm>
              <a:off x="1414258" y="4262423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9BCD5587-B982-D447-D64F-888A5676E718}"/>
                </a:ext>
              </a:extLst>
            </p:cNvPr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585891CD-0431-39DE-BEC0-93F30DF20BE4}"/>
                </a:ext>
              </a:extLst>
            </p:cNvPr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3D48CA4F-80A5-D018-7F37-89E1A32D888F}"/>
                </a:ext>
              </a:extLst>
            </p:cNvPr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C220B665-2751-C1E6-D211-A728A19C7160}"/>
                </a:ext>
              </a:extLst>
            </p:cNvPr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E19D09CA-9AB0-12FB-2963-943D2B7BA8D9}"/>
                </a:ext>
              </a:extLst>
            </p:cNvPr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6BB5E38A-97F6-1782-B853-200D66499393}"/>
                </a:ext>
              </a:extLst>
            </p:cNvPr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62BE4707-E84E-A8F1-278A-779689EB8E12}"/>
                </a:ext>
              </a:extLst>
            </p:cNvPr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25256ABF-7D43-EFB9-D701-A07B680CB27B}"/>
                </a:ext>
              </a:extLst>
            </p:cNvPr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BDAFED39-706A-A91E-BFFD-A74F814C4C10}"/>
                </a:ext>
              </a:extLst>
            </p:cNvPr>
            <p:cNvSpPr/>
            <p:nvPr/>
          </p:nvSpPr>
          <p:spPr>
            <a:xfrm>
              <a:off x="5286390" y="3749156"/>
              <a:ext cx="513267" cy="51326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1FB8B3D-BAAC-3A35-6028-01D2A3E24765}"/>
                  </a:ext>
                </a:extLst>
              </p:cNvPr>
              <p:cNvSpPr txBox="1"/>
              <p:nvPr/>
            </p:nvSpPr>
            <p:spPr>
              <a:xfrm>
                <a:off x="96849" y="3869510"/>
                <a:ext cx="4928325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u="sng" dirty="0"/>
                  <a:t>Time/Space Tradeoffs</a:t>
                </a:r>
              </a:p>
              <a:p>
                <a:r>
                  <a:rPr lang="en-US" sz="2400" dirty="0"/>
                  <a:t>Space to represent: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Add Edge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Remove Edge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Check if Edge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Exists: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Get Neighbors (incoming):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Get Neighbors (outgoing):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1FB8B3D-BAAC-3A35-6028-01D2A3E247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49" y="3869510"/>
                <a:ext cx="4928325" cy="3046988"/>
              </a:xfrm>
              <a:prstGeom prst="rect">
                <a:avLst/>
              </a:prstGeom>
              <a:blipFill>
                <a:blip r:embed="rId4"/>
                <a:stretch>
                  <a:fillRect l="-1980" t="-1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2A8B9FD3-0952-DF9D-2B9F-7B7432FB3F78}"/>
              </a:ext>
            </a:extLst>
          </p:cNvPr>
          <p:cNvGrpSpPr/>
          <p:nvPr/>
        </p:nvGrpSpPr>
        <p:grpSpPr>
          <a:xfrm>
            <a:off x="7572412" y="1567190"/>
            <a:ext cx="4261557" cy="4144421"/>
            <a:chOff x="6939843" y="1796152"/>
            <a:chExt cx="2935140" cy="2854463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020B040A-D691-CEA4-F502-F81661DEB89B}"/>
                </a:ext>
              </a:extLst>
            </p:cNvPr>
            <p:cNvSpPr/>
            <p:nvPr/>
          </p:nvSpPr>
          <p:spPr>
            <a:xfrm>
              <a:off x="6939843" y="2090199"/>
              <a:ext cx="293514" cy="2935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E635869D-F69A-D822-C45F-FC53CEED4D41}"/>
                </a:ext>
              </a:extLst>
            </p:cNvPr>
            <p:cNvSpPr/>
            <p:nvPr/>
          </p:nvSpPr>
          <p:spPr>
            <a:xfrm>
              <a:off x="6939843" y="2383713"/>
              <a:ext cx="293514" cy="2935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33C46242-AD63-61EC-FCDE-053AFD4EFBD6}"/>
                </a:ext>
              </a:extLst>
            </p:cNvPr>
            <p:cNvSpPr/>
            <p:nvPr/>
          </p:nvSpPr>
          <p:spPr>
            <a:xfrm>
              <a:off x="6939843" y="2661728"/>
              <a:ext cx="293514" cy="2935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9843E1B2-7C34-670F-5824-A6FFE5F4FA87}"/>
                </a:ext>
              </a:extLst>
            </p:cNvPr>
            <p:cNvSpPr/>
            <p:nvPr/>
          </p:nvSpPr>
          <p:spPr>
            <a:xfrm>
              <a:off x="6939843" y="2944520"/>
              <a:ext cx="293514" cy="2935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3A558606-9D8A-BDC0-460F-2BB3D0103A95}"/>
                </a:ext>
              </a:extLst>
            </p:cNvPr>
            <p:cNvSpPr/>
            <p:nvPr/>
          </p:nvSpPr>
          <p:spPr>
            <a:xfrm>
              <a:off x="6939843" y="3237939"/>
              <a:ext cx="293514" cy="2935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D481FD5C-1E85-7056-FBEB-C38843522486}"/>
                </a:ext>
              </a:extLst>
            </p:cNvPr>
            <p:cNvSpPr/>
            <p:nvPr/>
          </p:nvSpPr>
          <p:spPr>
            <a:xfrm>
              <a:off x="6939843" y="3510186"/>
              <a:ext cx="293514" cy="2935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8E53BDB2-10C4-C7B8-7AA6-9752A3AF065C}"/>
                </a:ext>
              </a:extLst>
            </p:cNvPr>
            <p:cNvSpPr/>
            <p:nvPr/>
          </p:nvSpPr>
          <p:spPr>
            <a:xfrm>
              <a:off x="6939843" y="3774748"/>
              <a:ext cx="293514" cy="2935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E5577C13-E466-8541-4DC9-A7B736FE950C}"/>
                </a:ext>
              </a:extLst>
            </p:cNvPr>
            <p:cNvSpPr/>
            <p:nvPr/>
          </p:nvSpPr>
          <p:spPr>
            <a:xfrm>
              <a:off x="6939843" y="4068510"/>
              <a:ext cx="293514" cy="2935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16F37A4-3CB4-10D7-5954-A6A0BB8257B7}"/>
                </a:ext>
              </a:extLst>
            </p:cNvPr>
            <p:cNvSpPr/>
            <p:nvPr/>
          </p:nvSpPr>
          <p:spPr>
            <a:xfrm>
              <a:off x="6939843" y="4346788"/>
              <a:ext cx="293514" cy="2935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07F16E3A-4C68-2C93-5D37-C20E9645A1E6}"/>
                </a:ext>
              </a:extLst>
            </p:cNvPr>
            <p:cNvGrpSpPr/>
            <p:nvPr/>
          </p:nvGrpSpPr>
          <p:grpSpPr>
            <a:xfrm>
              <a:off x="7233357" y="1796152"/>
              <a:ext cx="2641626" cy="298875"/>
              <a:chOff x="5709357" y="1796152"/>
              <a:chExt cx="2641626" cy="298875"/>
            </a:xfrm>
          </p:grpSpPr>
          <p:sp>
            <p:nvSpPr>
              <p:cNvPr id="239" name="Rectangle 238">
                <a:extLst>
                  <a:ext uri="{FF2B5EF4-FFF2-40B4-BE49-F238E27FC236}">
                    <a16:creationId xmlns:a16="http://schemas.microsoft.com/office/drawing/2014/main" id="{46D00E4C-B1AC-AF7F-34FE-7CF342C6A807}"/>
                  </a:ext>
                </a:extLst>
              </p:cNvPr>
              <p:cNvSpPr/>
              <p:nvPr/>
            </p:nvSpPr>
            <p:spPr>
              <a:xfrm>
                <a:off x="5709357" y="1796685"/>
                <a:ext cx="293514" cy="29351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240" name="Rectangle 239">
                <a:extLst>
                  <a:ext uri="{FF2B5EF4-FFF2-40B4-BE49-F238E27FC236}">
                    <a16:creationId xmlns:a16="http://schemas.microsoft.com/office/drawing/2014/main" id="{C18CA2D0-E13D-8A75-0AFB-6835D86B5FF8}"/>
                  </a:ext>
                </a:extLst>
              </p:cNvPr>
              <p:cNvSpPr/>
              <p:nvPr/>
            </p:nvSpPr>
            <p:spPr>
              <a:xfrm>
                <a:off x="6002871" y="1796685"/>
                <a:ext cx="293514" cy="29351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241" name="Rectangle 240">
                <a:extLst>
                  <a:ext uri="{FF2B5EF4-FFF2-40B4-BE49-F238E27FC236}">
                    <a16:creationId xmlns:a16="http://schemas.microsoft.com/office/drawing/2014/main" id="{8536A049-CE2F-B6B4-D47D-5C4417DDF072}"/>
                  </a:ext>
                </a:extLst>
              </p:cNvPr>
              <p:cNvSpPr/>
              <p:nvPr/>
            </p:nvSpPr>
            <p:spPr>
              <a:xfrm>
                <a:off x="6296385" y="1796152"/>
                <a:ext cx="293514" cy="29351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242" name="Rectangle 241">
                <a:extLst>
                  <a:ext uri="{FF2B5EF4-FFF2-40B4-BE49-F238E27FC236}">
                    <a16:creationId xmlns:a16="http://schemas.microsoft.com/office/drawing/2014/main" id="{5700AAA3-D817-1DBB-C3CB-FC83847ACF28}"/>
                  </a:ext>
                </a:extLst>
              </p:cNvPr>
              <p:cNvSpPr/>
              <p:nvPr/>
            </p:nvSpPr>
            <p:spPr>
              <a:xfrm>
                <a:off x="6589899" y="1796152"/>
                <a:ext cx="293514" cy="29351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</a:p>
            </p:txBody>
          </p:sp>
          <p:sp>
            <p:nvSpPr>
              <p:cNvPr id="243" name="Rectangle 242">
                <a:extLst>
                  <a:ext uri="{FF2B5EF4-FFF2-40B4-BE49-F238E27FC236}">
                    <a16:creationId xmlns:a16="http://schemas.microsoft.com/office/drawing/2014/main" id="{1A765714-6374-659E-7D29-DEA5E83E48D2}"/>
                  </a:ext>
                </a:extLst>
              </p:cNvPr>
              <p:cNvSpPr/>
              <p:nvPr/>
            </p:nvSpPr>
            <p:spPr>
              <a:xfrm>
                <a:off x="6883413" y="1796152"/>
                <a:ext cx="293514" cy="29351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5</a:t>
                </a:r>
              </a:p>
            </p:txBody>
          </p:sp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D8A123CF-4E5D-CA02-3A48-9BEA462D2137}"/>
                  </a:ext>
                </a:extLst>
              </p:cNvPr>
              <p:cNvSpPr/>
              <p:nvPr/>
            </p:nvSpPr>
            <p:spPr>
              <a:xfrm>
                <a:off x="7176927" y="1796152"/>
                <a:ext cx="293514" cy="29351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6</a:t>
                </a:r>
              </a:p>
            </p:txBody>
          </p:sp>
          <p:sp>
            <p:nvSpPr>
              <p:cNvPr id="245" name="Rectangle 244">
                <a:extLst>
                  <a:ext uri="{FF2B5EF4-FFF2-40B4-BE49-F238E27FC236}">
                    <a16:creationId xmlns:a16="http://schemas.microsoft.com/office/drawing/2014/main" id="{621B422B-9ED9-F643-3001-1FD93D901CF1}"/>
                  </a:ext>
                </a:extLst>
              </p:cNvPr>
              <p:cNvSpPr/>
              <p:nvPr/>
            </p:nvSpPr>
            <p:spPr>
              <a:xfrm>
                <a:off x="7470441" y="1801513"/>
                <a:ext cx="293514" cy="29351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  <p:sp>
            <p:nvSpPr>
              <p:cNvPr id="246" name="Rectangle 245">
                <a:extLst>
                  <a:ext uri="{FF2B5EF4-FFF2-40B4-BE49-F238E27FC236}">
                    <a16:creationId xmlns:a16="http://schemas.microsoft.com/office/drawing/2014/main" id="{2AE2285F-30A9-2C91-0262-FB6E59DDAD67}"/>
                  </a:ext>
                </a:extLst>
              </p:cNvPr>
              <p:cNvSpPr/>
              <p:nvPr/>
            </p:nvSpPr>
            <p:spPr>
              <a:xfrm>
                <a:off x="7763955" y="1801513"/>
                <a:ext cx="293514" cy="29351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  <p:sp>
            <p:nvSpPr>
              <p:cNvPr id="247" name="Rectangle 246">
                <a:extLst>
                  <a:ext uri="{FF2B5EF4-FFF2-40B4-BE49-F238E27FC236}">
                    <a16:creationId xmlns:a16="http://schemas.microsoft.com/office/drawing/2014/main" id="{8DF7DD9A-01EB-25E5-8F09-BE7A9E2FB71D}"/>
                  </a:ext>
                </a:extLst>
              </p:cNvPr>
              <p:cNvSpPr/>
              <p:nvPr/>
            </p:nvSpPr>
            <p:spPr>
              <a:xfrm>
                <a:off x="8057469" y="1796152"/>
                <a:ext cx="293514" cy="29351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9</a:t>
                </a:r>
              </a:p>
            </p:txBody>
          </p:sp>
        </p:grp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A3A13CEA-8590-E485-026B-2592CBFDEBE2}"/>
                </a:ext>
              </a:extLst>
            </p:cNvPr>
            <p:cNvSpPr/>
            <p:nvPr/>
          </p:nvSpPr>
          <p:spPr>
            <a:xfrm>
              <a:off x="7233357" y="2112095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982245A8-3E5D-0665-B1A2-0FE17E4B3211}"/>
                </a:ext>
              </a:extLst>
            </p:cNvPr>
            <p:cNvSpPr/>
            <p:nvPr/>
          </p:nvSpPr>
          <p:spPr>
            <a:xfrm>
              <a:off x="7526871" y="2112095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8F7A5DB8-3769-FD0B-9893-6F8DD59EA977}"/>
                </a:ext>
              </a:extLst>
            </p:cNvPr>
            <p:cNvSpPr/>
            <p:nvPr/>
          </p:nvSpPr>
          <p:spPr>
            <a:xfrm>
              <a:off x="7820385" y="2111562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12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2A354EF1-9926-5A03-C1DF-053566DDF832}"/>
                </a:ext>
              </a:extLst>
            </p:cNvPr>
            <p:cNvSpPr/>
            <p:nvPr/>
          </p:nvSpPr>
          <p:spPr>
            <a:xfrm>
              <a:off x="8113899" y="2111562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457E048A-6E6A-C52D-EA4B-ACB2C95A1F40}"/>
                </a:ext>
              </a:extLst>
            </p:cNvPr>
            <p:cNvSpPr/>
            <p:nvPr/>
          </p:nvSpPr>
          <p:spPr>
            <a:xfrm>
              <a:off x="8407413" y="2111562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9CFFA454-3905-508D-B84A-CC2CC3B7BD0D}"/>
                </a:ext>
              </a:extLst>
            </p:cNvPr>
            <p:cNvSpPr/>
            <p:nvPr/>
          </p:nvSpPr>
          <p:spPr>
            <a:xfrm>
              <a:off x="8700927" y="2111562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C3695419-F2A9-293F-2804-1582D9DDEAAB}"/>
                </a:ext>
              </a:extLst>
            </p:cNvPr>
            <p:cNvSpPr/>
            <p:nvPr/>
          </p:nvSpPr>
          <p:spPr>
            <a:xfrm>
              <a:off x="8994441" y="2111029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74E8090A-0BF5-B9D5-EB08-246526DFE04A}"/>
                </a:ext>
              </a:extLst>
            </p:cNvPr>
            <p:cNvSpPr/>
            <p:nvPr/>
          </p:nvSpPr>
          <p:spPr>
            <a:xfrm>
              <a:off x="9287955" y="2111029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60A9F269-4522-94BE-5F2E-214C85D5BFE7}"/>
                </a:ext>
              </a:extLst>
            </p:cNvPr>
            <p:cNvSpPr/>
            <p:nvPr/>
          </p:nvSpPr>
          <p:spPr>
            <a:xfrm>
              <a:off x="9581469" y="2111562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3B831239-46C0-130B-06A1-8FFD40535148}"/>
                </a:ext>
              </a:extLst>
            </p:cNvPr>
            <p:cNvSpPr/>
            <p:nvPr/>
          </p:nvSpPr>
          <p:spPr>
            <a:xfrm>
              <a:off x="7233357" y="2377257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311A15AD-944F-B69B-D8D0-CB05688AC44D}"/>
                </a:ext>
              </a:extLst>
            </p:cNvPr>
            <p:cNvSpPr/>
            <p:nvPr/>
          </p:nvSpPr>
          <p:spPr>
            <a:xfrm>
              <a:off x="7526871" y="2377257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30FE4655-6A00-0E45-56CB-995DE7BAFFE7}"/>
                </a:ext>
              </a:extLst>
            </p:cNvPr>
            <p:cNvSpPr/>
            <p:nvPr/>
          </p:nvSpPr>
          <p:spPr>
            <a:xfrm>
              <a:off x="7820385" y="2376724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90337FFB-B02E-210D-B991-2D7414F55D07}"/>
                </a:ext>
              </a:extLst>
            </p:cNvPr>
            <p:cNvSpPr/>
            <p:nvPr/>
          </p:nvSpPr>
          <p:spPr>
            <a:xfrm>
              <a:off x="8113899" y="2376724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1599A13A-E040-718F-1BF8-920BBD894F53}"/>
                </a:ext>
              </a:extLst>
            </p:cNvPr>
            <p:cNvSpPr/>
            <p:nvPr/>
          </p:nvSpPr>
          <p:spPr>
            <a:xfrm>
              <a:off x="8407413" y="2376724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DD4514AB-3181-C394-C7FE-523BD8A86AF6}"/>
                </a:ext>
              </a:extLst>
            </p:cNvPr>
            <p:cNvSpPr/>
            <p:nvPr/>
          </p:nvSpPr>
          <p:spPr>
            <a:xfrm>
              <a:off x="8700927" y="2376724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5FFC4C39-13B6-4EE7-0CD2-789669898353}"/>
                </a:ext>
              </a:extLst>
            </p:cNvPr>
            <p:cNvSpPr/>
            <p:nvPr/>
          </p:nvSpPr>
          <p:spPr>
            <a:xfrm>
              <a:off x="8994441" y="2376191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17E82FDF-8449-2FDA-4243-A67148A34190}"/>
                </a:ext>
              </a:extLst>
            </p:cNvPr>
            <p:cNvSpPr/>
            <p:nvPr/>
          </p:nvSpPr>
          <p:spPr>
            <a:xfrm>
              <a:off x="9287955" y="2376191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E7A36F0E-40BA-348F-F623-35DB3C9C4B99}"/>
                </a:ext>
              </a:extLst>
            </p:cNvPr>
            <p:cNvSpPr/>
            <p:nvPr/>
          </p:nvSpPr>
          <p:spPr>
            <a:xfrm>
              <a:off x="9581469" y="2376724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3E677215-ED50-700C-2C0E-6AE5B9B82DF8}"/>
                </a:ext>
              </a:extLst>
            </p:cNvPr>
            <p:cNvSpPr/>
            <p:nvPr/>
          </p:nvSpPr>
          <p:spPr>
            <a:xfrm>
              <a:off x="7233357" y="2670294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12</a:t>
              </a: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7E5DF689-B965-D205-D37B-F1E9F8F46B64}"/>
                </a:ext>
              </a:extLst>
            </p:cNvPr>
            <p:cNvSpPr/>
            <p:nvPr/>
          </p:nvSpPr>
          <p:spPr>
            <a:xfrm>
              <a:off x="7526871" y="2670294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1A296B77-E128-BEA7-24E2-9321156AAF47}"/>
                </a:ext>
              </a:extLst>
            </p:cNvPr>
            <p:cNvSpPr/>
            <p:nvPr/>
          </p:nvSpPr>
          <p:spPr>
            <a:xfrm>
              <a:off x="7820385" y="2669761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9D2F262E-71A7-FD7A-A0C9-76D9346161A7}"/>
                </a:ext>
              </a:extLst>
            </p:cNvPr>
            <p:cNvSpPr/>
            <p:nvPr/>
          </p:nvSpPr>
          <p:spPr>
            <a:xfrm>
              <a:off x="8113899" y="2669761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D4FB3173-D01B-8071-816F-472E9B0888D4}"/>
                </a:ext>
              </a:extLst>
            </p:cNvPr>
            <p:cNvSpPr/>
            <p:nvPr/>
          </p:nvSpPr>
          <p:spPr>
            <a:xfrm>
              <a:off x="8407413" y="2669761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CEC4F9C7-9CD3-8D07-89AF-189D70CF6BE5}"/>
                </a:ext>
              </a:extLst>
            </p:cNvPr>
            <p:cNvSpPr/>
            <p:nvPr/>
          </p:nvSpPr>
          <p:spPr>
            <a:xfrm>
              <a:off x="8700927" y="2669761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37B25563-E875-6F5C-F7AF-A130AAA41A1E}"/>
                </a:ext>
              </a:extLst>
            </p:cNvPr>
            <p:cNvSpPr/>
            <p:nvPr/>
          </p:nvSpPr>
          <p:spPr>
            <a:xfrm>
              <a:off x="8994441" y="2669228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CE90BA0D-F4D4-922F-9D3B-AA6ED277C444}"/>
                </a:ext>
              </a:extLst>
            </p:cNvPr>
            <p:cNvSpPr/>
            <p:nvPr/>
          </p:nvSpPr>
          <p:spPr>
            <a:xfrm>
              <a:off x="9287955" y="2669228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2D624605-69AE-399F-CEE6-4233C89C54D2}"/>
                </a:ext>
              </a:extLst>
            </p:cNvPr>
            <p:cNvSpPr/>
            <p:nvPr/>
          </p:nvSpPr>
          <p:spPr>
            <a:xfrm>
              <a:off x="9581469" y="2669761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C89E9568-88D9-F39E-E18D-A0BA276EBEAD}"/>
                </a:ext>
              </a:extLst>
            </p:cNvPr>
            <p:cNvSpPr/>
            <p:nvPr/>
          </p:nvSpPr>
          <p:spPr>
            <a:xfrm>
              <a:off x="7233357" y="2935456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49914660-6881-65EE-60DE-1B92F8660C3E}"/>
                </a:ext>
              </a:extLst>
            </p:cNvPr>
            <p:cNvSpPr/>
            <p:nvPr/>
          </p:nvSpPr>
          <p:spPr>
            <a:xfrm>
              <a:off x="7526871" y="2935456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9E8E80E8-30C9-B9B4-ED3A-1B5544A54C8C}"/>
                </a:ext>
              </a:extLst>
            </p:cNvPr>
            <p:cNvSpPr/>
            <p:nvPr/>
          </p:nvSpPr>
          <p:spPr>
            <a:xfrm>
              <a:off x="7820385" y="2934923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9365B3EE-50D9-C7B6-6846-D39D21763D79}"/>
                </a:ext>
              </a:extLst>
            </p:cNvPr>
            <p:cNvSpPr/>
            <p:nvPr/>
          </p:nvSpPr>
          <p:spPr>
            <a:xfrm>
              <a:off x="8113899" y="2934923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374DF524-DD18-18D3-2654-BD12ABBFF614}"/>
                </a:ext>
              </a:extLst>
            </p:cNvPr>
            <p:cNvSpPr/>
            <p:nvPr/>
          </p:nvSpPr>
          <p:spPr>
            <a:xfrm>
              <a:off x="8407413" y="2934923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E1235047-D44E-015E-7EB3-998E060D99BE}"/>
                </a:ext>
              </a:extLst>
            </p:cNvPr>
            <p:cNvSpPr/>
            <p:nvPr/>
          </p:nvSpPr>
          <p:spPr>
            <a:xfrm>
              <a:off x="8700927" y="2934923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E7F71730-990E-1C7F-EF0C-667176BA317B}"/>
                </a:ext>
              </a:extLst>
            </p:cNvPr>
            <p:cNvSpPr/>
            <p:nvPr/>
          </p:nvSpPr>
          <p:spPr>
            <a:xfrm>
              <a:off x="8994441" y="2934390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FFA3E394-B504-D1DC-C3DC-6F87FF52C0FE}"/>
                </a:ext>
              </a:extLst>
            </p:cNvPr>
            <p:cNvSpPr/>
            <p:nvPr/>
          </p:nvSpPr>
          <p:spPr>
            <a:xfrm>
              <a:off x="9287955" y="2934390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6BBBDC82-8F76-D6EB-4BFF-D1C07FAB43B2}"/>
                </a:ext>
              </a:extLst>
            </p:cNvPr>
            <p:cNvSpPr/>
            <p:nvPr/>
          </p:nvSpPr>
          <p:spPr>
            <a:xfrm>
              <a:off x="9581469" y="2934923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A5B2D63F-4BFB-4928-13DA-4CD20A316A94}"/>
                </a:ext>
              </a:extLst>
            </p:cNvPr>
            <p:cNvSpPr/>
            <p:nvPr/>
          </p:nvSpPr>
          <p:spPr>
            <a:xfrm>
              <a:off x="7233357" y="3228970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38506921-4BCB-193E-D6E7-ED1229A0A9C4}"/>
                </a:ext>
              </a:extLst>
            </p:cNvPr>
            <p:cNvSpPr/>
            <p:nvPr/>
          </p:nvSpPr>
          <p:spPr>
            <a:xfrm>
              <a:off x="7526871" y="3228970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E40C4518-BC4D-89B0-14EB-90ECE897CCDA}"/>
                </a:ext>
              </a:extLst>
            </p:cNvPr>
            <p:cNvSpPr/>
            <p:nvPr/>
          </p:nvSpPr>
          <p:spPr>
            <a:xfrm>
              <a:off x="7820385" y="3228437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89FBFF86-7CFD-6BAA-67FB-E9CF4FFA8FAE}"/>
                </a:ext>
              </a:extLst>
            </p:cNvPr>
            <p:cNvSpPr/>
            <p:nvPr/>
          </p:nvSpPr>
          <p:spPr>
            <a:xfrm>
              <a:off x="8113899" y="3228437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76CE0A94-87B6-E067-064B-813FB6BBF06C}"/>
                </a:ext>
              </a:extLst>
            </p:cNvPr>
            <p:cNvSpPr/>
            <p:nvPr/>
          </p:nvSpPr>
          <p:spPr>
            <a:xfrm>
              <a:off x="8407413" y="3228437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009584B1-0B0C-8B3A-616C-54ADDDA2514C}"/>
                </a:ext>
              </a:extLst>
            </p:cNvPr>
            <p:cNvSpPr/>
            <p:nvPr/>
          </p:nvSpPr>
          <p:spPr>
            <a:xfrm>
              <a:off x="8700927" y="3228437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3824CAE7-E2AB-2364-0CB3-ADAB6D88FABE}"/>
                </a:ext>
              </a:extLst>
            </p:cNvPr>
            <p:cNvSpPr/>
            <p:nvPr/>
          </p:nvSpPr>
          <p:spPr>
            <a:xfrm>
              <a:off x="8994441" y="3227904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BCB11E18-F06E-C0C0-9BC5-1CFCCACD006E}"/>
                </a:ext>
              </a:extLst>
            </p:cNvPr>
            <p:cNvSpPr/>
            <p:nvPr/>
          </p:nvSpPr>
          <p:spPr>
            <a:xfrm>
              <a:off x="9287955" y="3227904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4C65895C-86DA-1023-D15F-6172D98E9B09}"/>
                </a:ext>
              </a:extLst>
            </p:cNvPr>
            <p:cNvSpPr/>
            <p:nvPr/>
          </p:nvSpPr>
          <p:spPr>
            <a:xfrm>
              <a:off x="9581469" y="3228437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5D80DF42-C609-E1A4-1EAB-48571B96D2DE}"/>
                </a:ext>
              </a:extLst>
            </p:cNvPr>
            <p:cNvSpPr/>
            <p:nvPr/>
          </p:nvSpPr>
          <p:spPr>
            <a:xfrm>
              <a:off x="7233357" y="3494132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90617654-A906-3357-FBFD-6944EA87FB3C}"/>
                </a:ext>
              </a:extLst>
            </p:cNvPr>
            <p:cNvSpPr/>
            <p:nvPr/>
          </p:nvSpPr>
          <p:spPr>
            <a:xfrm>
              <a:off x="7526871" y="3494132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76C6C56A-3C91-CABE-7424-12B8E3224E2C}"/>
                </a:ext>
              </a:extLst>
            </p:cNvPr>
            <p:cNvSpPr/>
            <p:nvPr/>
          </p:nvSpPr>
          <p:spPr>
            <a:xfrm>
              <a:off x="7820385" y="3493599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B9E23314-210A-2DA1-1864-DA4A387DCC56}"/>
                </a:ext>
              </a:extLst>
            </p:cNvPr>
            <p:cNvSpPr/>
            <p:nvPr/>
          </p:nvSpPr>
          <p:spPr>
            <a:xfrm>
              <a:off x="8113899" y="3493599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7A3382D8-40C2-D247-ADDE-0EF2C3571970}"/>
                </a:ext>
              </a:extLst>
            </p:cNvPr>
            <p:cNvSpPr/>
            <p:nvPr/>
          </p:nvSpPr>
          <p:spPr>
            <a:xfrm>
              <a:off x="8407413" y="3493599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FCE50D8F-92CF-05E2-EB62-805981D4239F}"/>
                </a:ext>
              </a:extLst>
            </p:cNvPr>
            <p:cNvSpPr/>
            <p:nvPr/>
          </p:nvSpPr>
          <p:spPr>
            <a:xfrm>
              <a:off x="8700927" y="3493599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35869B93-1DEE-3053-80DF-465350599508}"/>
                </a:ext>
              </a:extLst>
            </p:cNvPr>
            <p:cNvSpPr/>
            <p:nvPr/>
          </p:nvSpPr>
          <p:spPr>
            <a:xfrm>
              <a:off x="8994441" y="3493066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9FFADA9E-92FF-0C87-DAE2-2B3DC62C89A1}"/>
                </a:ext>
              </a:extLst>
            </p:cNvPr>
            <p:cNvSpPr/>
            <p:nvPr/>
          </p:nvSpPr>
          <p:spPr>
            <a:xfrm>
              <a:off x="9287955" y="3493066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20780218-0012-0AD6-0781-940F2B4F3D89}"/>
                </a:ext>
              </a:extLst>
            </p:cNvPr>
            <p:cNvSpPr/>
            <p:nvPr/>
          </p:nvSpPr>
          <p:spPr>
            <a:xfrm>
              <a:off x="9581469" y="3493599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D4435889-6ECD-93DC-ED45-5D97BC80D4AE}"/>
                </a:ext>
              </a:extLst>
            </p:cNvPr>
            <p:cNvSpPr/>
            <p:nvPr/>
          </p:nvSpPr>
          <p:spPr>
            <a:xfrm>
              <a:off x="7233357" y="3787169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F2C1055A-64B0-F49B-BF5C-B61010588AD5}"/>
                </a:ext>
              </a:extLst>
            </p:cNvPr>
            <p:cNvSpPr/>
            <p:nvPr/>
          </p:nvSpPr>
          <p:spPr>
            <a:xfrm>
              <a:off x="7526871" y="3787169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CBD20EEB-CF82-4200-F4FD-AD63E7118DE4}"/>
                </a:ext>
              </a:extLst>
            </p:cNvPr>
            <p:cNvSpPr/>
            <p:nvPr/>
          </p:nvSpPr>
          <p:spPr>
            <a:xfrm>
              <a:off x="7820385" y="3786636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35EBCF2B-29BC-BFA8-DE41-F76662E47820}"/>
                </a:ext>
              </a:extLst>
            </p:cNvPr>
            <p:cNvSpPr/>
            <p:nvPr/>
          </p:nvSpPr>
          <p:spPr>
            <a:xfrm>
              <a:off x="8113899" y="3786636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9718F445-42DB-E1FA-7FC7-62B81423434E}"/>
                </a:ext>
              </a:extLst>
            </p:cNvPr>
            <p:cNvSpPr/>
            <p:nvPr/>
          </p:nvSpPr>
          <p:spPr>
            <a:xfrm>
              <a:off x="8407413" y="3786636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DB535213-1BB8-A5C8-C07C-E5FF60AF4E77}"/>
                </a:ext>
              </a:extLst>
            </p:cNvPr>
            <p:cNvSpPr/>
            <p:nvPr/>
          </p:nvSpPr>
          <p:spPr>
            <a:xfrm>
              <a:off x="8700927" y="3786636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436A88BB-4F98-0EA2-B588-91299E8E4805}"/>
                </a:ext>
              </a:extLst>
            </p:cNvPr>
            <p:cNvSpPr/>
            <p:nvPr/>
          </p:nvSpPr>
          <p:spPr>
            <a:xfrm>
              <a:off x="8994441" y="3786103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BADB46B8-3969-05C1-A14D-50C6D311500D}"/>
                </a:ext>
              </a:extLst>
            </p:cNvPr>
            <p:cNvSpPr/>
            <p:nvPr/>
          </p:nvSpPr>
          <p:spPr>
            <a:xfrm>
              <a:off x="9287955" y="3786103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61DC2207-3388-7603-368C-455C0767150C}"/>
                </a:ext>
              </a:extLst>
            </p:cNvPr>
            <p:cNvSpPr/>
            <p:nvPr/>
          </p:nvSpPr>
          <p:spPr>
            <a:xfrm>
              <a:off x="9581469" y="3786636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11</a:t>
              </a:r>
            </a:p>
          </p:txBody>
        </p:sp>
        <p:sp>
          <p:nvSpPr>
            <p:cNvPr id="220" name="Rectangle 219">
              <a:extLst>
                <a:ext uri="{FF2B5EF4-FFF2-40B4-BE49-F238E27FC236}">
                  <a16:creationId xmlns:a16="http://schemas.microsoft.com/office/drawing/2014/main" id="{E65F2E02-3647-7E7D-1E97-9CA6D6C5ECFF}"/>
                </a:ext>
              </a:extLst>
            </p:cNvPr>
            <p:cNvSpPr/>
            <p:nvPr/>
          </p:nvSpPr>
          <p:spPr>
            <a:xfrm>
              <a:off x="7233357" y="4052331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C2822572-67A5-3244-5576-C070DBD56629}"/>
                </a:ext>
              </a:extLst>
            </p:cNvPr>
            <p:cNvSpPr/>
            <p:nvPr/>
          </p:nvSpPr>
          <p:spPr>
            <a:xfrm>
              <a:off x="7526871" y="4052331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E1D23C74-83F6-98B4-6FCC-9F73A8739E7D}"/>
                </a:ext>
              </a:extLst>
            </p:cNvPr>
            <p:cNvSpPr/>
            <p:nvPr/>
          </p:nvSpPr>
          <p:spPr>
            <a:xfrm>
              <a:off x="7820385" y="4051798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3" name="Rectangle 222">
              <a:extLst>
                <a:ext uri="{FF2B5EF4-FFF2-40B4-BE49-F238E27FC236}">
                  <a16:creationId xmlns:a16="http://schemas.microsoft.com/office/drawing/2014/main" id="{E273F2E9-A7D4-F5A2-DE4E-2112721DC9E1}"/>
                </a:ext>
              </a:extLst>
            </p:cNvPr>
            <p:cNvSpPr/>
            <p:nvPr/>
          </p:nvSpPr>
          <p:spPr>
            <a:xfrm>
              <a:off x="8113899" y="4051798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19635530-1731-C417-EFDD-F79BD4102F1D}"/>
                </a:ext>
              </a:extLst>
            </p:cNvPr>
            <p:cNvSpPr/>
            <p:nvPr/>
          </p:nvSpPr>
          <p:spPr>
            <a:xfrm>
              <a:off x="8407413" y="4051798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59578B0C-4826-0BCB-4F4D-8AB33DFE8FE0}"/>
                </a:ext>
              </a:extLst>
            </p:cNvPr>
            <p:cNvSpPr/>
            <p:nvPr/>
          </p:nvSpPr>
          <p:spPr>
            <a:xfrm>
              <a:off x="8700927" y="4051798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46BB244F-8C9F-3C3A-6190-C77EBC879DF5}"/>
                </a:ext>
              </a:extLst>
            </p:cNvPr>
            <p:cNvSpPr/>
            <p:nvPr/>
          </p:nvSpPr>
          <p:spPr>
            <a:xfrm>
              <a:off x="8994441" y="4051265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54806C63-CA0B-1415-C26C-550597AB0AB2}"/>
                </a:ext>
              </a:extLst>
            </p:cNvPr>
            <p:cNvSpPr/>
            <p:nvPr/>
          </p:nvSpPr>
          <p:spPr>
            <a:xfrm>
              <a:off x="9287955" y="4051265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35AE33C8-EA03-7C5E-AB28-232B0AA5533E}"/>
                </a:ext>
              </a:extLst>
            </p:cNvPr>
            <p:cNvSpPr/>
            <p:nvPr/>
          </p:nvSpPr>
          <p:spPr>
            <a:xfrm>
              <a:off x="9581469" y="4051798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F9983296-660F-C205-11B9-24606012248A}"/>
                </a:ext>
              </a:extLst>
            </p:cNvPr>
            <p:cNvSpPr/>
            <p:nvPr/>
          </p:nvSpPr>
          <p:spPr>
            <a:xfrm>
              <a:off x="7233357" y="4357101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6A12B6CF-8B85-2377-E69D-9FF7D38256B9}"/>
                </a:ext>
              </a:extLst>
            </p:cNvPr>
            <p:cNvSpPr/>
            <p:nvPr/>
          </p:nvSpPr>
          <p:spPr>
            <a:xfrm>
              <a:off x="7526871" y="4357101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465344EC-2A68-3228-FB7C-2C900D196EB1}"/>
                </a:ext>
              </a:extLst>
            </p:cNvPr>
            <p:cNvSpPr/>
            <p:nvPr/>
          </p:nvSpPr>
          <p:spPr>
            <a:xfrm>
              <a:off x="7820385" y="4356568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2" name="Rectangle 231">
              <a:extLst>
                <a:ext uri="{FF2B5EF4-FFF2-40B4-BE49-F238E27FC236}">
                  <a16:creationId xmlns:a16="http://schemas.microsoft.com/office/drawing/2014/main" id="{F163B6FA-996A-FB9B-E6CB-707F416E200A}"/>
                </a:ext>
              </a:extLst>
            </p:cNvPr>
            <p:cNvSpPr/>
            <p:nvPr/>
          </p:nvSpPr>
          <p:spPr>
            <a:xfrm>
              <a:off x="8113899" y="4356568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280970B2-26E7-E1E3-4E0A-988A0D59A812}"/>
                </a:ext>
              </a:extLst>
            </p:cNvPr>
            <p:cNvSpPr/>
            <p:nvPr/>
          </p:nvSpPr>
          <p:spPr>
            <a:xfrm>
              <a:off x="8407413" y="4356568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4" name="Rectangle 233">
              <a:extLst>
                <a:ext uri="{FF2B5EF4-FFF2-40B4-BE49-F238E27FC236}">
                  <a16:creationId xmlns:a16="http://schemas.microsoft.com/office/drawing/2014/main" id="{A78B5C94-8CAB-4BAD-C744-35F1F7826633}"/>
                </a:ext>
              </a:extLst>
            </p:cNvPr>
            <p:cNvSpPr/>
            <p:nvPr/>
          </p:nvSpPr>
          <p:spPr>
            <a:xfrm>
              <a:off x="8700927" y="4356568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5" name="Rectangle 234">
              <a:extLst>
                <a:ext uri="{FF2B5EF4-FFF2-40B4-BE49-F238E27FC236}">
                  <a16:creationId xmlns:a16="http://schemas.microsoft.com/office/drawing/2014/main" id="{91BCF726-3FD5-82A8-DB8C-1598381C944E}"/>
                </a:ext>
              </a:extLst>
            </p:cNvPr>
            <p:cNvSpPr/>
            <p:nvPr/>
          </p:nvSpPr>
          <p:spPr>
            <a:xfrm>
              <a:off x="8994441" y="4356035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11</a:t>
              </a:r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B310B0C0-D862-1B81-867C-8FC4BA4A9495}"/>
                </a:ext>
              </a:extLst>
            </p:cNvPr>
            <p:cNvSpPr/>
            <p:nvPr/>
          </p:nvSpPr>
          <p:spPr>
            <a:xfrm>
              <a:off x="9287955" y="4356035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1D4E0400-AD84-4DF9-AE42-62E258ADB510}"/>
                </a:ext>
              </a:extLst>
            </p:cNvPr>
            <p:cNvSpPr/>
            <p:nvPr/>
          </p:nvSpPr>
          <p:spPr>
            <a:xfrm>
              <a:off x="9581469" y="4356568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8" name="Rectangle 237">
              <a:extLst>
                <a:ext uri="{FF2B5EF4-FFF2-40B4-BE49-F238E27FC236}">
                  <a16:creationId xmlns:a16="http://schemas.microsoft.com/office/drawing/2014/main" id="{3A6A84B5-A1EB-78EF-2457-FCDA8393B030}"/>
                </a:ext>
              </a:extLst>
            </p:cNvPr>
            <p:cNvSpPr/>
            <p:nvPr/>
          </p:nvSpPr>
          <p:spPr>
            <a:xfrm>
              <a:off x="8700927" y="2657973"/>
              <a:ext cx="293514" cy="265162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9DAAF6D-A7BC-35FB-6EC5-AE375C8BC1F6}"/>
                  </a:ext>
                </a:extLst>
              </p14:cNvPr>
              <p14:cNvContentPartPr/>
              <p14:nvPr/>
            </p14:nvContentPartPr>
            <p14:xfrm>
              <a:off x="7939440" y="1925640"/>
              <a:ext cx="1005120" cy="4191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9DAAF6D-A7BC-35FB-6EC5-AE375C8BC1F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930080" y="1916280"/>
                <a:ext cx="1023840" cy="4210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97564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5D8CA-9965-F96E-527A-B3B96E0A9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8206F4-AEBA-AFF0-5435-30521973FE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57808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Adjacency List:</a:t>
                </a:r>
              </a:p>
              <a:p>
                <a:pPr lvl="1"/>
                <a:r>
                  <a:rPr lang="en-US" dirty="0"/>
                  <a:t>Less memory when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Operations with running time linear in degree of source node</a:t>
                </a:r>
              </a:p>
              <a:p>
                <a:pPr lvl="2"/>
                <a:r>
                  <a:rPr lang="en-US" dirty="0"/>
                  <a:t>Add an edge</a:t>
                </a:r>
              </a:p>
              <a:p>
                <a:pPr lvl="2"/>
                <a:r>
                  <a:rPr lang="en-US" dirty="0"/>
                  <a:t>Remove an edge</a:t>
                </a:r>
              </a:p>
              <a:p>
                <a:pPr lvl="2"/>
                <a:r>
                  <a:rPr lang="en-US" dirty="0"/>
                  <a:t>Check for edge</a:t>
                </a:r>
              </a:p>
              <a:p>
                <a:pPr lvl="2"/>
                <a:r>
                  <a:rPr lang="en-US" dirty="0"/>
                  <a:t>Get neighbors</a:t>
                </a:r>
              </a:p>
              <a:p>
                <a:r>
                  <a:rPr lang="en-US" dirty="0"/>
                  <a:t>Adjacency Matrix:</a:t>
                </a:r>
              </a:p>
              <a:p>
                <a:pPr lvl="1"/>
                <a:r>
                  <a:rPr lang="en-US" dirty="0"/>
                  <a:t>Similar amount of memory when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Constant time operations:</a:t>
                </a:r>
              </a:p>
              <a:p>
                <a:pPr lvl="2"/>
                <a:r>
                  <a:rPr lang="en-US" dirty="0"/>
                  <a:t>Add an edge</a:t>
                </a:r>
              </a:p>
              <a:p>
                <a:pPr lvl="2"/>
                <a:r>
                  <a:rPr lang="en-US" dirty="0"/>
                  <a:t>Remove an edge</a:t>
                </a:r>
              </a:p>
              <a:p>
                <a:pPr lvl="2"/>
                <a:r>
                  <a:rPr lang="en-US" dirty="0"/>
                  <a:t>Check for an edge</a:t>
                </a:r>
              </a:p>
              <a:p>
                <a:pPr lvl="1"/>
                <a:r>
                  <a:rPr lang="en-US" dirty="0"/>
                  <a:t>Operations running with linear time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>
                    <a:solidFill>
                      <a:srgbClr val="FF0000"/>
                    </a:solidFill>
                  </a:rPr>
                  <a:t>Get neighbors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8206F4-AEBA-AFF0-5435-30521973FE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57808"/>
              </a:xfrm>
              <a:blipFill>
                <a:blip r:embed="rId2"/>
                <a:stretch>
                  <a:fillRect l="-928" t="-31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30F1998-AC84-2B98-EFCA-7D0342965B19}"/>
                  </a:ext>
                </a:extLst>
              </p:cNvPr>
              <p:cNvSpPr txBox="1"/>
              <p:nvPr/>
            </p:nvSpPr>
            <p:spPr>
              <a:xfrm>
                <a:off x="6974378" y="3369973"/>
                <a:ext cx="4912822" cy="2246769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accent5">
                        <a:lumMod val="75000"/>
                      </a:schemeClr>
                    </a:solidFill>
                  </a:rPr>
                  <a:t>Adjacency List is more common in practice: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accent5">
                        <a:lumMod val="75000"/>
                      </a:schemeClr>
                    </a:solidFill>
                  </a:rPr>
                  <a:t>Most graphs have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≪</m:t>
                    </m:r>
                    <m:sSup>
                      <m:sSupPr>
                        <m:ctrlPr>
                          <a:rPr lang="en-US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</m:e>
                      <m:sup>
                        <m:r>
                          <a:rPr lang="en-US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000" dirty="0">
                  <a:solidFill>
                    <a:schemeClr val="accent5">
                      <a:lumMod val="75000"/>
                    </a:schemeClr>
                  </a:solidFill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accent5">
                        <a:lumMod val="75000"/>
                      </a:schemeClr>
                    </a:solidFill>
                  </a:rPr>
                  <a:t>Saves memory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accent5">
                        <a:lumMod val="75000"/>
                      </a:schemeClr>
                    </a:solidFill>
                  </a:rPr>
                  <a:t>Most nodes will have small degree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accent5">
                        <a:lumMod val="75000"/>
                      </a:schemeClr>
                    </a:solidFill>
                  </a:rPr>
                  <a:t>Getting neighbors is a common operation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accent5">
                        <a:lumMod val="75000"/>
                      </a:schemeClr>
                    </a:solidFill>
                  </a:rPr>
                  <a:t>Adjacency Matrix may be better if the graph is “dense” or if its edges change a lot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30F1998-AC84-2B98-EFCA-7D0342965B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4378" y="3369973"/>
                <a:ext cx="4912822" cy="2246769"/>
              </a:xfrm>
              <a:prstGeom prst="rect">
                <a:avLst/>
              </a:prstGeom>
              <a:blipFill>
                <a:blip r:embed="rId3"/>
                <a:stretch>
                  <a:fillRect l="-1114" t="-1351" r="-1114" b="-3784"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A7F9184-E60F-FD22-89E5-8FA0C2C24533}"/>
                  </a:ext>
                </a:extLst>
              </p14:cNvPr>
              <p14:cNvContentPartPr/>
              <p14:nvPr/>
            </p14:nvContentPartPr>
            <p14:xfrm>
              <a:off x="420840" y="1585800"/>
              <a:ext cx="5058000" cy="47430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A7F9184-E60F-FD22-89E5-8FA0C2C2453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1480" y="1576440"/>
                <a:ext cx="5076720" cy="4761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67714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Breadth-First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Input: a node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Behavior: Start with node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𝑠</m:t>
                    </m:r>
                  </m:oMath>
                </a14:m>
                <a:r>
                  <a:rPr lang="en-US" dirty="0"/>
                  <a:t>, visit all neighbors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𝑠</m:t>
                    </m:r>
                  </m:oMath>
                </a14:m>
                <a:r>
                  <a:rPr lang="en-US" dirty="0"/>
                  <a:t>, then all neighbors of neighbors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𝑠</m:t>
                    </m:r>
                  </m:oMath>
                </a14:m>
                <a:r>
                  <a:rPr lang="en-US" dirty="0"/>
                  <a:t>, …</a:t>
                </a:r>
              </a:p>
              <a:p>
                <a:r>
                  <a:rPr lang="en-US" dirty="0"/>
                  <a:t>Visits every node reachable from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in order of distance</a:t>
                </a:r>
              </a:p>
              <a:p>
                <a:r>
                  <a:rPr lang="en-US" dirty="0"/>
                  <a:t>Output: </a:t>
                </a:r>
              </a:p>
              <a:p>
                <a:pPr lvl="1"/>
                <a:r>
                  <a:rPr lang="en-US" dirty="0"/>
                  <a:t>How long is the shortest path?</a:t>
                </a:r>
              </a:p>
              <a:p>
                <a:pPr lvl="1"/>
                <a:r>
                  <a:rPr lang="en-US" dirty="0"/>
                  <a:t>Is the graph connected?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9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20</a:t>
            </a:fld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5E60E83-EF60-B160-6395-F34703A2E2C9}"/>
              </a:ext>
            </a:extLst>
          </p:cNvPr>
          <p:cNvGrpSpPr/>
          <p:nvPr/>
        </p:nvGrpSpPr>
        <p:grpSpPr>
          <a:xfrm>
            <a:off x="6934200" y="4047495"/>
            <a:ext cx="4385159" cy="2420607"/>
            <a:chOff x="1524000" y="2625729"/>
            <a:chExt cx="7044346" cy="3888478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2187964-E870-5C20-5011-7EF331D8B442}"/>
                </a:ext>
              </a:extLst>
            </p:cNvPr>
            <p:cNvGrpSpPr/>
            <p:nvPr/>
          </p:nvGrpSpPr>
          <p:grpSpPr>
            <a:xfrm>
              <a:off x="1524000" y="2625729"/>
              <a:ext cx="7044346" cy="3888478"/>
              <a:chOff x="0" y="3020093"/>
              <a:chExt cx="7044346" cy="3888478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4CFC0412-9146-E934-F4DC-D43CAC4D8DE1}"/>
                  </a:ext>
                </a:extLst>
              </p:cNvPr>
              <p:cNvCxnSpPr>
                <a:stCxn id="49" idx="7"/>
                <a:endCxn id="50" idx="2"/>
              </p:cNvCxnSpPr>
              <p:nvPr/>
            </p:nvCxnSpPr>
            <p:spPr>
              <a:xfrm flipV="1">
                <a:off x="438102" y="3276727"/>
                <a:ext cx="1492916" cy="962604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208726BF-EB96-6CE6-3CBC-9B19B9874C5E}"/>
                  </a:ext>
                </a:extLst>
              </p:cNvPr>
              <p:cNvCxnSpPr>
                <a:stCxn id="50" idx="6"/>
                <a:endCxn id="53" idx="2"/>
              </p:cNvCxnSpPr>
              <p:nvPr/>
            </p:nvCxnSpPr>
            <p:spPr>
              <a:xfrm>
                <a:off x="2444286" y="3276727"/>
                <a:ext cx="1510213" cy="52390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0D3345FA-E452-9557-2472-ED7C1E1FF6F5}"/>
                  </a:ext>
                </a:extLst>
              </p:cNvPr>
              <p:cNvCxnSpPr>
                <a:stCxn id="49" idx="4"/>
                <a:endCxn id="51" idx="1"/>
              </p:cNvCxnSpPr>
              <p:nvPr/>
            </p:nvCxnSpPr>
            <p:spPr>
              <a:xfrm>
                <a:off x="256634" y="4677433"/>
                <a:ext cx="857899" cy="1046257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66F20CE6-12E8-B8CD-4C6D-6E08BB48B8DD}"/>
                  </a:ext>
                </a:extLst>
              </p:cNvPr>
              <p:cNvCxnSpPr>
                <a:stCxn id="52" idx="3"/>
                <a:endCxn id="51" idx="7"/>
              </p:cNvCxnSpPr>
              <p:nvPr/>
            </p:nvCxnSpPr>
            <p:spPr>
              <a:xfrm flipH="1">
                <a:off x="1477469" y="4930617"/>
                <a:ext cx="1172042" cy="79307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48E65BF8-0C38-878D-43F0-DCA1382ECE78}"/>
                  </a:ext>
                </a:extLst>
              </p:cNvPr>
              <p:cNvCxnSpPr>
                <a:stCxn id="54" idx="2"/>
                <a:endCxn id="51" idx="5"/>
              </p:cNvCxnSpPr>
              <p:nvPr/>
            </p:nvCxnSpPr>
            <p:spPr>
              <a:xfrm flipH="1" flipV="1">
                <a:off x="1477469" y="6086626"/>
                <a:ext cx="1369411" cy="56531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FFE8A7D6-FA04-569D-7C8B-00D1000D5562}"/>
                  </a:ext>
                </a:extLst>
              </p:cNvPr>
              <p:cNvCxnSpPr>
                <a:stCxn id="52" idx="5"/>
                <a:endCxn id="54" idx="0"/>
              </p:cNvCxnSpPr>
              <p:nvPr/>
            </p:nvCxnSpPr>
            <p:spPr>
              <a:xfrm>
                <a:off x="3012447" y="4930617"/>
                <a:ext cx="91067" cy="146468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DF8CFF62-24F6-E065-106D-CA91FC2FD082}"/>
                  </a:ext>
                </a:extLst>
              </p:cNvPr>
              <p:cNvCxnSpPr>
                <a:stCxn id="52" idx="7"/>
                <a:endCxn id="53" idx="3"/>
              </p:cNvCxnSpPr>
              <p:nvPr/>
            </p:nvCxnSpPr>
            <p:spPr>
              <a:xfrm flipV="1">
                <a:off x="3012447" y="3510585"/>
                <a:ext cx="1017218" cy="105709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7244733C-FCCA-2B14-53BE-1D266F25D9A6}"/>
                  </a:ext>
                </a:extLst>
              </p:cNvPr>
              <p:cNvCxnSpPr>
                <a:stCxn id="54" idx="6"/>
                <a:endCxn id="55" idx="3"/>
              </p:cNvCxnSpPr>
              <p:nvPr/>
            </p:nvCxnSpPr>
            <p:spPr>
              <a:xfrm flipV="1">
                <a:off x="3360148" y="6576771"/>
                <a:ext cx="1716185" cy="7516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FCAA9FF4-A914-088F-BC91-64DF4D401A0C}"/>
                  </a:ext>
                </a:extLst>
              </p:cNvPr>
              <p:cNvCxnSpPr>
                <a:stCxn id="55" idx="1"/>
                <a:endCxn id="53" idx="4"/>
              </p:cNvCxnSpPr>
              <p:nvPr/>
            </p:nvCxnSpPr>
            <p:spPr>
              <a:xfrm flipH="1" flipV="1">
                <a:off x="4211133" y="3585751"/>
                <a:ext cx="865200" cy="2628084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EC444822-6EFB-DDAD-2CFA-EF917A222B88}"/>
                  </a:ext>
                </a:extLst>
              </p:cNvPr>
              <p:cNvCxnSpPr>
                <a:stCxn id="57" idx="2"/>
                <a:endCxn id="53" idx="5"/>
              </p:cNvCxnSpPr>
              <p:nvPr/>
            </p:nvCxnSpPr>
            <p:spPr>
              <a:xfrm flipH="1" flipV="1">
                <a:off x="4392601" y="3510585"/>
                <a:ext cx="913997" cy="495205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0A959733-B4ED-BA28-9EDF-61445BDDEFA8}"/>
                  </a:ext>
                </a:extLst>
              </p:cNvPr>
              <p:cNvCxnSpPr>
                <a:stCxn id="55" idx="0"/>
                <a:endCxn id="57" idx="3"/>
              </p:cNvCxnSpPr>
              <p:nvPr/>
            </p:nvCxnSpPr>
            <p:spPr>
              <a:xfrm flipV="1">
                <a:off x="5257801" y="4187258"/>
                <a:ext cx="123963" cy="195141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C8F4AA5D-0263-91BE-E34B-3CCF5E6D33A9}"/>
                  </a:ext>
                </a:extLst>
              </p:cNvPr>
              <p:cNvCxnSpPr>
                <a:stCxn id="56" idx="1"/>
                <a:endCxn id="57" idx="5"/>
              </p:cNvCxnSpPr>
              <p:nvPr/>
            </p:nvCxnSpPr>
            <p:spPr>
              <a:xfrm flipH="1" flipV="1">
                <a:off x="5744700" y="4187258"/>
                <a:ext cx="861544" cy="674868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7ACB732B-4621-C7D4-11BA-682F7277548D}"/>
                  </a:ext>
                </a:extLst>
              </p:cNvPr>
              <p:cNvCxnSpPr>
                <a:stCxn id="56" idx="3"/>
                <a:endCxn id="55" idx="6"/>
              </p:cNvCxnSpPr>
              <p:nvPr/>
            </p:nvCxnSpPr>
            <p:spPr>
              <a:xfrm flipH="1">
                <a:off x="5514435" y="5225062"/>
                <a:ext cx="1091809" cy="117024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E3753FED-EBEF-C50C-C21C-755E93539BEA}"/>
                  </a:ext>
                </a:extLst>
              </p:cNvPr>
              <p:cNvCxnSpPr>
                <a:stCxn id="50" idx="4"/>
                <a:endCxn id="51" idx="0"/>
              </p:cNvCxnSpPr>
              <p:nvPr/>
            </p:nvCxnSpPr>
            <p:spPr>
              <a:xfrm flipH="1">
                <a:off x="1296001" y="3533361"/>
                <a:ext cx="891651" cy="211516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1B5F7B4A-9EC8-F78B-2346-A30082F4B6EE}"/>
                  </a:ext>
                </a:extLst>
              </p:cNvPr>
              <p:cNvSpPr/>
              <p:nvPr/>
            </p:nvSpPr>
            <p:spPr>
              <a:xfrm>
                <a:off x="0" y="4164165"/>
                <a:ext cx="513268" cy="513268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BF6D25DC-D0D4-04D2-6803-B09D9B9393B3}"/>
                  </a:ext>
                </a:extLst>
              </p:cNvPr>
              <p:cNvSpPr/>
              <p:nvPr/>
            </p:nvSpPr>
            <p:spPr>
              <a:xfrm>
                <a:off x="1931018" y="3020093"/>
                <a:ext cx="513268" cy="513268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AD85C94E-8822-4B5A-41C5-2476C6E729DD}"/>
                  </a:ext>
                </a:extLst>
              </p:cNvPr>
              <p:cNvSpPr/>
              <p:nvPr/>
            </p:nvSpPr>
            <p:spPr>
              <a:xfrm>
                <a:off x="1039367" y="5648524"/>
                <a:ext cx="513268" cy="513268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379FB71B-E579-7B2A-783E-A82ED8BEA553}"/>
                  </a:ext>
                </a:extLst>
              </p:cNvPr>
              <p:cNvSpPr/>
              <p:nvPr/>
            </p:nvSpPr>
            <p:spPr>
              <a:xfrm>
                <a:off x="2574345" y="4492515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520B4334-C074-8A41-9DB1-8ED01D36B502}"/>
                  </a:ext>
                </a:extLst>
              </p:cNvPr>
              <p:cNvSpPr/>
              <p:nvPr/>
            </p:nvSpPr>
            <p:spPr>
              <a:xfrm>
                <a:off x="3954499" y="3072483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7ED46E86-17A7-C404-82BA-A842355628A9}"/>
                  </a:ext>
                </a:extLst>
              </p:cNvPr>
              <p:cNvSpPr/>
              <p:nvPr/>
            </p:nvSpPr>
            <p:spPr>
              <a:xfrm>
                <a:off x="2846880" y="6395303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8229461C-16BC-CC4C-AFAC-1E5547FEB92D}"/>
                  </a:ext>
                </a:extLst>
              </p:cNvPr>
              <p:cNvSpPr/>
              <p:nvPr/>
            </p:nvSpPr>
            <p:spPr>
              <a:xfrm>
                <a:off x="5001167" y="6138669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B2094438-55C6-D79E-8879-4351A8143ED1}"/>
                  </a:ext>
                </a:extLst>
              </p:cNvPr>
              <p:cNvSpPr/>
              <p:nvPr/>
            </p:nvSpPr>
            <p:spPr>
              <a:xfrm>
                <a:off x="6531078" y="4786960"/>
                <a:ext cx="513268" cy="51326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9</a:t>
                </a:r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8C98B4E5-D147-0466-56D0-8ED4B6840997}"/>
                  </a:ext>
                </a:extLst>
              </p:cNvPr>
              <p:cNvSpPr/>
              <p:nvPr/>
            </p:nvSpPr>
            <p:spPr>
              <a:xfrm>
                <a:off x="5306598" y="3749156"/>
                <a:ext cx="513268" cy="513268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</p:grp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0932EFF-C21A-C8FB-6275-23E9BF2E34BA}"/>
                </a:ext>
              </a:extLst>
            </p:cNvPr>
            <p:cNvCxnSpPr>
              <a:cxnSpLocks/>
              <a:stCxn id="55" idx="7"/>
              <a:endCxn id="57" idx="4"/>
            </p:cNvCxnSpPr>
            <p:nvPr/>
          </p:nvCxnSpPr>
          <p:spPr>
            <a:xfrm flipV="1">
              <a:off x="6963269" y="3868060"/>
              <a:ext cx="123963" cy="19514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739BBA3-18B2-BF36-7317-ED47E1F53C5D}"/>
                </a:ext>
              </a:extLst>
            </p:cNvPr>
            <p:cNvCxnSpPr>
              <a:cxnSpLocks/>
              <a:stCxn id="54" idx="3"/>
              <a:endCxn id="51" idx="4"/>
            </p:cNvCxnSpPr>
            <p:nvPr/>
          </p:nvCxnSpPr>
          <p:spPr>
            <a:xfrm flipH="1" flipV="1">
              <a:off x="2820001" y="5767428"/>
              <a:ext cx="1626045" cy="67161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2BA9C97-1BAD-D9CD-35B9-5675DE24DBEB}"/>
                  </a:ext>
                </a:extLst>
              </p14:cNvPr>
              <p14:cNvContentPartPr/>
              <p14:nvPr/>
            </p14:nvContentPartPr>
            <p14:xfrm>
              <a:off x="700560" y="649080"/>
              <a:ext cx="10840320" cy="57592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2BA9C97-1BAD-D9CD-35B9-5675DE24DBE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1200" y="639720"/>
                <a:ext cx="10859040" cy="577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742780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BFS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21</a:t>
            </a:fld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5194496" y="414158"/>
            <a:ext cx="868680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void </a:t>
            </a:r>
            <a:r>
              <a:rPr lang="en-US" sz="2800" dirty="0" err="1"/>
              <a:t>bfs</a:t>
            </a:r>
            <a:r>
              <a:rPr lang="en-US" sz="2800" dirty="0"/>
              <a:t>(graph, s){</a:t>
            </a:r>
          </a:p>
          <a:p>
            <a:r>
              <a:rPr lang="en-US" sz="2800" dirty="0"/>
              <a:t>	found = new Queue();</a:t>
            </a:r>
          </a:p>
          <a:p>
            <a:r>
              <a:rPr lang="en-US" sz="2800" dirty="0"/>
              <a:t>	</a:t>
            </a:r>
            <a:r>
              <a:rPr lang="en-US" sz="2800" dirty="0" err="1"/>
              <a:t>found.enqueue</a:t>
            </a:r>
            <a:r>
              <a:rPr lang="en-US" sz="2800" dirty="0"/>
              <a:t>(s);</a:t>
            </a:r>
          </a:p>
          <a:p>
            <a:r>
              <a:rPr lang="en-US" sz="2800" dirty="0"/>
              <a:t>	mark s as “visited”;</a:t>
            </a:r>
          </a:p>
          <a:p>
            <a:r>
              <a:rPr lang="en-US" sz="2800" dirty="0"/>
              <a:t>	While (!</a:t>
            </a:r>
            <a:r>
              <a:rPr lang="en-US" sz="2800" dirty="0" err="1"/>
              <a:t>found.isEmpty</a:t>
            </a:r>
            <a:r>
              <a:rPr lang="en-US" sz="2800" dirty="0"/>
              <a:t>()){</a:t>
            </a:r>
          </a:p>
          <a:p>
            <a:r>
              <a:rPr lang="en-US" sz="2800" dirty="0"/>
              <a:t>		current = </a:t>
            </a:r>
            <a:r>
              <a:rPr lang="en-US" sz="2800" dirty="0" err="1"/>
              <a:t>found.dequeue</a:t>
            </a:r>
            <a:r>
              <a:rPr lang="en-US" sz="2800" dirty="0"/>
              <a:t>();</a:t>
            </a:r>
          </a:p>
          <a:p>
            <a:r>
              <a:rPr lang="en-US" sz="2800" dirty="0"/>
              <a:t>		for (v : neighbors(current)){</a:t>
            </a:r>
          </a:p>
          <a:p>
            <a:r>
              <a:rPr lang="en-US" sz="2800" dirty="0"/>
              <a:t>			if (! v marked “visited”){</a:t>
            </a:r>
          </a:p>
          <a:p>
            <a:r>
              <a:rPr lang="en-US" sz="2800" dirty="0"/>
              <a:t>				mark v as “visited”;</a:t>
            </a:r>
          </a:p>
          <a:p>
            <a:r>
              <a:rPr lang="en-US" sz="2800" dirty="0"/>
              <a:t>				</a:t>
            </a:r>
            <a:r>
              <a:rPr lang="en-US" sz="2800" dirty="0" err="1"/>
              <a:t>found.enqueue</a:t>
            </a:r>
            <a:r>
              <a:rPr lang="en-US" sz="2800" dirty="0"/>
              <a:t>(v);</a:t>
            </a:r>
          </a:p>
          <a:p>
            <a:r>
              <a:rPr lang="en-US" sz="2800" dirty="0"/>
              <a:t>			}</a:t>
            </a:r>
          </a:p>
          <a:p>
            <a:r>
              <a:rPr lang="en-US" sz="2800" dirty="0"/>
              <a:t>		}</a:t>
            </a:r>
          </a:p>
          <a:p>
            <a:r>
              <a:rPr lang="en-US" sz="2800" dirty="0"/>
              <a:t>	}	</a:t>
            </a:r>
          </a:p>
          <a:p>
            <a:r>
              <a:rPr lang="en-US" sz="2800" dirty="0"/>
              <a:t>}			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5DE2EC2-2F8B-20FE-8951-E2BD5C549C1C}"/>
              </a:ext>
            </a:extLst>
          </p:cNvPr>
          <p:cNvGrpSpPr/>
          <p:nvPr/>
        </p:nvGrpSpPr>
        <p:grpSpPr>
          <a:xfrm>
            <a:off x="474420" y="1517187"/>
            <a:ext cx="4385159" cy="2420607"/>
            <a:chOff x="1524000" y="2625729"/>
            <a:chExt cx="7044346" cy="3888478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FB1968D4-0ECC-068E-765A-3DF8DE21145C}"/>
                </a:ext>
              </a:extLst>
            </p:cNvPr>
            <p:cNvGrpSpPr/>
            <p:nvPr/>
          </p:nvGrpSpPr>
          <p:grpSpPr>
            <a:xfrm>
              <a:off x="1524000" y="2625729"/>
              <a:ext cx="7044346" cy="3888478"/>
              <a:chOff x="0" y="3020093"/>
              <a:chExt cx="7044346" cy="3888478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027EFB9C-1AD6-9281-AA30-5BE0BBE83EAC}"/>
                  </a:ext>
                </a:extLst>
              </p:cNvPr>
              <p:cNvCxnSpPr>
                <a:stCxn id="88" idx="7"/>
                <a:endCxn id="89" idx="2"/>
              </p:cNvCxnSpPr>
              <p:nvPr/>
            </p:nvCxnSpPr>
            <p:spPr>
              <a:xfrm flipV="1">
                <a:off x="438102" y="3276727"/>
                <a:ext cx="1492916" cy="962604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3C7B5A33-2C67-775A-F9F8-9849005F705A}"/>
                  </a:ext>
                </a:extLst>
              </p:cNvPr>
              <p:cNvCxnSpPr>
                <a:stCxn id="89" idx="6"/>
                <a:endCxn id="92" idx="2"/>
              </p:cNvCxnSpPr>
              <p:nvPr/>
            </p:nvCxnSpPr>
            <p:spPr>
              <a:xfrm>
                <a:off x="2444286" y="3276727"/>
                <a:ext cx="1510213" cy="52390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EE578285-E842-D666-EFFF-FAC536B41CA6}"/>
                  </a:ext>
                </a:extLst>
              </p:cNvPr>
              <p:cNvCxnSpPr>
                <a:stCxn id="88" idx="4"/>
                <a:endCxn id="90" idx="1"/>
              </p:cNvCxnSpPr>
              <p:nvPr/>
            </p:nvCxnSpPr>
            <p:spPr>
              <a:xfrm>
                <a:off x="256634" y="4677433"/>
                <a:ext cx="857899" cy="1046257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56344E26-0374-B29A-3047-F12847819446}"/>
                  </a:ext>
                </a:extLst>
              </p:cNvPr>
              <p:cNvCxnSpPr>
                <a:stCxn id="91" idx="3"/>
                <a:endCxn id="90" idx="7"/>
              </p:cNvCxnSpPr>
              <p:nvPr/>
            </p:nvCxnSpPr>
            <p:spPr>
              <a:xfrm flipH="1">
                <a:off x="1477469" y="4930617"/>
                <a:ext cx="1172042" cy="79307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06777E69-513F-8E97-420E-4508C3786C63}"/>
                  </a:ext>
                </a:extLst>
              </p:cNvPr>
              <p:cNvCxnSpPr>
                <a:stCxn id="93" idx="2"/>
                <a:endCxn id="90" idx="5"/>
              </p:cNvCxnSpPr>
              <p:nvPr/>
            </p:nvCxnSpPr>
            <p:spPr>
              <a:xfrm flipH="1" flipV="1">
                <a:off x="1477469" y="6086626"/>
                <a:ext cx="1369411" cy="56531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E6D715E8-E960-3FE6-7B4F-3ED4B6D49FDA}"/>
                  </a:ext>
                </a:extLst>
              </p:cNvPr>
              <p:cNvCxnSpPr>
                <a:stCxn id="91" idx="5"/>
                <a:endCxn id="93" idx="0"/>
              </p:cNvCxnSpPr>
              <p:nvPr/>
            </p:nvCxnSpPr>
            <p:spPr>
              <a:xfrm>
                <a:off x="3012447" y="4930617"/>
                <a:ext cx="91067" cy="146468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36249CD4-F9C0-5A68-8D91-891A4FA839E0}"/>
                  </a:ext>
                </a:extLst>
              </p:cNvPr>
              <p:cNvCxnSpPr>
                <a:stCxn id="91" idx="7"/>
                <a:endCxn id="92" idx="3"/>
              </p:cNvCxnSpPr>
              <p:nvPr/>
            </p:nvCxnSpPr>
            <p:spPr>
              <a:xfrm flipV="1">
                <a:off x="3012447" y="3510585"/>
                <a:ext cx="1017218" cy="105709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1204DB22-82A3-0118-6481-472F7A6AF3F1}"/>
                  </a:ext>
                </a:extLst>
              </p:cNvPr>
              <p:cNvCxnSpPr>
                <a:stCxn id="93" idx="6"/>
                <a:endCxn id="94" idx="3"/>
              </p:cNvCxnSpPr>
              <p:nvPr/>
            </p:nvCxnSpPr>
            <p:spPr>
              <a:xfrm flipV="1">
                <a:off x="3360148" y="6576771"/>
                <a:ext cx="1716185" cy="7516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0D26EFBD-31D4-049E-B188-F35998D684F2}"/>
                  </a:ext>
                </a:extLst>
              </p:cNvPr>
              <p:cNvCxnSpPr>
                <a:stCxn id="94" idx="1"/>
                <a:endCxn id="92" idx="4"/>
              </p:cNvCxnSpPr>
              <p:nvPr/>
            </p:nvCxnSpPr>
            <p:spPr>
              <a:xfrm flipH="1" flipV="1">
                <a:off x="4211133" y="3585751"/>
                <a:ext cx="865200" cy="2628084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10849E95-CB0E-ABD6-850A-E61EBDEFACAA}"/>
                  </a:ext>
                </a:extLst>
              </p:cNvPr>
              <p:cNvCxnSpPr>
                <a:stCxn id="96" idx="2"/>
                <a:endCxn id="92" idx="5"/>
              </p:cNvCxnSpPr>
              <p:nvPr/>
            </p:nvCxnSpPr>
            <p:spPr>
              <a:xfrm flipH="1" flipV="1">
                <a:off x="4392601" y="3510585"/>
                <a:ext cx="913997" cy="495205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28AD1B02-958A-B3BD-72CC-9B0590B340F7}"/>
                  </a:ext>
                </a:extLst>
              </p:cNvPr>
              <p:cNvCxnSpPr>
                <a:stCxn id="94" idx="0"/>
                <a:endCxn id="96" idx="3"/>
              </p:cNvCxnSpPr>
              <p:nvPr/>
            </p:nvCxnSpPr>
            <p:spPr>
              <a:xfrm flipV="1">
                <a:off x="5257801" y="4187258"/>
                <a:ext cx="123963" cy="195141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88B0F441-A7E2-FA9E-92EB-30933184D3BE}"/>
                  </a:ext>
                </a:extLst>
              </p:cNvPr>
              <p:cNvCxnSpPr>
                <a:stCxn id="95" idx="1"/>
                <a:endCxn id="96" idx="5"/>
              </p:cNvCxnSpPr>
              <p:nvPr/>
            </p:nvCxnSpPr>
            <p:spPr>
              <a:xfrm flipH="1" flipV="1">
                <a:off x="5744700" y="4187258"/>
                <a:ext cx="861544" cy="674868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6A0B411A-7680-5A59-15AD-2CE231F51725}"/>
                  </a:ext>
                </a:extLst>
              </p:cNvPr>
              <p:cNvCxnSpPr>
                <a:stCxn id="95" idx="3"/>
                <a:endCxn id="94" idx="6"/>
              </p:cNvCxnSpPr>
              <p:nvPr/>
            </p:nvCxnSpPr>
            <p:spPr>
              <a:xfrm flipH="1">
                <a:off x="5514435" y="5225062"/>
                <a:ext cx="1091809" cy="117024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6B8A6D9A-B0B6-1AB8-DA09-FDB8212801F7}"/>
                  </a:ext>
                </a:extLst>
              </p:cNvPr>
              <p:cNvCxnSpPr>
                <a:stCxn id="89" idx="4"/>
                <a:endCxn id="90" idx="0"/>
              </p:cNvCxnSpPr>
              <p:nvPr/>
            </p:nvCxnSpPr>
            <p:spPr>
              <a:xfrm flipH="1">
                <a:off x="1296001" y="3533361"/>
                <a:ext cx="891651" cy="211516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264BFE18-A20F-D4C8-0B8F-13C5DDCAC640}"/>
                  </a:ext>
                </a:extLst>
              </p:cNvPr>
              <p:cNvSpPr/>
              <p:nvPr/>
            </p:nvSpPr>
            <p:spPr>
              <a:xfrm>
                <a:off x="0" y="4164165"/>
                <a:ext cx="513268" cy="513268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67ECD6AE-5FC3-1D62-3146-0E728A59E99C}"/>
                  </a:ext>
                </a:extLst>
              </p:cNvPr>
              <p:cNvSpPr/>
              <p:nvPr/>
            </p:nvSpPr>
            <p:spPr>
              <a:xfrm>
                <a:off x="1931018" y="3020093"/>
                <a:ext cx="513268" cy="513268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CC9B2643-4AE7-7327-D66E-875DFE9D352B}"/>
                  </a:ext>
                </a:extLst>
              </p:cNvPr>
              <p:cNvSpPr/>
              <p:nvPr/>
            </p:nvSpPr>
            <p:spPr>
              <a:xfrm>
                <a:off x="1039367" y="5648524"/>
                <a:ext cx="513268" cy="513268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D2A84FF5-BE60-6F0B-E7E8-AC31F8FD91F1}"/>
                  </a:ext>
                </a:extLst>
              </p:cNvPr>
              <p:cNvSpPr/>
              <p:nvPr/>
            </p:nvSpPr>
            <p:spPr>
              <a:xfrm>
                <a:off x="2574345" y="4492515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7725E181-533F-9D89-A8B9-60FC2F93CD5E}"/>
                  </a:ext>
                </a:extLst>
              </p:cNvPr>
              <p:cNvSpPr/>
              <p:nvPr/>
            </p:nvSpPr>
            <p:spPr>
              <a:xfrm>
                <a:off x="3954499" y="3072483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089257CE-86BE-EB39-0021-0B5F58AB7E2C}"/>
                  </a:ext>
                </a:extLst>
              </p:cNvPr>
              <p:cNvSpPr/>
              <p:nvPr/>
            </p:nvSpPr>
            <p:spPr>
              <a:xfrm>
                <a:off x="2846880" y="6395303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95D391F7-C135-F995-9D25-9947220935E2}"/>
                  </a:ext>
                </a:extLst>
              </p:cNvPr>
              <p:cNvSpPr/>
              <p:nvPr/>
            </p:nvSpPr>
            <p:spPr>
              <a:xfrm>
                <a:off x="5001167" y="6138669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34A9BCF0-A3F7-F8A4-C80C-FD60E28E095D}"/>
                  </a:ext>
                </a:extLst>
              </p:cNvPr>
              <p:cNvSpPr/>
              <p:nvPr/>
            </p:nvSpPr>
            <p:spPr>
              <a:xfrm>
                <a:off x="6531078" y="4786960"/>
                <a:ext cx="513268" cy="51326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9</a:t>
                </a:r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150E87BD-E051-DE7A-3950-ABE1A2CEA1DE}"/>
                  </a:ext>
                </a:extLst>
              </p:cNvPr>
              <p:cNvSpPr/>
              <p:nvPr/>
            </p:nvSpPr>
            <p:spPr>
              <a:xfrm>
                <a:off x="5306598" y="3749156"/>
                <a:ext cx="513268" cy="513268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</p:grp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D9BE6BC-AF01-B341-278E-F84FB764CC8F}"/>
                </a:ext>
              </a:extLst>
            </p:cNvPr>
            <p:cNvCxnSpPr>
              <a:cxnSpLocks/>
              <a:stCxn id="94" idx="7"/>
              <a:endCxn id="96" idx="4"/>
            </p:cNvCxnSpPr>
            <p:nvPr/>
          </p:nvCxnSpPr>
          <p:spPr>
            <a:xfrm flipV="1">
              <a:off x="6963269" y="3868060"/>
              <a:ext cx="123963" cy="19514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80182084-CD52-8859-188D-BB9EC0EBC053}"/>
                </a:ext>
              </a:extLst>
            </p:cNvPr>
            <p:cNvCxnSpPr>
              <a:cxnSpLocks/>
              <a:stCxn id="93" idx="3"/>
              <a:endCxn id="90" idx="4"/>
            </p:cNvCxnSpPr>
            <p:nvPr/>
          </p:nvCxnSpPr>
          <p:spPr>
            <a:xfrm flipH="1" flipV="1">
              <a:off x="2820001" y="5767428"/>
              <a:ext cx="1626045" cy="67161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7685445-E91C-3488-3626-7813352F07C6}"/>
                  </a:ext>
                </a:extLst>
              </p:cNvPr>
              <p:cNvSpPr txBox="1"/>
              <p:nvPr/>
            </p:nvSpPr>
            <p:spPr>
              <a:xfrm>
                <a:off x="565536" y="4880066"/>
                <a:ext cx="420153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rgbClr val="FF0000"/>
                    </a:solidFill>
                  </a:rPr>
                  <a:t>Running time: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d>
                      </m:e>
                    </m:d>
                  </m:oMath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7685445-E91C-3488-3626-7813352F07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536" y="4880066"/>
                <a:ext cx="4201535" cy="523220"/>
              </a:xfrm>
              <a:prstGeom prst="rect">
                <a:avLst/>
              </a:prstGeom>
              <a:blipFill>
                <a:blip r:embed="rId2"/>
                <a:stretch>
                  <a:fillRect l="-3048" t="-11765" b="-34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B4C14F1-EAAD-4AE7-2829-847D63B28424}"/>
                  </a:ext>
                </a:extLst>
              </p14:cNvPr>
              <p14:cNvContentPartPr/>
              <p14:nvPr/>
            </p14:nvContentPartPr>
            <p14:xfrm>
              <a:off x="0" y="388800"/>
              <a:ext cx="11276640" cy="5211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B4C14F1-EAAD-4AE7-2829-847D63B2842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9360" y="379440"/>
                <a:ext cx="11295360" cy="5230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98067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7D05F-C10D-73F2-3AAF-B8AAB9DD5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1F6E3-1E1C-389A-3D32-70E8B4176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BFS – Worked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17A8FB-87E9-42BB-242D-130E7ED85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22</a:t>
            </a:fld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1CCEEAC-E880-DF09-6135-7C01E27E4241}"/>
              </a:ext>
            </a:extLst>
          </p:cNvPr>
          <p:cNvGrpSpPr/>
          <p:nvPr/>
        </p:nvGrpSpPr>
        <p:grpSpPr>
          <a:xfrm>
            <a:off x="474420" y="1517187"/>
            <a:ext cx="4385159" cy="2420607"/>
            <a:chOff x="1524000" y="2625729"/>
            <a:chExt cx="7044346" cy="3888478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76276158-6B56-5EE5-454D-32D594DA2D2C}"/>
                </a:ext>
              </a:extLst>
            </p:cNvPr>
            <p:cNvGrpSpPr/>
            <p:nvPr/>
          </p:nvGrpSpPr>
          <p:grpSpPr>
            <a:xfrm>
              <a:off x="1524000" y="2625729"/>
              <a:ext cx="7044346" cy="3888478"/>
              <a:chOff x="0" y="3020093"/>
              <a:chExt cx="7044346" cy="3888478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DE43658A-6801-2571-7530-9AA11228C177}"/>
                  </a:ext>
                </a:extLst>
              </p:cNvPr>
              <p:cNvCxnSpPr>
                <a:stCxn id="88" idx="7"/>
                <a:endCxn id="89" idx="2"/>
              </p:cNvCxnSpPr>
              <p:nvPr/>
            </p:nvCxnSpPr>
            <p:spPr>
              <a:xfrm flipV="1">
                <a:off x="438102" y="3276727"/>
                <a:ext cx="1492916" cy="962604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8E211B02-015E-6922-7CDD-068B8C54CC0F}"/>
                  </a:ext>
                </a:extLst>
              </p:cNvPr>
              <p:cNvCxnSpPr>
                <a:stCxn id="89" idx="6"/>
                <a:endCxn id="92" idx="2"/>
              </p:cNvCxnSpPr>
              <p:nvPr/>
            </p:nvCxnSpPr>
            <p:spPr>
              <a:xfrm>
                <a:off x="2444286" y="3276727"/>
                <a:ext cx="1510213" cy="52390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F9CF0AEE-A6BD-78A8-8EEE-0B5A39B33842}"/>
                  </a:ext>
                </a:extLst>
              </p:cNvPr>
              <p:cNvCxnSpPr>
                <a:stCxn id="88" idx="4"/>
                <a:endCxn id="90" idx="1"/>
              </p:cNvCxnSpPr>
              <p:nvPr/>
            </p:nvCxnSpPr>
            <p:spPr>
              <a:xfrm>
                <a:off x="256634" y="4677433"/>
                <a:ext cx="857899" cy="1046257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12C0F42F-C28F-250C-1958-E5AC4FE42850}"/>
                  </a:ext>
                </a:extLst>
              </p:cNvPr>
              <p:cNvCxnSpPr>
                <a:stCxn id="91" idx="3"/>
                <a:endCxn id="90" idx="7"/>
              </p:cNvCxnSpPr>
              <p:nvPr/>
            </p:nvCxnSpPr>
            <p:spPr>
              <a:xfrm flipH="1">
                <a:off x="1477469" y="4930617"/>
                <a:ext cx="1172042" cy="79307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6634093F-EE6F-C669-FE3A-AF945D2AD134}"/>
                  </a:ext>
                </a:extLst>
              </p:cNvPr>
              <p:cNvCxnSpPr>
                <a:stCxn id="93" idx="2"/>
                <a:endCxn id="90" idx="5"/>
              </p:cNvCxnSpPr>
              <p:nvPr/>
            </p:nvCxnSpPr>
            <p:spPr>
              <a:xfrm flipH="1" flipV="1">
                <a:off x="1477469" y="6086626"/>
                <a:ext cx="1369411" cy="56531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D479E027-21B1-054D-9738-7EF4D2A0BDFB}"/>
                  </a:ext>
                </a:extLst>
              </p:cNvPr>
              <p:cNvCxnSpPr>
                <a:stCxn id="91" idx="5"/>
                <a:endCxn id="93" idx="0"/>
              </p:cNvCxnSpPr>
              <p:nvPr/>
            </p:nvCxnSpPr>
            <p:spPr>
              <a:xfrm>
                <a:off x="3012447" y="4930617"/>
                <a:ext cx="91067" cy="146468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D2038395-21D8-A667-972E-997AC6903A89}"/>
                  </a:ext>
                </a:extLst>
              </p:cNvPr>
              <p:cNvCxnSpPr>
                <a:stCxn id="91" idx="7"/>
                <a:endCxn id="92" idx="3"/>
              </p:cNvCxnSpPr>
              <p:nvPr/>
            </p:nvCxnSpPr>
            <p:spPr>
              <a:xfrm flipV="1">
                <a:off x="3012447" y="3510585"/>
                <a:ext cx="1017218" cy="105709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FD48B10B-E978-627F-9514-B1B25A84F582}"/>
                  </a:ext>
                </a:extLst>
              </p:cNvPr>
              <p:cNvCxnSpPr>
                <a:stCxn id="93" idx="6"/>
                <a:endCxn id="94" idx="3"/>
              </p:cNvCxnSpPr>
              <p:nvPr/>
            </p:nvCxnSpPr>
            <p:spPr>
              <a:xfrm flipV="1">
                <a:off x="3360148" y="6576771"/>
                <a:ext cx="1716185" cy="7516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DCB3D303-EC1B-8250-1055-F48573DBE13B}"/>
                  </a:ext>
                </a:extLst>
              </p:cNvPr>
              <p:cNvCxnSpPr>
                <a:stCxn id="94" idx="1"/>
                <a:endCxn id="92" idx="4"/>
              </p:cNvCxnSpPr>
              <p:nvPr/>
            </p:nvCxnSpPr>
            <p:spPr>
              <a:xfrm flipH="1" flipV="1">
                <a:off x="4211133" y="3585751"/>
                <a:ext cx="865200" cy="2628084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97CCE582-10D0-7A15-F3F6-B09DEA0359F7}"/>
                  </a:ext>
                </a:extLst>
              </p:cNvPr>
              <p:cNvCxnSpPr>
                <a:stCxn id="96" idx="2"/>
                <a:endCxn id="92" idx="5"/>
              </p:cNvCxnSpPr>
              <p:nvPr/>
            </p:nvCxnSpPr>
            <p:spPr>
              <a:xfrm flipH="1" flipV="1">
                <a:off x="4392601" y="3510585"/>
                <a:ext cx="913997" cy="495205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6268AAB3-5B13-39EE-2F1F-53D30AC034B8}"/>
                  </a:ext>
                </a:extLst>
              </p:cNvPr>
              <p:cNvCxnSpPr>
                <a:stCxn id="94" idx="0"/>
                <a:endCxn id="96" idx="3"/>
              </p:cNvCxnSpPr>
              <p:nvPr/>
            </p:nvCxnSpPr>
            <p:spPr>
              <a:xfrm flipV="1">
                <a:off x="5257801" y="4187258"/>
                <a:ext cx="123963" cy="195141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B78E5386-86CE-D617-90EF-EAD8279A2E0A}"/>
                  </a:ext>
                </a:extLst>
              </p:cNvPr>
              <p:cNvCxnSpPr>
                <a:stCxn id="95" idx="1"/>
                <a:endCxn id="96" idx="5"/>
              </p:cNvCxnSpPr>
              <p:nvPr/>
            </p:nvCxnSpPr>
            <p:spPr>
              <a:xfrm flipH="1" flipV="1">
                <a:off x="5744700" y="4187258"/>
                <a:ext cx="861544" cy="674868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6F99451C-AE63-5E1C-E1BD-FEB87FFAA7A7}"/>
                  </a:ext>
                </a:extLst>
              </p:cNvPr>
              <p:cNvCxnSpPr>
                <a:stCxn id="95" idx="3"/>
                <a:endCxn id="94" idx="6"/>
              </p:cNvCxnSpPr>
              <p:nvPr/>
            </p:nvCxnSpPr>
            <p:spPr>
              <a:xfrm flipH="1">
                <a:off x="5514435" y="5225062"/>
                <a:ext cx="1091809" cy="117024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A88B72F7-4129-44A9-E1F8-39C89254D088}"/>
                  </a:ext>
                </a:extLst>
              </p:cNvPr>
              <p:cNvCxnSpPr>
                <a:stCxn id="89" idx="4"/>
                <a:endCxn id="90" idx="0"/>
              </p:cNvCxnSpPr>
              <p:nvPr/>
            </p:nvCxnSpPr>
            <p:spPr>
              <a:xfrm flipH="1">
                <a:off x="1296001" y="3533361"/>
                <a:ext cx="891651" cy="211516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201477F3-3180-1902-A2FA-2D8E1673ECAD}"/>
                  </a:ext>
                </a:extLst>
              </p:cNvPr>
              <p:cNvSpPr/>
              <p:nvPr/>
            </p:nvSpPr>
            <p:spPr>
              <a:xfrm>
                <a:off x="0" y="4164165"/>
                <a:ext cx="513268" cy="513268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4FAE1F2F-4002-F2F3-F0F3-4A612BDD7BEB}"/>
                  </a:ext>
                </a:extLst>
              </p:cNvPr>
              <p:cNvSpPr/>
              <p:nvPr/>
            </p:nvSpPr>
            <p:spPr>
              <a:xfrm>
                <a:off x="1931018" y="3020093"/>
                <a:ext cx="513268" cy="513268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2B692062-6D5B-310B-1ACD-CBA2A6DA3DE7}"/>
                  </a:ext>
                </a:extLst>
              </p:cNvPr>
              <p:cNvSpPr/>
              <p:nvPr/>
            </p:nvSpPr>
            <p:spPr>
              <a:xfrm>
                <a:off x="1039367" y="5648524"/>
                <a:ext cx="513268" cy="513268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5E73BE4D-BFFB-501E-2C00-21B9A94DA8B0}"/>
                  </a:ext>
                </a:extLst>
              </p:cNvPr>
              <p:cNvSpPr/>
              <p:nvPr/>
            </p:nvSpPr>
            <p:spPr>
              <a:xfrm>
                <a:off x="2574345" y="4492515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C19EB58D-4261-0693-E850-234F78F4A2FB}"/>
                  </a:ext>
                </a:extLst>
              </p:cNvPr>
              <p:cNvSpPr/>
              <p:nvPr/>
            </p:nvSpPr>
            <p:spPr>
              <a:xfrm>
                <a:off x="3954499" y="3072483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605E6156-1A2C-AA73-1828-0CD4A6672AC2}"/>
                  </a:ext>
                </a:extLst>
              </p:cNvPr>
              <p:cNvSpPr/>
              <p:nvPr/>
            </p:nvSpPr>
            <p:spPr>
              <a:xfrm>
                <a:off x="2846880" y="6395303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0C762268-E61C-E487-F6BC-DD5CE47F463E}"/>
                  </a:ext>
                </a:extLst>
              </p:cNvPr>
              <p:cNvSpPr/>
              <p:nvPr/>
            </p:nvSpPr>
            <p:spPr>
              <a:xfrm>
                <a:off x="5001167" y="6138669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975D0144-C081-6602-51D2-BE452FBAD372}"/>
                  </a:ext>
                </a:extLst>
              </p:cNvPr>
              <p:cNvSpPr/>
              <p:nvPr/>
            </p:nvSpPr>
            <p:spPr>
              <a:xfrm>
                <a:off x="6531078" y="4786960"/>
                <a:ext cx="513268" cy="51326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9</a:t>
                </a:r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6C44689B-63FE-0289-FF3A-C260CCC89AAF}"/>
                  </a:ext>
                </a:extLst>
              </p:cNvPr>
              <p:cNvSpPr/>
              <p:nvPr/>
            </p:nvSpPr>
            <p:spPr>
              <a:xfrm>
                <a:off x="5306598" y="3749156"/>
                <a:ext cx="513268" cy="513268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</p:grp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9FC54619-9A23-FC24-BAFA-E64A864EA055}"/>
                </a:ext>
              </a:extLst>
            </p:cNvPr>
            <p:cNvCxnSpPr>
              <a:cxnSpLocks/>
              <a:stCxn id="94" idx="7"/>
              <a:endCxn id="96" idx="4"/>
            </p:cNvCxnSpPr>
            <p:nvPr/>
          </p:nvCxnSpPr>
          <p:spPr>
            <a:xfrm flipV="1">
              <a:off x="6963269" y="3868060"/>
              <a:ext cx="123963" cy="19514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50D4763-E070-4F7A-07CD-63D6D5B5680D}"/>
                </a:ext>
              </a:extLst>
            </p:cNvPr>
            <p:cNvCxnSpPr>
              <a:cxnSpLocks/>
              <a:stCxn id="93" idx="3"/>
              <a:endCxn id="90" idx="4"/>
            </p:cNvCxnSpPr>
            <p:nvPr/>
          </p:nvCxnSpPr>
          <p:spPr>
            <a:xfrm flipH="1" flipV="1">
              <a:off x="2820001" y="5767428"/>
              <a:ext cx="1626045" cy="67161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A549A85-396E-4DD3-B156-C50E133349BF}"/>
              </a:ext>
            </a:extLst>
          </p:cNvPr>
          <p:cNvSpPr txBox="1"/>
          <p:nvPr/>
        </p:nvSpPr>
        <p:spPr>
          <a:xfrm>
            <a:off x="311300" y="4450870"/>
            <a:ext cx="5105437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For each node: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For each unvisited neighbor: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    add that neighbor to a queue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    mark that neighbor as visited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4DC8385-3149-ADA1-65A8-6FC96A3503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0555495"/>
              </p:ext>
            </p:extLst>
          </p:nvPr>
        </p:nvGraphicFramePr>
        <p:xfrm>
          <a:off x="6820603" y="1399839"/>
          <a:ext cx="3977241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6330">
                  <a:extLst>
                    <a:ext uri="{9D8B030D-6E8A-4147-A177-3AD203B41FA5}">
                      <a16:colId xmlns:a16="http://schemas.microsoft.com/office/drawing/2014/main" val="2885487592"/>
                    </a:ext>
                  </a:extLst>
                </a:gridCol>
                <a:gridCol w="1014152">
                  <a:extLst>
                    <a:ext uri="{9D8B030D-6E8A-4147-A177-3AD203B41FA5}">
                      <a16:colId xmlns:a16="http://schemas.microsoft.com/office/drawing/2014/main" val="3918555435"/>
                    </a:ext>
                  </a:extLst>
                </a:gridCol>
                <a:gridCol w="1996759">
                  <a:extLst>
                    <a:ext uri="{9D8B030D-6E8A-4147-A177-3AD203B41FA5}">
                      <a16:colId xmlns:a16="http://schemas.microsoft.com/office/drawing/2014/main" val="17459318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Visited?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Other Info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8798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4763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5311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657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7034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718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982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48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3436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5953369"/>
                  </a:ext>
                </a:extLst>
              </a:tr>
            </a:tbl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8E78528F-B481-501B-80C8-3ACEF731F1AB}"/>
              </a:ext>
            </a:extLst>
          </p:cNvPr>
          <p:cNvGrpSpPr/>
          <p:nvPr/>
        </p:nvGrpSpPr>
        <p:grpSpPr>
          <a:xfrm>
            <a:off x="5742926" y="5619404"/>
            <a:ext cx="6036209" cy="647348"/>
            <a:chOff x="5742926" y="5619404"/>
            <a:chExt cx="6036209" cy="64734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08B7A96-F20F-58E9-9395-737B04B7460B}"/>
                </a:ext>
              </a:extLst>
            </p:cNvPr>
            <p:cNvSpPr/>
            <p:nvPr/>
          </p:nvSpPr>
          <p:spPr>
            <a:xfrm>
              <a:off x="6558742" y="5619404"/>
              <a:ext cx="5220393" cy="6473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B55E0C5-A13E-712E-C130-6D7FE34C5699}"/>
                </a:ext>
              </a:extLst>
            </p:cNvPr>
            <p:cNvSpPr txBox="1"/>
            <p:nvPr/>
          </p:nvSpPr>
          <p:spPr>
            <a:xfrm>
              <a:off x="5742926" y="5765866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Queue: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150669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9" y="117543"/>
            <a:ext cx="10972800" cy="1143000"/>
          </a:xfrm>
        </p:spPr>
        <p:txBody>
          <a:bodyPr>
            <a:normAutofit/>
          </a:bodyPr>
          <a:lstStyle/>
          <a:p>
            <a:r>
              <a:rPr lang="en-US" sz="3600" dirty="0"/>
              <a:t>Find Distance (unweighted)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23</a:t>
            </a:fld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5506979" y="197326"/>
            <a:ext cx="86868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int </a:t>
            </a:r>
            <a:r>
              <a:rPr lang="en-US" sz="2400" dirty="0" err="1"/>
              <a:t>findDistance</a:t>
            </a:r>
            <a:r>
              <a:rPr lang="en-US" sz="2400" dirty="0"/>
              <a:t>(graph, s, t){</a:t>
            </a:r>
          </a:p>
          <a:p>
            <a:r>
              <a:rPr lang="en-US" sz="2400" dirty="0"/>
              <a:t>	found = new Queue();</a:t>
            </a:r>
          </a:p>
          <a:p>
            <a:r>
              <a:rPr lang="en-US" sz="2400" dirty="0"/>
              <a:t>	</a:t>
            </a:r>
            <a:r>
              <a:rPr lang="en-US" sz="2400" dirty="0">
                <a:solidFill>
                  <a:srgbClr val="FF0000"/>
                </a:solidFill>
              </a:rPr>
              <a:t>layer = 0;</a:t>
            </a:r>
          </a:p>
          <a:p>
            <a:r>
              <a:rPr lang="en-US" sz="2400" dirty="0"/>
              <a:t>	</a:t>
            </a:r>
            <a:r>
              <a:rPr lang="en-US" sz="2400" dirty="0" err="1"/>
              <a:t>found.enqueue</a:t>
            </a:r>
            <a:r>
              <a:rPr lang="en-US" sz="2400" dirty="0"/>
              <a:t>(s);</a:t>
            </a:r>
          </a:p>
          <a:p>
            <a:r>
              <a:rPr lang="en-US" sz="2400" dirty="0"/>
              <a:t>	mark s as “visited”;</a:t>
            </a:r>
          </a:p>
          <a:p>
            <a:r>
              <a:rPr lang="en-US" sz="2400" dirty="0"/>
              <a:t>	While (!</a:t>
            </a:r>
            <a:r>
              <a:rPr lang="en-US" sz="2400" dirty="0" err="1"/>
              <a:t>found.isEmpty</a:t>
            </a:r>
            <a:r>
              <a:rPr lang="en-US" sz="2400" dirty="0"/>
              <a:t>()){</a:t>
            </a:r>
          </a:p>
          <a:p>
            <a:r>
              <a:rPr lang="en-US" sz="2400" dirty="0"/>
              <a:t>		current = </a:t>
            </a:r>
            <a:r>
              <a:rPr lang="en-US" sz="2400" dirty="0" err="1"/>
              <a:t>found.dequeue</a:t>
            </a:r>
            <a:r>
              <a:rPr lang="en-US" sz="2400" dirty="0"/>
              <a:t>();</a:t>
            </a:r>
          </a:p>
          <a:p>
            <a:r>
              <a:rPr lang="en-US" sz="2400" dirty="0"/>
              <a:t>		</a:t>
            </a:r>
            <a:r>
              <a:rPr lang="en-US" sz="2400" dirty="0">
                <a:solidFill>
                  <a:srgbClr val="FF0000"/>
                </a:solidFill>
              </a:rPr>
              <a:t>layer = depth of current;</a:t>
            </a:r>
          </a:p>
          <a:p>
            <a:r>
              <a:rPr lang="en-US" sz="2400" dirty="0"/>
              <a:t>		for (v : neighbors(current)){</a:t>
            </a:r>
          </a:p>
          <a:p>
            <a:r>
              <a:rPr lang="en-US" sz="2400" dirty="0"/>
              <a:t>			if (! v marked “visited”){</a:t>
            </a:r>
          </a:p>
          <a:p>
            <a:r>
              <a:rPr lang="en-US" sz="2400" dirty="0"/>
              <a:t>				mark v as “visited”;</a:t>
            </a:r>
          </a:p>
          <a:p>
            <a:r>
              <a:rPr lang="en-US" sz="2400" dirty="0"/>
              <a:t>				</a:t>
            </a:r>
            <a:r>
              <a:rPr lang="en-US" sz="2400" dirty="0">
                <a:solidFill>
                  <a:srgbClr val="FF0000"/>
                </a:solidFill>
              </a:rPr>
              <a:t>depth of v = layer + 1;</a:t>
            </a:r>
          </a:p>
          <a:p>
            <a:r>
              <a:rPr lang="en-US" sz="2400" dirty="0"/>
              <a:t>				</a:t>
            </a:r>
            <a:r>
              <a:rPr lang="en-US" sz="2400" dirty="0" err="1"/>
              <a:t>found.enqueue</a:t>
            </a:r>
            <a:r>
              <a:rPr lang="en-US" sz="2400" dirty="0"/>
              <a:t>(v);</a:t>
            </a:r>
          </a:p>
          <a:p>
            <a:r>
              <a:rPr lang="en-US" sz="2400" dirty="0"/>
              <a:t>			}</a:t>
            </a:r>
          </a:p>
          <a:p>
            <a:r>
              <a:rPr lang="en-US" sz="2400" dirty="0"/>
              <a:t>		}</a:t>
            </a:r>
          </a:p>
          <a:p>
            <a:r>
              <a:rPr lang="en-US" sz="2400" dirty="0"/>
              <a:t>	}</a:t>
            </a:r>
          </a:p>
          <a:p>
            <a:r>
              <a:rPr lang="en-US" sz="2400" dirty="0"/>
              <a:t>	</a:t>
            </a:r>
            <a:r>
              <a:rPr lang="en-US" sz="2400" dirty="0">
                <a:solidFill>
                  <a:srgbClr val="FF0000"/>
                </a:solidFill>
              </a:rPr>
              <a:t>return depth of t;</a:t>
            </a:r>
            <a:r>
              <a:rPr lang="en-US" sz="2400" dirty="0"/>
              <a:t>	</a:t>
            </a:r>
          </a:p>
          <a:p>
            <a:r>
              <a:rPr lang="en-US" sz="2400" dirty="0"/>
              <a:t>}			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1EF236-31C1-EF76-BCC3-71E806C76908}"/>
              </a:ext>
            </a:extLst>
          </p:cNvPr>
          <p:cNvSpPr txBox="1"/>
          <p:nvPr/>
        </p:nvSpPr>
        <p:spPr>
          <a:xfrm>
            <a:off x="197532" y="4632030"/>
            <a:ext cx="5007570" cy="9541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Idea: when it’s seen, remember its “layer” depth!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418904D-A23D-F7E7-77F7-9C5654D8606A}"/>
              </a:ext>
            </a:extLst>
          </p:cNvPr>
          <p:cNvGrpSpPr/>
          <p:nvPr/>
        </p:nvGrpSpPr>
        <p:grpSpPr>
          <a:xfrm>
            <a:off x="508737" y="1745062"/>
            <a:ext cx="4385159" cy="2420607"/>
            <a:chOff x="1524000" y="2625729"/>
            <a:chExt cx="7044346" cy="388847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575207F-5479-5963-8004-40032CDB5E54}"/>
                </a:ext>
              </a:extLst>
            </p:cNvPr>
            <p:cNvGrpSpPr/>
            <p:nvPr/>
          </p:nvGrpSpPr>
          <p:grpSpPr>
            <a:xfrm>
              <a:off x="1524000" y="2625729"/>
              <a:ext cx="7044346" cy="3888478"/>
              <a:chOff x="0" y="3020093"/>
              <a:chExt cx="7044346" cy="3888478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27288E00-3423-BF9C-8CF8-84F095D826DE}"/>
                  </a:ext>
                </a:extLst>
              </p:cNvPr>
              <p:cNvCxnSpPr>
                <a:stCxn id="23" idx="7"/>
                <a:endCxn id="24" idx="2"/>
              </p:cNvCxnSpPr>
              <p:nvPr/>
            </p:nvCxnSpPr>
            <p:spPr>
              <a:xfrm flipV="1">
                <a:off x="438102" y="3276727"/>
                <a:ext cx="1492916" cy="962604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D086EFE9-D906-8A68-FB16-D547CEC30E1E}"/>
                  </a:ext>
                </a:extLst>
              </p:cNvPr>
              <p:cNvCxnSpPr>
                <a:stCxn id="24" idx="6"/>
                <a:endCxn id="27" idx="2"/>
              </p:cNvCxnSpPr>
              <p:nvPr/>
            </p:nvCxnSpPr>
            <p:spPr>
              <a:xfrm>
                <a:off x="2444286" y="3276727"/>
                <a:ext cx="1510213" cy="52390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E1C25311-7C68-C36D-4476-CA0FCCD69244}"/>
                  </a:ext>
                </a:extLst>
              </p:cNvPr>
              <p:cNvCxnSpPr>
                <a:stCxn id="23" idx="4"/>
                <a:endCxn id="25" idx="1"/>
              </p:cNvCxnSpPr>
              <p:nvPr/>
            </p:nvCxnSpPr>
            <p:spPr>
              <a:xfrm>
                <a:off x="256634" y="4677433"/>
                <a:ext cx="857899" cy="1046257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11F5BADE-4A56-92F9-58BC-B486B8F7E070}"/>
                  </a:ext>
                </a:extLst>
              </p:cNvPr>
              <p:cNvCxnSpPr>
                <a:stCxn id="26" idx="3"/>
                <a:endCxn id="25" idx="7"/>
              </p:cNvCxnSpPr>
              <p:nvPr/>
            </p:nvCxnSpPr>
            <p:spPr>
              <a:xfrm flipH="1">
                <a:off x="1477469" y="4930617"/>
                <a:ext cx="1172042" cy="793073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027FA524-C0FB-0934-FA57-17F9C7BAE186}"/>
                  </a:ext>
                </a:extLst>
              </p:cNvPr>
              <p:cNvCxnSpPr>
                <a:stCxn id="28" idx="2"/>
                <a:endCxn id="25" idx="5"/>
              </p:cNvCxnSpPr>
              <p:nvPr/>
            </p:nvCxnSpPr>
            <p:spPr>
              <a:xfrm flipH="1" flipV="1">
                <a:off x="1477469" y="6086626"/>
                <a:ext cx="1369411" cy="56531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1DD6C19D-2D8E-F3D1-9BEE-4E9B9E6A8587}"/>
                  </a:ext>
                </a:extLst>
              </p:cNvPr>
              <p:cNvCxnSpPr>
                <a:stCxn id="26" idx="5"/>
                <a:endCxn id="28" idx="0"/>
              </p:cNvCxnSpPr>
              <p:nvPr/>
            </p:nvCxnSpPr>
            <p:spPr>
              <a:xfrm>
                <a:off x="3012447" y="4930617"/>
                <a:ext cx="91067" cy="146468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8AC7CFD8-7844-11BF-72E2-7FAC5E5D51D9}"/>
                  </a:ext>
                </a:extLst>
              </p:cNvPr>
              <p:cNvCxnSpPr>
                <a:stCxn id="26" idx="7"/>
                <a:endCxn id="27" idx="3"/>
              </p:cNvCxnSpPr>
              <p:nvPr/>
            </p:nvCxnSpPr>
            <p:spPr>
              <a:xfrm flipV="1">
                <a:off x="3012447" y="3510585"/>
                <a:ext cx="1017218" cy="105709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D3E77900-A6CF-C297-A6B7-E676DEBA1211}"/>
                  </a:ext>
                </a:extLst>
              </p:cNvPr>
              <p:cNvCxnSpPr>
                <a:stCxn id="28" idx="6"/>
                <a:endCxn id="29" idx="3"/>
              </p:cNvCxnSpPr>
              <p:nvPr/>
            </p:nvCxnSpPr>
            <p:spPr>
              <a:xfrm flipV="1">
                <a:off x="3360148" y="6576771"/>
                <a:ext cx="1716185" cy="7516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B7C4C5DD-3870-F3AC-A444-916129C761B5}"/>
                  </a:ext>
                </a:extLst>
              </p:cNvPr>
              <p:cNvCxnSpPr>
                <a:stCxn id="29" idx="1"/>
                <a:endCxn id="27" idx="4"/>
              </p:cNvCxnSpPr>
              <p:nvPr/>
            </p:nvCxnSpPr>
            <p:spPr>
              <a:xfrm flipH="1" flipV="1">
                <a:off x="4211133" y="3585751"/>
                <a:ext cx="865200" cy="2628084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E4629D72-BBBE-5AB8-F371-E489B421A452}"/>
                  </a:ext>
                </a:extLst>
              </p:cNvPr>
              <p:cNvCxnSpPr>
                <a:stCxn id="47" idx="2"/>
                <a:endCxn id="27" idx="5"/>
              </p:cNvCxnSpPr>
              <p:nvPr/>
            </p:nvCxnSpPr>
            <p:spPr>
              <a:xfrm flipH="1" flipV="1">
                <a:off x="4392601" y="3510585"/>
                <a:ext cx="913997" cy="495205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B49FB4E7-4DAE-BB0C-3685-407F9B1895F4}"/>
                  </a:ext>
                </a:extLst>
              </p:cNvPr>
              <p:cNvCxnSpPr>
                <a:stCxn id="29" idx="0"/>
                <a:endCxn id="47" idx="3"/>
              </p:cNvCxnSpPr>
              <p:nvPr/>
            </p:nvCxnSpPr>
            <p:spPr>
              <a:xfrm flipV="1">
                <a:off x="5257801" y="4187258"/>
                <a:ext cx="123963" cy="195141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7BB8579B-0572-EE4C-4590-561529CC3161}"/>
                  </a:ext>
                </a:extLst>
              </p:cNvPr>
              <p:cNvCxnSpPr>
                <a:stCxn id="30" idx="1"/>
                <a:endCxn id="47" idx="5"/>
              </p:cNvCxnSpPr>
              <p:nvPr/>
            </p:nvCxnSpPr>
            <p:spPr>
              <a:xfrm flipH="1" flipV="1">
                <a:off x="5744700" y="4187258"/>
                <a:ext cx="861544" cy="674868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AA6E8E87-D0F7-BDA0-AF78-72DC2CE9C860}"/>
                  </a:ext>
                </a:extLst>
              </p:cNvPr>
              <p:cNvCxnSpPr>
                <a:stCxn id="30" idx="3"/>
                <a:endCxn id="29" idx="6"/>
              </p:cNvCxnSpPr>
              <p:nvPr/>
            </p:nvCxnSpPr>
            <p:spPr>
              <a:xfrm flipH="1">
                <a:off x="5514435" y="5225062"/>
                <a:ext cx="1091809" cy="117024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FAEE3F55-268C-5144-5B98-2EACFC0C0CBF}"/>
                  </a:ext>
                </a:extLst>
              </p:cNvPr>
              <p:cNvCxnSpPr>
                <a:stCxn id="24" idx="4"/>
                <a:endCxn id="25" idx="0"/>
              </p:cNvCxnSpPr>
              <p:nvPr/>
            </p:nvCxnSpPr>
            <p:spPr>
              <a:xfrm flipH="1">
                <a:off x="1296001" y="3533361"/>
                <a:ext cx="891651" cy="211516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A0798340-7B35-17BE-0B33-CE06FADA2E92}"/>
                  </a:ext>
                </a:extLst>
              </p:cNvPr>
              <p:cNvSpPr/>
              <p:nvPr/>
            </p:nvSpPr>
            <p:spPr>
              <a:xfrm>
                <a:off x="0" y="4164165"/>
                <a:ext cx="513268" cy="513268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C4A65DA6-774E-0FE3-4D06-3E93383C728E}"/>
                  </a:ext>
                </a:extLst>
              </p:cNvPr>
              <p:cNvSpPr/>
              <p:nvPr/>
            </p:nvSpPr>
            <p:spPr>
              <a:xfrm>
                <a:off x="1931018" y="3020093"/>
                <a:ext cx="513268" cy="513268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22B91480-4C85-A081-2FE2-963A3BCE0382}"/>
                  </a:ext>
                </a:extLst>
              </p:cNvPr>
              <p:cNvSpPr/>
              <p:nvPr/>
            </p:nvSpPr>
            <p:spPr>
              <a:xfrm>
                <a:off x="1039367" y="5648524"/>
                <a:ext cx="513268" cy="513268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AF7EAA21-792F-41EE-AC55-1B1D748CF362}"/>
                  </a:ext>
                </a:extLst>
              </p:cNvPr>
              <p:cNvSpPr/>
              <p:nvPr/>
            </p:nvSpPr>
            <p:spPr>
              <a:xfrm>
                <a:off x="2574345" y="4492515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E2DC5204-758E-422C-7620-F2CB8AD543FC}"/>
                  </a:ext>
                </a:extLst>
              </p:cNvPr>
              <p:cNvSpPr/>
              <p:nvPr/>
            </p:nvSpPr>
            <p:spPr>
              <a:xfrm>
                <a:off x="3954499" y="3072483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FDDC74CF-E5BF-4989-DE6D-842F332C8CC3}"/>
                  </a:ext>
                </a:extLst>
              </p:cNvPr>
              <p:cNvSpPr/>
              <p:nvPr/>
            </p:nvSpPr>
            <p:spPr>
              <a:xfrm>
                <a:off x="2846880" y="6395303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98920CAB-73F8-6071-7659-A84EA68DAF39}"/>
                  </a:ext>
                </a:extLst>
              </p:cNvPr>
              <p:cNvSpPr/>
              <p:nvPr/>
            </p:nvSpPr>
            <p:spPr>
              <a:xfrm>
                <a:off x="5001167" y="6138669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4F9BCDA8-36C9-7E40-A352-11256FF278A8}"/>
                  </a:ext>
                </a:extLst>
              </p:cNvPr>
              <p:cNvSpPr/>
              <p:nvPr/>
            </p:nvSpPr>
            <p:spPr>
              <a:xfrm>
                <a:off x="6531078" y="4786960"/>
                <a:ext cx="513268" cy="51326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9</a:t>
                </a:r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3EE2D146-DAEA-00BE-7C60-D185B4C0F610}"/>
                  </a:ext>
                </a:extLst>
              </p:cNvPr>
              <p:cNvSpPr/>
              <p:nvPr/>
            </p:nvSpPr>
            <p:spPr>
              <a:xfrm>
                <a:off x="5306598" y="3749156"/>
                <a:ext cx="513268" cy="513268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</p:grp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B06595CC-A5D9-7851-3D09-0246DF1C7A83}"/>
                </a:ext>
              </a:extLst>
            </p:cNvPr>
            <p:cNvCxnSpPr>
              <a:cxnSpLocks/>
              <a:stCxn id="29" idx="7"/>
              <a:endCxn id="47" idx="4"/>
            </p:cNvCxnSpPr>
            <p:nvPr/>
          </p:nvCxnSpPr>
          <p:spPr>
            <a:xfrm flipV="1">
              <a:off x="6963269" y="3868060"/>
              <a:ext cx="123963" cy="19514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CF675CA-0FA6-3D2C-63D0-79A0D2101294}"/>
                </a:ext>
              </a:extLst>
            </p:cNvPr>
            <p:cNvCxnSpPr>
              <a:cxnSpLocks/>
              <a:stCxn id="28" idx="3"/>
              <a:endCxn id="25" idx="4"/>
            </p:cNvCxnSpPr>
            <p:nvPr/>
          </p:nvCxnSpPr>
          <p:spPr>
            <a:xfrm flipH="1" flipV="1">
              <a:off x="2820001" y="5767428"/>
              <a:ext cx="1626045" cy="671613"/>
            </a:xfrm>
            <a:prstGeom prst="line">
              <a:avLst/>
            </a:prstGeom>
            <a:ln w="5715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947596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B25D7-46D9-7A29-F433-24525C179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94C9A-430C-4F98-53B0-13383F31D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Find Distance – Worked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5695E1-647D-3F68-CEE1-900FDB3C2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24</a:t>
            </a:fld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71CF9C8-0EB1-808E-6937-D55B88045794}"/>
              </a:ext>
            </a:extLst>
          </p:cNvPr>
          <p:cNvGrpSpPr/>
          <p:nvPr/>
        </p:nvGrpSpPr>
        <p:grpSpPr>
          <a:xfrm>
            <a:off x="474420" y="1517187"/>
            <a:ext cx="4385159" cy="2420607"/>
            <a:chOff x="1524000" y="2625729"/>
            <a:chExt cx="7044346" cy="3888478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28F90165-D1B4-25ED-6027-B1D8D91EE9D3}"/>
                </a:ext>
              </a:extLst>
            </p:cNvPr>
            <p:cNvGrpSpPr/>
            <p:nvPr/>
          </p:nvGrpSpPr>
          <p:grpSpPr>
            <a:xfrm>
              <a:off x="1524000" y="2625729"/>
              <a:ext cx="7044346" cy="3888478"/>
              <a:chOff x="0" y="3020093"/>
              <a:chExt cx="7044346" cy="3888478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E29E0C23-FF86-8EEA-0144-7F272DDA62DA}"/>
                  </a:ext>
                </a:extLst>
              </p:cNvPr>
              <p:cNvCxnSpPr>
                <a:stCxn id="88" idx="7"/>
                <a:endCxn id="89" idx="2"/>
              </p:cNvCxnSpPr>
              <p:nvPr/>
            </p:nvCxnSpPr>
            <p:spPr>
              <a:xfrm flipV="1">
                <a:off x="438102" y="3276727"/>
                <a:ext cx="1492916" cy="962604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B72EC391-05A6-3506-01A9-C2240D8025FA}"/>
                  </a:ext>
                </a:extLst>
              </p:cNvPr>
              <p:cNvCxnSpPr>
                <a:stCxn id="89" idx="6"/>
                <a:endCxn id="92" idx="2"/>
              </p:cNvCxnSpPr>
              <p:nvPr/>
            </p:nvCxnSpPr>
            <p:spPr>
              <a:xfrm>
                <a:off x="2444286" y="3276727"/>
                <a:ext cx="1510213" cy="52390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28E4B48-5E79-8886-A44D-E01E16E84D82}"/>
                  </a:ext>
                </a:extLst>
              </p:cNvPr>
              <p:cNvCxnSpPr>
                <a:stCxn id="88" idx="4"/>
                <a:endCxn id="90" idx="1"/>
              </p:cNvCxnSpPr>
              <p:nvPr/>
            </p:nvCxnSpPr>
            <p:spPr>
              <a:xfrm>
                <a:off x="256634" y="4677433"/>
                <a:ext cx="857899" cy="1046257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E3AD71E1-1C59-0A4D-1288-BBEDA337FC02}"/>
                  </a:ext>
                </a:extLst>
              </p:cNvPr>
              <p:cNvCxnSpPr>
                <a:stCxn id="91" idx="3"/>
                <a:endCxn id="90" idx="7"/>
              </p:cNvCxnSpPr>
              <p:nvPr/>
            </p:nvCxnSpPr>
            <p:spPr>
              <a:xfrm flipH="1">
                <a:off x="1477469" y="4930617"/>
                <a:ext cx="1172042" cy="79307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F0E9AA0F-ADE4-9C34-B251-AA94C1E4D969}"/>
                  </a:ext>
                </a:extLst>
              </p:cNvPr>
              <p:cNvCxnSpPr>
                <a:stCxn id="93" idx="2"/>
                <a:endCxn id="90" idx="5"/>
              </p:cNvCxnSpPr>
              <p:nvPr/>
            </p:nvCxnSpPr>
            <p:spPr>
              <a:xfrm flipH="1" flipV="1">
                <a:off x="1477469" y="6086626"/>
                <a:ext cx="1369411" cy="56531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4BBAB7B5-32E7-5BE9-45F7-DB5CA05855A6}"/>
                  </a:ext>
                </a:extLst>
              </p:cNvPr>
              <p:cNvCxnSpPr>
                <a:stCxn id="91" idx="5"/>
                <a:endCxn id="93" idx="0"/>
              </p:cNvCxnSpPr>
              <p:nvPr/>
            </p:nvCxnSpPr>
            <p:spPr>
              <a:xfrm>
                <a:off x="3012447" y="4930617"/>
                <a:ext cx="91067" cy="146468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69923C17-F588-E260-DA4D-9DD9DB3AC4BF}"/>
                  </a:ext>
                </a:extLst>
              </p:cNvPr>
              <p:cNvCxnSpPr>
                <a:stCxn id="91" idx="7"/>
                <a:endCxn id="92" idx="3"/>
              </p:cNvCxnSpPr>
              <p:nvPr/>
            </p:nvCxnSpPr>
            <p:spPr>
              <a:xfrm flipV="1">
                <a:off x="3012447" y="3510585"/>
                <a:ext cx="1017218" cy="105709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B4A147D0-1973-BE93-04D0-EB87C7536397}"/>
                  </a:ext>
                </a:extLst>
              </p:cNvPr>
              <p:cNvCxnSpPr>
                <a:stCxn id="93" idx="6"/>
                <a:endCxn id="94" idx="3"/>
              </p:cNvCxnSpPr>
              <p:nvPr/>
            </p:nvCxnSpPr>
            <p:spPr>
              <a:xfrm flipV="1">
                <a:off x="3360148" y="6576771"/>
                <a:ext cx="1716185" cy="7516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AD4C1515-5592-C525-E1D4-F74FBB371676}"/>
                  </a:ext>
                </a:extLst>
              </p:cNvPr>
              <p:cNvCxnSpPr>
                <a:stCxn id="94" idx="1"/>
                <a:endCxn id="92" idx="4"/>
              </p:cNvCxnSpPr>
              <p:nvPr/>
            </p:nvCxnSpPr>
            <p:spPr>
              <a:xfrm flipH="1" flipV="1">
                <a:off x="4211133" y="3585751"/>
                <a:ext cx="865200" cy="2628084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AD2E1FE1-CF43-DE17-8F21-E99B186E23E4}"/>
                  </a:ext>
                </a:extLst>
              </p:cNvPr>
              <p:cNvCxnSpPr>
                <a:stCxn id="96" idx="2"/>
                <a:endCxn id="92" idx="5"/>
              </p:cNvCxnSpPr>
              <p:nvPr/>
            </p:nvCxnSpPr>
            <p:spPr>
              <a:xfrm flipH="1" flipV="1">
                <a:off x="4392601" y="3510585"/>
                <a:ext cx="913997" cy="495205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7337B2B6-D1B5-2ADD-1D67-90C812AA100E}"/>
                  </a:ext>
                </a:extLst>
              </p:cNvPr>
              <p:cNvCxnSpPr>
                <a:stCxn id="94" idx="0"/>
                <a:endCxn id="96" idx="3"/>
              </p:cNvCxnSpPr>
              <p:nvPr/>
            </p:nvCxnSpPr>
            <p:spPr>
              <a:xfrm flipV="1">
                <a:off x="5257801" y="4187258"/>
                <a:ext cx="123963" cy="195141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4ED31D3F-F699-E76A-12EF-2E5FFDAC4765}"/>
                  </a:ext>
                </a:extLst>
              </p:cNvPr>
              <p:cNvCxnSpPr>
                <a:stCxn id="95" idx="1"/>
                <a:endCxn id="96" idx="5"/>
              </p:cNvCxnSpPr>
              <p:nvPr/>
            </p:nvCxnSpPr>
            <p:spPr>
              <a:xfrm flipH="1" flipV="1">
                <a:off x="5744700" y="4187258"/>
                <a:ext cx="861544" cy="674868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F27782D1-F1CA-DBD2-6D2A-ADFD9A47BCEA}"/>
                  </a:ext>
                </a:extLst>
              </p:cNvPr>
              <p:cNvCxnSpPr>
                <a:stCxn id="95" idx="3"/>
                <a:endCxn id="94" idx="6"/>
              </p:cNvCxnSpPr>
              <p:nvPr/>
            </p:nvCxnSpPr>
            <p:spPr>
              <a:xfrm flipH="1">
                <a:off x="5514435" y="5225062"/>
                <a:ext cx="1091809" cy="117024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A48AB834-1C74-3268-B430-3C841684F3A3}"/>
                  </a:ext>
                </a:extLst>
              </p:cNvPr>
              <p:cNvCxnSpPr>
                <a:stCxn id="89" idx="4"/>
                <a:endCxn id="90" idx="0"/>
              </p:cNvCxnSpPr>
              <p:nvPr/>
            </p:nvCxnSpPr>
            <p:spPr>
              <a:xfrm flipH="1">
                <a:off x="1296001" y="3533361"/>
                <a:ext cx="891651" cy="211516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8602BDAA-33D3-2325-0A07-9333ED85B614}"/>
                  </a:ext>
                </a:extLst>
              </p:cNvPr>
              <p:cNvSpPr/>
              <p:nvPr/>
            </p:nvSpPr>
            <p:spPr>
              <a:xfrm>
                <a:off x="0" y="4164165"/>
                <a:ext cx="513268" cy="513268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10F59170-6D6B-9F34-58B4-B2B4A00B9E69}"/>
                  </a:ext>
                </a:extLst>
              </p:cNvPr>
              <p:cNvSpPr/>
              <p:nvPr/>
            </p:nvSpPr>
            <p:spPr>
              <a:xfrm>
                <a:off x="1931018" y="3020093"/>
                <a:ext cx="513268" cy="513268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A7B830C2-CE9A-EDEA-A05C-CCA2204272A4}"/>
                  </a:ext>
                </a:extLst>
              </p:cNvPr>
              <p:cNvSpPr/>
              <p:nvPr/>
            </p:nvSpPr>
            <p:spPr>
              <a:xfrm>
                <a:off x="1039367" y="5648524"/>
                <a:ext cx="513268" cy="513268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27D1A3C8-9983-4585-689C-0D3660B95854}"/>
                  </a:ext>
                </a:extLst>
              </p:cNvPr>
              <p:cNvSpPr/>
              <p:nvPr/>
            </p:nvSpPr>
            <p:spPr>
              <a:xfrm>
                <a:off x="2574345" y="4492515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9BC78DA5-AD48-1ECA-69C8-B139F0C4FFB5}"/>
                  </a:ext>
                </a:extLst>
              </p:cNvPr>
              <p:cNvSpPr/>
              <p:nvPr/>
            </p:nvSpPr>
            <p:spPr>
              <a:xfrm>
                <a:off x="3954499" y="3072483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B03EF8D6-5A76-3E86-D7D2-E4D69A21FFD1}"/>
                  </a:ext>
                </a:extLst>
              </p:cNvPr>
              <p:cNvSpPr/>
              <p:nvPr/>
            </p:nvSpPr>
            <p:spPr>
              <a:xfrm>
                <a:off x="2846880" y="6395303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1BC16755-D9DF-713A-5A59-479D6312958F}"/>
                  </a:ext>
                </a:extLst>
              </p:cNvPr>
              <p:cNvSpPr/>
              <p:nvPr/>
            </p:nvSpPr>
            <p:spPr>
              <a:xfrm>
                <a:off x="5001167" y="6138669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539DE575-94DD-7B30-F122-E85E687337BE}"/>
                  </a:ext>
                </a:extLst>
              </p:cNvPr>
              <p:cNvSpPr/>
              <p:nvPr/>
            </p:nvSpPr>
            <p:spPr>
              <a:xfrm>
                <a:off x="6531078" y="4786960"/>
                <a:ext cx="513268" cy="51326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9</a:t>
                </a:r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C67B488D-93A5-DD1E-1B6A-1BD8D6397406}"/>
                  </a:ext>
                </a:extLst>
              </p:cNvPr>
              <p:cNvSpPr/>
              <p:nvPr/>
            </p:nvSpPr>
            <p:spPr>
              <a:xfrm>
                <a:off x="5306598" y="3749156"/>
                <a:ext cx="513268" cy="513268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</p:grp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95E829E4-58A1-6BFF-7D14-C1A6DFE3A306}"/>
                </a:ext>
              </a:extLst>
            </p:cNvPr>
            <p:cNvCxnSpPr>
              <a:cxnSpLocks/>
              <a:stCxn id="94" idx="7"/>
              <a:endCxn id="96" idx="4"/>
            </p:cNvCxnSpPr>
            <p:nvPr/>
          </p:nvCxnSpPr>
          <p:spPr>
            <a:xfrm flipV="1">
              <a:off x="6963269" y="3868060"/>
              <a:ext cx="123963" cy="19514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0E878FE-B3E8-3C5C-1F67-E780ED29F4E1}"/>
                </a:ext>
              </a:extLst>
            </p:cNvPr>
            <p:cNvCxnSpPr>
              <a:cxnSpLocks/>
              <a:stCxn id="93" idx="3"/>
              <a:endCxn id="90" idx="4"/>
            </p:cNvCxnSpPr>
            <p:nvPr/>
          </p:nvCxnSpPr>
          <p:spPr>
            <a:xfrm flipH="1" flipV="1">
              <a:off x="2820001" y="5767428"/>
              <a:ext cx="1626045" cy="67161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9BA5A57-FBDF-C6BD-B65C-BE270C865080}"/>
              </a:ext>
            </a:extLst>
          </p:cNvPr>
          <p:cNvSpPr txBox="1"/>
          <p:nvPr/>
        </p:nvSpPr>
        <p:spPr>
          <a:xfrm>
            <a:off x="32803" y="3973607"/>
            <a:ext cx="6984733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For each node: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update current layer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For each unvisited neighbor: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    add that neighbor to a queue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    mark that neighbor as visited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    set neighbor’s layer to be current layer + 1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   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018B9F0-016C-4A88-CD0A-06B9EFF961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1720483"/>
              </p:ext>
            </p:extLst>
          </p:nvPr>
        </p:nvGraphicFramePr>
        <p:xfrm>
          <a:off x="6820603" y="1399839"/>
          <a:ext cx="3977241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6330">
                  <a:extLst>
                    <a:ext uri="{9D8B030D-6E8A-4147-A177-3AD203B41FA5}">
                      <a16:colId xmlns:a16="http://schemas.microsoft.com/office/drawing/2014/main" val="2885487592"/>
                    </a:ext>
                  </a:extLst>
                </a:gridCol>
                <a:gridCol w="1014152">
                  <a:extLst>
                    <a:ext uri="{9D8B030D-6E8A-4147-A177-3AD203B41FA5}">
                      <a16:colId xmlns:a16="http://schemas.microsoft.com/office/drawing/2014/main" val="3918555435"/>
                    </a:ext>
                  </a:extLst>
                </a:gridCol>
                <a:gridCol w="1996759">
                  <a:extLst>
                    <a:ext uri="{9D8B030D-6E8A-4147-A177-3AD203B41FA5}">
                      <a16:colId xmlns:a16="http://schemas.microsoft.com/office/drawing/2014/main" val="17459318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Visited?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Layer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8798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4763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5311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657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7034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718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982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48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3436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5953369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9FC32378-B7BA-966F-E93B-2D3957A6733E}"/>
              </a:ext>
            </a:extLst>
          </p:cNvPr>
          <p:cNvGrpSpPr/>
          <p:nvPr/>
        </p:nvGrpSpPr>
        <p:grpSpPr>
          <a:xfrm>
            <a:off x="5742926" y="5486396"/>
            <a:ext cx="6036209" cy="647348"/>
            <a:chOff x="5742926" y="5619404"/>
            <a:chExt cx="6036209" cy="64734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0FBA9DE-AFF7-CB66-1D65-61892F4009DC}"/>
                </a:ext>
              </a:extLst>
            </p:cNvPr>
            <p:cNvSpPr/>
            <p:nvPr/>
          </p:nvSpPr>
          <p:spPr>
            <a:xfrm>
              <a:off x="6558742" y="5619404"/>
              <a:ext cx="5220393" cy="6473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9C82495-D6C1-0C18-036B-6069D1519417}"/>
                </a:ext>
              </a:extLst>
            </p:cNvPr>
            <p:cNvSpPr txBox="1"/>
            <p:nvPr/>
          </p:nvSpPr>
          <p:spPr>
            <a:xfrm>
              <a:off x="5742926" y="5765866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Queue: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770933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E8D23-AC6D-8027-7A1B-98072E8AC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070DF-BF7D-48BD-FEE1-60E439662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Shortest Path - Idea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50496A-1D94-8392-BA33-24C185AAD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25</a:t>
            </a:fld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90AFFE2-0C44-3C78-0EBE-F2B9CB2409CA}"/>
              </a:ext>
            </a:extLst>
          </p:cNvPr>
          <p:cNvGrpSpPr/>
          <p:nvPr/>
        </p:nvGrpSpPr>
        <p:grpSpPr>
          <a:xfrm>
            <a:off x="474420" y="1517187"/>
            <a:ext cx="4385159" cy="2420607"/>
            <a:chOff x="1524000" y="2625729"/>
            <a:chExt cx="7044346" cy="3888478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BA9F1D6C-ACE7-BC5B-F569-9A70CE937B0D}"/>
                </a:ext>
              </a:extLst>
            </p:cNvPr>
            <p:cNvGrpSpPr/>
            <p:nvPr/>
          </p:nvGrpSpPr>
          <p:grpSpPr>
            <a:xfrm>
              <a:off x="1524000" y="2625729"/>
              <a:ext cx="7044346" cy="3888478"/>
              <a:chOff x="0" y="3020093"/>
              <a:chExt cx="7044346" cy="3888478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C783CA8C-3E94-0E3C-6D96-3CFC2A7358EE}"/>
                  </a:ext>
                </a:extLst>
              </p:cNvPr>
              <p:cNvCxnSpPr>
                <a:stCxn id="88" idx="7"/>
                <a:endCxn id="89" idx="2"/>
              </p:cNvCxnSpPr>
              <p:nvPr/>
            </p:nvCxnSpPr>
            <p:spPr>
              <a:xfrm flipV="1">
                <a:off x="438102" y="3276727"/>
                <a:ext cx="1492916" cy="962604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F1B3D5AA-F1D7-3368-4383-D4FCE55D019C}"/>
                  </a:ext>
                </a:extLst>
              </p:cNvPr>
              <p:cNvCxnSpPr>
                <a:stCxn id="89" idx="6"/>
                <a:endCxn id="92" idx="2"/>
              </p:cNvCxnSpPr>
              <p:nvPr/>
            </p:nvCxnSpPr>
            <p:spPr>
              <a:xfrm>
                <a:off x="2444286" y="3276727"/>
                <a:ext cx="1510213" cy="52390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3944A9A2-D1AF-CDD7-0D84-91FA7A11CFD4}"/>
                  </a:ext>
                </a:extLst>
              </p:cNvPr>
              <p:cNvCxnSpPr>
                <a:stCxn id="88" idx="4"/>
                <a:endCxn id="90" idx="1"/>
              </p:cNvCxnSpPr>
              <p:nvPr/>
            </p:nvCxnSpPr>
            <p:spPr>
              <a:xfrm>
                <a:off x="256634" y="4677433"/>
                <a:ext cx="857899" cy="1046257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6FA77429-45D1-E595-4393-DA0258546472}"/>
                  </a:ext>
                </a:extLst>
              </p:cNvPr>
              <p:cNvCxnSpPr>
                <a:stCxn id="91" idx="3"/>
                <a:endCxn id="90" idx="7"/>
              </p:cNvCxnSpPr>
              <p:nvPr/>
            </p:nvCxnSpPr>
            <p:spPr>
              <a:xfrm flipH="1">
                <a:off x="1477469" y="4930617"/>
                <a:ext cx="1172042" cy="79307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05B3C426-52C7-742A-D3B2-A93F30C3D91D}"/>
                  </a:ext>
                </a:extLst>
              </p:cNvPr>
              <p:cNvCxnSpPr>
                <a:stCxn id="93" idx="2"/>
                <a:endCxn id="90" idx="5"/>
              </p:cNvCxnSpPr>
              <p:nvPr/>
            </p:nvCxnSpPr>
            <p:spPr>
              <a:xfrm flipH="1" flipV="1">
                <a:off x="1477469" y="6086626"/>
                <a:ext cx="1369411" cy="56531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D4B8B381-111A-FD41-7E22-8F44EC30EFD6}"/>
                  </a:ext>
                </a:extLst>
              </p:cNvPr>
              <p:cNvCxnSpPr>
                <a:stCxn id="91" idx="5"/>
                <a:endCxn id="93" idx="0"/>
              </p:cNvCxnSpPr>
              <p:nvPr/>
            </p:nvCxnSpPr>
            <p:spPr>
              <a:xfrm>
                <a:off x="3012447" y="4930617"/>
                <a:ext cx="91067" cy="146468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03ED18C9-0F58-FE0A-224C-2588174AFB81}"/>
                  </a:ext>
                </a:extLst>
              </p:cNvPr>
              <p:cNvCxnSpPr>
                <a:stCxn id="91" idx="7"/>
                <a:endCxn id="92" idx="3"/>
              </p:cNvCxnSpPr>
              <p:nvPr/>
            </p:nvCxnSpPr>
            <p:spPr>
              <a:xfrm flipV="1">
                <a:off x="3012447" y="3510585"/>
                <a:ext cx="1017218" cy="105709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57BFEEB3-97C2-AEF0-9428-FBF57DE0453A}"/>
                  </a:ext>
                </a:extLst>
              </p:cNvPr>
              <p:cNvCxnSpPr>
                <a:stCxn id="93" idx="6"/>
                <a:endCxn id="94" idx="3"/>
              </p:cNvCxnSpPr>
              <p:nvPr/>
            </p:nvCxnSpPr>
            <p:spPr>
              <a:xfrm flipV="1">
                <a:off x="3360148" y="6576771"/>
                <a:ext cx="1716185" cy="7516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42064E52-216B-91FC-4B46-2311B61F7132}"/>
                  </a:ext>
                </a:extLst>
              </p:cNvPr>
              <p:cNvCxnSpPr>
                <a:stCxn id="94" idx="1"/>
                <a:endCxn id="92" idx="4"/>
              </p:cNvCxnSpPr>
              <p:nvPr/>
            </p:nvCxnSpPr>
            <p:spPr>
              <a:xfrm flipH="1" flipV="1">
                <a:off x="4211133" y="3585751"/>
                <a:ext cx="865200" cy="2628084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27927D8-F995-BC9D-2E12-CA5E5A93084B}"/>
                  </a:ext>
                </a:extLst>
              </p:cNvPr>
              <p:cNvCxnSpPr>
                <a:stCxn id="96" idx="2"/>
                <a:endCxn id="92" idx="5"/>
              </p:cNvCxnSpPr>
              <p:nvPr/>
            </p:nvCxnSpPr>
            <p:spPr>
              <a:xfrm flipH="1" flipV="1">
                <a:off x="4392601" y="3510585"/>
                <a:ext cx="913997" cy="495205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64708231-BFB6-80B8-9507-7F4B9B28CD2E}"/>
                  </a:ext>
                </a:extLst>
              </p:cNvPr>
              <p:cNvCxnSpPr>
                <a:stCxn id="94" idx="0"/>
                <a:endCxn id="96" idx="3"/>
              </p:cNvCxnSpPr>
              <p:nvPr/>
            </p:nvCxnSpPr>
            <p:spPr>
              <a:xfrm flipV="1">
                <a:off x="5257801" y="4187258"/>
                <a:ext cx="123963" cy="195141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22C6D9FE-7480-CF62-2F8F-F3263512D305}"/>
                  </a:ext>
                </a:extLst>
              </p:cNvPr>
              <p:cNvCxnSpPr>
                <a:stCxn id="95" idx="1"/>
                <a:endCxn id="96" idx="5"/>
              </p:cNvCxnSpPr>
              <p:nvPr/>
            </p:nvCxnSpPr>
            <p:spPr>
              <a:xfrm flipH="1" flipV="1">
                <a:off x="5744700" y="4187258"/>
                <a:ext cx="861544" cy="674868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4FDF33F4-50FF-57CE-0D0C-B81049DC5328}"/>
                  </a:ext>
                </a:extLst>
              </p:cNvPr>
              <p:cNvCxnSpPr>
                <a:stCxn id="95" idx="3"/>
                <a:endCxn id="94" idx="6"/>
              </p:cNvCxnSpPr>
              <p:nvPr/>
            </p:nvCxnSpPr>
            <p:spPr>
              <a:xfrm flipH="1">
                <a:off x="5514435" y="5225062"/>
                <a:ext cx="1091809" cy="117024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945C8B4B-4F12-5223-18DA-B771717B2568}"/>
                  </a:ext>
                </a:extLst>
              </p:cNvPr>
              <p:cNvCxnSpPr>
                <a:stCxn id="89" idx="4"/>
                <a:endCxn id="90" idx="0"/>
              </p:cNvCxnSpPr>
              <p:nvPr/>
            </p:nvCxnSpPr>
            <p:spPr>
              <a:xfrm flipH="1">
                <a:off x="1296001" y="3533361"/>
                <a:ext cx="891651" cy="211516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73BB55AC-6552-DF0B-125E-970A40257AF6}"/>
                  </a:ext>
                </a:extLst>
              </p:cNvPr>
              <p:cNvSpPr/>
              <p:nvPr/>
            </p:nvSpPr>
            <p:spPr>
              <a:xfrm>
                <a:off x="0" y="4164165"/>
                <a:ext cx="513268" cy="513268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6F004A88-0014-17C5-23B1-58339851F5A5}"/>
                  </a:ext>
                </a:extLst>
              </p:cNvPr>
              <p:cNvSpPr/>
              <p:nvPr/>
            </p:nvSpPr>
            <p:spPr>
              <a:xfrm>
                <a:off x="1931018" y="3020093"/>
                <a:ext cx="513268" cy="513268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CBCF41E3-C342-A8F8-BC70-760CC907982E}"/>
                  </a:ext>
                </a:extLst>
              </p:cNvPr>
              <p:cNvSpPr/>
              <p:nvPr/>
            </p:nvSpPr>
            <p:spPr>
              <a:xfrm>
                <a:off x="1039367" y="5648524"/>
                <a:ext cx="513268" cy="513268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79E00AAD-1B6F-C063-FD03-8C1542D5362D}"/>
                  </a:ext>
                </a:extLst>
              </p:cNvPr>
              <p:cNvSpPr/>
              <p:nvPr/>
            </p:nvSpPr>
            <p:spPr>
              <a:xfrm>
                <a:off x="2574345" y="4492515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934C4B80-D7E1-B1EA-8093-43F2C630458F}"/>
                  </a:ext>
                </a:extLst>
              </p:cNvPr>
              <p:cNvSpPr/>
              <p:nvPr/>
            </p:nvSpPr>
            <p:spPr>
              <a:xfrm>
                <a:off x="3954499" y="3072483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E006F4F3-7154-9957-1607-30309B9D7EB4}"/>
                  </a:ext>
                </a:extLst>
              </p:cNvPr>
              <p:cNvSpPr/>
              <p:nvPr/>
            </p:nvSpPr>
            <p:spPr>
              <a:xfrm>
                <a:off x="2846880" y="6395303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6483AC7E-DC22-645B-FD39-9AFE24B91B57}"/>
                  </a:ext>
                </a:extLst>
              </p:cNvPr>
              <p:cNvSpPr/>
              <p:nvPr/>
            </p:nvSpPr>
            <p:spPr>
              <a:xfrm>
                <a:off x="5001167" y="6138669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DBAB79B6-ED59-E70B-252B-FCF83693C674}"/>
                  </a:ext>
                </a:extLst>
              </p:cNvPr>
              <p:cNvSpPr/>
              <p:nvPr/>
            </p:nvSpPr>
            <p:spPr>
              <a:xfrm>
                <a:off x="6531078" y="4786960"/>
                <a:ext cx="513268" cy="51326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9</a:t>
                </a:r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9E9BD361-1CAC-81E4-D04E-77489843E897}"/>
                  </a:ext>
                </a:extLst>
              </p:cNvPr>
              <p:cNvSpPr/>
              <p:nvPr/>
            </p:nvSpPr>
            <p:spPr>
              <a:xfrm>
                <a:off x="5306598" y="3749156"/>
                <a:ext cx="513268" cy="513268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</p:grp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94D02E-26D0-E33C-9762-F65088F5CF48}"/>
                </a:ext>
              </a:extLst>
            </p:cNvPr>
            <p:cNvCxnSpPr>
              <a:cxnSpLocks/>
              <a:stCxn id="94" idx="7"/>
              <a:endCxn id="96" idx="4"/>
            </p:cNvCxnSpPr>
            <p:nvPr/>
          </p:nvCxnSpPr>
          <p:spPr>
            <a:xfrm flipV="1">
              <a:off x="6963269" y="3868060"/>
              <a:ext cx="123963" cy="19514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09AC4CD-7B2F-C50E-B425-B8853CD4FAB6}"/>
                </a:ext>
              </a:extLst>
            </p:cNvPr>
            <p:cNvCxnSpPr>
              <a:cxnSpLocks/>
              <a:stCxn id="93" idx="3"/>
              <a:endCxn id="90" idx="4"/>
            </p:cNvCxnSpPr>
            <p:nvPr/>
          </p:nvCxnSpPr>
          <p:spPr>
            <a:xfrm flipH="1" flipV="1">
              <a:off x="2820001" y="5767428"/>
              <a:ext cx="1626045" cy="67161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3E7E310-EA56-B238-8799-0C3977E917EB}"/>
              </a:ext>
            </a:extLst>
          </p:cNvPr>
          <p:cNvSpPr txBox="1"/>
          <p:nvPr/>
        </p:nvSpPr>
        <p:spPr>
          <a:xfrm>
            <a:off x="32803" y="4480684"/>
            <a:ext cx="7607852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For each node: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For each unvisited neighbor: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    add that neighbor to a queue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    mark that neighbor as visited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    set neighbor’s previous to be the current node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   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3DF76A7-1AE5-FE32-B9BA-55D479F064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31411"/>
              </p:ext>
            </p:extLst>
          </p:nvPr>
        </p:nvGraphicFramePr>
        <p:xfrm>
          <a:off x="6820603" y="1399839"/>
          <a:ext cx="3977241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6330">
                  <a:extLst>
                    <a:ext uri="{9D8B030D-6E8A-4147-A177-3AD203B41FA5}">
                      <a16:colId xmlns:a16="http://schemas.microsoft.com/office/drawing/2014/main" val="2885487592"/>
                    </a:ext>
                  </a:extLst>
                </a:gridCol>
                <a:gridCol w="1014152">
                  <a:extLst>
                    <a:ext uri="{9D8B030D-6E8A-4147-A177-3AD203B41FA5}">
                      <a16:colId xmlns:a16="http://schemas.microsoft.com/office/drawing/2014/main" val="3918555435"/>
                    </a:ext>
                  </a:extLst>
                </a:gridCol>
                <a:gridCol w="1996759">
                  <a:extLst>
                    <a:ext uri="{9D8B030D-6E8A-4147-A177-3AD203B41FA5}">
                      <a16:colId xmlns:a16="http://schemas.microsoft.com/office/drawing/2014/main" val="17459318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Visited?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Previous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8798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4763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5311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657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7034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718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982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48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3436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5953369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6D38CD5B-5A6B-D249-71C9-53138DD93CBB}"/>
              </a:ext>
            </a:extLst>
          </p:cNvPr>
          <p:cNvGrpSpPr/>
          <p:nvPr/>
        </p:nvGrpSpPr>
        <p:grpSpPr>
          <a:xfrm>
            <a:off x="5742926" y="5486396"/>
            <a:ext cx="6036209" cy="647348"/>
            <a:chOff x="5742926" y="5619404"/>
            <a:chExt cx="6036209" cy="64734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9E0C2FE-17B8-0CDF-F2EE-54A2FDB66321}"/>
                </a:ext>
              </a:extLst>
            </p:cNvPr>
            <p:cNvSpPr/>
            <p:nvPr/>
          </p:nvSpPr>
          <p:spPr>
            <a:xfrm>
              <a:off x="6558742" y="5619404"/>
              <a:ext cx="5220393" cy="6473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1EE25D8-B172-B4CA-EC39-BD6F91CBDA5B}"/>
                </a:ext>
              </a:extLst>
            </p:cNvPr>
            <p:cNvSpPr txBox="1"/>
            <p:nvPr/>
          </p:nvSpPr>
          <p:spPr>
            <a:xfrm>
              <a:off x="5742926" y="5765866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Queue: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394837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354B8-6E56-5819-01C5-30E4EDBFB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Depth-First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E1ADA-B56B-195F-9841-4F69B5159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3815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Depth-First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Input: a node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Behavior: Start with node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𝑠</m:t>
                    </m:r>
                  </m:oMath>
                </a14:m>
                <a:r>
                  <a:rPr lang="en-US" dirty="0"/>
                  <a:t>, visit one neighbor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𝑠</m:t>
                    </m:r>
                  </m:oMath>
                </a14:m>
                <a:r>
                  <a:rPr lang="en-US" dirty="0"/>
                  <a:t>, then all nodes reachable from that neighbor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𝑠</m:t>
                    </m:r>
                  </m:oMath>
                </a14:m>
                <a:r>
                  <a:rPr lang="en-US" dirty="0"/>
                  <a:t>, then another neighbor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,…</a:t>
                </a:r>
              </a:p>
              <a:p>
                <a:pPr lvl="1"/>
                <a:r>
                  <a:rPr lang="en-US" dirty="0"/>
                  <a:t>Before moving on to the second neighbor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, visit everything reachable from the first neighbor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Output: </a:t>
                </a:r>
              </a:p>
              <a:p>
                <a:pPr lvl="1"/>
                <a:r>
                  <a:rPr lang="en-US" dirty="0"/>
                  <a:t>Does the graph have a cycle?</a:t>
                </a:r>
              </a:p>
              <a:p>
                <a:pPr lvl="1"/>
                <a:r>
                  <a:rPr lang="en-US" dirty="0"/>
                  <a:t>A </a:t>
                </a:r>
                <a:r>
                  <a:rPr lang="en-US" b="1" dirty="0"/>
                  <a:t>topological sort </a:t>
                </a:r>
                <a:r>
                  <a:rPr lang="en-US" dirty="0"/>
                  <a:t>of the graph.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7040C6-C78B-8017-6D73-97D93EB826C3}"/>
              </a:ext>
            </a:extLst>
          </p:cNvPr>
          <p:cNvSpPr txBox="1"/>
          <p:nvPr/>
        </p:nvSpPr>
        <p:spPr>
          <a:xfrm>
            <a:off x="6857667" y="44645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05044C-10BD-AEE9-D583-6E3F278B41F7}"/>
              </a:ext>
            </a:extLst>
          </p:cNvPr>
          <p:cNvSpPr txBox="1"/>
          <p:nvPr/>
        </p:nvSpPr>
        <p:spPr>
          <a:xfrm>
            <a:off x="8096239" y="37474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37F514-BD71-389A-276B-9053B381D8E4}"/>
              </a:ext>
            </a:extLst>
          </p:cNvPr>
          <p:cNvSpPr txBox="1"/>
          <p:nvPr/>
        </p:nvSpPr>
        <p:spPr>
          <a:xfrm>
            <a:off x="9338044" y="379883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7298B3-A661-E800-FF4D-E8EEBF644EAB}"/>
              </a:ext>
            </a:extLst>
          </p:cNvPr>
          <p:cNvSpPr txBox="1"/>
          <p:nvPr/>
        </p:nvSpPr>
        <p:spPr>
          <a:xfrm>
            <a:off x="10242843" y="415589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D8D756-6925-39E6-93AD-CDD831F97A7D}"/>
              </a:ext>
            </a:extLst>
          </p:cNvPr>
          <p:cNvSpPr txBox="1"/>
          <p:nvPr/>
        </p:nvSpPr>
        <p:spPr>
          <a:xfrm>
            <a:off x="10287000" y="6248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F2CDBA-DA7A-3C1A-5713-45F18AC0DC23}"/>
              </a:ext>
            </a:extLst>
          </p:cNvPr>
          <p:cNvSpPr txBox="1"/>
          <p:nvPr/>
        </p:nvSpPr>
        <p:spPr>
          <a:xfrm>
            <a:off x="7421000" y="58179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5030A1-83AA-A3BB-CB2D-2CE9A3C9892E}"/>
              </a:ext>
            </a:extLst>
          </p:cNvPr>
          <p:cNvSpPr txBox="1"/>
          <p:nvPr/>
        </p:nvSpPr>
        <p:spPr>
          <a:xfrm>
            <a:off x="8429267" y="47331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6652F29-0A79-210D-2DF8-9579B15BE792}"/>
              </a:ext>
            </a:extLst>
          </p:cNvPr>
          <p:cNvGrpSpPr/>
          <p:nvPr/>
        </p:nvGrpSpPr>
        <p:grpSpPr>
          <a:xfrm>
            <a:off x="7009533" y="4114199"/>
            <a:ext cx="4385159" cy="2420607"/>
            <a:chOff x="6934200" y="4047495"/>
            <a:chExt cx="4385159" cy="2420607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7EB8E3F-6751-1E82-7583-8F80C26138DF}"/>
                </a:ext>
              </a:extLst>
            </p:cNvPr>
            <p:cNvGrpSpPr/>
            <p:nvPr/>
          </p:nvGrpSpPr>
          <p:grpSpPr>
            <a:xfrm>
              <a:off x="6934200" y="4047495"/>
              <a:ext cx="4385159" cy="2420607"/>
              <a:chOff x="1524000" y="2625729"/>
              <a:chExt cx="7044346" cy="3888478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933A9D27-8499-DCAD-BB09-C5811A2BD9B8}"/>
                  </a:ext>
                </a:extLst>
              </p:cNvPr>
              <p:cNvGrpSpPr/>
              <p:nvPr/>
            </p:nvGrpSpPr>
            <p:grpSpPr>
              <a:xfrm>
                <a:off x="1524000" y="2625729"/>
                <a:ext cx="7044346" cy="3888478"/>
                <a:chOff x="0" y="3020093"/>
                <a:chExt cx="7044346" cy="3888478"/>
              </a:xfrm>
            </p:grpSpPr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76F20D4D-C2AE-E63F-6C7C-DE9BDBED70C7}"/>
                    </a:ext>
                  </a:extLst>
                </p:cNvPr>
                <p:cNvCxnSpPr>
                  <a:stCxn id="58" idx="7"/>
                  <a:endCxn id="59" idx="2"/>
                </p:cNvCxnSpPr>
                <p:nvPr/>
              </p:nvCxnSpPr>
              <p:spPr>
                <a:xfrm flipV="1">
                  <a:off x="438102" y="3276727"/>
                  <a:ext cx="1492916" cy="962604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F02F690A-F0D8-CEFB-E093-724538ADFB0B}"/>
                    </a:ext>
                  </a:extLst>
                </p:cNvPr>
                <p:cNvCxnSpPr>
                  <a:stCxn id="59" idx="6"/>
                  <a:endCxn id="62" idx="2"/>
                </p:cNvCxnSpPr>
                <p:nvPr/>
              </p:nvCxnSpPr>
              <p:spPr>
                <a:xfrm>
                  <a:off x="2444286" y="3276727"/>
                  <a:ext cx="1510213" cy="52390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E52C7ABA-BBB6-2678-6598-C7D0CEA71D55}"/>
                    </a:ext>
                  </a:extLst>
                </p:cNvPr>
                <p:cNvCxnSpPr>
                  <a:stCxn id="58" idx="4"/>
                  <a:endCxn id="60" idx="1"/>
                </p:cNvCxnSpPr>
                <p:nvPr/>
              </p:nvCxnSpPr>
              <p:spPr>
                <a:xfrm>
                  <a:off x="256634" y="4677433"/>
                  <a:ext cx="857899" cy="1046257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29662FE4-23A3-CBB5-86C2-A01319284309}"/>
                    </a:ext>
                  </a:extLst>
                </p:cNvPr>
                <p:cNvCxnSpPr>
                  <a:stCxn id="61" idx="3"/>
                  <a:endCxn id="60" idx="7"/>
                </p:cNvCxnSpPr>
                <p:nvPr/>
              </p:nvCxnSpPr>
              <p:spPr>
                <a:xfrm flipH="1">
                  <a:off x="1477469" y="4930617"/>
                  <a:ext cx="1172042" cy="79307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BCAFCEF6-1E10-BE11-39F3-D367EC560DB9}"/>
                    </a:ext>
                  </a:extLst>
                </p:cNvPr>
                <p:cNvCxnSpPr>
                  <a:stCxn id="63" idx="2"/>
                  <a:endCxn id="60" idx="5"/>
                </p:cNvCxnSpPr>
                <p:nvPr/>
              </p:nvCxnSpPr>
              <p:spPr>
                <a:xfrm flipH="1" flipV="1">
                  <a:off x="1477469" y="6086626"/>
                  <a:ext cx="1369411" cy="56531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832A12C4-8001-3670-1EDB-F2EFBDB7661E}"/>
                    </a:ext>
                  </a:extLst>
                </p:cNvPr>
                <p:cNvCxnSpPr>
                  <a:stCxn id="61" idx="5"/>
                  <a:endCxn id="63" idx="0"/>
                </p:cNvCxnSpPr>
                <p:nvPr/>
              </p:nvCxnSpPr>
              <p:spPr>
                <a:xfrm>
                  <a:off x="3012447" y="4930617"/>
                  <a:ext cx="91067" cy="1464686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9BFE5E66-3D07-C865-EB56-C97B22695E90}"/>
                    </a:ext>
                  </a:extLst>
                </p:cNvPr>
                <p:cNvCxnSpPr>
                  <a:cxnSpLocks/>
                  <a:stCxn id="59" idx="5"/>
                  <a:endCxn id="64" idx="1"/>
                </p:cNvCxnSpPr>
                <p:nvPr/>
              </p:nvCxnSpPr>
              <p:spPr>
                <a:xfrm>
                  <a:off x="2369118" y="3458194"/>
                  <a:ext cx="2707217" cy="2755642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3324CD16-9A95-C1EA-83C5-7A9080A0385E}"/>
                    </a:ext>
                  </a:extLst>
                </p:cNvPr>
                <p:cNvCxnSpPr>
                  <a:cxnSpLocks/>
                  <a:stCxn id="66" idx="4"/>
                  <a:endCxn id="64" idx="0"/>
                </p:cNvCxnSpPr>
                <p:nvPr/>
              </p:nvCxnSpPr>
              <p:spPr>
                <a:xfrm flipH="1">
                  <a:off x="5257802" y="4262423"/>
                  <a:ext cx="305431" cy="187624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DEE0805D-E768-31B1-8BF9-AAD97F21580B}"/>
                    </a:ext>
                  </a:extLst>
                </p:cNvPr>
                <p:cNvCxnSpPr>
                  <a:stCxn id="66" idx="2"/>
                  <a:endCxn id="62" idx="5"/>
                </p:cNvCxnSpPr>
                <p:nvPr/>
              </p:nvCxnSpPr>
              <p:spPr>
                <a:xfrm flipH="1" flipV="1">
                  <a:off x="4392601" y="3510585"/>
                  <a:ext cx="913997" cy="49520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66C691D0-D9B7-B74F-D15F-4D0CDB0BB571}"/>
                    </a:ext>
                  </a:extLst>
                </p:cNvPr>
                <p:cNvCxnSpPr>
                  <a:stCxn id="65" idx="1"/>
                  <a:endCxn id="66" idx="5"/>
                </p:cNvCxnSpPr>
                <p:nvPr/>
              </p:nvCxnSpPr>
              <p:spPr>
                <a:xfrm flipH="1" flipV="1">
                  <a:off x="5744700" y="4187258"/>
                  <a:ext cx="861544" cy="674868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A28A2562-2B96-4380-2649-D2603A892492}"/>
                    </a:ext>
                  </a:extLst>
                </p:cNvPr>
                <p:cNvCxnSpPr>
                  <a:stCxn id="65" idx="3"/>
                  <a:endCxn id="64" idx="6"/>
                </p:cNvCxnSpPr>
                <p:nvPr/>
              </p:nvCxnSpPr>
              <p:spPr>
                <a:xfrm flipH="1">
                  <a:off x="5514435" y="5225062"/>
                  <a:ext cx="1091809" cy="117024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D677C7EE-6C4E-FD2F-87D9-ABDBFACDFE6D}"/>
                    </a:ext>
                  </a:extLst>
                </p:cNvPr>
                <p:cNvCxnSpPr>
                  <a:stCxn id="59" idx="4"/>
                  <a:endCxn id="60" idx="0"/>
                </p:cNvCxnSpPr>
                <p:nvPr/>
              </p:nvCxnSpPr>
              <p:spPr>
                <a:xfrm flipH="1">
                  <a:off x="1296001" y="3533361"/>
                  <a:ext cx="891651" cy="211516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2D856A7F-12C5-19F0-FCB2-420F43545988}"/>
                    </a:ext>
                  </a:extLst>
                </p:cNvPr>
                <p:cNvSpPr/>
                <p:nvPr/>
              </p:nvSpPr>
              <p:spPr>
                <a:xfrm>
                  <a:off x="0" y="4164165"/>
                  <a:ext cx="513268" cy="513268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1</a:t>
                  </a:r>
                </a:p>
              </p:txBody>
            </p:sp>
            <p:sp>
              <p:nvSpPr>
                <p:cNvPr id="59" name="Oval 58">
                  <a:extLst>
                    <a:ext uri="{FF2B5EF4-FFF2-40B4-BE49-F238E27FC236}">
                      <a16:creationId xmlns:a16="http://schemas.microsoft.com/office/drawing/2014/main" id="{3C5968D7-2907-9113-8FF6-CC4B379CC232}"/>
                    </a:ext>
                  </a:extLst>
                </p:cNvPr>
                <p:cNvSpPr/>
                <p:nvPr/>
              </p:nvSpPr>
              <p:spPr>
                <a:xfrm>
                  <a:off x="1931018" y="302009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60" name="Oval 59">
                  <a:extLst>
                    <a:ext uri="{FF2B5EF4-FFF2-40B4-BE49-F238E27FC236}">
                      <a16:creationId xmlns:a16="http://schemas.microsoft.com/office/drawing/2014/main" id="{7DBE19AF-9821-7DB2-BABD-9828DF2FDA2B}"/>
                    </a:ext>
                  </a:extLst>
                </p:cNvPr>
                <p:cNvSpPr/>
                <p:nvPr/>
              </p:nvSpPr>
              <p:spPr>
                <a:xfrm>
                  <a:off x="1039367" y="5648524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3</a:t>
                  </a:r>
                </a:p>
              </p:txBody>
            </p:sp>
            <p:sp>
              <p:nvSpPr>
                <p:cNvPr id="61" name="Oval 60">
                  <a:extLst>
                    <a:ext uri="{FF2B5EF4-FFF2-40B4-BE49-F238E27FC236}">
                      <a16:creationId xmlns:a16="http://schemas.microsoft.com/office/drawing/2014/main" id="{66C0888B-D28A-7C05-A7DC-C42BD35E4A46}"/>
                    </a:ext>
                  </a:extLst>
                </p:cNvPr>
                <p:cNvSpPr/>
                <p:nvPr/>
              </p:nvSpPr>
              <p:spPr>
                <a:xfrm>
                  <a:off x="2574345" y="4492515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4</a:t>
                  </a:r>
                </a:p>
              </p:txBody>
            </p:sp>
            <p:sp>
              <p:nvSpPr>
                <p:cNvPr id="62" name="Oval 61">
                  <a:extLst>
                    <a:ext uri="{FF2B5EF4-FFF2-40B4-BE49-F238E27FC236}">
                      <a16:creationId xmlns:a16="http://schemas.microsoft.com/office/drawing/2014/main" id="{AF6BA200-2A32-4B42-FDB6-8BC54E2290CC}"/>
                    </a:ext>
                  </a:extLst>
                </p:cNvPr>
                <p:cNvSpPr/>
                <p:nvPr/>
              </p:nvSpPr>
              <p:spPr>
                <a:xfrm>
                  <a:off x="3954499" y="307248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63" name="Oval 62">
                  <a:extLst>
                    <a:ext uri="{FF2B5EF4-FFF2-40B4-BE49-F238E27FC236}">
                      <a16:creationId xmlns:a16="http://schemas.microsoft.com/office/drawing/2014/main" id="{10A11247-2014-BBA9-F784-829C0D1A56DD}"/>
                    </a:ext>
                  </a:extLst>
                </p:cNvPr>
                <p:cNvSpPr/>
                <p:nvPr/>
              </p:nvSpPr>
              <p:spPr>
                <a:xfrm>
                  <a:off x="2846880" y="6395303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6</a:t>
                  </a:r>
                </a:p>
              </p:txBody>
            </p:sp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A6FA3B9B-58B9-D650-AE52-EB3C4C14EBF2}"/>
                    </a:ext>
                  </a:extLst>
                </p:cNvPr>
                <p:cNvSpPr/>
                <p:nvPr/>
              </p:nvSpPr>
              <p:spPr>
                <a:xfrm>
                  <a:off x="5001167" y="6138669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65" name="Oval 64">
                  <a:extLst>
                    <a:ext uri="{FF2B5EF4-FFF2-40B4-BE49-F238E27FC236}">
                      <a16:creationId xmlns:a16="http://schemas.microsoft.com/office/drawing/2014/main" id="{B5EA0F88-7B97-1BA7-DF0F-7D5459392071}"/>
                    </a:ext>
                  </a:extLst>
                </p:cNvPr>
                <p:cNvSpPr/>
                <p:nvPr/>
              </p:nvSpPr>
              <p:spPr>
                <a:xfrm>
                  <a:off x="6531078" y="4786960"/>
                  <a:ext cx="513268" cy="51326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9</a:t>
                  </a:r>
                </a:p>
              </p:txBody>
            </p:sp>
            <p:sp>
              <p:nvSpPr>
                <p:cNvPr id="66" name="Oval 65">
                  <a:extLst>
                    <a:ext uri="{FF2B5EF4-FFF2-40B4-BE49-F238E27FC236}">
                      <a16:creationId xmlns:a16="http://schemas.microsoft.com/office/drawing/2014/main" id="{2909E842-3B88-2325-732B-830110DB65F8}"/>
                    </a:ext>
                  </a:extLst>
                </p:cNvPr>
                <p:cNvSpPr/>
                <p:nvPr/>
              </p:nvSpPr>
              <p:spPr>
                <a:xfrm>
                  <a:off x="5306598" y="3749156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</p:grp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7234E73A-0E2E-C169-BBC8-1336F0573A3C}"/>
                  </a:ext>
                </a:extLst>
              </p:cNvPr>
              <p:cNvCxnSpPr>
                <a:cxnSpLocks/>
                <a:stCxn id="63" idx="3"/>
                <a:endCxn id="60" idx="4"/>
              </p:cNvCxnSpPr>
              <p:nvPr/>
            </p:nvCxnSpPr>
            <p:spPr>
              <a:xfrm flipH="1" flipV="1">
                <a:off x="2820001" y="5767428"/>
                <a:ext cx="1626045" cy="67161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D5250A6-491F-63A7-7A2B-12750046089E}"/>
                </a:ext>
              </a:extLst>
            </p:cNvPr>
            <p:cNvCxnSpPr>
              <a:cxnSpLocks/>
              <a:stCxn id="63" idx="6"/>
              <a:endCxn id="64" idx="3"/>
            </p:cNvCxnSpPr>
            <p:nvPr/>
          </p:nvCxnSpPr>
          <p:spPr>
            <a:xfrm flipV="1">
              <a:off x="9025917" y="6261553"/>
              <a:ext cx="1068340" cy="4679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3" name="TextBox 92">
            <a:extLst>
              <a:ext uri="{FF2B5EF4-FFF2-40B4-BE49-F238E27FC236}">
                <a16:creationId xmlns:a16="http://schemas.microsoft.com/office/drawing/2014/main" id="{E2D8E6EA-0503-E96D-3170-C01DCD7AB07A}"/>
              </a:ext>
            </a:extLst>
          </p:cNvPr>
          <p:cNvSpPr txBox="1"/>
          <p:nvPr/>
        </p:nvSpPr>
        <p:spPr>
          <a:xfrm>
            <a:off x="8915400" y="64886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C233831-F26A-F96A-1277-FFE1C0150DF9}"/>
                  </a:ext>
                </a:extLst>
              </p14:cNvPr>
              <p14:cNvContentPartPr/>
              <p14:nvPr/>
            </p14:nvContentPartPr>
            <p14:xfrm>
              <a:off x="6480000" y="3609720"/>
              <a:ext cx="2455560" cy="24465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C233831-F26A-F96A-1277-FFE1C0150DF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70640" y="3600360"/>
                <a:ext cx="2474280" cy="2465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245696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" y="192802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DFS (non-recursive)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28</a:t>
            </a:fld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5194496" y="414158"/>
            <a:ext cx="868680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void </a:t>
            </a:r>
            <a:r>
              <a:rPr lang="en-US" sz="2800" dirty="0" err="1"/>
              <a:t>dfs</a:t>
            </a:r>
            <a:r>
              <a:rPr lang="en-US" sz="2800" dirty="0"/>
              <a:t>(graph, s){</a:t>
            </a:r>
          </a:p>
          <a:p>
            <a:r>
              <a:rPr lang="en-US" sz="2800" dirty="0"/>
              <a:t>	found = new </a:t>
            </a:r>
            <a:r>
              <a:rPr lang="en-US" sz="2800" dirty="0">
                <a:solidFill>
                  <a:srgbClr val="FF0000"/>
                </a:solidFill>
              </a:rPr>
              <a:t>Stack();</a:t>
            </a:r>
          </a:p>
          <a:p>
            <a:r>
              <a:rPr lang="en-US" sz="2800" dirty="0"/>
              <a:t>	</a:t>
            </a:r>
            <a:r>
              <a:rPr lang="en-US" sz="2800" dirty="0" err="1"/>
              <a:t>found.</a:t>
            </a:r>
            <a:r>
              <a:rPr lang="en-US" sz="2800" dirty="0" err="1">
                <a:solidFill>
                  <a:srgbClr val="FF0000"/>
                </a:solidFill>
              </a:rPr>
              <a:t>pop</a:t>
            </a:r>
            <a:r>
              <a:rPr lang="en-US" sz="2800" dirty="0"/>
              <a:t>(s);</a:t>
            </a:r>
          </a:p>
          <a:p>
            <a:r>
              <a:rPr lang="en-US" sz="2800" dirty="0"/>
              <a:t>	mark s as “visited”;</a:t>
            </a:r>
          </a:p>
          <a:p>
            <a:r>
              <a:rPr lang="en-US" sz="2800" dirty="0"/>
              <a:t>	While (!</a:t>
            </a:r>
            <a:r>
              <a:rPr lang="en-US" sz="2800" dirty="0" err="1"/>
              <a:t>found.isEmpty</a:t>
            </a:r>
            <a:r>
              <a:rPr lang="en-US" sz="2800" dirty="0"/>
              <a:t>()){</a:t>
            </a:r>
          </a:p>
          <a:p>
            <a:r>
              <a:rPr lang="en-US" sz="2800" dirty="0"/>
              <a:t>		current = </a:t>
            </a:r>
            <a:r>
              <a:rPr lang="en-US" sz="2800" dirty="0" err="1"/>
              <a:t>found.</a:t>
            </a:r>
            <a:r>
              <a:rPr lang="en-US" sz="2800" dirty="0" err="1">
                <a:solidFill>
                  <a:srgbClr val="FF0000"/>
                </a:solidFill>
              </a:rPr>
              <a:t>pop</a:t>
            </a:r>
            <a:r>
              <a:rPr lang="en-US" sz="2800" dirty="0"/>
              <a:t>();</a:t>
            </a:r>
          </a:p>
          <a:p>
            <a:r>
              <a:rPr lang="en-US" sz="2800" dirty="0"/>
              <a:t>		for (v : neighbors(current)){</a:t>
            </a:r>
          </a:p>
          <a:p>
            <a:r>
              <a:rPr lang="en-US" sz="2800" dirty="0"/>
              <a:t>			if (! v marked “visited”){</a:t>
            </a:r>
          </a:p>
          <a:p>
            <a:r>
              <a:rPr lang="en-US" sz="2800" dirty="0"/>
              <a:t>				mark v as “visited”;</a:t>
            </a:r>
          </a:p>
          <a:p>
            <a:r>
              <a:rPr lang="en-US" sz="2800" dirty="0"/>
              <a:t>				</a:t>
            </a:r>
            <a:r>
              <a:rPr lang="en-US" sz="2800" dirty="0" err="1"/>
              <a:t>found.</a:t>
            </a:r>
            <a:r>
              <a:rPr lang="en-US" sz="2800" dirty="0" err="1">
                <a:solidFill>
                  <a:srgbClr val="FF0000"/>
                </a:solidFill>
              </a:rPr>
              <a:t>push</a:t>
            </a:r>
            <a:r>
              <a:rPr lang="en-US" sz="2800" dirty="0"/>
              <a:t>(v);</a:t>
            </a:r>
          </a:p>
          <a:p>
            <a:r>
              <a:rPr lang="en-US" sz="2800" dirty="0"/>
              <a:t>			}</a:t>
            </a:r>
          </a:p>
          <a:p>
            <a:r>
              <a:rPr lang="en-US" sz="2800" dirty="0"/>
              <a:t>		}</a:t>
            </a:r>
          </a:p>
          <a:p>
            <a:r>
              <a:rPr lang="en-US" sz="2800" dirty="0"/>
              <a:t>	}	</a:t>
            </a:r>
          </a:p>
          <a:p>
            <a:r>
              <a:rPr lang="en-US" sz="2800" dirty="0"/>
              <a:t>}		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7685445-E91C-3488-3626-7813352F07C6}"/>
                  </a:ext>
                </a:extLst>
              </p:cNvPr>
              <p:cNvSpPr txBox="1"/>
              <p:nvPr/>
            </p:nvSpPr>
            <p:spPr>
              <a:xfrm>
                <a:off x="565536" y="4880066"/>
                <a:ext cx="420153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rgbClr val="FF0000"/>
                    </a:solidFill>
                  </a:rPr>
                  <a:t>Running time: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d>
                      </m:e>
                    </m:d>
                  </m:oMath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7685445-E91C-3488-3626-7813352F07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536" y="4880066"/>
                <a:ext cx="4201535" cy="523220"/>
              </a:xfrm>
              <a:prstGeom prst="rect">
                <a:avLst/>
              </a:prstGeom>
              <a:blipFill>
                <a:blip r:embed="rId2"/>
                <a:stretch>
                  <a:fillRect l="-3048" t="-11765" b="-34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D167D64F-2B9B-C508-9920-F4C797F21EB0}"/>
              </a:ext>
            </a:extLst>
          </p:cNvPr>
          <p:cNvGrpSpPr/>
          <p:nvPr/>
        </p:nvGrpSpPr>
        <p:grpSpPr>
          <a:xfrm>
            <a:off x="458009" y="1810946"/>
            <a:ext cx="4385159" cy="2420607"/>
            <a:chOff x="6934200" y="4047495"/>
            <a:chExt cx="4385159" cy="2420607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EB4602C-F8FA-0BEB-8FE7-9313A55D49DE}"/>
                </a:ext>
              </a:extLst>
            </p:cNvPr>
            <p:cNvGrpSpPr/>
            <p:nvPr/>
          </p:nvGrpSpPr>
          <p:grpSpPr>
            <a:xfrm>
              <a:off x="6934200" y="4047495"/>
              <a:ext cx="4385159" cy="2420607"/>
              <a:chOff x="1524000" y="2625729"/>
              <a:chExt cx="7044346" cy="3888478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1428ECE3-E802-FBEF-B3D5-CD698D64CB87}"/>
                  </a:ext>
                </a:extLst>
              </p:cNvPr>
              <p:cNvGrpSpPr/>
              <p:nvPr/>
            </p:nvGrpSpPr>
            <p:grpSpPr>
              <a:xfrm>
                <a:off x="1524000" y="2625729"/>
                <a:ext cx="7044346" cy="3888478"/>
                <a:chOff x="0" y="3020093"/>
                <a:chExt cx="7044346" cy="3888478"/>
              </a:xfrm>
            </p:grpSpPr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0AA8EDDA-EF25-A891-2159-ACF5BA3BF792}"/>
                    </a:ext>
                  </a:extLst>
                </p:cNvPr>
                <p:cNvCxnSpPr>
                  <a:stCxn id="22" idx="7"/>
                  <a:endCxn id="23" idx="2"/>
                </p:cNvCxnSpPr>
                <p:nvPr/>
              </p:nvCxnSpPr>
              <p:spPr>
                <a:xfrm flipV="1">
                  <a:off x="438102" y="3276727"/>
                  <a:ext cx="1492916" cy="962604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Straight Connector 10">
                  <a:extLst>
                    <a:ext uri="{FF2B5EF4-FFF2-40B4-BE49-F238E27FC236}">
                      <a16:creationId xmlns:a16="http://schemas.microsoft.com/office/drawing/2014/main" id="{E4C8B1BE-4C56-F3E0-A02B-7C706F314D60}"/>
                    </a:ext>
                  </a:extLst>
                </p:cNvPr>
                <p:cNvCxnSpPr>
                  <a:stCxn id="23" idx="6"/>
                  <a:endCxn id="26" idx="2"/>
                </p:cNvCxnSpPr>
                <p:nvPr/>
              </p:nvCxnSpPr>
              <p:spPr>
                <a:xfrm>
                  <a:off x="2444286" y="3276727"/>
                  <a:ext cx="1510213" cy="52390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A8305019-2BC0-97E3-1F92-EDD4342693C3}"/>
                    </a:ext>
                  </a:extLst>
                </p:cNvPr>
                <p:cNvCxnSpPr>
                  <a:stCxn id="22" idx="4"/>
                  <a:endCxn id="24" idx="1"/>
                </p:cNvCxnSpPr>
                <p:nvPr/>
              </p:nvCxnSpPr>
              <p:spPr>
                <a:xfrm>
                  <a:off x="256634" y="4677433"/>
                  <a:ext cx="857899" cy="1046257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9A7DDCB0-6B6D-7535-D256-3BB4CE470188}"/>
                    </a:ext>
                  </a:extLst>
                </p:cNvPr>
                <p:cNvCxnSpPr>
                  <a:stCxn id="25" idx="3"/>
                  <a:endCxn id="24" idx="7"/>
                </p:cNvCxnSpPr>
                <p:nvPr/>
              </p:nvCxnSpPr>
              <p:spPr>
                <a:xfrm flipH="1">
                  <a:off x="1477469" y="4930617"/>
                  <a:ext cx="1172042" cy="79307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B67A901E-9F9B-1300-02B3-BA3CB0B18A0C}"/>
                    </a:ext>
                  </a:extLst>
                </p:cNvPr>
                <p:cNvCxnSpPr>
                  <a:stCxn id="27" idx="2"/>
                  <a:endCxn id="24" idx="5"/>
                </p:cNvCxnSpPr>
                <p:nvPr/>
              </p:nvCxnSpPr>
              <p:spPr>
                <a:xfrm flipH="1" flipV="1">
                  <a:off x="1477469" y="6086626"/>
                  <a:ext cx="1369411" cy="56531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F7727986-1A72-95EB-D5B4-51667991A7B8}"/>
                    </a:ext>
                  </a:extLst>
                </p:cNvPr>
                <p:cNvCxnSpPr>
                  <a:stCxn id="25" idx="5"/>
                  <a:endCxn id="27" idx="0"/>
                </p:cNvCxnSpPr>
                <p:nvPr/>
              </p:nvCxnSpPr>
              <p:spPr>
                <a:xfrm>
                  <a:off x="3012447" y="4930617"/>
                  <a:ext cx="91067" cy="1464686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7A887DB1-C1C5-09F4-2ED1-9B8B05AD41B1}"/>
                    </a:ext>
                  </a:extLst>
                </p:cNvPr>
                <p:cNvCxnSpPr>
                  <a:cxnSpLocks/>
                  <a:stCxn id="23" idx="5"/>
                  <a:endCxn id="28" idx="1"/>
                </p:cNvCxnSpPr>
                <p:nvPr/>
              </p:nvCxnSpPr>
              <p:spPr>
                <a:xfrm>
                  <a:off x="2369118" y="3458194"/>
                  <a:ext cx="2707217" cy="2755642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837E199F-D81D-D76B-CCC0-07003F5E024F}"/>
                    </a:ext>
                  </a:extLst>
                </p:cNvPr>
                <p:cNvCxnSpPr>
                  <a:cxnSpLocks/>
                  <a:stCxn id="30" idx="4"/>
                  <a:endCxn id="28" idx="0"/>
                </p:cNvCxnSpPr>
                <p:nvPr/>
              </p:nvCxnSpPr>
              <p:spPr>
                <a:xfrm flipH="1">
                  <a:off x="5257802" y="4262423"/>
                  <a:ext cx="305431" cy="187624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6736DB52-1F54-B21C-D19D-F5509EF2F743}"/>
                    </a:ext>
                  </a:extLst>
                </p:cNvPr>
                <p:cNvCxnSpPr>
                  <a:stCxn id="30" idx="2"/>
                  <a:endCxn id="26" idx="5"/>
                </p:cNvCxnSpPr>
                <p:nvPr/>
              </p:nvCxnSpPr>
              <p:spPr>
                <a:xfrm flipH="1" flipV="1">
                  <a:off x="4392601" y="3510585"/>
                  <a:ext cx="913997" cy="49520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2BEDB5FE-7BA3-2684-2843-66EFAC98BD5C}"/>
                    </a:ext>
                  </a:extLst>
                </p:cNvPr>
                <p:cNvCxnSpPr>
                  <a:stCxn id="29" idx="1"/>
                  <a:endCxn id="30" idx="5"/>
                </p:cNvCxnSpPr>
                <p:nvPr/>
              </p:nvCxnSpPr>
              <p:spPr>
                <a:xfrm flipH="1" flipV="1">
                  <a:off x="5744700" y="4187258"/>
                  <a:ext cx="861544" cy="674868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7CE7DB8C-1E3C-4E72-1736-EB8A6F3844D8}"/>
                    </a:ext>
                  </a:extLst>
                </p:cNvPr>
                <p:cNvCxnSpPr>
                  <a:stCxn id="29" idx="3"/>
                  <a:endCxn id="28" idx="6"/>
                </p:cNvCxnSpPr>
                <p:nvPr/>
              </p:nvCxnSpPr>
              <p:spPr>
                <a:xfrm flipH="1">
                  <a:off x="5514435" y="5225062"/>
                  <a:ext cx="1091809" cy="117024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0234D75C-E956-5C4E-F59B-90A7D7966E96}"/>
                    </a:ext>
                  </a:extLst>
                </p:cNvPr>
                <p:cNvCxnSpPr>
                  <a:stCxn id="23" idx="4"/>
                  <a:endCxn id="24" idx="0"/>
                </p:cNvCxnSpPr>
                <p:nvPr/>
              </p:nvCxnSpPr>
              <p:spPr>
                <a:xfrm flipH="1">
                  <a:off x="1296001" y="3533361"/>
                  <a:ext cx="891651" cy="211516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C2E88EB9-44F8-7929-366A-BD1700025216}"/>
                    </a:ext>
                  </a:extLst>
                </p:cNvPr>
                <p:cNvSpPr/>
                <p:nvPr/>
              </p:nvSpPr>
              <p:spPr>
                <a:xfrm>
                  <a:off x="0" y="4164165"/>
                  <a:ext cx="513268" cy="513268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1</a:t>
                  </a:r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72EDEA93-293D-6D35-0F17-38A42E580F22}"/>
                    </a:ext>
                  </a:extLst>
                </p:cNvPr>
                <p:cNvSpPr/>
                <p:nvPr/>
              </p:nvSpPr>
              <p:spPr>
                <a:xfrm>
                  <a:off x="1931018" y="302009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F78126EE-A3DE-4903-F082-2959917A4780}"/>
                    </a:ext>
                  </a:extLst>
                </p:cNvPr>
                <p:cNvSpPr/>
                <p:nvPr/>
              </p:nvSpPr>
              <p:spPr>
                <a:xfrm>
                  <a:off x="1039367" y="5648524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3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32CCBE43-4A94-CAF5-2112-06D7DA8A3617}"/>
                    </a:ext>
                  </a:extLst>
                </p:cNvPr>
                <p:cNvSpPr/>
                <p:nvPr/>
              </p:nvSpPr>
              <p:spPr>
                <a:xfrm>
                  <a:off x="2574345" y="4492515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4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62AB9AAE-142F-5CD7-778C-85CD6F4C038F}"/>
                    </a:ext>
                  </a:extLst>
                </p:cNvPr>
                <p:cNvSpPr/>
                <p:nvPr/>
              </p:nvSpPr>
              <p:spPr>
                <a:xfrm>
                  <a:off x="3954499" y="307248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26D220E1-4E87-BB58-171D-22F5D6CD01D0}"/>
                    </a:ext>
                  </a:extLst>
                </p:cNvPr>
                <p:cNvSpPr/>
                <p:nvPr/>
              </p:nvSpPr>
              <p:spPr>
                <a:xfrm>
                  <a:off x="2846880" y="6395303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6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F1482C77-0C02-87E5-D987-5A83F26B19CF}"/>
                    </a:ext>
                  </a:extLst>
                </p:cNvPr>
                <p:cNvSpPr/>
                <p:nvPr/>
              </p:nvSpPr>
              <p:spPr>
                <a:xfrm>
                  <a:off x="5001167" y="6138669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64275FE9-0FC5-9E38-10D2-07FEA56B0A1C}"/>
                    </a:ext>
                  </a:extLst>
                </p:cNvPr>
                <p:cNvSpPr/>
                <p:nvPr/>
              </p:nvSpPr>
              <p:spPr>
                <a:xfrm>
                  <a:off x="6531078" y="4786960"/>
                  <a:ext cx="513268" cy="51326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9</a:t>
                  </a:r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CDA1B473-9C9E-FF91-68A0-B564476F1B24}"/>
                    </a:ext>
                  </a:extLst>
                </p:cNvPr>
                <p:cNvSpPr/>
                <p:nvPr/>
              </p:nvSpPr>
              <p:spPr>
                <a:xfrm>
                  <a:off x="5306598" y="3749156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</p:grp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3A0978BC-CEA4-C6FA-CC82-B4BC042B2039}"/>
                  </a:ext>
                </a:extLst>
              </p:cNvPr>
              <p:cNvCxnSpPr>
                <a:cxnSpLocks/>
                <a:stCxn id="27" idx="3"/>
                <a:endCxn id="24" idx="4"/>
              </p:cNvCxnSpPr>
              <p:nvPr/>
            </p:nvCxnSpPr>
            <p:spPr>
              <a:xfrm flipH="1" flipV="1">
                <a:off x="2820001" y="5767428"/>
                <a:ext cx="1626045" cy="67161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B6F3FA87-A4AE-F02B-C825-8C57E5BCCDD5}"/>
                </a:ext>
              </a:extLst>
            </p:cNvPr>
            <p:cNvCxnSpPr>
              <a:cxnSpLocks/>
              <a:stCxn id="27" idx="6"/>
              <a:endCxn id="28" idx="3"/>
            </p:cNvCxnSpPr>
            <p:nvPr/>
          </p:nvCxnSpPr>
          <p:spPr>
            <a:xfrm flipV="1">
              <a:off x="9025917" y="6261553"/>
              <a:ext cx="1068340" cy="4679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7AFFADC6-42B0-108D-8B58-F6DD1BD0CAA8}"/>
                  </a:ext>
                </a:extLst>
              </p14:cNvPr>
              <p14:cNvContentPartPr/>
              <p14:nvPr/>
            </p14:nvContentPartPr>
            <p14:xfrm>
              <a:off x="236520" y="1022400"/>
              <a:ext cx="9132120" cy="340488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7AFFADC6-42B0-108D-8B58-F6DD1BD0CAA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7160" y="1013040"/>
                <a:ext cx="9150840" cy="3423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62915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DFS Recursively (more common)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29</a:t>
            </a:fld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105865" y="1866236"/>
            <a:ext cx="86868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void </a:t>
            </a:r>
            <a:r>
              <a:rPr lang="en-US" sz="2800" dirty="0" err="1"/>
              <a:t>dfs</a:t>
            </a:r>
            <a:r>
              <a:rPr lang="en-US" sz="2800" dirty="0"/>
              <a:t>(graph, </a:t>
            </a:r>
            <a:r>
              <a:rPr lang="en-US" sz="2800" dirty="0" err="1"/>
              <a:t>curr</a:t>
            </a:r>
            <a:r>
              <a:rPr lang="en-US" sz="2800" dirty="0"/>
              <a:t>){</a:t>
            </a:r>
          </a:p>
          <a:p>
            <a:r>
              <a:rPr lang="en-US" sz="2800" dirty="0"/>
              <a:t>	mark </a:t>
            </a:r>
            <a:r>
              <a:rPr lang="en-US" sz="2800" dirty="0" err="1"/>
              <a:t>curr</a:t>
            </a:r>
            <a:r>
              <a:rPr lang="en-US" sz="2800" dirty="0"/>
              <a:t> as “visited”;</a:t>
            </a:r>
          </a:p>
          <a:p>
            <a:r>
              <a:rPr lang="en-US" sz="2800" dirty="0"/>
              <a:t>	for (v : neighbors(current)){</a:t>
            </a:r>
          </a:p>
          <a:p>
            <a:r>
              <a:rPr lang="en-US" sz="2800" dirty="0"/>
              <a:t>		if (! v marked “visited”){</a:t>
            </a:r>
          </a:p>
          <a:p>
            <a:r>
              <a:rPr lang="en-US" sz="2800" dirty="0"/>
              <a:t>			</a:t>
            </a:r>
            <a:r>
              <a:rPr lang="en-US" sz="2800" dirty="0" err="1"/>
              <a:t>dfs</a:t>
            </a:r>
            <a:r>
              <a:rPr lang="en-US" sz="2800" dirty="0"/>
              <a:t>(graph, v);</a:t>
            </a:r>
          </a:p>
          <a:p>
            <a:r>
              <a:rPr lang="en-US" sz="2800" dirty="0"/>
              <a:t>		}</a:t>
            </a:r>
          </a:p>
          <a:p>
            <a:r>
              <a:rPr lang="en-US" sz="2800" dirty="0"/>
              <a:t>	}</a:t>
            </a:r>
          </a:p>
          <a:p>
            <a:r>
              <a:rPr lang="en-US" sz="2800" dirty="0"/>
              <a:t>	mark </a:t>
            </a:r>
            <a:r>
              <a:rPr lang="en-US" sz="2800" dirty="0" err="1"/>
              <a:t>curr</a:t>
            </a:r>
            <a:r>
              <a:rPr lang="en-US" sz="2800" dirty="0"/>
              <a:t> as “done”;</a:t>
            </a:r>
          </a:p>
          <a:p>
            <a:r>
              <a:rPr lang="en-US" sz="2800" dirty="0"/>
              <a:t>}			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8200AC9-7D9A-1925-52EB-C7B86A898E60}"/>
              </a:ext>
            </a:extLst>
          </p:cNvPr>
          <p:cNvGrpSpPr/>
          <p:nvPr/>
        </p:nvGrpSpPr>
        <p:grpSpPr>
          <a:xfrm>
            <a:off x="7543800" y="3714388"/>
            <a:ext cx="4385159" cy="2420607"/>
            <a:chOff x="6934200" y="4047495"/>
            <a:chExt cx="4385159" cy="2420607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4F4A86F4-FB7F-26CB-6FB5-7F1BFF9453F7}"/>
                </a:ext>
              </a:extLst>
            </p:cNvPr>
            <p:cNvGrpSpPr/>
            <p:nvPr/>
          </p:nvGrpSpPr>
          <p:grpSpPr>
            <a:xfrm>
              <a:off x="6934200" y="4047495"/>
              <a:ext cx="4385159" cy="2420607"/>
              <a:chOff x="1524000" y="2625729"/>
              <a:chExt cx="7044346" cy="3888478"/>
            </a:xfrm>
          </p:grpSpPr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57445EE1-44C3-64A2-986E-D46EA88A8BED}"/>
                  </a:ext>
                </a:extLst>
              </p:cNvPr>
              <p:cNvGrpSpPr/>
              <p:nvPr/>
            </p:nvGrpSpPr>
            <p:grpSpPr>
              <a:xfrm>
                <a:off x="1524000" y="2625729"/>
                <a:ext cx="7044346" cy="3888478"/>
                <a:chOff x="0" y="3020093"/>
                <a:chExt cx="7044346" cy="3888478"/>
              </a:xfrm>
            </p:grpSpPr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98667B16-A5D7-BBD9-C34D-964D4C9AFF12}"/>
                    </a:ext>
                  </a:extLst>
                </p:cNvPr>
                <p:cNvCxnSpPr>
                  <a:stCxn id="47" idx="7"/>
                  <a:endCxn id="48" idx="2"/>
                </p:cNvCxnSpPr>
                <p:nvPr/>
              </p:nvCxnSpPr>
              <p:spPr>
                <a:xfrm flipV="1">
                  <a:off x="438102" y="3276727"/>
                  <a:ext cx="1492916" cy="962604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FA0256C7-0C0F-A799-5AE9-2E217FD5D756}"/>
                    </a:ext>
                  </a:extLst>
                </p:cNvPr>
                <p:cNvCxnSpPr>
                  <a:stCxn id="48" idx="6"/>
                  <a:endCxn id="51" idx="2"/>
                </p:cNvCxnSpPr>
                <p:nvPr/>
              </p:nvCxnSpPr>
              <p:spPr>
                <a:xfrm>
                  <a:off x="2444286" y="3276727"/>
                  <a:ext cx="1510213" cy="52390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254B94F8-CF37-B94A-47FD-BD2899922A25}"/>
                    </a:ext>
                  </a:extLst>
                </p:cNvPr>
                <p:cNvCxnSpPr>
                  <a:stCxn id="47" idx="4"/>
                  <a:endCxn id="49" idx="1"/>
                </p:cNvCxnSpPr>
                <p:nvPr/>
              </p:nvCxnSpPr>
              <p:spPr>
                <a:xfrm>
                  <a:off x="256634" y="4677433"/>
                  <a:ext cx="857899" cy="1046257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2D98E141-8BD7-326E-BA69-6B184455899A}"/>
                    </a:ext>
                  </a:extLst>
                </p:cNvPr>
                <p:cNvCxnSpPr>
                  <a:stCxn id="50" idx="3"/>
                  <a:endCxn id="49" idx="7"/>
                </p:cNvCxnSpPr>
                <p:nvPr/>
              </p:nvCxnSpPr>
              <p:spPr>
                <a:xfrm flipH="1">
                  <a:off x="1477469" y="4930617"/>
                  <a:ext cx="1172042" cy="79307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ADAFBF81-44CC-A51D-66C0-2C5B87B35C40}"/>
                    </a:ext>
                  </a:extLst>
                </p:cNvPr>
                <p:cNvCxnSpPr>
                  <a:stCxn id="52" idx="2"/>
                  <a:endCxn id="49" idx="5"/>
                </p:cNvCxnSpPr>
                <p:nvPr/>
              </p:nvCxnSpPr>
              <p:spPr>
                <a:xfrm flipH="1" flipV="1">
                  <a:off x="1477469" y="6086626"/>
                  <a:ext cx="1369411" cy="56531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52C89A0F-5857-790A-2E5A-C334C74AD9DF}"/>
                    </a:ext>
                  </a:extLst>
                </p:cNvPr>
                <p:cNvCxnSpPr>
                  <a:stCxn id="50" idx="5"/>
                  <a:endCxn id="52" idx="0"/>
                </p:cNvCxnSpPr>
                <p:nvPr/>
              </p:nvCxnSpPr>
              <p:spPr>
                <a:xfrm>
                  <a:off x="3012447" y="4930617"/>
                  <a:ext cx="91067" cy="1464686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352BECD2-A307-35FE-E7B9-BEF318C03A1D}"/>
                    </a:ext>
                  </a:extLst>
                </p:cNvPr>
                <p:cNvCxnSpPr>
                  <a:cxnSpLocks/>
                  <a:stCxn id="48" idx="5"/>
                  <a:endCxn id="53" idx="1"/>
                </p:cNvCxnSpPr>
                <p:nvPr/>
              </p:nvCxnSpPr>
              <p:spPr>
                <a:xfrm>
                  <a:off x="2369118" y="3458194"/>
                  <a:ext cx="2707217" cy="2755642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839A6867-664B-0A60-EC3B-4B9FB9DABFF2}"/>
                    </a:ext>
                  </a:extLst>
                </p:cNvPr>
                <p:cNvCxnSpPr>
                  <a:cxnSpLocks/>
                  <a:stCxn id="55" idx="4"/>
                  <a:endCxn id="53" idx="0"/>
                </p:cNvCxnSpPr>
                <p:nvPr/>
              </p:nvCxnSpPr>
              <p:spPr>
                <a:xfrm flipH="1">
                  <a:off x="5257802" y="4262423"/>
                  <a:ext cx="305431" cy="187624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8890D792-DD4D-C941-053C-56792BC91B07}"/>
                    </a:ext>
                  </a:extLst>
                </p:cNvPr>
                <p:cNvCxnSpPr>
                  <a:stCxn id="55" idx="2"/>
                  <a:endCxn id="51" idx="5"/>
                </p:cNvCxnSpPr>
                <p:nvPr/>
              </p:nvCxnSpPr>
              <p:spPr>
                <a:xfrm flipH="1" flipV="1">
                  <a:off x="4392601" y="3510585"/>
                  <a:ext cx="913997" cy="49520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B1E4AEE4-0B75-9ED8-B545-8ECB83BC5819}"/>
                    </a:ext>
                  </a:extLst>
                </p:cNvPr>
                <p:cNvCxnSpPr>
                  <a:stCxn id="54" idx="1"/>
                  <a:endCxn id="55" idx="5"/>
                </p:cNvCxnSpPr>
                <p:nvPr/>
              </p:nvCxnSpPr>
              <p:spPr>
                <a:xfrm flipH="1" flipV="1">
                  <a:off x="5744700" y="4187258"/>
                  <a:ext cx="861544" cy="674868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E5F552B6-93EB-210F-6CA5-732260C4CB99}"/>
                    </a:ext>
                  </a:extLst>
                </p:cNvPr>
                <p:cNvCxnSpPr>
                  <a:stCxn id="54" idx="3"/>
                  <a:endCxn id="53" idx="6"/>
                </p:cNvCxnSpPr>
                <p:nvPr/>
              </p:nvCxnSpPr>
              <p:spPr>
                <a:xfrm flipH="1">
                  <a:off x="5514435" y="5225062"/>
                  <a:ext cx="1091809" cy="117024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C9CF98F7-72EE-A41B-94B4-C0C7D5B40A13}"/>
                    </a:ext>
                  </a:extLst>
                </p:cNvPr>
                <p:cNvCxnSpPr>
                  <a:stCxn id="48" idx="4"/>
                  <a:endCxn id="49" idx="0"/>
                </p:cNvCxnSpPr>
                <p:nvPr/>
              </p:nvCxnSpPr>
              <p:spPr>
                <a:xfrm flipH="1">
                  <a:off x="1296001" y="3533361"/>
                  <a:ext cx="891651" cy="211516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CCD3DB87-8FDD-BBEE-9D89-F763E1040ED7}"/>
                    </a:ext>
                  </a:extLst>
                </p:cNvPr>
                <p:cNvSpPr/>
                <p:nvPr/>
              </p:nvSpPr>
              <p:spPr>
                <a:xfrm>
                  <a:off x="0" y="4164165"/>
                  <a:ext cx="513268" cy="513268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1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84B893D-29DB-BB7C-BBA0-B919C23C6B1E}"/>
                    </a:ext>
                  </a:extLst>
                </p:cNvPr>
                <p:cNvSpPr/>
                <p:nvPr/>
              </p:nvSpPr>
              <p:spPr>
                <a:xfrm>
                  <a:off x="1931018" y="302009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E98533ED-C91E-BCB7-C7FA-6A6BB23DB5EE}"/>
                    </a:ext>
                  </a:extLst>
                </p:cNvPr>
                <p:cNvSpPr/>
                <p:nvPr/>
              </p:nvSpPr>
              <p:spPr>
                <a:xfrm>
                  <a:off x="1039367" y="5648524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3</a:t>
                  </a:r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E5E38723-49F4-D444-B6E9-10D1CEE06FAA}"/>
                    </a:ext>
                  </a:extLst>
                </p:cNvPr>
                <p:cNvSpPr/>
                <p:nvPr/>
              </p:nvSpPr>
              <p:spPr>
                <a:xfrm>
                  <a:off x="2574345" y="4492515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4</a:t>
                  </a:r>
                </a:p>
              </p:txBody>
            </p: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494084C6-F266-1A65-C3CD-B28BAECD1CD3}"/>
                    </a:ext>
                  </a:extLst>
                </p:cNvPr>
                <p:cNvSpPr/>
                <p:nvPr/>
              </p:nvSpPr>
              <p:spPr>
                <a:xfrm>
                  <a:off x="3954499" y="307248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D79CA729-96DA-7BDA-8FA9-CD452C4A54D4}"/>
                    </a:ext>
                  </a:extLst>
                </p:cNvPr>
                <p:cNvSpPr/>
                <p:nvPr/>
              </p:nvSpPr>
              <p:spPr>
                <a:xfrm>
                  <a:off x="2846880" y="6395303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6</a:t>
                  </a:r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1F607055-3BC9-7EEA-81D8-BD20DB6D7E80}"/>
                    </a:ext>
                  </a:extLst>
                </p:cNvPr>
                <p:cNvSpPr/>
                <p:nvPr/>
              </p:nvSpPr>
              <p:spPr>
                <a:xfrm>
                  <a:off x="5001167" y="6138669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58830F5E-7D53-760E-EA93-ACF453B746AC}"/>
                    </a:ext>
                  </a:extLst>
                </p:cNvPr>
                <p:cNvSpPr/>
                <p:nvPr/>
              </p:nvSpPr>
              <p:spPr>
                <a:xfrm>
                  <a:off x="6531078" y="4786960"/>
                  <a:ext cx="513268" cy="51326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9</a:t>
                  </a:r>
                </a:p>
              </p:txBody>
            </p:sp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DA593680-DCFA-7AF1-C06C-855B87D1B597}"/>
                    </a:ext>
                  </a:extLst>
                </p:cNvPr>
                <p:cNvSpPr/>
                <p:nvPr/>
              </p:nvSpPr>
              <p:spPr>
                <a:xfrm>
                  <a:off x="5306598" y="3749156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</p:grp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E035AA82-3EEE-70A9-9876-C158C70B2BD0}"/>
                  </a:ext>
                </a:extLst>
              </p:cNvPr>
              <p:cNvCxnSpPr>
                <a:cxnSpLocks/>
                <a:stCxn id="52" idx="3"/>
                <a:endCxn id="49" idx="4"/>
              </p:cNvCxnSpPr>
              <p:nvPr/>
            </p:nvCxnSpPr>
            <p:spPr>
              <a:xfrm flipH="1" flipV="1">
                <a:off x="2820001" y="5767428"/>
                <a:ext cx="1626045" cy="67161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0E6D0F4-C146-E647-3385-43715450879E}"/>
                </a:ext>
              </a:extLst>
            </p:cNvPr>
            <p:cNvCxnSpPr>
              <a:cxnSpLocks/>
              <a:stCxn id="52" idx="6"/>
              <a:endCxn id="53" idx="3"/>
            </p:cNvCxnSpPr>
            <p:nvPr/>
          </p:nvCxnSpPr>
          <p:spPr>
            <a:xfrm flipV="1">
              <a:off x="9025917" y="6261553"/>
              <a:ext cx="1068340" cy="4679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F46AB14-D6E0-87D6-0720-780067629A5A}"/>
                  </a:ext>
                </a:extLst>
              </p14:cNvPr>
              <p14:cNvContentPartPr/>
              <p14:nvPr/>
            </p14:nvContentPartPr>
            <p14:xfrm>
              <a:off x="716040" y="2930040"/>
              <a:ext cx="10616040" cy="3481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F46AB14-D6E0-87D6-0720-780067629A5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6680" y="2920680"/>
                <a:ext cx="10634760" cy="3499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679081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E589D-DD2B-0072-9A9F-44244F47B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6EEE7-7808-13FE-18FA-87C4E85BC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DFS – Worked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F81011-4CD0-B11D-A384-AA521449D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30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D7599C-F16A-B059-0C92-B0C55CDC160A}"/>
              </a:ext>
            </a:extLst>
          </p:cNvPr>
          <p:cNvSpPr txBox="1"/>
          <p:nvPr/>
        </p:nvSpPr>
        <p:spPr>
          <a:xfrm>
            <a:off x="311300" y="4450870"/>
            <a:ext cx="5110630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Starting from the current node: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for each unvisited neighbor: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    mark the neighbor as visited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    do a DFS from the neighbor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mark the current node as done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D3A3091-C629-A857-AF5C-735442B215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0382664"/>
              </p:ext>
            </p:extLst>
          </p:nvPr>
        </p:nvGraphicFramePr>
        <p:xfrm>
          <a:off x="6492240" y="1399839"/>
          <a:ext cx="5225339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5229">
                  <a:extLst>
                    <a:ext uri="{9D8B030D-6E8A-4147-A177-3AD203B41FA5}">
                      <a16:colId xmlns:a16="http://schemas.microsoft.com/office/drawing/2014/main" val="2885487592"/>
                    </a:ext>
                  </a:extLst>
                </a:gridCol>
                <a:gridCol w="991884">
                  <a:extLst>
                    <a:ext uri="{9D8B030D-6E8A-4147-A177-3AD203B41FA5}">
                      <a16:colId xmlns:a16="http://schemas.microsoft.com/office/drawing/2014/main" val="3918555435"/>
                    </a:ext>
                  </a:extLst>
                </a:gridCol>
                <a:gridCol w="997527">
                  <a:extLst>
                    <a:ext uri="{9D8B030D-6E8A-4147-A177-3AD203B41FA5}">
                      <a16:colId xmlns:a16="http://schemas.microsoft.com/office/drawing/2014/main" val="1745931878"/>
                    </a:ext>
                  </a:extLst>
                </a:gridCol>
                <a:gridCol w="2390699">
                  <a:extLst>
                    <a:ext uri="{9D8B030D-6E8A-4147-A177-3AD203B41FA5}">
                      <a16:colId xmlns:a16="http://schemas.microsoft.com/office/drawing/2014/main" val="25031858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Visited?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Done?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Other Info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8798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4763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5311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657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7034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718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982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48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3436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5953369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6AF7FF17-3F04-7C8B-3A0F-4BC05B6F83A8}"/>
              </a:ext>
            </a:extLst>
          </p:cNvPr>
          <p:cNvGrpSpPr/>
          <p:nvPr/>
        </p:nvGrpSpPr>
        <p:grpSpPr>
          <a:xfrm>
            <a:off x="5742926" y="5474915"/>
            <a:ext cx="6036209" cy="658829"/>
            <a:chOff x="5742926" y="5607923"/>
            <a:chExt cx="6036209" cy="65882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F488023-8334-C431-2978-04F99C0218F4}"/>
                </a:ext>
              </a:extLst>
            </p:cNvPr>
            <p:cNvSpPr/>
            <p:nvPr/>
          </p:nvSpPr>
          <p:spPr>
            <a:xfrm>
              <a:off x="6558742" y="5619404"/>
              <a:ext cx="5220393" cy="6473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0517DDD-0345-09D5-F81A-D9C19CD73E09}"/>
                </a:ext>
              </a:extLst>
            </p:cNvPr>
            <p:cNvSpPr txBox="1"/>
            <p:nvPr/>
          </p:nvSpPr>
          <p:spPr>
            <a:xfrm>
              <a:off x="5742926" y="5607923"/>
              <a:ext cx="73969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(Call)</a:t>
              </a:r>
            </a:p>
            <a:p>
              <a:r>
                <a:rPr lang="en-US" dirty="0"/>
                <a:t>Stack: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E02A3D7-F72D-3988-D0EB-E35D15316BD3}"/>
              </a:ext>
            </a:extLst>
          </p:cNvPr>
          <p:cNvGrpSpPr/>
          <p:nvPr/>
        </p:nvGrpSpPr>
        <p:grpSpPr>
          <a:xfrm>
            <a:off x="752302" y="1569705"/>
            <a:ext cx="4385159" cy="2420607"/>
            <a:chOff x="6934200" y="4047495"/>
            <a:chExt cx="4385159" cy="242060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77FC970-CC36-C096-69E7-DB70031B416D}"/>
                </a:ext>
              </a:extLst>
            </p:cNvPr>
            <p:cNvGrpSpPr/>
            <p:nvPr/>
          </p:nvGrpSpPr>
          <p:grpSpPr>
            <a:xfrm>
              <a:off x="6934200" y="4047495"/>
              <a:ext cx="4385159" cy="2420607"/>
              <a:chOff x="1524000" y="2625729"/>
              <a:chExt cx="7044346" cy="3888478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23C29F8A-5331-C503-0DA4-C0F6FC6752ED}"/>
                  </a:ext>
                </a:extLst>
              </p:cNvPr>
              <p:cNvGrpSpPr/>
              <p:nvPr/>
            </p:nvGrpSpPr>
            <p:grpSpPr>
              <a:xfrm>
                <a:off x="1524000" y="2625729"/>
                <a:ext cx="7044346" cy="3888478"/>
                <a:chOff x="0" y="3020093"/>
                <a:chExt cx="7044346" cy="3888478"/>
              </a:xfrm>
            </p:grpSpPr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97829BA5-429D-723C-B30E-5CFE4AA093D9}"/>
                    </a:ext>
                  </a:extLst>
                </p:cNvPr>
                <p:cNvCxnSpPr>
                  <a:stCxn id="26" idx="7"/>
                  <a:endCxn id="27" idx="2"/>
                </p:cNvCxnSpPr>
                <p:nvPr/>
              </p:nvCxnSpPr>
              <p:spPr>
                <a:xfrm flipV="1">
                  <a:off x="438102" y="3276727"/>
                  <a:ext cx="1492916" cy="962604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471F9DE4-4A65-BE7D-F60D-7DDEF5F6B4F3}"/>
                    </a:ext>
                  </a:extLst>
                </p:cNvPr>
                <p:cNvCxnSpPr>
                  <a:stCxn id="27" idx="6"/>
                  <a:endCxn id="30" idx="2"/>
                </p:cNvCxnSpPr>
                <p:nvPr/>
              </p:nvCxnSpPr>
              <p:spPr>
                <a:xfrm>
                  <a:off x="2444286" y="3276727"/>
                  <a:ext cx="1510213" cy="52390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6944CBFB-F9F7-BA1C-DE6E-591025869C22}"/>
                    </a:ext>
                  </a:extLst>
                </p:cNvPr>
                <p:cNvCxnSpPr>
                  <a:stCxn id="26" idx="4"/>
                  <a:endCxn id="28" idx="1"/>
                </p:cNvCxnSpPr>
                <p:nvPr/>
              </p:nvCxnSpPr>
              <p:spPr>
                <a:xfrm>
                  <a:off x="256634" y="4677433"/>
                  <a:ext cx="857899" cy="1046257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EDF7E111-08C9-FC1F-C832-7E2FD47C9A2E}"/>
                    </a:ext>
                  </a:extLst>
                </p:cNvPr>
                <p:cNvCxnSpPr>
                  <a:stCxn id="29" idx="3"/>
                  <a:endCxn id="28" idx="7"/>
                </p:cNvCxnSpPr>
                <p:nvPr/>
              </p:nvCxnSpPr>
              <p:spPr>
                <a:xfrm flipH="1">
                  <a:off x="1477469" y="4930617"/>
                  <a:ext cx="1172042" cy="79307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F1CEE6A5-BCE9-A9E2-902E-A545D900A66D}"/>
                    </a:ext>
                  </a:extLst>
                </p:cNvPr>
                <p:cNvCxnSpPr>
                  <a:stCxn id="43" idx="2"/>
                  <a:endCxn id="28" idx="5"/>
                </p:cNvCxnSpPr>
                <p:nvPr/>
              </p:nvCxnSpPr>
              <p:spPr>
                <a:xfrm flipH="1" flipV="1">
                  <a:off x="1477469" y="6086626"/>
                  <a:ext cx="1369411" cy="56531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4C5A6CD9-D32E-2503-637C-E5CBF14909A6}"/>
                    </a:ext>
                  </a:extLst>
                </p:cNvPr>
                <p:cNvCxnSpPr>
                  <a:stCxn id="29" idx="5"/>
                  <a:endCxn id="43" idx="0"/>
                </p:cNvCxnSpPr>
                <p:nvPr/>
              </p:nvCxnSpPr>
              <p:spPr>
                <a:xfrm>
                  <a:off x="3012447" y="4930617"/>
                  <a:ext cx="91067" cy="1464686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EE361374-D27D-C505-AE05-95C565CB264C}"/>
                    </a:ext>
                  </a:extLst>
                </p:cNvPr>
                <p:cNvCxnSpPr>
                  <a:cxnSpLocks/>
                  <a:stCxn id="27" idx="5"/>
                  <a:endCxn id="47" idx="1"/>
                </p:cNvCxnSpPr>
                <p:nvPr/>
              </p:nvCxnSpPr>
              <p:spPr>
                <a:xfrm>
                  <a:off x="2369118" y="3458194"/>
                  <a:ext cx="2707217" cy="2755642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7CAA2C8E-4FDF-A36D-3C19-402FE4F23D3F}"/>
                    </a:ext>
                  </a:extLst>
                </p:cNvPr>
                <p:cNvCxnSpPr>
                  <a:cxnSpLocks/>
                  <a:stCxn id="49" idx="4"/>
                  <a:endCxn id="47" idx="0"/>
                </p:cNvCxnSpPr>
                <p:nvPr/>
              </p:nvCxnSpPr>
              <p:spPr>
                <a:xfrm flipH="1">
                  <a:off x="5257802" y="4262423"/>
                  <a:ext cx="305431" cy="187624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8E9A6F90-FF38-0BCD-420C-A0B3781E2BBA}"/>
                    </a:ext>
                  </a:extLst>
                </p:cNvPr>
                <p:cNvCxnSpPr>
                  <a:stCxn id="49" idx="2"/>
                  <a:endCxn id="30" idx="5"/>
                </p:cNvCxnSpPr>
                <p:nvPr/>
              </p:nvCxnSpPr>
              <p:spPr>
                <a:xfrm flipH="1" flipV="1">
                  <a:off x="4392601" y="3510585"/>
                  <a:ext cx="913997" cy="49520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A5C2EA1B-19CC-30E3-C77A-00432CD0F5CD}"/>
                    </a:ext>
                  </a:extLst>
                </p:cNvPr>
                <p:cNvCxnSpPr>
                  <a:stCxn id="48" idx="1"/>
                  <a:endCxn id="49" idx="5"/>
                </p:cNvCxnSpPr>
                <p:nvPr/>
              </p:nvCxnSpPr>
              <p:spPr>
                <a:xfrm flipH="1" flipV="1">
                  <a:off x="5744700" y="4187258"/>
                  <a:ext cx="861544" cy="674868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4041241B-2F78-56F6-0445-70F83A03EF73}"/>
                    </a:ext>
                  </a:extLst>
                </p:cNvPr>
                <p:cNvCxnSpPr>
                  <a:stCxn id="48" idx="3"/>
                  <a:endCxn id="47" idx="6"/>
                </p:cNvCxnSpPr>
                <p:nvPr/>
              </p:nvCxnSpPr>
              <p:spPr>
                <a:xfrm flipH="1">
                  <a:off x="5514435" y="5225062"/>
                  <a:ext cx="1091809" cy="117024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06B86E6C-73EA-DF42-8C40-9673F7168192}"/>
                    </a:ext>
                  </a:extLst>
                </p:cNvPr>
                <p:cNvCxnSpPr>
                  <a:stCxn id="27" idx="4"/>
                  <a:endCxn id="28" idx="0"/>
                </p:cNvCxnSpPr>
                <p:nvPr/>
              </p:nvCxnSpPr>
              <p:spPr>
                <a:xfrm flipH="1">
                  <a:off x="1296001" y="3533361"/>
                  <a:ext cx="891651" cy="211516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0A5646B1-918D-B9F3-89A2-E464F61493E1}"/>
                    </a:ext>
                  </a:extLst>
                </p:cNvPr>
                <p:cNvSpPr/>
                <p:nvPr/>
              </p:nvSpPr>
              <p:spPr>
                <a:xfrm>
                  <a:off x="0" y="4164165"/>
                  <a:ext cx="513268" cy="513268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1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D4100F48-0C60-9629-4724-4C43B871B8D6}"/>
                    </a:ext>
                  </a:extLst>
                </p:cNvPr>
                <p:cNvSpPr/>
                <p:nvPr/>
              </p:nvSpPr>
              <p:spPr>
                <a:xfrm>
                  <a:off x="1931018" y="302009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00D0E257-5601-F5B8-96A9-4183038B65CE}"/>
                    </a:ext>
                  </a:extLst>
                </p:cNvPr>
                <p:cNvSpPr/>
                <p:nvPr/>
              </p:nvSpPr>
              <p:spPr>
                <a:xfrm>
                  <a:off x="1039367" y="5648524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3</a:t>
                  </a:r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4F6B1D85-6312-FDAE-89AA-70B2A6AC5CD5}"/>
                    </a:ext>
                  </a:extLst>
                </p:cNvPr>
                <p:cNvSpPr/>
                <p:nvPr/>
              </p:nvSpPr>
              <p:spPr>
                <a:xfrm>
                  <a:off x="2574345" y="4492515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4</a:t>
                  </a:r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D28E099B-C606-1AC4-5D81-33E8764C96CE}"/>
                    </a:ext>
                  </a:extLst>
                </p:cNvPr>
                <p:cNvSpPr/>
                <p:nvPr/>
              </p:nvSpPr>
              <p:spPr>
                <a:xfrm>
                  <a:off x="3954499" y="307248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61E2857D-1260-6ECD-4B23-717BFA4CE993}"/>
                    </a:ext>
                  </a:extLst>
                </p:cNvPr>
                <p:cNvSpPr/>
                <p:nvPr/>
              </p:nvSpPr>
              <p:spPr>
                <a:xfrm>
                  <a:off x="2846880" y="6395303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6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0ED91393-043A-4946-6BAF-1A593432A826}"/>
                    </a:ext>
                  </a:extLst>
                </p:cNvPr>
                <p:cNvSpPr/>
                <p:nvPr/>
              </p:nvSpPr>
              <p:spPr>
                <a:xfrm>
                  <a:off x="5001167" y="6138669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2C08A1E-0216-48F9-9F5A-1800C93AC320}"/>
                    </a:ext>
                  </a:extLst>
                </p:cNvPr>
                <p:cNvSpPr/>
                <p:nvPr/>
              </p:nvSpPr>
              <p:spPr>
                <a:xfrm>
                  <a:off x="6531078" y="4786960"/>
                  <a:ext cx="513268" cy="51326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9</a:t>
                  </a:r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BA91EE9A-DC76-098F-5E4E-4172D2B5E959}"/>
                    </a:ext>
                  </a:extLst>
                </p:cNvPr>
                <p:cNvSpPr/>
                <p:nvPr/>
              </p:nvSpPr>
              <p:spPr>
                <a:xfrm>
                  <a:off x="5306598" y="3749156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</p:grp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C957024D-72C0-0C23-BE41-E087C73A80B5}"/>
                  </a:ext>
                </a:extLst>
              </p:cNvPr>
              <p:cNvCxnSpPr>
                <a:cxnSpLocks/>
                <a:stCxn id="43" idx="3"/>
                <a:endCxn id="28" idx="4"/>
              </p:cNvCxnSpPr>
              <p:nvPr/>
            </p:nvCxnSpPr>
            <p:spPr>
              <a:xfrm flipH="1" flipV="1">
                <a:off x="2820001" y="5767428"/>
                <a:ext cx="1626045" cy="67161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CFBA753-90FC-AA22-E3B7-F37EBA7C56B4}"/>
                </a:ext>
              </a:extLst>
            </p:cNvPr>
            <p:cNvCxnSpPr>
              <a:cxnSpLocks/>
              <a:stCxn id="43" idx="6"/>
              <a:endCxn id="47" idx="3"/>
            </p:cNvCxnSpPr>
            <p:nvPr/>
          </p:nvCxnSpPr>
          <p:spPr>
            <a:xfrm flipV="1">
              <a:off x="9025917" y="6261553"/>
              <a:ext cx="1068340" cy="4679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563806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B8A8A14-3CBF-B60B-19E3-50826B767932}"/>
              </a:ext>
            </a:extLst>
          </p:cNvPr>
          <p:cNvSpPr/>
          <p:nvPr/>
        </p:nvSpPr>
        <p:spPr>
          <a:xfrm>
            <a:off x="396240" y="3083319"/>
            <a:ext cx="5939716" cy="12454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61595"/>
            <a:ext cx="10515600" cy="1325563"/>
          </a:xfrm>
        </p:spPr>
        <p:txBody>
          <a:bodyPr/>
          <a:lstStyle/>
          <a:p>
            <a:r>
              <a:rPr lang="en-US" dirty="0"/>
              <a:t>Using DFS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1295401"/>
                <a:ext cx="7525415" cy="5531984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Consider the “visited times” and “done times” </a:t>
                </a:r>
              </a:p>
              <a:p>
                <a:r>
                  <a:rPr lang="en-US" dirty="0"/>
                  <a:t>Edges can be categorized:</a:t>
                </a:r>
              </a:p>
              <a:p>
                <a:pPr lvl="1"/>
                <a:r>
                  <a:rPr lang="en-US" dirty="0">
                    <a:solidFill>
                      <a:schemeClr val="accent3">
                        <a:lumMod val="75000"/>
                      </a:schemeClr>
                    </a:solidFill>
                  </a:rPr>
                  <a:t>Tree Edge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was followed when pushing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/>
                  <a:t>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was unvisited when we were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Back Edge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goes to an “ancestor”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b="0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visited but not done when we saw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𝑣𝑖𝑠𝑖𝑡𝑒𝑑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𝑣𝑖𝑠𝑖𝑡𝑒𝑑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𝑑𝑜𝑛𝑒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𝑑𝑜𝑛𝑒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FF33CC"/>
                    </a:solidFill>
                  </a:rPr>
                  <a:t>Forward Edge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goes to a “descendent”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was visited and done between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was visited and done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𝑣𝑖𝑠𝑖𝑡𝑒𝑑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𝑣𝑖𝑠𝑖𝑡𝑒𝑑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𝑑𝑜𝑛𝑒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𝑑𝑜𝑛𝑒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FF9933"/>
                    </a:solidFill>
                  </a:rPr>
                  <a:t>Cross Edge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goes to a node that doesn’t connect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was seen and done before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was ever visited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𝑑𝑜𝑛𝑒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𝑣𝑖𝑠𝑖𝑡𝑒𝑑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295401"/>
                <a:ext cx="7525415" cy="5531984"/>
              </a:xfrm>
              <a:blipFill>
                <a:blip r:embed="rId2"/>
                <a:stretch>
                  <a:fillRect l="-1216" t="-2315" b="-5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7040C6-C78B-8017-6D73-97D93EB826C3}"/>
              </a:ext>
            </a:extLst>
          </p:cNvPr>
          <p:cNvSpPr txBox="1"/>
          <p:nvPr/>
        </p:nvSpPr>
        <p:spPr>
          <a:xfrm>
            <a:off x="7051376" y="2498155"/>
            <a:ext cx="10558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Visited: 0</a:t>
            </a:r>
          </a:p>
          <a:p>
            <a:r>
              <a:rPr lang="en-US" dirty="0"/>
              <a:t>Done: 15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2373CC-A627-D9ED-0BCD-FD194BEA0AC1}"/>
              </a:ext>
            </a:extLst>
          </p:cNvPr>
          <p:cNvSpPr txBox="1"/>
          <p:nvPr/>
        </p:nvSpPr>
        <p:spPr>
          <a:xfrm>
            <a:off x="8400192" y="1738815"/>
            <a:ext cx="11087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Visited : 1</a:t>
            </a:r>
          </a:p>
          <a:p>
            <a:r>
              <a:rPr lang="en-US" dirty="0"/>
              <a:t>Done: 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EF6F6B-53A1-1B5A-5296-E139589D5427}"/>
              </a:ext>
            </a:extLst>
          </p:cNvPr>
          <p:cNvSpPr txBox="1"/>
          <p:nvPr/>
        </p:nvSpPr>
        <p:spPr>
          <a:xfrm>
            <a:off x="9835743" y="1769458"/>
            <a:ext cx="11087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Visited : 2</a:t>
            </a:r>
          </a:p>
          <a:p>
            <a:r>
              <a:rPr lang="en-US" dirty="0"/>
              <a:t>Done: 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02DFE7-756D-9FCD-789C-1C34AF7E9F41}"/>
              </a:ext>
            </a:extLst>
          </p:cNvPr>
          <p:cNvSpPr txBox="1"/>
          <p:nvPr/>
        </p:nvSpPr>
        <p:spPr>
          <a:xfrm>
            <a:off x="10817858" y="2189528"/>
            <a:ext cx="11087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Visited : 3</a:t>
            </a:r>
          </a:p>
          <a:p>
            <a:r>
              <a:rPr lang="en-US" dirty="0"/>
              <a:t>Done: 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C26F77-4D49-3950-8D22-8923AC36C2A4}"/>
              </a:ext>
            </a:extLst>
          </p:cNvPr>
          <p:cNvSpPr txBox="1"/>
          <p:nvPr/>
        </p:nvSpPr>
        <p:spPr>
          <a:xfrm>
            <a:off x="10958033" y="4504684"/>
            <a:ext cx="11087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Visited : 4</a:t>
            </a:r>
          </a:p>
          <a:p>
            <a:r>
              <a:rPr lang="en-US" dirty="0"/>
              <a:t>Done: 5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3B7506F-586D-4F12-6E6A-2136E400F4CD}"/>
              </a:ext>
            </a:extLst>
          </p:cNvPr>
          <p:cNvGrpSpPr/>
          <p:nvPr/>
        </p:nvGrpSpPr>
        <p:grpSpPr>
          <a:xfrm>
            <a:off x="7620000" y="2371126"/>
            <a:ext cx="4385159" cy="2420607"/>
            <a:chOff x="6934200" y="4047495"/>
            <a:chExt cx="4385159" cy="2420607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75E60E83-EF60-B160-6395-F34703A2E2C9}"/>
                </a:ext>
              </a:extLst>
            </p:cNvPr>
            <p:cNvGrpSpPr/>
            <p:nvPr/>
          </p:nvGrpSpPr>
          <p:grpSpPr>
            <a:xfrm>
              <a:off x="6934200" y="4047495"/>
              <a:ext cx="4385159" cy="2420607"/>
              <a:chOff x="1524000" y="2625729"/>
              <a:chExt cx="7044346" cy="3888478"/>
            </a:xfrm>
          </p:grpSpPr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A2187964-E870-5C20-5011-7EF331D8B442}"/>
                  </a:ext>
                </a:extLst>
              </p:cNvPr>
              <p:cNvGrpSpPr/>
              <p:nvPr/>
            </p:nvGrpSpPr>
            <p:grpSpPr>
              <a:xfrm>
                <a:off x="1524000" y="2625729"/>
                <a:ext cx="7044346" cy="3888478"/>
                <a:chOff x="0" y="3020093"/>
                <a:chExt cx="7044346" cy="3888478"/>
              </a:xfrm>
            </p:grpSpPr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4CFC0412-9146-E934-F4DC-D43CAC4D8DE1}"/>
                    </a:ext>
                  </a:extLst>
                </p:cNvPr>
                <p:cNvCxnSpPr>
                  <a:stCxn id="49" idx="7"/>
                  <a:endCxn id="50" idx="2"/>
                </p:cNvCxnSpPr>
                <p:nvPr/>
              </p:nvCxnSpPr>
              <p:spPr>
                <a:xfrm flipV="1">
                  <a:off x="438102" y="3276727"/>
                  <a:ext cx="1492916" cy="962604"/>
                </a:xfrm>
                <a:prstGeom prst="line">
                  <a:avLst/>
                </a:prstGeom>
                <a:ln w="57150">
                  <a:solidFill>
                    <a:schemeClr val="accent3">
                      <a:lumMod val="7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208726BF-EB96-6CE6-3CBC-9B19B9874C5E}"/>
                    </a:ext>
                  </a:extLst>
                </p:cNvPr>
                <p:cNvCxnSpPr>
                  <a:stCxn id="50" idx="6"/>
                  <a:endCxn id="53" idx="2"/>
                </p:cNvCxnSpPr>
                <p:nvPr/>
              </p:nvCxnSpPr>
              <p:spPr>
                <a:xfrm>
                  <a:off x="2444286" y="3276727"/>
                  <a:ext cx="1510213" cy="52390"/>
                </a:xfrm>
                <a:prstGeom prst="line">
                  <a:avLst/>
                </a:prstGeom>
                <a:ln w="57150">
                  <a:solidFill>
                    <a:schemeClr val="accent3">
                      <a:lumMod val="7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0D3345FA-E452-9557-2472-ED7C1E1FF6F5}"/>
                    </a:ext>
                  </a:extLst>
                </p:cNvPr>
                <p:cNvCxnSpPr>
                  <a:stCxn id="49" idx="4"/>
                  <a:endCxn id="51" idx="1"/>
                </p:cNvCxnSpPr>
                <p:nvPr/>
              </p:nvCxnSpPr>
              <p:spPr>
                <a:xfrm>
                  <a:off x="256634" y="4677433"/>
                  <a:ext cx="857899" cy="1046257"/>
                </a:xfrm>
                <a:prstGeom prst="line">
                  <a:avLst/>
                </a:prstGeom>
                <a:ln w="57150">
                  <a:solidFill>
                    <a:schemeClr val="accent3">
                      <a:lumMod val="7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66F20CE6-12E8-B8CD-4C6D-6E08BB48B8DD}"/>
                    </a:ext>
                  </a:extLst>
                </p:cNvPr>
                <p:cNvCxnSpPr>
                  <a:stCxn id="52" idx="3"/>
                  <a:endCxn id="51" idx="7"/>
                </p:cNvCxnSpPr>
                <p:nvPr/>
              </p:nvCxnSpPr>
              <p:spPr>
                <a:xfrm flipH="1">
                  <a:off x="1477469" y="4930617"/>
                  <a:ext cx="1172042" cy="793073"/>
                </a:xfrm>
                <a:prstGeom prst="line">
                  <a:avLst/>
                </a:prstGeom>
                <a:ln w="57150">
                  <a:solidFill>
                    <a:schemeClr val="accent3">
                      <a:lumMod val="7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48E65BF8-0C38-878D-43F0-DCA1382ECE78}"/>
                    </a:ext>
                  </a:extLst>
                </p:cNvPr>
                <p:cNvCxnSpPr>
                  <a:stCxn id="54" idx="2"/>
                  <a:endCxn id="51" idx="5"/>
                </p:cNvCxnSpPr>
                <p:nvPr/>
              </p:nvCxnSpPr>
              <p:spPr>
                <a:xfrm flipH="1" flipV="1">
                  <a:off x="1477469" y="6086626"/>
                  <a:ext cx="1369411" cy="565311"/>
                </a:xfrm>
                <a:prstGeom prst="line">
                  <a:avLst/>
                </a:prstGeom>
                <a:ln w="57150">
                  <a:solidFill>
                    <a:srgbClr val="7030A0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FFE8A7D6-FA04-569D-7C8B-00D1000D5562}"/>
                    </a:ext>
                  </a:extLst>
                </p:cNvPr>
                <p:cNvCxnSpPr>
                  <a:stCxn id="52" idx="5"/>
                  <a:endCxn id="54" idx="0"/>
                </p:cNvCxnSpPr>
                <p:nvPr/>
              </p:nvCxnSpPr>
              <p:spPr>
                <a:xfrm>
                  <a:off x="3012447" y="4930617"/>
                  <a:ext cx="91067" cy="1464686"/>
                </a:xfrm>
                <a:prstGeom prst="line">
                  <a:avLst/>
                </a:prstGeom>
                <a:ln w="57150">
                  <a:solidFill>
                    <a:schemeClr val="accent3">
                      <a:lumMod val="7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7244733C-FCCA-2B14-53BE-1D266F25D9A6}"/>
                    </a:ext>
                  </a:extLst>
                </p:cNvPr>
                <p:cNvCxnSpPr>
                  <a:cxnSpLocks/>
                  <a:stCxn id="50" idx="5"/>
                  <a:endCxn id="55" idx="1"/>
                </p:cNvCxnSpPr>
                <p:nvPr/>
              </p:nvCxnSpPr>
              <p:spPr>
                <a:xfrm>
                  <a:off x="2369118" y="3458194"/>
                  <a:ext cx="2707217" cy="2755642"/>
                </a:xfrm>
                <a:prstGeom prst="line">
                  <a:avLst/>
                </a:prstGeom>
                <a:ln w="57150">
                  <a:solidFill>
                    <a:srgbClr val="7030A0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FCAA9FF4-A914-088F-BC91-64DF4D401A0C}"/>
                    </a:ext>
                  </a:extLst>
                </p:cNvPr>
                <p:cNvCxnSpPr>
                  <a:cxnSpLocks/>
                  <a:stCxn id="57" idx="4"/>
                  <a:endCxn id="55" idx="0"/>
                </p:cNvCxnSpPr>
                <p:nvPr/>
              </p:nvCxnSpPr>
              <p:spPr>
                <a:xfrm flipH="1">
                  <a:off x="5257802" y="4262423"/>
                  <a:ext cx="305431" cy="1876245"/>
                </a:xfrm>
                <a:prstGeom prst="line">
                  <a:avLst/>
                </a:prstGeom>
                <a:ln w="57150">
                  <a:solidFill>
                    <a:schemeClr val="accent3">
                      <a:lumMod val="7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EC444822-6EFB-DDAD-2CFA-EF917A222B88}"/>
                    </a:ext>
                  </a:extLst>
                </p:cNvPr>
                <p:cNvCxnSpPr>
                  <a:stCxn id="57" idx="2"/>
                  <a:endCxn id="53" idx="5"/>
                </p:cNvCxnSpPr>
                <p:nvPr/>
              </p:nvCxnSpPr>
              <p:spPr>
                <a:xfrm flipH="1" flipV="1">
                  <a:off x="4392601" y="3510585"/>
                  <a:ext cx="913997" cy="495205"/>
                </a:xfrm>
                <a:prstGeom prst="line">
                  <a:avLst/>
                </a:prstGeom>
                <a:ln w="57150">
                  <a:solidFill>
                    <a:schemeClr val="accent3">
                      <a:lumMod val="7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C8F4AA5D-0263-91BE-E34B-3CCF5E6D33A9}"/>
                    </a:ext>
                  </a:extLst>
                </p:cNvPr>
                <p:cNvCxnSpPr>
                  <a:stCxn id="56" idx="1"/>
                  <a:endCxn id="57" idx="5"/>
                </p:cNvCxnSpPr>
                <p:nvPr/>
              </p:nvCxnSpPr>
              <p:spPr>
                <a:xfrm flipH="1" flipV="1">
                  <a:off x="5744700" y="4187258"/>
                  <a:ext cx="861544" cy="674868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7ACB732B-4621-C7D4-11BA-682F7277548D}"/>
                    </a:ext>
                  </a:extLst>
                </p:cNvPr>
                <p:cNvCxnSpPr>
                  <a:stCxn id="56" idx="3"/>
                  <a:endCxn id="55" idx="6"/>
                </p:cNvCxnSpPr>
                <p:nvPr/>
              </p:nvCxnSpPr>
              <p:spPr>
                <a:xfrm flipH="1">
                  <a:off x="5514435" y="5225062"/>
                  <a:ext cx="1091809" cy="117024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E3753FED-EBEF-C50C-C21C-755E93539BEA}"/>
                    </a:ext>
                  </a:extLst>
                </p:cNvPr>
                <p:cNvCxnSpPr>
                  <a:stCxn id="50" idx="4"/>
                  <a:endCxn id="51" idx="0"/>
                </p:cNvCxnSpPr>
                <p:nvPr/>
              </p:nvCxnSpPr>
              <p:spPr>
                <a:xfrm flipH="1">
                  <a:off x="1296001" y="3533361"/>
                  <a:ext cx="891651" cy="2115163"/>
                </a:xfrm>
                <a:prstGeom prst="line">
                  <a:avLst/>
                </a:prstGeom>
                <a:ln w="57150">
                  <a:solidFill>
                    <a:srgbClr val="FF9933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1B5F7B4A-9EC8-F78B-2346-A30082F4B6EE}"/>
                    </a:ext>
                  </a:extLst>
                </p:cNvPr>
                <p:cNvSpPr/>
                <p:nvPr/>
              </p:nvSpPr>
              <p:spPr>
                <a:xfrm>
                  <a:off x="0" y="4164165"/>
                  <a:ext cx="513268" cy="513268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1</a:t>
                  </a:r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BF6D25DC-D0D4-04D2-6803-B09D9B9393B3}"/>
                    </a:ext>
                  </a:extLst>
                </p:cNvPr>
                <p:cNvSpPr/>
                <p:nvPr/>
              </p:nvSpPr>
              <p:spPr>
                <a:xfrm>
                  <a:off x="1931018" y="302009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AD85C94E-8822-4B5A-41C5-2476C6E729DD}"/>
                    </a:ext>
                  </a:extLst>
                </p:cNvPr>
                <p:cNvSpPr/>
                <p:nvPr/>
              </p:nvSpPr>
              <p:spPr>
                <a:xfrm>
                  <a:off x="1039367" y="5648524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3</a:t>
                  </a:r>
                </a:p>
              </p:txBody>
            </p:sp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379FB71B-E579-7B2A-783E-A82ED8BEA553}"/>
                    </a:ext>
                  </a:extLst>
                </p:cNvPr>
                <p:cNvSpPr/>
                <p:nvPr/>
              </p:nvSpPr>
              <p:spPr>
                <a:xfrm>
                  <a:off x="2574345" y="4492515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4</a:t>
                  </a:r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520B4334-C074-8A41-9DB1-8ED01D36B502}"/>
                    </a:ext>
                  </a:extLst>
                </p:cNvPr>
                <p:cNvSpPr/>
                <p:nvPr/>
              </p:nvSpPr>
              <p:spPr>
                <a:xfrm>
                  <a:off x="3954499" y="307248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7ED46E86-17A7-C404-82BA-A842355628A9}"/>
                    </a:ext>
                  </a:extLst>
                </p:cNvPr>
                <p:cNvSpPr/>
                <p:nvPr/>
              </p:nvSpPr>
              <p:spPr>
                <a:xfrm>
                  <a:off x="2846880" y="6395303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6</a:t>
                  </a:r>
                </a:p>
              </p:txBody>
            </p:sp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8229461C-16BC-CC4C-AFAC-1E5547FEB92D}"/>
                    </a:ext>
                  </a:extLst>
                </p:cNvPr>
                <p:cNvSpPr/>
                <p:nvPr/>
              </p:nvSpPr>
              <p:spPr>
                <a:xfrm>
                  <a:off x="5001167" y="6138669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B2094438-55C6-D79E-8879-4351A8143ED1}"/>
                    </a:ext>
                  </a:extLst>
                </p:cNvPr>
                <p:cNvSpPr/>
                <p:nvPr/>
              </p:nvSpPr>
              <p:spPr>
                <a:xfrm>
                  <a:off x="6531078" y="4786960"/>
                  <a:ext cx="513268" cy="51326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9</a:t>
                  </a:r>
                </a:p>
              </p:txBody>
            </p:sp>
            <p:sp>
              <p:nvSpPr>
                <p:cNvPr id="57" name="Oval 56">
                  <a:extLst>
                    <a:ext uri="{FF2B5EF4-FFF2-40B4-BE49-F238E27FC236}">
                      <a16:creationId xmlns:a16="http://schemas.microsoft.com/office/drawing/2014/main" id="{8C98B4E5-D147-0466-56D0-8ED4B6840997}"/>
                    </a:ext>
                  </a:extLst>
                </p:cNvPr>
                <p:cNvSpPr/>
                <p:nvPr/>
              </p:nvSpPr>
              <p:spPr>
                <a:xfrm>
                  <a:off x="5306598" y="3749156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</p:grp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2739BBA3-18B2-BF36-7317-ED47E1F53C5D}"/>
                  </a:ext>
                </a:extLst>
              </p:cNvPr>
              <p:cNvCxnSpPr>
                <a:cxnSpLocks/>
                <a:stCxn id="54" idx="3"/>
                <a:endCxn id="51" idx="4"/>
              </p:cNvCxnSpPr>
              <p:nvPr/>
            </p:nvCxnSpPr>
            <p:spPr>
              <a:xfrm flipH="1" flipV="1">
                <a:off x="2820001" y="5767428"/>
                <a:ext cx="1626045" cy="671613"/>
              </a:xfrm>
              <a:prstGeom prst="line">
                <a:avLst/>
              </a:prstGeom>
              <a:ln w="57150">
                <a:solidFill>
                  <a:srgbClr val="FF33CC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958E16-56EF-E87C-97A5-B5B68FBFEDCF}"/>
                </a:ext>
              </a:extLst>
            </p:cNvPr>
            <p:cNvCxnSpPr>
              <a:cxnSpLocks/>
              <a:stCxn id="54" idx="6"/>
              <a:endCxn id="55" idx="3"/>
            </p:cNvCxnSpPr>
            <p:nvPr/>
          </p:nvCxnSpPr>
          <p:spPr>
            <a:xfrm flipV="1">
              <a:off x="9025917" y="6261553"/>
              <a:ext cx="1068340" cy="46793"/>
            </a:xfrm>
            <a:prstGeom prst="line">
              <a:avLst/>
            </a:prstGeom>
            <a:ln w="57150">
              <a:solidFill>
                <a:srgbClr val="FF9933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A32814FC-926C-D602-D14E-28CFA754FC90}"/>
              </a:ext>
            </a:extLst>
          </p:cNvPr>
          <p:cNvSpPr txBox="1"/>
          <p:nvPr/>
        </p:nvSpPr>
        <p:spPr>
          <a:xfrm>
            <a:off x="7248312" y="3989297"/>
            <a:ext cx="11087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Visited : 9</a:t>
            </a:r>
          </a:p>
          <a:p>
            <a:r>
              <a:rPr lang="en-US" dirty="0"/>
              <a:t>Done: 14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847A006-6587-9141-4A2A-B0B5DC4D6D60}"/>
              </a:ext>
            </a:extLst>
          </p:cNvPr>
          <p:cNvSpPr txBox="1"/>
          <p:nvPr/>
        </p:nvSpPr>
        <p:spPr>
          <a:xfrm>
            <a:off x="9488075" y="3034367"/>
            <a:ext cx="12257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Visited : 10</a:t>
            </a:r>
          </a:p>
          <a:p>
            <a:r>
              <a:rPr lang="en-US" dirty="0"/>
              <a:t>Done: 13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B4C1517-411B-677D-7B95-09FAEBAE632E}"/>
              </a:ext>
            </a:extLst>
          </p:cNvPr>
          <p:cNvSpPr txBox="1"/>
          <p:nvPr/>
        </p:nvSpPr>
        <p:spPr>
          <a:xfrm>
            <a:off x="9611646" y="4595255"/>
            <a:ext cx="12257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Visited : 11</a:t>
            </a:r>
          </a:p>
          <a:p>
            <a:r>
              <a:rPr lang="en-US" dirty="0"/>
              <a:t>Done: 12</a:t>
            </a:r>
          </a:p>
        </p:txBody>
      </p:sp>
    </p:spTree>
    <p:extLst>
      <p:ext uri="{BB962C8B-B14F-4D97-AF65-F5344CB8AC3E}">
        <p14:creationId xmlns:p14="http://schemas.microsoft.com/office/powerpoint/2010/main" val="37498097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65E17-3E9F-B9AE-7A20-33EABD73B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Edges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8C3A9-45D7-FF17-BBD2-A14D04F500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Behavior of DFS:</a:t>
            </a:r>
          </a:p>
          <a:p>
            <a:pPr lvl="1"/>
            <a:r>
              <a:rPr lang="en-US" dirty="0"/>
              <a:t>“Visit everything reachable from the current node before going back”</a:t>
            </a:r>
          </a:p>
          <a:p>
            <a:r>
              <a:rPr lang="en-US" dirty="0"/>
              <a:t>Back Edge:</a:t>
            </a:r>
          </a:p>
          <a:p>
            <a:pPr lvl="1"/>
            <a:r>
              <a:rPr lang="en-US" dirty="0"/>
              <a:t>The current node’s neighbor is an “in progress” node</a:t>
            </a:r>
          </a:p>
          <a:p>
            <a:pPr lvl="1"/>
            <a:r>
              <a:rPr lang="en-US" dirty="0"/>
              <a:t>Since that other node is “in progress”, the current node is reachable from it</a:t>
            </a:r>
          </a:p>
          <a:p>
            <a:pPr lvl="1"/>
            <a:r>
              <a:rPr lang="en-US" dirty="0"/>
              <a:t>The back edge is a path to that other node</a:t>
            </a:r>
          </a:p>
          <a:p>
            <a:pPr lvl="1"/>
            <a:r>
              <a:rPr lang="en-US" b="1" dirty="0"/>
              <a:t>Cycle!</a:t>
            </a:r>
          </a:p>
          <a:p>
            <a:pPr lvl="1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1DCC4DB-F032-4A81-897E-295E7BE1228A}"/>
              </a:ext>
            </a:extLst>
          </p:cNvPr>
          <p:cNvGrpSpPr/>
          <p:nvPr/>
        </p:nvGrpSpPr>
        <p:grpSpPr>
          <a:xfrm>
            <a:off x="7371080" y="4232548"/>
            <a:ext cx="4385159" cy="2420607"/>
            <a:chOff x="6934200" y="4047495"/>
            <a:chExt cx="4385159" cy="242060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005497C-CF95-1114-2C14-12B127FE61D0}"/>
                </a:ext>
              </a:extLst>
            </p:cNvPr>
            <p:cNvGrpSpPr/>
            <p:nvPr/>
          </p:nvGrpSpPr>
          <p:grpSpPr>
            <a:xfrm>
              <a:off x="6934200" y="4047495"/>
              <a:ext cx="4385159" cy="2420607"/>
              <a:chOff x="1524000" y="2625729"/>
              <a:chExt cx="7044346" cy="3888478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9C3D7E5C-709B-24DE-E459-C9E48E51A49E}"/>
                  </a:ext>
                </a:extLst>
              </p:cNvPr>
              <p:cNvGrpSpPr/>
              <p:nvPr/>
            </p:nvGrpSpPr>
            <p:grpSpPr>
              <a:xfrm>
                <a:off x="1524000" y="2625729"/>
                <a:ext cx="7044346" cy="3888478"/>
                <a:chOff x="0" y="3020093"/>
                <a:chExt cx="7044346" cy="3888478"/>
              </a:xfrm>
            </p:grpSpPr>
            <p:cxnSp>
              <p:nvCxnSpPr>
                <p:cNvPr id="9" name="Straight Connector 8">
                  <a:extLst>
                    <a:ext uri="{FF2B5EF4-FFF2-40B4-BE49-F238E27FC236}">
                      <a16:creationId xmlns:a16="http://schemas.microsoft.com/office/drawing/2014/main" id="{BBFAE05B-7497-744C-A5DF-44FF38A1B758}"/>
                    </a:ext>
                  </a:extLst>
                </p:cNvPr>
                <p:cNvCxnSpPr>
                  <a:stCxn id="21" idx="7"/>
                  <a:endCxn id="22" idx="2"/>
                </p:cNvCxnSpPr>
                <p:nvPr/>
              </p:nvCxnSpPr>
              <p:spPr>
                <a:xfrm flipV="1">
                  <a:off x="438102" y="3276727"/>
                  <a:ext cx="1492916" cy="962604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F9592929-9D37-C268-4973-01502CCD95DE}"/>
                    </a:ext>
                  </a:extLst>
                </p:cNvPr>
                <p:cNvCxnSpPr>
                  <a:stCxn id="22" idx="6"/>
                  <a:endCxn id="25" idx="2"/>
                </p:cNvCxnSpPr>
                <p:nvPr/>
              </p:nvCxnSpPr>
              <p:spPr>
                <a:xfrm>
                  <a:off x="2444286" y="3276727"/>
                  <a:ext cx="1510213" cy="52390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Straight Connector 10">
                  <a:extLst>
                    <a:ext uri="{FF2B5EF4-FFF2-40B4-BE49-F238E27FC236}">
                      <a16:creationId xmlns:a16="http://schemas.microsoft.com/office/drawing/2014/main" id="{438FA5CC-5DA7-01F1-2FEA-47026A9CE0CD}"/>
                    </a:ext>
                  </a:extLst>
                </p:cNvPr>
                <p:cNvCxnSpPr>
                  <a:stCxn id="21" idx="4"/>
                  <a:endCxn id="23" idx="1"/>
                </p:cNvCxnSpPr>
                <p:nvPr/>
              </p:nvCxnSpPr>
              <p:spPr>
                <a:xfrm>
                  <a:off x="256634" y="4677433"/>
                  <a:ext cx="857899" cy="1046257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B2D95AEC-5385-F86B-5C0C-1A605EBFA106}"/>
                    </a:ext>
                  </a:extLst>
                </p:cNvPr>
                <p:cNvCxnSpPr>
                  <a:stCxn id="24" idx="3"/>
                  <a:endCxn id="23" idx="7"/>
                </p:cNvCxnSpPr>
                <p:nvPr/>
              </p:nvCxnSpPr>
              <p:spPr>
                <a:xfrm flipH="1">
                  <a:off x="1477469" y="4930617"/>
                  <a:ext cx="1172042" cy="79307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5A9A9856-2110-929C-2296-629DD2719CB1}"/>
                    </a:ext>
                  </a:extLst>
                </p:cNvPr>
                <p:cNvCxnSpPr>
                  <a:stCxn id="26" idx="2"/>
                  <a:endCxn id="23" idx="5"/>
                </p:cNvCxnSpPr>
                <p:nvPr/>
              </p:nvCxnSpPr>
              <p:spPr>
                <a:xfrm flipH="1" flipV="1">
                  <a:off x="1477469" y="6086626"/>
                  <a:ext cx="1369411" cy="565311"/>
                </a:xfrm>
                <a:prstGeom prst="line">
                  <a:avLst/>
                </a:prstGeom>
                <a:ln w="57150">
                  <a:solidFill>
                    <a:srgbClr val="7030A0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E64D2DCE-0948-D368-8B07-0373D6B6DB9E}"/>
                    </a:ext>
                  </a:extLst>
                </p:cNvPr>
                <p:cNvCxnSpPr>
                  <a:stCxn id="24" idx="5"/>
                  <a:endCxn id="26" idx="0"/>
                </p:cNvCxnSpPr>
                <p:nvPr/>
              </p:nvCxnSpPr>
              <p:spPr>
                <a:xfrm>
                  <a:off x="3012447" y="4930617"/>
                  <a:ext cx="91067" cy="1464686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13975036-CC03-E7BB-AF20-2A9B20DCB113}"/>
                    </a:ext>
                  </a:extLst>
                </p:cNvPr>
                <p:cNvCxnSpPr>
                  <a:cxnSpLocks/>
                  <a:stCxn id="22" idx="5"/>
                  <a:endCxn id="27" idx="1"/>
                </p:cNvCxnSpPr>
                <p:nvPr/>
              </p:nvCxnSpPr>
              <p:spPr>
                <a:xfrm>
                  <a:off x="2369118" y="3458194"/>
                  <a:ext cx="2707217" cy="2755642"/>
                </a:xfrm>
                <a:prstGeom prst="line">
                  <a:avLst/>
                </a:prstGeom>
                <a:ln w="57150">
                  <a:solidFill>
                    <a:srgbClr val="7030A0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B4A3F958-BEA5-B6DC-2BEA-0F03C1464AB6}"/>
                    </a:ext>
                  </a:extLst>
                </p:cNvPr>
                <p:cNvCxnSpPr>
                  <a:cxnSpLocks/>
                  <a:stCxn id="29" idx="4"/>
                  <a:endCxn id="27" idx="0"/>
                </p:cNvCxnSpPr>
                <p:nvPr/>
              </p:nvCxnSpPr>
              <p:spPr>
                <a:xfrm flipH="1">
                  <a:off x="5257802" y="4262423"/>
                  <a:ext cx="305431" cy="187624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B534E752-806D-9EC0-9920-26490F7D20AC}"/>
                    </a:ext>
                  </a:extLst>
                </p:cNvPr>
                <p:cNvCxnSpPr>
                  <a:stCxn id="29" idx="2"/>
                  <a:endCxn id="25" idx="5"/>
                </p:cNvCxnSpPr>
                <p:nvPr/>
              </p:nvCxnSpPr>
              <p:spPr>
                <a:xfrm flipH="1" flipV="1">
                  <a:off x="4392601" y="3510585"/>
                  <a:ext cx="913997" cy="49520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F93B54E8-F1AA-8138-92DD-A90F692F291A}"/>
                    </a:ext>
                  </a:extLst>
                </p:cNvPr>
                <p:cNvCxnSpPr>
                  <a:stCxn id="28" idx="1"/>
                  <a:endCxn id="29" idx="5"/>
                </p:cNvCxnSpPr>
                <p:nvPr/>
              </p:nvCxnSpPr>
              <p:spPr>
                <a:xfrm flipH="1" flipV="1">
                  <a:off x="5744700" y="4187258"/>
                  <a:ext cx="861544" cy="674868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03FE647C-B33C-6D0A-EF08-464FB5072C0E}"/>
                    </a:ext>
                  </a:extLst>
                </p:cNvPr>
                <p:cNvCxnSpPr>
                  <a:stCxn id="28" idx="3"/>
                  <a:endCxn id="27" idx="6"/>
                </p:cNvCxnSpPr>
                <p:nvPr/>
              </p:nvCxnSpPr>
              <p:spPr>
                <a:xfrm flipH="1">
                  <a:off x="5514435" y="5225062"/>
                  <a:ext cx="1091809" cy="117024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54E8BCCA-3BA1-3DA5-95F5-49AE6F389185}"/>
                    </a:ext>
                  </a:extLst>
                </p:cNvPr>
                <p:cNvCxnSpPr>
                  <a:stCxn id="22" idx="4"/>
                  <a:endCxn id="23" idx="0"/>
                </p:cNvCxnSpPr>
                <p:nvPr/>
              </p:nvCxnSpPr>
              <p:spPr>
                <a:xfrm flipH="1">
                  <a:off x="1296001" y="3533361"/>
                  <a:ext cx="891651" cy="211516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01DFB8EE-BA6D-03DB-6325-067BA39330C6}"/>
                    </a:ext>
                  </a:extLst>
                </p:cNvPr>
                <p:cNvSpPr/>
                <p:nvPr/>
              </p:nvSpPr>
              <p:spPr>
                <a:xfrm>
                  <a:off x="0" y="4164165"/>
                  <a:ext cx="513268" cy="513268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1</a:t>
                  </a:r>
                </a:p>
              </p:txBody>
            </p: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5358D523-10D3-DC0A-A3AC-680CD3B6CBA1}"/>
                    </a:ext>
                  </a:extLst>
                </p:cNvPr>
                <p:cNvSpPr/>
                <p:nvPr/>
              </p:nvSpPr>
              <p:spPr>
                <a:xfrm>
                  <a:off x="1931018" y="302009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E2709509-5AFA-9027-8CE6-DDF1E65BECC7}"/>
                    </a:ext>
                  </a:extLst>
                </p:cNvPr>
                <p:cNvSpPr/>
                <p:nvPr/>
              </p:nvSpPr>
              <p:spPr>
                <a:xfrm>
                  <a:off x="1039367" y="5648524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3</a:t>
                  </a:r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B891A546-AD77-7B39-D8ED-3CEF182E85ED}"/>
                    </a:ext>
                  </a:extLst>
                </p:cNvPr>
                <p:cNvSpPr/>
                <p:nvPr/>
              </p:nvSpPr>
              <p:spPr>
                <a:xfrm>
                  <a:off x="2574345" y="4492515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4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E17795D5-B07D-6BBC-0FD6-93D219AC2221}"/>
                    </a:ext>
                  </a:extLst>
                </p:cNvPr>
                <p:cNvSpPr/>
                <p:nvPr/>
              </p:nvSpPr>
              <p:spPr>
                <a:xfrm>
                  <a:off x="3954499" y="307248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51E2E627-E987-0637-939F-9D67131CED36}"/>
                    </a:ext>
                  </a:extLst>
                </p:cNvPr>
                <p:cNvSpPr/>
                <p:nvPr/>
              </p:nvSpPr>
              <p:spPr>
                <a:xfrm>
                  <a:off x="2846880" y="6395303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6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BAAC9EDC-C798-1CF1-AB22-2F75208F18C1}"/>
                    </a:ext>
                  </a:extLst>
                </p:cNvPr>
                <p:cNvSpPr/>
                <p:nvPr/>
              </p:nvSpPr>
              <p:spPr>
                <a:xfrm>
                  <a:off x="5001167" y="6138669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09A32FFF-2117-14FC-368E-3578D1750C0B}"/>
                    </a:ext>
                  </a:extLst>
                </p:cNvPr>
                <p:cNvSpPr/>
                <p:nvPr/>
              </p:nvSpPr>
              <p:spPr>
                <a:xfrm>
                  <a:off x="6531078" y="4786960"/>
                  <a:ext cx="513268" cy="51326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9</a:t>
                  </a:r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7CC32412-8B24-36D1-2463-8B1FD1F235E9}"/>
                    </a:ext>
                  </a:extLst>
                </p:cNvPr>
                <p:cNvSpPr/>
                <p:nvPr/>
              </p:nvSpPr>
              <p:spPr>
                <a:xfrm>
                  <a:off x="5306598" y="3749156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</p:grp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64169FFD-3958-E793-7DF4-EC555FBD836B}"/>
                  </a:ext>
                </a:extLst>
              </p:cNvPr>
              <p:cNvCxnSpPr>
                <a:cxnSpLocks/>
                <a:stCxn id="26" idx="3"/>
                <a:endCxn id="23" idx="4"/>
              </p:cNvCxnSpPr>
              <p:nvPr/>
            </p:nvCxnSpPr>
            <p:spPr>
              <a:xfrm flipH="1" flipV="1">
                <a:off x="2820001" y="5767428"/>
                <a:ext cx="1626045" cy="67161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5ED39C8-9FE1-0516-963A-24BEA5C6DC50}"/>
                </a:ext>
              </a:extLst>
            </p:cNvPr>
            <p:cNvCxnSpPr>
              <a:cxnSpLocks/>
              <a:stCxn id="26" idx="6"/>
              <a:endCxn id="27" idx="3"/>
            </p:cNvCxnSpPr>
            <p:nvPr/>
          </p:nvCxnSpPr>
          <p:spPr>
            <a:xfrm flipV="1">
              <a:off x="9025917" y="6261553"/>
              <a:ext cx="1068340" cy="4679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923115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Cycle Detection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33</a:t>
            </a:fld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5409814" y="1237309"/>
            <a:ext cx="6637261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Boolean </a:t>
            </a:r>
            <a:r>
              <a:rPr lang="en-US" sz="1600" dirty="0" err="1"/>
              <a:t>hasCycle</a:t>
            </a:r>
            <a:r>
              <a:rPr lang="en-US" sz="1600" dirty="0"/>
              <a:t>(graph){</a:t>
            </a:r>
          </a:p>
          <a:p>
            <a:r>
              <a:rPr lang="en-US" sz="1600" dirty="0"/>
              <a:t>	for(v : </a:t>
            </a:r>
            <a:r>
              <a:rPr lang="en-US" sz="1600" dirty="0" err="1"/>
              <a:t>graph.vertices</a:t>
            </a:r>
            <a:r>
              <a:rPr lang="en-US" sz="1600" dirty="0"/>
              <a:t>){</a:t>
            </a:r>
          </a:p>
          <a:p>
            <a:r>
              <a:rPr lang="en-US" sz="1600" dirty="0"/>
              <a:t>		if( ! v marked “done”){</a:t>
            </a:r>
          </a:p>
          <a:p>
            <a:r>
              <a:rPr lang="en-US" sz="1600" dirty="0"/>
              <a:t>			if(</a:t>
            </a:r>
            <a:r>
              <a:rPr lang="en-US" sz="1600" dirty="0" err="1"/>
              <a:t>hasCycle</a:t>
            </a:r>
            <a:r>
              <a:rPr lang="en-US" sz="1600" dirty="0"/>
              <a:t>(graph, v)){ return true; }</a:t>
            </a:r>
          </a:p>
          <a:p>
            <a:r>
              <a:rPr lang="en-US" sz="1600" dirty="0"/>
              <a:t>		}</a:t>
            </a:r>
          </a:p>
          <a:p>
            <a:r>
              <a:rPr lang="en-US" sz="1600" dirty="0"/>
              <a:t>	}</a:t>
            </a:r>
          </a:p>
          <a:p>
            <a:r>
              <a:rPr lang="en-US" sz="1600" dirty="0"/>
              <a:t>	return false;</a:t>
            </a:r>
          </a:p>
          <a:p>
            <a:r>
              <a:rPr lang="en-US" sz="1600" dirty="0"/>
              <a:t>}</a:t>
            </a:r>
          </a:p>
          <a:p>
            <a:r>
              <a:rPr lang="en-US" sz="1600" dirty="0" err="1"/>
              <a:t>boolean</a:t>
            </a:r>
            <a:r>
              <a:rPr lang="en-US" sz="1600" dirty="0"/>
              <a:t> </a:t>
            </a:r>
            <a:r>
              <a:rPr lang="en-US" sz="1600" dirty="0" err="1"/>
              <a:t>hasCycle</a:t>
            </a:r>
            <a:r>
              <a:rPr lang="en-US" sz="1600" dirty="0"/>
              <a:t>(graph, </a:t>
            </a:r>
            <a:r>
              <a:rPr lang="en-US" sz="1600" dirty="0" err="1"/>
              <a:t>curr</a:t>
            </a:r>
            <a:r>
              <a:rPr lang="en-US" sz="1600" dirty="0"/>
              <a:t>){</a:t>
            </a:r>
          </a:p>
          <a:p>
            <a:r>
              <a:rPr lang="en-US" sz="1600" dirty="0"/>
              <a:t>	mark </a:t>
            </a:r>
            <a:r>
              <a:rPr lang="en-US" sz="1600" dirty="0" err="1"/>
              <a:t>curr</a:t>
            </a:r>
            <a:r>
              <a:rPr lang="en-US" sz="1600" dirty="0"/>
              <a:t> as “visited”;</a:t>
            </a:r>
          </a:p>
          <a:p>
            <a:r>
              <a:rPr lang="en-US" sz="1600" dirty="0"/>
              <a:t>	</a:t>
            </a:r>
            <a:r>
              <a:rPr lang="en-US" sz="1600" dirty="0" err="1">
                <a:solidFill>
                  <a:srgbClr val="FF0000"/>
                </a:solidFill>
              </a:rPr>
              <a:t>cycleFound</a:t>
            </a:r>
            <a:r>
              <a:rPr lang="en-US" sz="1600" dirty="0">
                <a:solidFill>
                  <a:srgbClr val="FF0000"/>
                </a:solidFill>
              </a:rPr>
              <a:t> = false;</a:t>
            </a:r>
          </a:p>
          <a:p>
            <a:r>
              <a:rPr lang="en-US" sz="1600" dirty="0"/>
              <a:t>	for (v : neighbors(current)){</a:t>
            </a:r>
          </a:p>
          <a:p>
            <a:r>
              <a:rPr lang="en-US" sz="1600" dirty="0"/>
              <a:t>		</a:t>
            </a:r>
            <a:r>
              <a:rPr lang="en-US" sz="1600" dirty="0">
                <a:solidFill>
                  <a:srgbClr val="FF0000"/>
                </a:solidFill>
              </a:rPr>
              <a:t>if (v marked “visited” &amp;&amp; ! v marked “done”){</a:t>
            </a:r>
          </a:p>
          <a:p>
            <a:r>
              <a:rPr lang="en-US" sz="1600" dirty="0">
                <a:solidFill>
                  <a:srgbClr val="FF0000"/>
                </a:solidFill>
              </a:rPr>
              <a:t>			</a:t>
            </a:r>
            <a:r>
              <a:rPr lang="en-US" sz="1600" dirty="0" err="1">
                <a:solidFill>
                  <a:srgbClr val="FF0000"/>
                </a:solidFill>
              </a:rPr>
              <a:t>cycleFound</a:t>
            </a:r>
            <a:r>
              <a:rPr lang="en-US" sz="1600" dirty="0">
                <a:solidFill>
                  <a:srgbClr val="FF0000"/>
                </a:solidFill>
              </a:rPr>
              <a:t>=true;</a:t>
            </a:r>
          </a:p>
          <a:p>
            <a:r>
              <a:rPr lang="en-US" sz="1600" dirty="0">
                <a:solidFill>
                  <a:srgbClr val="FF0000"/>
                </a:solidFill>
              </a:rPr>
              <a:t>		}</a:t>
            </a:r>
          </a:p>
          <a:p>
            <a:r>
              <a:rPr lang="en-US" sz="1600" dirty="0"/>
              <a:t>		if (! v marked “visited”</a:t>
            </a:r>
            <a:r>
              <a:rPr lang="en-US" sz="1600" dirty="0">
                <a:solidFill>
                  <a:srgbClr val="FF0000"/>
                </a:solidFill>
              </a:rPr>
              <a:t> &amp;&amp; !</a:t>
            </a:r>
            <a:r>
              <a:rPr lang="en-US" sz="1600" dirty="0" err="1">
                <a:solidFill>
                  <a:srgbClr val="FF0000"/>
                </a:solidFill>
              </a:rPr>
              <a:t>cycleFound</a:t>
            </a:r>
            <a:r>
              <a:rPr lang="en-US" sz="1600" dirty="0"/>
              <a:t>){</a:t>
            </a:r>
          </a:p>
          <a:p>
            <a:r>
              <a:rPr lang="en-US" sz="1600" dirty="0"/>
              <a:t>			</a:t>
            </a:r>
            <a:r>
              <a:rPr lang="en-US" sz="1600" dirty="0" err="1">
                <a:solidFill>
                  <a:srgbClr val="FF0000"/>
                </a:solidFill>
              </a:rPr>
              <a:t>cycleFound</a:t>
            </a:r>
            <a:r>
              <a:rPr lang="en-US" sz="1600" dirty="0">
                <a:solidFill>
                  <a:srgbClr val="FF0000"/>
                </a:solidFill>
              </a:rPr>
              <a:t> = </a:t>
            </a:r>
            <a:r>
              <a:rPr lang="en-US" sz="1600" dirty="0" err="1"/>
              <a:t>hasCycle</a:t>
            </a:r>
            <a:r>
              <a:rPr lang="en-US" sz="1600" dirty="0"/>
              <a:t>(graph, v);</a:t>
            </a:r>
          </a:p>
          <a:p>
            <a:r>
              <a:rPr lang="en-US" sz="1600" dirty="0"/>
              <a:t>		}</a:t>
            </a:r>
          </a:p>
          <a:p>
            <a:r>
              <a:rPr lang="en-US" sz="1600" dirty="0"/>
              <a:t>	}</a:t>
            </a:r>
          </a:p>
          <a:p>
            <a:r>
              <a:rPr lang="en-US" sz="1600" dirty="0"/>
              <a:t>	mark </a:t>
            </a:r>
            <a:r>
              <a:rPr lang="en-US" sz="1600" dirty="0" err="1"/>
              <a:t>curr</a:t>
            </a:r>
            <a:r>
              <a:rPr lang="en-US" sz="1600" dirty="0"/>
              <a:t> as “done”;</a:t>
            </a:r>
          </a:p>
          <a:p>
            <a:r>
              <a:rPr lang="en-US" sz="1600" dirty="0"/>
              <a:t>	</a:t>
            </a:r>
            <a:r>
              <a:rPr lang="en-US" sz="1600" dirty="0">
                <a:solidFill>
                  <a:srgbClr val="FF0000"/>
                </a:solidFill>
              </a:rPr>
              <a:t>return </a:t>
            </a:r>
            <a:r>
              <a:rPr lang="en-US" sz="1600" dirty="0" err="1">
                <a:solidFill>
                  <a:srgbClr val="FF0000"/>
                </a:solidFill>
              </a:rPr>
              <a:t>cycleFound</a:t>
            </a:r>
            <a:r>
              <a:rPr lang="en-US" sz="1600" dirty="0">
                <a:solidFill>
                  <a:srgbClr val="FF0000"/>
                </a:solidFill>
              </a:rPr>
              <a:t>;</a:t>
            </a:r>
          </a:p>
          <a:p>
            <a:r>
              <a:rPr lang="en-US" sz="1600" dirty="0"/>
              <a:t>}			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8200AC9-7D9A-1925-52EB-C7B86A898E60}"/>
              </a:ext>
            </a:extLst>
          </p:cNvPr>
          <p:cNvGrpSpPr/>
          <p:nvPr/>
        </p:nvGrpSpPr>
        <p:grpSpPr>
          <a:xfrm>
            <a:off x="303500" y="2950683"/>
            <a:ext cx="4385159" cy="2420607"/>
            <a:chOff x="6934200" y="4047495"/>
            <a:chExt cx="4385159" cy="2420607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4F4A86F4-FB7F-26CB-6FB5-7F1BFF9453F7}"/>
                </a:ext>
              </a:extLst>
            </p:cNvPr>
            <p:cNvGrpSpPr/>
            <p:nvPr/>
          </p:nvGrpSpPr>
          <p:grpSpPr>
            <a:xfrm>
              <a:off x="6934200" y="4047495"/>
              <a:ext cx="4385159" cy="2420607"/>
              <a:chOff x="1524000" y="2625729"/>
              <a:chExt cx="7044346" cy="3888478"/>
            </a:xfrm>
          </p:grpSpPr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57445EE1-44C3-64A2-986E-D46EA88A8BED}"/>
                  </a:ext>
                </a:extLst>
              </p:cNvPr>
              <p:cNvGrpSpPr/>
              <p:nvPr/>
            </p:nvGrpSpPr>
            <p:grpSpPr>
              <a:xfrm>
                <a:off x="1524000" y="2625729"/>
                <a:ext cx="7044346" cy="3888478"/>
                <a:chOff x="0" y="3020093"/>
                <a:chExt cx="7044346" cy="3888478"/>
              </a:xfrm>
            </p:grpSpPr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98667B16-A5D7-BBD9-C34D-964D4C9AFF12}"/>
                    </a:ext>
                  </a:extLst>
                </p:cNvPr>
                <p:cNvCxnSpPr>
                  <a:stCxn id="47" idx="7"/>
                  <a:endCxn id="48" idx="2"/>
                </p:cNvCxnSpPr>
                <p:nvPr/>
              </p:nvCxnSpPr>
              <p:spPr>
                <a:xfrm flipV="1">
                  <a:off x="438102" y="3276727"/>
                  <a:ext cx="1492916" cy="962604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FA0256C7-0C0F-A799-5AE9-2E217FD5D756}"/>
                    </a:ext>
                  </a:extLst>
                </p:cNvPr>
                <p:cNvCxnSpPr>
                  <a:stCxn id="48" idx="6"/>
                  <a:endCxn id="51" idx="2"/>
                </p:cNvCxnSpPr>
                <p:nvPr/>
              </p:nvCxnSpPr>
              <p:spPr>
                <a:xfrm>
                  <a:off x="2444286" y="3276727"/>
                  <a:ext cx="1510213" cy="52390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254B94F8-CF37-B94A-47FD-BD2899922A25}"/>
                    </a:ext>
                  </a:extLst>
                </p:cNvPr>
                <p:cNvCxnSpPr>
                  <a:stCxn id="47" idx="4"/>
                  <a:endCxn id="49" idx="1"/>
                </p:cNvCxnSpPr>
                <p:nvPr/>
              </p:nvCxnSpPr>
              <p:spPr>
                <a:xfrm>
                  <a:off x="256634" y="4677433"/>
                  <a:ext cx="857899" cy="1046257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2D98E141-8BD7-326E-BA69-6B184455899A}"/>
                    </a:ext>
                  </a:extLst>
                </p:cNvPr>
                <p:cNvCxnSpPr>
                  <a:stCxn id="50" idx="3"/>
                  <a:endCxn id="49" idx="7"/>
                </p:cNvCxnSpPr>
                <p:nvPr/>
              </p:nvCxnSpPr>
              <p:spPr>
                <a:xfrm flipH="1">
                  <a:off x="1477469" y="4930617"/>
                  <a:ext cx="1172042" cy="79307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ADAFBF81-44CC-A51D-66C0-2C5B87B35C40}"/>
                    </a:ext>
                  </a:extLst>
                </p:cNvPr>
                <p:cNvCxnSpPr>
                  <a:stCxn id="52" idx="2"/>
                  <a:endCxn id="49" idx="5"/>
                </p:cNvCxnSpPr>
                <p:nvPr/>
              </p:nvCxnSpPr>
              <p:spPr>
                <a:xfrm flipH="1" flipV="1">
                  <a:off x="1477469" y="6086626"/>
                  <a:ext cx="1369411" cy="56531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52C89A0F-5857-790A-2E5A-C334C74AD9DF}"/>
                    </a:ext>
                  </a:extLst>
                </p:cNvPr>
                <p:cNvCxnSpPr>
                  <a:stCxn id="50" idx="5"/>
                  <a:endCxn id="52" idx="0"/>
                </p:cNvCxnSpPr>
                <p:nvPr/>
              </p:nvCxnSpPr>
              <p:spPr>
                <a:xfrm>
                  <a:off x="3012447" y="4930617"/>
                  <a:ext cx="91067" cy="1464686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352BECD2-A307-35FE-E7B9-BEF318C03A1D}"/>
                    </a:ext>
                  </a:extLst>
                </p:cNvPr>
                <p:cNvCxnSpPr>
                  <a:cxnSpLocks/>
                  <a:stCxn id="48" idx="5"/>
                  <a:endCxn id="53" idx="1"/>
                </p:cNvCxnSpPr>
                <p:nvPr/>
              </p:nvCxnSpPr>
              <p:spPr>
                <a:xfrm>
                  <a:off x="2369118" y="3458194"/>
                  <a:ext cx="2707217" cy="2755642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839A6867-664B-0A60-EC3B-4B9FB9DABFF2}"/>
                    </a:ext>
                  </a:extLst>
                </p:cNvPr>
                <p:cNvCxnSpPr>
                  <a:cxnSpLocks/>
                  <a:stCxn id="55" idx="4"/>
                  <a:endCxn id="53" idx="0"/>
                </p:cNvCxnSpPr>
                <p:nvPr/>
              </p:nvCxnSpPr>
              <p:spPr>
                <a:xfrm flipH="1">
                  <a:off x="5257802" y="4262423"/>
                  <a:ext cx="305431" cy="187624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8890D792-DD4D-C941-053C-56792BC91B07}"/>
                    </a:ext>
                  </a:extLst>
                </p:cNvPr>
                <p:cNvCxnSpPr>
                  <a:stCxn id="55" idx="2"/>
                  <a:endCxn id="51" idx="5"/>
                </p:cNvCxnSpPr>
                <p:nvPr/>
              </p:nvCxnSpPr>
              <p:spPr>
                <a:xfrm flipH="1" flipV="1">
                  <a:off x="4392601" y="3510585"/>
                  <a:ext cx="913997" cy="49520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B1E4AEE4-0B75-9ED8-B545-8ECB83BC5819}"/>
                    </a:ext>
                  </a:extLst>
                </p:cNvPr>
                <p:cNvCxnSpPr>
                  <a:stCxn id="54" idx="1"/>
                  <a:endCxn id="55" idx="5"/>
                </p:cNvCxnSpPr>
                <p:nvPr/>
              </p:nvCxnSpPr>
              <p:spPr>
                <a:xfrm flipH="1" flipV="1">
                  <a:off x="5744700" y="4187258"/>
                  <a:ext cx="861544" cy="674868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E5F552B6-93EB-210F-6CA5-732260C4CB99}"/>
                    </a:ext>
                  </a:extLst>
                </p:cNvPr>
                <p:cNvCxnSpPr>
                  <a:stCxn id="54" idx="3"/>
                  <a:endCxn id="53" idx="6"/>
                </p:cNvCxnSpPr>
                <p:nvPr/>
              </p:nvCxnSpPr>
              <p:spPr>
                <a:xfrm flipH="1">
                  <a:off x="5514435" y="5225062"/>
                  <a:ext cx="1091809" cy="117024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C9CF98F7-72EE-A41B-94B4-C0C7D5B40A13}"/>
                    </a:ext>
                  </a:extLst>
                </p:cNvPr>
                <p:cNvCxnSpPr>
                  <a:stCxn id="48" idx="4"/>
                  <a:endCxn id="49" idx="0"/>
                </p:cNvCxnSpPr>
                <p:nvPr/>
              </p:nvCxnSpPr>
              <p:spPr>
                <a:xfrm flipH="1">
                  <a:off x="1296001" y="3533361"/>
                  <a:ext cx="891651" cy="211516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CCD3DB87-8FDD-BBEE-9D89-F763E1040ED7}"/>
                    </a:ext>
                  </a:extLst>
                </p:cNvPr>
                <p:cNvSpPr/>
                <p:nvPr/>
              </p:nvSpPr>
              <p:spPr>
                <a:xfrm>
                  <a:off x="0" y="4164165"/>
                  <a:ext cx="513268" cy="513268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1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84B893D-29DB-BB7C-BBA0-B919C23C6B1E}"/>
                    </a:ext>
                  </a:extLst>
                </p:cNvPr>
                <p:cNvSpPr/>
                <p:nvPr/>
              </p:nvSpPr>
              <p:spPr>
                <a:xfrm>
                  <a:off x="1931018" y="302009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E98533ED-C91E-BCB7-C7FA-6A6BB23DB5EE}"/>
                    </a:ext>
                  </a:extLst>
                </p:cNvPr>
                <p:cNvSpPr/>
                <p:nvPr/>
              </p:nvSpPr>
              <p:spPr>
                <a:xfrm>
                  <a:off x="1039367" y="5648524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3</a:t>
                  </a:r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E5E38723-49F4-D444-B6E9-10D1CEE06FAA}"/>
                    </a:ext>
                  </a:extLst>
                </p:cNvPr>
                <p:cNvSpPr/>
                <p:nvPr/>
              </p:nvSpPr>
              <p:spPr>
                <a:xfrm>
                  <a:off x="2574345" y="4492515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4</a:t>
                  </a:r>
                </a:p>
              </p:txBody>
            </p: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494084C6-F266-1A65-C3CD-B28BAECD1CD3}"/>
                    </a:ext>
                  </a:extLst>
                </p:cNvPr>
                <p:cNvSpPr/>
                <p:nvPr/>
              </p:nvSpPr>
              <p:spPr>
                <a:xfrm>
                  <a:off x="3954499" y="307248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D79CA729-96DA-7BDA-8FA9-CD452C4A54D4}"/>
                    </a:ext>
                  </a:extLst>
                </p:cNvPr>
                <p:cNvSpPr/>
                <p:nvPr/>
              </p:nvSpPr>
              <p:spPr>
                <a:xfrm>
                  <a:off x="2846880" y="6395303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6</a:t>
                  </a:r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1F607055-3BC9-7EEA-81D8-BD20DB6D7E80}"/>
                    </a:ext>
                  </a:extLst>
                </p:cNvPr>
                <p:cNvSpPr/>
                <p:nvPr/>
              </p:nvSpPr>
              <p:spPr>
                <a:xfrm>
                  <a:off x="5001167" y="6138669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58830F5E-7D53-760E-EA93-ACF453B746AC}"/>
                    </a:ext>
                  </a:extLst>
                </p:cNvPr>
                <p:cNvSpPr/>
                <p:nvPr/>
              </p:nvSpPr>
              <p:spPr>
                <a:xfrm>
                  <a:off x="6531078" y="4786960"/>
                  <a:ext cx="513268" cy="51326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9</a:t>
                  </a:r>
                </a:p>
              </p:txBody>
            </p:sp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DA593680-DCFA-7AF1-C06C-855B87D1B597}"/>
                    </a:ext>
                  </a:extLst>
                </p:cNvPr>
                <p:cNvSpPr/>
                <p:nvPr/>
              </p:nvSpPr>
              <p:spPr>
                <a:xfrm>
                  <a:off x="5306598" y="3749156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</p:grp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E035AA82-3EEE-70A9-9876-C158C70B2BD0}"/>
                  </a:ext>
                </a:extLst>
              </p:cNvPr>
              <p:cNvCxnSpPr>
                <a:cxnSpLocks/>
                <a:stCxn id="52" idx="3"/>
                <a:endCxn id="49" idx="4"/>
              </p:cNvCxnSpPr>
              <p:nvPr/>
            </p:nvCxnSpPr>
            <p:spPr>
              <a:xfrm flipH="1" flipV="1">
                <a:off x="2820001" y="5767428"/>
                <a:ext cx="1626045" cy="67161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0E6D0F4-C146-E647-3385-43715450879E}"/>
                </a:ext>
              </a:extLst>
            </p:cNvPr>
            <p:cNvCxnSpPr>
              <a:cxnSpLocks/>
              <a:stCxn id="52" idx="6"/>
              <a:endCxn id="53" idx="3"/>
            </p:cNvCxnSpPr>
            <p:nvPr/>
          </p:nvCxnSpPr>
          <p:spPr>
            <a:xfrm flipV="1">
              <a:off x="9025917" y="6261553"/>
              <a:ext cx="1068340" cy="4679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305A923-957B-ED78-9721-01D3F5097FFD}"/>
              </a:ext>
            </a:extLst>
          </p:cNvPr>
          <p:cNvSpPr txBox="1"/>
          <p:nvPr/>
        </p:nvSpPr>
        <p:spPr>
          <a:xfrm>
            <a:off x="7931446" y="424092"/>
            <a:ext cx="4101507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Idea: Look for a back edge!</a:t>
            </a:r>
          </a:p>
        </p:txBody>
      </p:sp>
    </p:spTree>
    <p:extLst>
      <p:ext uri="{BB962C8B-B14F-4D97-AF65-F5344CB8AC3E}">
        <p14:creationId xmlns:p14="http://schemas.microsoft.com/office/powerpoint/2010/main" val="21760316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68C3F-4B9D-C618-991C-2A9D4BC49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AFB2E-DA37-6BBE-3E9C-0C48E3759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Cycle Detection – Worked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3298D4-2365-F9E2-4878-F75682376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34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B0A24A-53B6-BE08-C03A-58D7F5E5BFE9}"/>
              </a:ext>
            </a:extLst>
          </p:cNvPr>
          <p:cNvSpPr txBox="1"/>
          <p:nvPr/>
        </p:nvSpPr>
        <p:spPr>
          <a:xfrm>
            <a:off x="73330" y="3873029"/>
            <a:ext cx="4552721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Starting from the current node:</a:t>
            </a:r>
          </a:p>
          <a:p>
            <a:r>
              <a:rPr lang="en-US" sz="2400" dirty="0">
                <a:solidFill>
                  <a:srgbClr val="FF0000"/>
                </a:solidFill>
              </a:rPr>
              <a:t>    for each non-done neighbor:</a:t>
            </a:r>
          </a:p>
          <a:p>
            <a:r>
              <a:rPr lang="en-US" sz="2400" dirty="0">
                <a:solidFill>
                  <a:srgbClr val="FF0000"/>
                </a:solidFill>
              </a:rPr>
              <a:t>        if the neighbor is visited:</a:t>
            </a:r>
          </a:p>
          <a:p>
            <a:r>
              <a:rPr lang="en-US" sz="2400" dirty="0">
                <a:solidFill>
                  <a:srgbClr val="FF0000"/>
                </a:solidFill>
              </a:rPr>
              <a:t>            we found a cycle!</a:t>
            </a:r>
          </a:p>
          <a:p>
            <a:r>
              <a:rPr lang="en-US" sz="2400" dirty="0">
                <a:solidFill>
                  <a:srgbClr val="FF0000"/>
                </a:solidFill>
              </a:rPr>
              <a:t>        else:</a:t>
            </a:r>
          </a:p>
          <a:p>
            <a:r>
              <a:rPr lang="en-US" sz="2400" dirty="0">
                <a:solidFill>
                  <a:srgbClr val="FF0000"/>
                </a:solidFill>
              </a:rPr>
              <a:t>            mark the neighbor as visited</a:t>
            </a:r>
          </a:p>
          <a:p>
            <a:r>
              <a:rPr lang="en-US" sz="2400" dirty="0">
                <a:solidFill>
                  <a:srgbClr val="FF0000"/>
                </a:solidFill>
              </a:rPr>
              <a:t>            do a DFS from the neighbor</a:t>
            </a:r>
          </a:p>
          <a:p>
            <a:r>
              <a:rPr lang="en-US" sz="2400" dirty="0">
                <a:solidFill>
                  <a:srgbClr val="FF0000"/>
                </a:solidFill>
              </a:rPr>
              <a:t>    mark the current node as done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FE1CDB6-9AD2-5C23-41FE-6AFA369B0160}"/>
              </a:ext>
            </a:extLst>
          </p:cNvPr>
          <p:cNvGraphicFramePr>
            <a:graphicFrameLocks noGrp="1"/>
          </p:cNvGraphicFramePr>
          <p:nvPr/>
        </p:nvGraphicFramePr>
        <p:xfrm>
          <a:off x="6492240" y="1399839"/>
          <a:ext cx="5225339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5229">
                  <a:extLst>
                    <a:ext uri="{9D8B030D-6E8A-4147-A177-3AD203B41FA5}">
                      <a16:colId xmlns:a16="http://schemas.microsoft.com/office/drawing/2014/main" val="2885487592"/>
                    </a:ext>
                  </a:extLst>
                </a:gridCol>
                <a:gridCol w="991884">
                  <a:extLst>
                    <a:ext uri="{9D8B030D-6E8A-4147-A177-3AD203B41FA5}">
                      <a16:colId xmlns:a16="http://schemas.microsoft.com/office/drawing/2014/main" val="3918555435"/>
                    </a:ext>
                  </a:extLst>
                </a:gridCol>
                <a:gridCol w="997527">
                  <a:extLst>
                    <a:ext uri="{9D8B030D-6E8A-4147-A177-3AD203B41FA5}">
                      <a16:colId xmlns:a16="http://schemas.microsoft.com/office/drawing/2014/main" val="1745931878"/>
                    </a:ext>
                  </a:extLst>
                </a:gridCol>
                <a:gridCol w="2390699">
                  <a:extLst>
                    <a:ext uri="{9D8B030D-6E8A-4147-A177-3AD203B41FA5}">
                      <a16:colId xmlns:a16="http://schemas.microsoft.com/office/drawing/2014/main" val="25031858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Visited?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Done?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Other Info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8798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4763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5311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657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7034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718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982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48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3436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5953369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1C301D81-9C2C-04F9-DD6E-E893BB75F3F4}"/>
              </a:ext>
            </a:extLst>
          </p:cNvPr>
          <p:cNvGrpSpPr/>
          <p:nvPr/>
        </p:nvGrpSpPr>
        <p:grpSpPr>
          <a:xfrm>
            <a:off x="5742926" y="5474915"/>
            <a:ext cx="6036209" cy="658829"/>
            <a:chOff x="5742926" y="5607923"/>
            <a:chExt cx="6036209" cy="65882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7DA16A2-0CD3-8A9F-F1BC-894F3EA7D7E9}"/>
                </a:ext>
              </a:extLst>
            </p:cNvPr>
            <p:cNvSpPr/>
            <p:nvPr/>
          </p:nvSpPr>
          <p:spPr>
            <a:xfrm>
              <a:off x="6558742" y="5619404"/>
              <a:ext cx="5220393" cy="6473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37D29E0-54AD-227B-D827-A36AFEF2D743}"/>
                </a:ext>
              </a:extLst>
            </p:cNvPr>
            <p:cNvSpPr txBox="1"/>
            <p:nvPr/>
          </p:nvSpPr>
          <p:spPr>
            <a:xfrm>
              <a:off x="5742926" y="5607923"/>
              <a:ext cx="73969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(Call)</a:t>
              </a:r>
            </a:p>
            <a:p>
              <a:r>
                <a:rPr lang="en-US" dirty="0"/>
                <a:t>Stack: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83110CD-4802-ACCC-CC22-A3803B7FD9BA}"/>
              </a:ext>
            </a:extLst>
          </p:cNvPr>
          <p:cNvGrpSpPr/>
          <p:nvPr/>
        </p:nvGrpSpPr>
        <p:grpSpPr>
          <a:xfrm>
            <a:off x="336666" y="1399839"/>
            <a:ext cx="4385159" cy="2420607"/>
            <a:chOff x="6934200" y="4047495"/>
            <a:chExt cx="4385159" cy="242060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E513DBA-D573-ECF7-AF85-B480795D7D4C}"/>
                </a:ext>
              </a:extLst>
            </p:cNvPr>
            <p:cNvGrpSpPr/>
            <p:nvPr/>
          </p:nvGrpSpPr>
          <p:grpSpPr>
            <a:xfrm>
              <a:off x="6934200" y="4047495"/>
              <a:ext cx="4385159" cy="2420607"/>
              <a:chOff x="1524000" y="2625729"/>
              <a:chExt cx="7044346" cy="3888478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548DC151-B6A2-7217-85A3-B194F6DBD4FB}"/>
                  </a:ext>
                </a:extLst>
              </p:cNvPr>
              <p:cNvGrpSpPr/>
              <p:nvPr/>
            </p:nvGrpSpPr>
            <p:grpSpPr>
              <a:xfrm>
                <a:off x="1524000" y="2625729"/>
                <a:ext cx="7044346" cy="3888478"/>
                <a:chOff x="0" y="3020093"/>
                <a:chExt cx="7044346" cy="3888478"/>
              </a:xfrm>
            </p:grpSpPr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1FABAA4C-E9AA-BBC4-EE1C-E5F598D0FAAC}"/>
                    </a:ext>
                  </a:extLst>
                </p:cNvPr>
                <p:cNvCxnSpPr>
                  <a:stCxn id="26" idx="7"/>
                  <a:endCxn id="27" idx="2"/>
                </p:cNvCxnSpPr>
                <p:nvPr/>
              </p:nvCxnSpPr>
              <p:spPr>
                <a:xfrm flipV="1">
                  <a:off x="438102" y="3276727"/>
                  <a:ext cx="1492916" cy="962604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947DED7C-37A2-4185-0085-C799CEB7E887}"/>
                    </a:ext>
                  </a:extLst>
                </p:cNvPr>
                <p:cNvCxnSpPr>
                  <a:stCxn id="27" idx="6"/>
                  <a:endCxn id="30" idx="2"/>
                </p:cNvCxnSpPr>
                <p:nvPr/>
              </p:nvCxnSpPr>
              <p:spPr>
                <a:xfrm>
                  <a:off x="2444286" y="3276727"/>
                  <a:ext cx="1510213" cy="52390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94406FE0-7880-018C-F059-2F319F0E7202}"/>
                    </a:ext>
                  </a:extLst>
                </p:cNvPr>
                <p:cNvCxnSpPr>
                  <a:stCxn id="26" idx="4"/>
                  <a:endCxn id="28" idx="1"/>
                </p:cNvCxnSpPr>
                <p:nvPr/>
              </p:nvCxnSpPr>
              <p:spPr>
                <a:xfrm>
                  <a:off x="256634" y="4677433"/>
                  <a:ext cx="857899" cy="1046257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B9DF2E77-C2A9-185C-544C-1D82413EA2C8}"/>
                    </a:ext>
                  </a:extLst>
                </p:cNvPr>
                <p:cNvCxnSpPr>
                  <a:stCxn id="29" idx="3"/>
                  <a:endCxn id="28" idx="7"/>
                </p:cNvCxnSpPr>
                <p:nvPr/>
              </p:nvCxnSpPr>
              <p:spPr>
                <a:xfrm flipH="1">
                  <a:off x="1477469" y="4930617"/>
                  <a:ext cx="1172042" cy="79307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1A679EB0-00E6-D92F-524C-8C9612C31749}"/>
                    </a:ext>
                  </a:extLst>
                </p:cNvPr>
                <p:cNvCxnSpPr>
                  <a:stCxn id="43" idx="2"/>
                  <a:endCxn id="28" idx="5"/>
                </p:cNvCxnSpPr>
                <p:nvPr/>
              </p:nvCxnSpPr>
              <p:spPr>
                <a:xfrm flipH="1" flipV="1">
                  <a:off x="1477469" y="6086626"/>
                  <a:ext cx="1369411" cy="56531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FA883C6F-1A4A-0DBA-17F7-243880D2566E}"/>
                    </a:ext>
                  </a:extLst>
                </p:cNvPr>
                <p:cNvCxnSpPr>
                  <a:stCxn id="29" idx="5"/>
                  <a:endCxn id="43" idx="0"/>
                </p:cNvCxnSpPr>
                <p:nvPr/>
              </p:nvCxnSpPr>
              <p:spPr>
                <a:xfrm>
                  <a:off x="3012447" y="4930617"/>
                  <a:ext cx="91067" cy="1464686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23A30ECC-BDFA-2F09-C1F1-162FF19105D1}"/>
                    </a:ext>
                  </a:extLst>
                </p:cNvPr>
                <p:cNvCxnSpPr>
                  <a:cxnSpLocks/>
                  <a:stCxn id="27" idx="5"/>
                  <a:endCxn id="47" idx="1"/>
                </p:cNvCxnSpPr>
                <p:nvPr/>
              </p:nvCxnSpPr>
              <p:spPr>
                <a:xfrm>
                  <a:off x="2369118" y="3458194"/>
                  <a:ext cx="2707217" cy="2755642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8AE315C5-3930-18E5-9BAB-6022ABB33C39}"/>
                    </a:ext>
                  </a:extLst>
                </p:cNvPr>
                <p:cNvCxnSpPr>
                  <a:cxnSpLocks/>
                  <a:stCxn id="49" idx="4"/>
                  <a:endCxn id="47" idx="0"/>
                </p:cNvCxnSpPr>
                <p:nvPr/>
              </p:nvCxnSpPr>
              <p:spPr>
                <a:xfrm flipH="1">
                  <a:off x="5257802" y="4262423"/>
                  <a:ext cx="305431" cy="187624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338391A9-D44C-0282-C0B7-525D7952CE54}"/>
                    </a:ext>
                  </a:extLst>
                </p:cNvPr>
                <p:cNvCxnSpPr>
                  <a:stCxn id="49" idx="2"/>
                  <a:endCxn id="30" idx="5"/>
                </p:cNvCxnSpPr>
                <p:nvPr/>
              </p:nvCxnSpPr>
              <p:spPr>
                <a:xfrm flipH="1" flipV="1">
                  <a:off x="4392601" y="3510585"/>
                  <a:ext cx="913997" cy="49520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8A2F1494-B8AD-6CAC-81D7-9102EDA4A3EE}"/>
                    </a:ext>
                  </a:extLst>
                </p:cNvPr>
                <p:cNvCxnSpPr>
                  <a:stCxn id="48" idx="1"/>
                  <a:endCxn id="49" idx="5"/>
                </p:cNvCxnSpPr>
                <p:nvPr/>
              </p:nvCxnSpPr>
              <p:spPr>
                <a:xfrm flipH="1" flipV="1">
                  <a:off x="5744700" y="4187258"/>
                  <a:ext cx="861544" cy="674868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CC301D3B-EE9A-2685-F45E-8C4067240F32}"/>
                    </a:ext>
                  </a:extLst>
                </p:cNvPr>
                <p:cNvCxnSpPr>
                  <a:stCxn id="48" idx="3"/>
                  <a:endCxn id="47" idx="6"/>
                </p:cNvCxnSpPr>
                <p:nvPr/>
              </p:nvCxnSpPr>
              <p:spPr>
                <a:xfrm flipH="1">
                  <a:off x="5514435" y="5225062"/>
                  <a:ext cx="1091809" cy="117024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33FD3D2C-DA91-1B27-4C0E-B92F73E6049A}"/>
                    </a:ext>
                  </a:extLst>
                </p:cNvPr>
                <p:cNvCxnSpPr>
                  <a:stCxn id="27" idx="4"/>
                  <a:endCxn id="28" idx="0"/>
                </p:cNvCxnSpPr>
                <p:nvPr/>
              </p:nvCxnSpPr>
              <p:spPr>
                <a:xfrm flipH="1">
                  <a:off x="1296001" y="3533361"/>
                  <a:ext cx="891651" cy="211516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FF87792A-6963-8E7F-9191-315F58BC1D3B}"/>
                    </a:ext>
                  </a:extLst>
                </p:cNvPr>
                <p:cNvSpPr/>
                <p:nvPr/>
              </p:nvSpPr>
              <p:spPr>
                <a:xfrm>
                  <a:off x="0" y="4164165"/>
                  <a:ext cx="513268" cy="513268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1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B01CE90-E3B9-6F24-AF62-13D41D6CDEFF}"/>
                    </a:ext>
                  </a:extLst>
                </p:cNvPr>
                <p:cNvSpPr/>
                <p:nvPr/>
              </p:nvSpPr>
              <p:spPr>
                <a:xfrm>
                  <a:off x="1931018" y="302009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7A831B14-9CD1-9A57-721F-B5AFDC15218D}"/>
                    </a:ext>
                  </a:extLst>
                </p:cNvPr>
                <p:cNvSpPr/>
                <p:nvPr/>
              </p:nvSpPr>
              <p:spPr>
                <a:xfrm>
                  <a:off x="1039367" y="5648524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3</a:t>
                  </a:r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91D99591-25BC-8AC7-69A6-0A5B5F0A81B5}"/>
                    </a:ext>
                  </a:extLst>
                </p:cNvPr>
                <p:cNvSpPr/>
                <p:nvPr/>
              </p:nvSpPr>
              <p:spPr>
                <a:xfrm>
                  <a:off x="2574345" y="4492515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4</a:t>
                  </a:r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633FD9BA-5729-E1E2-E3D7-50C15B23D6F7}"/>
                    </a:ext>
                  </a:extLst>
                </p:cNvPr>
                <p:cNvSpPr/>
                <p:nvPr/>
              </p:nvSpPr>
              <p:spPr>
                <a:xfrm>
                  <a:off x="3954499" y="307248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616C9327-8D05-8D09-3618-C4D2646A9CE8}"/>
                    </a:ext>
                  </a:extLst>
                </p:cNvPr>
                <p:cNvSpPr/>
                <p:nvPr/>
              </p:nvSpPr>
              <p:spPr>
                <a:xfrm>
                  <a:off x="2846880" y="6395303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6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744474E1-71F6-462B-0F4D-A5C3A5D1733B}"/>
                    </a:ext>
                  </a:extLst>
                </p:cNvPr>
                <p:cNvSpPr/>
                <p:nvPr/>
              </p:nvSpPr>
              <p:spPr>
                <a:xfrm>
                  <a:off x="5001167" y="6138669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E18B2CEE-B7DA-ED4D-C37F-6FFA219844F1}"/>
                    </a:ext>
                  </a:extLst>
                </p:cNvPr>
                <p:cNvSpPr/>
                <p:nvPr/>
              </p:nvSpPr>
              <p:spPr>
                <a:xfrm>
                  <a:off x="6531078" y="4786960"/>
                  <a:ext cx="513268" cy="51326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9</a:t>
                  </a:r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5CC9C376-9A49-233A-F78E-515398A73AF9}"/>
                    </a:ext>
                  </a:extLst>
                </p:cNvPr>
                <p:cNvSpPr/>
                <p:nvPr/>
              </p:nvSpPr>
              <p:spPr>
                <a:xfrm>
                  <a:off x="5306598" y="3749156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</p:grp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CF1AC76B-3813-40CA-1628-0611863B842D}"/>
                  </a:ext>
                </a:extLst>
              </p:cNvPr>
              <p:cNvCxnSpPr>
                <a:cxnSpLocks/>
                <a:stCxn id="43" idx="3"/>
                <a:endCxn id="28" idx="4"/>
              </p:cNvCxnSpPr>
              <p:nvPr/>
            </p:nvCxnSpPr>
            <p:spPr>
              <a:xfrm flipH="1" flipV="1">
                <a:off x="2820001" y="5767428"/>
                <a:ext cx="1626045" cy="67161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13EB4C0-147D-458E-07EA-A6A47DB3DE84}"/>
                </a:ext>
              </a:extLst>
            </p:cNvPr>
            <p:cNvCxnSpPr>
              <a:cxnSpLocks/>
              <a:stCxn id="43" idx="6"/>
              <a:endCxn id="47" idx="3"/>
            </p:cNvCxnSpPr>
            <p:nvPr/>
          </p:nvCxnSpPr>
          <p:spPr>
            <a:xfrm flipV="1">
              <a:off x="9025917" y="6261553"/>
              <a:ext cx="1068340" cy="4679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817571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Topological Sort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 Topological Sort of a </a:t>
                </a:r>
                <a:r>
                  <a:rPr lang="en-US" b="1" dirty="0"/>
                  <a:t>directed acyclic graph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a permutation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such that if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is before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in the permutation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8" t="-1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35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6652F29-0A79-210D-2DF8-9579B15BE792}"/>
              </a:ext>
            </a:extLst>
          </p:cNvPr>
          <p:cNvGrpSpPr/>
          <p:nvPr/>
        </p:nvGrpSpPr>
        <p:grpSpPr>
          <a:xfrm>
            <a:off x="7009533" y="4114199"/>
            <a:ext cx="4385159" cy="2420607"/>
            <a:chOff x="6934200" y="4047495"/>
            <a:chExt cx="4385159" cy="2420607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7EB8E3F-6751-1E82-7583-8F80C26138DF}"/>
                </a:ext>
              </a:extLst>
            </p:cNvPr>
            <p:cNvGrpSpPr/>
            <p:nvPr/>
          </p:nvGrpSpPr>
          <p:grpSpPr>
            <a:xfrm>
              <a:off x="6934200" y="4047495"/>
              <a:ext cx="4385159" cy="2420607"/>
              <a:chOff x="1524000" y="2625729"/>
              <a:chExt cx="7044346" cy="3888478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933A9D27-8499-DCAD-BB09-C5811A2BD9B8}"/>
                  </a:ext>
                </a:extLst>
              </p:cNvPr>
              <p:cNvGrpSpPr/>
              <p:nvPr/>
            </p:nvGrpSpPr>
            <p:grpSpPr>
              <a:xfrm>
                <a:off x="1524000" y="2625729"/>
                <a:ext cx="7044346" cy="3888478"/>
                <a:chOff x="0" y="3020093"/>
                <a:chExt cx="7044346" cy="3888478"/>
              </a:xfrm>
            </p:grpSpPr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76F20D4D-C2AE-E63F-6C7C-DE9BDBED70C7}"/>
                    </a:ext>
                  </a:extLst>
                </p:cNvPr>
                <p:cNvCxnSpPr>
                  <a:stCxn id="58" idx="7"/>
                  <a:endCxn id="59" idx="2"/>
                </p:cNvCxnSpPr>
                <p:nvPr/>
              </p:nvCxnSpPr>
              <p:spPr>
                <a:xfrm flipV="1">
                  <a:off x="438102" y="3276727"/>
                  <a:ext cx="1492916" cy="962604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F02F690A-F0D8-CEFB-E093-724538ADFB0B}"/>
                    </a:ext>
                  </a:extLst>
                </p:cNvPr>
                <p:cNvCxnSpPr>
                  <a:stCxn id="59" idx="6"/>
                  <a:endCxn id="62" idx="2"/>
                </p:cNvCxnSpPr>
                <p:nvPr/>
              </p:nvCxnSpPr>
              <p:spPr>
                <a:xfrm>
                  <a:off x="2444286" y="3276727"/>
                  <a:ext cx="1510213" cy="52390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E52C7ABA-BBB6-2678-6598-C7D0CEA71D55}"/>
                    </a:ext>
                  </a:extLst>
                </p:cNvPr>
                <p:cNvCxnSpPr>
                  <a:stCxn id="58" idx="4"/>
                  <a:endCxn id="60" idx="1"/>
                </p:cNvCxnSpPr>
                <p:nvPr/>
              </p:nvCxnSpPr>
              <p:spPr>
                <a:xfrm>
                  <a:off x="256634" y="4677433"/>
                  <a:ext cx="857899" cy="1046257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29662FE4-23A3-CBB5-86C2-A01319284309}"/>
                    </a:ext>
                  </a:extLst>
                </p:cNvPr>
                <p:cNvCxnSpPr>
                  <a:stCxn id="61" idx="3"/>
                  <a:endCxn id="60" idx="7"/>
                </p:cNvCxnSpPr>
                <p:nvPr/>
              </p:nvCxnSpPr>
              <p:spPr>
                <a:xfrm flipH="1">
                  <a:off x="1477469" y="4930617"/>
                  <a:ext cx="1172042" cy="79307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832A12C4-8001-3670-1EDB-F2EFBDB7661E}"/>
                    </a:ext>
                  </a:extLst>
                </p:cNvPr>
                <p:cNvCxnSpPr>
                  <a:stCxn id="61" idx="5"/>
                  <a:endCxn id="63" idx="0"/>
                </p:cNvCxnSpPr>
                <p:nvPr/>
              </p:nvCxnSpPr>
              <p:spPr>
                <a:xfrm>
                  <a:off x="3012447" y="4930617"/>
                  <a:ext cx="91067" cy="1464686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9BFE5E66-3D07-C865-EB56-C97B22695E90}"/>
                    </a:ext>
                  </a:extLst>
                </p:cNvPr>
                <p:cNvCxnSpPr>
                  <a:cxnSpLocks/>
                  <a:stCxn id="66" idx="3"/>
                  <a:endCxn id="59" idx="5"/>
                </p:cNvCxnSpPr>
                <p:nvPr/>
              </p:nvCxnSpPr>
              <p:spPr>
                <a:xfrm flipH="1" flipV="1">
                  <a:off x="2369118" y="3458194"/>
                  <a:ext cx="3012648" cy="72906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3324CD16-9A95-C1EA-83C5-7A9080A0385E}"/>
                    </a:ext>
                  </a:extLst>
                </p:cNvPr>
                <p:cNvCxnSpPr>
                  <a:cxnSpLocks/>
                  <a:stCxn id="66" idx="4"/>
                  <a:endCxn id="64" idx="0"/>
                </p:cNvCxnSpPr>
                <p:nvPr/>
              </p:nvCxnSpPr>
              <p:spPr>
                <a:xfrm flipH="1">
                  <a:off x="5257802" y="4262423"/>
                  <a:ext cx="305431" cy="187624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DEE0805D-E768-31B1-8BF9-AAD97F21580B}"/>
                    </a:ext>
                  </a:extLst>
                </p:cNvPr>
                <p:cNvCxnSpPr>
                  <a:stCxn id="66" idx="2"/>
                  <a:endCxn id="62" idx="5"/>
                </p:cNvCxnSpPr>
                <p:nvPr/>
              </p:nvCxnSpPr>
              <p:spPr>
                <a:xfrm flipH="1" flipV="1">
                  <a:off x="4392601" y="3510585"/>
                  <a:ext cx="913997" cy="49520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66C691D0-D9B7-B74F-D15F-4D0CDB0BB571}"/>
                    </a:ext>
                  </a:extLst>
                </p:cNvPr>
                <p:cNvCxnSpPr>
                  <a:stCxn id="65" idx="1"/>
                  <a:endCxn id="66" idx="5"/>
                </p:cNvCxnSpPr>
                <p:nvPr/>
              </p:nvCxnSpPr>
              <p:spPr>
                <a:xfrm flipH="1" flipV="1">
                  <a:off x="5744700" y="4187258"/>
                  <a:ext cx="861544" cy="674868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A28A2562-2B96-4380-2649-D2603A892492}"/>
                    </a:ext>
                  </a:extLst>
                </p:cNvPr>
                <p:cNvCxnSpPr>
                  <a:stCxn id="65" idx="3"/>
                  <a:endCxn id="64" idx="6"/>
                </p:cNvCxnSpPr>
                <p:nvPr/>
              </p:nvCxnSpPr>
              <p:spPr>
                <a:xfrm flipH="1">
                  <a:off x="5514435" y="5225062"/>
                  <a:ext cx="1091809" cy="117024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D677C7EE-6C4E-FD2F-87D9-ABDBFACDFE6D}"/>
                    </a:ext>
                  </a:extLst>
                </p:cNvPr>
                <p:cNvCxnSpPr>
                  <a:stCxn id="59" idx="4"/>
                  <a:endCxn id="60" idx="0"/>
                </p:cNvCxnSpPr>
                <p:nvPr/>
              </p:nvCxnSpPr>
              <p:spPr>
                <a:xfrm flipH="1">
                  <a:off x="1296001" y="3533361"/>
                  <a:ext cx="891651" cy="211516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2D856A7F-12C5-19F0-FCB2-420F43545988}"/>
                    </a:ext>
                  </a:extLst>
                </p:cNvPr>
                <p:cNvSpPr/>
                <p:nvPr/>
              </p:nvSpPr>
              <p:spPr>
                <a:xfrm>
                  <a:off x="0" y="4164165"/>
                  <a:ext cx="513268" cy="513268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1</a:t>
                  </a:r>
                </a:p>
              </p:txBody>
            </p:sp>
            <p:sp>
              <p:nvSpPr>
                <p:cNvPr id="59" name="Oval 58">
                  <a:extLst>
                    <a:ext uri="{FF2B5EF4-FFF2-40B4-BE49-F238E27FC236}">
                      <a16:creationId xmlns:a16="http://schemas.microsoft.com/office/drawing/2014/main" id="{3C5968D7-2907-9113-8FF6-CC4B379CC232}"/>
                    </a:ext>
                  </a:extLst>
                </p:cNvPr>
                <p:cNvSpPr/>
                <p:nvPr/>
              </p:nvSpPr>
              <p:spPr>
                <a:xfrm>
                  <a:off x="1931018" y="302009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60" name="Oval 59">
                  <a:extLst>
                    <a:ext uri="{FF2B5EF4-FFF2-40B4-BE49-F238E27FC236}">
                      <a16:creationId xmlns:a16="http://schemas.microsoft.com/office/drawing/2014/main" id="{7DBE19AF-9821-7DB2-BABD-9828DF2FDA2B}"/>
                    </a:ext>
                  </a:extLst>
                </p:cNvPr>
                <p:cNvSpPr/>
                <p:nvPr/>
              </p:nvSpPr>
              <p:spPr>
                <a:xfrm>
                  <a:off x="1039367" y="5648524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3</a:t>
                  </a:r>
                </a:p>
              </p:txBody>
            </p:sp>
            <p:sp>
              <p:nvSpPr>
                <p:cNvPr id="61" name="Oval 60">
                  <a:extLst>
                    <a:ext uri="{FF2B5EF4-FFF2-40B4-BE49-F238E27FC236}">
                      <a16:creationId xmlns:a16="http://schemas.microsoft.com/office/drawing/2014/main" id="{66C0888B-D28A-7C05-A7DC-C42BD35E4A46}"/>
                    </a:ext>
                  </a:extLst>
                </p:cNvPr>
                <p:cNvSpPr/>
                <p:nvPr/>
              </p:nvSpPr>
              <p:spPr>
                <a:xfrm>
                  <a:off x="2574345" y="4492515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4</a:t>
                  </a:r>
                </a:p>
              </p:txBody>
            </p:sp>
            <p:sp>
              <p:nvSpPr>
                <p:cNvPr id="62" name="Oval 61">
                  <a:extLst>
                    <a:ext uri="{FF2B5EF4-FFF2-40B4-BE49-F238E27FC236}">
                      <a16:creationId xmlns:a16="http://schemas.microsoft.com/office/drawing/2014/main" id="{AF6BA200-2A32-4B42-FDB6-8BC54E2290CC}"/>
                    </a:ext>
                  </a:extLst>
                </p:cNvPr>
                <p:cNvSpPr/>
                <p:nvPr/>
              </p:nvSpPr>
              <p:spPr>
                <a:xfrm>
                  <a:off x="3954499" y="307248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63" name="Oval 62">
                  <a:extLst>
                    <a:ext uri="{FF2B5EF4-FFF2-40B4-BE49-F238E27FC236}">
                      <a16:creationId xmlns:a16="http://schemas.microsoft.com/office/drawing/2014/main" id="{10A11247-2014-BBA9-F784-829C0D1A56DD}"/>
                    </a:ext>
                  </a:extLst>
                </p:cNvPr>
                <p:cNvSpPr/>
                <p:nvPr/>
              </p:nvSpPr>
              <p:spPr>
                <a:xfrm>
                  <a:off x="2846880" y="6395303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6</a:t>
                  </a:r>
                </a:p>
              </p:txBody>
            </p:sp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A6FA3B9B-58B9-D650-AE52-EB3C4C14EBF2}"/>
                    </a:ext>
                  </a:extLst>
                </p:cNvPr>
                <p:cNvSpPr/>
                <p:nvPr/>
              </p:nvSpPr>
              <p:spPr>
                <a:xfrm>
                  <a:off x="5001167" y="6138669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65" name="Oval 64">
                  <a:extLst>
                    <a:ext uri="{FF2B5EF4-FFF2-40B4-BE49-F238E27FC236}">
                      <a16:creationId xmlns:a16="http://schemas.microsoft.com/office/drawing/2014/main" id="{B5EA0F88-7B97-1BA7-DF0F-7D5459392071}"/>
                    </a:ext>
                  </a:extLst>
                </p:cNvPr>
                <p:cNvSpPr/>
                <p:nvPr/>
              </p:nvSpPr>
              <p:spPr>
                <a:xfrm>
                  <a:off x="6531078" y="4786960"/>
                  <a:ext cx="513268" cy="51326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9</a:t>
                  </a:r>
                </a:p>
              </p:txBody>
            </p:sp>
            <p:sp>
              <p:nvSpPr>
                <p:cNvPr id="66" name="Oval 65">
                  <a:extLst>
                    <a:ext uri="{FF2B5EF4-FFF2-40B4-BE49-F238E27FC236}">
                      <a16:creationId xmlns:a16="http://schemas.microsoft.com/office/drawing/2014/main" id="{2909E842-3B88-2325-732B-830110DB65F8}"/>
                    </a:ext>
                  </a:extLst>
                </p:cNvPr>
                <p:cNvSpPr/>
                <p:nvPr/>
              </p:nvSpPr>
              <p:spPr>
                <a:xfrm>
                  <a:off x="5306598" y="3749156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</p:grp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7234E73A-0E2E-C169-BBC8-1336F0573A3C}"/>
                  </a:ext>
                </a:extLst>
              </p:cNvPr>
              <p:cNvCxnSpPr>
                <a:cxnSpLocks/>
                <a:stCxn id="63" idx="2"/>
                <a:endCxn id="60" idx="5"/>
              </p:cNvCxnSpPr>
              <p:nvPr/>
            </p:nvCxnSpPr>
            <p:spPr>
              <a:xfrm flipH="1" flipV="1">
                <a:off x="3001468" y="5692260"/>
                <a:ext cx="1369411" cy="565314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D5250A6-491F-63A7-7A2B-12750046089E}"/>
                </a:ext>
              </a:extLst>
            </p:cNvPr>
            <p:cNvCxnSpPr>
              <a:cxnSpLocks/>
              <a:stCxn id="63" idx="6"/>
              <a:endCxn id="64" idx="3"/>
            </p:cNvCxnSpPr>
            <p:nvPr/>
          </p:nvCxnSpPr>
          <p:spPr>
            <a:xfrm flipV="1">
              <a:off x="9025917" y="6261553"/>
              <a:ext cx="1068340" cy="4679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20B0D44-4503-B113-87EC-AB0E7A1FCD53}"/>
              </a:ext>
            </a:extLst>
          </p:cNvPr>
          <p:cNvCxnSpPr>
            <a:stCxn id="50" idx="6"/>
            <a:endCxn id="53" idx="2"/>
          </p:cNvCxnSpPr>
          <p:nvPr/>
        </p:nvCxnSpPr>
        <p:spPr>
          <a:xfrm>
            <a:off x="3554103" y="5244295"/>
            <a:ext cx="395811" cy="2178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C39D31B-7AA3-5A48-D190-1D40BC85C1C6}"/>
              </a:ext>
            </a:extLst>
          </p:cNvPr>
          <p:cNvCxnSpPr>
            <a:cxnSpLocks/>
            <a:stCxn id="49" idx="6"/>
            <a:endCxn id="51" idx="2"/>
          </p:cNvCxnSpPr>
          <p:nvPr/>
        </p:nvCxnSpPr>
        <p:spPr>
          <a:xfrm>
            <a:off x="619356" y="5234984"/>
            <a:ext cx="449770" cy="6315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9529C94-2160-69CC-F66F-68DB22CA31D4}"/>
              </a:ext>
            </a:extLst>
          </p:cNvPr>
          <p:cNvCxnSpPr>
            <a:cxnSpLocks/>
            <a:stCxn id="52" idx="2"/>
            <a:endCxn id="51" idx="6"/>
          </p:cNvCxnSpPr>
          <p:nvPr/>
        </p:nvCxnSpPr>
        <p:spPr>
          <a:xfrm flipH="1" flipV="1">
            <a:off x="1388639" y="5241299"/>
            <a:ext cx="403878" cy="5993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43BF517-36A9-3702-EE69-685E12DA7259}"/>
              </a:ext>
            </a:extLst>
          </p:cNvPr>
          <p:cNvCxnSpPr>
            <a:cxnSpLocks/>
            <a:stCxn id="52" idx="6"/>
            <a:endCxn id="54" idx="2"/>
          </p:cNvCxnSpPr>
          <p:nvPr/>
        </p:nvCxnSpPr>
        <p:spPr>
          <a:xfrm>
            <a:off x="2112030" y="5247292"/>
            <a:ext cx="401523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BE0D209-7094-638C-C4AA-27037DB27106}"/>
              </a:ext>
            </a:extLst>
          </p:cNvPr>
          <p:cNvCxnSpPr>
            <a:cxnSpLocks/>
            <a:stCxn id="57" idx="6"/>
            <a:endCxn id="55" idx="2"/>
          </p:cNvCxnSpPr>
          <p:nvPr/>
        </p:nvCxnSpPr>
        <p:spPr>
          <a:xfrm flipV="1">
            <a:off x="5610488" y="5234983"/>
            <a:ext cx="325755" cy="1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44C4795-CDC5-0939-14B6-7DF5DAF16019}"/>
              </a:ext>
            </a:extLst>
          </p:cNvPr>
          <p:cNvCxnSpPr>
            <a:cxnSpLocks/>
            <a:stCxn id="56" idx="6"/>
            <a:endCxn id="57" idx="2"/>
          </p:cNvCxnSpPr>
          <p:nvPr/>
        </p:nvCxnSpPr>
        <p:spPr>
          <a:xfrm>
            <a:off x="4895164" y="5222490"/>
            <a:ext cx="395811" cy="12494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5A71178C-0CB5-81FD-1C6B-5885A1FB0446}"/>
              </a:ext>
            </a:extLst>
          </p:cNvPr>
          <p:cNvSpPr/>
          <p:nvPr/>
        </p:nvSpPr>
        <p:spPr>
          <a:xfrm>
            <a:off x="299843" y="5075227"/>
            <a:ext cx="319513" cy="319513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D513346B-401C-3652-32D9-06DEA4AF7513}"/>
              </a:ext>
            </a:extLst>
          </p:cNvPr>
          <p:cNvSpPr/>
          <p:nvPr/>
        </p:nvSpPr>
        <p:spPr>
          <a:xfrm>
            <a:off x="3234590" y="5084538"/>
            <a:ext cx="319513" cy="319513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513FE45-B8A0-FFEC-0FD0-6DC0DB834F09}"/>
              </a:ext>
            </a:extLst>
          </p:cNvPr>
          <p:cNvSpPr/>
          <p:nvPr/>
        </p:nvSpPr>
        <p:spPr>
          <a:xfrm>
            <a:off x="1069126" y="5081542"/>
            <a:ext cx="319513" cy="319513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4DA80F62-FF8D-4A09-382B-25FB41FB52BB}"/>
              </a:ext>
            </a:extLst>
          </p:cNvPr>
          <p:cNvSpPr/>
          <p:nvPr/>
        </p:nvSpPr>
        <p:spPr>
          <a:xfrm>
            <a:off x="1792517" y="5087535"/>
            <a:ext cx="319513" cy="319513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F293ED18-F8D1-4A1B-3349-17CEE171B546}"/>
              </a:ext>
            </a:extLst>
          </p:cNvPr>
          <p:cNvSpPr/>
          <p:nvPr/>
        </p:nvSpPr>
        <p:spPr>
          <a:xfrm>
            <a:off x="3949914" y="5086716"/>
            <a:ext cx="319513" cy="319513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4E957851-1997-7A07-C848-B94950E30C25}"/>
              </a:ext>
            </a:extLst>
          </p:cNvPr>
          <p:cNvSpPr/>
          <p:nvPr/>
        </p:nvSpPr>
        <p:spPr>
          <a:xfrm>
            <a:off x="2513553" y="5087535"/>
            <a:ext cx="319513" cy="319513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FA22541B-82CB-C642-8CB9-FAA3546D6900}"/>
              </a:ext>
            </a:extLst>
          </p:cNvPr>
          <p:cNvSpPr/>
          <p:nvPr/>
        </p:nvSpPr>
        <p:spPr>
          <a:xfrm>
            <a:off x="5936243" y="5075226"/>
            <a:ext cx="319513" cy="319513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90AB557A-4E87-F26F-1D7A-BFF85239C859}"/>
              </a:ext>
            </a:extLst>
          </p:cNvPr>
          <p:cNvSpPr/>
          <p:nvPr/>
        </p:nvSpPr>
        <p:spPr>
          <a:xfrm>
            <a:off x="4575651" y="5062733"/>
            <a:ext cx="319513" cy="31951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7EBB0A32-9C29-4F89-4C8D-81397F03586E}"/>
              </a:ext>
            </a:extLst>
          </p:cNvPr>
          <p:cNvSpPr/>
          <p:nvPr/>
        </p:nvSpPr>
        <p:spPr>
          <a:xfrm>
            <a:off x="5290975" y="5075227"/>
            <a:ext cx="319513" cy="319513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cxnSp>
        <p:nvCxnSpPr>
          <p:cNvPr id="153" name="Connector: Curved 152">
            <a:extLst>
              <a:ext uri="{FF2B5EF4-FFF2-40B4-BE49-F238E27FC236}">
                <a16:creationId xmlns:a16="http://schemas.microsoft.com/office/drawing/2014/main" id="{814C6C3D-8A21-06DD-4CAA-098772864918}"/>
              </a:ext>
            </a:extLst>
          </p:cNvPr>
          <p:cNvCxnSpPr>
            <a:cxnSpLocks/>
            <a:stCxn id="49" idx="0"/>
            <a:endCxn id="50" idx="0"/>
          </p:cNvCxnSpPr>
          <p:nvPr/>
        </p:nvCxnSpPr>
        <p:spPr>
          <a:xfrm rot="16200000" flipH="1">
            <a:off x="1922317" y="3612509"/>
            <a:ext cx="9311" cy="2934747"/>
          </a:xfrm>
          <a:prstGeom prst="curvedConnector3">
            <a:avLst>
              <a:gd name="adj1" fmla="val -4439126"/>
            </a:avLst>
          </a:prstGeom>
          <a:ln w="571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: Curved 157">
            <a:extLst>
              <a:ext uri="{FF2B5EF4-FFF2-40B4-BE49-F238E27FC236}">
                <a16:creationId xmlns:a16="http://schemas.microsoft.com/office/drawing/2014/main" id="{A4729202-4054-EC19-C819-B933598504E1}"/>
              </a:ext>
            </a:extLst>
          </p:cNvPr>
          <p:cNvCxnSpPr>
            <a:cxnSpLocks/>
            <a:stCxn id="51" idx="0"/>
            <a:endCxn id="50" idx="1"/>
          </p:cNvCxnSpPr>
          <p:nvPr/>
        </p:nvCxnSpPr>
        <p:spPr>
          <a:xfrm rot="16200000" flipH="1">
            <a:off x="2230238" y="4080187"/>
            <a:ext cx="49788" cy="2052499"/>
          </a:xfrm>
          <a:prstGeom prst="curvedConnector3">
            <a:avLst>
              <a:gd name="adj1" fmla="val -459147"/>
            </a:avLst>
          </a:prstGeom>
          <a:ln w="571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: Curved 161">
            <a:extLst>
              <a:ext uri="{FF2B5EF4-FFF2-40B4-BE49-F238E27FC236}">
                <a16:creationId xmlns:a16="http://schemas.microsoft.com/office/drawing/2014/main" id="{0559DE45-F33F-F5BF-9F25-091F131C8528}"/>
              </a:ext>
            </a:extLst>
          </p:cNvPr>
          <p:cNvCxnSpPr>
            <a:cxnSpLocks/>
            <a:stCxn id="51" idx="5"/>
            <a:endCxn id="54" idx="3"/>
          </p:cNvCxnSpPr>
          <p:nvPr/>
        </p:nvCxnSpPr>
        <p:spPr>
          <a:xfrm rot="16200000" flipH="1">
            <a:off x="1948100" y="4748010"/>
            <a:ext cx="5993" cy="1218498"/>
          </a:xfrm>
          <a:prstGeom prst="curvedConnector3">
            <a:avLst>
              <a:gd name="adj1" fmla="val 4695228"/>
            </a:avLst>
          </a:prstGeom>
          <a:ln w="571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: Curved 164">
            <a:extLst>
              <a:ext uri="{FF2B5EF4-FFF2-40B4-BE49-F238E27FC236}">
                <a16:creationId xmlns:a16="http://schemas.microsoft.com/office/drawing/2014/main" id="{8C9D547F-8E81-F5F2-EDFF-11DB65A07280}"/>
              </a:ext>
            </a:extLst>
          </p:cNvPr>
          <p:cNvCxnSpPr>
            <a:cxnSpLocks/>
            <a:stCxn id="54" idx="5"/>
            <a:endCxn id="55" idx="4"/>
          </p:cNvCxnSpPr>
          <p:nvPr/>
        </p:nvCxnSpPr>
        <p:spPr>
          <a:xfrm rot="16200000" flipH="1">
            <a:off x="4423896" y="3722634"/>
            <a:ext cx="34483" cy="3309726"/>
          </a:xfrm>
          <a:prstGeom prst="curvedConnector3">
            <a:avLst>
              <a:gd name="adj1" fmla="val 1870040"/>
            </a:avLst>
          </a:prstGeom>
          <a:ln w="571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: Curved 191">
            <a:extLst>
              <a:ext uri="{FF2B5EF4-FFF2-40B4-BE49-F238E27FC236}">
                <a16:creationId xmlns:a16="http://schemas.microsoft.com/office/drawing/2014/main" id="{B84B2C03-CFCF-CA20-781E-C58089660A45}"/>
              </a:ext>
            </a:extLst>
          </p:cNvPr>
          <p:cNvCxnSpPr>
            <a:cxnSpLocks/>
            <a:stCxn id="50" idx="7"/>
            <a:endCxn id="57" idx="0"/>
          </p:cNvCxnSpPr>
          <p:nvPr/>
        </p:nvCxnSpPr>
        <p:spPr>
          <a:xfrm rot="5400000" flipH="1" flipV="1">
            <a:off x="4450970" y="4131569"/>
            <a:ext cx="56103" cy="1943421"/>
          </a:xfrm>
          <a:prstGeom prst="curvedConnector3">
            <a:avLst>
              <a:gd name="adj1" fmla="val 853193"/>
            </a:avLst>
          </a:prstGeom>
          <a:ln w="571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: Curved 210">
            <a:extLst>
              <a:ext uri="{FF2B5EF4-FFF2-40B4-BE49-F238E27FC236}">
                <a16:creationId xmlns:a16="http://schemas.microsoft.com/office/drawing/2014/main" id="{6415C442-473D-7C8D-D16D-EC9EDBE277FA}"/>
              </a:ext>
            </a:extLst>
          </p:cNvPr>
          <p:cNvCxnSpPr>
            <a:cxnSpLocks/>
            <a:stCxn id="53" idx="7"/>
            <a:endCxn id="57" idx="1"/>
          </p:cNvCxnSpPr>
          <p:nvPr/>
        </p:nvCxnSpPr>
        <p:spPr>
          <a:xfrm rot="5400000" flipH="1" flipV="1">
            <a:off x="4774457" y="4570198"/>
            <a:ext cx="11489" cy="1115132"/>
          </a:xfrm>
          <a:prstGeom prst="curvedConnector3">
            <a:avLst>
              <a:gd name="adj1" fmla="val 2497006"/>
            </a:avLst>
          </a:prstGeom>
          <a:ln w="571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: Curved 227">
            <a:extLst>
              <a:ext uri="{FF2B5EF4-FFF2-40B4-BE49-F238E27FC236}">
                <a16:creationId xmlns:a16="http://schemas.microsoft.com/office/drawing/2014/main" id="{05560F74-47A6-8A48-52DE-D20A78234D0A}"/>
              </a:ext>
            </a:extLst>
          </p:cNvPr>
          <p:cNvCxnSpPr>
            <a:cxnSpLocks/>
            <a:stCxn id="56" idx="5"/>
            <a:endCxn id="55" idx="3"/>
          </p:cNvCxnSpPr>
          <p:nvPr/>
        </p:nvCxnSpPr>
        <p:spPr>
          <a:xfrm rot="16200000" flipH="1">
            <a:off x="5409457" y="4774368"/>
            <a:ext cx="12493" cy="1134663"/>
          </a:xfrm>
          <a:prstGeom prst="curvedConnector3">
            <a:avLst>
              <a:gd name="adj1" fmla="val 2304370"/>
            </a:avLst>
          </a:prstGeom>
          <a:ln w="571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68541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DFS Recursively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36</a:t>
            </a:fld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105865" y="1866236"/>
            <a:ext cx="86868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void </a:t>
            </a:r>
            <a:r>
              <a:rPr lang="en-US" sz="2800" dirty="0" err="1"/>
              <a:t>dfs</a:t>
            </a:r>
            <a:r>
              <a:rPr lang="en-US" sz="2800" dirty="0"/>
              <a:t>(graph, </a:t>
            </a:r>
            <a:r>
              <a:rPr lang="en-US" sz="2800" dirty="0" err="1"/>
              <a:t>curr</a:t>
            </a:r>
            <a:r>
              <a:rPr lang="en-US" sz="2800" dirty="0"/>
              <a:t>){</a:t>
            </a:r>
          </a:p>
          <a:p>
            <a:r>
              <a:rPr lang="en-US" sz="2800" dirty="0"/>
              <a:t>	mark </a:t>
            </a:r>
            <a:r>
              <a:rPr lang="en-US" sz="2800" dirty="0" err="1"/>
              <a:t>curr</a:t>
            </a:r>
            <a:r>
              <a:rPr lang="en-US" sz="2800" dirty="0"/>
              <a:t> as “visited”;</a:t>
            </a:r>
          </a:p>
          <a:p>
            <a:r>
              <a:rPr lang="en-US" sz="2800" dirty="0"/>
              <a:t>	for (v : neighbors(current)){</a:t>
            </a:r>
          </a:p>
          <a:p>
            <a:r>
              <a:rPr lang="en-US" sz="2800" dirty="0"/>
              <a:t>		if (! v marked “visited”){</a:t>
            </a:r>
          </a:p>
          <a:p>
            <a:r>
              <a:rPr lang="en-US" sz="2800" dirty="0"/>
              <a:t>			</a:t>
            </a:r>
            <a:r>
              <a:rPr lang="en-US" sz="2800" dirty="0" err="1"/>
              <a:t>dfs</a:t>
            </a:r>
            <a:r>
              <a:rPr lang="en-US" sz="2800" dirty="0"/>
              <a:t>(graph, v);</a:t>
            </a:r>
          </a:p>
          <a:p>
            <a:r>
              <a:rPr lang="en-US" sz="2800" dirty="0"/>
              <a:t>		}</a:t>
            </a:r>
          </a:p>
          <a:p>
            <a:r>
              <a:rPr lang="en-US" sz="2800" dirty="0"/>
              <a:t>	}</a:t>
            </a:r>
          </a:p>
          <a:p>
            <a:r>
              <a:rPr lang="en-US" sz="2800" dirty="0"/>
              <a:t>	mark </a:t>
            </a:r>
            <a:r>
              <a:rPr lang="en-US" sz="2800" dirty="0" err="1"/>
              <a:t>curr</a:t>
            </a:r>
            <a:r>
              <a:rPr lang="en-US" sz="2800" dirty="0"/>
              <a:t> as “done”;</a:t>
            </a:r>
          </a:p>
          <a:p>
            <a:r>
              <a:rPr lang="en-US" sz="2800" dirty="0"/>
              <a:t>}			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8200AC9-7D9A-1925-52EB-C7B86A898E60}"/>
              </a:ext>
            </a:extLst>
          </p:cNvPr>
          <p:cNvGrpSpPr/>
          <p:nvPr/>
        </p:nvGrpSpPr>
        <p:grpSpPr>
          <a:xfrm>
            <a:off x="7543800" y="3714388"/>
            <a:ext cx="4385159" cy="2420607"/>
            <a:chOff x="6934200" y="4047495"/>
            <a:chExt cx="4385159" cy="2420607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4F4A86F4-FB7F-26CB-6FB5-7F1BFF9453F7}"/>
                </a:ext>
              </a:extLst>
            </p:cNvPr>
            <p:cNvGrpSpPr/>
            <p:nvPr/>
          </p:nvGrpSpPr>
          <p:grpSpPr>
            <a:xfrm>
              <a:off x="6934200" y="4047495"/>
              <a:ext cx="4385159" cy="2420607"/>
              <a:chOff x="1524000" y="2625729"/>
              <a:chExt cx="7044346" cy="3888478"/>
            </a:xfrm>
          </p:grpSpPr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57445EE1-44C3-64A2-986E-D46EA88A8BED}"/>
                  </a:ext>
                </a:extLst>
              </p:cNvPr>
              <p:cNvGrpSpPr/>
              <p:nvPr/>
            </p:nvGrpSpPr>
            <p:grpSpPr>
              <a:xfrm>
                <a:off x="1524000" y="2625729"/>
                <a:ext cx="7044346" cy="3888478"/>
                <a:chOff x="0" y="3020093"/>
                <a:chExt cx="7044346" cy="3888478"/>
              </a:xfrm>
            </p:grpSpPr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98667B16-A5D7-BBD9-C34D-964D4C9AFF12}"/>
                    </a:ext>
                  </a:extLst>
                </p:cNvPr>
                <p:cNvCxnSpPr>
                  <a:stCxn id="47" idx="7"/>
                  <a:endCxn id="48" idx="2"/>
                </p:cNvCxnSpPr>
                <p:nvPr/>
              </p:nvCxnSpPr>
              <p:spPr>
                <a:xfrm flipV="1">
                  <a:off x="438102" y="3276727"/>
                  <a:ext cx="1492916" cy="962604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FA0256C7-0C0F-A799-5AE9-2E217FD5D756}"/>
                    </a:ext>
                  </a:extLst>
                </p:cNvPr>
                <p:cNvCxnSpPr>
                  <a:stCxn id="48" idx="6"/>
                  <a:endCxn id="51" idx="2"/>
                </p:cNvCxnSpPr>
                <p:nvPr/>
              </p:nvCxnSpPr>
              <p:spPr>
                <a:xfrm>
                  <a:off x="2444286" y="3276727"/>
                  <a:ext cx="1510213" cy="52390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254B94F8-CF37-B94A-47FD-BD2899922A25}"/>
                    </a:ext>
                  </a:extLst>
                </p:cNvPr>
                <p:cNvCxnSpPr>
                  <a:stCxn id="47" idx="4"/>
                  <a:endCxn id="49" idx="1"/>
                </p:cNvCxnSpPr>
                <p:nvPr/>
              </p:nvCxnSpPr>
              <p:spPr>
                <a:xfrm>
                  <a:off x="256634" y="4677433"/>
                  <a:ext cx="857899" cy="1046257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2D98E141-8BD7-326E-BA69-6B184455899A}"/>
                    </a:ext>
                  </a:extLst>
                </p:cNvPr>
                <p:cNvCxnSpPr>
                  <a:stCxn id="50" idx="3"/>
                  <a:endCxn id="49" idx="7"/>
                </p:cNvCxnSpPr>
                <p:nvPr/>
              </p:nvCxnSpPr>
              <p:spPr>
                <a:xfrm flipH="1">
                  <a:off x="1477469" y="4930617"/>
                  <a:ext cx="1172042" cy="79307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ADAFBF81-44CC-A51D-66C0-2C5B87B35C40}"/>
                    </a:ext>
                  </a:extLst>
                </p:cNvPr>
                <p:cNvCxnSpPr>
                  <a:stCxn id="52" idx="2"/>
                  <a:endCxn id="49" idx="5"/>
                </p:cNvCxnSpPr>
                <p:nvPr/>
              </p:nvCxnSpPr>
              <p:spPr>
                <a:xfrm flipH="1" flipV="1">
                  <a:off x="1477469" y="6086626"/>
                  <a:ext cx="1369411" cy="56531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52C89A0F-5857-790A-2E5A-C334C74AD9DF}"/>
                    </a:ext>
                  </a:extLst>
                </p:cNvPr>
                <p:cNvCxnSpPr>
                  <a:stCxn id="50" idx="5"/>
                  <a:endCxn id="52" idx="0"/>
                </p:cNvCxnSpPr>
                <p:nvPr/>
              </p:nvCxnSpPr>
              <p:spPr>
                <a:xfrm>
                  <a:off x="3012447" y="4930617"/>
                  <a:ext cx="91067" cy="1464686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352BECD2-A307-35FE-E7B9-BEF318C03A1D}"/>
                    </a:ext>
                  </a:extLst>
                </p:cNvPr>
                <p:cNvCxnSpPr>
                  <a:cxnSpLocks/>
                  <a:stCxn id="48" idx="5"/>
                  <a:endCxn id="53" idx="1"/>
                </p:cNvCxnSpPr>
                <p:nvPr/>
              </p:nvCxnSpPr>
              <p:spPr>
                <a:xfrm>
                  <a:off x="2369118" y="3458194"/>
                  <a:ext cx="2707217" cy="2755642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839A6867-664B-0A60-EC3B-4B9FB9DABFF2}"/>
                    </a:ext>
                  </a:extLst>
                </p:cNvPr>
                <p:cNvCxnSpPr>
                  <a:cxnSpLocks/>
                  <a:stCxn id="55" idx="4"/>
                  <a:endCxn id="53" idx="0"/>
                </p:cNvCxnSpPr>
                <p:nvPr/>
              </p:nvCxnSpPr>
              <p:spPr>
                <a:xfrm flipH="1">
                  <a:off x="5257802" y="4262423"/>
                  <a:ext cx="305431" cy="187624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8890D792-DD4D-C941-053C-56792BC91B07}"/>
                    </a:ext>
                  </a:extLst>
                </p:cNvPr>
                <p:cNvCxnSpPr>
                  <a:stCxn id="55" idx="2"/>
                  <a:endCxn id="51" idx="5"/>
                </p:cNvCxnSpPr>
                <p:nvPr/>
              </p:nvCxnSpPr>
              <p:spPr>
                <a:xfrm flipH="1" flipV="1">
                  <a:off x="4392601" y="3510585"/>
                  <a:ext cx="913997" cy="49520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B1E4AEE4-0B75-9ED8-B545-8ECB83BC5819}"/>
                    </a:ext>
                  </a:extLst>
                </p:cNvPr>
                <p:cNvCxnSpPr>
                  <a:stCxn id="54" idx="1"/>
                  <a:endCxn id="55" idx="5"/>
                </p:cNvCxnSpPr>
                <p:nvPr/>
              </p:nvCxnSpPr>
              <p:spPr>
                <a:xfrm flipH="1" flipV="1">
                  <a:off x="5744700" y="4187258"/>
                  <a:ext cx="861544" cy="674868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E5F552B6-93EB-210F-6CA5-732260C4CB99}"/>
                    </a:ext>
                  </a:extLst>
                </p:cNvPr>
                <p:cNvCxnSpPr>
                  <a:stCxn id="54" idx="3"/>
                  <a:endCxn id="53" idx="6"/>
                </p:cNvCxnSpPr>
                <p:nvPr/>
              </p:nvCxnSpPr>
              <p:spPr>
                <a:xfrm flipH="1">
                  <a:off x="5514435" y="5225062"/>
                  <a:ext cx="1091809" cy="117024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C9CF98F7-72EE-A41B-94B4-C0C7D5B40A13}"/>
                    </a:ext>
                  </a:extLst>
                </p:cNvPr>
                <p:cNvCxnSpPr>
                  <a:stCxn id="48" idx="4"/>
                  <a:endCxn id="49" idx="0"/>
                </p:cNvCxnSpPr>
                <p:nvPr/>
              </p:nvCxnSpPr>
              <p:spPr>
                <a:xfrm flipH="1">
                  <a:off x="1296001" y="3533361"/>
                  <a:ext cx="891651" cy="211516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CCD3DB87-8FDD-BBEE-9D89-F763E1040ED7}"/>
                    </a:ext>
                  </a:extLst>
                </p:cNvPr>
                <p:cNvSpPr/>
                <p:nvPr/>
              </p:nvSpPr>
              <p:spPr>
                <a:xfrm>
                  <a:off x="0" y="4164165"/>
                  <a:ext cx="513268" cy="513268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1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84B893D-29DB-BB7C-BBA0-B919C23C6B1E}"/>
                    </a:ext>
                  </a:extLst>
                </p:cNvPr>
                <p:cNvSpPr/>
                <p:nvPr/>
              </p:nvSpPr>
              <p:spPr>
                <a:xfrm>
                  <a:off x="1931018" y="302009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E98533ED-C91E-BCB7-C7FA-6A6BB23DB5EE}"/>
                    </a:ext>
                  </a:extLst>
                </p:cNvPr>
                <p:cNvSpPr/>
                <p:nvPr/>
              </p:nvSpPr>
              <p:spPr>
                <a:xfrm>
                  <a:off x="1039367" y="5648524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3</a:t>
                  </a:r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E5E38723-49F4-D444-B6E9-10D1CEE06FAA}"/>
                    </a:ext>
                  </a:extLst>
                </p:cNvPr>
                <p:cNvSpPr/>
                <p:nvPr/>
              </p:nvSpPr>
              <p:spPr>
                <a:xfrm>
                  <a:off x="2574345" y="4492515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4</a:t>
                  </a:r>
                </a:p>
              </p:txBody>
            </p: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494084C6-F266-1A65-C3CD-B28BAECD1CD3}"/>
                    </a:ext>
                  </a:extLst>
                </p:cNvPr>
                <p:cNvSpPr/>
                <p:nvPr/>
              </p:nvSpPr>
              <p:spPr>
                <a:xfrm>
                  <a:off x="3954499" y="307248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D79CA729-96DA-7BDA-8FA9-CD452C4A54D4}"/>
                    </a:ext>
                  </a:extLst>
                </p:cNvPr>
                <p:cNvSpPr/>
                <p:nvPr/>
              </p:nvSpPr>
              <p:spPr>
                <a:xfrm>
                  <a:off x="2846880" y="6395303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6</a:t>
                  </a:r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1F607055-3BC9-7EEA-81D8-BD20DB6D7E80}"/>
                    </a:ext>
                  </a:extLst>
                </p:cNvPr>
                <p:cNvSpPr/>
                <p:nvPr/>
              </p:nvSpPr>
              <p:spPr>
                <a:xfrm>
                  <a:off x="5001167" y="6138669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58830F5E-7D53-760E-EA93-ACF453B746AC}"/>
                    </a:ext>
                  </a:extLst>
                </p:cNvPr>
                <p:cNvSpPr/>
                <p:nvPr/>
              </p:nvSpPr>
              <p:spPr>
                <a:xfrm>
                  <a:off x="6531078" y="4786960"/>
                  <a:ext cx="513268" cy="51326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9</a:t>
                  </a:r>
                </a:p>
              </p:txBody>
            </p:sp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DA593680-DCFA-7AF1-C06C-855B87D1B597}"/>
                    </a:ext>
                  </a:extLst>
                </p:cNvPr>
                <p:cNvSpPr/>
                <p:nvPr/>
              </p:nvSpPr>
              <p:spPr>
                <a:xfrm>
                  <a:off x="5306598" y="3749156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</p:grp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E035AA82-3EEE-70A9-9876-C158C70B2BD0}"/>
                  </a:ext>
                </a:extLst>
              </p:cNvPr>
              <p:cNvCxnSpPr>
                <a:cxnSpLocks/>
                <a:stCxn id="52" idx="3"/>
                <a:endCxn id="49" idx="4"/>
              </p:cNvCxnSpPr>
              <p:nvPr/>
            </p:nvCxnSpPr>
            <p:spPr>
              <a:xfrm flipH="1" flipV="1">
                <a:off x="2820001" y="5767428"/>
                <a:ext cx="1626045" cy="67161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0E6D0F4-C146-E647-3385-43715450879E}"/>
                </a:ext>
              </a:extLst>
            </p:cNvPr>
            <p:cNvCxnSpPr>
              <a:cxnSpLocks/>
              <a:stCxn id="52" idx="6"/>
              <a:endCxn id="53" idx="3"/>
            </p:cNvCxnSpPr>
            <p:nvPr/>
          </p:nvCxnSpPr>
          <p:spPr>
            <a:xfrm flipV="1">
              <a:off x="9025917" y="6261553"/>
              <a:ext cx="1068340" cy="4679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0CD1BA3A-96E8-D2C0-ED4F-1198276AF6C8}"/>
              </a:ext>
            </a:extLst>
          </p:cNvPr>
          <p:cNvSpPr txBox="1"/>
          <p:nvPr/>
        </p:nvSpPr>
        <p:spPr>
          <a:xfrm>
            <a:off x="7456715" y="1337129"/>
            <a:ext cx="3516086" cy="9541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Idea: List in reverse order by “done” time</a:t>
            </a:r>
          </a:p>
        </p:txBody>
      </p:sp>
    </p:spTree>
    <p:extLst>
      <p:ext uri="{BB962C8B-B14F-4D97-AF65-F5344CB8AC3E}">
        <p14:creationId xmlns:p14="http://schemas.microsoft.com/office/powerpoint/2010/main" val="17070563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21399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DFS: Topological sort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37</a:t>
            </a:fld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49174" y="727110"/>
            <a:ext cx="8686800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List </a:t>
            </a:r>
            <a:r>
              <a:rPr lang="en-US" sz="2000" dirty="0" err="1"/>
              <a:t>topSort</a:t>
            </a:r>
            <a:r>
              <a:rPr lang="en-US" sz="2000" dirty="0"/>
              <a:t>(graph){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	List&lt;Nodes&gt; done = new List&lt;&gt;();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	for (Node v : </a:t>
            </a:r>
            <a:r>
              <a:rPr lang="en-US" sz="2000" b="1" dirty="0" err="1">
                <a:solidFill>
                  <a:srgbClr val="FF0000"/>
                </a:solidFill>
              </a:rPr>
              <a:t>graph.vertices</a:t>
            </a:r>
            <a:r>
              <a:rPr lang="en-US" sz="2000" b="1" dirty="0">
                <a:solidFill>
                  <a:srgbClr val="FF0000"/>
                </a:solidFill>
              </a:rPr>
              <a:t>){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		if (!</a:t>
            </a:r>
            <a:r>
              <a:rPr lang="en-US" sz="2000" b="1" dirty="0" err="1">
                <a:solidFill>
                  <a:srgbClr val="FF0000"/>
                </a:solidFill>
              </a:rPr>
              <a:t>v.visited</a:t>
            </a:r>
            <a:r>
              <a:rPr lang="en-US" sz="2000" b="1" dirty="0">
                <a:solidFill>
                  <a:srgbClr val="FF0000"/>
                </a:solidFill>
              </a:rPr>
              <a:t>){</a:t>
            </a:r>
          </a:p>
          <a:p>
            <a:r>
              <a:rPr lang="en-US" sz="2000" dirty="0"/>
              <a:t>			</a:t>
            </a:r>
            <a:r>
              <a:rPr lang="en-US" sz="2000" dirty="0" err="1"/>
              <a:t>finishTime</a:t>
            </a:r>
            <a:r>
              <a:rPr lang="en-US" sz="2000" dirty="0"/>
              <a:t>(graph, v, finished);</a:t>
            </a:r>
          </a:p>
          <a:p>
            <a:r>
              <a:rPr lang="en-US" sz="2000" dirty="0"/>
              <a:t>		}</a:t>
            </a:r>
          </a:p>
          <a:p>
            <a:r>
              <a:rPr lang="en-US" sz="2000" dirty="0"/>
              <a:t>	}</a:t>
            </a:r>
          </a:p>
          <a:p>
            <a:r>
              <a:rPr lang="en-US" sz="2000" dirty="0"/>
              <a:t>	</a:t>
            </a:r>
            <a:r>
              <a:rPr lang="en-US" sz="2000" b="1" dirty="0" err="1">
                <a:solidFill>
                  <a:srgbClr val="FF0000"/>
                </a:solidFill>
              </a:rPr>
              <a:t>done.reverse</a:t>
            </a:r>
            <a:r>
              <a:rPr lang="en-US" sz="2000" b="1" dirty="0">
                <a:solidFill>
                  <a:srgbClr val="FF0000"/>
                </a:solidFill>
              </a:rPr>
              <a:t>();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	return done;</a:t>
            </a:r>
          </a:p>
          <a:p>
            <a:r>
              <a:rPr lang="en-US" sz="2000" dirty="0"/>
              <a:t>}</a:t>
            </a:r>
          </a:p>
          <a:p>
            <a:endParaRPr lang="en-US" sz="2000" dirty="0"/>
          </a:p>
          <a:p>
            <a:r>
              <a:rPr lang="en-US" sz="2000" dirty="0"/>
              <a:t>void </a:t>
            </a:r>
            <a:r>
              <a:rPr lang="en-US" sz="2000" dirty="0" err="1"/>
              <a:t>finishTime</a:t>
            </a:r>
            <a:r>
              <a:rPr lang="en-US" sz="2000" dirty="0"/>
              <a:t>(graph, </a:t>
            </a:r>
            <a:r>
              <a:rPr lang="en-US" sz="2000" dirty="0" err="1"/>
              <a:t>curr</a:t>
            </a:r>
            <a:r>
              <a:rPr lang="en-US" sz="2000" dirty="0"/>
              <a:t>, finished){</a:t>
            </a:r>
          </a:p>
          <a:p>
            <a:r>
              <a:rPr lang="en-US" sz="2000" dirty="0"/>
              <a:t>	</a:t>
            </a:r>
            <a:r>
              <a:rPr lang="en-US" sz="2000" dirty="0" err="1"/>
              <a:t>curr.visited</a:t>
            </a:r>
            <a:r>
              <a:rPr lang="en-US" sz="2000" dirty="0"/>
              <a:t> = true;</a:t>
            </a:r>
          </a:p>
          <a:p>
            <a:r>
              <a:rPr lang="en-US" sz="2000" dirty="0"/>
              <a:t>	for (Node v : </a:t>
            </a:r>
            <a:r>
              <a:rPr lang="en-US" sz="2000" dirty="0" err="1"/>
              <a:t>curr.neighbors</a:t>
            </a:r>
            <a:r>
              <a:rPr lang="en-US" sz="2000" dirty="0"/>
              <a:t>){</a:t>
            </a:r>
          </a:p>
          <a:p>
            <a:r>
              <a:rPr lang="en-US" sz="2000" dirty="0"/>
              <a:t>		if (!</a:t>
            </a:r>
            <a:r>
              <a:rPr lang="en-US" sz="2000" dirty="0" err="1"/>
              <a:t>v.visited</a:t>
            </a:r>
            <a:r>
              <a:rPr lang="en-US" sz="2000" dirty="0"/>
              <a:t>){</a:t>
            </a:r>
          </a:p>
          <a:p>
            <a:r>
              <a:rPr lang="en-US" sz="2000" dirty="0"/>
              <a:t>			</a:t>
            </a:r>
            <a:r>
              <a:rPr lang="en-US" sz="2000" dirty="0" err="1"/>
              <a:t>finishTime</a:t>
            </a:r>
            <a:r>
              <a:rPr lang="en-US" sz="2000" dirty="0"/>
              <a:t>(graph, v, finished);</a:t>
            </a:r>
          </a:p>
          <a:p>
            <a:r>
              <a:rPr lang="en-US" sz="2000" dirty="0"/>
              <a:t>		}</a:t>
            </a:r>
          </a:p>
          <a:p>
            <a:r>
              <a:rPr lang="en-US" sz="2000" dirty="0"/>
              <a:t>	}</a:t>
            </a:r>
          </a:p>
          <a:p>
            <a:r>
              <a:rPr lang="en-US" sz="2000" dirty="0"/>
              <a:t>	</a:t>
            </a:r>
            <a:r>
              <a:rPr lang="en-US" sz="2000" b="1" dirty="0" err="1">
                <a:solidFill>
                  <a:srgbClr val="FF0000"/>
                </a:solidFill>
              </a:rPr>
              <a:t>done.add</a:t>
            </a:r>
            <a:r>
              <a:rPr lang="en-US" sz="2000" b="1" dirty="0">
                <a:solidFill>
                  <a:srgbClr val="FF0000"/>
                </a:solidFill>
              </a:rPr>
              <a:t>(</a:t>
            </a:r>
            <a:r>
              <a:rPr lang="en-US" sz="2000" b="1" dirty="0" err="1">
                <a:solidFill>
                  <a:srgbClr val="FF0000"/>
                </a:solidFill>
              </a:rPr>
              <a:t>curr</a:t>
            </a:r>
            <a:r>
              <a:rPr lang="en-US" sz="2000" b="1" dirty="0">
                <a:solidFill>
                  <a:srgbClr val="FF0000"/>
                </a:solidFill>
              </a:rPr>
              <a:t>)</a:t>
            </a:r>
          </a:p>
          <a:p>
            <a:r>
              <a:rPr lang="en-US" sz="2000" dirty="0"/>
              <a:t>}			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E8D4C7C-0AE1-7852-CBEE-C620B6E41F0E}"/>
              </a:ext>
            </a:extLst>
          </p:cNvPr>
          <p:cNvGrpSpPr/>
          <p:nvPr/>
        </p:nvGrpSpPr>
        <p:grpSpPr>
          <a:xfrm>
            <a:off x="7009533" y="4114199"/>
            <a:ext cx="4385159" cy="2420607"/>
            <a:chOff x="6934200" y="4047495"/>
            <a:chExt cx="4385159" cy="2420607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6AD1A1F-1858-45D6-7E51-1F9AF1CDD4A7}"/>
                </a:ext>
              </a:extLst>
            </p:cNvPr>
            <p:cNvGrpSpPr/>
            <p:nvPr/>
          </p:nvGrpSpPr>
          <p:grpSpPr>
            <a:xfrm>
              <a:off x="6934200" y="4047495"/>
              <a:ext cx="4385159" cy="2420607"/>
              <a:chOff x="1524000" y="2625729"/>
              <a:chExt cx="7044346" cy="3888478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F677033C-CB5F-46AB-B374-335942CAC422}"/>
                  </a:ext>
                </a:extLst>
              </p:cNvPr>
              <p:cNvGrpSpPr/>
              <p:nvPr/>
            </p:nvGrpSpPr>
            <p:grpSpPr>
              <a:xfrm>
                <a:off x="1524000" y="2625729"/>
                <a:ext cx="7044346" cy="3888478"/>
                <a:chOff x="0" y="3020093"/>
                <a:chExt cx="7044346" cy="3888478"/>
              </a:xfrm>
            </p:grpSpPr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6C65CFAA-FA9A-DDB6-F0F9-3C9FF5C1C650}"/>
                    </a:ext>
                  </a:extLst>
                </p:cNvPr>
                <p:cNvCxnSpPr>
                  <a:stCxn id="21" idx="7"/>
                  <a:endCxn id="22" idx="2"/>
                </p:cNvCxnSpPr>
                <p:nvPr/>
              </p:nvCxnSpPr>
              <p:spPr>
                <a:xfrm flipV="1">
                  <a:off x="438102" y="3276727"/>
                  <a:ext cx="1492916" cy="962604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Straight Connector 10">
                  <a:extLst>
                    <a:ext uri="{FF2B5EF4-FFF2-40B4-BE49-F238E27FC236}">
                      <a16:creationId xmlns:a16="http://schemas.microsoft.com/office/drawing/2014/main" id="{5D421D9D-777D-CB21-D6E6-A17BCE7AFEAD}"/>
                    </a:ext>
                  </a:extLst>
                </p:cNvPr>
                <p:cNvCxnSpPr>
                  <a:stCxn id="22" idx="6"/>
                  <a:endCxn id="25" idx="2"/>
                </p:cNvCxnSpPr>
                <p:nvPr/>
              </p:nvCxnSpPr>
              <p:spPr>
                <a:xfrm>
                  <a:off x="2444286" y="3276727"/>
                  <a:ext cx="1510213" cy="52390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20A629D0-968A-8695-0E03-5E719B3B3761}"/>
                    </a:ext>
                  </a:extLst>
                </p:cNvPr>
                <p:cNvCxnSpPr>
                  <a:stCxn id="21" idx="4"/>
                  <a:endCxn id="23" idx="1"/>
                </p:cNvCxnSpPr>
                <p:nvPr/>
              </p:nvCxnSpPr>
              <p:spPr>
                <a:xfrm>
                  <a:off x="256634" y="4677433"/>
                  <a:ext cx="857899" cy="1046257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194E1493-F810-AAF7-D036-ABDA53E0371E}"/>
                    </a:ext>
                  </a:extLst>
                </p:cNvPr>
                <p:cNvCxnSpPr>
                  <a:stCxn id="24" idx="3"/>
                  <a:endCxn id="23" idx="7"/>
                </p:cNvCxnSpPr>
                <p:nvPr/>
              </p:nvCxnSpPr>
              <p:spPr>
                <a:xfrm flipH="1">
                  <a:off x="1477469" y="4930617"/>
                  <a:ext cx="1172042" cy="79307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BF0DB74C-4636-EC59-3B12-4158D04693E1}"/>
                    </a:ext>
                  </a:extLst>
                </p:cNvPr>
                <p:cNvCxnSpPr>
                  <a:stCxn id="24" idx="5"/>
                  <a:endCxn id="26" idx="0"/>
                </p:cNvCxnSpPr>
                <p:nvPr/>
              </p:nvCxnSpPr>
              <p:spPr>
                <a:xfrm>
                  <a:off x="3012447" y="4930617"/>
                  <a:ext cx="91067" cy="1464686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A0EE49A2-D7BB-55D2-CDF7-57117EFD6BC0}"/>
                    </a:ext>
                  </a:extLst>
                </p:cNvPr>
                <p:cNvCxnSpPr>
                  <a:cxnSpLocks/>
                  <a:stCxn id="56" idx="3"/>
                  <a:endCxn id="22" idx="5"/>
                </p:cNvCxnSpPr>
                <p:nvPr/>
              </p:nvCxnSpPr>
              <p:spPr>
                <a:xfrm flipH="1" flipV="1">
                  <a:off x="2369118" y="3458194"/>
                  <a:ext cx="3012648" cy="72906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E1B7356C-0FBF-4014-5B14-9D07550C2011}"/>
                    </a:ext>
                  </a:extLst>
                </p:cNvPr>
                <p:cNvCxnSpPr>
                  <a:cxnSpLocks/>
                  <a:stCxn id="56" idx="4"/>
                  <a:endCxn id="27" idx="0"/>
                </p:cNvCxnSpPr>
                <p:nvPr/>
              </p:nvCxnSpPr>
              <p:spPr>
                <a:xfrm flipH="1">
                  <a:off x="5257802" y="4262423"/>
                  <a:ext cx="305431" cy="187624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873CFE9C-7CA9-76B0-E6C8-A01F0F47567A}"/>
                    </a:ext>
                  </a:extLst>
                </p:cNvPr>
                <p:cNvCxnSpPr>
                  <a:stCxn id="56" idx="2"/>
                  <a:endCxn id="25" idx="5"/>
                </p:cNvCxnSpPr>
                <p:nvPr/>
              </p:nvCxnSpPr>
              <p:spPr>
                <a:xfrm flipH="1" flipV="1">
                  <a:off x="4392601" y="3510585"/>
                  <a:ext cx="913997" cy="49520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561EEFB6-6240-9286-EB6B-87B4E3A42C62}"/>
                    </a:ext>
                  </a:extLst>
                </p:cNvPr>
                <p:cNvCxnSpPr>
                  <a:stCxn id="28" idx="1"/>
                  <a:endCxn id="56" idx="5"/>
                </p:cNvCxnSpPr>
                <p:nvPr/>
              </p:nvCxnSpPr>
              <p:spPr>
                <a:xfrm flipH="1" flipV="1">
                  <a:off x="5744700" y="4187258"/>
                  <a:ext cx="861544" cy="674868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41DD2A99-E823-2C5F-48A9-215EF4B837A0}"/>
                    </a:ext>
                  </a:extLst>
                </p:cNvPr>
                <p:cNvCxnSpPr>
                  <a:stCxn id="28" idx="3"/>
                  <a:endCxn id="27" idx="6"/>
                </p:cNvCxnSpPr>
                <p:nvPr/>
              </p:nvCxnSpPr>
              <p:spPr>
                <a:xfrm flipH="1">
                  <a:off x="5514435" y="5225062"/>
                  <a:ext cx="1091809" cy="117024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2B45E6E6-E67F-AE66-A2FF-F42504A2C175}"/>
                    </a:ext>
                  </a:extLst>
                </p:cNvPr>
                <p:cNvCxnSpPr>
                  <a:stCxn id="22" idx="4"/>
                  <a:endCxn id="23" idx="0"/>
                </p:cNvCxnSpPr>
                <p:nvPr/>
              </p:nvCxnSpPr>
              <p:spPr>
                <a:xfrm flipH="1">
                  <a:off x="1296001" y="3533361"/>
                  <a:ext cx="891651" cy="211516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E0252589-58D9-C066-18D8-930B9F0C6547}"/>
                    </a:ext>
                  </a:extLst>
                </p:cNvPr>
                <p:cNvSpPr/>
                <p:nvPr/>
              </p:nvSpPr>
              <p:spPr>
                <a:xfrm>
                  <a:off x="0" y="4164165"/>
                  <a:ext cx="513268" cy="513268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1</a:t>
                  </a:r>
                </a:p>
              </p:txBody>
            </p: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CBAB2B40-EA53-50A6-67B2-4C18A86EFEFE}"/>
                    </a:ext>
                  </a:extLst>
                </p:cNvPr>
                <p:cNvSpPr/>
                <p:nvPr/>
              </p:nvSpPr>
              <p:spPr>
                <a:xfrm>
                  <a:off x="1931018" y="302009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27394C2A-20FB-8408-0C52-8124EB58C80B}"/>
                    </a:ext>
                  </a:extLst>
                </p:cNvPr>
                <p:cNvSpPr/>
                <p:nvPr/>
              </p:nvSpPr>
              <p:spPr>
                <a:xfrm>
                  <a:off x="1039367" y="5648524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3</a:t>
                  </a:r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F13D01A1-2099-59FF-8B64-AAF9428E285A}"/>
                    </a:ext>
                  </a:extLst>
                </p:cNvPr>
                <p:cNvSpPr/>
                <p:nvPr/>
              </p:nvSpPr>
              <p:spPr>
                <a:xfrm>
                  <a:off x="2574345" y="4492515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4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FE5977DB-14AA-CCA3-797B-283030773577}"/>
                    </a:ext>
                  </a:extLst>
                </p:cNvPr>
                <p:cNvSpPr/>
                <p:nvPr/>
              </p:nvSpPr>
              <p:spPr>
                <a:xfrm>
                  <a:off x="3954499" y="307248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A93C95AB-CD73-19F4-C798-3BAD9970D00F}"/>
                    </a:ext>
                  </a:extLst>
                </p:cNvPr>
                <p:cNvSpPr/>
                <p:nvPr/>
              </p:nvSpPr>
              <p:spPr>
                <a:xfrm>
                  <a:off x="2846880" y="6395303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6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71BAD119-94DD-8C8A-99D3-A302AE58E595}"/>
                    </a:ext>
                  </a:extLst>
                </p:cNvPr>
                <p:cNvSpPr/>
                <p:nvPr/>
              </p:nvSpPr>
              <p:spPr>
                <a:xfrm>
                  <a:off x="5001167" y="6138669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B640C0E4-7E3C-3D79-7380-C6915BFD8181}"/>
                    </a:ext>
                  </a:extLst>
                </p:cNvPr>
                <p:cNvSpPr/>
                <p:nvPr/>
              </p:nvSpPr>
              <p:spPr>
                <a:xfrm>
                  <a:off x="6531078" y="4786960"/>
                  <a:ext cx="513268" cy="51326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9</a:t>
                  </a:r>
                </a:p>
              </p:txBody>
            </p: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6AD5C5D0-2FEE-6D4B-935F-6492A37B941C}"/>
                    </a:ext>
                  </a:extLst>
                </p:cNvPr>
                <p:cNvSpPr/>
                <p:nvPr/>
              </p:nvSpPr>
              <p:spPr>
                <a:xfrm>
                  <a:off x="5306598" y="3749156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</p:grp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BEEEE52A-2F02-4140-A7B3-78C20CCC7FED}"/>
                  </a:ext>
                </a:extLst>
              </p:cNvPr>
              <p:cNvCxnSpPr>
                <a:cxnSpLocks/>
                <a:stCxn id="26" idx="2"/>
                <a:endCxn id="23" idx="5"/>
              </p:cNvCxnSpPr>
              <p:nvPr/>
            </p:nvCxnSpPr>
            <p:spPr>
              <a:xfrm flipH="1" flipV="1">
                <a:off x="3001468" y="5692260"/>
                <a:ext cx="1369411" cy="565314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AA96582-F630-B845-F0CF-A10ECF5F36C6}"/>
                </a:ext>
              </a:extLst>
            </p:cNvPr>
            <p:cNvCxnSpPr>
              <a:cxnSpLocks/>
              <a:stCxn id="26" idx="6"/>
              <a:endCxn id="27" idx="3"/>
            </p:cNvCxnSpPr>
            <p:nvPr/>
          </p:nvCxnSpPr>
          <p:spPr>
            <a:xfrm flipV="1">
              <a:off x="9025917" y="6261553"/>
              <a:ext cx="1068340" cy="4679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68E7255-187D-527D-D4D0-00AE6ABCE8BB}"/>
              </a:ext>
            </a:extLst>
          </p:cNvPr>
          <p:cNvGrpSpPr/>
          <p:nvPr/>
        </p:nvGrpSpPr>
        <p:grpSpPr>
          <a:xfrm>
            <a:off x="6137495" y="3052992"/>
            <a:ext cx="5682036" cy="538444"/>
            <a:chOff x="7767403" y="2882319"/>
            <a:chExt cx="3971372" cy="376337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6790045B-2F32-574B-21DE-2D66631DC027}"/>
                </a:ext>
              </a:extLst>
            </p:cNvPr>
            <p:cNvGrpSpPr/>
            <p:nvPr/>
          </p:nvGrpSpPr>
          <p:grpSpPr>
            <a:xfrm>
              <a:off x="8371362" y="2882319"/>
              <a:ext cx="3367413" cy="376337"/>
              <a:chOff x="6834185" y="3171034"/>
              <a:chExt cx="3367413" cy="376337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BFCD21DE-873D-0948-01AB-7B6EFA7DD1D9}"/>
                  </a:ext>
                </a:extLst>
              </p:cNvPr>
              <p:cNvSpPr/>
              <p:nvPr/>
            </p:nvSpPr>
            <p:spPr>
              <a:xfrm>
                <a:off x="6834185" y="3173214"/>
                <a:ext cx="374157" cy="37415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E12CAD4C-6A2B-BFEB-EF9D-1998F5B2AD06}"/>
                  </a:ext>
                </a:extLst>
              </p:cNvPr>
              <p:cNvSpPr/>
              <p:nvPr/>
            </p:nvSpPr>
            <p:spPr>
              <a:xfrm>
                <a:off x="7208342" y="3173214"/>
                <a:ext cx="374157" cy="37415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39868008-327D-8243-B1F3-D11DCE8FF2FE}"/>
                  </a:ext>
                </a:extLst>
              </p:cNvPr>
              <p:cNvSpPr/>
              <p:nvPr/>
            </p:nvSpPr>
            <p:spPr>
              <a:xfrm>
                <a:off x="7582499" y="3173214"/>
                <a:ext cx="374157" cy="37415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DAFE4A74-528B-DA33-573C-55CB58EF089C}"/>
                  </a:ext>
                </a:extLst>
              </p:cNvPr>
              <p:cNvSpPr/>
              <p:nvPr/>
            </p:nvSpPr>
            <p:spPr>
              <a:xfrm>
                <a:off x="7956656" y="3171035"/>
                <a:ext cx="374157" cy="37415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2EEB594F-FCAF-7CA7-BDA4-48D848AB46A2}"/>
                  </a:ext>
                </a:extLst>
              </p:cNvPr>
              <p:cNvSpPr/>
              <p:nvPr/>
            </p:nvSpPr>
            <p:spPr>
              <a:xfrm>
                <a:off x="8330813" y="3171035"/>
                <a:ext cx="374157" cy="37415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B28763D2-5ED8-F326-A12C-7F9AF72C1521}"/>
                  </a:ext>
                </a:extLst>
              </p:cNvPr>
              <p:cNvSpPr/>
              <p:nvPr/>
            </p:nvSpPr>
            <p:spPr>
              <a:xfrm>
                <a:off x="8704970" y="3171035"/>
                <a:ext cx="374157" cy="37415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AE39B383-AA24-4F78-B96A-E2BB6FF2B8FE}"/>
                  </a:ext>
                </a:extLst>
              </p:cNvPr>
              <p:cNvSpPr/>
              <p:nvPr/>
            </p:nvSpPr>
            <p:spPr>
              <a:xfrm>
                <a:off x="9079127" y="3171034"/>
                <a:ext cx="374157" cy="37415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7F61B852-1CE3-C752-64EE-C4906CBEEDEF}"/>
                  </a:ext>
                </a:extLst>
              </p:cNvPr>
              <p:cNvSpPr/>
              <p:nvPr/>
            </p:nvSpPr>
            <p:spPr>
              <a:xfrm>
                <a:off x="9453284" y="3171034"/>
                <a:ext cx="374157" cy="37415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B6C7AA5A-29AB-650B-5877-CFACC47DFBD7}"/>
                  </a:ext>
                </a:extLst>
              </p:cNvPr>
              <p:cNvSpPr/>
              <p:nvPr/>
            </p:nvSpPr>
            <p:spPr>
              <a:xfrm>
                <a:off x="9827441" y="3171034"/>
                <a:ext cx="374157" cy="37415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CD12F9E-10C2-F575-75E3-44213FAE7B5A}"/>
                </a:ext>
              </a:extLst>
            </p:cNvPr>
            <p:cNvSpPr txBox="1"/>
            <p:nvPr/>
          </p:nvSpPr>
          <p:spPr>
            <a:xfrm>
              <a:off x="7767403" y="2965901"/>
              <a:ext cx="607501" cy="2242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2000" dirty="0"/>
                <a:t>finished:</a:t>
              </a: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DF63F4C6-0844-B0AA-630A-71E0D77220F9}"/>
              </a:ext>
            </a:extLst>
          </p:cNvPr>
          <p:cNvSpPr txBox="1"/>
          <p:nvPr/>
        </p:nvSpPr>
        <p:spPr>
          <a:xfrm>
            <a:off x="7456715" y="1337129"/>
            <a:ext cx="3516086" cy="9541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Idea: List in reverse order by “done” time</a:t>
            </a:r>
          </a:p>
        </p:txBody>
      </p:sp>
    </p:spTree>
    <p:extLst>
      <p:ext uri="{BB962C8B-B14F-4D97-AF65-F5344CB8AC3E}">
        <p14:creationId xmlns:p14="http://schemas.microsoft.com/office/powerpoint/2010/main" val="28005710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B3770-8075-BEEB-97CF-77688996C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B5DA2-ED25-8CCF-C064-52F05C9D0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Topological Sort– Worked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A96CDD-22EF-425E-E259-4CF82BB5F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75AB94-7831-8946-495C-AA69C48ED982}"/>
              </a:ext>
            </a:extLst>
          </p:cNvPr>
          <p:cNvSpPr txBox="1"/>
          <p:nvPr/>
        </p:nvSpPr>
        <p:spPr>
          <a:xfrm>
            <a:off x="73330" y="3873029"/>
            <a:ext cx="3835152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Starting from the current node:</a:t>
            </a:r>
          </a:p>
          <a:p>
            <a:r>
              <a:rPr lang="en-US" sz="2000" dirty="0">
                <a:solidFill>
                  <a:srgbClr val="FF0000"/>
                </a:solidFill>
              </a:rPr>
              <a:t>    for each non-done neighbor:</a:t>
            </a:r>
          </a:p>
          <a:p>
            <a:r>
              <a:rPr lang="en-US" sz="2000" dirty="0">
                <a:solidFill>
                  <a:srgbClr val="FF0000"/>
                </a:solidFill>
              </a:rPr>
              <a:t>        if the neighbor is visited:</a:t>
            </a:r>
          </a:p>
          <a:p>
            <a:r>
              <a:rPr lang="en-US" sz="2000" dirty="0">
                <a:solidFill>
                  <a:srgbClr val="FF0000"/>
                </a:solidFill>
              </a:rPr>
              <a:t>            we found a cycle!</a:t>
            </a:r>
          </a:p>
          <a:p>
            <a:r>
              <a:rPr lang="en-US" sz="2000" dirty="0">
                <a:solidFill>
                  <a:srgbClr val="FF0000"/>
                </a:solidFill>
              </a:rPr>
              <a:t>        else:</a:t>
            </a:r>
          </a:p>
          <a:p>
            <a:r>
              <a:rPr lang="en-US" sz="2000" dirty="0">
                <a:solidFill>
                  <a:srgbClr val="FF0000"/>
                </a:solidFill>
              </a:rPr>
              <a:t>            mark the neighbor as visited</a:t>
            </a:r>
          </a:p>
          <a:p>
            <a:r>
              <a:rPr lang="en-US" sz="2000" dirty="0">
                <a:solidFill>
                  <a:srgbClr val="FF0000"/>
                </a:solidFill>
              </a:rPr>
              <a:t>            do a DFS from the neighbor</a:t>
            </a:r>
          </a:p>
          <a:p>
            <a:r>
              <a:rPr lang="en-US" sz="2000" dirty="0">
                <a:solidFill>
                  <a:srgbClr val="FF0000"/>
                </a:solidFill>
              </a:rPr>
              <a:t>    mark the current node as done</a:t>
            </a:r>
          </a:p>
          <a:p>
            <a:r>
              <a:rPr lang="en-US" sz="2000" dirty="0">
                <a:solidFill>
                  <a:srgbClr val="FF0000"/>
                </a:solidFill>
              </a:rPr>
              <a:t>    add current node to finished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D0AFB9A-CE5B-066F-1B3C-E86DB8531E74}"/>
              </a:ext>
            </a:extLst>
          </p:cNvPr>
          <p:cNvGrpSpPr/>
          <p:nvPr/>
        </p:nvGrpSpPr>
        <p:grpSpPr>
          <a:xfrm>
            <a:off x="5296974" y="5954431"/>
            <a:ext cx="5682036" cy="538444"/>
            <a:chOff x="7767403" y="2882319"/>
            <a:chExt cx="3971372" cy="376337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B495760-968A-D7E9-BC64-17E817E065EE}"/>
                </a:ext>
              </a:extLst>
            </p:cNvPr>
            <p:cNvGrpSpPr/>
            <p:nvPr/>
          </p:nvGrpSpPr>
          <p:grpSpPr>
            <a:xfrm>
              <a:off x="8371362" y="2882319"/>
              <a:ext cx="3367413" cy="376337"/>
              <a:chOff x="6834185" y="3171034"/>
              <a:chExt cx="3367413" cy="376337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5579014-64CF-A160-E639-BE76957EF4AD}"/>
                  </a:ext>
                </a:extLst>
              </p:cNvPr>
              <p:cNvSpPr/>
              <p:nvPr/>
            </p:nvSpPr>
            <p:spPr>
              <a:xfrm>
                <a:off x="6834185" y="3173214"/>
                <a:ext cx="374157" cy="37415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14D7E06-3505-CFE9-C5AC-5A590E4BCACC}"/>
                  </a:ext>
                </a:extLst>
              </p:cNvPr>
              <p:cNvSpPr/>
              <p:nvPr/>
            </p:nvSpPr>
            <p:spPr>
              <a:xfrm>
                <a:off x="7208342" y="3173214"/>
                <a:ext cx="374157" cy="37415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EB175BF-4A16-22F1-7F64-477030C54B75}"/>
                  </a:ext>
                </a:extLst>
              </p:cNvPr>
              <p:cNvSpPr/>
              <p:nvPr/>
            </p:nvSpPr>
            <p:spPr>
              <a:xfrm>
                <a:off x="7582499" y="3173214"/>
                <a:ext cx="374157" cy="37415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521A463-91E2-9348-D471-4B08EF143E56}"/>
                  </a:ext>
                </a:extLst>
              </p:cNvPr>
              <p:cNvSpPr/>
              <p:nvPr/>
            </p:nvSpPr>
            <p:spPr>
              <a:xfrm>
                <a:off x="7956656" y="3171035"/>
                <a:ext cx="374157" cy="37415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D9A0B4D-079D-BFAE-BF37-06FE8C1133B1}"/>
                  </a:ext>
                </a:extLst>
              </p:cNvPr>
              <p:cNvSpPr/>
              <p:nvPr/>
            </p:nvSpPr>
            <p:spPr>
              <a:xfrm>
                <a:off x="8330813" y="3171035"/>
                <a:ext cx="374157" cy="37415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8E13ED68-FD55-10A7-528C-A583F2D162EA}"/>
                  </a:ext>
                </a:extLst>
              </p:cNvPr>
              <p:cNvSpPr/>
              <p:nvPr/>
            </p:nvSpPr>
            <p:spPr>
              <a:xfrm>
                <a:off x="8704970" y="3171035"/>
                <a:ext cx="374157" cy="37415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8643781-0F0A-DC08-5755-227960B70466}"/>
                  </a:ext>
                </a:extLst>
              </p:cNvPr>
              <p:cNvSpPr/>
              <p:nvPr/>
            </p:nvSpPr>
            <p:spPr>
              <a:xfrm>
                <a:off x="9079127" y="3171034"/>
                <a:ext cx="374157" cy="37415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6CF60E3-DDC8-06A3-E71C-16E5608460E3}"/>
                  </a:ext>
                </a:extLst>
              </p:cNvPr>
              <p:cNvSpPr/>
              <p:nvPr/>
            </p:nvSpPr>
            <p:spPr>
              <a:xfrm>
                <a:off x="9453284" y="3171034"/>
                <a:ext cx="374157" cy="37415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1A48E7D7-06B9-7D97-DCE4-B0C13D043D52}"/>
                  </a:ext>
                </a:extLst>
              </p:cNvPr>
              <p:cNvSpPr/>
              <p:nvPr/>
            </p:nvSpPr>
            <p:spPr>
              <a:xfrm>
                <a:off x="9827441" y="3171034"/>
                <a:ext cx="374157" cy="37415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CA2E920-C8F9-7CBE-4DCB-2AC0A7DF608B}"/>
                </a:ext>
              </a:extLst>
            </p:cNvPr>
            <p:cNvSpPr txBox="1"/>
            <p:nvPr/>
          </p:nvSpPr>
          <p:spPr>
            <a:xfrm>
              <a:off x="7767403" y="2965901"/>
              <a:ext cx="607501" cy="2242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2000" dirty="0"/>
                <a:t>finished:</a:t>
              </a:r>
            </a:p>
          </p:txBody>
        </p:sp>
      </p:grp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E27B5AD2-6886-E060-E76B-8A65474E2BE8}"/>
              </a:ext>
            </a:extLst>
          </p:cNvPr>
          <p:cNvGraphicFramePr>
            <a:graphicFrameLocks noGrp="1"/>
          </p:cNvGraphicFramePr>
          <p:nvPr/>
        </p:nvGraphicFramePr>
        <p:xfrm>
          <a:off x="6492240" y="1399839"/>
          <a:ext cx="5225339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5229">
                  <a:extLst>
                    <a:ext uri="{9D8B030D-6E8A-4147-A177-3AD203B41FA5}">
                      <a16:colId xmlns:a16="http://schemas.microsoft.com/office/drawing/2014/main" val="2885487592"/>
                    </a:ext>
                  </a:extLst>
                </a:gridCol>
                <a:gridCol w="991884">
                  <a:extLst>
                    <a:ext uri="{9D8B030D-6E8A-4147-A177-3AD203B41FA5}">
                      <a16:colId xmlns:a16="http://schemas.microsoft.com/office/drawing/2014/main" val="3918555435"/>
                    </a:ext>
                  </a:extLst>
                </a:gridCol>
                <a:gridCol w="997527">
                  <a:extLst>
                    <a:ext uri="{9D8B030D-6E8A-4147-A177-3AD203B41FA5}">
                      <a16:colId xmlns:a16="http://schemas.microsoft.com/office/drawing/2014/main" val="1745931878"/>
                    </a:ext>
                  </a:extLst>
                </a:gridCol>
                <a:gridCol w="2390699">
                  <a:extLst>
                    <a:ext uri="{9D8B030D-6E8A-4147-A177-3AD203B41FA5}">
                      <a16:colId xmlns:a16="http://schemas.microsoft.com/office/drawing/2014/main" val="25031858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Visited?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Done?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Other Info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8798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4763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5311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657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7034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718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982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48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3436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5953369"/>
                  </a:ext>
                </a:extLst>
              </a:tr>
            </a:tbl>
          </a:graphicData>
        </a:graphic>
      </p:graphicFrame>
      <p:grpSp>
        <p:nvGrpSpPr>
          <p:cNvPr id="20" name="Group 19">
            <a:extLst>
              <a:ext uri="{FF2B5EF4-FFF2-40B4-BE49-F238E27FC236}">
                <a16:creationId xmlns:a16="http://schemas.microsoft.com/office/drawing/2014/main" id="{240BD8F7-53A7-3F3C-B299-45DE43D86737}"/>
              </a:ext>
            </a:extLst>
          </p:cNvPr>
          <p:cNvGrpSpPr/>
          <p:nvPr/>
        </p:nvGrpSpPr>
        <p:grpSpPr>
          <a:xfrm>
            <a:off x="5265415" y="5160011"/>
            <a:ext cx="6036209" cy="658829"/>
            <a:chOff x="5742926" y="5607923"/>
            <a:chExt cx="6036209" cy="658829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77829ED-476F-7D76-2AD6-9BCED20AC675}"/>
                </a:ext>
              </a:extLst>
            </p:cNvPr>
            <p:cNvSpPr/>
            <p:nvPr/>
          </p:nvSpPr>
          <p:spPr>
            <a:xfrm>
              <a:off x="6558742" y="5619404"/>
              <a:ext cx="5220393" cy="6473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855DBF1-650F-A165-B249-E3A8F1673BA0}"/>
                </a:ext>
              </a:extLst>
            </p:cNvPr>
            <p:cNvSpPr txBox="1"/>
            <p:nvPr/>
          </p:nvSpPr>
          <p:spPr>
            <a:xfrm>
              <a:off x="5742926" y="5607923"/>
              <a:ext cx="73969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(Call)</a:t>
              </a:r>
            </a:p>
            <a:p>
              <a:r>
                <a:rPr lang="en-US" dirty="0"/>
                <a:t>Stack: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B730AC5-2C81-2384-D129-C7C8E30BD5D5}"/>
              </a:ext>
            </a:extLst>
          </p:cNvPr>
          <p:cNvGrpSpPr/>
          <p:nvPr/>
        </p:nvGrpSpPr>
        <p:grpSpPr>
          <a:xfrm>
            <a:off x="336666" y="1399839"/>
            <a:ext cx="4385159" cy="2420607"/>
            <a:chOff x="6934200" y="4047495"/>
            <a:chExt cx="4385159" cy="2420607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5D315881-1EAB-C94A-17A3-BC67E5E2DAEB}"/>
                </a:ext>
              </a:extLst>
            </p:cNvPr>
            <p:cNvGrpSpPr/>
            <p:nvPr/>
          </p:nvGrpSpPr>
          <p:grpSpPr>
            <a:xfrm>
              <a:off x="6934200" y="4047495"/>
              <a:ext cx="4385159" cy="2420607"/>
              <a:chOff x="1524000" y="2625729"/>
              <a:chExt cx="7044346" cy="3888478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B24A960C-D8D6-E3A4-D87F-AC5424CFC6B1}"/>
                  </a:ext>
                </a:extLst>
              </p:cNvPr>
              <p:cNvGrpSpPr/>
              <p:nvPr/>
            </p:nvGrpSpPr>
            <p:grpSpPr>
              <a:xfrm>
                <a:off x="1524000" y="2625729"/>
                <a:ext cx="7044346" cy="3888478"/>
                <a:chOff x="0" y="3020093"/>
                <a:chExt cx="7044346" cy="3888478"/>
              </a:xfrm>
            </p:grpSpPr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16A3124D-0ADF-EEE1-B903-F1AC1710FBE8}"/>
                    </a:ext>
                  </a:extLst>
                </p:cNvPr>
                <p:cNvCxnSpPr>
                  <a:stCxn id="55" idx="7"/>
                  <a:endCxn id="56" idx="2"/>
                </p:cNvCxnSpPr>
                <p:nvPr/>
              </p:nvCxnSpPr>
              <p:spPr>
                <a:xfrm flipV="1">
                  <a:off x="438102" y="3276727"/>
                  <a:ext cx="1492916" cy="962604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5458ED4E-6B13-E836-92B0-80FBD2BB7F34}"/>
                    </a:ext>
                  </a:extLst>
                </p:cNvPr>
                <p:cNvCxnSpPr>
                  <a:stCxn id="56" idx="6"/>
                  <a:endCxn id="59" idx="2"/>
                </p:cNvCxnSpPr>
                <p:nvPr/>
              </p:nvCxnSpPr>
              <p:spPr>
                <a:xfrm>
                  <a:off x="2444286" y="3276727"/>
                  <a:ext cx="1510213" cy="52390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AAE9A6E0-AB41-16B5-DE95-24346CB54981}"/>
                    </a:ext>
                  </a:extLst>
                </p:cNvPr>
                <p:cNvCxnSpPr>
                  <a:stCxn id="55" idx="4"/>
                  <a:endCxn id="57" idx="1"/>
                </p:cNvCxnSpPr>
                <p:nvPr/>
              </p:nvCxnSpPr>
              <p:spPr>
                <a:xfrm>
                  <a:off x="256634" y="4677433"/>
                  <a:ext cx="857899" cy="1046257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6D79438B-B053-D08A-49E1-A118C7282DBB}"/>
                    </a:ext>
                  </a:extLst>
                </p:cNvPr>
                <p:cNvCxnSpPr>
                  <a:stCxn id="58" idx="3"/>
                  <a:endCxn id="57" idx="7"/>
                </p:cNvCxnSpPr>
                <p:nvPr/>
              </p:nvCxnSpPr>
              <p:spPr>
                <a:xfrm flipH="1">
                  <a:off x="1477469" y="4930617"/>
                  <a:ext cx="1172042" cy="79307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0B8ED23D-E958-C2A7-6579-A1B3BFD48EC2}"/>
                    </a:ext>
                  </a:extLst>
                </p:cNvPr>
                <p:cNvCxnSpPr>
                  <a:stCxn id="60" idx="2"/>
                  <a:endCxn id="57" idx="5"/>
                </p:cNvCxnSpPr>
                <p:nvPr/>
              </p:nvCxnSpPr>
              <p:spPr>
                <a:xfrm flipH="1" flipV="1">
                  <a:off x="1477469" y="6086626"/>
                  <a:ext cx="1369411" cy="56531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A1934735-9F97-3660-8978-797BA62CFC64}"/>
                    </a:ext>
                  </a:extLst>
                </p:cNvPr>
                <p:cNvCxnSpPr>
                  <a:stCxn id="58" idx="5"/>
                  <a:endCxn id="60" idx="0"/>
                </p:cNvCxnSpPr>
                <p:nvPr/>
              </p:nvCxnSpPr>
              <p:spPr>
                <a:xfrm>
                  <a:off x="3012447" y="4930617"/>
                  <a:ext cx="91067" cy="1464686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7E8C63DE-14DD-12B7-354F-C32C74C33230}"/>
                    </a:ext>
                  </a:extLst>
                </p:cNvPr>
                <p:cNvCxnSpPr>
                  <a:cxnSpLocks/>
                  <a:stCxn id="56" idx="5"/>
                  <a:endCxn id="61" idx="1"/>
                </p:cNvCxnSpPr>
                <p:nvPr/>
              </p:nvCxnSpPr>
              <p:spPr>
                <a:xfrm>
                  <a:off x="2369118" y="3458194"/>
                  <a:ext cx="2707217" cy="2755642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B6726DFE-77AD-34F8-6AE1-A320923A08C4}"/>
                    </a:ext>
                  </a:extLst>
                </p:cNvPr>
                <p:cNvCxnSpPr>
                  <a:cxnSpLocks/>
                  <a:stCxn id="63" idx="4"/>
                  <a:endCxn id="61" idx="0"/>
                </p:cNvCxnSpPr>
                <p:nvPr/>
              </p:nvCxnSpPr>
              <p:spPr>
                <a:xfrm flipH="1">
                  <a:off x="5257802" y="4262423"/>
                  <a:ext cx="305431" cy="187624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E2DCAC1A-19CE-6F82-3246-7808A6C0078E}"/>
                    </a:ext>
                  </a:extLst>
                </p:cNvPr>
                <p:cNvCxnSpPr>
                  <a:stCxn id="63" idx="2"/>
                  <a:endCxn id="59" idx="5"/>
                </p:cNvCxnSpPr>
                <p:nvPr/>
              </p:nvCxnSpPr>
              <p:spPr>
                <a:xfrm flipH="1" flipV="1">
                  <a:off x="4392601" y="3510585"/>
                  <a:ext cx="913997" cy="49520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36C25B44-3FAE-CD2A-48C7-4FCE95BD43C6}"/>
                    </a:ext>
                  </a:extLst>
                </p:cNvPr>
                <p:cNvCxnSpPr>
                  <a:stCxn id="62" idx="1"/>
                  <a:endCxn id="63" idx="5"/>
                </p:cNvCxnSpPr>
                <p:nvPr/>
              </p:nvCxnSpPr>
              <p:spPr>
                <a:xfrm flipH="1" flipV="1">
                  <a:off x="5744700" y="4187258"/>
                  <a:ext cx="861544" cy="674868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A7558CDA-44C9-8F49-ADD8-CAF26338514D}"/>
                    </a:ext>
                  </a:extLst>
                </p:cNvPr>
                <p:cNvCxnSpPr>
                  <a:stCxn id="62" idx="3"/>
                  <a:endCxn id="61" idx="6"/>
                </p:cNvCxnSpPr>
                <p:nvPr/>
              </p:nvCxnSpPr>
              <p:spPr>
                <a:xfrm flipH="1">
                  <a:off x="5514435" y="5225062"/>
                  <a:ext cx="1091809" cy="117024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3B52657E-D0EF-5E43-C2E6-DC034C7C609E}"/>
                    </a:ext>
                  </a:extLst>
                </p:cNvPr>
                <p:cNvCxnSpPr>
                  <a:stCxn id="56" idx="4"/>
                  <a:endCxn id="57" idx="0"/>
                </p:cNvCxnSpPr>
                <p:nvPr/>
              </p:nvCxnSpPr>
              <p:spPr>
                <a:xfrm flipH="1">
                  <a:off x="1296001" y="3533361"/>
                  <a:ext cx="891651" cy="211516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B06F9AB9-1A70-5E04-F887-85A1E0D4AAE8}"/>
                    </a:ext>
                  </a:extLst>
                </p:cNvPr>
                <p:cNvSpPr/>
                <p:nvPr/>
              </p:nvSpPr>
              <p:spPr>
                <a:xfrm>
                  <a:off x="0" y="4164165"/>
                  <a:ext cx="513268" cy="513268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1</a:t>
                  </a:r>
                </a:p>
              </p:txBody>
            </p: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01DE6039-EC55-4FC8-3E9E-1899D5DE3A19}"/>
                    </a:ext>
                  </a:extLst>
                </p:cNvPr>
                <p:cNvSpPr/>
                <p:nvPr/>
              </p:nvSpPr>
              <p:spPr>
                <a:xfrm>
                  <a:off x="1931018" y="302009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57" name="Oval 56">
                  <a:extLst>
                    <a:ext uri="{FF2B5EF4-FFF2-40B4-BE49-F238E27FC236}">
                      <a16:creationId xmlns:a16="http://schemas.microsoft.com/office/drawing/2014/main" id="{856831FF-3651-3951-E799-56C28A437603}"/>
                    </a:ext>
                  </a:extLst>
                </p:cNvPr>
                <p:cNvSpPr/>
                <p:nvPr/>
              </p:nvSpPr>
              <p:spPr>
                <a:xfrm>
                  <a:off x="1039367" y="5648524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3</a:t>
                  </a:r>
                </a:p>
              </p:txBody>
            </p: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4D85905F-FF00-D53E-4CD1-0764661832F5}"/>
                    </a:ext>
                  </a:extLst>
                </p:cNvPr>
                <p:cNvSpPr/>
                <p:nvPr/>
              </p:nvSpPr>
              <p:spPr>
                <a:xfrm>
                  <a:off x="2574345" y="4492515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4</a:t>
                  </a:r>
                </a:p>
              </p:txBody>
            </p:sp>
            <p:sp>
              <p:nvSpPr>
                <p:cNvPr id="59" name="Oval 58">
                  <a:extLst>
                    <a:ext uri="{FF2B5EF4-FFF2-40B4-BE49-F238E27FC236}">
                      <a16:creationId xmlns:a16="http://schemas.microsoft.com/office/drawing/2014/main" id="{BCD0E49C-360F-9F1B-0C3E-7C1E4EBEE4CA}"/>
                    </a:ext>
                  </a:extLst>
                </p:cNvPr>
                <p:cNvSpPr/>
                <p:nvPr/>
              </p:nvSpPr>
              <p:spPr>
                <a:xfrm>
                  <a:off x="3954499" y="307248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60" name="Oval 59">
                  <a:extLst>
                    <a:ext uri="{FF2B5EF4-FFF2-40B4-BE49-F238E27FC236}">
                      <a16:creationId xmlns:a16="http://schemas.microsoft.com/office/drawing/2014/main" id="{BD973F2A-0208-64DD-E67C-4E8AEF405DE4}"/>
                    </a:ext>
                  </a:extLst>
                </p:cNvPr>
                <p:cNvSpPr/>
                <p:nvPr/>
              </p:nvSpPr>
              <p:spPr>
                <a:xfrm>
                  <a:off x="2846880" y="6395303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6</a:t>
                  </a:r>
                </a:p>
              </p:txBody>
            </p:sp>
            <p:sp>
              <p:nvSpPr>
                <p:cNvPr id="61" name="Oval 60">
                  <a:extLst>
                    <a:ext uri="{FF2B5EF4-FFF2-40B4-BE49-F238E27FC236}">
                      <a16:creationId xmlns:a16="http://schemas.microsoft.com/office/drawing/2014/main" id="{114B835A-022B-0388-1453-C18E70444EAE}"/>
                    </a:ext>
                  </a:extLst>
                </p:cNvPr>
                <p:cNvSpPr/>
                <p:nvPr/>
              </p:nvSpPr>
              <p:spPr>
                <a:xfrm>
                  <a:off x="5001167" y="6138669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62" name="Oval 61">
                  <a:extLst>
                    <a:ext uri="{FF2B5EF4-FFF2-40B4-BE49-F238E27FC236}">
                      <a16:creationId xmlns:a16="http://schemas.microsoft.com/office/drawing/2014/main" id="{7CA907C9-3729-5E09-5958-6EC94FFF3657}"/>
                    </a:ext>
                  </a:extLst>
                </p:cNvPr>
                <p:cNvSpPr/>
                <p:nvPr/>
              </p:nvSpPr>
              <p:spPr>
                <a:xfrm>
                  <a:off x="6531078" y="4786960"/>
                  <a:ext cx="513268" cy="51326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9</a:t>
                  </a:r>
                </a:p>
              </p:txBody>
            </p:sp>
            <p:sp>
              <p:nvSpPr>
                <p:cNvPr id="63" name="Oval 62">
                  <a:extLst>
                    <a:ext uri="{FF2B5EF4-FFF2-40B4-BE49-F238E27FC236}">
                      <a16:creationId xmlns:a16="http://schemas.microsoft.com/office/drawing/2014/main" id="{22F74843-D003-F84B-A519-67550AFF1290}"/>
                    </a:ext>
                  </a:extLst>
                </p:cNvPr>
                <p:cNvSpPr/>
                <p:nvPr/>
              </p:nvSpPr>
              <p:spPr>
                <a:xfrm>
                  <a:off x="5306598" y="3749156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</p:grp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061A2004-72DD-2FF6-5BC9-99AA70F08EB8}"/>
                  </a:ext>
                </a:extLst>
              </p:cNvPr>
              <p:cNvCxnSpPr>
                <a:cxnSpLocks/>
                <a:stCxn id="60" idx="3"/>
                <a:endCxn id="57" idx="4"/>
              </p:cNvCxnSpPr>
              <p:nvPr/>
            </p:nvCxnSpPr>
            <p:spPr>
              <a:xfrm flipH="1" flipV="1">
                <a:off x="2820001" y="5767428"/>
                <a:ext cx="1626045" cy="67161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4FBF290-3233-DCB0-D8FB-7C9FBE042E91}"/>
                </a:ext>
              </a:extLst>
            </p:cNvPr>
            <p:cNvCxnSpPr>
              <a:cxnSpLocks/>
              <a:stCxn id="60" idx="6"/>
              <a:endCxn id="61" idx="3"/>
            </p:cNvCxnSpPr>
            <p:nvPr/>
          </p:nvCxnSpPr>
          <p:spPr>
            <a:xfrm flipV="1">
              <a:off x="9025917" y="6261553"/>
              <a:ext cx="1068340" cy="4679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50491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24602</TotalTime>
  <Words>3404</Words>
  <Application>Microsoft Office PowerPoint</Application>
  <PresentationFormat>Widescreen</PresentationFormat>
  <Paragraphs>1150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Calibri Light</vt:lpstr>
      <vt:lpstr>Calibri</vt:lpstr>
      <vt:lpstr>Cambria Math</vt:lpstr>
      <vt:lpstr>Aptos</vt:lpstr>
      <vt:lpstr>Arial</vt:lpstr>
      <vt:lpstr>Office Theme</vt:lpstr>
      <vt:lpstr>CSE 332 Winter 2026 Lecture 15: Graphs 2</vt:lpstr>
      <vt:lpstr>Undirected Graphs</vt:lpstr>
      <vt:lpstr>Directed Graphs</vt:lpstr>
      <vt:lpstr>Weighted Graphs</vt:lpstr>
      <vt:lpstr>Some Graph Terms</vt:lpstr>
      <vt:lpstr>Definition: Complete Graph</vt:lpstr>
      <vt:lpstr>Definition: Path</vt:lpstr>
      <vt:lpstr>Definition: (Strongly) Connected Graph</vt:lpstr>
      <vt:lpstr>Definition: (Strongly) Connected Graph</vt:lpstr>
      <vt:lpstr>Definition: Weakly Connected Graph</vt:lpstr>
      <vt:lpstr>Graph Density, Data Structures, Efficiency</vt:lpstr>
      <vt:lpstr>Definition: Tree</vt:lpstr>
      <vt:lpstr>Graph ADT</vt:lpstr>
      <vt:lpstr>Adjacency List Data Structure</vt:lpstr>
      <vt:lpstr>Adjacency List (Weighted)</vt:lpstr>
      <vt:lpstr>Adjacency Matrix</vt:lpstr>
      <vt:lpstr>Adjacency Matrix</vt:lpstr>
      <vt:lpstr>Adjacency Matrix (weighted)</vt:lpstr>
      <vt:lpstr>Comparison</vt:lpstr>
      <vt:lpstr>Breadth-First Search</vt:lpstr>
      <vt:lpstr>BFS</vt:lpstr>
      <vt:lpstr>BFS – Worked Example</vt:lpstr>
      <vt:lpstr>Find Distance (unweighted)</vt:lpstr>
      <vt:lpstr>Find Distance – Worked Example</vt:lpstr>
      <vt:lpstr>Shortest Path - Idea</vt:lpstr>
      <vt:lpstr>Depth-First Search</vt:lpstr>
      <vt:lpstr>Depth-First Search</vt:lpstr>
      <vt:lpstr>DFS (non-recursive)</vt:lpstr>
      <vt:lpstr>DFS Recursively (more common)</vt:lpstr>
      <vt:lpstr>DFS – Worked Example</vt:lpstr>
      <vt:lpstr>Using DFS</vt:lpstr>
      <vt:lpstr>Back Edges</vt:lpstr>
      <vt:lpstr>Cycle Detection</vt:lpstr>
      <vt:lpstr>Cycle Detection – Worked Example</vt:lpstr>
      <vt:lpstr>Topological Sort</vt:lpstr>
      <vt:lpstr>DFS Recursively</vt:lpstr>
      <vt:lpstr>DFS: Topological sort</vt:lpstr>
      <vt:lpstr>Topological Sort– Worked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332 Autumn 2023 Lecture 8: Dictionaries, BSTs</dc:title>
  <dc:creator>Nathan Brunelle</dc:creator>
  <cp:lastModifiedBy>Nathan Brunelle</cp:lastModifiedBy>
  <cp:revision>255</cp:revision>
  <dcterms:created xsi:type="dcterms:W3CDTF">2023-10-13T16:06:42Z</dcterms:created>
  <dcterms:modified xsi:type="dcterms:W3CDTF">2026-02-09T23:22:36Z</dcterms:modified>
</cp:coreProperties>
</file>