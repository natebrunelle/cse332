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56" r:id="rId2"/>
    <p:sldId id="386" r:id="rId3"/>
    <p:sldId id="336" r:id="rId4"/>
    <p:sldId id="387" r:id="rId5"/>
    <p:sldId id="349" r:id="rId6"/>
    <p:sldId id="351" r:id="rId7"/>
    <p:sldId id="401" r:id="rId8"/>
    <p:sldId id="378" r:id="rId9"/>
    <p:sldId id="388" r:id="rId10"/>
    <p:sldId id="389" r:id="rId11"/>
    <p:sldId id="390" r:id="rId12"/>
    <p:sldId id="391" r:id="rId13"/>
    <p:sldId id="392" r:id="rId14"/>
    <p:sldId id="393" r:id="rId15"/>
    <p:sldId id="394" r:id="rId16"/>
    <p:sldId id="395" r:id="rId17"/>
    <p:sldId id="396" r:id="rId18"/>
    <p:sldId id="397" r:id="rId19"/>
    <p:sldId id="398" r:id="rId20"/>
    <p:sldId id="399" r:id="rId21"/>
    <p:sldId id="400" r:id="rId22"/>
    <p:sldId id="365" r:id="rId23"/>
    <p:sldId id="370" r:id="rId24"/>
    <p:sldId id="385" r:id="rId25"/>
    <p:sldId id="373" r:id="rId26"/>
    <p:sldId id="375" r:id="rId27"/>
    <p:sldId id="374" r:id="rId28"/>
    <p:sldId id="366" r:id="rId29"/>
    <p:sldId id="368" r:id="rId30"/>
    <p:sldId id="369" r:id="rId31"/>
    <p:sldId id="376" r:id="rId32"/>
    <p:sldId id="377" r:id="rId33"/>
  </p:sldIdLst>
  <p:sldSz cx="12192000" cy="6858000"/>
  <p:notesSz cx="6858000" cy="9144000"/>
  <p:embeddedFontLst>
    <p:embeddedFont>
      <p:font typeface="Cambria Math" panose="02040503050406030204" pitchFamily="18" charset="0"/>
      <p:regular r:id="rId36"/>
    </p:embeddedFont>
    <p:embeddedFont>
      <p:font typeface="Consolas" panose="020B0609020204030204" pitchFamily="49" charset="0"/>
      <p:regular r:id="rId37"/>
      <p:bold r:id="rId38"/>
      <p:italic r:id="rId39"/>
      <p:boldItalic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CB46A9-AC64-2107-0D04-23C3E6A0A637}" name="Sarah Brunelle" initials="SB" userId="S::sarah.bland@TNC.ORG::0841f992-6401-4fcf-8797-7495e84da30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01" autoAdjust="0"/>
  </p:normalViewPr>
  <p:slideViewPr>
    <p:cSldViewPr snapToGrid="0">
      <p:cViewPr>
        <p:scale>
          <a:sx n="65" d="100"/>
          <a:sy n="65" d="100"/>
        </p:scale>
        <p:origin x="72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48" d="100"/>
          <a:sy n="48" d="100"/>
        </p:scale>
        <p:origin x="2752" y="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5EF960D-66C1-ABA0-D3DE-1DEABCB0C2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401823-F715-AF68-6577-EBFD66D892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43542-CF0C-48D3-A91E-34CCD96FC74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B5E006-DFCE-D704-C827-FE0B884DE9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0F989F-B2F9-4E4D-C4FD-A5DF82B44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26CC33-4824-4BB3-8904-E821E71A7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995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2T19:39:03.5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17727 3878 0,'9'0'0,"16"9"0,-25-9 0,51 25 0,-8 9 0,8 0 16,18 17 0,16-8-16,43 8 15,-9-9 1,18-8-1,102-17-15,34-8 16,43-26-16,94-9 16,25 1-1,17-1 1,35 1-16,-9 8 16,-17 0-16,25 0 15,26 0-15,-17 17 31,-60-9-15,-68 1-16,-34-9 16,-68 0-1,-86-9-15,-51 9 0,-42 0 32,-52 9-32,-17-1 15,-17 1 1,-77-18-16,-171-16 15,-119-18-15,-42 26 16,-44 17-16,-16 8 31,-43 9-31,8 17 16,-16 17-16,-35 18 16,-34-1-1,17 0 1,34-17-16,-8-17 15,43-17 1,67 8-16,10 1 16,50-9-1,52-17-15,68-9 16,-43-33 0</inkml:trace>
  <inkml:trace contextRef="#ctx0" brushRef="#br0" timeOffset="17176.08">13315 8394 0,'0'0'0,"0"0"0,0 0 16,0 0-16,0 0 15,0 0 1,17 0 0,51 8-16,68 1 15,86-18 1,34-8-16,77-8 15</inkml:trace>
  <inkml:trace contextRef="#ctx0" brushRef="#br0" timeOffset="21135.22">17684 8326 0,'0'0'0,"0"0"0,0 0 16,9 0-1,42 8 1,43 9-1,60-8-15,68-1 16,34 18-16,34 25 16,145 34-16,60 26 15,34-18 1,77-42-16,-188-34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2T19:39:41.3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4455 13480 0,'0'0'0,"0"0"0,0 0 0,0 0 0,0 0 15,0 0 1,-8-9-16,-1 1 16,-25-1-16,-26 9 15,-8 0 1,8 0-1,-34 34-15,0 9 16,18 8 0,7 0-16,1 0 15,17 8-15,0-8 16,17-8 0,16-9-16,10-9 15,8 9 1,17 0-16,9 17 15,25 0 1,-8-8-16,16 8 16,18 8-1,-17 1-15,-18-9 16,-16-8 0,0 8-1,-26 17-15,-17-9 16,-18 1-16,1-1 15,0-8 1,0 0-16,0-17 16,17-8-1,0-9 1,8-9-16,1 1 16,-1-1-1,1 1-15,8-1 16,0-8-16,-9 0 15,9 17 1,0 0 0,0 17-16,17 17 15,0 9 1,0-1-16,0-8 16,18 18-1,7-10-15,1-8 16,-18-8-1,1-9 1,0-9-16,-18 9 16,-33 26-16,-27 25 15,-24 17-15,-52 51 16,0-9 0,42-50-1,52-26-15,34-8 16,77-18-1,111-42-15,153-51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2T19:41:25.3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16600 7518 0,'0'0'0,"0"0"0,0 0 0,0 0 16,0 0-16,0 0 31,0 0-31,0 0 16</inkml:trace>
  <inkml:trace contextRef="#ctx0" brushRef="#br0" timeOffset="1208.11">15918 6565 0,'0'0'0,"8"0"16,9 17-16,17 0 15,1 0-15,24 0 16,27 9-1,-10 0 1,27 8-16,16-9 16,26 9-1,-25 0-15,-1-8 16,52 8 0,0-9-16,25-8 15,52 0-15,-9-8 16,-9-1-1,18-8 1,8 9-16,8 8 16,1 8-16,8 9 15,34 26 1,26-1-16,-9-16 16,52-9-1,25-9-15,9 1 16,-9-9-1,17-9-15,26 1 16,0-1 0,34 1-1,25-1-15,9-8 16,0-25 0,-110 8-16</inkml:trace>
  <inkml:trace contextRef="#ctx0" brushRef="#br0" timeOffset="26584.94">2535 7569 0,'0'0'0,"0"0"0,0 0 0,0-9 0,0 1 31,-9-1-31,1 1 16,-1-1-16,-16 1 15,-1 8-15,-17 0 16,-33 25 0,-27 35-1,-8 25-15,-25 34 16,-1 51-1,26 9-15,17 8 16,-8-9 0,25 35-16,17-17 0,1 8 31,7 25-31,27-24 16,25 24-16,17 18 15,25 25-15,10-25 16,-1-18-1,0 9-15,-8-25 32,-26-9-32,-9 0 15,-16-34 1,-1-8-16,1-18 16,-18-25-1,9-34-15,-9-8 16,-25 0-1,-8-18-15,16 1 16,9-9 0,17-26-16,8-8 15,-8-8-15,17-1 16,0-8 0,17 0-16,26 9 0,42 8 31,35 17-16,-35-9-15,-17 18 16,18 25 0,-10 42-16,-41 35 15,-44 68 1,-42 76 0,8 0-16,-25 8 15,-17-16-15,8-26 16,17 26-1,17-17 1,43 8-16,43 17 16,59-34-16,69 9 15,68-60 1,213-102-16,-33-60 16</inkml:trace>
  <inkml:trace contextRef="#ctx0" brushRef="#br0" timeOffset="43237.09">7323 7144 0,'0'0'0,"-9"0"0,1 17 0,-18 0 16,9-9 0,0 9-16,-8 0 15,-10 0 1,-33 9-16,-9 8 15,-8 0-15,-9 0 16,26-9 0,17 9-16,8 0 15,9-8 1,0-1-16,17-16 16,8-1-1</inkml:trace>
  <inkml:trace contextRef="#ctx0" brushRef="#br0" timeOffset="43552.4">6273 7458 0,'0'0'0,"0"0"0,0 9 16,9 8-1,-1 17 1,1 0-16,-1 0 16,1-9-16,-1 1 15,-8-9 1,0-8-16,0-1 16,0 1-1,0-1 1,0-8-16,0 0 15,0 0 1,35-8-16,-1 8 16</inkml:trace>
  <inkml:trace contextRef="#ctx0" brushRef="#br0" timeOffset="44059.23">7093 7101 0,'0'0'0,"0"0"0,0 0 16,0 0-16,0 0 15,-9 0 1,0 0-16,-8 0 16,-25 0-1,16 0-15</inkml:trace>
  <inkml:trace contextRef="#ctx0" brushRef="#br0" timeOffset="44666.86">6427 7458 0,'0'0'0,"0"0"0,0 0 0,0 0 16,0 17-1,-9 0 1,1 9-16,-1 8 16,1 0-1,-9 9-15,-9-9 0,9 8 16,0-8 15,0-8-31,8-1 0,1-8 16,8 0-1,0-8 1,0-1-16,0 1 0,0-9 31,25 8-15,18-16-16,17-1 16,8 1-16,9-1 15,0 1-15,-18 8 16,1 17-16,0 0 15,-26-9 1</inkml:trace>
  <inkml:trace contextRef="#ctx0" brushRef="#br0" timeOffset="52198.51">2834 11345 0,'0'0'0,"0"-9"0,0 1 15,17-1 1,17 1 0,0 8-16,9 0 0,8-9 15,17 1 1,9-1-16,-17 1 31,51-18-31,51-8 16,0 9-1,34 8-15,60 17 16,34-9-16,52-16 16,33-18-1</inkml:trace>
  <inkml:trace contextRef="#ctx0" brushRef="#br0" timeOffset="60287.93">2919 13267 0,'0'0'0,"0"0"0,0 0 0,0 0 15,17-9 1,0 1-16,17-1 16,9-16-1,25 8-15,0 0 16,35 17-16,42 0 16,17 0-1,60-9 1,26 1-16,42-9 15,26-17 1,93-17-16,1-9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2T19:42:59.4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2398 3665 0,'0'0'0,"17"0"0,52 9 15,340 33-15,-212-33 0,67-9 0,69 8 0,43-8 16,119 26-16,0 8 16,-9 26-1,60 42-15,43 17 16,43 42 0,-231-25-16</inkml:trace>
  <inkml:trace contextRef="#ctx0" brushRef="#br0" timeOffset="13544.11">7135 9329 0,'0'0'0,"0"0"0,-8 17 0,-1 9 0,-8-1 16,0 9 0,0 17-16,-9 9 15,9 17 1,-8 16-16,-1-8 16,9-8-1,0-9 1,0-26-16,8 1 15,9-9 1,0-9-16,17 1 0,18-1 31,7-8-31,18-8 16,34-1 0,0-16-16,8 8 15,9-9 1,0 9-16,17-8 15,51-9 1,-17 0-16,-8 0 16,34 8-1,-17 1-15,8 8 16,43-9 0,-17 9-16,-1 0 0,10 9 15,16-1 1,18 9-1,-9 0-15,-9-8 16,-8-9 0,-9 0-1,1 0 1,-9 0-16,-9 17 16,-17-9-1,-25 1-15,-18 8 16,-25-9-16,0 1 15,-17-1 1,-17-8-16,0 0 16,-26 0-1,-17 0-15,-8-8 16,-1-1 0,1-16-16,0-9 15,8-51 1,0-77-16,34-135 15</inkml:trace>
  <inkml:trace contextRef="#ctx0" brushRef="#br0" timeOffset="18245.4">8219 10860 0,'0'0'0,"0"0"0,-8 0 0,8 9 16,-9-9 0,1 17-16,-1 8 15,-17 26 1,-8 17-16,0 9 16,9-9-1,7 0-15,10-9 16,8-8-1,0-8-15,17 0 16,0-18 0,0 1-16,0-9 15,0-9 1,9 1-16,8-1 16,9 1-1,16-1-15,10 9 16,-1 0-16,-8 0 15,-1 0 1,1 0 0,-17 0-16,-9-8 15,-8-1 1,-18 1-16,1-9 16,-1 0-1,1 0-15,-1 0 16,-8 0-1,17-17-15,9-17 16,8-43 0,9-16-16,-9 7 15,0-7 1,0-26-16,26-153 16</inkml:trace>
  <inkml:trace contextRef="#ctx0" brushRef="#br0" timeOffset="19249.18">10421 11387 0,'0'0'0,"0"0"0,0 0 0,0 0 16,0 0-16,0 0 16,0 0-1,0 0-15,0 9 16,9-1-1,-1 1-15,9-1 0,0 10 16,26-10 15,17 1-31,17-9 16,25-9 0,26 1-16,9-1 0,8-8 31,25-9-31,18 9 15,26 0 1,7 0-16,1 17 16,34-8-1,0 16-15,43 9 16,0 9 0,-9-9-16,17 0 15,-8 0-15,17-8 16,-26-1-1,26-8 1,-17-8-16,8-10 16,0-7-1,-34-1-15,-17 1 16,-34-1 0,94-8-16</inkml:trace>
  <inkml:trace contextRef="#ctx0" brushRef="#br0" timeOffset="26323.93">7989 11387 0,'0'0'0,"0"0"0,0 0 0,0 0 15,0 0-15,-9 26 16,1 17 0,-1 33-16,-8 18 15,9-1 1,8 1-16,0 25 15,8 8-15,9 1 16,9-26 0,8 0-16,0-8 15,0-1 1,17-8 0,9-8-16,-17-18 15,-1-16 1,1-9-16,8-9 15,18 1 1,59-26-16,17-17 16,0-34-16,26-34 15,16-9 1,-16 18 0,0 8-16,16 0 15,10 8 1,25 0-16,8 9 15,-17 9 1,1 8-16,-9 17 16,-18 17-16,-24 17 15,-35 17 1,-26 0 0,-25 8-16,-26 1 15,-8 0 1,-9 8-16,-8-9 15,-1 1-15,-16-9 32,-1-9-32,1-8 0,-1-8 15,18-9 1,34-26 0,33-25-16,53-34 15,33-17 1,0 0-16,0 0 15,9 17-15,-9 17 16,-8 25 0,17 18-16,8 16 15,0 26 1,18 26 0,-18 25-1,9 8-15,-9 26 16,-25 0-16,8 1 15,17-1 1,1-9-16,-10-16 16,10-26-16,-1-26 15,-8-25 1,8-34 0,0-34-16,-8-34 15,-9-17 1,1-26-16,-18-33 15,-9-9 1,-7-51 0,24-86-16</inkml:trace>
  <inkml:trace contextRef="#ctx0" brushRef="#br0" timeOffset="27469.87">20714 11864 0,'43'0'0,"119"25"0,94 18 0,9-9 16,-1-9 0,-50 1-1,-61-18-15,-42-16 16,-34 8-1,-34 0-15,-18-9 16,-16 1 0,-43-9-16,-94-17 15,-137-9 1,-76 35-16,-1 8 0,-8 0 31,18 8-31,50-16 16,26 8-1,51 17-15,60-9 16,51-8 0,43 9-16,17-9 15,25 8-15,18 9 16,59 9 0,103 25-1,93 0-15,26 0 0,35 0 16,25-9-1,-26 1-15,-25-9 16,-26-9 0,-51-16-1,-60-1-15,-68 1 16,-43-1 0,-25-8-16,-18 0 15,-33 0 1,-86 9-1,-128-1-15,-60-16 16,-25-1 0,-9 9-16,51 0 15,69 0-15,68 9 16,59-1 0,44 1-1,33 0-15,77 16 16,257 60-1,221 17-15,111 0 16,-230-42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2T19:57:09.1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2637 8964 0,'0'0'0,"17"0"0,77 25 0,77 9 16,85 9-1,60-1-15,59 1 16,86-1 0,68-16-1,60-35-15,-170 9 16</inkml:trace>
  <inkml:trace contextRef="#ctx0" brushRef="#br0" timeOffset="7779.13">4455 9721 0,'0'0'0,"0"0"0,-8 0 15,-18 8 1,0 9-16,1 0 16,8 26-16,8 25 15,35 17 1,59 17-1,77-9-15,94-33 16,77-43 0,77-26-16,-9 1 15,-17 8-15,-8 0 16</inkml:trace>
  <inkml:trace contextRef="#ctx0" brushRef="#br0" timeOffset="20952.31">2518 13539 0,'0'0'0,"0"0"0,0 0 0,0 0 16,17-8-1,0-1 1,9-8-16,8-8 15,17-1-15,-8 1 32,8-9-32,51 0 15,35-9 1,-1-8-16,9 0 16,18 0-16,-35 0 0,-17 8 31,-35 9-16,-41 9-15,-18 16 16</inkml:trace>
  <inkml:trace contextRef="#ctx0" brushRef="#br0" timeOffset="21342.9">3124 13190 0,'0'0'0,"0"0"0,0 0 16,8-8 0,26-9-16,18-9 15,16-8 1,26-8-16,0 8 16,-9 0-1,9 8-15,-26 9 16,-25 9-1,-17 8-15,-1 0 16,-8 8 0,0 9-16,0 0 15,0 17 1,0 17-16,-8 17 16,0 9-1,-9 16-15,-9-7 16,9-27-1,0-33-15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2T19:58:47.3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10797 15767 0,'0'0'0,"0"0"0,0 0 0,0 0 0,0 9 16,8 8 0,1 0-16,8 0 15,0 0 1,0 0-1,9 0-15,33 8 16,35-16 0,34-9-16,9-9 15,16-8 1,44 0-16,-9-8 16,-1 8-1,18 0-15,8 8 16,1-16-1,-18-1-15,-8-8 16,-17 0 0,-43 17-16,-26 0 15,-51 0-15,-17 9 16,-8 8 0,-17 0-1,-1 0-15,-8 0 16,0 0-1</inkml:trace>
  <inkml:trace contextRef="#ctx0" brushRef="#br0" timeOffset="304.24">13323 15470 0,'0'0'0,"0"0"0,9 0 0,25 0 31,34 8-31,26 9 16,0 9 0,17-1-16,17 9 0,-9 0 15,-42-8 1,-17-9 0,-18-9-16,-16 1 15,-17 8 1,-9 17-1,-60 51-15,-60 25 16,9-25-16,9-25 16,59-35-1</inkml:trace>
  <inkml:trace contextRef="#ctx0" brushRef="#br0" timeOffset="10572.03">3166 6565 0,'0'0'0,"0"0"0,0 0 0,0 0 31,0 0-31,0-8 16,18-1-1,16-16-15,34-9 16,51 0-16,86 0 16,51 17-1,35 17-15,33 8 16,34 1-1,69-26-15,60-26 16,25-25-16,59-25 16,18-9-1,-179 25-15</inkml:trace>
  <inkml:trace contextRef="#ctx0" brushRef="#br0" timeOffset="24923.62">14817 7093 0,'0'0'0,"0"0"0,0 0 0,0 0 15,8 0 1,1 8 0,-1 1-16,1 8 15,-1 0 1,1 0-16,-9 17 15,0 0-15,0 0 16,0 0 0,0 0-16,0-9 15,0 1 1,17-1 0,17-8-16,17 9 15,26-1 1,26 1-16,7-9 15,1 0 1,35 0-16,7 0 16,1 17-1,-1 0-15,18 0 16,-9 0-16,-17 9 16,-17-1-1,-17-16 1,-17-1-16,-34-8 15,-26-8 1,-8-1-16,-9 1 16,-9-9-1,1-9-15,-1 1 16,1-1 0,-1-25-16,1-25 15,0-26 1,-1-9-16,1-17 15,8 9 1,17-8 0,26-1-16,-18 69 15</inkml:trace>
  <inkml:trace contextRef="#ctx0" brushRef="#br0" timeOffset="26206">18043 6965 0,'0'0'0,"0"0"0,0 0 16,0 0-1,8 9-15,1-1 16,-1 9 0,1 9-16,8 8 15,-8 8-15,-1 9 16,1 9 0,-1-9-16,-8-9 15,9-8 1,-9-8-1,0-1-15,0-8 16,8 0-16,9 0 16,18 0-1,16-8-15,17-1 16,26 1 0,-9-18-1,1 1-15,-1-1 16,9-8-1,17 0-15,0 0 16,0 9 0,0-1-16,17 1 15,25 8 1,-8 0-16,0 8 16,18 1-1,16-1-15,-26 1 16,52 8-16,9-9 15,-27 1 1,27-1-16,-1 1 16,26-1-1,-17 1 1,-34-9-16,17 0 16,0 8-16,8-16 15,-17 8 1,-25 8-1,42 9-15,-16 0 16,-44 0-16,18-8 16,-9-1-1,-51-8-15,-26 0 16,-16 0-16,-27 0 16,-7 0-1,-10 0 1,1 0-1,-18 0-15,1-8 0,-1-1 16,9-8 15,0-17-31,-8-42 16,0 25-16</inkml:trace>
  <inkml:trace contextRef="#ctx0" brushRef="#br0" timeOffset="31657.23">13673 5502 0,'0'0'0,"0"0"0,0 9 15,0-1-15</inkml:trace>
  <inkml:trace contextRef="#ctx0" brushRef="#br0" timeOffset="32267.96">13673 5706 0,'0'0'16,"0"0"-16,0 0 0,0 0 0,0 0 15,0 0 1,0 0-16,0 0 16,0 0-1,0 0 1,0 0-16,-9 0 16,-8 18-1,-17 7-15,-17 9 16,-9 17-1,1 9-15,-10-1 16,10 9-16,7 9 16,18-1-1,9 9-15,-1 9 16,0 8 0,9 0-16,9 17 15,8-8-15,0 8 31,0-26-31,17-25 16,8 0 0,27-8-16,24-18 15,18-16-15,34-26 16,17-26 0,18-33-1,-10-26-15,-25-9 16,-17-16-1,-25-18-15,-35 0 16,-17 9-16,-17-8 16,-17-9-1,-34 17 1,-60 8-16,-51 9 16,-60 17-1,-77 43-15,-50 59 16,-78 76-1,26 9-15</inkml:trace>
  <inkml:trace contextRef="#ctx0" brushRef="#br0" timeOffset="55342.38">26484 8283 0,'0'0'0,"0"0"0,-9 9 0,1 25 15,-18 34-15,-33 68 16,-27 68 0,-16 34-1,8 0-15,0-17 16,0-16-1,9-27-15,-1-25 16,35-59-16,17-43 16,0-26-16,8-25 31,-8-51-31,0-51 16,8-17-16,26 9 15,0 8 1,9 34-1,-1 25-15,-8 17 16,0 9-16,0 17 16,-17 17-16,-17 35 15,-25 67 1,-1 51-16,17 0 31,18-26-31,16-25 16,18-51-1,25-17-15,77-51 16,111-76 0,85-103-16,43-42 15,-17 9 1</inkml:trace>
  <inkml:trace contextRef="#ctx0" brushRef="#br0" timeOffset="64549.3">19579 12978 0,'0'0'16,"0"0"-16,0 0 0,0 0 0,0 0 0,-8-9 16,-1 9-1,1-8-15,-10-1 16,10 1-1,-1-1-15,1 9 16,-1-8 0,1-9-16,-9-43 15,0-42 1,8 9-16,9 33 16,0-25-1,0-60-15,0-16 16,9 59-16,-1 17 15,1-17 1,-18-17 0,1-9-16,-1 69 15</inkml:trace>
  <inkml:trace contextRef="#ctx0" brushRef="#br0" timeOffset="65180.96">18973 11532 0,'0'0'0,"0"0"0,0 0 15,0 0 1,0 0-1,0 0-15,0 0 16,-8 0-16,8 9 16,0-9-1,0 0 1,0-9-16,8-8 16,18-17-16,25-8 15,9-18 1,-1 0-1,1 9 1,0 9-16,-9 8 16,9 0-16,-9 17 0,-8 17 31,8 25-31,9 18 16,-18 25-1,-7 34 1,-10 43-16,-8-35 15,-8-33-15,-1-26 16,9-26-16,0 1 16,-8-18-1</inkml:trace>
  <inkml:trace contextRef="#ctx0" brushRef="#br0" timeOffset="65586.75">18709 9372 0,'0'0'0,"0"0"0,0 0 0,0 8 16,0 35-1,17 33 1,0 44-16,-9 33 15,1 17-15,-18 25 16,-8 35 0,-8-17-16,-1-26 15,9 17 1,0-51-16,8-94 16</inkml:trace>
  <inkml:trace contextRef="#ctx0" brushRef="#br0" timeOffset="66247.47">18538 9414 0,'0'0'0,"0"0"0,0 0 0,17 0 15,26 9-15,33-18 32,52-8-32,52-25 15,7-1 1,44-8-16,-9-8 15,-60 25 1,9 0-16,-9 8 0,-51 9 16,-34 0-1,-26 17 1,-26 0-16,1 17 16,-9 43-1,-17 67-15,-25 69 16,-18 25-16,9 9 31,-9-9-31,9-17 16,17-25-16,0-35 15,17-42 1,17-8 0,0-18-16,-9-25 15,1-8 1,-1-18-16,1-16 15,-9-1 1,-9 1-16,-25-1 16,-60 1-1,-51-9-15,-102 8 16,-86 1-16,-8-1 16,-86 26-1,26 17-15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2T20:03:37.9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14757 6642 0,'0'0'0,"0"0"0,0 0 0,0 0 0,0 0 0,0 0 15,0 8 1,0 18-16,8 0 16,1 8-16,0 0 31,-1 0-31,1 8 15,-9 1 1,0-1-16,-9 1 16,1-18-16,8 1 31,-9-1-31,9-16 0,0-1 16,0 1-1,17 8 1,9 8-16,33 1 15,35-1 1,0-8-16,9-8 16,8 8-1,-9-9-15,9 9 16,0 9-16,-9 8 16,1 0-16,-9 0 15,-26-9 1,-8 9-1,-1-8 1,-24-1-16,-10-16 16,-8-1-1,-8 1-15,-1-1 16,1-8-16,8 0 16,8-8-1,27-26-15,7-34 31,35-43-31,17-33 16,0-9-16,0 0 16,-17 17-1,-26 25-15,-8 9 16,-9 0 0,-17 34-1,-8 34-15,-17 8 16,-1 9-1,1 0-15,-1 17 0,-8 0 32,0 0-32,0 0 15,-8 0-15,-18 0 16,-51 0 0,-59 17-16,-44-8 15,-67 8 1,-94-9-1,-1-8-15,-25-17 16,-43 0 0,69-17-16,8-17 15,-34-25 1</inkml:trace>
  <inkml:trace contextRef="#ctx0" brushRef="#br0" timeOffset="745.96">17369 7509 0,'0'0'0,"0"0"0,0 0 0,0 0 15,17 0-15,8 9 16,26 8-1,1 0-15,42 0 16,76-9 0,44 1-1,67-9 1,69 0-16,51 0 16,77 0-1,60 8-15,34 1 16,51-1-1,77-16-15,0-1 0,42-8 32,26 26-32,-34 42 15,-307-8 1</inkml:trace>
  <inkml:trace contextRef="#ctx0" brushRef="#br0" timeOffset="1703.65">13562 6038 0,'0'0'0,"0"0"0,-9 9 16,1 16-1,-1 26-15,1 43 16,-1 50-16,1 18 16,-18 17-1,1-1 1,-18 26-16,-8 9 15,0-60 1,-1-60-16,27-50 16</inkml:trace>
  <inkml:trace contextRef="#ctx0" brushRef="#br0" timeOffset="2353.36">13033 5919 0,'0'0'0,"0"0"0,17 9 16,26 8-16,33 17 15,35 0 1,34-9 0,26 1-16,-17-18 15,-26-8 1,-9 9 0,-8-9-16,-25 0 15,-10 8 1,-16 9-16,0 0 15,-17 9 1,-18 8-16,1 8 16,-1 18-1,-16 25-15,-9 0 16,-9 8-16,-16 18 16,-1 0-1,9-1 1,0-8-16,9-25 15,8-1 1,0-16-16,0-1 16,8-16-1,1-18-15,-9 1 16,0-18 0,0 1-16,0-1 15,-9 9-15,-76 17 16,-112 26-16,-101 16 31,-112 10-31,43-44 16,-51-59-1,8-17-15</inkml:trace>
  <inkml:trace contextRef="#ctx0" brushRef="#br0" timeOffset="5394">25212 10341 0,'0'0'0,"0"0"0,0 0 0,-17-8 0,-8-18 16,-1 1-1,17 8 1,-93-272-16,102 289 15,-9 0-15,-16 8 16,-1 1-16,1-1 16,-1 9-1,0 0-15,-8 0 32,0 0-32,0 0 15,8 0 1,-42 26-16,-60 33 15,17 1 1,17-1-16,0 27 16,1-1-1,-18 17-15,0 17 0,34 8 16,0 52 0,0 50-1,0 35-15,9 25 16,-26 43-1,0-17-15,43-18 16,25-33-16,35-17 16,17-9-1,25-9-15,17 1 16,-8-17 0,-9-18-1,17-16 1,1-26-16,-1-17 15,34-17 1,9-34-16,0-34 0,60-34 16,17-25-1,-26-35 1,51-42 0,-8-17-16,-51-8 15,8-18-15,-9-34 16,-33-25-1,-9-17-15,-9-68 16,-8-51-16,0-9 31,17-42-31,-43 25 16,-25-25 0,-17-34-16,-26 25 15,-17-16-15,-26-18 16,-51-8-1,-8 25 1,-9 9-16,-17 25 16,-52 34-1,-42 52-15,-85 84 16,-120 86 0,-102 212-16,145 51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2T20:03:52.8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14808 6047 0,'0'0'0,"0"8"0,0 26 0,17 43 0,0 25 16,-8-17-1,-18 8-15,-8 26 16,0-8 0,9-26-16,8-17 15,0-25 1,8-9 0,9 0-16,9 0 15,16 0-15,10-9 16,42 1-1,25-1-15,1-8 16,-1 0 0,1 0-1,8 0-15,17 0 16,0 17-16,0 0 16,17 17-1,0 9 1,-25-9-16,-9 17 15,-17 0-15,-26 0 16,-25 0 0,-18 0-16,-16-25 15,-17-9 1,-1-9 0,1-16-16,-1-1 15,-8-8 1,17-8-16,17-26 15,18-34-15,-1-43 16,0-34 0,-8 9-16,-1 0 15,-7 9 1,-10 33-16,-8 18 16,-8 16-1,-9 18 1,-9 25-16,1 0 15,-26 0 1,-35-9-16,-101 1 16,-69 8-1,-43 8-15,-42-16 0,-26 7 16,-34-16 0,110-8-1,-33-18 1</inkml:trace>
  <inkml:trace contextRef="#ctx0" brushRef="#br0" timeOffset="856.37">17719 7637 0,'0'0'0,"17"0"0,25 0 16,44 9-1,33-18-15,1 1 16,16-18-16,9 0 16,17 1-1,43-1 1,51 1-1,86 25-15,33 8 16,43 26-16,112 43 16,-18 8-1,25-25-15,10-9 16,-1-17 0,-17-17-16,-8 8 15,-112-8 1</inkml:trace>
  <inkml:trace contextRef="#ctx0" brushRef="#br0" timeOffset="1587.84">13033 6480 0,'0'0'0,"-9"0"0,1 34 0,-18 51 16,-8 69-1,0-1-15,-9-9 16,1 35 0,16-35-16,9-67 15,17-26-15,0-17 16,17-17 0,9 0-16,-1-9 15</inkml:trace>
  <inkml:trace contextRef="#ctx0" brushRef="#br0" timeOffset="2143.51">12888 6157 0,'0'0'0,"0"0"0,0 0 15,0 0-15,0 0 16,0 0 0,17 17-16,60 9 15,34 16-15,8 1 16,18-1 0,16 9-1,-25 0-15,-17 0 16,-8-8-1,-18-1-15,9 1 16,0 8 0,-26 0-16,-8 17 15,-17 0 1,-9 9-16,-17 25 16,-9 8-16,-16 18 15,-1-18 1,1-16-1,-18-18-15,0 1 16,1-9-16,-18-8 16,0-1-1,-8-8 1,-34-8-16,-60-18 16,-43-25-1,-34-17-15,-51-25 16,-34-9-1,-43-9-15</inkml:trace>
  <inkml:trace contextRef="#ctx0" brushRef="#br0" timeOffset="3819.63">24137 10324 0,'0'0'0,"0"0"0,-9 0 16,1 26 0,-18 16-1,-25 35-15,-34 25 16,-1 0 0,1 9-16,-18 59 15,10 17 1,-1 17-16,-9 60 15,26-1 1,35-16-16,16-18 16,18 18-16,8-26 15,17 34-15,0 9 16,0 51 0,-9-26-1,-8-9-15,17 1 16,9-43-1,8-25-15,17-35 16,18 35-16,-1-68 31,-8-43-31,25 25 16,9-8 0,0-17-16,0-34 15,17-25-15,25-35 16,9-25-16,9-42 15,-9-26 1,-17-9-16,-8-8 16,8-76-1,-26-26 1,-8-94-16,0-42 16,-26 51-1,9-86-15,-26 27 16,-8 42-1,-26-103 1,-17 35-16,-17 42 0,-17-50 31,-26-1-31,0 34 16,-8-50-16,-17 41 0,-18 69 16,-25 0 15,-17 51-31,-9 34 15,-33 51 1,-61 51-16,-85 102 16,-94 144-1,69 43-15</inkml:trace>
  <inkml:trace contextRef="#ctx0" brushRef="#br0" timeOffset="45441.54">16899 4507 0,'0'0'0,"0"0"0,0 0 0,0 0 16,-8 0 0,-1 17-1,-16 26-15,-1 16 0,-17 26 16,9-8 0,0-26-16,8 17 15,1 17 1,-1 0-16,-8-8 31,17-26-31,0-17 16,0-9-1,-9-25-15,-8-17 16,-9-42 0,9-1-16,9 18 15,8 8 1,-1 17-16,10 0 0,-1 8 31,9 9-31,0 0 16,0 9-16,0 25 31,17 59-31,-8 18 16,0-18-16,-1-16 15,9-9 1,0 0-16,9-17 15,-1-17 1,18-34-16,34-43 0,51-93 16,77-136 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2T20:06:53.9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4455 5775 0,'0'0'0,"0"0"0,0 0 0,0 0 16,9 8-16,-1 9 15,9 0 1,-8 0-16,-1 9 15,1 8 1,0 8-16,-9-8 16,0 0-1,0 0-15,8 0 16,1 0 0,-1-8-16,1-1 15,8-8-15,17 0 16,17-8-1,17-9 1,35-9-16,8-8 16,-9 17-16,-8 0 15,8 0 1,35 0 0,17 9-16,-9-1 15,17 9-15,17 0 16,-17 0-1,9 0-15,0 9 16,-26 8 0,-9-9-1,18 9-15,0-8 16,-18-9 0,43-9-16,1-8 15,-35-8-15,17-1 16,9 9-1,-35 0 1,-16 0-16,-9 0 16,-9 9-1,0-1-15,-25 1 0,-26-1 16,-8 1 0,0-1-1,-9-8-15,0 0 16,-8 0-1,-1 0 1,-8 0-16,9-8 0,8-18 31,9-25-31,-1-25 16,10-9 0,7 0-16,-24 25 15,-18 26 1,-9 17-16</inkml:trace>
  <inkml:trace contextRef="#ctx0" brushRef="#br0" timeOffset="5251.65">4208 8777 0,'0'0'0,"8"0"0,26 0 0,43 8 16,43 9-16,25 17 15,0 9-15,-77-18 31</inkml:trace>
  <inkml:trace contextRef="#ctx0" brushRef="#br0" timeOffset="9545.2">9627 7646 0,'0'0'0,"0"0"0,-8 0 0,8 8 32,-9-8-32,1 9 15,-18-18 1,-25 1-16,-9 8 0,-8-9 31,-26-8-31,-25 8 16,-18 18-16,-34 34 15,18-1 1,-9 1 0,25-9-16,60-9 0,9-8 15,25-8 1,9-18-1,17 1 1,26-18-16,-1 9 16</inkml:trace>
  <inkml:trace contextRef="#ctx0" brushRef="#br0" timeOffset="9828.14">8509 7356 0,'0'0'0,"0"0"0,0 0 16,-8 0-16,-9 17 16,-9 0-1,-17 26-15,-16 8 16,8 0 0,16-9-1,1-8-15,9 1 16,8-10-16,17 1 15,8 8 1,43 8-16,52 18 16,25 8-1,-17 8-15,-52-16 16,-33-35 0</inkml:trace>
  <inkml:trace contextRef="#ctx0" brushRef="#br0" timeOffset="16545.72">10225 8207 0,'0'0'0,"0"0"0,0 0 0,-9 0 16,1 8-1,-1 9-15,1-8 16,-18 8 0,-25 0-16,-43 0 15,-8-9-15,-18 9 16,-25 0-16,-17 0 15,0 0 1,0 9 0,8-1-1,17 1-15,35-1 16,34-16 0,16-1-16,18 1 15,9-1-15,8-8 16,17 0-1,8-17 1,18-8-16,8-1 16,-8 9-16,-1 0 15,-8 0 1,0 9 0,-8-1-16,-1 9 15,1 0 1,-1 0-1,-8 0-15,0 0 16,-8 0-16,-18 17 16,-25 0-1,-9 17-15,9-8 16,17-1 0,8-16-16,9-1 15,0 9 1,26 17-16,50 52 0,87 16 31,84-9-31,94 26 16</inkml:trace>
  <inkml:trace contextRef="#ctx0" brushRef="#br0" timeOffset="30056.53">13169 10316 0,'0'0'0</inkml:trace>
  <inkml:trace contextRef="#ctx0" brushRef="#br0" timeOffset="31311.41">11130 10367 0,'0'0'0,"0"0"0,0 0 16,0 0-16,0 0 16,0 0-1,0 0 1,0 8 0,17 1-16,34 8 15,51 8 1,69 9-16,68 1 15,43-1 1,25-9-16,68-8 0,52-17 16,43-17-1,-61 0 1</inkml:trace>
  <inkml:trace contextRef="#ctx0" brushRef="#br0" timeOffset="33164.32">19630 10299 0,'0'0'0,"26"0"0,34 17 16,51 0 0,85 8-16,60 1 15,94-26-15,77-9 16,51-8-1,59 9 1,10-18-16,-129 9 16</inkml:trace>
  <inkml:trace contextRef="#ctx0" brushRef="#br0" timeOffset="36382.47">1178 11983 0,'0'0'0,"0"0"0,0 0 15,0 0 1,0 0-16,0 0 16,0 0-1,17 0-15,43 8 16,51 1-16,8-9 15,18 8 1,16-16 0,18-9-16,-17 8 15,-1-8 1,26 0-16,-42 9 16,-43-1-16,-26 1 15,0-1 1,-33 9-1,-27 0-15</inkml:trace>
  <inkml:trace contextRef="#ctx0" brushRef="#br0" timeOffset="36704.33">2518 11592 0,'0'0'0,"0"0"0,34 0 16,26 8-1,-1 9-15,27 0 16,16 9 0,-16-1-1,-1 1-15,0-1 16,-25 1-1,-26-9-15,-8 0 16,-18 34-16,-42 51 16,-60 42-1,-17 9-15,-17-59 16,69-60 0</inkml:trace>
  <inkml:trace contextRef="#ctx0" brushRef="#br0" timeOffset="86097.31">10122 12476 0,'0'0'0,"0"0"0,0 0 0,0 0 15,0 0 1,0 0-16,0 0 16,0 0-1,0 0-15,0 0 16,0 9-1,0-1 1,0 1-16,0-1 16,0 9-1,9 0-15,0 0 16,8 17 0,0 0-16,0 17 0,0 26 15,0 8 1,0 17-1,0 0-15,0 0 16,9 0 0,-1-8-16,1-9 15,-1-26-15,1-16 16,-9-18 0,-17-25-1</inkml:trace>
  <inkml:trace contextRef="#ctx0" brushRef="#br0" timeOffset="86968.85">9952 13250 0,'0'0'0,"0"0"0,0 0 15,0 0-15,0 0 16,0 0 0,0 0-16,0 0 15,0 0 1,0 0-1,0 0-15,0 0 16,0 0 0,0 0-16,0 0 15,0 0 1,0 0-16,0 0 16,0 0-16,0 0 15,0 0 1,0 0-16,0 0 15,0 0 1,0-9-16,0 1 16,0-1-1,0 1 1,0 8-16,-9-9 16,-8 1-1,-8 8-15,-18 8 16,-25 18-16,-26 16 15,-26 27 1,-16 33 0,25-26-16,42-16 15,18-26 1,34-17-16</inkml:trace>
  <inkml:trace contextRef="#ctx0" brushRef="#br0" timeOffset="139187.98">31007 13344 0,'0'0'0,"0"0"0,0 0 0,0 0 15,0 0-15,9 0 16,0 0 0,-9 8-16,0 35 15,-9 33 1,-8 18 0,-9 33-16,1 18 15,8-18-15,0-16 16,8-18-1,9-8-15,9-33 16,8-10 0,-9-25-1,1-8-15,-9-9 16</inkml:trace>
  <inkml:trace contextRef="#ctx0" brushRef="#br0" timeOffset="139538.64">31016 13820 0,'0'0'0,"0"0"0,0 0 0,9 0 16,-9 0-1,0 0 1,0 0 0,-26 8-16,-17 35 15,-25 25 1,-9 8-16,9-16 15,17-18 1,-9 1-16,9-9 16,34-17-16</inkml:trace>
  <inkml:trace contextRef="#ctx0" brushRef="#br0" timeOffset="139971.53">29932 14789 0,'0'0'0,"0"0"0,0 0 15,9 0-15,16 0 0,18 0 31,42 0-15,43 0-16,51 0 16,26-8-1,43-1-15,8-8 16,0-17 0,43-25-16,51-9 15</inkml:trace>
  <inkml:trace contextRef="#ctx0" brushRef="#br0" timeOffset="140628.7">30965 15180 0,'0'0'0,"-9"0"0,1 9 0,-1-1 16,9 1 0,0-9-16,0 0 15,0 8 1,17 9-16,17 9 15,9 0 1,0-1-16,-1 1 16,-16-1-1,-17 1-15,-9 25 16,-43 51-16,-51 17 16,0-9-1,0-25 1,26-25-16,25-26 15,18-9 1,8-16-16,0-1 16,17 9-1,8 0-15,26 0 16,52 9 0,25-9-16,17-17 15,34-26 1,-17-8-16,-85 17 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2T20:11:11.7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24862 13803 0,'0'0'0,"0"0"0,0 0 16,0 0-16,0 0 0,0 0 15,-8 0 1,-9 0-16,-35 17 15,-41 8 1,-61 18 0,-51 25-16,17 0 15,26 0-15,-9-17 16,18-17 0,33-9-1,35-16-15,8-9 0,17-9 16,9-16-1,26-26 1,25-34-16,34-17 16,8-17-1,-7 25-15,-10 35 16,1 16 0,-1 26-16,1 0 15,-17 17-15,-1 0 31,-8 0-31,-8 9 16,-1 8 0,-17 0-16,-16 25 15,-18 9-15,-17 26 16,-8 16 0,25 9-1,17-8-15,43-1 16,52 27-1,110 58-15,128 1 0,68-35 16</inkml:trace>
  <inkml:trace contextRef="#ctx0" brushRef="#br0" timeOffset="5066.93">3943 16073 0,'0'0'0,"0"0"0,17 0 16,9-8-16,8-1 15,0 1 1,9-9 0,8 8-16,0-8 15,9 9-15,34-9 16,25-9-1,9 1 1,52-18-16,7 9 16,10 9-1,42 8-15,17 17 0,34 25 16,26 1 0,42-9-1</inkml:trace>
  <inkml:trace contextRef="#ctx0" brushRef="#br0" timeOffset="14028.2">19110 15665 0,'0'0'0,"0"0"0,17 0 16,0 0-1,17 0-15,0 0 16,26 0 0,25 9-16,1-9 15,42 17 1,94 8-16,25-16 16,86-26-16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2T20:13:12.1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8364 10724 0,'0'0'0,"0"0"0,0 0 0,-8 9 0,-9 25 16,-17 51 0,-18 68-16,1 34 15,17-26 1,0 10-1,17-18-15,25-43 16,18 1-16,17-1 16,8-8-1,17-34-15,17-17 16,26-8 0,26-18-16,8-8 15,26-8 1,25-1-16,17 1 15,35-9 1,16 0 0,44 8-16,8-16 15,16-1 1,44 1-16,-9 8 16,0 17-1,34 0-15,26 8 16,-18 18-16,35 0 15,77-1 1,0-16-16,8-9 16,-9 0-1,18 0-15,-17 0 16,8-9 0,26-16-1,16-1-15,18 1 16,-17-1-1,17-8-15,34 9 16,17-9-16,-51 17 16,-34-9-1,8-8 1,-16 0-16,-18 26 16,-34 25-1,-111-9-15,17 18 16,-26 8-1,-144-26-15,-77 1 16,-26-9-16,-26-9 16,-51 1-1,-17-1-15,-17-8 16,-8 0 0,-1-8-1,-25-18-15,-17-67 16,-8-52-16,-10-34 15,18-42 1,-17-102 0</inkml:trace>
  <inkml:trace contextRef="#ctx0" brushRef="#br0" timeOffset="2654.16">25554 5077 0,'0'0'0,"-9"0"0,1 9 0,-10-1 16,1 1 15,0-1-31,0 1 16,17-1-16,0-8 15,0 0 1,0 0-1,9 0-15,51 0 16,76-8 0,69-18-16,51 1 15,26 8-15,16 0 16,27 17 0,-1 0-1,-8-9-15,-9 1 16,-25-18-1,-26-8-15,-51-8 16,-52-1 0,-33-8-16,-35 0 15,-51 25 1</inkml:trace>
  <inkml:trace contextRef="#ctx0" brushRef="#br0" timeOffset="3237.51">26629 5587 0,'0'0'0,"0"0"0,0 17 16,17 26-1,0 25-15,-42 34 16,-27 43 0,-16-1-16,-17 1 15,8-1 1,26-25-16,17-25 16,16-17-16,27-26 15,0-26 1</inkml:trace>
  <inkml:trace contextRef="#ctx0" brushRef="#br0" timeOffset="3620.29">27704 5928 0,'0'0'0,"-8"8"0,-18 35 16,-42 42-16,0 0 15,17-9 1,-18 1-16,-16 16 0,34-16 16,34-18 15,42 1-31,69 8 15,102-17-15,69-51 16,-9-42 0,-51-18-16,-86-8 15,-42 8 1,-43 1-16,-34-18 16,-85-16-16,-111-9 15,-154 8 1,-34 35-1</inkml:trace>
  <inkml:trace contextRef="#ctx0" brushRef="#br0" timeOffset="5638.51">12333 5630 0,'0'0'0,"-9"0"0,1 0 15,-18 17-15,-8 17 16,-26 26 0,-42 42-1,0 8-15,-1 35 16,1 42-16,-1 59 15,35 27 1,34-18-16,25 8 16,26-33-1,26-17-15,8-26 16,9-43 0,25-16-16,35-1 15,8-16 1,34-9-16,34-8 15,18-18 1,16 1-16,18-1 16,8-16-1,17-26-15,9-26 16,8 1 0,-9-9-16,-7 0 15,16 17 1,0 17-16,-8 8 15,42 1 1,0-26-16,1-17 16,16-9-1,-8-16-15,0-18 16,-35 1 0,-24-9-16,50-17 15,-8-9 1,-52 1-16,9-18 15,-25-17 1,-43 1 0,-9-43-16,-25-9 15,-35 1-15,-33-26 16,-18-18 0,-8-24-16,-34-1 15,-35 1 1,-25-10-1,-17 1-15,-26 0 16,-25 0-16,-26 8 16,-34 1-1,-26 33-15,-42-16 16,-9 42 0,-26 51-1,-33 8-15,-18 26 16,-8 0-16,8 17 15,-85 25-15,25 18 16,-50 42 0,-44 42-1,-16 26 1,-9 0-16,77 17 16,-43 35-1,17 16-15,94-34 16,52-26-1,8 43-15,25 34 16,43 0-16,43-25 16,-77 42-16</inkml:trace>
  <inkml:trace contextRef="#ctx0" brushRef="#br0" timeOffset="6653.25">26177 2628 0,'0'0'0,"17"-9"0,60 1 15,42-1 1,26 1-16,0 16 16,9 1-1,-18 8-15,-25 0 16,-25 0-1,-18 0-15,-25 8 16,-9 9 0,-17 17-16,-34 18 15,-51 33 1,-52 17-16,-25-9 16,8-16-1,35-35-15,42-25 16,26-8-16,17-18 15,17 1 1,0-1 0,34 18-16,26 8 15,25 8 1,1 9-16,-10 0 16,-7 9-16,-18 25 15,-17-8 1,-34-1-1,-60 18-15,-68-1 16,-77-25 0,-59-34-16,-154-68 15,8-17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2T20:13:57.7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27978 6582 0,'0'0'0,"0"0"0,17 0 0,59-17 0,44-17 0,51-8 16,33-9 0,35 0-16,17 0 15,18 8 1,-10 26-16,-8 9 16,-17 8-1,-51 0 1,-51 8-16,-44-16 15,-50-1-15</inkml:trace>
  <inkml:trace contextRef="#ctx0" brushRef="#br0" timeOffset="971.2">29232 4422 0,'-8'0'0,"-26"0"0,-60 26 0,-26 8 0,9 8 16,17-8-1,0 26 1,18-1-1,24 9-15,10 1 16,16 24 0,35 18-16,33 16 15,44 1 1,-1-26-16,9-9 16,0-8-1,-26-8-15,-17-18 16,-25-16-1,-18 0-15,-16-18 16,-26-16 0,-43-9-16,-43-26 15,9-33 1,18-27-16,24-16 16,35-25-1,34-26-15,51 8 16,52 9-16,59 17 15,60 25 1,-34 26-16,-120 51 16</inkml:trace>
  <inkml:trace contextRef="#ctx0" brushRef="#br0" timeOffset="1455.28">28532 7399 0,'-8'8'0,"-9"35"0,-17 59 0,-9 17 16,17-17-1,18-34 1,8-17-16,17-8 15,0-18 1,-9-8-16</inkml:trace>
  <inkml:trace contextRef="#ctx0" brushRef="#br0" timeOffset="1767.64">29437 7331 0,'0'0'0,"-17"8"0,-34 26 16,-35 34-16,-16 34 15,34-16-15,25-10 16,34 1 0,52-9-1,43-17 1,50-17-16,60-26 15,-33-33 1,-35-26-16,-17-9 16,-35-16-1,-42-9-15,-59-26 16,-95-42 0,-119-68-16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2T20:14:28.2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28302 3274 0,'0'0'0,"34"-8"0,94-18 15,34-8-15,0 9 16,9 8-16,-17 0 16,-60 0-16,-52 17 15,-8 0 1,-8 0-16,-17 0 16,-9 42-1,-60 60-15,-60 34 16,-8-17-1,9-17-15,16-25 16,35-43 0,34-9-16,17-16 15,8-1-15,18 1 16,34-1 15,50 10-31,53 7 0,7 9 16,-50 0-16,-18-8 15,-8 8 1,-26 25-16,-17 18 31,-34 59-15,-43 17 0,-25-17-16,-26-26 15,-17-33-15,-8-17 16,8-26-1,8-26-15,61 1 16</inkml:trace>
  <inkml:trace contextRef="#ctx0" brushRef="#br0" timeOffset="669.76">27739 5638 0,'0'0'0,"25"9"0,95 8 15,85 0-15,51-17 16,8-26 0,35-8-16,-9-17 15,-42-8 1,-27 16-16,-33 9 15,-17 0 1,-35 17-16,-33 17 0,-69 9 31</inkml:trace>
  <inkml:trace contextRef="#ctx0" brushRef="#br0" timeOffset="1321.23">28618 6327 0,'0'0'0,"8"0"0,35 9 0,17 16 16,25 9-1,0 17 1,-16 17-16,-27 17 15,-8 43-15,-42 0 16,-43-9 0,-35 0-16,-25-17 15,-17-26 1,26-42 0,17-17-16,42-8 15,17-9 1,9 0-16,17 0 15,26-9-15,85 9 16,94 9 0,76 25-16,-25 8 15,-17 9 1,-51-8 0,-128-26-16</inkml:trace>
  <inkml:trace contextRef="#ctx0" brushRef="#br0" timeOffset="3621.13">8987 6548 0,'0'0'0,"9"0"0,42 17 0,111-25 31,86-26-31,16-17 16,61-77-1,25-50-15</inkml:trace>
  <inkml:trace contextRef="#ctx0" brushRef="#br0" timeOffset="3972.15">11932 8105 0,'0'0'0,"8"-17"0,61-43 16,110-76 0,9 0-16,-26 17 15,51-51 1,60-68-16</inkml:trace>
  <inkml:trace contextRef="#ctx0" brushRef="#br0" timeOffset="4423.6">12333 5621 0,'0'-8'0,"43"-9"0,136-43 0,103-25 31,8 26-31,-9 16 16,35-8-16,51-25 15</inkml:trace>
  <inkml:trace contextRef="#ctx0" brushRef="#br0" timeOffset="4816.47">15448 7918 0,'0'0'0,"0"0"0,34-9 0,69-8 15,68-25 1,85-60-16,0-26 16,17-17-1,-17 18-15,-34 16 16,102-25 0</inkml:trace>
  <inkml:trace contextRef="#ctx0" brushRef="#br0" timeOffset="5166.66">17864 7918 0,'0'0'0,"8"-9"0,26 1 16,86-26-1,76-26-15,35-16 16,25-44-16,-17-24 15,-26-26 1,0-9-16,43-50 16</inkml:trace>
  <inkml:trace contextRef="#ctx0" brushRef="#br0" timeOffset="5596.41">17940 5809 0,'0'0'0,"0"-9"0,60-25 0,94-43 16,51-16 0,-18-9-16,27 8 15,-43 1 1,-112 59-16</inkml:trace>
  <inkml:trace contextRef="#ctx0" brushRef="#br0" timeOffset="5900.01">17556 3861 0,'0'0'0,"52"-17"0,110-34 0,111-34 15,-26-9 1,-8-8-1,43-34-15,-17 0 16,67-17-16</inkml:trace>
  <inkml:trace contextRef="#ctx0" brushRef="#br0" timeOffset="6203.08">21115 3631 0,'0'0'0,"9"-8"0,68-26 16,102-9 0,69-16-16,50-18 15,18-8 1,-17 0-16,59-25 16</inkml:trace>
  <inkml:trace contextRef="#ctx0" brushRef="#br0" timeOffset="6548.15">20936 6081 0,'17'0'0,"69"-26"0,221-59 15,-25-51-15,-35-34 16,9 17 0,-60-43-1,86-76-15</inkml:trace>
  <inkml:trace contextRef="#ctx0" brushRef="#br0" timeOffset="6968.74">21235 7748 0,'0'0'0,"34"-9"0,120 1 0,93-1 16,52-16 0,59-35-16,52-59 15,-34-9-15</inkml:trace>
  <inkml:trace contextRef="#ctx0" brushRef="#br0" timeOffset="7432.11">23096 8079 0,'0'0'0,"8"-17"0,69-42 16,59-60-1,44-17 1,25-9-16,42-17 16,1 18-1,59-18-15</inkml:trace>
  <inkml:trace contextRef="#ctx0" brushRef="#br0" timeOffset="7804.16">24837 8054 0,'0'0'0,"0"0"0,8-9 0,35-16 31,8-9-15,26-26-16,34-33 15,60-43 1,33-18-16,1 10 0,-17 25 31,60-60-31</inkml:trace>
  <inkml:trace contextRef="#ctx0" brushRef="#br0" timeOffset="8208.45">24564 5936 0,'0'0'0,"0"0"0,8 17 15,26 0 1,43-8-16,68-35 15,51-59 1,35-42-16,-1-27 16,-33 1-1,-18-17-15,60-68 16</inkml:trace>
  <inkml:trace contextRef="#ctx0" brushRef="#br0" timeOffset="8563.81">24700 3699 0,'0'0'0,"9"0"0,50-8 0,35-1 31,34-8-31,43-34 0,8-25 32,9-9-32,17-17 15,-34 17 1,-112 51-16</inkml:trace>
  <inkml:trace contextRef="#ctx0" brushRef="#br0" timeOffset="8975.03">24470 1905 0,'0'0'0,"42"0"0,121-9 16,127-42 0,17-17-1,34-8-15</inkml:trace>
  <inkml:trace contextRef="#ctx0" brushRef="#br0" timeOffset="9693.69">28575 10282 0,'0'0'0,"0"0"0,0 0 15,0 0 1,-9 25-16,-16 18 16,-26 67-16,-43 69 15,17-9 1,34-25-1,26-9-15,9-34 16,8-51-16,17-26 16,25 1-1,-16-9 1</inkml:trace>
  <inkml:trace contextRef="#ctx0" brushRef="#br0" timeOffset="10042.56">29138 10648 0,'0'0'0,"0"0"0,0 0 15,-8 17-15,-18 25 16,1 26 0,-10-8-1,10-1-15,8-8 16,0-17-1,8-8 1,9-1-16,17 1 16,17 8-16,35 8 15,16 1 1,0-9-16,-16-9 16,-27 9-1,-8 0-15,-17 34 16,-25 43-1,-43 17-15,-26-18 16,9-50 0,8-26-16,-8-43 15,25 1-15</inkml:trace>
  <inkml:trace contextRef="#ctx0" brushRef="#br0" timeOffset="10282.89">28908 10597 0,'0'0'0,"8"8"0,61 35 16,76 25-16,68 8 31,18-16-31,-10-26 0,-16-26 15,-34-16 1,-69-9-16,-67 17 31</inkml:trace>
  <inkml:trace contextRef="#ctx0" brushRef="#br0" timeOffset="10616.38">27525 11898 0,'0'0'0,"60"17"0,77 8 16,59-8-16,77 0 16,60-25-1,0-1-15,17 1 16,0-1 0,-60 26-16,-26 0 15,-50 9 1,84 25-16</inkml:trace>
  <inkml:trace contextRef="#ctx0" brushRef="#br0" timeOffset="11004.74">28054 12493 0,'0'0'0,"0"0"0,0 0 0,0 26 15,0 25-15,-8 25 16,-9 43 0,-26 9-1,9-26 1,0-9-16,17-25 15,8-34 1</inkml:trace>
  <inkml:trace contextRef="#ctx0" brushRef="#br0" timeOffset="11344.11">29113 12833 0,'0'0'0,"-9"9"0,-34 33 16,-42 69 0,-26 50-1,26-16-15,25-34 0,34-35 16,18-33 0,8-9-1,17-9-15,43-16 16,34-18-1,25-33 1,18-35-16,-9-33 16,-43-1-1,-34 17-15,-42 1 16,-52-1 0,9 52-16</inkml:trace>
  <inkml:trace contextRef="#ctx0" brushRef="#br0" timeOffset="60815.16">10515 14925 0,'0'0'0,"0"-8"0,17-9 0,26-17 31,25-26-31,26 1 15,17 8 1,0 8-16,8 9 16,1 17-16,-9 9 15,-17 16 1,-17 26-16,-9 60 16,-17 42-1,-51 59-15,-51 44 16,-35-27-16,-25-42 15,-8 0 1,8-51 0,17-34-16,34-34 15,18-25-15,16-18 16,9 1-16,17-9 16,0-17-1,17-9 1,34-25-16,43-8 15,34 8 1,51 34-16,35 34 31,33 34-31,112 0 16,33-9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2T20:16:36.4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19690 3181 0,'0'0'0,"0"0"0,0 0 0,0 0 0,0 8 16,0 9 0,9 0-1,-1 17-15,1 26 16,-1 25-16,1 25 15,-26 43-15,-9 18 16,-8-18 0,8-17-16,1-34 31,8-43-31,8-33 16,9-1-1,0-16-15,9-1 16,25 1-1,43-9-15,59-17 16,43-9 0,18-16-16,8-1 15,8-8 1,17 9-16,18-1 0,34 18 31,33 16-31,-7 35 16,16 8-1,9 0-15,0-9 16,-18 1 0,-16-18-16,-9 1 15,-34-1 1,-42-8-16,-61 0 16,-33 0-1,-43 0-15,-43 0 16,-9 0-1,-16-8-15,17-18 16,16-84 0,10-77-16,16-43 15,-26-76 1,-16-68-16</inkml:trace>
  <inkml:trace contextRef="#ctx0" brushRef="#br0" timeOffset="26593.18">8543 6753 0,'9'0'0,"25"0"0,60-9 0,60 1 16,68-1-16,42-8 15,60-25-15,103-18 31,77-8-31,68-9 16,8 18 0,-170 33-16</inkml:trace>
  <inkml:trace contextRef="#ctx0" brushRef="#br0" timeOffset="29123.27">11556 10622 0,'0'0'0,"17"0"0,0 0 0,9 0 16,0 0-1,-1 0-15,9-8 16,9-9 0,34-17-16,51-26 15,0-8 1,0-9-16,34-8 16,17-17-1,-25 9-15,42-1 16,26 1-1,-8 16-15,33-8 16,-25 0 0,34 17-16,-17 17 15,-17 25 1,-17 18-16,-69 33 16,9 18-1,9 17-15,-26 25 16,-25 25-1,-10 26-15,-16 34 16,-17 26 0,-9 8-16,-8 26 15,0-1 1,-9-8-16,0-8 16,-9-26-1,-16-25-15,-1-1 16,1-8-1,0-42-15,-9-43 16,0-17 0,0-26-16,-9 1 15,9-18 1</inkml:trace>
  <inkml:trace contextRef="#ctx0" brushRef="#br0" timeOffset="29432.39">15559 12178 0,'0'0'0,"0"0"0,0 0 0,0 0 16,0 17-1,9 26-15,8 25 16,0 17-16,0 0 15,-9-8 1,1-18 0,0-16-1,-1-9-15,1-9 16,-9-16-16,25-1 16,44-33-16,50-69 31,69-93-31,59-60 15,18-16-15</inkml:trace>
  <inkml:trace contextRef="#ctx0" brushRef="#br0" timeOffset="31922.51">15465 14058 0,'0'0'0,"0"0"0,9 0 0,16 17 16,44 0-16,16-9 15,26 1 1,17-1 0,-8-8-16,-18 0 15,-25 0 1,-17 9-1,-18 8-15,1 34 16,-26 60 0,-26 33-16,-33 18 15,-18-1 1,0-33-16,18-35 16,7-16-16,1-26 15,17-17 1,0-9-1,9-16-15,-1-1 16,1-16 0,-18-52-16,-8-93 15,25-34 1,9-17-16,9 9 16,-1 50-16,9 26 15,-8 17 1,-1 42-16,-8 18 0,0 25 15,0 0 17,0 17-32,9 17 15,25 51 1,17 68-16,1 60 16,-1-1-1,-9-16-15,-7-1 16,-27-42-16,1-51 0,-9-34 31,0-25-15,0-1-16,-9-16 15,1-1 1,-27-25-16,-33-25 0,-43-77 31,-25-43-31,16-16 16,-42-94-1,-43-60-15</inkml:trace>
  <inkml:trace contextRef="#ctx0" brushRef="#br0" timeOffset="36924.96">16379 13539 0,'0'0'0,"0"0"0,-9 0 16,0 9-1,1-1-15,-1 1 16,1-1 0,8 1-1,-9-9-15,9 0 16,-8 0 0,8 8-16,0-8 15,0 0 1,-9 0-16,1 0 15,-1 0-15,9 0 16,0-8 0,0-26-1,17-43-15,26-33 16,0-1-16,8 34 16,0 9-1,9-17 1,25-25-16,26-26 15,0 17 1,0 42-16,0 9 16,34-17-1,9 17-15,-26 17 16,-9 25 0,-8 18-16,0 25 15,-34 17 1,-26 8-16,-8 35 15,-18 42-15,1-8 16,-17-9-16,-1-34 16,-8-17-1,-8-17 1,8-9 0,0-16-16,-9-1 15,0 1 1,-16-18-16,-9-8 15,-9-25 1,0-18-16,9 9 16,9 17-16,8 17 15,0 0 1,-1 17-16,10 0 16,-1 0-1,-8 9 1,9 8-16,-9 17 15,17 8-15,0 1 16,0-1-16,0 1 16,8-18-1,1 1 1,8-1 0,51-25-16,35-17 0,25-51 15,17-34 1,-17-8-1,-69 59 1</inkml:trace>
  <inkml:trace contextRef="#ctx0" brushRef="#br0" timeOffset="43066.91">17906 14185 0,'0'0'0,"9"-8"0,25-1 0,43-16 31,8-1-31,26 9 15,-8-8 1,-27-1-16,-16 9 16,-17 0-1,-18 17-15,-8 0 16,-8 9-16,-35 33 16,-59 86-1,-52 42 1,-16-8-16,8-26 0,17-17 15,42-26-15,27-42 16,24-17 0,18-8-16,0-18 31,0-8-31,17-34 0,17-68 16,26-42 15,17-43-31,8 8 15,-8 43-15,-26 51 16,-8 25-16,-18 26 31,1 17-31,-1 0 16,1 17 0,-9 17-16,0 77 15,0 93 1,-17 9-16,8-26 15,1-9 1,-10-50-16,10-60 16,8-26-1,0-8-15,0-8 16,0-60-16,-9-68 16,-16-77-1,-18-25 1,-8 60-16,-17 41 15,33 78 1</inkml:trace>
  <inkml:trace contextRef="#ctx0" brushRef="#br0" timeOffset="44070.31">17923 13156 0,'0'0'0,"-8"9"0,8 8 0,0 8 16,0 1 0,8-18-16,1 1 15,-1-1 1,18-16-16,17-18 15,34-25 1,8 0-16,17-17 0,26-25 16,0-9-1,9-9-15,-1 18 32,1 8-32,-9 25 15,-17 26-15,-9 17 16,-8 9-1,-8 8 1,-18 17-16,0 25 16,-8 43-1,-17 17-15,-18 0 16,-16 0-16,-1 0 16,-8 0-1,0-17 1,0-25-16,0-26 15,0-9-15,0-16 32,0-9-32</inkml:trace>
  <inkml:trace contextRef="#ctx0" brushRef="#br0" timeOffset="44347.11">19596 13029 0,'0'0'0,"0"0"15,-8 0-15,-1 0 16,-16 25-16,-18 26 16,0 34-1,9 9 1,8-17-16,9-43 16,17-9-1,35 1-15,50-9 16,69-51-1,42-60-15,17-34 16,-25 26-16,94-17 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2T20:17:33.0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7588 6030 0,'0'0'0,"-9"0"0,0 25 0,1 26 16,-1 34-16,-8 26 16,9-18-1,-1-8 1,-8 9 0,0-9-16,9 9 0,-1-18 31,9-8-31,9-8 15,8-18 1,0 1-16,0-9 16,25-9-16,18 1 15,9-1-15,16-8 32,9-8-32,17-1 0,0 1 15,-9-1 1,-25 9-16,-9 9 15,-8 8 1,-17 0-16,-9 0 16,-9-9-1,-16-16 1,-1-1-16,1 1 16,-1-1-1,-8-25 1,18-34-16,7-59 15,-8-52 1,0 1-16,0 25 16,-8 16-1,-9 18-15,-9 26 16,1 16-16,-1 9 16,1 17-1,-18 0 1,-8 17-16,-68 0 15,-61 26 1,-93 42-16,-94 42 0</inkml:trace>
  <inkml:trace contextRef="#ctx0" brushRef="#br0" timeOffset="1767.41">9337 6812 0,'0'0'0,"0"0"0,0 0 0,0 0 15,0 0 1,0 0 0,9 0-16,-9 0 15,8 9-15,1 8 16,-18 0-1,-8 25-15,-8 26 32,8-8-32,-1-18 15,18-8-15,0-8 16,0 8 0,9 0-1,0-9-15,-1 1 16,1-1-1,-1-8-15,9 0 16,0 0 0,17-8-16,1-1 0,24 1 15,18-1 1,34-8 0,17 0-16,17 0 15,26 0-15,8 9 16,-17-9-16,18 0 15,-18 0 17,-26 8-32,-16 1 15,-35-1 1,-34 1-16,-17-9 16,-8 0-1,-17 0-15,-1 0 16,1 0-1,-1-9-15,9-8 16,0-25 0,0-60-16,18-34 0,50-145 31</inkml:trace>
  <inkml:trace contextRef="#ctx0" brushRef="#br0" timeOffset="3841.01">11761 6965 0,'0'0'0,"0"0"0,0 0 0,9 26 15,-1 25 1,1 0-16,-1 0 16,1 0-1,-1-9-15,1-8 16,-1 0-16,10 0 16,7 0-1,9 0-15,26 0 16,8 9-1,1-18 1,16 9-16,0-8 16,9-18-1,17-8-15,26-8 16,42-9 0,17 0-16,0 8 15,18-16 1,-9 8-1,25 8-15,18 1 16,-18-18-16,9 1 16,0 8-1,-8 0-15,16 8 16,9 1 0,0 8-16,0-9 15,9 9-15,-1 9 16,-16-18-1,-9 1 1,-17 8-16,-17 0 16,-1 8-1,-7-8 1,-18 0-16,-17 9 16,-34-1-16,-17 1 15,-17-1 1,-9 1-16,-25-9 15,-9 0 1,-17 0 0,-8 0-16,-17 0 0,-1-9 15,1 1 1,-18-18 0,-25-42-16,-17-51 15,-18-8-15,1-43 31,-34-128-31</inkml:trace>
  <inkml:trace contextRef="#ctx0" brushRef="#br0" timeOffset="5310.63">5095 8266 0,'0'0'0,"0"0"0,0 0 0,9 0 31,17 17-31,50 0 16,69 0 0,86 9-16,68-1 15,68 1 1,51 8-16,43 8 16,51 1-1,-94-9-15</inkml:trace>
  <inkml:trace contextRef="#ctx0" brushRef="#br0" timeOffset="9161.62">18214 8071 0,'0'0'0,"0"0"0,0 0 0,0 0 15,0 0 1,0 0-16,0 0 16,0 0-1,0 0-15,0 0 16,0 0-1,0 0-15,0 17 16,-9 8-16,1 1 16,-1-1-1,0-8 1,9-8 0,0-1-16,0-8 15,0 9-15,0-9 16,0 0-16,0 0 31,0 0-31,0 0 16,18 8-16,-1 1 15,17-1-15,8 9 16,27-8 0,16 8-1,0 0-15,1 17 0,8-9 16,8 9 15,18 0-31,8-8 0,0-9 16,17 8-1,0 1 1,-26-1 0,-8-16-16,-8 8 15,8-9 1,0 1-16,-26 0 15,-8-1 1,-18-16-16,-7 8 16,-10-9-1,-16 9-15,-18 0 0,1 0 32,0 0-32,-1-9 15,1 1 1,-9-9-16,-9-17 15,1-9 1,-1-8-16,-8-8 16,8-9-1,9-17-15,26-17 16,34-34 0,93-111-16</inkml:trace>
  <inkml:trace contextRef="#ctx0" brushRef="#br0" timeOffset="10623.99">22106 8453 0,'0'0'0,"0"0"0,0 0 0,8 9 16,1-1 0,8 1-16,42 8 15,44 8 1,42-16-16,102-1 16,120-25-16,26 0 15,76 0 1,103 0-16,68 0 15,60 17 1,111-8-16,-350-1 16</inkml:trace>
  <inkml:trace contextRef="#ctx0" brushRef="#br0" timeOffset="12983.62">14040 9806 0,'0'0'0,"0"0"0,17 0 0,34 17 0,60 25 15,86 35-15,24-1 16,70-25 0,118-42-1,78-60 1,144-77-16,-212 43 15</inkml:trace>
  <inkml:trace contextRef="#ctx0" brushRef="#br0" timeOffset="15463.76">13622 10852 0,'0'0'0,"0"0"0,0 0 16,0 0-16,8 0 15,69 8 1,102 1-16,120-9 16,77-26-1,25-8 1,68 17-16,-59 17 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2T20:18:16.0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12043 10316 0,'0'0'0,"0"0"16,0 0-16,0 0 16,0 0-16,0 0 15,0 0 1,0 0 0,8-9-16,26-25 15,26-25 1,26-43-16,-1 8 15,0 26-15,-8 0 16,-9 17 0,-16 17-1,-18 0-15,-9 17 16,-16 0 0,-1 9-1,-16 8-15,-1 8 16,1 9-16,8 0 15,0 0 1,25 0 0,27 0-16,33-17 15,43-17 1,0-8-16,-17-26 0,-9-17 16,-25 0-1,-9-1 1,-33 35-16</inkml:trace>
  <inkml:trace contextRef="#ctx0" brushRef="#br0" timeOffset="270.75">12726 9780 0,'-9'17'0,"1"60"0,-10 59 0,1-9 0,9 9 31,-1 9-31,9-43 16,0-34-1,9-17-15,-1-34 16</inkml:trace>
  <inkml:trace contextRef="#ctx0" brushRef="#br0" timeOffset="461.19">13357 10767 0,'0'0'0,"-8"42"0,-18 94 0,0 43 15,-8 110 1</inkml:trace>
  <inkml:trace contextRef="#ctx0" brushRef="#br0" timeOffset="5058.13">14091 10163 0,'9'-9'0,"33"-16"0,69-35 0,34-8 31,9 0-31,0 17 16,-18 17-1,1 9-15,16 8 16,-25 0-1,-25 17-15,-18 17 16,1 17 0,16 42-16,18 35 15,-35 16 1,-8 35-16,-18 34 16,1 50-1,-26 35-15,-8 16 16,-9-7-1,-8 7-15,-1-8 16,1 1 0,-1-27-16,-16-8 15,-18 0 1,-8-42-16,0 0 16,0-77-1,16-60-15,1-25 16,0-25-1,9-18-15,-1-8 16,-8-25 0,-8-69-16,-1-16 15,9 33 1,8 9-16,1 0 16,-1 9-1,1 25 1,8 17-16,0 8 15,-9 18-15,-16 8 16,-1 42 0,-8 77-1,0 17-15,17-25 16,8-26 0,9-26-16,9-25 15,8-8 1,25-26-16,44-51 15,93-68-15,51-111 16,27-76 0</inkml:trace>
  <inkml:trace contextRef="#ctx0" brushRef="#br0" timeOffset="7693.95">15363 16320 0,'0'0'0,"0"0"0,0-8 15,17-1 1,17-16 0,26-69-16,25-85 15,-8 35 1,-17 50-1,-9-33-15,-17 25 16,-8 25 0,-18 1-16,1 25 15</inkml:trace>
  <inkml:trace contextRef="#ctx0" brushRef="#br0" timeOffset="7898.76">15645 15861 0,'0'0'0,"25"0"0,9 8 15,35-16 1,33-26-16,-17-9 16,-8 9-1,0 17-15,-17-8 16,-18-9-1,-7 17-15,-18 17 16</inkml:trace>
  <inkml:trace contextRef="#ctx0" brushRef="#br0" timeOffset="8129.95">15858 15759 0,'0'0'0,"0"8"0,0 35 16,17 25-1,9 8 1,-1-8-16,1-8 16,-18-1-16,1 18 31,-1 0-31,1-43 15</inkml:trace>
  <inkml:trace contextRef="#ctx0" brushRef="#br0" timeOffset="8720.14">16379 16227 0,'0'0'0,"0"0"0,0 0 16,8 0-16,26 0 15,0 0 1,9 0-16,-9 0 15,-8 0 1,-1 0-16,-16 8 16,-1 18-1,-25 16-15,-17 26 16,-25 0-16,-10 0 16,18-17-1,17-17 1,17-8-16,0-18 15,17 1 1,8-1-16,26 1 16,43-9-1,43-17-15,25-17 16,34-43-16,120-50 16</inkml:trace>
  <inkml:trace contextRef="#ctx0" brushRef="#br0" timeOffset="40191.92">13741 10520 0,'0'0'0,"0"0"0,0 0 16,0 0-16,0 0 15,0 0-15,9 0 16,-9-8 0,17-1-16,0-8 15,0-9 1,9 1-16,8-1 15,0 1 1,17-18 0,17-16-16,9-9 15,0 8 1,0-8-16,0-8 16,-9 16-1,-8 9-15,34 0 16,25-8-1,-25 8-15,-9 8 16,1 9 0,-18 17-16,34 0 15,1 9-15,-35 16 16,0 9 0,-8 0-16,0 17 15,0 17 1,-9 0-1,8 9-15,10 25 16,8-9 0,-18 1-16,-16-9 15,-9 8-15,-8-8 16,-1 0 0,1 17-1,0-8-15,-1 8 16,1 17-1,-18 0-15,1 17 0,-9 9 32,-9-1-32,1 18 15,-9 0-15,0-1 16,-9 9 0,0 17-16,1 17 15,-18 9 1,-8 17-1,0-18-15,0 1 16,16 8-16,1-17 16,9-17-16,-1 0 31,9-34-31,0-34 16,0-17-16,8-25 31,1-18-31,-1-16 15,9-1-15,0-16 16,0-1 0,0-8-16,0-8 15,-8-9 1,-1-43-16,-8-59 16,0-8-16,0 25 15,8 25 1,1 9-1,-9 17-15,8 9 16,1 16-16,-1 9 16,1 9-1,-1 8 1,1 0-16,-9 0 16,-1 25-16,1 18 15,17 33-15,0 35 16,17 8-1,-8-34 1,8-26 0,0 1-16,0-18 15,0-8 1,0-8-16,9-1 16,0-16-16,8-1 15,8-16 1,18-9-1,25-34-15,26-85 16,-8-34 0,-69 102-16</inkml:trace>
  <inkml:trace contextRef="#ctx0" brushRef="#br0" timeOffset="62809.22">16157 14619 0,'0'0'0,"0"0"0,8 0 0,26 17 16,18-8-1,7-1 1,-16-8-16,8-8 16,0-9-1,9-26-15,8-59 16,1-25-16,-10 24 15,10 1 1,25-17-16,-9 9 16,17 8-1,-8 8 1,43-8-16,-1 0 16,-16 17-1,-9 17-15,0 8 16,-9 35-1,-16 33-15,-18 26 16,0 35 0,-17 50-16,-17 42 15,-16 9 1,-27 0-16,-17 34 16,1-25-1,-1-34-15,9-9 16,9-26-16,8-33 15,0-35 1,-9-8-16,0-17 16,9-8-1</inkml:trace>
  <inkml:trace contextRef="#ctx0" brushRef="#br0" timeOffset="63090.33">17599 14441 0,'0'0'15,"0"0"-15,0 25 0,9 18 16,8 16-16,0 9 16,0 0-1,0 0 1,0-8-1,9-18-15,16-8 16,18-17 0,34-25-16,17-26 15,17-43 1,43-33-16,110-60 16</inkml:trace>
  <inkml:trace contextRef="#ctx0" brushRef="#br0" timeOffset="68978.17">18009 15061 0,'0'0'0,"0"0"0,0 0 0,0 0 16,0 0-1,0 0-15,0-8 0,0-18 31,17-50-31,17-9 16,0 8-16,9 26 16,-1-8-1,27-26 1,16-26-16,0 9 16,9 9-1,9 16-15,-9 17 16,-1 18-1,1-9-15,-25 8 16,-10 18-16,-16 16 16,0 9-1,-1 9-15,1 16 16,0 43 0,-9 60-1,-17 8-15,-8-25 16,-18-9-1,-17 0-15,9-9 16,0-42-16,9-25 16,-1-18-1,-8-8 1,-9-25-16,1-18 16,8 18-1</inkml:trace>
  <inkml:trace contextRef="#ctx0" brushRef="#br0" timeOffset="69247.62">19024 14568 0,'0'0'0,"0"0"0,0 0 0,0 0 16,0 0 0,0 17-1,0 34-15,17 17 16,1 17-1,16-17-15,8-8 16,18-35 0,60-42-16,25-68 15,0-17-15,51-51 16,77-76 0</inkml:trace>
  <inkml:trace contextRef="#ctx0" brushRef="#br0" timeOffset="74306.25">19630 15146 0,'0'0'0,"0"0"0,0 0 0,0 0 16,0 0-1,0 0-15,0 0 32,0 0-17,0-8-15,0-26 16,17-43-16,26-25 0,8 0 31,9 34-15,8 0-16,18-34 15,8 0 1,8-8-16,9 7 0,0 18 31,17 9-31,0-9 0,-17-9 16,0 9-16,-17 17 31,0 17-15,-9 26-16,-8 16 15,0 18 1,-9 33-16,-8 26 16,-9 26-1,-8 25-15,-26 59 16,-9-24-16,-16-35 16,-1-9-16,-8-16 31,8-43-31,9-26 15,0-8-15,0-8 0,-8-18 32,-1-8-17,-16-8-15,-1 8 16,9-9-16,0 9 16,0 0-1,8 0 1,1 9-16,-1 8 15,1 0 1,-1 0-16,-8 8 16,0 18-1,0 33-15,9 9 16,8-17 0,25-8-16,18-9 15,25-17 1,43-51-16,34-60 15,9-8 1,110-42-16</inkml:trace>
  <inkml:trace contextRef="#ctx0" brushRef="#br0" timeOffset="89836.89">17667 16082 0,'0'0'0,"-8"8"0,-1 26 0,9-8 0,0-1 16,0-8-1,17-8 1,43-18-16,60-42 16,67-76-1,-7-9-15,-18 34 16,-9 17-1,-59 25-15,-25 35 16,-18 33 0,-9 35-16,1 93 15,-9 34-15,-17-34 16,0-8 0,26-35-16,42-16 15,26-43 1,60-60-16,51-50 15,0-43 1,0-52-16,-34 35 16,-78 51-1,-16 34 1,-17 26-16,9 16 16,-1 26-1,-8 51 1,0 43-16,-9-9 0,-17-34 15,17-9 1,43-7 0,34-35-16,0-17 15,52-26 1,16-34-16,-25 1 16,17-9-16,-26 25 15,-25 18 1,-9 33-1,-9 35-15,-33 8 32,-27 8-32,-16-16 15,8 8-15,52-8 0,42-35 16,52-25-16,33-51 16,1-34-1,-27-17-15,-50 42 16,-60 35-1,-26 16-15,-33 9 16,-18 17 0,0 17-16,0 26 15,0 42 1,0 0 15,9-26-31,17-8 16,17-8-16,25 0 15,43-26-15,17-9 16,9-8 0,34 0-16,-9 17 15,26 26-15,119 33 32</inkml:trace>
  <inkml:trace contextRef="#ctx0" brushRef="#br0" timeOffset="91170.72">8450 16218 0,'0'0'0,"0"0"0,0 0 0,0 0 15,0 0-15,0 0 16,0 0 0,8-17-16,35-26 15,17-33 1,8-9-16,-25 17 15,-1 17-15,-8 17 16,-17 17 0</inkml:trace>
  <inkml:trace contextRef="#ctx0" brushRef="#br0" timeOffset="91475.93">8987 16073 0,'0'0'0,"0"0"0,0 0 0,0 0 16,9 17-1,-1 0-15,1 0 16,-1-8 0,1-1-16,8 9 15,0-8-15,17-1 16,17 1 0,-25-1-16</inkml:trace>
  <inkml:trace contextRef="#ctx0" brushRef="#br0" timeOffset="92195.89">8637 16218 0,'0'0'0,"0"0"0,0 0 0,0 0 16,0 0-1,-8 0-15,-1 9 16,1-1-1,8 1-15,0-9 16,0 0 0,0 0-16,0-9 15,8-25 1,9-34-16,18-26 16,-1 9-1,0 17-15,8 0 16,-7 17-16,-10 0 15,1 9 1,-1-1 0,-16 26-16</inkml:trace>
  <inkml:trace contextRef="#ctx0" brushRef="#br0" timeOffset="92526.18">8825 16218 0,'0'0'0,"0"0"0,0 0 0,0-8 15,17-1 1,17 0-16,9-16 16,17-1-1,8 1-15,0-1 16,-8 9-1,-26 0-15,-17 17 16</inkml:trace>
  <inkml:trace contextRef="#ctx0" brushRef="#br0" timeOffset="92781.77">8996 16320 0,'0'0'0,"0"0"0,0 9 0,0 16 16,17 18-1,0 8-15,0 17 0,-8-9 31,-1-33-31</inkml:trace>
  <inkml:trace contextRef="#ctx0" brushRef="#br0" timeOffset="93546.84">9406 16745 0,'0'0'0,"0"0"0,-9 0 0,0 0 16,-8 0-1,9 0 1,-1 60-16,18 101 15,8 163-15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2T20:20:17.3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7374 7603 0,'0'0'0,"0"0"0,0 0 0,0 0 16,68-17 0,112-43-16,110-59 15,94-25 1,51-9-16,-59 34 15</inkml:trace>
  <inkml:trace contextRef="#ctx0" brushRef="#br0" timeOffset="10901.43">6265 8607 0,'8'0'0,"69"0"0,128 0 16,119 0-16,94-17 15,1-9 1,-52-25-16,8-9 16</inkml:trace>
  <inkml:trace contextRef="#ctx0" brushRef="#br0" timeOffset="13567.04">10088 8709 0,'0'0'0,"60"25"0,119 52 0,111 16 32,77-16-32,18-9 15</inkml:trace>
  <inkml:trace contextRef="#ctx0" brushRef="#br0" timeOffset="14395.97">18290 8700 0,'0'0'0,"9"0"0,25 0 15,17 0-15,-25 0 16,-1 0 15,-16 0-31,0-8 16,-1-1-16,9 1 15,-8-1 1,8 1 0,8-1-16,35 9 15,77 0 1,110-17-16,69-51 0,42-26 31</inkml:trace>
  <inkml:trace contextRef="#ctx0" brushRef="#br0" timeOffset="16262.92">21790 8836 0,'0'0'0,"8"0"0,35 26 16,93 8-1,103 0-15,86-34 16,119-51-1,119-43-15,-153 18 16</inkml:trace>
  <inkml:trace contextRef="#ctx0" brushRef="#br0" timeOffset="17671.09">17488 9721 0,'9'0'0,"25"-9"0,77-8 0,34-17 32,8-8-32,18 8 0,-17 0 15,-9 25 1,-9 18-1,44 25-15,-10 17 16,-25 0 0,26 0-1,128 25-15</inkml:trace>
  <inkml:trace contextRef="#ctx0" brushRef="#br0" timeOffset="18103.5">17770 10512 0,'0'0'0,"0"0"0,25 0 0,10 8 16,33 9 0,60-17-1,68-34-15,69-9 16,8-8 0,51-17-16</inkml:trace>
  <inkml:trace contextRef="#ctx0" brushRef="#br0" timeOffset="19762.45">13895 11736 0,'0'0'0,"0"0"0,0 17 0,0 0 16,0 17 0,-9 17-1,1 17-15,-1 9 16,-8 16-1,17-8-15,0-25 16,0-18 0,0 1-16,17-18 15,0 1 1,35 8-16,16-8 16,0-18-1,17 1-15,-8-9 16,-8 0-1,-10 0-15,-16 0 16,0 0 0,-18 0-16,-8 0 0,-8 0 31,-1 0-31,1 0 16,-9 0-1,0 0-15,8-17 16,18-69-16,25-84 15,60-119 1</inkml:trace>
  <inkml:trace contextRef="#ctx0" brushRef="#br0" timeOffset="21211.5">22097 12144 0,'9'0'0,"25"9"0,136-9 0,155-9 16,76-25-16,111-17 15,34 17-15,-8 9 16,-120 8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0D1F59-0C63-44D8-BE72-2266A9516CA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C3430-04EA-4E2B-840E-2DAFF95C6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31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41DCF-5FA9-3BBE-A6DC-4C4767E77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D8AAD4-9F4E-2546-4A20-345BE6926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68BC9-B242-D863-6297-36224D351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D43E7-A090-881E-D908-BB9CC53D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DFBC9-B9F9-85A6-26A1-9D7E515D0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309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BB011-50E5-247E-0EB3-D47C59C4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71371-A022-A3A5-E49C-D2CCEC4E2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F92F8-B436-FF4B-567C-6CF9F3F68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755B9-83BE-E117-954F-A47925F5B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45716-8D01-8E2F-8276-3A903E60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678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264CF-1BBA-680C-4F96-017144A1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9E9BE-1B28-C587-A2C5-253ECF74E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E3E68-CE19-CACB-1EDD-351F4F9C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49855-AB14-5CF9-EE88-AB42D1DF4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E2C96-8A85-4C99-39A1-9B9DB31D7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64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89EEC-003E-DFFB-2D04-A2E70FE13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FE0F4-58A0-D6D9-6AAC-CD97965C2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E4C68-9C36-2696-B323-CF0642D6D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713B3-5A96-0F1A-CFE7-8563FD24B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D724B-C264-2548-CAFF-305FE7D37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93A13-EBDF-17F2-DF34-5BA3D7932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914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19F2D-6C68-B3F6-3BC7-2A9EE6BE2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A2B36-9CB6-0E61-D14F-48AD642FC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51B63-A4A2-BD66-BF76-72528E69B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EF4911-72D8-7120-897F-434F05D8D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354135-3D54-9447-778A-86081F0473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52A4A-AE91-8A3A-8DE2-74205F39F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FC667D-AA9E-21BF-66F2-755D86E70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8E628E-2723-30DA-D22D-BFF79CE05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37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1984-7865-CBC1-7E39-27325050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341811-B828-6912-5458-2BC9266D2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DF831-0A64-24F5-806E-B3EBA5591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FD212-56D6-B7F8-FC27-BC4BF738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63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903B13-E121-53F2-65F9-41E383C57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814793-9D7D-32F8-795A-31644DBA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6B231-FE15-2561-B700-2506AC71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56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B5398-EEBA-42F4-3948-4DF36A153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000E0-12D7-545A-0B4A-64A8B51A9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585510-3798-210C-EC55-29C449719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698E8-2EE7-873D-A608-9A260F5D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5F347-CF7A-10E6-8DC6-FA1E5DB6D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E452D-F82A-718F-94C2-C889F622E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56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E1DDD-DB8D-6429-4235-465780A7B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42B9E5-6756-3695-C94E-93A464783E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70C60-CA85-5E67-14F6-3176093E55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25D70-D5F0-5123-66A9-63D9B82E9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7B62A-8600-7CE9-095E-82CDE4E17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8F328-EF42-0E10-9C29-12A53381D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34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24705-3181-4743-BF72-E5B55E627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9669D-6765-7CD2-C040-D4C5E44BA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5E7B0-5065-8FAA-2D02-01DC4905B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87F4E-481E-5CA4-5AC0-EF15EBAF8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5C81A-1EC7-F85E-A5DB-0F7CA62E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72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F8F565-D4D2-A972-147D-1A41777B2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813695-1D6C-4A4F-7F94-134666381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AEB8A-EA17-E1E1-8CD3-B7AF8E3F2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AF905-A88D-ED4C-DD07-098840D4A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A03B8-DD10-B6B6-6B59-3EB669F3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87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BC2B57-F2EC-C92D-BAFA-C36FE7F31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E8E8-3549-4143-3C3F-38529FA55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2DEB0-3161-B686-27DF-345950BFF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93FBE-67AC-4C5C-B62E-CFFDEAF9BE5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5E12D-E358-B346-0620-4D8545C52B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1C4BA-D22A-5462-8F71-6F616DC8FA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07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customXml" Target="../ink/ink11.xml"/><Relationship Id="rId4" Type="http://schemas.openxmlformats.org/officeDocument/2006/relationships/image" Target="../media/image11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0.png"/><Relationship Id="rId7" Type="http://schemas.openxmlformats.org/officeDocument/2006/relationships/image" Target="../media/image140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1" Type="http://schemas.openxmlformats.org/officeDocument/2006/relationships/image" Target="../media/image17.png"/><Relationship Id="rId5" Type="http://schemas.openxmlformats.org/officeDocument/2006/relationships/image" Target="../media/image120.png"/><Relationship Id="rId10" Type="http://schemas.openxmlformats.org/officeDocument/2006/relationships/customXml" Target="../ink/ink12.xml"/><Relationship Id="rId4" Type="http://schemas.openxmlformats.org/officeDocument/2006/relationships/image" Target="../media/image110.png"/><Relationship Id="rId9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4.png"/><Relationship Id="rId3" Type="http://schemas.openxmlformats.org/officeDocument/2006/relationships/image" Target="../media/image100.png"/><Relationship Id="rId7" Type="http://schemas.openxmlformats.org/officeDocument/2006/relationships/image" Target="../media/image140.png"/><Relationship Id="rId12" Type="http://schemas.openxmlformats.org/officeDocument/2006/relationships/image" Target="../media/image19.png"/><Relationship Id="rId17" Type="http://schemas.openxmlformats.org/officeDocument/2006/relationships/customXml" Target="../ink/ink13.xml"/><Relationship Id="rId2" Type="http://schemas.openxmlformats.org/officeDocument/2006/relationships/image" Target="../media/image91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1" Type="http://schemas.openxmlformats.org/officeDocument/2006/relationships/image" Target="../media/image18.png"/><Relationship Id="rId5" Type="http://schemas.openxmlformats.org/officeDocument/2006/relationships/image" Target="../media/image120.png"/><Relationship Id="rId15" Type="http://schemas.openxmlformats.org/officeDocument/2006/relationships/image" Target="../media/image22.png"/><Relationship Id="rId10" Type="http://schemas.openxmlformats.org/officeDocument/2006/relationships/image" Target="../media/image170.png"/><Relationship Id="rId4" Type="http://schemas.openxmlformats.org/officeDocument/2006/relationships/image" Target="../media/image110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CSE 332 Winter 2026</a:t>
            </a:r>
            <a:br>
              <a:rPr lang="en-US" dirty="0"/>
            </a:br>
            <a:r>
              <a:rPr lang="en-US" dirty="0"/>
              <a:t>Lecture 11: hashing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3AD86-1571-D6FB-228A-8B563D15E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(Map) ADT - Unordered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F7E85-C0B2-0941-5469-FBEF3EEEF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Contents:</a:t>
            </a:r>
          </a:p>
          <a:p>
            <a:pPr lvl="1"/>
            <a:r>
              <a:rPr lang="en-US" dirty="0"/>
              <a:t>Sets of </a:t>
            </a:r>
            <a:r>
              <a:rPr lang="en-US" dirty="0" err="1"/>
              <a:t>key+value</a:t>
            </a:r>
            <a:r>
              <a:rPr lang="en-US" dirty="0"/>
              <a:t> pairs</a:t>
            </a:r>
          </a:p>
          <a:p>
            <a:pPr lvl="1"/>
            <a:r>
              <a:rPr lang="en-US" strike="sngStrike" dirty="0"/>
              <a:t>Keys must be comparable</a:t>
            </a:r>
            <a:r>
              <a:rPr lang="en-US" dirty="0"/>
              <a:t> Keys have a hash function</a:t>
            </a:r>
          </a:p>
          <a:p>
            <a:r>
              <a:rPr lang="en-US" dirty="0"/>
              <a:t>Operations:</a:t>
            </a:r>
          </a:p>
          <a:p>
            <a:pPr lvl="1"/>
            <a:r>
              <a:rPr lang="en-US" dirty="0"/>
              <a:t>insert(key, value)</a:t>
            </a:r>
          </a:p>
          <a:p>
            <a:pPr lvl="2"/>
            <a:r>
              <a:rPr lang="en-US" dirty="0"/>
              <a:t>Adds the (</a:t>
            </a:r>
            <a:r>
              <a:rPr lang="en-US" dirty="0" err="1"/>
              <a:t>key,value</a:t>
            </a:r>
            <a:r>
              <a:rPr lang="en-US" dirty="0"/>
              <a:t>) pair into the dictionary</a:t>
            </a:r>
          </a:p>
          <a:p>
            <a:pPr lvl="2"/>
            <a:r>
              <a:rPr lang="en-US" dirty="0"/>
              <a:t>If the key already has a value, overwrite the old value</a:t>
            </a:r>
          </a:p>
          <a:p>
            <a:pPr lvl="3"/>
            <a:r>
              <a:rPr lang="en-US" dirty="0"/>
              <a:t>Consequence: Keys cannot be repeated</a:t>
            </a:r>
          </a:p>
          <a:p>
            <a:pPr lvl="1"/>
            <a:r>
              <a:rPr lang="en-US" dirty="0"/>
              <a:t>find(key)</a:t>
            </a:r>
          </a:p>
          <a:p>
            <a:pPr lvl="2"/>
            <a:r>
              <a:rPr lang="en-US" dirty="0"/>
              <a:t>Returns the value associated with the given key</a:t>
            </a:r>
          </a:p>
          <a:p>
            <a:pPr lvl="1"/>
            <a:r>
              <a:rPr lang="en-US" dirty="0"/>
              <a:t>delete(key)</a:t>
            </a:r>
          </a:p>
          <a:p>
            <a:pPr lvl="2"/>
            <a:r>
              <a:rPr lang="en-US" dirty="0"/>
              <a:t>Remove the key (and its associated value)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7246D7D-86D9-88A5-5AD2-2A14743750DE}"/>
                  </a:ext>
                </a:extLst>
              </p14:cNvPr>
              <p14:cNvContentPartPr/>
              <p14:nvPr/>
            </p14:nvContentPartPr>
            <p14:xfrm>
              <a:off x="4793400" y="1337760"/>
              <a:ext cx="4326480" cy="1831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7246D7D-86D9-88A5-5AD2-2A14743750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84040" y="1328400"/>
                <a:ext cx="4345200" cy="185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489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AFC2A-BFAD-154C-CB01-688AAE7FE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topic: Hash Tables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21A6D878-0A9C-88E0-BF73-13D0C8B95F0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882276767"/>
                  </p:ext>
                </p:extLst>
              </p:nvPr>
            </p:nvGraphicFramePr>
            <p:xfrm>
              <a:off x="1485900" y="1988820"/>
              <a:ext cx="9220199" cy="3703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92120">
                      <a:extLst>
                        <a:ext uri="{9D8B030D-6E8A-4147-A177-3AD203B41FA5}">
                          <a16:colId xmlns:a16="http://schemas.microsoft.com/office/drawing/2014/main" val="3859037791"/>
                        </a:ext>
                      </a:extLst>
                    </a:gridCol>
                    <a:gridCol w="1930400">
                      <a:extLst>
                        <a:ext uri="{9D8B030D-6E8A-4147-A177-3AD203B41FA5}">
                          <a16:colId xmlns:a16="http://schemas.microsoft.com/office/drawing/2014/main" val="1986166423"/>
                        </a:ext>
                      </a:extLst>
                    </a:gridCol>
                    <a:gridCol w="1798320">
                      <a:extLst>
                        <a:ext uri="{9D8B030D-6E8A-4147-A177-3AD203B41FA5}">
                          <a16:colId xmlns:a16="http://schemas.microsoft.com/office/drawing/2014/main" val="3667104526"/>
                        </a:ext>
                      </a:extLst>
                    </a:gridCol>
                    <a:gridCol w="2499359">
                      <a:extLst>
                        <a:ext uri="{9D8B030D-6E8A-4147-A177-3AD203B41FA5}">
                          <a16:colId xmlns:a16="http://schemas.microsoft.com/office/drawing/2014/main" val="2651083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Data 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Time to 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find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delete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69406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92180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75322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5488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7379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height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height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height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207377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AVL Tree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7528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Hash Table (Worst case)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93878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Hash Table (Average)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32121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21A6D878-0A9C-88E0-BF73-13D0C8B95F0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882276767"/>
                  </p:ext>
                </p:extLst>
              </p:nvPr>
            </p:nvGraphicFramePr>
            <p:xfrm>
              <a:off x="1485900" y="1988820"/>
              <a:ext cx="9220199" cy="3703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92120">
                      <a:extLst>
                        <a:ext uri="{9D8B030D-6E8A-4147-A177-3AD203B41FA5}">
                          <a16:colId xmlns:a16="http://schemas.microsoft.com/office/drawing/2014/main" val="3859037791"/>
                        </a:ext>
                      </a:extLst>
                    </a:gridCol>
                    <a:gridCol w="1930400">
                      <a:extLst>
                        <a:ext uri="{9D8B030D-6E8A-4147-A177-3AD203B41FA5}">
                          <a16:colId xmlns:a16="http://schemas.microsoft.com/office/drawing/2014/main" val="1986166423"/>
                        </a:ext>
                      </a:extLst>
                    </a:gridCol>
                    <a:gridCol w="1798320">
                      <a:extLst>
                        <a:ext uri="{9D8B030D-6E8A-4147-A177-3AD203B41FA5}">
                          <a16:colId xmlns:a16="http://schemas.microsoft.com/office/drawing/2014/main" val="3667104526"/>
                        </a:ext>
                      </a:extLst>
                    </a:gridCol>
                    <a:gridCol w="2499359">
                      <a:extLst>
                        <a:ext uri="{9D8B030D-6E8A-4147-A177-3AD203B41FA5}">
                          <a16:colId xmlns:a16="http://schemas.microsoft.com/office/drawing/2014/main" val="265108309"/>
                        </a:ext>
                      </a:extLst>
                    </a:gridCol>
                  </a:tblGrid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Data 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Time to 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find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delete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6940656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110448" r="-223975" b="-735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110448" r="-139865" b="-735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110448" r="-976" b="-7358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921803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207353" r="-223975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207353" r="-139865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207353" r="-976" b="-6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753227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311940" r="-223975" b="-534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311940" r="-139865" b="-534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311940" r="-976" b="-5343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1548857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405882" r="-223975" b="-42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405882" r="-139865" b="-42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405882" r="-976" b="-4264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7379023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513433" r="-223975" b="-332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513433" r="-139865" b="-332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513433" r="-976" b="-3328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207377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AVL Tree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604412" r="-223975" b="-227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604412" r="-139865" b="-227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604412" r="-976" b="-227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752868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Hash Table (Worst case)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714925" r="-223975" b="-1313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714925" r="-139865" b="-1313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714925" r="-976" b="-1313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9387819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Hash Table (Average)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802941" r="-223975" b="-2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802941" r="-139865" b="-2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802941" r="-976" b="-29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32121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DEB3A9C-623F-538D-CAB1-E8F7A0883A0E}"/>
                  </a:ext>
                </a:extLst>
              </p14:cNvPr>
              <p14:cNvContentPartPr/>
              <p14:nvPr/>
            </p14:nvContentPartPr>
            <p14:xfrm>
              <a:off x="1281240" y="4843440"/>
              <a:ext cx="322920" cy="1026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DEB3A9C-623F-538D-CAB1-E8F7A0883A0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71880" y="4834080"/>
                <a:ext cx="341640" cy="104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9141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EBAF4-F1F4-9C84-F186-4A0326FB4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C22E5-FF63-9465-BBF3-027FF5402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Idea:</a:t>
            </a:r>
          </a:p>
          <a:p>
            <a:pPr lvl="1"/>
            <a:r>
              <a:rPr lang="en-US" dirty="0"/>
              <a:t>Have a small array to store information</a:t>
            </a:r>
          </a:p>
          <a:p>
            <a:pPr lvl="1"/>
            <a:r>
              <a:rPr lang="en-US" dirty="0"/>
              <a:t>Use a </a:t>
            </a:r>
            <a:r>
              <a:rPr lang="en-US" b="1" dirty="0"/>
              <a:t>hash function</a:t>
            </a:r>
            <a:r>
              <a:rPr lang="en-US" dirty="0"/>
              <a:t> to convert the key into an index</a:t>
            </a:r>
          </a:p>
          <a:p>
            <a:pPr lvl="2"/>
            <a:r>
              <a:rPr lang="en-US" dirty="0"/>
              <a:t>Hash function should “scatter” the keys, behave as if it randomly assigned keys to indices</a:t>
            </a:r>
          </a:p>
          <a:p>
            <a:pPr lvl="1"/>
            <a:r>
              <a:rPr lang="en-US" dirty="0"/>
              <a:t>Store key at the index given by the hash function</a:t>
            </a:r>
          </a:p>
          <a:p>
            <a:pPr lvl="1"/>
            <a:r>
              <a:rPr lang="en-US" dirty="0"/>
              <a:t>Do something if two keys map to the same place (should be very rare)</a:t>
            </a:r>
          </a:p>
          <a:p>
            <a:pPr lvl="2"/>
            <a:r>
              <a:rPr lang="en-US" dirty="0"/>
              <a:t>Collision resolution</a:t>
            </a:r>
          </a:p>
        </p:txBody>
      </p:sp>
      <p:grpSp>
        <p:nvGrpSpPr>
          <p:cNvPr id="16" name="Group 15" descr="For each operation we will be given a key object.">
            <a:extLst>
              <a:ext uri="{FF2B5EF4-FFF2-40B4-BE49-F238E27FC236}">
                <a16:creationId xmlns:a16="http://schemas.microsoft.com/office/drawing/2014/main" id="{E33969F7-B6FB-C649-85E2-626BA79B8CF1}"/>
              </a:ext>
            </a:extLst>
          </p:cNvPr>
          <p:cNvGrpSpPr/>
          <p:nvPr/>
        </p:nvGrpSpPr>
        <p:grpSpPr>
          <a:xfrm>
            <a:off x="713741" y="5164328"/>
            <a:ext cx="1300479" cy="1147572"/>
            <a:chOff x="713741" y="5164328"/>
            <a:chExt cx="1300479" cy="1147572"/>
          </a:xfrm>
        </p:grpSpPr>
        <p:pic>
          <p:nvPicPr>
            <p:cNvPr id="1026" name="Picture 2" descr="Key Clipart Images – Browse 33,319 Stock Photos, Vectors, and Video | Adobe  Stock">
              <a:extLst>
                <a:ext uri="{FF2B5EF4-FFF2-40B4-BE49-F238E27FC236}">
                  <a16:creationId xmlns:a16="http://schemas.microsoft.com/office/drawing/2014/main" id="{A711E177-0A03-6A78-A571-9F53531A00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" y="5164328"/>
              <a:ext cx="1252220" cy="751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8BC6414-62CE-EA22-FB80-F74A3FDF0CD2}"/>
                </a:ext>
              </a:extLst>
            </p:cNvPr>
            <p:cNvSpPr txBox="1"/>
            <p:nvPr/>
          </p:nvSpPr>
          <p:spPr>
            <a:xfrm>
              <a:off x="713741" y="5942568"/>
              <a:ext cx="11905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Key Object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Arrow: Right 3" descr="We apply a hash function to the key object, which returns an integer.">
                <a:extLst>
                  <a:ext uri="{FF2B5EF4-FFF2-40B4-BE49-F238E27FC236}">
                    <a16:creationId xmlns:a16="http://schemas.microsoft.com/office/drawing/2014/main" id="{45C3AE01-1BAE-1391-79A0-0069B31AEC24}"/>
                  </a:ext>
                </a:extLst>
              </p:cNvPr>
              <p:cNvSpPr/>
              <p:nvPr/>
            </p:nvSpPr>
            <p:spPr>
              <a:xfrm>
                <a:off x="2476500" y="5164328"/>
                <a:ext cx="955040" cy="751840"/>
              </a:xfrm>
              <a:prstGeom prst="rightArrow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Arrow: Right 3" descr="We apply a hash function to the key object, which returns an integer.">
                <a:extLst>
                  <a:ext uri="{FF2B5EF4-FFF2-40B4-BE49-F238E27FC236}">
                    <a16:creationId xmlns:a16="http://schemas.microsoft.com/office/drawing/2014/main" id="{45C3AE01-1BAE-1391-79A0-0069B31AEC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500" y="5164328"/>
                <a:ext cx="955040" cy="751840"/>
              </a:xfrm>
              <a:prstGeom prst="rightArrow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066459D7-FB1D-BBF7-141C-D2577C0E01B4}"/>
              </a:ext>
            </a:extLst>
          </p:cNvPr>
          <p:cNvSpPr txBox="1"/>
          <p:nvPr/>
        </p:nvSpPr>
        <p:spPr>
          <a:xfrm>
            <a:off x="3360260" y="5355328"/>
            <a:ext cx="1422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Some Integer</a:t>
            </a:r>
          </a:p>
        </p:txBody>
      </p:sp>
      <p:sp>
        <p:nvSpPr>
          <p:cNvPr id="17" name="Arrow: Right 16" descr="Next we perform a modulus operation on that integer to select an index of an array for our insert, find, and delete operations.">
            <a:extLst>
              <a:ext uri="{FF2B5EF4-FFF2-40B4-BE49-F238E27FC236}">
                <a16:creationId xmlns:a16="http://schemas.microsoft.com/office/drawing/2014/main" id="{B5298C6D-A5AF-44EB-717D-6711EFE60FC8}"/>
              </a:ext>
            </a:extLst>
          </p:cNvPr>
          <p:cNvSpPr/>
          <p:nvPr/>
        </p:nvSpPr>
        <p:spPr>
          <a:xfrm>
            <a:off x="4754350" y="4783932"/>
            <a:ext cx="2037080" cy="146050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Insert / find /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delete</a:t>
            </a:r>
          </a:p>
        </p:txBody>
      </p:sp>
      <p:grpSp>
        <p:nvGrpSpPr>
          <p:cNvPr id="20" name="Group 19" descr="Our array stores key-value pairs. The index used depends on the result of applying the hash function to the key and then modding by the array's length.">
            <a:extLst>
              <a:ext uri="{FF2B5EF4-FFF2-40B4-BE49-F238E27FC236}">
                <a16:creationId xmlns:a16="http://schemas.microsoft.com/office/drawing/2014/main" id="{2C8BA4EC-B7F1-49C0-3B37-79801EE19605}"/>
              </a:ext>
            </a:extLst>
          </p:cNvPr>
          <p:cNvGrpSpPr/>
          <p:nvPr/>
        </p:nvGrpSpPr>
        <p:grpSpPr>
          <a:xfrm>
            <a:off x="6906260" y="5164328"/>
            <a:ext cx="5120640" cy="640080"/>
            <a:chOff x="6906260" y="5164328"/>
            <a:chExt cx="5120640" cy="6400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5CEE9F9-2EBE-4CC1-9403-3C322B3D011A}"/>
                </a:ext>
              </a:extLst>
            </p:cNvPr>
            <p:cNvGrpSpPr/>
            <p:nvPr/>
          </p:nvGrpSpPr>
          <p:grpSpPr>
            <a:xfrm>
              <a:off x="6906260" y="5164328"/>
              <a:ext cx="5120640" cy="640080"/>
              <a:chOff x="1470660" y="4001294"/>
              <a:chExt cx="5120640" cy="640080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E15F891-EABE-C715-0CC0-B077530D6B06}"/>
                  </a:ext>
                </a:extLst>
              </p:cNvPr>
              <p:cNvSpPr/>
              <p:nvPr/>
            </p:nvSpPr>
            <p:spPr>
              <a:xfrm>
                <a:off x="1470660" y="4001294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916793F-F73D-8588-59C0-B5CD1713D13C}"/>
                  </a:ext>
                </a:extLst>
              </p:cNvPr>
              <p:cNvSpPr/>
              <p:nvPr/>
            </p:nvSpPr>
            <p:spPr>
              <a:xfrm>
                <a:off x="2110740" y="4001294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BF5FE7C-60F8-DCCD-71CA-23CCA50514E5}"/>
                  </a:ext>
                </a:extLst>
              </p:cNvPr>
              <p:cNvSpPr/>
              <p:nvPr/>
            </p:nvSpPr>
            <p:spPr>
              <a:xfrm>
                <a:off x="2750820" y="4001294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E908263-8B67-5D74-ACF7-D2EF2DE9F6C9}"/>
                  </a:ext>
                </a:extLst>
              </p:cNvPr>
              <p:cNvSpPr/>
              <p:nvPr/>
            </p:nvSpPr>
            <p:spPr>
              <a:xfrm>
                <a:off x="3390900" y="4001294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5C47B54-CFE9-D28C-B605-0944181CD613}"/>
                  </a:ext>
                </a:extLst>
              </p:cNvPr>
              <p:cNvSpPr/>
              <p:nvPr/>
            </p:nvSpPr>
            <p:spPr>
              <a:xfrm>
                <a:off x="4030980" y="4001294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D809D88-9346-16AB-47D9-15E1AB178F52}"/>
                  </a:ext>
                </a:extLst>
              </p:cNvPr>
              <p:cNvSpPr/>
              <p:nvPr/>
            </p:nvSpPr>
            <p:spPr>
              <a:xfrm>
                <a:off x="4671060" y="4001294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830064F-7EE5-1285-D430-ECA89FA194B5}"/>
                  </a:ext>
                </a:extLst>
              </p:cNvPr>
              <p:cNvSpPr/>
              <p:nvPr/>
            </p:nvSpPr>
            <p:spPr>
              <a:xfrm>
                <a:off x="5311140" y="4001294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35BB3CB-8E1A-CB22-7ACF-36852255E9A8}"/>
                  </a:ext>
                </a:extLst>
              </p:cNvPr>
              <p:cNvSpPr/>
              <p:nvPr/>
            </p:nvSpPr>
            <p:spPr>
              <a:xfrm>
                <a:off x="5951220" y="4001294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18" name="Picture 2" descr="Key Clipart Images – Browse 33,319 Stock Photos, Vectors, and Video | Adobe  Stock">
              <a:extLst>
                <a:ext uri="{FF2B5EF4-FFF2-40B4-BE49-F238E27FC236}">
                  <a16:creationId xmlns:a16="http://schemas.microsoft.com/office/drawing/2014/main" id="{54070E1C-8E07-4C18-0042-FC895ADDBE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33118" y="5185664"/>
              <a:ext cx="513663" cy="3081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BAE7921-37C6-D987-ECCC-13611CBD6373}"/>
                </a:ext>
              </a:extLst>
            </p:cNvPr>
            <p:cNvSpPr txBox="1"/>
            <p:nvPr/>
          </p:nvSpPr>
          <p:spPr>
            <a:xfrm>
              <a:off x="8100060" y="5435076"/>
              <a:ext cx="81483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&amp; value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71117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A3157-9EDB-A5A0-CA4E-45FD83444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a “Good” Hash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8E848-4314-D161-07CD-DB538594E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Definition: A hash function maps objects to integers</a:t>
            </a:r>
          </a:p>
          <a:p>
            <a:r>
              <a:rPr lang="en-US" dirty="0"/>
              <a:t>Goal: A hash function should behave as if every key is assigned to a random index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Consistent</a:t>
            </a:r>
          </a:p>
          <a:p>
            <a:pPr lvl="1"/>
            <a:r>
              <a:rPr lang="en-US" dirty="0"/>
              <a:t>Objects considered “equal” should hash to the same value</a:t>
            </a:r>
          </a:p>
          <a:p>
            <a:pPr lvl="1"/>
            <a:r>
              <a:rPr lang="en-US" dirty="0"/>
              <a:t>Deterministic: running the hash function on the same object twice should yield the same result</a:t>
            </a:r>
          </a:p>
          <a:p>
            <a:r>
              <a:rPr lang="en-US" b="1" dirty="0"/>
              <a:t>Uniform</a:t>
            </a:r>
          </a:p>
          <a:p>
            <a:pPr lvl="1"/>
            <a:r>
              <a:rPr lang="en-US" dirty="0"/>
              <a:t>Should be able to use every index in a fixed-size array</a:t>
            </a:r>
          </a:p>
          <a:p>
            <a:pPr lvl="1"/>
            <a:r>
              <a:rPr lang="en-US" dirty="0"/>
              <a:t>Should use every index at roughly equal rates</a:t>
            </a:r>
            <a:endParaRPr lang="en-US" b="1" dirty="0"/>
          </a:p>
          <a:p>
            <a:r>
              <a:rPr lang="en-US" b="1" dirty="0"/>
              <a:t>Effective</a:t>
            </a:r>
            <a:endParaRPr lang="en-US" dirty="0"/>
          </a:p>
          <a:p>
            <a:pPr lvl="1"/>
            <a:r>
              <a:rPr lang="en-US" dirty="0"/>
              <a:t>It should be difficult to find two objects which hash to the same value</a:t>
            </a:r>
          </a:p>
          <a:p>
            <a:pPr lvl="1"/>
            <a:r>
              <a:rPr lang="en-US" dirty="0"/>
              <a:t>Given on object, it should be hard to find a different object which hashes to the same value</a:t>
            </a:r>
          </a:p>
          <a:p>
            <a:pPr lvl="1"/>
            <a:r>
              <a:rPr lang="en-US" dirty="0"/>
              <a:t>“Avalanche effect”: making a small change to the object yields big changes in the value it hashes to</a:t>
            </a:r>
          </a:p>
          <a:p>
            <a:r>
              <a:rPr lang="en-US" b="1" dirty="0"/>
              <a:t>Efficient</a:t>
            </a:r>
          </a:p>
          <a:p>
            <a:pPr lvl="1"/>
            <a:r>
              <a:rPr lang="en-US" dirty="0"/>
              <a:t>Time to calculate the hash should be very small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2888C88-9C47-DE0A-0593-74EDA6B86238}"/>
                  </a:ext>
                </a:extLst>
              </p14:cNvPr>
              <p14:cNvContentPartPr/>
              <p14:nvPr/>
            </p14:nvContentPartPr>
            <p14:xfrm>
              <a:off x="442440" y="2363400"/>
              <a:ext cx="8797320" cy="3671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2888C88-9C47-DE0A-0593-74EDA6B8623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3080" y="2354040"/>
                <a:ext cx="8816040" cy="369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8033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C18AD-8782-101D-71B2-AACF88D77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 These Hash Functions (for strings)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2B1475-B392-8867-1600-491BB288DC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 be a string 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be the ascii encoding of the character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37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e>
                        </m:nary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Tips: use prime numbers (in your hash function and as your arrays’ length)</a:t>
                </a:r>
              </a:p>
              <a:p>
                <a:pPr lvl="1"/>
                <a:r>
                  <a:rPr lang="en-US" dirty="0"/>
                  <a:t>x = 37(x + a(</a:t>
                </a:r>
                <a:r>
                  <a:rPr lang="en-US" dirty="0" err="1"/>
                  <a:t>s_i</a:t>
                </a:r>
                <a:r>
                  <a:rPr lang="en-US" dirty="0"/>
                  <a:t>))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2⋅</m:t>
                        </m:r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37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e>
                        </m:nary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2B1475-B392-8867-1600-491BB288DC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4277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EB21B-983A-7F4D-AB2A-1B8088E50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37551-8A02-8C7A-602B-6AAC9CB09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Those Example Hash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812570-FEA2-2252-6C25-829FA46434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 be a string 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be the ascii encoding of the character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Is: consistent, efficient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Is: consistent, efficient, and possibly uniform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37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e>
                        </m:nary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Is: Consistent, efficient, uniform, and effective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2⋅</m:t>
                        </m:r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37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e>
                        </m:nary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Is: Consistent, efficient, effective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812570-FEA2-2252-6C25-829FA46434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 b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3211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E667C-B941-C501-51C7-D82169935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Ideal Insert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2349D-FC71-54C6-22B8-58D6B00AA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Supposing we have a “good” hash function: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insert(key, value){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h = </a:t>
            </a:r>
            <a:r>
              <a:rPr lang="en-US" dirty="0" err="1">
                <a:latin typeface="Consolas" panose="020B0609020204030204" pitchFamily="49" charset="0"/>
              </a:rPr>
              <a:t>key.hash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table[h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r>
              <a:rPr lang="en-US" dirty="0">
                <a:latin typeface="Consolas" panose="020B0609020204030204" pitchFamily="49" charset="0"/>
              </a:rPr>
              <a:t>] = value;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/>
              <a:t>Problem: It’s possible that two different keys map to the same index!</a:t>
            </a:r>
          </a:p>
          <a:p>
            <a:pPr marL="0" indent="0">
              <a:buNone/>
            </a:pPr>
            <a:r>
              <a:rPr lang="en-US" dirty="0"/>
              <a:t>This is called a “collision”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CB602A6-00BC-67FC-5E7D-C7E1C1643BD7}"/>
                  </a:ext>
                </a:extLst>
              </p14:cNvPr>
              <p14:cNvContentPartPr/>
              <p14:nvPr/>
            </p14:nvContentPartPr>
            <p14:xfrm>
              <a:off x="863280" y="1319400"/>
              <a:ext cx="7202520" cy="3334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CB602A6-00BC-67FC-5E7D-C7E1C1643BD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3920" y="1310040"/>
                <a:ext cx="7221240" cy="335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0651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4A8AF-72A5-B472-A0CD-E37AFD3D0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Resolution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7292A-1917-0E43-0B96-34F56EC9D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Collision occurs when we want to insert something into an already-occupied position in the hash table</a:t>
            </a:r>
          </a:p>
          <a:p>
            <a:r>
              <a:rPr lang="en-US" dirty="0"/>
              <a:t>2 main strategies:</a:t>
            </a:r>
          </a:p>
          <a:p>
            <a:pPr lvl="1"/>
            <a:r>
              <a:rPr lang="en-US" dirty="0"/>
              <a:t>Separate Chaining</a:t>
            </a:r>
          </a:p>
          <a:p>
            <a:pPr lvl="2"/>
            <a:r>
              <a:rPr lang="en-US" dirty="0"/>
              <a:t>Use a secondary data structure to contain the items</a:t>
            </a:r>
          </a:p>
          <a:p>
            <a:pPr lvl="3"/>
            <a:r>
              <a:rPr lang="en-US" dirty="0"/>
              <a:t>E.g. each index in the hash table is itself a linked list</a:t>
            </a:r>
          </a:p>
          <a:p>
            <a:pPr lvl="1"/>
            <a:r>
              <a:rPr lang="en-US" dirty="0"/>
              <a:t>Open Addressing</a:t>
            </a:r>
          </a:p>
          <a:p>
            <a:pPr lvl="2"/>
            <a:r>
              <a:rPr lang="en-US" dirty="0"/>
              <a:t>Use a different spot in the table instead</a:t>
            </a:r>
          </a:p>
          <a:p>
            <a:pPr lvl="3"/>
            <a:r>
              <a:rPr lang="en-US" dirty="0"/>
              <a:t>Linear Probing</a:t>
            </a:r>
          </a:p>
          <a:p>
            <a:pPr lvl="3"/>
            <a:r>
              <a:rPr lang="en-US" dirty="0"/>
              <a:t>Quadratic Probing</a:t>
            </a:r>
          </a:p>
          <a:p>
            <a:pPr lvl="3"/>
            <a:r>
              <a:rPr lang="en-US" dirty="0"/>
              <a:t>Double Hashing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3" descr="An empty array of size 10">
            <a:extLst>
              <a:ext uri="{FF2B5EF4-FFF2-40B4-BE49-F238E27FC236}">
                <a16:creationId xmlns:a16="http://schemas.microsoft.com/office/drawing/2014/main" id="{AF91B734-73D3-DC0E-2EA2-99B52DE40162}"/>
              </a:ext>
            </a:extLst>
          </p:cNvPr>
          <p:cNvGrpSpPr/>
          <p:nvPr/>
        </p:nvGrpSpPr>
        <p:grpSpPr>
          <a:xfrm>
            <a:off x="5389880" y="5395595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BAB576A-E277-4D44-8605-52AA1885F28A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B6B729D-973C-9729-632E-7734BF046430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D280AE4-DF69-9BCF-A1E0-3A8E6BE2B33B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B8C4FDE-B0DE-2771-370F-1A0C867096C0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B97DC60-EB0D-24EA-F496-C00651236C4A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8589CB5-BA80-50F5-226F-5781BC30B897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1334B41-6AC4-A0BD-25EF-9FB7C063565F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AA01879-292C-EAF8-264C-81133339D775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0E7C03F-94AB-7223-381C-92C41393769B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75E6F94F-27FE-D263-E64E-FE7AB20BF7C9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F73501A-40F5-F49B-0791-7DCE4C018645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5C056CA-946D-B557-9168-1E9CA2B477B6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2E4B604-A8C8-A753-DAD3-56463AC1B8B9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40D010B-46BA-24A7-2F9F-E2B5E82325AC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DE21E00-A30B-1A54-F38A-541C565F9340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4F2D1BF-F61C-68D8-1070-7FA83CFF1DF3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D8FBC60-940C-B628-8C12-BC09ED41F408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9443195-B9EA-DE7E-DBA2-00E011DBA1C2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800E23E-90B1-5279-C25A-4E2AC8972ED3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77FE1D7-CC95-D643-4744-7214AFBD5D15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DCB5281-E8A2-F396-0EC9-1F31090E63F7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ED01229-04B7-F7D8-4C7C-A8A02458CA1E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B9CACE0D-5F1F-018A-A9A1-8D61D058C2F0}"/>
                  </a:ext>
                </a:extLst>
              </p14:cNvPr>
              <p14:cNvContentPartPr/>
              <p14:nvPr/>
            </p14:nvContentPartPr>
            <p14:xfrm>
              <a:off x="906480" y="3227040"/>
              <a:ext cx="1533600" cy="16473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B9CACE0D-5F1F-018A-A9A1-8D61D058C2F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7120" y="3217680"/>
                <a:ext cx="1552320" cy="166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9381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F4894-2A49-82B5-C96E-DFA05D0FF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Separate Chaining Insert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D5626-3246-1215-758C-CBB80CF69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insert </a:t>
            </a:r>
            <a:r>
              <a:rPr lang="en-US" dirty="0">
                <a:latin typeface="Consolas" panose="020B0609020204030204" pitchFamily="49" charset="0"/>
              </a:rPr>
              <a:t>k, v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Compute the index using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h(k)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Add the key-value pair to the data structure at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</a:p>
          <a:p>
            <a:pPr lvl="1"/>
            <a:endParaRPr lang="en-US" dirty="0"/>
          </a:p>
        </p:txBody>
      </p:sp>
      <p:grpSp>
        <p:nvGrpSpPr>
          <p:cNvPr id="28" name="Group 27" descr="An example of a separate chaining hash table. It is an array, where some indices of the array have a reference to the front node of a linked list. Those linked lists contain key-value pairs.&#10;&#10;A separate chaining hashtable is an array of linked lists, where each linked list stores the key-value pairs for keys that map to that index.">
            <a:extLst>
              <a:ext uri="{FF2B5EF4-FFF2-40B4-BE49-F238E27FC236}">
                <a16:creationId xmlns:a16="http://schemas.microsoft.com/office/drawing/2014/main" id="{F0D0E908-65FA-3B86-F2C7-EB14E6925F15}"/>
              </a:ext>
            </a:extLst>
          </p:cNvPr>
          <p:cNvGrpSpPr/>
          <p:nvPr/>
        </p:nvGrpSpPr>
        <p:grpSpPr>
          <a:xfrm>
            <a:off x="5389880" y="3947797"/>
            <a:ext cx="6400800" cy="2545078"/>
            <a:chOff x="5389880" y="3947797"/>
            <a:chExt cx="6400800" cy="254507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F7D1AD0-1B9E-412D-3A20-E79C7C02DFF4}"/>
                </a:ext>
              </a:extLst>
            </p:cNvPr>
            <p:cNvGrpSpPr/>
            <p:nvPr/>
          </p:nvGrpSpPr>
          <p:grpSpPr>
            <a:xfrm>
              <a:off x="5389880" y="5395595"/>
              <a:ext cx="6400800" cy="1097280"/>
              <a:chOff x="4953000" y="660717"/>
              <a:chExt cx="6400800" cy="1097280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07386195-BD90-00BB-B11C-2E0A51EBF726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EA268444-E9D8-103A-F880-AB46C12BC769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2FE7D612-CC0B-0352-BEBB-325F28C5F24F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0094040C-B153-41DB-4A4A-4062B5FB7766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7086E2FC-87C5-76F1-BF3B-38BF8C1727B2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BBEE80FF-E49F-4242-CE72-CE8B36A51656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90C3ED64-7D18-86F3-420B-1C3D977FD624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71237C98-7B2E-9E91-022B-629C5413948D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B8E410D9-4E58-2B93-328E-E35FEF26D712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B5871046-D0CF-483C-3624-DB67CD874028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AE97B709-8E5C-B28D-C6FB-76F340883847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3E104D4D-BF21-079D-627C-D3EF4B58C1C9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B92CA787-F351-99CE-8252-3670679984A2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DFDE562F-FEFB-3C87-66C5-4FC515819004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10A1EED9-0D82-9636-8B98-6D690796FEDE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7BDFB5B6-896C-C056-1726-CBD6B12B0DE9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090583C2-0EFF-A52C-5C11-BC8107E92DD0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7B9558DB-4D3B-2005-36D4-28AC5C20D22A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B224E418-7E41-4486-364E-ACB18FBC9F01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4DEB544B-D1D8-EE6A-385C-E7D77E8C8DB1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1FE74979-FA11-F7E9-3C7A-3704658B6B39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ED3DD26-95AB-A798-AE3E-AB168FC60C26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0C9EE3D-D77C-1669-D63E-C775BFAB8BA3}"/>
                </a:ext>
              </a:extLst>
            </p:cNvPr>
            <p:cNvSpPr/>
            <p:nvPr/>
          </p:nvSpPr>
          <p:spPr>
            <a:xfrm>
              <a:off x="6755765" y="4671696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DC057F3-CE4E-FEA4-8BF7-41B10D3E6F86}"/>
                </a:ext>
              </a:extLst>
            </p:cNvPr>
            <p:cNvCxnSpPr>
              <a:cxnSpLocks/>
              <a:stCxn id="19" idx="0"/>
              <a:endCxn id="27" idx="2"/>
            </p:cNvCxnSpPr>
            <p:nvPr/>
          </p:nvCxnSpPr>
          <p:spPr>
            <a:xfrm flipV="1">
              <a:off x="6990080" y="5140326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549F27C-56EF-C166-BA10-B4920B8A79A7}"/>
                </a:ext>
              </a:extLst>
            </p:cNvPr>
            <p:cNvSpPr/>
            <p:nvPr/>
          </p:nvSpPr>
          <p:spPr>
            <a:xfrm>
              <a:off x="8703309" y="4671696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113F12D4-0282-8596-10ED-55462BC4C9AF}"/>
                </a:ext>
              </a:extLst>
            </p:cNvPr>
            <p:cNvCxnSpPr>
              <a:cxnSpLocks/>
              <a:endCxn id="31" idx="2"/>
            </p:cNvCxnSpPr>
            <p:nvPr/>
          </p:nvCxnSpPr>
          <p:spPr>
            <a:xfrm flipV="1">
              <a:off x="8937624" y="5140326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D82D35A-7B8F-9FB2-74C6-AA71BF05EB5A}"/>
                </a:ext>
              </a:extLst>
            </p:cNvPr>
            <p:cNvSpPr/>
            <p:nvPr/>
          </p:nvSpPr>
          <p:spPr>
            <a:xfrm>
              <a:off x="8703309" y="3947797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9F92726D-8930-6161-E4CD-6CD38D725815}"/>
                </a:ext>
              </a:extLst>
            </p:cNvPr>
            <p:cNvCxnSpPr>
              <a:cxnSpLocks/>
              <a:endCxn id="33" idx="2"/>
            </p:cNvCxnSpPr>
            <p:nvPr/>
          </p:nvCxnSpPr>
          <p:spPr>
            <a:xfrm flipV="1">
              <a:off x="8937624" y="4416427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53BE7A81-9694-7CB7-983A-169EA19BC75D}"/>
                  </a:ext>
                </a:extLst>
              </p14:cNvPr>
              <p14:cNvContentPartPr/>
              <p14:nvPr/>
            </p14:nvContentPartPr>
            <p14:xfrm>
              <a:off x="1139760" y="1980720"/>
              <a:ext cx="8450280" cy="381204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53BE7A81-9694-7CB7-983A-169EA19BC75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30400" y="1971360"/>
                <a:ext cx="8469000" cy="383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9515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F4894-2A49-82B5-C96E-DFA05D0FF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Separate Chaining Find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D5626-3246-1215-758C-CBB80CF69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find </a:t>
            </a:r>
            <a:r>
              <a:rPr lang="en-US" dirty="0">
                <a:latin typeface="Consolas" panose="020B0609020204030204" pitchFamily="49" charset="0"/>
              </a:rPr>
              <a:t>k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Compute the index using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h(k)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Call find with the key on the data structure at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endParaRPr lang="en-US" dirty="0"/>
          </a:p>
          <a:p>
            <a:pPr lvl="1"/>
            <a:endParaRPr lang="en-US" dirty="0"/>
          </a:p>
        </p:txBody>
      </p:sp>
      <p:grpSp>
        <p:nvGrpSpPr>
          <p:cNvPr id="28" name="Group 27" descr="An example of a separate chaining hash table. It is an array, where some indices of the array have a reference to the front node of a linked list. Those linked lists contain key-value pairs.&#10;&#10;A separate chaining hashtable is an array of linked lists, where each linked list stores the key-value pairs for keys that map to that index.">
            <a:extLst>
              <a:ext uri="{FF2B5EF4-FFF2-40B4-BE49-F238E27FC236}">
                <a16:creationId xmlns:a16="http://schemas.microsoft.com/office/drawing/2014/main" id="{704D9272-389E-D58A-0B56-E0F660DB9F59}"/>
              </a:ext>
            </a:extLst>
          </p:cNvPr>
          <p:cNvGrpSpPr/>
          <p:nvPr/>
        </p:nvGrpSpPr>
        <p:grpSpPr>
          <a:xfrm>
            <a:off x="5389880" y="3947797"/>
            <a:ext cx="6400800" cy="2545078"/>
            <a:chOff x="5389880" y="3947797"/>
            <a:chExt cx="6400800" cy="254507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F7D1AD0-1B9E-412D-3A20-E79C7C02DFF4}"/>
                </a:ext>
              </a:extLst>
            </p:cNvPr>
            <p:cNvGrpSpPr/>
            <p:nvPr/>
          </p:nvGrpSpPr>
          <p:grpSpPr>
            <a:xfrm>
              <a:off x="5389880" y="5395595"/>
              <a:ext cx="6400800" cy="1097280"/>
              <a:chOff x="4953000" y="660717"/>
              <a:chExt cx="6400800" cy="1097280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07386195-BD90-00BB-B11C-2E0A51EBF726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EA268444-E9D8-103A-F880-AB46C12BC769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2FE7D612-CC0B-0352-BEBB-325F28C5F24F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0094040C-B153-41DB-4A4A-4062B5FB7766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7086E2FC-87C5-76F1-BF3B-38BF8C1727B2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BBEE80FF-E49F-4242-CE72-CE8B36A51656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90C3ED64-7D18-86F3-420B-1C3D977FD624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71237C98-7B2E-9E91-022B-629C5413948D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B8E410D9-4E58-2B93-328E-E35FEF26D712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B5871046-D0CF-483C-3624-DB67CD874028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AE97B709-8E5C-B28D-C6FB-76F340883847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3E104D4D-BF21-079D-627C-D3EF4B58C1C9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B92CA787-F351-99CE-8252-3670679984A2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DFDE562F-FEFB-3C87-66C5-4FC515819004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10A1EED9-0D82-9636-8B98-6D690796FEDE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7BDFB5B6-896C-C056-1726-CBD6B12B0DE9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090583C2-0EFF-A52C-5C11-BC8107E92DD0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7B9558DB-4D3B-2005-36D4-28AC5C20D22A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B224E418-7E41-4486-364E-ACB18FBC9F01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4DEB544B-D1D8-EE6A-385C-E7D77E8C8DB1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1FE74979-FA11-F7E9-3C7A-3704658B6B39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ED3DD26-95AB-A798-AE3E-AB168FC60C26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0C9EE3D-D77C-1669-D63E-C775BFAB8BA3}"/>
                </a:ext>
              </a:extLst>
            </p:cNvPr>
            <p:cNvSpPr/>
            <p:nvPr/>
          </p:nvSpPr>
          <p:spPr>
            <a:xfrm>
              <a:off x="6755765" y="4671696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DC057F3-CE4E-FEA4-8BF7-41B10D3E6F86}"/>
                </a:ext>
              </a:extLst>
            </p:cNvPr>
            <p:cNvCxnSpPr>
              <a:cxnSpLocks/>
              <a:stCxn id="19" idx="0"/>
              <a:endCxn id="27" idx="2"/>
            </p:cNvCxnSpPr>
            <p:nvPr/>
          </p:nvCxnSpPr>
          <p:spPr>
            <a:xfrm flipV="1">
              <a:off x="6990080" y="5140326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549F27C-56EF-C166-BA10-B4920B8A79A7}"/>
                </a:ext>
              </a:extLst>
            </p:cNvPr>
            <p:cNvSpPr/>
            <p:nvPr/>
          </p:nvSpPr>
          <p:spPr>
            <a:xfrm>
              <a:off x="8703309" y="4671696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113F12D4-0282-8596-10ED-55462BC4C9AF}"/>
                </a:ext>
              </a:extLst>
            </p:cNvPr>
            <p:cNvCxnSpPr>
              <a:cxnSpLocks/>
              <a:endCxn id="31" idx="2"/>
            </p:cNvCxnSpPr>
            <p:nvPr/>
          </p:nvCxnSpPr>
          <p:spPr>
            <a:xfrm flipV="1">
              <a:off x="8937624" y="5140326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D82D35A-7B8F-9FB2-74C6-AA71BF05EB5A}"/>
                </a:ext>
              </a:extLst>
            </p:cNvPr>
            <p:cNvSpPr/>
            <p:nvPr/>
          </p:nvSpPr>
          <p:spPr>
            <a:xfrm>
              <a:off x="8703309" y="3947797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9F92726D-8930-6161-E4CD-6CD38D725815}"/>
                </a:ext>
              </a:extLst>
            </p:cNvPr>
            <p:cNvCxnSpPr>
              <a:cxnSpLocks/>
              <a:endCxn id="33" idx="2"/>
            </p:cNvCxnSpPr>
            <p:nvPr/>
          </p:nvCxnSpPr>
          <p:spPr>
            <a:xfrm flipV="1">
              <a:off x="8937624" y="4416427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65DD680-86BF-D0E6-D8CC-8AFF69AA78E5}"/>
                  </a:ext>
                </a:extLst>
              </p14:cNvPr>
              <p14:cNvContentPartPr/>
              <p14:nvPr/>
            </p14:nvContentPartPr>
            <p14:xfrm>
              <a:off x="4406040" y="2130840"/>
              <a:ext cx="5058000" cy="34876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65DD680-86BF-D0E6-D8CC-8AFF69AA78E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96680" y="2121480"/>
                <a:ext cx="5076720" cy="350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75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F4894-2A49-82B5-C96E-DFA05D0FF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Separate Chaining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D5626-3246-1215-758C-CBB80CF69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delete </a:t>
            </a:r>
            <a:r>
              <a:rPr lang="en-US" dirty="0">
                <a:latin typeface="Consolas" panose="020B0609020204030204" pitchFamily="49" charset="0"/>
              </a:rPr>
              <a:t>k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Compute the index using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h(k)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Call delete with the key on the data structure at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endParaRPr lang="en-US" dirty="0"/>
          </a:p>
          <a:p>
            <a:pPr lvl="1"/>
            <a:endParaRPr lang="en-US" dirty="0"/>
          </a:p>
        </p:txBody>
      </p:sp>
      <p:grpSp>
        <p:nvGrpSpPr>
          <p:cNvPr id="4" name="Group 3" descr="An example of a separate chaining hash table. It is an array, where some indices of the array have a reference to the front node of a linked list. Those linked lists contain key-value pairs.&#10;&#10;A separate chaining hashtable is an array of linked lists, where each linked list stores the key-value pairs for keys that map to that index.">
            <a:extLst>
              <a:ext uri="{FF2B5EF4-FFF2-40B4-BE49-F238E27FC236}">
                <a16:creationId xmlns:a16="http://schemas.microsoft.com/office/drawing/2014/main" id="{C50485C1-971C-8906-53EB-58262418D02F}"/>
              </a:ext>
            </a:extLst>
          </p:cNvPr>
          <p:cNvGrpSpPr/>
          <p:nvPr/>
        </p:nvGrpSpPr>
        <p:grpSpPr>
          <a:xfrm>
            <a:off x="5389880" y="3947797"/>
            <a:ext cx="6400800" cy="2545078"/>
            <a:chOff x="5389880" y="3947797"/>
            <a:chExt cx="6400800" cy="2545078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991ECDB6-DBDB-A8C5-13B8-D40E0B56F6CF}"/>
                </a:ext>
              </a:extLst>
            </p:cNvPr>
            <p:cNvGrpSpPr/>
            <p:nvPr/>
          </p:nvGrpSpPr>
          <p:grpSpPr>
            <a:xfrm>
              <a:off x="5389880" y="5395595"/>
              <a:ext cx="6400800" cy="1097280"/>
              <a:chOff x="4953000" y="660717"/>
              <a:chExt cx="6400800" cy="1097280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1AA78154-D2A0-BF2C-9B37-89A4A1379974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2B331FF7-4ADF-F5C5-5A92-E2E26C322D81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343150A1-3A0C-0E2E-806A-D901BAA46E5C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07FA6F73-9326-7623-286F-F79D18C948C5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4B00C70B-769B-1252-448C-DD9A7F25B82A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5A2345D6-30A8-DE1D-1642-CCCCDFD9C13C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D9FD4096-164B-4E14-BE95-4D30896294AD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85C0D695-3EA8-5B0F-C8B5-F6B37DA781FD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364378A1-329E-3EB3-A369-D972CA452FA1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01D4BB78-3629-F57F-7936-EEB4230E3113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D5268C3D-BFFE-225B-A692-AF99650934DB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44B1FA29-7E34-0841-EC22-1222491D9C3E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EA02254A-91CA-3383-8EF6-F5AAF94312F5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2117B7E3-7CA7-C371-0E02-C5C5A9B5A6B6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31CDC39D-5234-7CFE-F9A7-BFA74A9CBB84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A7FECAC9-D12D-95A0-AB8A-DD19A4DFF49A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931F0E9C-6E2C-32C5-2754-D26A3538B18C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D6D4FDA9-756B-31B1-096F-002F125364F4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AB26DF93-8ABD-57E7-3342-E8BB1220BBEA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F9BDE1C0-1567-F432-BFC9-5D6917EBB1F1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94E56DA0-CB51-CD5D-0F83-6A455B6DB6CA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4FA49A12-E978-D7D8-6386-D6286151FBC2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8BF4F05-1F9D-06B3-2DDC-C289E853CCE0}"/>
                </a:ext>
              </a:extLst>
            </p:cNvPr>
            <p:cNvSpPr/>
            <p:nvPr/>
          </p:nvSpPr>
          <p:spPr>
            <a:xfrm>
              <a:off x="6755765" y="4671696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0787E9B0-35F3-4A63-957F-9FA7F2B518A2}"/>
                </a:ext>
              </a:extLst>
            </p:cNvPr>
            <p:cNvCxnSpPr>
              <a:cxnSpLocks/>
              <a:stCxn id="48" idx="0"/>
              <a:endCxn id="56" idx="2"/>
            </p:cNvCxnSpPr>
            <p:nvPr/>
          </p:nvCxnSpPr>
          <p:spPr>
            <a:xfrm flipV="1">
              <a:off x="6990080" y="5140326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8099790F-4528-AB94-CDB3-F6CC4231DE2C}"/>
                </a:ext>
              </a:extLst>
            </p:cNvPr>
            <p:cNvSpPr/>
            <p:nvPr/>
          </p:nvSpPr>
          <p:spPr>
            <a:xfrm>
              <a:off x="8703309" y="4671696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B0104CAB-B7CB-EF56-EAD8-BC0CD889224E}"/>
                </a:ext>
              </a:extLst>
            </p:cNvPr>
            <p:cNvCxnSpPr>
              <a:cxnSpLocks/>
              <a:endCxn id="58" idx="2"/>
            </p:cNvCxnSpPr>
            <p:nvPr/>
          </p:nvCxnSpPr>
          <p:spPr>
            <a:xfrm flipV="1">
              <a:off x="8937624" y="5140326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E13C852-F822-AC77-8026-CE353C7665DD}"/>
                </a:ext>
              </a:extLst>
            </p:cNvPr>
            <p:cNvSpPr/>
            <p:nvPr/>
          </p:nvSpPr>
          <p:spPr>
            <a:xfrm>
              <a:off x="8703309" y="3947797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751ADFC5-0306-0154-E32F-D9B258F02E0B}"/>
                </a:ext>
              </a:extLst>
            </p:cNvPr>
            <p:cNvCxnSpPr>
              <a:cxnSpLocks/>
              <a:endCxn id="60" idx="2"/>
            </p:cNvCxnSpPr>
            <p:nvPr/>
          </p:nvCxnSpPr>
          <p:spPr>
            <a:xfrm flipV="1">
              <a:off x="8937624" y="4416427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F028060-A6D4-C4ED-8101-824777DDAD1F}"/>
                  </a:ext>
                </a:extLst>
              </p14:cNvPr>
              <p14:cNvContentPartPr/>
              <p14:nvPr/>
            </p14:nvContentPartPr>
            <p14:xfrm>
              <a:off x="4513680" y="1622520"/>
              <a:ext cx="4704480" cy="41580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F028060-A6D4-C4ED-8101-824777DDAD1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04320" y="1613160"/>
                <a:ext cx="4723200" cy="417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82890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208DC-CFA0-51FE-747F-B24C466E3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Running Time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1269A8-5366-06F8-EC79-56A7CF5C93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</a:t>
                </a:r>
                <a:r>
                  <a:rPr lang="en-US" b="1" dirty="0"/>
                  <a:t>load factor</a:t>
                </a:r>
                <a:r>
                  <a:rPr lang="en-US" dirty="0"/>
                  <a:t> of a hash table represents the average number of items per “bucket”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𝑙𝑒𝑛𝑔𝑡h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Assume we have a hash table that uses a linked-list for separate chaining</a:t>
                </a:r>
              </a:p>
              <a:p>
                <a:pPr lvl="1"/>
                <a:r>
                  <a:rPr lang="en-US" dirty="0"/>
                  <a:t>What is the expected number of comparisons needed in an unsuccessful find?</a:t>
                </a:r>
              </a:p>
              <a:p>
                <a:pPr lvl="2"/>
                <a:endParaRPr lang="en-US" dirty="0"/>
              </a:p>
              <a:p>
                <a:pPr lvl="1"/>
                <a:r>
                  <a:rPr lang="en-US" dirty="0"/>
                  <a:t>What is the expected number of comparisons needed in a successful find?</a:t>
                </a:r>
              </a:p>
              <a:p>
                <a:r>
                  <a:rPr lang="en-US" dirty="0"/>
                  <a:t>How can we make the expected running 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1269A8-5366-06F8-EC79-56A7CF5C93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B6D0E25-63D1-6812-4950-CECC6E37D4F5}"/>
                  </a:ext>
                </a:extLst>
              </p14:cNvPr>
              <p14:cNvContentPartPr/>
              <p14:nvPr/>
            </p14:nvContentPartPr>
            <p14:xfrm>
              <a:off x="424080" y="2079000"/>
              <a:ext cx="11101680" cy="3710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B6D0E25-63D1-6812-4950-CECC6E37D4F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4720" y="2069640"/>
                <a:ext cx="11120400" cy="372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3496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F8A99-EE1D-8BA1-BF8F-8AE8428FD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5739B-EF93-6D32-C090-5A36AA6BA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Running Time Analysis (Answers)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46576E-E441-D262-342D-969920D971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The </a:t>
                </a:r>
                <a:r>
                  <a:rPr lang="en-US" b="1" dirty="0"/>
                  <a:t>load factor</a:t>
                </a:r>
                <a:r>
                  <a:rPr lang="en-US" dirty="0"/>
                  <a:t> of a hash table represents the average number of items per “bucket”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𝑙𝑒𝑛𝑔𝑡h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Assume we have a hash table that uses a linked-list for separate chaining</a:t>
                </a:r>
              </a:p>
              <a:p>
                <a:pPr lvl="1"/>
                <a:r>
                  <a:rPr lang="en-US" dirty="0"/>
                  <a:t>What is the expected number of comparisons needed in an unsuccessful find?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What is the expected number of comparisons needed in a successful find?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How can we make the expected running 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/>
                <a:r>
                  <a:rPr lang="en-US" dirty="0"/>
                  <a:t>Pick a constant value, resize the array whenever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exceeds that constant</a:t>
                </a:r>
              </a:p>
              <a:p>
                <a:pPr lvl="2"/>
                <a:r>
                  <a:rPr lang="en-US" dirty="0"/>
                  <a:t>We’ll talk about which constant we should pick later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46576E-E441-D262-342D-969920D971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 r="-1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76B304D-546A-DFF1-673D-300F864F7139}"/>
                  </a:ext>
                </a:extLst>
              </p14:cNvPr>
              <p14:cNvContentPartPr/>
              <p14:nvPr/>
            </p14:nvContentPartPr>
            <p14:xfrm>
              <a:off x="1419480" y="4892400"/>
              <a:ext cx="7531200" cy="894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76B304D-546A-DFF1-673D-300F864F713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10120" y="4883040"/>
                <a:ext cx="7549920" cy="912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536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A separate chaining hash table of length 10. Index 2 of the array has 1 item, index 5 has 2 items, all other indices are empty.&#10;&#10;Because the total number of key-value pairs present is 3, and the length of the array is 10, the load factor is 3/10 = 0.3.">
            <a:extLst>
              <a:ext uri="{FF2B5EF4-FFF2-40B4-BE49-F238E27FC236}">
                <a16:creationId xmlns:a16="http://schemas.microsoft.com/office/drawing/2014/main" id="{F50E0FBA-6F79-02B9-10AD-EEAD859AE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Factor Example 1</a:t>
            </a:r>
          </a:p>
        </p:txBody>
      </p:sp>
      <p:grpSp>
        <p:nvGrpSpPr>
          <p:cNvPr id="33" name="Group 32" descr="A separate chaining hash table of length 10. Index 2 of the array has 1 item, index 5 has 2 items, all other indices are empty.&#10;&#10;Because the total number of key-value pairs present is 3, and the length of the array is 10, the load factor is 3/10 = 0.3.">
            <a:extLst>
              <a:ext uri="{FF2B5EF4-FFF2-40B4-BE49-F238E27FC236}">
                <a16:creationId xmlns:a16="http://schemas.microsoft.com/office/drawing/2014/main" id="{B3CE968D-5F5C-9F08-A69F-AF2588EBB0F0}"/>
              </a:ext>
            </a:extLst>
          </p:cNvPr>
          <p:cNvGrpSpPr/>
          <p:nvPr/>
        </p:nvGrpSpPr>
        <p:grpSpPr>
          <a:xfrm>
            <a:off x="3002280" y="1825625"/>
            <a:ext cx="6400800" cy="2545078"/>
            <a:chOff x="3002280" y="1825625"/>
            <a:chExt cx="6400800" cy="254507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263F0AD-B366-C970-FEE0-A04A115DD57E}"/>
                </a:ext>
              </a:extLst>
            </p:cNvPr>
            <p:cNvGrpSpPr/>
            <p:nvPr/>
          </p:nvGrpSpPr>
          <p:grpSpPr>
            <a:xfrm>
              <a:off x="3002280" y="3273423"/>
              <a:ext cx="6400800" cy="1097280"/>
              <a:chOff x="4953000" y="660717"/>
              <a:chExt cx="6400800" cy="1097280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339C43E9-2D02-A0AE-77F2-A88FDACCC3C2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FF2AE310-76CF-A4D1-646A-CF24361BD1FB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E01462BD-18BE-92D9-F615-720C0D738196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D0EE0AF8-5E31-EE08-B930-3691FC794464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F55D9A24-F483-575F-AC5F-5F0956AC4284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5F202C58-CBB5-012D-D557-2A031682B6B5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F8089122-E844-682A-D3C8-8FEB69345244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E116D899-11B0-3132-F34D-1A8546F88966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F6F0C92C-0A6A-A736-6854-6B83789D1F32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110D7F84-AB37-0A22-EEBF-60DCC570F6AE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81791840-5C39-5A87-C232-121A7EFD5A32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B4AC9D25-BE1B-EA8E-3CDF-55103A55DC69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7DE504D8-C13D-913E-0F85-BCB0208DE1BE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11517909-B239-ADEF-BE68-21168FF28B40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5AF83179-0D61-6102-E798-298CCFBFBEBC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2E3EBF93-6D9A-6005-B678-19C29F8FB65E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8E42C8D5-406E-0A13-A085-6CA809BE4D2F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2020D2B5-E5BA-F903-664F-E14D4888F269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80F2615A-DEB3-179F-B749-F850767EF3A5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9186ADB1-F3AC-5513-3A43-A3DACE0EEBB3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C32600D7-9784-D14C-E329-06747D4BA920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C19CA43-9C52-3476-02AB-173F335F4DCC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F2BE152A-DD21-A1D9-F9DB-36C450E2C305}"/>
                    </a:ext>
                  </a:extLst>
                </p:cNvPr>
                <p:cNvSpPr/>
                <p:nvPr/>
              </p:nvSpPr>
              <p:spPr>
                <a:xfrm>
                  <a:off x="4368165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F2BE152A-DD21-A1D9-F9DB-36C450E2C3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8165" y="2549524"/>
                  <a:ext cx="468630" cy="468630"/>
                </a:xfrm>
                <a:prstGeom prst="rect">
                  <a:avLst/>
                </a:prstGeom>
                <a:blipFill>
                  <a:blip r:embed="rId2"/>
                  <a:stretch>
                    <a:fillRect l="-102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BD6838AF-6EEE-FDD0-E016-B6452060B852}"/>
                </a:ext>
              </a:extLst>
            </p:cNvPr>
            <p:cNvCxnSpPr>
              <a:cxnSpLocks/>
              <a:stCxn id="19" idx="0"/>
              <a:endCxn id="27" idx="2"/>
            </p:cNvCxnSpPr>
            <p:nvPr/>
          </p:nvCxnSpPr>
          <p:spPr>
            <a:xfrm flipV="1">
              <a:off x="4602480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F26FCB5F-C80E-58DD-C419-EE8648D2A51C}"/>
                    </a:ext>
                  </a:extLst>
                </p:cNvPr>
                <p:cNvSpPr/>
                <p:nvPr/>
              </p:nvSpPr>
              <p:spPr>
                <a:xfrm>
                  <a:off x="6315709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F26FCB5F-C80E-58DD-C419-EE8648D2A5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5709" y="2549524"/>
                  <a:ext cx="468630" cy="468630"/>
                </a:xfrm>
                <a:prstGeom prst="rect">
                  <a:avLst/>
                </a:prstGeom>
                <a:blipFill>
                  <a:blip r:embed="rId3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26620DF4-C4AC-F0A0-8AF7-1B9AA29AE047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 flipV="1">
              <a:off x="6550024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CA7CFFF-707E-EEF0-FCB3-F96A6B07358B}"/>
                    </a:ext>
                  </a:extLst>
                </p:cNvPr>
                <p:cNvSpPr/>
                <p:nvPr/>
              </p:nvSpPr>
              <p:spPr>
                <a:xfrm>
                  <a:off x="6315709" y="1825625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CA7CFFF-707E-EEF0-FCB3-F96A6B0735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5709" y="1825625"/>
                  <a:ext cx="468630" cy="468630"/>
                </a:xfrm>
                <a:prstGeom prst="rect">
                  <a:avLst/>
                </a:prstGeom>
                <a:blipFill>
                  <a:blip r:embed="rId4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6DDAB81-8C43-B648-39FE-E4FB6BFD9151}"/>
                </a:ext>
              </a:extLst>
            </p:cNvPr>
            <p:cNvCxnSpPr>
              <a:cxnSpLocks/>
              <a:endCxn id="31" idx="2"/>
            </p:cNvCxnSpPr>
            <p:nvPr/>
          </p:nvCxnSpPr>
          <p:spPr>
            <a:xfrm flipV="1">
              <a:off x="6550024" y="2294255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4F72995-59F6-000D-9EF2-73C5A269AF3C}"/>
                  </a:ext>
                </a:extLst>
              </p14:cNvPr>
              <p14:cNvContentPartPr/>
              <p14:nvPr/>
            </p14:nvContentPartPr>
            <p14:xfrm>
              <a:off x="2922120" y="933840"/>
              <a:ext cx="7561800" cy="3655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4F72995-59F6-000D-9EF2-73C5A269AF3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12760" y="924480"/>
                <a:ext cx="7580520" cy="367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2858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E0FBA-6F79-02B9-10AD-EEAD859AE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Factor Example 2</a:t>
            </a:r>
          </a:p>
        </p:txBody>
      </p:sp>
      <p:grpSp>
        <p:nvGrpSpPr>
          <p:cNvPr id="43" name="Group 42" descr="A separate chaining hash table of length 10. Index 2 of the array has 1 item, index 5 has 3 items, index 9 has 4 items, all other indices are empty.&#10;&#10;Because the total number of key-value pairs present is 8, and the length of the array is 10, the load factor is 8/10 = 0.8.">
            <a:extLst>
              <a:ext uri="{FF2B5EF4-FFF2-40B4-BE49-F238E27FC236}">
                <a16:creationId xmlns:a16="http://schemas.microsoft.com/office/drawing/2014/main" id="{B40C2928-5E80-C549-6F11-BEA5EEA6BBD3}"/>
              </a:ext>
            </a:extLst>
          </p:cNvPr>
          <p:cNvGrpSpPr/>
          <p:nvPr/>
        </p:nvGrpSpPr>
        <p:grpSpPr>
          <a:xfrm>
            <a:off x="3002280" y="360998"/>
            <a:ext cx="6400800" cy="4009705"/>
            <a:chOff x="3002280" y="360998"/>
            <a:chExt cx="6400800" cy="400970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263F0AD-B366-C970-FEE0-A04A115DD57E}"/>
                </a:ext>
              </a:extLst>
            </p:cNvPr>
            <p:cNvGrpSpPr/>
            <p:nvPr/>
          </p:nvGrpSpPr>
          <p:grpSpPr>
            <a:xfrm>
              <a:off x="3002280" y="3273423"/>
              <a:ext cx="6400800" cy="1097280"/>
              <a:chOff x="4953000" y="660717"/>
              <a:chExt cx="6400800" cy="1097280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339C43E9-2D02-A0AE-77F2-A88FDACCC3C2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FF2AE310-76CF-A4D1-646A-CF24361BD1FB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E01462BD-18BE-92D9-F615-720C0D738196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D0EE0AF8-5E31-EE08-B930-3691FC794464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F55D9A24-F483-575F-AC5F-5F0956AC4284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5F202C58-CBB5-012D-D557-2A031682B6B5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F8089122-E844-682A-D3C8-8FEB69345244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E116D899-11B0-3132-F34D-1A8546F88966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F6F0C92C-0A6A-A736-6854-6B83789D1F32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110D7F84-AB37-0A22-EEBF-60DCC570F6AE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81791840-5C39-5A87-C232-121A7EFD5A32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B4AC9D25-BE1B-EA8E-3CDF-55103A55DC69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7DE504D8-C13D-913E-0F85-BCB0208DE1BE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11517909-B239-ADEF-BE68-21168FF28B40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5AF83179-0D61-6102-E798-298CCFBFBEBC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2E3EBF93-6D9A-6005-B678-19C29F8FB65E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8E42C8D5-406E-0A13-A085-6CA809BE4D2F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2020D2B5-E5BA-F903-664F-E14D4888F269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80F2615A-DEB3-179F-B749-F850767EF3A5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9186ADB1-F3AC-5513-3A43-A3DACE0EEBB3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C32600D7-9784-D14C-E329-06747D4BA920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C19CA43-9C52-3476-02AB-173F335F4DCC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F2BE152A-DD21-A1D9-F9DB-36C450E2C305}"/>
                    </a:ext>
                  </a:extLst>
                </p:cNvPr>
                <p:cNvSpPr/>
                <p:nvPr/>
              </p:nvSpPr>
              <p:spPr>
                <a:xfrm>
                  <a:off x="4368165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F2BE152A-DD21-A1D9-F9DB-36C450E2C3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8165" y="2549524"/>
                  <a:ext cx="468630" cy="468630"/>
                </a:xfrm>
                <a:prstGeom prst="rect">
                  <a:avLst/>
                </a:prstGeom>
                <a:blipFill>
                  <a:blip r:embed="rId2"/>
                  <a:stretch>
                    <a:fillRect l="-102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BD6838AF-6EEE-FDD0-E016-B6452060B852}"/>
                </a:ext>
              </a:extLst>
            </p:cNvPr>
            <p:cNvCxnSpPr>
              <a:cxnSpLocks/>
              <a:stCxn id="19" idx="0"/>
              <a:endCxn id="27" idx="2"/>
            </p:cNvCxnSpPr>
            <p:nvPr/>
          </p:nvCxnSpPr>
          <p:spPr>
            <a:xfrm flipV="1">
              <a:off x="4602480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F26FCB5F-C80E-58DD-C419-EE8648D2A51C}"/>
                    </a:ext>
                  </a:extLst>
                </p:cNvPr>
                <p:cNvSpPr/>
                <p:nvPr/>
              </p:nvSpPr>
              <p:spPr>
                <a:xfrm>
                  <a:off x="6315709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F26FCB5F-C80E-58DD-C419-EE8648D2A5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5709" y="2549524"/>
                  <a:ext cx="468630" cy="468630"/>
                </a:xfrm>
                <a:prstGeom prst="rect">
                  <a:avLst/>
                </a:prstGeom>
                <a:blipFill>
                  <a:blip r:embed="rId3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26620DF4-C4AC-F0A0-8AF7-1B9AA29AE047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 flipV="1">
              <a:off x="6550024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CA7CFFF-707E-EEF0-FCB3-F96A6B07358B}"/>
                    </a:ext>
                  </a:extLst>
                </p:cNvPr>
                <p:cNvSpPr/>
                <p:nvPr/>
              </p:nvSpPr>
              <p:spPr>
                <a:xfrm>
                  <a:off x="6315709" y="1825625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CA7CFFF-707E-EEF0-FCB3-F96A6B0735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5709" y="1825625"/>
                  <a:ext cx="468630" cy="468630"/>
                </a:xfrm>
                <a:prstGeom prst="rect">
                  <a:avLst/>
                </a:prstGeom>
                <a:blipFill>
                  <a:blip r:embed="rId4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6DDAB81-8C43-B648-39FE-E4FB6BFD9151}"/>
                </a:ext>
              </a:extLst>
            </p:cNvPr>
            <p:cNvCxnSpPr>
              <a:cxnSpLocks/>
              <a:endCxn id="31" idx="2"/>
            </p:cNvCxnSpPr>
            <p:nvPr/>
          </p:nvCxnSpPr>
          <p:spPr>
            <a:xfrm flipV="1">
              <a:off x="6550024" y="2294255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D26F0FDA-D34D-B8D0-9980-0ABC895BC06B}"/>
                    </a:ext>
                  </a:extLst>
                </p:cNvPr>
                <p:cNvSpPr/>
                <p:nvPr/>
              </p:nvSpPr>
              <p:spPr>
                <a:xfrm>
                  <a:off x="6315709" y="1101726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D26F0FDA-D34D-B8D0-9980-0ABC895BC06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5709" y="1101726"/>
                  <a:ext cx="468630" cy="468630"/>
                </a:xfrm>
                <a:prstGeom prst="rect">
                  <a:avLst/>
                </a:prstGeom>
                <a:blipFill>
                  <a:blip r:embed="rId5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A352F6C-DE53-32FA-E0D5-C4BD09FE69CB}"/>
                </a:ext>
              </a:extLst>
            </p:cNvPr>
            <p:cNvCxnSpPr>
              <a:cxnSpLocks/>
              <a:endCxn id="33" idx="2"/>
            </p:cNvCxnSpPr>
            <p:nvPr/>
          </p:nvCxnSpPr>
          <p:spPr>
            <a:xfrm flipV="1">
              <a:off x="6550024" y="1570356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6C0B67D5-585B-A19C-12CE-7279BCB526D7}"/>
                    </a:ext>
                  </a:extLst>
                </p:cNvPr>
                <p:cNvSpPr/>
                <p:nvPr/>
              </p:nvSpPr>
              <p:spPr>
                <a:xfrm>
                  <a:off x="8834754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6C0B67D5-585B-A19C-12CE-7279BCB526D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754" y="2549524"/>
                  <a:ext cx="468630" cy="468630"/>
                </a:xfrm>
                <a:prstGeom prst="rect">
                  <a:avLst/>
                </a:prstGeom>
                <a:blipFill>
                  <a:blip r:embed="rId6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25EAD4BB-F71C-4B78-6EE6-A124E0BA4014}"/>
                </a:ext>
              </a:extLst>
            </p:cNvPr>
            <p:cNvCxnSpPr>
              <a:cxnSpLocks/>
              <a:endCxn id="35" idx="2"/>
            </p:cNvCxnSpPr>
            <p:nvPr/>
          </p:nvCxnSpPr>
          <p:spPr>
            <a:xfrm flipV="1">
              <a:off x="9069069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E085C7EF-EC8A-9112-3297-6CC7CFC47952}"/>
                    </a:ext>
                  </a:extLst>
                </p:cNvPr>
                <p:cNvSpPr/>
                <p:nvPr/>
              </p:nvSpPr>
              <p:spPr>
                <a:xfrm>
                  <a:off x="8834754" y="1825625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E085C7EF-EC8A-9112-3297-6CC7CFC4795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754" y="1825625"/>
                  <a:ext cx="468630" cy="468630"/>
                </a:xfrm>
                <a:prstGeom prst="rect">
                  <a:avLst/>
                </a:prstGeom>
                <a:blipFill>
                  <a:blip r:embed="rId7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393F4EF4-64CB-DDD5-DC1F-9C3F90800DD7}"/>
                </a:ext>
              </a:extLst>
            </p:cNvPr>
            <p:cNvCxnSpPr>
              <a:cxnSpLocks/>
              <a:endCxn id="37" idx="2"/>
            </p:cNvCxnSpPr>
            <p:nvPr/>
          </p:nvCxnSpPr>
          <p:spPr>
            <a:xfrm flipV="1">
              <a:off x="9069069" y="2294255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BC250B66-D88B-576F-2EE4-97FA99D031C8}"/>
                    </a:ext>
                  </a:extLst>
                </p:cNvPr>
                <p:cNvSpPr/>
                <p:nvPr/>
              </p:nvSpPr>
              <p:spPr>
                <a:xfrm>
                  <a:off x="8834754" y="1084897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BC250B66-D88B-576F-2EE4-97FA99D031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754" y="1084897"/>
                  <a:ext cx="468630" cy="468630"/>
                </a:xfrm>
                <a:prstGeom prst="rect">
                  <a:avLst/>
                </a:prstGeom>
                <a:blipFill>
                  <a:blip r:embed="rId8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187CECB3-6B1F-DDE3-F042-3FC3931A51F3}"/>
                </a:ext>
              </a:extLst>
            </p:cNvPr>
            <p:cNvCxnSpPr>
              <a:cxnSpLocks/>
              <a:endCxn id="39" idx="2"/>
            </p:cNvCxnSpPr>
            <p:nvPr/>
          </p:nvCxnSpPr>
          <p:spPr>
            <a:xfrm flipV="1">
              <a:off x="9069069" y="1553527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AC279382-C643-1AFC-B041-2C279813F34E}"/>
                    </a:ext>
                  </a:extLst>
                </p:cNvPr>
                <p:cNvSpPr/>
                <p:nvPr/>
              </p:nvSpPr>
              <p:spPr>
                <a:xfrm>
                  <a:off x="8834754" y="360998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AC279382-C643-1AFC-B041-2C279813F34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754" y="360998"/>
                  <a:ext cx="468630" cy="468630"/>
                </a:xfrm>
                <a:prstGeom prst="rect">
                  <a:avLst/>
                </a:prstGeom>
                <a:blipFill>
                  <a:blip r:embed="rId9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01C2F5F-EF97-7D03-A3CD-00BF6AC7D8DF}"/>
                </a:ext>
              </a:extLst>
            </p:cNvPr>
            <p:cNvCxnSpPr>
              <a:cxnSpLocks/>
              <a:endCxn id="41" idx="2"/>
            </p:cNvCxnSpPr>
            <p:nvPr/>
          </p:nvCxnSpPr>
          <p:spPr>
            <a:xfrm flipV="1">
              <a:off x="9069069" y="829628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E23EA60-FB5F-F83D-5E40-EA7220DDD4CD}"/>
                  </a:ext>
                </a:extLst>
              </p14:cNvPr>
              <p14:cNvContentPartPr/>
              <p14:nvPr/>
            </p14:nvContentPartPr>
            <p14:xfrm>
              <a:off x="10072080" y="1591920"/>
              <a:ext cx="928080" cy="1280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E23EA60-FB5F-F83D-5E40-EA7220DDD4C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062720" y="1582560"/>
                <a:ext cx="946800" cy="129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4797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E0FBA-6F79-02B9-10AD-EEAD859AE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Factor Example 3</a:t>
            </a:r>
          </a:p>
        </p:txBody>
      </p:sp>
      <p:grpSp>
        <p:nvGrpSpPr>
          <p:cNvPr id="57" name="Group 56" descr="A separate chaining hash table of length 10. Index 0 has 1 item, index 2 has 2 items, index 4 has 1 item, index 5 has 3 items, index 7 has 3 items, index 8 has 1 item, and index 9 has 4 items. All other indices are empty.&#10;&#10;Because the total number of key-value pairs present is 15, and the length of the array is 10, the load factor is 15/10 = 1.5.">
            <a:extLst>
              <a:ext uri="{FF2B5EF4-FFF2-40B4-BE49-F238E27FC236}">
                <a16:creationId xmlns:a16="http://schemas.microsoft.com/office/drawing/2014/main" id="{815CD5D2-D488-0B3B-0D69-B147C56F5636}"/>
              </a:ext>
            </a:extLst>
          </p:cNvPr>
          <p:cNvGrpSpPr/>
          <p:nvPr/>
        </p:nvGrpSpPr>
        <p:grpSpPr>
          <a:xfrm>
            <a:off x="3002280" y="360998"/>
            <a:ext cx="6400800" cy="4009705"/>
            <a:chOff x="3002280" y="360998"/>
            <a:chExt cx="6400800" cy="400970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263F0AD-B366-C970-FEE0-A04A115DD57E}"/>
                </a:ext>
              </a:extLst>
            </p:cNvPr>
            <p:cNvGrpSpPr/>
            <p:nvPr/>
          </p:nvGrpSpPr>
          <p:grpSpPr>
            <a:xfrm>
              <a:off x="3002280" y="3273423"/>
              <a:ext cx="6400800" cy="1097280"/>
              <a:chOff x="4953000" y="660717"/>
              <a:chExt cx="6400800" cy="1097280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339C43E9-2D02-A0AE-77F2-A88FDACCC3C2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FF2AE310-76CF-A4D1-646A-CF24361BD1FB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E01462BD-18BE-92D9-F615-720C0D738196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D0EE0AF8-5E31-EE08-B930-3691FC794464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F55D9A24-F483-575F-AC5F-5F0956AC4284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5F202C58-CBB5-012D-D557-2A031682B6B5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F8089122-E844-682A-D3C8-8FEB69345244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E116D899-11B0-3132-F34D-1A8546F88966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F6F0C92C-0A6A-A736-6854-6B83789D1F32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110D7F84-AB37-0A22-EEBF-60DCC570F6AE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81791840-5C39-5A87-C232-121A7EFD5A32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B4AC9D25-BE1B-EA8E-3CDF-55103A55DC69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7DE504D8-C13D-913E-0F85-BCB0208DE1BE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11517909-B239-ADEF-BE68-21168FF28B40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5AF83179-0D61-6102-E798-298CCFBFBEBC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2E3EBF93-6D9A-6005-B678-19C29F8FB65E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8E42C8D5-406E-0A13-A085-6CA809BE4D2F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2020D2B5-E5BA-F903-664F-E14D4888F269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80F2615A-DEB3-179F-B749-F850767EF3A5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9186ADB1-F3AC-5513-3A43-A3DACE0EEBB3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C32600D7-9784-D14C-E329-06747D4BA920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C19CA43-9C52-3476-02AB-173F335F4DCC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F2BE152A-DD21-A1D9-F9DB-36C450E2C305}"/>
                    </a:ext>
                  </a:extLst>
                </p:cNvPr>
                <p:cNvSpPr/>
                <p:nvPr/>
              </p:nvSpPr>
              <p:spPr>
                <a:xfrm>
                  <a:off x="4368165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F2BE152A-DD21-A1D9-F9DB-36C450E2C3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8165" y="2549524"/>
                  <a:ext cx="468630" cy="468630"/>
                </a:xfrm>
                <a:prstGeom prst="rect">
                  <a:avLst/>
                </a:prstGeom>
                <a:blipFill>
                  <a:blip r:embed="rId2"/>
                  <a:stretch>
                    <a:fillRect l="-102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BD6838AF-6EEE-FDD0-E016-B6452060B852}"/>
                </a:ext>
              </a:extLst>
            </p:cNvPr>
            <p:cNvCxnSpPr>
              <a:cxnSpLocks/>
              <a:stCxn id="19" idx="0"/>
              <a:endCxn id="27" idx="2"/>
            </p:cNvCxnSpPr>
            <p:nvPr/>
          </p:nvCxnSpPr>
          <p:spPr>
            <a:xfrm flipV="1">
              <a:off x="4602480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F26FCB5F-C80E-58DD-C419-EE8648D2A51C}"/>
                    </a:ext>
                  </a:extLst>
                </p:cNvPr>
                <p:cNvSpPr/>
                <p:nvPr/>
              </p:nvSpPr>
              <p:spPr>
                <a:xfrm>
                  <a:off x="6315709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F26FCB5F-C80E-58DD-C419-EE8648D2A5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5709" y="2549524"/>
                  <a:ext cx="468630" cy="468630"/>
                </a:xfrm>
                <a:prstGeom prst="rect">
                  <a:avLst/>
                </a:prstGeom>
                <a:blipFill>
                  <a:blip r:embed="rId3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26620DF4-C4AC-F0A0-8AF7-1B9AA29AE047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 flipV="1">
              <a:off x="6550024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CA7CFFF-707E-EEF0-FCB3-F96A6B07358B}"/>
                    </a:ext>
                  </a:extLst>
                </p:cNvPr>
                <p:cNvSpPr/>
                <p:nvPr/>
              </p:nvSpPr>
              <p:spPr>
                <a:xfrm>
                  <a:off x="6315709" y="1825625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CA7CFFF-707E-EEF0-FCB3-F96A6B0735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5709" y="1825625"/>
                  <a:ext cx="468630" cy="468630"/>
                </a:xfrm>
                <a:prstGeom prst="rect">
                  <a:avLst/>
                </a:prstGeom>
                <a:blipFill>
                  <a:blip r:embed="rId4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6DDAB81-8C43-B648-39FE-E4FB6BFD9151}"/>
                </a:ext>
              </a:extLst>
            </p:cNvPr>
            <p:cNvCxnSpPr>
              <a:cxnSpLocks/>
              <a:endCxn id="31" idx="2"/>
            </p:cNvCxnSpPr>
            <p:nvPr/>
          </p:nvCxnSpPr>
          <p:spPr>
            <a:xfrm flipV="1">
              <a:off x="6550024" y="2294255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D26F0FDA-D34D-B8D0-9980-0ABC895BC06B}"/>
                    </a:ext>
                  </a:extLst>
                </p:cNvPr>
                <p:cNvSpPr/>
                <p:nvPr/>
              </p:nvSpPr>
              <p:spPr>
                <a:xfrm>
                  <a:off x="6315709" y="1101726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D26F0FDA-D34D-B8D0-9980-0ABC895BC06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5709" y="1101726"/>
                  <a:ext cx="468630" cy="468630"/>
                </a:xfrm>
                <a:prstGeom prst="rect">
                  <a:avLst/>
                </a:prstGeom>
                <a:blipFill>
                  <a:blip r:embed="rId5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A352F6C-DE53-32FA-E0D5-C4BD09FE69CB}"/>
                </a:ext>
              </a:extLst>
            </p:cNvPr>
            <p:cNvCxnSpPr>
              <a:cxnSpLocks/>
              <a:endCxn id="33" idx="2"/>
            </p:cNvCxnSpPr>
            <p:nvPr/>
          </p:nvCxnSpPr>
          <p:spPr>
            <a:xfrm flipV="1">
              <a:off x="6550024" y="1570356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6C0B67D5-585B-A19C-12CE-7279BCB526D7}"/>
                    </a:ext>
                  </a:extLst>
                </p:cNvPr>
                <p:cNvSpPr/>
                <p:nvPr/>
              </p:nvSpPr>
              <p:spPr>
                <a:xfrm>
                  <a:off x="8834754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6C0B67D5-585B-A19C-12CE-7279BCB526D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754" y="2549524"/>
                  <a:ext cx="468630" cy="468630"/>
                </a:xfrm>
                <a:prstGeom prst="rect">
                  <a:avLst/>
                </a:prstGeom>
                <a:blipFill>
                  <a:blip r:embed="rId6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25EAD4BB-F71C-4B78-6EE6-A124E0BA4014}"/>
                </a:ext>
              </a:extLst>
            </p:cNvPr>
            <p:cNvCxnSpPr>
              <a:cxnSpLocks/>
              <a:endCxn id="35" idx="2"/>
            </p:cNvCxnSpPr>
            <p:nvPr/>
          </p:nvCxnSpPr>
          <p:spPr>
            <a:xfrm flipV="1">
              <a:off x="9069069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E085C7EF-EC8A-9112-3297-6CC7CFC47952}"/>
                    </a:ext>
                  </a:extLst>
                </p:cNvPr>
                <p:cNvSpPr/>
                <p:nvPr/>
              </p:nvSpPr>
              <p:spPr>
                <a:xfrm>
                  <a:off x="8834754" y="1825625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E085C7EF-EC8A-9112-3297-6CC7CFC4795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754" y="1825625"/>
                  <a:ext cx="468630" cy="468630"/>
                </a:xfrm>
                <a:prstGeom prst="rect">
                  <a:avLst/>
                </a:prstGeom>
                <a:blipFill>
                  <a:blip r:embed="rId7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393F4EF4-64CB-DDD5-DC1F-9C3F90800DD7}"/>
                </a:ext>
              </a:extLst>
            </p:cNvPr>
            <p:cNvCxnSpPr>
              <a:cxnSpLocks/>
              <a:endCxn id="37" idx="2"/>
            </p:cNvCxnSpPr>
            <p:nvPr/>
          </p:nvCxnSpPr>
          <p:spPr>
            <a:xfrm flipV="1">
              <a:off x="9069069" y="2294255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BC250B66-D88B-576F-2EE4-97FA99D031C8}"/>
                    </a:ext>
                  </a:extLst>
                </p:cNvPr>
                <p:cNvSpPr/>
                <p:nvPr/>
              </p:nvSpPr>
              <p:spPr>
                <a:xfrm>
                  <a:off x="8834754" y="1084897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BC250B66-D88B-576F-2EE4-97FA99D031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754" y="1084897"/>
                  <a:ext cx="468630" cy="468630"/>
                </a:xfrm>
                <a:prstGeom prst="rect">
                  <a:avLst/>
                </a:prstGeom>
                <a:blipFill>
                  <a:blip r:embed="rId8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187CECB3-6B1F-DDE3-F042-3FC3931A51F3}"/>
                </a:ext>
              </a:extLst>
            </p:cNvPr>
            <p:cNvCxnSpPr>
              <a:cxnSpLocks/>
              <a:endCxn id="39" idx="2"/>
            </p:cNvCxnSpPr>
            <p:nvPr/>
          </p:nvCxnSpPr>
          <p:spPr>
            <a:xfrm flipV="1">
              <a:off x="9069069" y="1553527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AC279382-C643-1AFC-B041-2C279813F34E}"/>
                    </a:ext>
                  </a:extLst>
                </p:cNvPr>
                <p:cNvSpPr/>
                <p:nvPr/>
              </p:nvSpPr>
              <p:spPr>
                <a:xfrm>
                  <a:off x="8834754" y="360998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AC279382-C643-1AFC-B041-2C279813F34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754" y="360998"/>
                  <a:ext cx="468630" cy="468630"/>
                </a:xfrm>
                <a:prstGeom prst="rect">
                  <a:avLst/>
                </a:prstGeom>
                <a:blipFill>
                  <a:blip r:embed="rId9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01C2F5F-EF97-7D03-A3CD-00BF6AC7D8DF}"/>
                </a:ext>
              </a:extLst>
            </p:cNvPr>
            <p:cNvCxnSpPr>
              <a:cxnSpLocks/>
              <a:endCxn id="41" idx="2"/>
            </p:cNvCxnSpPr>
            <p:nvPr/>
          </p:nvCxnSpPr>
          <p:spPr>
            <a:xfrm flipV="1">
              <a:off x="9069069" y="829628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303BAA4C-B007-C380-6D00-7D95F25871FA}"/>
                    </a:ext>
                  </a:extLst>
                </p:cNvPr>
                <p:cNvSpPr/>
                <p:nvPr/>
              </p:nvSpPr>
              <p:spPr>
                <a:xfrm>
                  <a:off x="4374197" y="1825625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303BAA4C-B007-C380-6D00-7D95F25871F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4197" y="1825625"/>
                  <a:ext cx="468630" cy="468630"/>
                </a:xfrm>
                <a:prstGeom prst="rect">
                  <a:avLst/>
                </a:prstGeom>
                <a:blipFill>
                  <a:blip r:embed="rId10"/>
                  <a:stretch>
                    <a:fillRect l="-102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E772FA18-6A5B-A1AF-51F3-05EBCDEAB760}"/>
                </a:ext>
              </a:extLst>
            </p:cNvPr>
            <p:cNvCxnSpPr>
              <a:cxnSpLocks/>
              <a:endCxn id="43" idx="2"/>
            </p:cNvCxnSpPr>
            <p:nvPr/>
          </p:nvCxnSpPr>
          <p:spPr>
            <a:xfrm flipV="1">
              <a:off x="4608512" y="2294255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DE2F806D-D1B1-DF73-6BDA-A4668BEDD6CA}"/>
                    </a:ext>
                  </a:extLst>
                </p:cNvPr>
                <p:cNvSpPr/>
                <p:nvPr/>
              </p:nvSpPr>
              <p:spPr>
                <a:xfrm>
                  <a:off x="5607366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DE2F806D-D1B1-DF73-6BDA-A4668BEDD6C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7366" y="2549524"/>
                  <a:ext cx="468630" cy="468630"/>
                </a:xfrm>
                <a:prstGeom prst="rect">
                  <a:avLst/>
                </a:prstGeom>
                <a:blipFill>
                  <a:blip r:embed="rId11"/>
                  <a:stretch>
                    <a:fillRect l="-101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43F82035-F31B-DDB2-87BB-A0A1AEB721D2}"/>
                </a:ext>
              </a:extLst>
            </p:cNvPr>
            <p:cNvCxnSpPr>
              <a:cxnSpLocks/>
              <a:endCxn id="45" idx="2"/>
            </p:cNvCxnSpPr>
            <p:nvPr/>
          </p:nvCxnSpPr>
          <p:spPr>
            <a:xfrm flipV="1">
              <a:off x="5841681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AE2D19C4-9589-8C78-5C2C-A7145D3AEBE5}"/>
                    </a:ext>
                  </a:extLst>
                </p:cNvPr>
                <p:cNvSpPr/>
                <p:nvPr/>
              </p:nvSpPr>
              <p:spPr>
                <a:xfrm>
                  <a:off x="7593010" y="256206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AE2D19C4-9589-8C78-5C2C-A7145D3AEB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93010" y="2562064"/>
                  <a:ext cx="468630" cy="468630"/>
                </a:xfrm>
                <a:prstGeom prst="rect">
                  <a:avLst/>
                </a:prstGeom>
                <a:blipFill>
                  <a:blip r:embed="rId12"/>
                  <a:stretch>
                    <a:fillRect l="-102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70D314E1-854A-65E6-9B7F-C273F6FDE7DA}"/>
                </a:ext>
              </a:extLst>
            </p:cNvPr>
            <p:cNvCxnSpPr>
              <a:cxnSpLocks/>
              <a:endCxn id="47" idx="2"/>
            </p:cNvCxnSpPr>
            <p:nvPr/>
          </p:nvCxnSpPr>
          <p:spPr>
            <a:xfrm flipV="1">
              <a:off x="7827325" y="303069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4EF44CA0-7BB2-4E78-982C-D3C3E70B39E5}"/>
                    </a:ext>
                  </a:extLst>
                </p:cNvPr>
                <p:cNvSpPr/>
                <p:nvPr/>
              </p:nvSpPr>
              <p:spPr>
                <a:xfrm>
                  <a:off x="3126421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4EF44CA0-7BB2-4E78-982C-D3C3E70B39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6421" y="2549524"/>
                  <a:ext cx="468630" cy="468630"/>
                </a:xfrm>
                <a:prstGeom prst="rect">
                  <a:avLst/>
                </a:prstGeom>
                <a:blipFill>
                  <a:blip r:embed="rId13"/>
                  <a:stretch>
                    <a:fillRect l="-101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DA668F0C-0B35-AA65-2737-CBC7BE8228E2}"/>
                </a:ext>
              </a:extLst>
            </p:cNvPr>
            <p:cNvCxnSpPr>
              <a:cxnSpLocks/>
              <a:endCxn id="49" idx="2"/>
            </p:cNvCxnSpPr>
            <p:nvPr/>
          </p:nvCxnSpPr>
          <p:spPr>
            <a:xfrm flipV="1">
              <a:off x="3360736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0A295C55-7A02-3F40-BBC1-E88C568E017D}"/>
                    </a:ext>
                  </a:extLst>
                </p:cNvPr>
                <p:cNvSpPr/>
                <p:nvPr/>
              </p:nvSpPr>
              <p:spPr>
                <a:xfrm>
                  <a:off x="7593010" y="1846579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0A295C55-7A02-3F40-BBC1-E88C568E01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93010" y="1846579"/>
                  <a:ext cx="468630" cy="468630"/>
                </a:xfrm>
                <a:prstGeom prst="rect">
                  <a:avLst/>
                </a:prstGeom>
                <a:blipFill>
                  <a:blip r:embed="rId14"/>
                  <a:stretch>
                    <a:fillRect l="-102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4F63374C-DE0C-C5B4-3F72-3B27EC9BC237}"/>
                </a:ext>
              </a:extLst>
            </p:cNvPr>
            <p:cNvCxnSpPr>
              <a:cxnSpLocks/>
              <a:endCxn id="51" idx="2"/>
            </p:cNvCxnSpPr>
            <p:nvPr/>
          </p:nvCxnSpPr>
          <p:spPr>
            <a:xfrm flipV="1">
              <a:off x="7827325" y="2315209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B473778A-2878-4EF8-9556-821A278D079D}"/>
                    </a:ext>
                  </a:extLst>
                </p:cNvPr>
                <p:cNvSpPr/>
                <p:nvPr/>
              </p:nvSpPr>
              <p:spPr>
                <a:xfrm>
                  <a:off x="8213090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B473778A-2878-4EF8-9556-821A278D079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3090" y="2549524"/>
                  <a:ext cx="468630" cy="468630"/>
                </a:xfrm>
                <a:prstGeom prst="rect">
                  <a:avLst/>
                </a:prstGeom>
                <a:blipFill>
                  <a:blip r:embed="rId15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A40B7F36-8C50-B7B5-8D5D-F7C2197D449B}"/>
                </a:ext>
              </a:extLst>
            </p:cNvPr>
            <p:cNvCxnSpPr>
              <a:cxnSpLocks/>
              <a:endCxn id="53" idx="2"/>
            </p:cNvCxnSpPr>
            <p:nvPr/>
          </p:nvCxnSpPr>
          <p:spPr>
            <a:xfrm flipV="1">
              <a:off x="8447405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1215489C-1C00-DF44-EE09-420899356F8E}"/>
                    </a:ext>
                  </a:extLst>
                </p:cNvPr>
                <p:cNvSpPr/>
                <p:nvPr/>
              </p:nvSpPr>
              <p:spPr>
                <a:xfrm>
                  <a:off x="7577135" y="1133157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1215489C-1C00-DF44-EE09-420899356F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77135" y="1133157"/>
                  <a:ext cx="468630" cy="468630"/>
                </a:xfrm>
                <a:prstGeom prst="rect">
                  <a:avLst/>
                </a:prstGeom>
                <a:blipFill>
                  <a:blip r:embed="rId16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B8F43A32-977F-43FE-EAAB-FDBF4149C224}"/>
                </a:ext>
              </a:extLst>
            </p:cNvPr>
            <p:cNvCxnSpPr>
              <a:cxnSpLocks/>
              <a:endCxn id="55" idx="2"/>
            </p:cNvCxnSpPr>
            <p:nvPr/>
          </p:nvCxnSpPr>
          <p:spPr>
            <a:xfrm flipV="1">
              <a:off x="7811450" y="1601787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DC94727-0BF1-514A-6C11-D4E9E76EC522}"/>
                  </a:ext>
                </a:extLst>
              </p14:cNvPr>
              <p14:cNvContentPartPr/>
              <p14:nvPr/>
            </p14:nvContentPartPr>
            <p14:xfrm>
              <a:off x="3235320" y="612360"/>
              <a:ext cx="7789320" cy="5202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DC94727-0BF1-514A-6C11-D4E9E76EC52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225960" y="603000"/>
                <a:ext cx="7808040" cy="522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39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FD21D-C91E-3FE2-2027-49433DFD6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Resolution: Linear Probing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C88E4-9BBE-71CC-681D-27A20BEEA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there’s a collision, use the next open space in the table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3" descr="An empty hash table of size 10">
            <a:extLst>
              <a:ext uri="{FF2B5EF4-FFF2-40B4-BE49-F238E27FC236}">
                <a16:creationId xmlns:a16="http://schemas.microsoft.com/office/drawing/2014/main" id="{0E33847A-21B7-8D67-70E7-20697D5D828F}"/>
              </a:ext>
            </a:extLst>
          </p:cNvPr>
          <p:cNvGrpSpPr/>
          <p:nvPr/>
        </p:nvGrpSpPr>
        <p:grpSpPr>
          <a:xfrm>
            <a:off x="2895600" y="483806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72483E0-035B-552B-046B-B8CFCDDDA378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0A2255D-F389-165E-90CE-D5FDEDDAD427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873DF17-BBDE-7098-679E-F718BD0005E3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497686A-BF93-5D4B-62ED-13F2DCF99D21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3DB1FA2-F273-056C-0BC0-3CF45C0F23ED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EFCA446-C2F3-17AC-0BE3-69BCB6EC8B5A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E15B43A-CE28-5824-C803-3DB155C25B9F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D50E83A-82AF-5B5F-4819-0B3B5A4A67D4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D477FBFB-DD77-940B-BBEF-1081F2AB4D8D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54EC3AB-7728-01B1-C085-C01979A56E18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5AF9B6F-5851-F1D1-4A8F-611B3182AB28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6CBC511-68D6-8230-0208-019B6D43F0C0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EAA4797-6DEA-8CBE-BAC1-E915143B9341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F550FB6-B136-FD0A-CDFB-8DCF58F3E6BD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75A14D9-1D9F-1F25-2689-4B160E4CD780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B50E096-C2C7-35F2-770A-652F4CB9C336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1390E29-9377-939E-4D08-909131F81DFA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18A230B-E4DC-C904-C2DD-D6BF5FD6E094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C3758B1-9087-D7B1-ABB7-BF5CFE288F86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C2C4802-4643-0124-1D32-E88B8617331A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4B46D2A-B3B0-8BFB-4118-5BA56C95DCC4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DB85716-D30D-EBB1-5947-E6BF559FAEB6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8115D9C4-CF50-B9F9-DEC3-C392AF73676F}"/>
                  </a:ext>
                </a:extLst>
              </p14:cNvPr>
              <p14:cNvContentPartPr/>
              <p14:nvPr/>
            </p14:nvContentPartPr>
            <p14:xfrm>
              <a:off x="3075480" y="1077840"/>
              <a:ext cx="5942880" cy="439344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8115D9C4-CF50-B9F9-DEC3-C392AF73676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66120" y="1068480"/>
                <a:ext cx="5961600" cy="441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70015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C209-91E7-39F7-4A4E-647F00B99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Probing: Insert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EF850-0680-6520-62A9-DA71336F1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insert </a:t>
            </a:r>
            <a:r>
              <a:rPr lang="en-US" dirty="0" err="1">
                <a:latin typeface="Consolas" panose="020B0609020204030204" pitchFamily="49" charset="0"/>
              </a:rPr>
              <a:t>k,v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Calculate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h(k)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If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r>
              <a:rPr lang="en-US" dirty="0"/>
              <a:t> is occupied then try index </a:t>
            </a:r>
            <a:r>
              <a:rPr lang="en-US" dirty="0">
                <a:latin typeface="Consolas" panose="020B0609020204030204" pitchFamily="49" charset="0"/>
              </a:rPr>
              <a:t>(i+1)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If that is occupied try index </a:t>
            </a:r>
            <a:r>
              <a:rPr lang="en-US" dirty="0">
                <a:latin typeface="Consolas" panose="020B0609020204030204" pitchFamily="49" charset="0"/>
              </a:rPr>
              <a:t>(i+2)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If that is occupied try index </a:t>
            </a:r>
            <a:r>
              <a:rPr lang="en-US" dirty="0">
                <a:latin typeface="Consolas" panose="020B0609020204030204" pitchFamily="49" charset="0"/>
              </a:rPr>
              <a:t>(i+3)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…</a:t>
            </a:r>
          </a:p>
        </p:txBody>
      </p:sp>
      <p:grpSp>
        <p:nvGrpSpPr>
          <p:cNvPr id="4" name="Group 3" descr="An empty hash table of size 10">
            <a:extLst>
              <a:ext uri="{FF2B5EF4-FFF2-40B4-BE49-F238E27FC236}">
                <a16:creationId xmlns:a16="http://schemas.microsoft.com/office/drawing/2014/main" id="{A7F5364F-88DC-3F96-2BC8-BAFA44EC14BE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84DAC70-2D02-4363-C33E-910CC23D54FE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13EEE87-6AB8-548B-F84D-F081E8ECF76E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4FFA859-CE6A-3363-4D19-9CAB7D56F053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27DBA0-51B9-2EDB-EBA7-1E4A030D3BD3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4B5109F-FED7-B365-433C-F0CF16F73FD8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C3AF265-E570-4D67-F01B-B938693539B6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91A2D82-FDC4-EA2F-2A43-D14EA4AA9250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DEA582E-177A-FEBE-3F05-79B2349E7EED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A7DDDD4-8D2E-F314-F507-8FA0016B4B5C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F9000BC-81DC-CE44-03EB-CDF8D357E516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DF3124B-193F-D905-24FE-C943F42B8A33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6F3B3C3-578B-F0CF-7FDA-4D658EACB546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ECA0DCD-68D5-0470-BBE4-88793B346E25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49C5070-60AB-1BF9-E768-8ADCF618F29D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ABDDB81-53DE-3741-D996-1F287A6DDDBA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A6C8874-6AA8-354F-33B5-648D0C65EEE2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790C2C0-54CD-8E8A-29F1-4E4245996583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77B6A59-79DD-E078-29A8-28E65E272796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BC9E6AB-C5FC-2724-1BF9-D8BBC6BF709A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198A0B8-7969-41D6-DAFF-DB99A0ED3CF0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69979AC-43BC-32F9-927F-21D434B1657C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3FB1665-49F1-41F3-8E29-06DAC51EBB0E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EE176CC9-031A-E057-5489-1A1C3BF5598E}"/>
                  </a:ext>
                </a:extLst>
              </p14:cNvPr>
              <p14:cNvContentPartPr/>
              <p14:nvPr/>
            </p14:nvContentPartPr>
            <p14:xfrm>
              <a:off x="1834200" y="2170800"/>
              <a:ext cx="7924680" cy="17424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EE176CC9-031A-E057-5489-1A1C3BF5598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24840" y="2161440"/>
                <a:ext cx="7943400" cy="176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7012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2224-77C0-7101-3666-23633BC3E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Probing: How to find?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C19AB-1C53-85A1-A3AF-83DFA61F9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 you think?</a:t>
            </a:r>
          </a:p>
        </p:txBody>
      </p:sp>
      <p:grpSp>
        <p:nvGrpSpPr>
          <p:cNvPr id="4" name="Group 3" descr="An empty hash table of size 10">
            <a:extLst>
              <a:ext uri="{FF2B5EF4-FFF2-40B4-BE49-F238E27FC236}">
                <a16:creationId xmlns:a16="http://schemas.microsoft.com/office/drawing/2014/main" id="{81CB483B-1B51-81A4-998F-C18BDFC7A15B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59E03DE-9160-760E-CF86-C5941F904018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FB13D3D-1B90-EAA5-7AFB-EA801C2BB03B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FE21E7F-24A9-345B-6179-CE9B6B64048E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8C08EC2F-4B9F-A549-E285-F42819929435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385E2DE-C98D-9B83-787C-CDCDA12EE202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6E10180-6F3A-3B45-83C4-214CAC8D7CD9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B778B9FA-5B1A-6BAA-D0ED-497B6D233882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825C5EA0-74A9-C388-4C28-4D4F714373D5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6DE8AEA-6615-91BD-FFF6-5CBC5567FDB2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8753DEE-E10D-C9D8-4695-E23D2D67AB45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6618187-A7D6-BE09-20B6-BAA91D197150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D31F8DB-D9C0-B9CB-3688-A3070BDBF18E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FB6E01C-853F-A01D-EC7F-ADF1B7503A78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5FC6836-E37B-902E-DCCA-42612165BE79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5BF1168-2CD5-0057-BC2B-4909F76A33DD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0BAE604-1186-0894-51A9-CDB7E3244583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C78DDE3-ACB7-0049-DED7-1DAD1BC7F508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B16DDB0-7B34-54E8-8893-11222F305B1A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C05449B-00C3-5D02-3BCE-87B9791D97FD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F1FDF2D-2EED-BE48-04B0-683CDAB71ABE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851D624-3FB9-0A77-322F-64E16B3803E0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A3D70CC-3542-191B-70BD-13DD27D6CB44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FAEDBF38-BF44-71E8-A6CE-43404A3DA067}"/>
                  </a:ext>
                </a:extLst>
              </p14:cNvPr>
              <p14:cNvContentPartPr/>
              <p14:nvPr/>
            </p14:nvContentPartPr>
            <p14:xfrm>
              <a:off x="3042000" y="3413520"/>
              <a:ext cx="6535440" cy="281124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FAEDBF38-BF44-71E8-A6CE-43404A3DA06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32640" y="3404160"/>
                <a:ext cx="6554160" cy="2829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98189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2224-77C0-7101-3666-23633BC3E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Probing: Find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7C19AB-1C53-85A1-A3AF-83DFA61F94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 find key </a:t>
                </a:r>
                <a:r>
                  <a:rPr lang="en-US" dirty="0">
                    <a:latin typeface="Consolas" panose="020B0609020204030204" pitchFamily="49" charset="0"/>
                  </a:rPr>
                  <a:t>k</a:t>
                </a:r>
              </a:p>
              <a:p>
                <a:pPr lvl="1"/>
                <a:r>
                  <a:rPr lang="en-US" dirty="0"/>
                  <a:t>Calculate 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 = h(k) %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endParaRPr lang="en-US" dirty="0"/>
              </a:p>
              <a:p>
                <a:pPr lvl="1"/>
                <a:r>
                  <a:rPr lang="en-US" dirty="0"/>
                  <a:t>If </a:t>
                </a:r>
                <a:r>
                  <a:rPr lang="en-US" sz="20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table[</a:t>
                </a:r>
                <a:r>
                  <a:rPr lang="en-US" sz="2000" dirty="0" err="1">
                    <a:solidFill>
                      <a:prstClr val="black"/>
                    </a:solidFill>
                    <a:latin typeface="Consolas" panose="020B0609020204030204" pitchFamily="49" charset="0"/>
                  </a:rPr>
                  <a:t>i</a:t>
                </a:r>
                <a:r>
                  <a:rPr lang="en-US" sz="20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] </a:t>
                </a:r>
                <a:r>
                  <a:rPr lang="en-US" dirty="0"/>
                  <a:t>is occupied but doesn’t have </a:t>
                </a:r>
                <a:r>
                  <a:rPr lang="en-US" dirty="0">
                    <a:latin typeface="Consolas" panose="020B0609020204030204" pitchFamily="49" charset="0"/>
                  </a:rPr>
                  <a:t>k</a:t>
                </a:r>
                <a:r>
                  <a:rPr lang="en-US" dirty="0"/>
                  <a:t>, check</a:t>
                </a:r>
                <a:r>
                  <a:rPr lang="en-US" sz="2000" dirty="0"/>
                  <a:t> </a:t>
                </a:r>
                <a:r>
                  <a:rPr lang="en-US" sz="2000" dirty="0">
                    <a:latin typeface="Consolas" panose="020B0609020204030204" pitchFamily="49" charset="0"/>
                  </a:rPr>
                  <a:t>(i+1) % </a:t>
                </a:r>
                <a:r>
                  <a:rPr lang="en-US" sz="2000" dirty="0" err="1">
                    <a:latin typeface="Consolas" panose="020B0609020204030204" pitchFamily="49" charset="0"/>
                  </a:rPr>
                  <a:t>table.length</a:t>
                </a:r>
                <a:endParaRPr lang="en-US" b="0" dirty="0"/>
              </a:p>
              <a:p>
                <a:pPr lvl="1"/>
                <a:r>
                  <a:rPr lang="en-US" dirty="0"/>
                  <a:t>If that is occupied and doesn’t contain </a:t>
                </a:r>
                <a:r>
                  <a:rPr lang="en-US" dirty="0">
                    <a:latin typeface="Consolas" panose="020B0609020204030204" pitchFamily="49" charset="0"/>
                  </a:rPr>
                  <a:t>k</a:t>
                </a:r>
                <a:r>
                  <a:rPr lang="en-US" dirty="0"/>
                  <a:t>, check </a:t>
                </a:r>
                <a:r>
                  <a:rPr lang="en-US" sz="2000" dirty="0">
                    <a:latin typeface="Consolas" panose="020B0609020204030204" pitchFamily="49" charset="0"/>
                  </a:rPr>
                  <a:t>(i+2) % </a:t>
                </a:r>
                <a:r>
                  <a:rPr lang="en-US" sz="2000" dirty="0" err="1">
                    <a:latin typeface="Consolas" panose="020B0609020204030204" pitchFamily="49" charset="0"/>
                  </a:rPr>
                  <a:t>table.length</a:t>
                </a:r>
                <a:endParaRPr lang="en-US" dirty="0"/>
              </a:p>
              <a:p>
                <a:pPr lvl="1"/>
                <a:r>
                  <a:rPr lang="en-US" dirty="0"/>
                  <a:t>If that is occupied and doesn’t contain </a:t>
                </a:r>
                <a:r>
                  <a:rPr lang="en-US" dirty="0">
                    <a:latin typeface="Consolas" panose="020B0609020204030204" pitchFamily="49" charset="0"/>
                  </a:rPr>
                  <a:t>k</a:t>
                </a:r>
                <a:r>
                  <a:rPr lang="en-US" dirty="0"/>
                  <a:t>, check </a:t>
                </a:r>
                <a:r>
                  <a:rPr lang="en-US" sz="1800" dirty="0">
                    <a:latin typeface="Consolas" panose="020B0609020204030204" pitchFamily="49" charset="0"/>
                  </a:rPr>
                  <a:t>(i+3) % </a:t>
                </a:r>
                <a:r>
                  <a:rPr lang="en-US" sz="1800" dirty="0" err="1">
                    <a:latin typeface="Consolas" panose="020B0609020204030204" pitchFamily="49" charset="0"/>
                  </a:rPr>
                  <a:t>table.length</a:t>
                </a:r>
                <a:endParaRPr lang="en-US" dirty="0"/>
              </a:p>
              <a:p>
                <a:pPr lvl="1"/>
                <a:r>
                  <a:rPr lang="en-US" dirty="0"/>
                  <a:t>Repeat until you either find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or else you reach an empty cell in the table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7C19AB-1C53-85A1-A3AF-83DFA61F94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 descr="An empty hash table of size 10">
            <a:extLst>
              <a:ext uri="{FF2B5EF4-FFF2-40B4-BE49-F238E27FC236}">
                <a16:creationId xmlns:a16="http://schemas.microsoft.com/office/drawing/2014/main" id="{276BC9F7-99BA-B7BC-1AD2-84242D56EDF4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12EC1DB-D4A6-6B7B-7C6F-C60875C4B880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F0BD263-8B0C-EE09-006A-586758C03449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BCB131B-1A39-0FB0-EC28-AB2DC7165455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0065800-76F9-7D0C-E5B6-87020D3297B3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A775EEE-4045-A0E9-526E-AC2E4A2B220F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8B9BA47-C1A1-480B-FBD9-0B5D0C3FEC27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BB61FD45-4837-E870-55ED-6756EC2B5361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EEA9484-5BD7-74CD-F516-9CC8D067DE6A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F251C79-01BF-5C06-7487-02E695D99A4F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67AFA12-FBBE-9F99-7B1A-AE3BB7D429F8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A245A2F-6564-4891-A90C-E3E2BF04E125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AE4A53B-9B6C-7B8D-8E87-A270ED0D10A3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BBD0B4C-F158-E738-E58A-1DA6795238D8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E8BF469-3A2B-FC51-C4A4-253D9013DAF7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9AC31F3-54B7-B947-0217-17FC02604175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6818FCD-6E83-A9BD-EAA4-3AAD7B03036B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9B224D1-EB59-30C6-540B-8994D7663CDC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63F476A-B374-374B-789B-67414FC2A447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23329E1-825C-BBDB-1055-328D27B7B737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09B7E04-AA65-9DC6-22AD-B63B7FA8D350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F17D356-8CC5-C0AF-2880-5EE8F66A33EB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3BF3FBC-BB62-99F8-8361-7ECF47FBB82E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3C82C5F-24D5-0FB0-A847-087BFD4790C3}"/>
                  </a:ext>
                </a:extLst>
              </p14:cNvPr>
              <p14:cNvContentPartPr/>
              <p14:nvPr/>
            </p14:nvContentPartPr>
            <p14:xfrm>
              <a:off x="2255400" y="2516760"/>
              <a:ext cx="6762960" cy="19659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3C82C5F-24D5-0FB0-A847-087BFD4790C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46040" y="2507400"/>
                <a:ext cx="6781680" cy="198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1940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2224-77C0-7101-3666-23633BC3E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Probing: Delete is Hard (Example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C19AB-1C53-85A1-A3AF-83DFA61F9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37157"/>
          </a:xfrm>
        </p:spPr>
        <p:txBody>
          <a:bodyPr/>
          <a:lstStyle/>
          <a:p>
            <a:r>
              <a:rPr lang="en-US" dirty="0"/>
              <a:t>Suppose we insert A, B, C, D, and E in that order, where all map to 3</a:t>
            </a:r>
          </a:p>
          <a:p>
            <a:r>
              <a:rPr lang="en-US" dirty="0"/>
              <a:t>How should we delete B?</a:t>
            </a:r>
          </a:p>
        </p:txBody>
      </p:sp>
      <p:grpSp>
        <p:nvGrpSpPr>
          <p:cNvPr id="53" name="Group 52" descr="Before the deletion our hash table is an array of length 10. Its contents are as follows:&#10;&#10;Index 3: A&#10;Index 4: B&#10;Index 5: C&#10;Index 6: D&#10;Index 7: E&#10;All other indices are empty">
            <a:extLst>
              <a:ext uri="{FF2B5EF4-FFF2-40B4-BE49-F238E27FC236}">
                <a16:creationId xmlns:a16="http://schemas.microsoft.com/office/drawing/2014/main" id="{7C976558-1999-8862-1F35-32829A558698}"/>
              </a:ext>
            </a:extLst>
          </p:cNvPr>
          <p:cNvGrpSpPr/>
          <p:nvPr/>
        </p:nvGrpSpPr>
        <p:grpSpPr>
          <a:xfrm>
            <a:off x="1600429" y="3198609"/>
            <a:ext cx="7637782" cy="1097280"/>
            <a:chOff x="1600429" y="3198609"/>
            <a:chExt cx="7637782" cy="1097280"/>
          </a:xfrm>
        </p:grpSpPr>
        <p:grpSp>
          <p:nvGrpSpPr>
            <p:cNvPr id="4" name="Group 3" descr="An array of length 10. Its contents are as follows:&#10;&#10;Index 3: A&#10;Index 4: B&#10;Index 5: C&#10;Index 6: D&#10;Index 7: E&#10;All other indices are empty">
              <a:extLst>
                <a:ext uri="{FF2B5EF4-FFF2-40B4-BE49-F238E27FC236}">
                  <a16:creationId xmlns:a16="http://schemas.microsoft.com/office/drawing/2014/main" id="{23317F43-9CD7-8DA0-A5D0-001E0001053F}"/>
                </a:ext>
              </a:extLst>
            </p:cNvPr>
            <p:cNvGrpSpPr/>
            <p:nvPr/>
          </p:nvGrpSpPr>
          <p:grpSpPr>
            <a:xfrm>
              <a:off x="2837411" y="3198609"/>
              <a:ext cx="6400800" cy="1097280"/>
              <a:chOff x="4953000" y="660717"/>
              <a:chExt cx="6400800" cy="1097280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D1202B14-1CA9-7427-2AFA-FA1DD7757A51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CA3C04AB-11E3-0E1D-5512-CF9905E76CA3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7505F905-78AC-0FED-63A8-D158F9F6DB98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56C3C739-190D-77AE-094B-B5A1ABEDD151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DDB671C4-36E4-5759-BD56-4B984DE8E14C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A</a:t>
                  </a: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45E106D1-7203-82F6-280F-7E853F2B0A6B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B</a:t>
                  </a: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30048179-5B5B-1D84-4BEE-B63E119BE515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C</a:t>
                  </a: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EAF1E2D4-BFD0-E7A3-64D2-1DB262FEE593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C9BCC972-4F49-985D-FF80-F251AC888966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E</a:t>
                  </a: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9F5EC299-2C81-C998-0B48-905B653F2074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835EE393-F261-7112-0EE4-348AA0A16376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FF74D851-AE84-7BB2-15D2-B8B3FDBD30F2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0D037339-333A-C3D8-3E6C-65B8FAD06306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AD452F40-2861-0C61-C782-DA10FBC1BF55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0EDF1C0F-B926-C860-D53D-B07734898241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7466C9CD-1D81-A75D-F1FC-9BF215023E22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715135D2-4A37-6E73-2735-7DD762D195B1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54DAB7D0-ACAD-CF90-8FD1-642768251F99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FD6C6D38-B5FA-0844-809D-ECE94165422E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18481B7C-6E6D-1241-B31F-BBD1206BCACC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C7E7B75A-56BD-E34F-5441-E945C7024148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E10EF039-58EA-D1AF-24E2-766AB95BFBAC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70D4F65-1C9F-2430-9212-AF08A10A5B82}"/>
                </a:ext>
              </a:extLst>
            </p:cNvPr>
            <p:cNvSpPr txBox="1"/>
            <p:nvPr/>
          </p:nvSpPr>
          <p:spPr>
            <a:xfrm>
              <a:off x="1600429" y="3301311"/>
              <a:ext cx="8656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Before:</a:t>
              </a:r>
            </a:p>
          </p:txBody>
        </p:sp>
      </p:grp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3BA10E1D-58A7-9792-3AD4-C1C9C47033AA}"/>
              </a:ext>
            </a:extLst>
          </p:cNvPr>
          <p:cNvSpPr txBox="1">
            <a:spLocks/>
          </p:cNvSpPr>
          <p:nvPr/>
        </p:nvSpPr>
        <p:spPr>
          <a:xfrm>
            <a:off x="838200" y="4503285"/>
            <a:ext cx="10515600" cy="4996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We need future probing to work correctly, so we must fill in the hole.</a:t>
            </a:r>
          </a:p>
        </p:txBody>
      </p:sp>
      <p:grpSp>
        <p:nvGrpSpPr>
          <p:cNvPr id="54" name="Group 53" descr="After deleting key B we have an array of length 10. Its contents are as follows:&#10;&#10;Index 3: A&#10;Index 4: C&#10;Index 5: D&#10;Index 6: E&#10;All other indices are empty">
            <a:extLst>
              <a:ext uri="{FF2B5EF4-FFF2-40B4-BE49-F238E27FC236}">
                <a16:creationId xmlns:a16="http://schemas.microsoft.com/office/drawing/2014/main" id="{141B36DF-FA73-7210-669F-E00EE6FE784C}"/>
              </a:ext>
            </a:extLst>
          </p:cNvPr>
          <p:cNvGrpSpPr/>
          <p:nvPr/>
        </p:nvGrpSpPr>
        <p:grpSpPr>
          <a:xfrm>
            <a:off x="1600429" y="5467983"/>
            <a:ext cx="7695971" cy="1097280"/>
            <a:chOff x="1600429" y="5467983"/>
            <a:chExt cx="7695971" cy="1097280"/>
          </a:xfrm>
        </p:grpSpPr>
        <p:grpSp>
          <p:nvGrpSpPr>
            <p:cNvPr id="27" name="Group 26" descr="An array of length 10. Its contents are as follows:&#10;&#10;Index 3: A&#10;Index 4: C&#10;Index 5: D&#10;Index 6: E&#10;All other indices are empty">
              <a:extLst>
                <a:ext uri="{FF2B5EF4-FFF2-40B4-BE49-F238E27FC236}">
                  <a16:creationId xmlns:a16="http://schemas.microsoft.com/office/drawing/2014/main" id="{05116AA1-79E7-7B8F-6B63-5AD080903693}"/>
                </a:ext>
              </a:extLst>
            </p:cNvPr>
            <p:cNvGrpSpPr/>
            <p:nvPr/>
          </p:nvGrpSpPr>
          <p:grpSpPr>
            <a:xfrm>
              <a:off x="2895600" y="5467983"/>
              <a:ext cx="6400800" cy="1097280"/>
              <a:chOff x="4953000" y="660717"/>
              <a:chExt cx="6400800" cy="1097280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4E2BEEE4-F2F5-4A6D-A7F1-74E5F59B87C3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56E892C7-4BB7-7892-D8EF-72CBDED38551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8C937C9A-A150-3B3B-5F5D-A46B057E77E9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514F1BB8-CD89-6CC4-271E-B54E8B76D927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EB063377-763D-7E6B-A2E2-168A8418FD90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A</a:t>
                  </a: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3BDC69C8-0C62-202A-1D29-F6FA19617469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C</a:t>
                  </a:r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B2C24F4D-45E7-429F-1A5A-E2F8B8908173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C9CAD924-3E43-437B-0227-B82DCA6BCC64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E</a:t>
                  </a:r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1082242E-03C9-DAC8-4F5A-35CBD59C5E64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E4CCBA9C-3E8E-4B95-CA6E-01032FF83852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C792AA63-0871-0F41-E9F2-588857F0A4F8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9509C928-E94D-95A9-C016-C6809689E499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B2AA9EB9-788C-B4ED-3ADA-785D5BE14080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FFBF553E-1BDD-5C2E-6BB1-8C3C791134B5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738A8E60-CF0C-00C6-275F-9CBAE91141F1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DC89A41F-BF8D-9B3D-B3C1-AA50B5DDCE1C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3C7892DC-2FA8-A5BA-5797-5FBAD88AFA6D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EEF67158-5307-F23C-E512-778B1FDB75D9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5788CA28-DB30-5C22-5B10-37895107B113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9AF9FD98-F08E-74AD-B4D7-CC0C2EDE31F7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45B24D09-3912-D852-0607-0B6184BE452C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24A771A6-FE79-3EE8-742B-09A1A7CE80E6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AD923D7-3737-D6A6-A7FB-34380866D88E}"/>
                </a:ext>
              </a:extLst>
            </p:cNvPr>
            <p:cNvSpPr txBox="1"/>
            <p:nvPr/>
          </p:nvSpPr>
          <p:spPr>
            <a:xfrm>
              <a:off x="1600429" y="5603357"/>
              <a:ext cx="7207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After: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55836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2224-77C0-7101-3666-23633BC3E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Probing: Delete is Hard (Example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C19AB-1C53-85A1-A3AF-83DFA61F9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Suppose we insert A, B, C, D, and E in that order, where A,B,E all map to 3 and C,D map to 5.</a:t>
            </a:r>
          </a:p>
          <a:p>
            <a:r>
              <a:rPr lang="en-US" dirty="0"/>
              <a:t>How should we delete B?</a:t>
            </a:r>
          </a:p>
        </p:txBody>
      </p:sp>
      <p:grpSp>
        <p:nvGrpSpPr>
          <p:cNvPr id="5" name="Group 4" descr="Before the deletion our hash table is an array of length 10. Its contents are as follows:&#10;&#10;Index 3: A&#10;Index 4: B&#10;Index 5: C&#10;Index 6: D&#10;Index 7: E&#10;All other indices are empty">
            <a:extLst>
              <a:ext uri="{FF2B5EF4-FFF2-40B4-BE49-F238E27FC236}">
                <a16:creationId xmlns:a16="http://schemas.microsoft.com/office/drawing/2014/main" id="{26AE6485-EF51-D616-6917-B457D5CEDA8E}"/>
              </a:ext>
            </a:extLst>
          </p:cNvPr>
          <p:cNvGrpSpPr/>
          <p:nvPr/>
        </p:nvGrpSpPr>
        <p:grpSpPr>
          <a:xfrm>
            <a:off x="1600429" y="3198609"/>
            <a:ext cx="7637782" cy="1097280"/>
            <a:chOff x="1600429" y="3198609"/>
            <a:chExt cx="7637782" cy="1097280"/>
          </a:xfrm>
        </p:grpSpPr>
        <p:grpSp>
          <p:nvGrpSpPr>
            <p:cNvPr id="27" name="Group 26" descr="An array of length 10. Its contents are as follows:&#10;&#10;Index 3: A&#10;Index 4: B&#10;Index 5: C&#10;Index 6: D&#10;Index 7: E&#10;All other indices are empty">
              <a:extLst>
                <a:ext uri="{FF2B5EF4-FFF2-40B4-BE49-F238E27FC236}">
                  <a16:creationId xmlns:a16="http://schemas.microsoft.com/office/drawing/2014/main" id="{6557A905-A4AB-3521-6E44-053E83039717}"/>
                </a:ext>
              </a:extLst>
            </p:cNvPr>
            <p:cNvGrpSpPr/>
            <p:nvPr/>
          </p:nvGrpSpPr>
          <p:grpSpPr>
            <a:xfrm>
              <a:off x="2837411" y="3198609"/>
              <a:ext cx="6400800" cy="1097280"/>
              <a:chOff x="4953000" y="660717"/>
              <a:chExt cx="6400800" cy="1097280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080D7FBF-B01A-0263-3C32-5EE2F7A16537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A47806BC-9D6A-BA52-C7E9-2B88DE6B0DB6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DE16997F-BE67-C4CF-33DB-F3CEB9B5E7FF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5F4DD397-D99C-7646-A67D-CF7F7D487B88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CCB4BB42-9793-1214-47D0-4B30BC0780D9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A</a:t>
                  </a: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6F4F6AC1-6C76-A972-3D3C-C502B6358025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B</a:t>
                  </a:r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7D294464-AC69-3D07-3DB2-36131BDFBEAC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C</a:t>
                  </a: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1BF1821F-C1E3-EA41-AE19-92A28DAE6210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DA3F0A40-04D7-AD38-9174-FBAA27A8621E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E</a:t>
                  </a:r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3E94F093-0B15-C706-A522-819BF36D2D9B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C3FB048E-0C7B-F708-75DA-E2C6FA8F5826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50DD7863-789A-A342-31AA-A1A494FE2D02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474489EC-EAE6-0437-2AD4-E63C397FE366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D12EB49C-DAB9-BEB9-59C3-10CAFDCCA95F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7EE59E87-303A-7922-37B0-7EED645DBB8D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9548E299-9524-3D95-0330-A77CA45E23C4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6D65189A-1BBE-D762-F7A0-0E1C52656C4A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0374B8B0-C318-594E-6595-2927D1887D2F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F6478652-DF0C-8932-2F4B-DCFF3721D7AE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0E1CC52F-5B67-A094-24D5-3FFD152CCCB4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F281D43C-365F-E9E0-2F3E-3AEC6E041CFF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00EFE913-0974-C71F-7F24-0616C6028245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AB07EE8C-AC48-9B51-CA01-3DF09601C283}"/>
                </a:ext>
              </a:extLst>
            </p:cNvPr>
            <p:cNvSpPr txBox="1"/>
            <p:nvPr/>
          </p:nvSpPr>
          <p:spPr>
            <a:xfrm>
              <a:off x="1600429" y="3301311"/>
              <a:ext cx="8656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Before:</a:t>
              </a:r>
            </a:p>
          </p:txBody>
        </p:sp>
      </p:grp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C150E18-9A49-DAA7-4B4C-534FD55FFA76}"/>
              </a:ext>
            </a:extLst>
          </p:cNvPr>
          <p:cNvSpPr txBox="1">
            <a:spLocks/>
          </p:cNvSpPr>
          <p:nvPr/>
        </p:nvSpPr>
        <p:spPr>
          <a:xfrm>
            <a:off x="838200" y="4503285"/>
            <a:ext cx="10515600" cy="79665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We need future probing to work correctly, so we must fill in the hole.</a:t>
            </a:r>
          </a:p>
          <a:p>
            <a:pPr marL="0" indent="0" algn="ctr">
              <a:buNone/>
            </a:pPr>
            <a:r>
              <a:rPr lang="en-US" sz="2400" dirty="0"/>
              <a:t>We cannot move C or D over because they map to an index later in the probe path</a:t>
            </a:r>
          </a:p>
        </p:txBody>
      </p:sp>
      <p:grpSp>
        <p:nvGrpSpPr>
          <p:cNvPr id="6" name="Group 5" descr="After deleting B we have an array of length 10. Its contents are as follows:&#10;&#10;Index 3: A&#10;Index 4: E&#10;Index 5: C&#10;Index 6: D&#10;All other indices are empty">
            <a:extLst>
              <a:ext uri="{FF2B5EF4-FFF2-40B4-BE49-F238E27FC236}">
                <a16:creationId xmlns:a16="http://schemas.microsoft.com/office/drawing/2014/main" id="{77777F6F-1CD1-3B44-6890-33D6DD56EF77}"/>
              </a:ext>
            </a:extLst>
          </p:cNvPr>
          <p:cNvGrpSpPr/>
          <p:nvPr/>
        </p:nvGrpSpPr>
        <p:grpSpPr>
          <a:xfrm>
            <a:off x="1600429" y="5467983"/>
            <a:ext cx="7695971" cy="1097280"/>
            <a:chOff x="1600429" y="5467983"/>
            <a:chExt cx="7695971" cy="1097280"/>
          </a:xfrm>
        </p:grpSpPr>
        <p:grpSp>
          <p:nvGrpSpPr>
            <p:cNvPr id="50" name="Group 49" descr="An array of length 10. Its contents are as follows:&#10;&#10;Index 3: A&#10;Index 4: E&#10;Index 5: C&#10;Index 6: D&#10;All other indices are empty">
              <a:extLst>
                <a:ext uri="{FF2B5EF4-FFF2-40B4-BE49-F238E27FC236}">
                  <a16:creationId xmlns:a16="http://schemas.microsoft.com/office/drawing/2014/main" id="{FF0E7FA8-3BC2-B1F6-F856-E242C2F1AE79}"/>
                </a:ext>
              </a:extLst>
            </p:cNvPr>
            <p:cNvGrpSpPr/>
            <p:nvPr/>
          </p:nvGrpSpPr>
          <p:grpSpPr>
            <a:xfrm>
              <a:off x="2895600" y="5467983"/>
              <a:ext cx="6400800" cy="1097280"/>
              <a:chOff x="4953000" y="660717"/>
              <a:chExt cx="6400800" cy="1097280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080B4AB-EF77-14B3-B419-5CA35BE5DB03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04249A9C-6ED1-D9FC-95EC-B4B4859E7E6A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2AB09D0E-533D-6A0E-99E3-33D37733B1A3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78410FC4-E45A-B5FD-B222-FC7DA0EAD62C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1CCC229D-3A1C-5FEB-FC0B-A77D5870FA31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A</a:t>
                  </a:r>
                </a:p>
              </p:txBody>
            </p:sp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DE62C7C2-8671-2E6A-DA8F-CF7A29CDA5AD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E</a:t>
                  </a:r>
                </a:p>
              </p:txBody>
            </p:sp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2F6BD7A7-540E-8EC5-D043-5E081630C2C7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C</a:t>
                  </a:r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E8D7D4D6-8E24-244C-3971-3CCAD4261AEC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A67DFB6D-37C3-C196-F5BA-42A77E9D771B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DA4B8E49-61D8-BCC7-82FA-A482EDEE8E05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306DB1D8-0C5C-14B6-26C6-6D75B2A5EFB1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D2D755FE-F515-40EC-653B-223CEB76CA73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31D220B9-29A0-64DD-2500-3019131C007D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03D5157E-11D6-BE97-7FBE-07ED93BE870F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4DA80E3F-EE44-1BE6-C659-DB84450793FA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8B8FC242-387C-B27E-C1C6-8FE7AA601A71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E43771C7-E8E0-43A1-2859-0D4A771F59E8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AF78C97C-EF94-9133-7554-3A31C4B65CD3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574F169C-2BD0-1676-4932-755C5A0E5328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DFB6C60F-0F31-9D5A-8B8B-27195326098D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C3F8A554-51E7-EB90-5525-BCC34E507E3E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5851A8B6-4F8D-214A-6A55-233D3318CC0D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A4787DE-530B-3E10-4F22-AADFE50C03BD}"/>
                </a:ext>
              </a:extLst>
            </p:cNvPr>
            <p:cNvSpPr txBox="1"/>
            <p:nvPr/>
          </p:nvSpPr>
          <p:spPr>
            <a:xfrm>
              <a:off x="1600429" y="5603357"/>
              <a:ext cx="7207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After: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46744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9E5DD-0241-AAC9-05EF-BE9B3FAF8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FE969-C6E3-F2A6-CF07-ECADF7E61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Probing: Delete is Hard (Example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65E61-D29B-A7D5-C396-7B1D90B64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0764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Suppose we insert A, B, C, D, and E in that order, where A,B,E map to 8 and C,D map to 0.</a:t>
            </a:r>
          </a:p>
          <a:p>
            <a:r>
              <a:rPr lang="en-US" dirty="0"/>
              <a:t>How should we delete B?</a:t>
            </a:r>
          </a:p>
        </p:txBody>
      </p:sp>
      <p:grpSp>
        <p:nvGrpSpPr>
          <p:cNvPr id="5" name="Group 4" descr="Before the deletion our hash table is an array of length 10. Its contents are as follows:&#10;&#10;Index 0: C&#10;Index 1: D&#10;Index 2: E&#10;Index 8: A&#10;Index 9: B&#10;All other indices are empty">
            <a:extLst>
              <a:ext uri="{FF2B5EF4-FFF2-40B4-BE49-F238E27FC236}">
                <a16:creationId xmlns:a16="http://schemas.microsoft.com/office/drawing/2014/main" id="{A24CEE36-510B-9050-7681-672BD0775F5E}"/>
              </a:ext>
            </a:extLst>
          </p:cNvPr>
          <p:cNvGrpSpPr/>
          <p:nvPr/>
        </p:nvGrpSpPr>
        <p:grpSpPr>
          <a:xfrm>
            <a:off x="1600429" y="3198609"/>
            <a:ext cx="7637782" cy="1097280"/>
            <a:chOff x="1600429" y="3198609"/>
            <a:chExt cx="7637782" cy="1097280"/>
          </a:xfrm>
        </p:grpSpPr>
        <p:grpSp>
          <p:nvGrpSpPr>
            <p:cNvPr id="27" name="Group 26" descr="An array of length 10. Its contents are as follows:&#10;&#10;Index 0: C&#10;Index 1: D&#10;Index 2: E&#10;Index 8: A&#10;Index 9: B&#10;All other indices are empty">
              <a:extLst>
                <a:ext uri="{FF2B5EF4-FFF2-40B4-BE49-F238E27FC236}">
                  <a16:creationId xmlns:a16="http://schemas.microsoft.com/office/drawing/2014/main" id="{6D23A5FE-B46B-7803-BC5F-9933F002C54E}"/>
                </a:ext>
              </a:extLst>
            </p:cNvPr>
            <p:cNvGrpSpPr/>
            <p:nvPr/>
          </p:nvGrpSpPr>
          <p:grpSpPr>
            <a:xfrm>
              <a:off x="2837411" y="3198609"/>
              <a:ext cx="6400800" cy="1097280"/>
              <a:chOff x="4953000" y="660717"/>
              <a:chExt cx="6400800" cy="1097280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83BEBE46-C409-08C2-4633-1B9F75B40BF3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528BE05D-FFD4-0D23-EE41-F863480DFE6A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C</a:t>
                  </a:r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59B77BD6-D4D6-F96D-A643-7D023C6BA1AC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8F86643F-0197-1381-A207-92F9B33D8321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E</a:t>
                  </a:r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CCE6ECC5-9577-9E4D-7894-A5122BB13885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256CEA7E-F52A-707F-5E0B-2BF525A820B2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F38EF8A4-58C7-5DCA-BCDA-CE133FD7893D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74B3E3FD-6828-FB97-49B4-B1A61C233E59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DB663BA4-8B11-2C81-5EC9-3EF1FD064EA5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DF65CE64-91B6-D81F-268B-1BCF19DA8DEB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A</a:t>
                  </a:r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AC5AEBC5-1236-C8E2-2FF8-B7B617A5F874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B</a:t>
                  </a: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2DFE1540-F518-F37D-2149-5BEDFB9699F3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E7E2EBA3-9757-2C96-FF5B-9A5BB1AC3EAD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78371EB5-0D7E-70D5-14D6-21F88250DE62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7C7A54A7-B6E8-FFAA-48D6-204FB853BF12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42740EEB-B5A9-2B09-76E5-7412C2707643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08CABA42-6D38-5BF5-3A74-B8DF0B2ACA39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BB915538-D60E-B471-8BA0-C90825A33198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DA301906-59BF-9CAC-83A3-79B4A281E0E5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B3BC5E6F-C6F6-9CE6-19D9-6CBC5A67A400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2B137083-8592-7270-719E-A8BC57EBE4B8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CF13F882-19CB-9403-D71A-C096C179BCB9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B7DB9724-7F37-6817-5C27-758E678C8A0E}"/>
                </a:ext>
              </a:extLst>
            </p:cNvPr>
            <p:cNvSpPr txBox="1"/>
            <p:nvPr/>
          </p:nvSpPr>
          <p:spPr>
            <a:xfrm>
              <a:off x="1600429" y="3301311"/>
              <a:ext cx="8656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Before:</a:t>
              </a:r>
            </a:p>
          </p:txBody>
        </p:sp>
      </p:grp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4E6D3D8-0773-6C5D-9245-A7A0F25A1520}"/>
              </a:ext>
            </a:extLst>
          </p:cNvPr>
          <p:cNvSpPr txBox="1">
            <a:spLocks/>
          </p:cNvSpPr>
          <p:nvPr/>
        </p:nvSpPr>
        <p:spPr>
          <a:xfrm>
            <a:off x="838200" y="4295889"/>
            <a:ext cx="10515600" cy="100404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We cannot move C or D over because they map to an index later in the probe path, even though the index number happens to be smaller. </a:t>
            </a:r>
            <a:br>
              <a:rPr lang="en-US" sz="2400" dirty="0"/>
            </a:br>
            <a:r>
              <a:rPr lang="en-US" sz="2400" dirty="0"/>
              <a:t>E moves to a larger index because it’s earlier in its probe path</a:t>
            </a:r>
          </a:p>
        </p:txBody>
      </p:sp>
      <p:grpSp>
        <p:nvGrpSpPr>
          <p:cNvPr id="6" name="Group 5" descr="After deleting the key B we have an array of length 10. Its contents are as follows:&#10;&#10;Index 0: C&#10;Index 1: D&#10;Index 8: A&#10;Index 9: E&#10;All other indices are empty">
            <a:extLst>
              <a:ext uri="{FF2B5EF4-FFF2-40B4-BE49-F238E27FC236}">
                <a16:creationId xmlns:a16="http://schemas.microsoft.com/office/drawing/2014/main" id="{4D2EC61E-7223-1F13-4BE4-B998A2BB93AC}"/>
              </a:ext>
            </a:extLst>
          </p:cNvPr>
          <p:cNvGrpSpPr/>
          <p:nvPr/>
        </p:nvGrpSpPr>
        <p:grpSpPr>
          <a:xfrm>
            <a:off x="1600429" y="5467983"/>
            <a:ext cx="7695971" cy="1097280"/>
            <a:chOff x="1600429" y="5467983"/>
            <a:chExt cx="7695971" cy="1097280"/>
          </a:xfrm>
        </p:grpSpPr>
        <p:grpSp>
          <p:nvGrpSpPr>
            <p:cNvPr id="50" name="Group 49" descr="An array of length 10. Its contents are as follows:&#10;&#10;Index 0: C&#10;Index 1: D&#10;Index 8: A&#10;Index 9: E&#10;All other indices are empty">
              <a:extLst>
                <a:ext uri="{FF2B5EF4-FFF2-40B4-BE49-F238E27FC236}">
                  <a16:creationId xmlns:a16="http://schemas.microsoft.com/office/drawing/2014/main" id="{757BBB44-5F2E-A8DA-5DC0-E11ADCCCE600}"/>
                </a:ext>
              </a:extLst>
            </p:cNvPr>
            <p:cNvGrpSpPr/>
            <p:nvPr/>
          </p:nvGrpSpPr>
          <p:grpSpPr>
            <a:xfrm>
              <a:off x="2895600" y="5467983"/>
              <a:ext cx="6400800" cy="1097280"/>
              <a:chOff x="4953000" y="660717"/>
              <a:chExt cx="6400800" cy="1097280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74A88986-A58B-B4C4-FBDF-0195A1F69738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50E1C9E6-B1CC-BFEE-EB66-166EC1C671FB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C</a:t>
                  </a:r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AA826B72-7EAE-B7C0-2111-33121B87BC03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B814FF9D-834B-E79E-BA53-02E0A26701E0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C2F1422A-81B7-5F67-2831-2DB9C97411CC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857D0398-0DC7-E8DD-8DF8-49DFE3DB7973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C811B8FF-2F06-6DAD-9256-E34EC47CC2D0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73F16650-5C60-3259-1AC5-26E39BA0AEBB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1A7BE5A4-87FB-933A-29C5-33DA5D08D9B9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C0709E10-8B22-5E4B-89A7-9063A6887CCA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A</a:t>
                  </a:r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40B9EA6A-C763-551F-88E2-6EC4EBD5C6F9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E</a:t>
                  </a:r>
                </a:p>
              </p:txBody>
            </p:sp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BFBABD74-6667-6A86-1B23-FD88797528C5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F9F6EBD8-02C0-558D-0F20-D2CB03D443EE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95A8ABF1-B84D-32C4-314D-5D5801330298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B05E08F2-55F4-729C-74B8-173ADDAD18EB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CA5FD097-3399-840F-E8C5-D06899B7A946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18E6677F-16EC-C7CC-D577-3664FA67D96E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ADC911A1-D33F-7899-9FCA-1BB73A60A924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65B62B5D-4D30-358B-B837-70A2CAB45633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CF990708-C698-45CE-9287-1A6692A87EFA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DDEA605A-CD21-C44E-B987-EEC2D8D7AA7B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640335E9-56DE-363B-28B9-958B228DA456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787FB319-D6DF-2C6D-52DD-B9E7AEF39FAC}"/>
                </a:ext>
              </a:extLst>
            </p:cNvPr>
            <p:cNvSpPr txBox="1"/>
            <p:nvPr/>
          </p:nvSpPr>
          <p:spPr>
            <a:xfrm>
              <a:off x="1600429" y="5603357"/>
              <a:ext cx="7207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After: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038309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2224-77C0-7101-3666-23633BC3E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Probing: Delete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7C19AB-1C53-85A1-A3AF-83DFA61F94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36100"/>
                <a:ext cx="10515600" cy="4351338"/>
              </a:xfrm>
            </p:spPr>
            <p:txBody>
              <a:bodyPr/>
              <a:lstStyle/>
              <a:p>
                <a:r>
                  <a:rPr lang="en-US" b="1" dirty="0"/>
                  <a:t>Option 1 (harder)</a:t>
                </a:r>
                <a:r>
                  <a:rPr lang="en-US" dirty="0"/>
                  <a:t>: Plug the hole with other items in a way that makes probes behave correctly</a:t>
                </a:r>
              </a:p>
              <a:p>
                <a:pPr lvl="1"/>
                <a:r>
                  <a:rPr lang="en-US" dirty="0"/>
                  <a:t>Something like: to delete at index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starting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and going until we find an empty index, if probe path of the key at index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has index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before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then move the key-value pair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to index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then repeat on index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b="1" dirty="0"/>
                  <a:t>Option 2 (easier)</a:t>
                </a:r>
                <a:r>
                  <a:rPr lang="en-US" dirty="0"/>
                  <a:t>: “Tombstone” deletion. Leave a special object that indicates an something was deleted from there</a:t>
                </a:r>
              </a:p>
              <a:p>
                <a:pPr lvl="1"/>
                <a:r>
                  <a:rPr lang="en-US" dirty="0"/>
                  <a:t>The tombstone does not act as an open space when finding (so keep looking after its reached)</a:t>
                </a:r>
              </a:p>
              <a:p>
                <a:pPr lvl="1"/>
                <a:r>
                  <a:rPr lang="en-US" dirty="0"/>
                  <a:t>When inserting you can replace a tombstone with a new item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7C19AB-1C53-85A1-A3AF-83DFA61F94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36100"/>
                <a:ext cx="10515600" cy="4351338"/>
              </a:xfrm>
              <a:blipFill>
                <a:blip r:embed="rId2"/>
                <a:stretch>
                  <a:fillRect l="-1043" t="-2241" r="-1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 descr="For option 2 (tombstone deletion) when we delete a key from the dictionary we replace the key-value pair in the hash table with a special &quot;tombstone&quot; object to indicate that an item used to be present. &#10;&#10;This way when we're probing we know the spot is available to re-use if we insert a new key-value pair, but for a find we need to continue probing past that index since past inserts may have probed past it.">
            <a:extLst>
              <a:ext uri="{FF2B5EF4-FFF2-40B4-BE49-F238E27FC236}">
                <a16:creationId xmlns:a16="http://schemas.microsoft.com/office/drawing/2014/main" id="{5CEBE7AC-62BA-50C0-827E-A9312E83C711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2895600" y="5467983"/>
            <a:chExt cx="6400800" cy="109728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2398797-8895-3723-4DFA-5FD577DC625E}"/>
                </a:ext>
              </a:extLst>
            </p:cNvPr>
            <p:cNvGrpSpPr/>
            <p:nvPr/>
          </p:nvGrpSpPr>
          <p:grpSpPr>
            <a:xfrm>
              <a:off x="2895600" y="5467983"/>
              <a:ext cx="6400800" cy="1097280"/>
              <a:chOff x="4953000" y="660717"/>
              <a:chExt cx="6400800" cy="1097280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A94E3EBE-92D3-3CBC-4097-E854D2FB517E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9F9CF4CB-A27A-964D-A636-9F4C5BAF32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52980" y="5083048"/>
                      <a:ext cx="640080" cy="64008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9F9CF4CB-A27A-964D-A636-9F4C5BAF32B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252980" y="5083048"/>
                      <a:ext cx="640080" cy="64008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D168045C-4DD0-521D-E388-E155A93DAFF1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CBD1F50D-0106-BB33-E7B4-DF9459A8ED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3140" y="5083048"/>
                      <a:ext cx="640080" cy="64008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CBD1F50D-0106-BB33-E7B4-DF9459A8ED2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33140" y="5083048"/>
                      <a:ext cx="640080" cy="64008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Rectangle 19">
                      <a:extLst>
                        <a:ext uri="{FF2B5EF4-FFF2-40B4-BE49-F238E27FC236}">
                          <a16:creationId xmlns:a16="http://schemas.microsoft.com/office/drawing/2014/main" id="{F68DA8B2-9D14-9376-BA10-6072DC3F7A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73220" y="5083048"/>
                      <a:ext cx="640080" cy="64008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0" name="Rectangle 19">
                      <a:extLst>
                        <a:ext uri="{FF2B5EF4-FFF2-40B4-BE49-F238E27FC236}">
                          <a16:creationId xmlns:a16="http://schemas.microsoft.com/office/drawing/2014/main" id="{F68DA8B2-9D14-9376-BA10-6072DC3F7AA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73220" y="5083048"/>
                      <a:ext cx="640080" cy="64008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E872695B-70F4-3DA6-F9C7-C39AA3021A96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Rectangle 21">
                      <a:extLst>
                        <a:ext uri="{FF2B5EF4-FFF2-40B4-BE49-F238E27FC236}">
                          <a16:creationId xmlns:a16="http://schemas.microsoft.com/office/drawing/2014/main" id="{7C73464A-B923-7D8A-08E9-FA6362BB97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53380" y="5083048"/>
                      <a:ext cx="640080" cy="64008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2" name="Rectangle 21">
                      <a:extLst>
                        <a:ext uri="{FF2B5EF4-FFF2-40B4-BE49-F238E27FC236}">
                          <a16:creationId xmlns:a16="http://schemas.microsoft.com/office/drawing/2014/main" id="{7C73464A-B923-7D8A-08E9-FA6362BB975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53380" y="5083048"/>
                      <a:ext cx="640080" cy="64008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32B62BA5-C7A9-1093-C1C5-92B30048EF21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B7E8C7D0-301F-810C-81D7-8032D43CCED2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EF34426-81D0-A00D-F869-CE2CC1F69DD9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27B13CF2-FF93-8502-9E02-8932AAC3B628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ECD7BD24-78C4-485A-B642-694347CAF79F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0E07A55D-FD55-65C4-B762-EE475FB813D9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22B816F0-1D87-DCEE-EE23-73BA3F93C0D0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3472B5DE-98C0-ED41-C1C2-5402072D17EC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01DF7F5A-E96D-9469-1E44-2B9982B5F417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24290CC6-A7C4-513F-0046-64C15C576672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6AAFCECB-C9D4-B0F1-13A6-E6A0B9F5E5FC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76966F40-4191-1551-B59D-C33E64E92ED2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91B32752-91AD-18C5-0ABD-530E78C6EAE1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E950CBD8-72AD-EB1F-CF08-19E9158FCF57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F2A5AD5E-A38F-FFBF-1612-402BB356C254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pic>
          <p:nvPicPr>
            <p:cNvPr id="1026" name="Picture 2" descr="Tombstone Graphic by Lowkey21 · Creative Fabrica">
              <a:extLst>
                <a:ext uri="{FF2B5EF4-FFF2-40B4-BE49-F238E27FC236}">
                  <a16:creationId xmlns:a16="http://schemas.microsoft.com/office/drawing/2014/main" id="{4D539D6B-C7E5-D7DC-674F-BD419E4829F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682" t="13451" r="15903" b="12240"/>
            <a:stretch/>
          </p:blipFill>
          <p:spPr bwMode="auto">
            <a:xfrm>
              <a:off x="5515827" y="5640183"/>
              <a:ext cx="510106" cy="380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4207822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2224-77C0-7101-3666-23633BC3E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 + Tombstone: Find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C19AB-1C53-85A1-A3AF-83DFA61F9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55298"/>
          </a:xfrm>
        </p:spPr>
        <p:txBody>
          <a:bodyPr/>
          <a:lstStyle/>
          <a:p>
            <a:r>
              <a:rPr lang="en-US" dirty="0"/>
              <a:t>To find key </a:t>
            </a:r>
            <a:r>
              <a:rPr lang="en-US" dirty="0">
                <a:latin typeface="Consolas" panose="020B0609020204030204" pitchFamily="49" charset="0"/>
              </a:rPr>
              <a:t>k</a:t>
            </a:r>
          </a:p>
          <a:p>
            <a:pPr lvl="1"/>
            <a:r>
              <a:rPr lang="en-US" dirty="0"/>
              <a:t>Calculate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h(k)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While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r>
              <a:rPr lang="en-US" dirty="0"/>
              <a:t> has a key other than </a:t>
            </a:r>
            <a:r>
              <a:rPr lang="en-US" dirty="0">
                <a:latin typeface="Consolas" panose="020B0609020204030204" pitchFamily="49" charset="0"/>
              </a:rPr>
              <a:t>k</a:t>
            </a:r>
            <a:r>
              <a:rPr lang="en-US" dirty="0"/>
              <a:t>, set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(i+1)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If you come across </a:t>
            </a:r>
            <a:r>
              <a:rPr lang="en-US" dirty="0">
                <a:latin typeface="Consolas" panose="020B0609020204030204" pitchFamily="49" charset="0"/>
              </a:rPr>
              <a:t>k</a:t>
            </a:r>
            <a:r>
              <a:rPr lang="en-US" dirty="0"/>
              <a:t> return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endParaRPr lang="en-US" dirty="0"/>
          </a:p>
          <a:p>
            <a:pPr lvl="1"/>
            <a:r>
              <a:rPr lang="en-US" dirty="0"/>
              <a:t>If you come across an empty index, the find was unsuccessful</a:t>
            </a:r>
          </a:p>
          <a:p>
            <a:pPr lvl="2"/>
            <a:r>
              <a:rPr lang="en-US" dirty="0"/>
              <a:t>Tombstones do not count as empty!</a:t>
            </a:r>
          </a:p>
        </p:txBody>
      </p:sp>
      <p:grpSp>
        <p:nvGrpSpPr>
          <p:cNvPr id="27" name="Group 26" descr="A hash table with a tombstone. Its contents are as follows (for each pair the first element is the key and the second is the value):&#10;&#10;Index 0: k1, v1&#10;Index 2: k2,v2&#10;Index 3: k3, v3&#10;Index 4: tombstone&#10;Index 5: k4, v4&#10;All other indices are empty&#10;&#10;Supposing we do an unsuccessful find on key k which maps to index 2. In this case we will need to check index 2, index 3, index 4 (which contains the tombstone), index 5, and then can conclude the find was unsuccessful when we see index 6 is empty.">
            <a:extLst>
              <a:ext uri="{FF2B5EF4-FFF2-40B4-BE49-F238E27FC236}">
                <a16:creationId xmlns:a16="http://schemas.microsoft.com/office/drawing/2014/main" id="{173FC6B8-AB4A-FD8C-6863-E218D088B95F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2895600" y="5467983"/>
            <a:chExt cx="6400800" cy="109728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2EBE785-09DD-2129-EF50-6BED889CAFDF}"/>
                </a:ext>
              </a:extLst>
            </p:cNvPr>
            <p:cNvGrpSpPr/>
            <p:nvPr/>
          </p:nvGrpSpPr>
          <p:grpSpPr>
            <a:xfrm>
              <a:off x="2895600" y="5467983"/>
              <a:ext cx="6400800" cy="1097280"/>
              <a:chOff x="4953000" y="660717"/>
              <a:chExt cx="6400800" cy="1097280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4D7616CE-CEB2-3F78-01C7-559381A7E459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2" name="Rectangle 41">
                      <a:extLst>
                        <a:ext uri="{FF2B5EF4-FFF2-40B4-BE49-F238E27FC236}">
                          <a16:creationId xmlns:a16="http://schemas.microsoft.com/office/drawing/2014/main" id="{DA0882B2-FBB3-893B-47AC-ED5A54E5D7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52980" y="5083048"/>
                      <a:ext cx="640080" cy="64008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42" name="Rectangle 41">
                      <a:extLst>
                        <a:ext uri="{FF2B5EF4-FFF2-40B4-BE49-F238E27FC236}">
                          <a16:creationId xmlns:a16="http://schemas.microsoft.com/office/drawing/2014/main" id="{DA0882B2-FBB3-893B-47AC-ED5A54E5D7E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252980" y="5083048"/>
                      <a:ext cx="640080" cy="640080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l="-841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9CC71AC7-66ED-D0EA-E2C9-4D9B8C7164CC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4" name="Rectangle 43">
                      <a:extLst>
                        <a:ext uri="{FF2B5EF4-FFF2-40B4-BE49-F238E27FC236}">
                          <a16:creationId xmlns:a16="http://schemas.microsoft.com/office/drawing/2014/main" id="{8FDFB75C-BC8B-A7B1-D939-0A388B717A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3140" y="5083048"/>
                      <a:ext cx="640080" cy="64008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44" name="Rectangle 43">
                      <a:extLst>
                        <a:ext uri="{FF2B5EF4-FFF2-40B4-BE49-F238E27FC236}">
                          <a16:creationId xmlns:a16="http://schemas.microsoft.com/office/drawing/2014/main" id="{8FDFB75C-BC8B-A7B1-D939-0A388B717AE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33140" y="5083048"/>
                      <a:ext cx="640080" cy="64008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934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5" name="Rectangle 44">
                      <a:extLst>
                        <a:ext uri="{FF2B5EF4-FFF2-40B4-BE49-F238E27FC236}">
                          <a16:creationId xmlns:a16="http://schemas.microsoft.com/office/drawing/2014/main" id="{4D3201B6-2128-AA78-0502-860BF7B613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73220" y="5083048"/>
                      <a:ext cx="640080" cy="64008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45" name="Rectangle 44">
                      <a:extLst>
                        <a:ext uri="{FF2B5EF4-FFF2-40B4-BE49-F238E27FC236}">
                          <a16:creationId xmlns:a16="http://schemas.microsoft.com/office/drawing/2014/main" id="{4D3201B6-2128-AA78-0502-860BF7B613B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73220" y="5083048"/>
                      <a:ext cx="640080" cy="64008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934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041711FE-E996-23C1-97AD-7FDE658BA2E1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7" name="Rectangle 46">
                      <a:extLst>
                        <a:ext uri="{FF2B5EF4-FFF2-40B4-BE49-F238E27FC236}">
                          <a16:creationId xmlns:a16="http://schemas.microsoft.com/office/drawing/2014/main" id="{6DAEE92F-6002-9637-4F17-E5FB04B177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53380" y="5083048"/>
                      <a:ext cx="640080" cy="64008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47" name="Rectangle 46">
                      <a:extLst>
                        <a:ext uri="{FF2B5EF4-FFF2-40B4-BE49-F238E27FC236}">
                          <a16:creationId xmlns:a16="http://schemas.microsoft.com/office/drawing/2014/main" id="{6DAEE92F-6002-9637-4F17-E5FB04B1778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53380" y="5083048"/>
                      <a:ext cx="640080" cy="64008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841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101D0832-8C87-DBB7-A03D-B331DBF755EF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37BBC0C9-9AE3-DF08-8D24-E971DA5754C3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38A6AC15-B4C8-948A-A1B6-31F5BEACFF6D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181753CC-4DE4-F5BD-AFEC-DA4B6D39AF0E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551F7581-2694-4F16-2D77-99EBD233E618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F17FFAC9-CE14-DCBB-F204-A9EE3D53FDC2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BCF16176-C858-3F4B-2338-71EE8AEA7156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0D9BF06B-65D6-9864-3A5D-83DA1D72FBCC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C6E9A345-05AB-412F-04A7-06DEAAA67AE8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B3A0273C-3478-8C2E-FF29-E2FD3B8B81EF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2A17E45D-8163-8373-1EE1-E0EEC0B7F1E0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26C69C17-57A7-433D-4954-3E9C7742E35B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1F0EBE50-D77D-6ACC-6154-87179C219DEF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BA195B53-7382-BFB7-0F97-3EB6EB5DC4AD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9B875D04-ECAD-DA0A-F8BD-36E7E0E46C3B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pic>
          <p:nvPicPr>
            <p:cNvPr id="29" name="Picture 2" descr="Tombstone Graphic by Lowkey21 · Creative Fabrica">
              <a:extLst>
                <a:ext uri="{FF2B5EF4-FFF2-40B4-BE49-F238E27FC236}">
                  <a16:creationId xmlns:a16="http://schemas.microsoft.com/office/drawing/2014/main" id="{CF584FA7-0070-6E40-7FA7-4BA779C84DE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682" t="13451" r="15903" b="12240"/>
            <a:stretch/>
          </p:blipFill>
          <p:spPr bwMode="auto">
            <a:xfrm>
              <a:off x="5515827" y="5640183"/>
              <a:ext cx="510106" cy="380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6365902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C209-91E7-39F7-4A4E-647F00B99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 + Tombstone: Insert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EF850-0680-6520-62A9-DA71336F1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insert </a:t>
            </a:r>
            <a:r>
              <a:rPr lang="en-US" dirty="0" err="1">
                <a:latin typeface="Consolas" panose="020B0609020204030204" pitchFamily="49" charset="0"/>
              </a:rPr>
              <a:t>k,v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Calculate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h(k)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While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r>
              <a:rPr lang="en-US" dirty="0"/>
              <a:t> has a key other than </a:t>
            </a:r>
            <a:r>
              <a:rPr lang="en-US" dirty="0">
                <a:latin typeface="Consolas" panose="020B0609020204030204" pitchFamily="49" charset="0"/>
              </a:rPr>
              <a:t>k</a:t>
            </a:r>
            <a:r>
              <a:rPr lang="en-US" dirty="0"/>
              <a:t>, set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(i+1)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>
              <a:latin typeface="Consolas" panose="020B0609020204030204" pitchFamily="49" charset="0"/>
            </a:endParaRPr>
          </a:p>
          <a:p>
            <a:pPr lvl="2"/>
            <a:r>
              <a:rPr lang="en-US" dirty="0"/>
              <a:t>If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r>
              <a:rPr lang="en-US" dirty="0"/>
              <a:t> has a tombstone, set </a:t>
            </a:r>
            <a:r>
              <a:rPr lang="en-US" dirty="0" err="1">
                <a:latin typeface="Consolas" panose="020B0609020204030204" pitchFamily="49" charset="0"/>
              </a:rPr>
              <a:t>dest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endParaRPr lang="en-US" b="0" dirty="0">
              <a:latin typeface="Consolas" panose="020B0609020204030204" pitchFamily="49" charset="0"/>
            </a:endParaRPr>
          </a:p>
          <a:p>
            <a:pPr lvl="3"/>
            <a:r>
              <a:rPr lang="en-US" dirty="0"/>
              <a:t>That is where we will insert if the find is unsuccessful</a:t>
            </a:r>
          </a:p>
          <a:p>
            <a:pPr lvl="2"/>
            <a:r>
              <a:rPr lang="en-US" dirty="0"/>
              <a:t>If you come across </a:t>
            </a:r>
            <a:r>
              <a:rPr lang="en-US" dirty="0">
                <a:latin typeface="Consolas" panose="020B0609020204030204" pitchFamily="49" charset="0"/>
              </a:rPr>
              <a:t>k</a:t>
            </a:r>
            <a:r>
              <a:rPr lang="en-US" dirty="0"/>
              <a:t>, set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 = </a:t>
            </a:r>
            <a:r>
              <a:rPr lang="en-US" dirty="0" err="1">
                <a:latin typeface="Consolas" panose="020B0609020204030204" pitchFamily="49" charset="0"/>
              </a:rPr>
              <a:t>k,v</a:t>
            </a:r>
            <a:endParaRPr lang="en-US" dirty="0">
              <a:latin typeface="Consolas" panose="020B0609020204030204" pitchFamily="49" charset="0"/>
            </a:endParaRPr>
          </a:p>
          <a:p>
            <a:pPr lvl="2"/>
            <a:r>
              <a:rPr lang="en-US" dirty="0"/>
              <a:t>If you come across an empty index, the find was unsuccessful</a:t>
            </a:r>
          </a:p>
          <a:p>
            <a:pPr lvl="3"/>
            <a:r>
              <a:rPr lang="en-US" dirty="0"/>
              <a:t>Set </a:t>
            </a:r>
            <a:r>
              <a:rPr lang="en-US" dirty="0">
                <a:latin typeface="Consolas" panose="020B0609020204030204" pitchFamily="49" charset="0"/>
              </a:rPr>
              <a:t>table[x] = </a:t>
            </a:r>
            <a:r>
              <a:rPr lang="en-US" dirty="0" err="1">
                <a:latin typeface="Consolas" panose="020B0609020204030204" pitchFamily="49" charset="0"/>
              </a:rPr>
              <a:t>k,v</a:t>
            </a:r>
            <a:r>
              <a:rPr lang="en-US" dirty="0"/>
              <a:t> if we saw a tombstone</a:t>
            </a:r>
          </a:p>
          <a:p>
            <a:pPr lvl="2"/>
            <a:r>
              <a:rPr lang="en-US" dirty="0"/>
              <a:t>Set </a:t>
            </a:r>
            <a:r>
              <a:rPr lang="en-US" dirty="0">
                <a:latin typeface="Consolas" panose="020B0609020204030204" pitchFamily="49" charset="0"/>
              </a:rPr>
              <a:t>table[x] = </a:t>
            </a:r>
            <a:r>
              <a:rPr lang="en-US" dirty="0" err="1">
                <a:latin typeface="Consolas" panose="020B0609020204030204" pitchFamily="49" charset="0"/>
              </a:rPr>
              <a:t>k,v</a:t>
            </a:r>
            <a:r>
              <a:rPr lang="en-US" dirty="0"/>
              <a:t> otherwise</a:t>
            </a:r>
          </a:p>
        </p:txBody>
      </p:sp>
      <p:grpSp>
        <p:nvGrpSpPr>
          <p:cNvPr id="52" name="Group 51" descr="A hash table with a tombstone. Its contents are as follows (for each pair the first element is the key and the second is the value):&#10;&#10;Index 0: k1, v1&#10;Index 2: k2,v2&#10;Index 3: k3, v3&#10;Index 4: tombstone&#10;Index 5: k4, v4&#10;All other indices are empty&#10;&#10;Supposing we do an insert on a new key k which maps to index 2. In this case we will need to check index 2, index 3, index 4 (which contains the tombstone), index 5, and then can conclude the key is not already present. The new key-value pair will then be added at index 4, replacing the tombstone.">
            <a:extLst>
              <a:ext uri="{FF2B5EF4-FFF2-40B4-BE49-F238E27FC236}">
                <a16:creationId xmlns:a16="http://schemas.microsoft.com/office/drawing/2014/main" id="{4FBD874A-F45D-3FB5-EED7-5548DA2EF994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2895600" y="5467983"/>
            <a:chExt cx="6400800" cy="1097280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FCA24555-DC6F-9F47-C438-D2193716322E}"/>
                </a:ext>
              </a:extLst>
            </p:cNvPr>
            <p:cNvGrpSpPr/>
            <p:nvPr/>
          </p:nvGrpSpPr>
          <p:grpSpPr>
            <a:xfrm>
              <a:off x="2895600" y="5467983"/>
              <a:ext cx="6400800" cy="1097280"/>
              <a:chOff x="4953000" y="660717"/>
              <a:chExt cx="6400800" cy="1097280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FEA72BE6-8063-3C34-3C24-D4A5E4EE6F00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7" name="Rectangle 66">
                      <a:extLst>
                        <a:ext uri="{FF2B5EF4-FFF2-40B4-BE49-F238E27FC236}">
                          <a16:creationId xmlns:a16="http://schemas.microsoft.com/office/drawing/2014/main" id="{8E5E0B5A-52FD-6423-81E7-B32D3FCF8C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52980" y="5083048"/>
                      <a:ext cx="640080" cy="64008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67" name="Rectangle 66">
                      <a:extLst>
                        <a:ext uri="{FF2B5EF4-FFF2-40B4-BE49-F238E27FC236}">
                          <a16:creationId xmlns:a16="http://schemas.microsoft.com/office/drawing/2014/main" id="{8E5E0B5A-52FD-6423-81E7-B32D3FCF8CE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252980" y="5083048"/>
                      <a:ext cx="640080" cy="640080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l="-841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B4FC1C40-8AD3-A17A-B895-F9E93E6FDC81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9" name="Rectangle 68">
                      <a:extLst>
                        <a:ext uri="{FF2B5EF4-FFF2-40B4-BE49-F238E27FC236}">
                          <a16:creationId xmlns:a16="http://schemas.microsoft.com/office/drawing/2014/main" id="{8141E5FC-1D98-DC12-60E4-6A73191280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3140" y="5083048"/>
                      <a:ext cx="640080" cy="64008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69" name="Rectangle 68">
                      <a:extLst>
                        <a:ext uri="{FF2B5EF4-FFF2-40B4-BE49-F238E27FC236}">
                          <a16:creationId xmlns:a16="http://schemas.microsoft.com/office/drawing/2014/main" id="{8141E5FC-1D98-DC12-60E4-6A731912800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33140" y="5083048"/>
                      <a:ext cx="640080" cy="64008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934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0" name="Rectangle 69">
                      <a:extLst>
                        <a:ext uri="{FF2B5EF4-FFF2-40B4-BE49-F238E27FC236}">
                          <a16:creationId xmlns:a16="http://schemas.microsoft.com/office/drawing/2014/main" id="{D8ACACD4-4231-E6C1-1086-B4A0FB4F9C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73220" y="5083048"/>
                      <a:ext cx="640080" cy="64008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70" name="Rectangle 69">
                      <a:extLst>
                        <a:ext uri="{FF2B5EF4-FFF2-40B4-BE49-F238E27FC236}">
                          <a16:creationId xmlns:a16="http://schemas.microsoft.com/office/drawing/2014/main" id="{D8ACACD4-4231-E6C1-1086-B4A0FB4F9C6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73220" y="5083048"/>
                      <a:ext cx="640080" cy="64008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934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FABCCAC9-F36B-A1BA-667A-78802FFF6C6E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2" name="Rectangle 71">
                      <a:extLst>
                        <a:ext uri="{FF2B5EF4-FFF2-40B4-BE49-F238E27FC236}">
                          <a16:creationId xmlns:a16="http://schemas.microsoft.com/office/drawing/2014/main" id="{2BE99131-A086-2B36-648D-2F8AC6D2F7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53380" y="5083048"/>
                      <a:ext cx="640080" cy="64008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72" name="Rectangle 71">
                      <a:extLst>
                        <a:ext uri="{FF2B5EF4-FFF2-40B4-BE49-F238E27FC236}">
                          <a16:creationId xmlns:a16="http://schemas.microsoft.com/office/drawing/2014/main" id="{2BE99131-A086-2B36-648D-2F8AC6D2F7E9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53380" y="5083048"/>
                      <a:ext cx="640080" cy="64008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841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D23AD1D0-2779-76DE-762C-E62A781C27A0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443002A0-8B12-348E-CA47-F1274759CBAA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47B5A1A1-85A3-E02C-0468-F04A20E88D70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820AFF44-7D99-FD98-034E-A50A6F192902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00EA210E-A610-EC71-019C-C68C26505630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1BC9CABD-A5AD-23B4-7543-FEE882A88D8D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70013DAA-466F-0FCA-8CC7-29B12DD45633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5874873E-7B28-2871-B6D5-5CD86143A42F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67D84E82-933E-823D-4E31-030CCF0CD267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21F2F06C-D463-6964-8C0C-2864D213D64F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B7BB9DB0-34E6-88C3-31F4-46A9A73C7EA6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61FB43B4-6CAE-DB5D-BE33-1E332A8C4988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682C96ED-631A-C62A-E2CC-08988EA05557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98324CC0-B7CB-6590-1138-B30A81B6A397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5A2629E3-C645-DCD7-D045-C975EEBA6BD9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pic>
          <p:nvPicPr>
            <p:cNvPr id="54" name="Picture 2" descr="Tombstone Graphic by Lowkey21 · Creative Fabrica">
              <a:extLst>
                <a:ext uri="{FF2B5EF4-FFF2-40B4-BE49-F238E27FC236}">
                  <a16:creationId xmlns:a16="http://schemas.microsoft.com/office/drawing/2014/main" id="{9A8BBA4D-2C28-2FCA-1BE7-BF9850028A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682" t="13451" r="15903" b="12240"/>
            <a:stretch/>
          </p:blipFill>
          <p:spPr bwMode="auto">
            <a:xfrm>
              <a:off x="5515827" y="5640183"/>
              <a:ext cx="510106" cy="380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67387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FDBF2-63C9-8594-E37F-13EE9BA0A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Downsides of Linear Probing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0D9F20-503B-1CC5-FAAD-15F079F00C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What happens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approaches 1?</a:t>
                </a:r>
              </a:p>
              <a:p>
                <a:pPr lvl="1"/>
                <a:r>
                  <a:rPr lang="en-US" dirty="0"/>
                  <a:t>Get longer and longer contiguous blocks</a:t>
                </a:r>
              </a:p>
              <a:p>
                <a:pPr lvl="1"/>
                <a:r>
                  <a:rPr lang="en-US" dirty="0"/>
                  <a:t>A collision is guaranteed to grow a block</a:t>
                </a:r>
              </a:p>
              <a:p>
                <a:pPr lvl="2"/>
                <a:r>
                  <a:rPr lang="en-US" dirty="0"/>
                  <a:t>Larger blocks experience more collisions</a:t>
                </a:r>
              </a:p>
              <a:p>
                <a:pPr lvl="2"/>
                <a:r>
                  <a:rPr lang="en-US" dirty="0"/>
                  <a:t>Feedback loop!</a:t>
                </a:r>
              </a:p>
              <a:p>
                <a:r>
                  <a:rPr lang="en-US" dirty="0"/>
                  <a:t>What happens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exceeds 1?</a:t>
                </a:r>
              </a:p>
              <a:p>
                <a:pPr lvl="1"/>
                <a:r>
                  <a:rPr lang="en-US" dirty="0"/>
                  <a:t>Impossible!</a:t>
                </a:r>
              </a:p>
              <a:p>
                <a:pPr lvl="1"/>
                <a:r>
                  <a:rPr lang="en-US" dirty="0"/>
                  <a:t>You can’t insert more stuff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0D9F20-503B-1CC5-FAAD-15F079F00C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665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C209-91E7-39F7-4A4E-647F00B99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Probing: Insert Procedure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BEF850-0680-6520-62A9-DA71336F12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 insert </a:t>
                </a:r>
                <a:r>
                  <a:rPr lang="en-US" dirty="0" err="1">
                    <a:latin typeface="Consolas" panose="020B0609020204030204" pitchFamily="49" charset="0"/>
                  </a:rPr>
                  <a:t>k,v</a:t>
                </a:r>
                <a:endParaRPr lang="en-US" dirty="0">
                  <a:latin typeface="Consolas" panose="020B0609020204030204" pitchFamily="49" charset="0"/>
                </a:endParaRPr>
              </a:p>
              <a:p>
                <a:pPr lvl="1"/>
                <a:r>
                  <a:rPr lang="en-US" dirty="0"/>
                  <a:t>Calculate 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 = h(k) %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endParaRPr lang="en-US" dirty="0">
                  <a:latin typeface="Consolas" panose="020B0609020204030204" pitchFamily="49" charset="0"/>
                </a:endParaRPr>
              </a:p>
              <a:p>
                <a:pPr lvl="1"/>
                <a:r>
                  <a:rPr lang="en-US" dirty="0"/>
                  <a:t>If </a:t>
                </a:r>
                <a:r>
                  <a:rPr lang="en-US" dirty="0">
                    <a:latin typeface="Consolas" panose="020B0609020204030204" pitchFamily="49" charset="0"/>
                  </a:rPr>
                  <a:t>table[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]</a:t>
                </a:r>
                <a:r>
                  <a:rPr lang="en-US" dirty="0"/>
                  <a:t> is occupied then try </a:t>
                </a:r>
                <a:r>
                  <a:rPr lang="en-US" dirty="0">
                    <a:latin typeface="Consolas" panose="020B0609020204030204" pitchFamily="49" charset="0"/>
                  </a:rPr>
                  <a:t>(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Consolas" panose="020B0609020204030204" pitchFamily="49" charset="0"/>
                  </a:rPr>
                  <a:t>) %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endParaRPr lang="en-US" dirty="0">
                  <a:latin typeface="Consolas" panose="020B0609020204030204" pitchFamily="49" charset="0"/>
                </a:endParaRPr>
              </a:p>
              <a:p>
                <a:pPr lvl="1"/>
                <a:r>
                  <a:rPr lang="en-US" dirty="0"/>
                  <a:t>If that is occupied try</a:t>
                </a:r>
                <a:r>
                  <a:rPr lang="en-US" dirty="0">
                    <a:latin typeface="Consolas" panose="020B0609020204030204" pitchFamily="49" charset="0"/>
                  </a:rPr>
                  <a:t>(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Consolas" panose="020B0609020204030204" pitchFamily="49" charset="0"/>
                  </a:rPr>
                  <a:t>) %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endParaRPr lang="en-US" dirty="0"/>
              </a:p>
              <a:p>
                <a:pPr lvl="1"/>
                <a:r>
                  <a:rPr lang="en-US" dirty="0"/>
                  <a:t>If that is occupied try</a:t>
                </a:r>
                <a:r>
                  <a:rPr lang="en-US" dirty="0">
                    <a:latin typeface="Consolas" panose="020B0609020204030204" pitchFamily="49" charset="0"/>
                  </a:rPr>
                  <a:t>(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Consolas" panose="020B0609020204030204" pitchFamily="49" charset="0"/>
                  </a:rPr>
                  <a:t>) %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endParaRPr lang="en-US" b="0" dirty="0"/>
              </a:p>
              <a:p>
                <a:pPr lvl="1"/>
                <a:r>
                  <a:rPr lang="en-US" dirty="0"/>
                  <a:t>If that is occupied try</a:t>
                </a:r>
                <a:r>
                  <a:rPr lang="en-US" dirty="0">
                    <a:latin typeface="Consolas" panose="020B0609020204030204" pitchFamily="49" charset="0"/>
                  </a:rPr>
                  <a:t>(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Consolas" panose="020B0609020204030204" pitchFamily="49" charset="0"/>
                  </a:rPr>
                  <a:t>) %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endParaRPr lang="en-US" dirty="0"/>
              </a:p>
              <a:p>
                <a:pPr lvl="1"/>
                <a:r>
                  <a:rPr lang="en-US" dirty="0"/>
                  <a:t>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BEF850-0680-6520-62A9-DA71336F12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 descr="An empty hash table of size 10">
            <a:extLst>
              <a:ext uri="{FF2B5EF4-FFF2-40B4-BE49-F238E27FC236}">
                <a16:creationId xmlns:a16="http://schemas.microsoft.com/office/drawing/2014/main" id="{756D933F-0667-60C4-43AB-754CAECD7250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0480FFF-EE72-457D-D6E8-451CF52B6DBF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ABC9ED3-873B-8DF2-3007-E959C8B83168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EAE90EA1-5C9D-BCA0-4D28-59611B824CB7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7114CFD8-6ED4-6B89-CD55-7D3ECE4BBB1B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204A6FF5-99E2-3235-8D90-4C2A56472FBE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669C8311-2520-F422-D336-3AC79533A4AA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E05872E6-031A-5F02-B19C-D0579D7096F5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3B2E2A78-9B2E-AE47-7510-E5FE7C17E610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1285CFFB-A1F9-F99E-EA0A-11E2F42035E9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429C629-0428-3E55-C936-39BD54E80179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61D0268D-CC06-8E7E-3906-84E45BA0095C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A5761B6E-FB16-592A-C7AD-4268DE295EAF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3FF1A6A4-AAFC-4F06-C075-68D62F7DFE3D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906FDE66-90C0-DAC7-AFC3-2AA73A7A36D9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474FA1B-A961-CDFE-D875-A37DA7907E87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BE171187-6023-726D-E15D-75D10F0ABEE1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E294FDE-A886-95E6-1015-F63C67A858BE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18B94A1E-2B67-07B2-390D-ED63652DA9F4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C8F3CEC-CCCE-0872-BC52-6A4916FF9A35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252A52A-4A9A-67F4-9371-287AE558D215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A8C2A306-35E2-9B4E-43B7-54B828C6BCD9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7385CBDA-09D8-0C40-9F92-39B7B00B7F1D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57190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C209-91E7-39F7-4A4E-647F00B99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Probing: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EF850-0680-6520-62A9-DA71336F1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Insert:</a:t>
            </a:r>
          </a:p>
          <a:p>
            <a:pPr lvl="1"/>
            <a:r>
              <a:rPr lang="en-US" dirty="0"/>
              <a:t>76</a:t>
            </a:r>
          </a:p>
          <a:p>
            <a:pPr lvl="1"/>
            <a:r>
              <a:rPr lang="en-US" dirty="0"/>
              <a:t>40 </a:t>
            </a:r>
          </a:p>
          <a:p>
            <a:pPr lvl="1"/>
            <a:r>
              <a:rPr lang="en-US" dirty="0"/>
              <a:t>48 </a:t>
            </a:r>
          </a:p>
          <a:p>
            <a:pPr lvl="1"/>
            <a:r>
              <a:rPr lang="en-US" dirty="0"/>
              <a:t>5 </a:t>
            </a:r>
          </a:p>
          <a:p>
            <a:pPr lvl="1"/>
            <a:r>
              <a:rPr lang="en-US" dirty="0"/>
              <a:t>55 </a:t>
            </a:r>
          </a:p>
          <a:p>
            <a:pPr lvl="1"/>
            <a:r>
              <a:rPr lang="en-US" dirty="0"/>
              <a:t>47</a:t>
            </a:r>
          </a:p>
        </p:txBody>
      </p:sp>
      <p:grpSp>
        <p:nvGrpSpPr>
          <p:cNvPr id="4" name="Group 3" descr="An empty hash table of size 7">
            <a:extLst>
              <a:ext uri="{FF2B5EF4-FFF2-40B4-BE49-F238E27FC236}">
                <a16:creationId xmlns:a16="http://schemas.microsoft.com/office/drawing/2014/main" id="{A7F5364F-88DC-3F96-2BC8-BAFA44EC14BE}"/>
              </a:ext>
            </a:extLst>
          </p:cNvPr>
          <p:cNvGrpSpPr/>
          <p:nvPr/>
        </p:nvGrpSpPr>
        <p:grpSpPr>
          <a:xfrm>
            <a:off x="2895600" y="5467983"/>
            <a:ext cx="4480560" cy="1097280"/>
            <a:chOff x="4953000" y="660717"/>
            <a:chExt cx="448056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84DAC70-2D02-4363-C33E-910CC23D54FE}"/>
                </a:ext>
              </a:extLst>
            </p:cNvPr>
            <p:cNvGrpSpPr/>
            <p:nvPr/>
          </p:nvGrpSpPr>
          <p:grpSpPr>
            <a:xfrm>
              <a:off x="4953000" y="660717"/>
              <a:ext cx="4480560" cy="640080"/>
              <a:chOff x="2252980" y="5083048"/>
              <a:chExt cx="448056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13EEE87-6AB8-548B-F84D-F081E8ECF76E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4FFA859-CE6A-3363-4D19-9CAB7D56F053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27DBA0-51B9-2EDB-EBA7-1E4A030D3BD3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4B5109F-FED7-B365-433C-F0CF16F73FD8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C3AF265-E570-4D67-F01B-B938693539B6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91A2D82-FDC4-EA2F-2A43-D14EA4AA9250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DEA582E-177A-FEBE-3F05-79B2349E7EED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6F3B3C3-578B-F0CF-7FDA-4D658EACB546}"/>
                </a:ext>
              </a:extLst>
            </p:cNvPr>
            <p:cNvGrpSpPr/>
            <p:nvPr/>
          </p:nvGrpSpPr>
          <p:grpSpPr>
            <a:xfrm>
              <a:off x="4953000" y="1117917"/>
              <a:ext cx="4480560" cy="640080"/>
              <a:chOff x="2252980" y="5083048"/>
              <a:chExt cx="448056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ECA0DCD-68D5-0470-BBE4-88793B346E25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49C5070-60AB-1BF9-E768-8ADCF618F29D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ABDDB81-53DE-3741-D996-1F287A6DDDBA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A6C8874-6AA8-354F-33B5-648D0C65EEE2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790C2C0-54CD-8E8A-29F1-4E4245996583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77B6A59-79DD-E078-29A8-28E65E272796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BC9E6AB-C5FC-2724-1BF9-D8BBC6BF709A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374200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E8820-9792-6FF2-3B76-3657BAD65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Quadratic Probing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FE5C53-5FC4-6CF5-6D34-1C1D27BEA8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you probe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r>
                  <a:rPr lang="en-US" dirty="0"/>
                  <a:t> times, you start repeating indices</a:t>
                </a:r>
              </a:p>
              <a:p>
                <a:r>
                  <a:rPr lang="en-US" dirty="0"/>
                  <a:t>If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r>
                  <a:rPr lang="en-US" dirty="0">
                    <a:latin typeface="Consolas" panose="020B0609020204030204" pitchFamily="49" charset="0"/>
                  </a:rPr>
                  <a:t> </a:t>
                </a:r>
                <a:r>
                  <a:rPr lang="en-US" dirty="0"/>
                  <a:t>is prime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then you’re guaranteed to find an open spot in at most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dirty="0"/>
                  <a:t> probes</a:t>
                </a:r>
              </a:p>
              <a:p>
                <a:endParaRPr lang="en-US" dirty="0"/>
              </a:p>
              <a:p>
                <a:r>
                  <a:rPr lang="en-US" dirty="0"/>
                  <a:t>Helps with the clustering problem of linear probing, but does not help if many things hash to the same value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FE5C53-5FC4-6CF5-6D34-1C1D27BEA8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95800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C209-91E7-39F7-4A4E-647F00B99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Hashing: Insert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EF850-0680-6520-62A9-DA71336F1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</a:t>
            </a:r>
            <a:r>
              <a:rPr lang="en-US" dirty="0">
                <a:latin typeface="Consolas" panose="020B0609020204030204" pitchFamily="49" charset="0"/>
              </a:rPr>
              <a:t>h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</a:rPr>
              <a:t>g</a:t>
            </a:r>
            <a:r>
              <a:rPr lang="en-US" dirty="0"/>
              <a:t> are both good hash functions</a:t>
            </a:r>
          </a:p>
          <a:p>
            <a:r>
              <a:rPr lang="en-US" dirty="0"/>
              <a:t>To insert </a:t>
            </a:r>
            <a:r>
              <a:rPr lang="en-US" dirty="0" err="1">
                <a:latin typeface="Consolas" panose="020B0609020204030204" pitchFamily="49" charset="0"/>
              </a:rPr>
              <a:t>k,v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Calculate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h(k)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If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r>
              <a:rPr lang="en-US" dirty="0"/>
              <a:t> is occupied then try </a:t>
            </a:r>
            <a:r>
              <a:rPr lang="en-US" dirty="0">
                <a:latin typeface="Consolas" panose="020B0609020204030204" pitchFamily="49" charset="0"/>
              </a:rPr>
              <a:t>(i+g(k))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If that is occupied try </a:t>
            </a:r>
            <a:r>
              <a:rPr lang="en-US" dirty="0">
                <a:latin typeface="Consolas" panose="020B0609020204030204" pitchFamily="49" charset="0"/>
              </a:rPr>
              <a:t>(i+2*g(k))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If that is occupied try </a:t>
            </a:r>
            <a:r>
              <a:rPr lang="en-US" dirty="0">
                <a:latin typeface="Consolas" panose="020B0609020204030204" pitchFamily="49" charset="0"/>
              </a:rPr>
              <a:t>(i+3*g(k))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b="0" dirty="0"/>
          </a:p>
          <a:p>
            <a:pPr lvl="1"/>
            <a:r>
              <a:rPr lang="en-US" dirty="0"/>
              <a:t>If that is occupied try </a:t>
            </a:r>
            <a:r>
              <a:rPr lang="en-US" dirty="0">
                <a:latin typeface="Consolas" panose="020B0609020204030204" pitchFamily="49" charset="0"/>
              </a:rPr>
              <a:t>(i+4*g(k))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…</a:t>
            </a:r>
          </a:p>
        </p:txBody>
      </p:sp>
      <p:grpSp>
        <p:nvGrpSpPr>
          <p:cNvPr id="27" name="Group 26" descr="An empty hash table of size 10">
            <a:extLst>
              <a:ext uri="{FF2B5EF4-FFF2-40B4-BE49-F238E27FC236}">
                <a16:creationId xmlns:a16="http://schemas.microsoft.com/office/drawing/2014/main" id="{8FDFA169-707F-13A9-222D-7CCF6C7494CC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D2B87FAC-0538-ECBA-6B24-F4E460EA9870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2DE9FF87-7128-E586-7012-FF0D25EAB45B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2451C35B-F3F9-0BF5-7F96-7056333224EB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8E6D8747-D77C-49C2-4342-BE0A69945D0B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9663C8E2-2E8B-9DD3-A6F6-8A6EE559FADD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66F23EEC-4D3B-4A13-ECDC-7AAD749E9E1F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83ED88EB-9FB1-DDBF-622D-AB81D9A8CFB4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AFA9D76C-694E-7726-7983-0F1C5DDA6F90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9B4A258-5944-0B04-CCC2-864465617880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6E484E67-FD31-BFE6-8BB3-19A8BD0F8EE4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7F669135-A4C2-E31B-6A2C-9FC56971B3E4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DCD689F-DD9E-AD37-2A3A-25648FC54A08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DDA43CA7-E636-2105-CF3A-DFA078E59DBC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C72C753-FB52-C263-0BAB-5E012781C04B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74D0D8C0-3D63-671F-5D39-04E4F3F7B58A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E3258F8-8097-AC76-433F-D5EFE5498C84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F388F548-F7C0-C703-87A3-0801D5B5EC6E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7BB719B-6E0B-43A2-33B0-2CC42D0F964B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28B6754B-58E8-8AF8-8D17-5F85162BAD90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722F989C-2F0A-D58A-28CA-E648FF802226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DEA5F1D9-BDA3-2BD7-3F5F-E1F043FC3CFD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861D331B-7649-C763-671F-8DEB78153BC1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9575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29161</TotalTime>
  <Words>2503</Words>
  <Application>Microsoft Office PowerPoint</Application>
  <PresentationFormat>Widescreen</PresentationFormat>
  <Paragraphs>563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Consolas</vt:lpstr>
      <vt:lpstr>Arial</vt:lpstr>
      <vt:lpstr>Aptos</vt:lpstr>
      <vt:lpstr>Calibri Light</vt:lpstr>
      <vt:lpstr>Cambria Math</vt:lpstr>
      <vt:lpstr>Calibri</vt:lpstr>
      <vt:lpstr>Office Theme</vt:lpstr>
      <vt:lpstr>CSE 332 Winter 2026 Lecture 11: hashing 2</vt:lpstr>
      <vt:lpstr>Dictionary (Map) ADT - Unordered</vt:lpstr>
      <vt:lpstr>Next topic: Hash Tables</vt:lpstr>
      <vt:lpstr>Hash Tables</vt:lpstr>
      <vt:lpstr>Properties of a “Good” Hash</vt:lpstr>
      <vt:lpstr>Compare These Hash Functions (for strings)</vt:lpstr>
      <vt:lpstr>Properties of Those Example Hash Functions</vt:lpstr>
      <vt:lpstr>Ideal Insert procedure</vt:lpstr>
      <vt:lpstr>Collision Resolution</vt:lpstr>
      <vt:lpstr>Separate Chaining Insert</vt:lpstr>
      <vt:lpstr>Separate Chaining Find</vt:lpstr>
      <vt:lpstr>Separate Chaining Delete</vt:lpstr>
      <vt:lpstr>Formal Running Time Analysis</vt:lpstr>
      <vt:lpstr>Formal Running Time Analysis (Answers)</vt:lpstr>
      <vt:lpstr>Load Factor Example 1</vt:lpstr>
      <vt:lpstr>Load Factor Example 2</vt:lpstr>
      <vt:lpstr>Load Factor Example 3</vt:lpstr>
      <vt:lpstr>Collision Resolution: Linear Probing</vt:lpstr>
      <vt:lpstr>Linear Probing: Insert Procedure</vt:lpstr>
      <vt:lpstr>Linear Probing: How to find?</vt:lpstr>
      <vt:lpstr>Linear Probing: Find</vt:lpstr>
      <vt:lpstr>Linear Probing: Delete is Hard (Example 1)</vt:lpstr>
      <vt:lpstr>Linear Probing: Delete is Hard (Example 2)</vt:lpstr>
      <vt:lpstr>Linear Probing: Delete is Hard (Example 3)</vt:lpstr>
      <vt:lpstr>Linear Probing: Delete</vt:lpstr>
      <vt:lpstr>Linear Probing + Tombstone: Find</vt:lpstr>
      <vt:lpstr>Linear Probing + Tombstone: Insert</vt:lpstr>
      <vt:lpstr>Downsides of Linear Probing</vt:lpstr>
      <vt:lpstr>Quadratic Probing: Insert Procedure</vt:lpstr>
      <vt:lpstr>Quadratic Probing: Example</vt:lpstr>
      <vt:lpstr>Using Quadratic Probing</vt:lpstr>
      <vt:lpstr>Double Hashing: Insert Procedure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1: Intro to ADTs, Stacks, Queues</dc:title>
  <dc:creator>Nathan Brunelle</dc:creator>
  <cp:lastModifiedBy>Nathan Brunelle</cp:lastModifiedBy>
  <cp:revision>155</cp:revision>
  <dcterms:created xsi:type="dcterms:W3CDTF">2023-09-26T20:08:20Z</dcterms:created>
  <dcterms:modified xsi:type="dcterms:W3CDTF">2026-04-22T22:05:03Z</dcterms:modified>
</cp:coreProperties>
</file>