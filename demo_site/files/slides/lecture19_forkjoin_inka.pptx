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61" r:id="rId3"/>
    <p:sldId id="264" r:id="rId4"/>
    <p:sldId id="265" r:id="rId5"/>
    <p:sldId id="266" r:id="rId6"/>
    <p:sldId id="262" r:id="rId7"/>
    <p:sldId id="263" r:id="rId8"/>
    <p:sldId id="268" r:id="rId9"/>
    <p:sldId id="269" r:id="rId10"/>
    <p:sldId id="270" r:id="rId11"/>
    <p:sldId id="271" r:id="rId12"/>
    <p:sldId id="272" r:id="rId13"/>
    <p:sldId id="273" r:id="rId14"/>
    <p:sldId id="400" r:id="rId15"/>
    <p:sldId id="401" r:id="rId16"/>
    <p:sldId id="277" r:id="rId17"/>
    <p:sldId id="536" r:id="rId18"/>
    <p:sldId id="383" r:id="rId19"/>
    <p:sldId id="402" r:id="rId20"/>
    <p:sldId id="385" r:id="rId21"/>
    <p:sldId id="390" r:id="rId22"/>
    <p:sldId id="391" r:id="rId23"/>
    <p:sldId id="386" r:id="rId24"/>
    <p:sldId id="389" r:id="rId25"/>
    <p:sldId id="388" r:id="rId26"/>
    <p:sldId id="393" r:id="rId27"/>
    <p:sldId id="394" r:id="rId28"/>
    <p:sldId id="395" r:id="rId29"/>
    <p:sldId id="396" r:id="rId30"/>
    <p:sldId id="397" r:id="rId31"/>
    <p:sldId id="398" r:id="rId32"/>
    <p:sldId id="399" r:id="rId33"/>
    <p:sldId id="392" r:id="rId34"/>
  </p:sldIdLst>
  <p:sldSz cx="12192000" cy="6858000"/>
  <p:notesSz cx="6858000" cy="9144000"/>
  <p:embeddedFontLst>
    <p:embeddedFont>
      <p:font typeface="Cambria Math" panose="02040503050406030204" pitchFamily="18" charset="0"/>
      <p:regular r:id="rId35"/>
    </p:embeddedFont>
    <p:embeddedFont>
      <p:font typeface="Consolas" panose="020B0609020204030204" pitchFamily="49"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77" autoAdjust="0"/>
    <p:restoredTop sz="94660"/>
  </p:normalViewPr>
  <p:slideViewPr>
    <p:cSldViewPr snapToGrid="0">
      <p:cViewPr varScale="1">
        <p:scale>
          <a:sx n="77" d="100"/>
          <a:sy n="77" d="100"/>
        </p:scale>
        <p:origin x="2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38:14.816"/>
    </inkml:context>
    <inkml:brush xml:id="br0">
      <inkml:brushProperty name="width" value="0.05292" units="cm"/>
      <inkml:brushProperty name="height" value="0.05292" units="cm"/>
      <inkml:brushProperty name="color" value="#FF0000"/>
    </inkml:brush>
  </inkml:definitions>
  <inkml:trace contextRef="#ctx0" brushRef="#br0">23966 9100 0,'0'0'0,"0"0"0,0 0 0,0 0 0,0 0 0,0 0 0,0 0 0,9 0 15,25 0 1,34 0-16,52 17 16,33 0 15,1 25-31,-9 9 15,-9 0-15,-25 0 16,-17 0-16,-17 0 16,-26 9-16,-25 17 15,-9 33 1,-34 9-16,-17-8 31,-9-1-31,0 26 16,18-34-1,25-34-15,8 0 16,27 0-16,16-8 16,17-17-1,26-18-15,0-16 16,-26-9 0,-17 0-1,-25 0-15,-1 0 16,-16 0-16,-26 8 15,-26 26 1,-25 34 0,0 9-1,17 8-15,16-9 16,27 9-16,16 0 16,35 9-1,8 16-15,18 1 16,-10 0-1,-8 8-15,-33 8 16,-27 1 0,-34 8-16,-51 8 15,-119 18 1,-180-17-16,-110-103 16,102-59-1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42:36.873"/>
    </inkml:context>
    <inkml:brush xml:id="br0">
      <inkml:brushProperty name="width" value="0.05292" units="cm"/>
      <inkml:brushProperty name="height" value="0.05292" units="cm"/>
      <inkml:brushProperty name="color" value="#FF0000"/>
    </inkml:brush>
  </inkml:definitions>
  <inkml:trace contextRef="#ctx0" brushRef="#br0">9090 9780 0,'0'0'0,"0"0"0,0 0 0,0 0 15,0 0-15,0 0 0,0 0 32,0 0-17,0 0-15,0 0 16,0 0-1,0 0-15,0 0 16,0 17 0,0 9-16,0 16 15,0 9 1,8-8-16,1 8 16,-1 8-16,1 26 15,-1 9 1,1-9-16,-1-26 15,10-25-15,-10-25 16</inkml:trace>
  <inkml:trace contextRef="#ctx0" brushRef="#br0" timeOffset="506.2">8893 10571 0,'0'0'0,"0"0"0,0 0 0,0 0 16,0 0 0,0 0-16,0 0 15,0 0 1,0 0-16,0 0 16,0 0-1,0 9-15,17 8 16,1 17-1,7 0-15,1-9 16,-9 1 0,8-9-16,-7-9 15,-1 1 1,17-9-16,25-9 16,10-8-1,-10-8-15,1-9 16,9-17-1,-10-26-15,1-8 16,-26 42 0</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44:16.024"/>
    </inkml:context>
    <inkml:brush xml:id="br0">
      <inkml:brushProperty name="width" value="0.05292" units="cm"/>
      <inkml:brushProperty name="height" value="0.05292" units="cm"/>
      <inkml:brushProperty name="color" value="#FF0000"/>
    </inkml:brush>
  </inkml:definitions>
  <inkml:trace contextRef="#ctx0" brushRef="#br0">24453 9057 0,'0'0'0,"0"0"0,-9 0 0,1 0 0,-1-8 15,-17-1 1,1-16-16,-18-1 16,0-8-1,1 9-15,-18-9 31,-8 17-31,-26 17 16,-17 17-16,-17 8 16,-17 1-1,0 8-15,8 0 16,1 8 0,-35 26-16,-25 17 15,25 9 1,9 16-16,17 1 15,25 8 1,18-17-16,25 0 16,17-17-1,26-8 1,0-18-16,8 18 16,1-1-16,16 9 15,9 0 1,17 1-16,0-10 15,17-8-15,26 9 16,26-9 0,16-9-1,34 1 1,1-18-16,34 1 16,8-1-16,0-8 15,9-17 1,8-8-1,-8-26-15,-17-9 16,8-16-16,-25-1 16,-18-16-1,9-26-15,-34 0 16,0-9 0,-25-16-16,-18-10 15,-8-7-15,-26-1 31,-9 1-31,-16-26 16,-1-9-16,-8 26 16,-8 0-16,-18 17 15,1 34 1,-18 0 0,-59 0-1,-61 17-15,-118 17 16,-69 42-1,-60 69-15,0 42 16,69 25-16</inkml:trace>
  <inkml:trace contextRef="#ctx0" brushRef="#br0" timeOffset="1670.46">6435 12978 0,'0'0'0,"0"0"0,0 0 15,9 0-15,16 0 16,44-9 0,42 1-16,51-26 15,17-9 1,34-25-16,18-17 16,34-17-1,67 0-15,10 0 16,59-17-1,43-17 1,34-9-16,8 26 16,-42 43-16,8-1 15,26 9 1,-17 9-16,26-1 16,42 1-1,17-27-15,9 1 16,-17 0-1,8 17 1,-26 0-16,10 9 16,7 8-16,-25 0 15,26-9 1,0 1-16,17-1 16,-9 26-1,-43 0-15,-42 17 16,-51 0-1,-60 0 1,-26 9-16,-51-1 16,-59 1-16,-18-9 15,-42 0 1,-35-9 0,-34-8-16,-42 17 15</inkml:trace>
  <inkml:trace contextRef="#ctx0" brushRef="#br0" timeOffset="2337.42">17753 9159 0,'0'0'0,"8"0"0,26 0 15,43 9-15,34 8 16,17 8 15,43-8-31,25-8 16,18 8-1,42-9-15,25 1 16,1 8 0,17-9-16,-1 9 0,1 9 31,-17-1-16,16 1-15,-7-18 32,7 1-17,-33-9 1,-35 0-16,-33 0 0,-52 0 31,-26 0-31,-25 0 16,-17-9-16,-26-8 0,-17-8 0,-25 16 15</inkml:trace>
  <inkml:trace contextRef="#ctx0" brushRef="#br0" timeOffset="2636.37">22268 8836 0,'0'0'0,"25"9"0,69 16 0,51 18 16,34-1 0,1 1-1,-35-9 1,26 17-16,-9 8 16,-68-16-16,-43-18 15,-26-8 1,-16-8-16,-69 33 15,-136 52 1,-205 68-16,-43 42 16,111-34-1,0-9-15</inkml:trace>
  <inkml:trace contextRef="#ctx0" brushRef="#br0" timeOffset="34305.51">17625 4992 0,'0'0'16,"0"0"-16,0 0 0,0 0 31,0 0-31,8-8 16,9-1-16,26-25 15,34-51 1,25-43 0,-8 9-16,8 17 15,-8-17 1,9-17-16,-9 0 15,-9 43 1,-17 16-16,-16 26 16,-10 17-16,-8 17 15,0 9 1,1 16 0,16 60-16,-9 77 15,-7 59 1,-10 25-16,-16-25 15,-9-16 1,0-27-16,0-50 16,0-52-1,0-25-15,8-8 16,1-18 0,8-16-16,17-43 15,-8 8 1</inkml:trace>
  <inkml:trace contextRef="#ctx0" brushRef="#br0" timeOffset="34522.92">18256 4677 0,'0'0'0,"9"0"0,42 34 0,68 26 16,10 0 0,-1-1-1,25-16-15,146-9 16</inkml:trace>
  <inkml:trace contextRef="#ctx0" brushRef="#br0" timeOffset="38215.11">1716 9780 0,'0'0'0,"0"0"0,0 0 0,0 0 0,0 0 16,0 0 0,-9 26-1,-8 33-15,-9 60 16,-8 17 0,-8 17-16,-18 52 15,17-44-15,9-50 16,-9-9-16,18-26 31,8-33-31,17-18 16,0-16-1,0-18-15,0-16 16,17-60 0,25-102-16,18-9 15,-9 26 1,26-17-16,17 17 15,17 25-15,0 18 16,-9 25 0,35 25-16,-18 26 15,-16 42 1,-35 18 0,-17 16-16,-8 27 15,-17 41 1,-26 35-16,-26 16 0,-8-25 15,0-17 1,-9-34-16,0-17 16,9-17-1,0-8 1,17-18 0,0 1-16,8-1 15,9 1-15,0-1 16,0-8-1,35 17 1,50 17-16,17 17 16,1 9-1,-26 8-15,-43 17 16,-26 26 0,-33 25-16,-52 17 15,-94 25 1,-51 10-1,-42-44-15,-61 18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47:03.415"/>
    </inkml:context>
    <inkml:brush xml:id="br0">
      <inkml:brushProperty name="width" value="0.05292" units="cm"/>
      <inkml:brushProperty name="height" value="0.05292" units="cm"/>
      <inkml:brushProperty name="color" value="#FF0000"/>
    </inkml:brush>
  </inkml:definitions>
  <inkml:trace contextRef="#ctx0" brushRef="#br0">16379 6761 0,'0'0'0,"17"9"0,51-1 0,51-16 0,1-1 16,-1-16-16,35-1 15,25 1-15,60 8 16,43 8-1,119 18 1,17-1-16,-34 1 16,0-9-1,52-9-15,-27-8 16</inkml:trace>
  <inkml:trace contextRef="#ctx0" brushRef="#br0" timeOffset="2407.75">26518 6472 0,'0'0'0,"0"0"0,0 0 0,0 0 15,9 0 1,42-9 0,85-8-1,138-8 1,127-1-16,85 1 16,18 8-16,-95 8 15</inkml:trace>
  <inkml:trace contextRef="#ctx0" brushRef="#br0" timeOffset="7138.04">19630 9865 0,'0'0'0,"0"0"0,0 0 0,0-8 16,17-1-16,18 9 15,-1 0 1,0 0-1,9 9-15,33 8 16,61-9 0,102-16-16,68-9 15,26-34 1,102-17-16,-25 17 16</inkml:trace>
  <inkml:trace contextRef="#ctx0" brushRef="#br0" timeOffset="7758.94">22882 9959 0,'0'0'0,"0"0"0,0 0 0,0 0 16,0 0-1,9 0-15,25 0 16,43-9-16,59-8 15,86-8 1,60-1 0,59 9-16,-16 17 15,-10 0 1,78-8-16</inkml:trace>
  <inkml:trace contextRef="#ctx0" brushRef="#br0" timeOffset="8304.06">26134 10112 0,'0'0'0,"0"0"0,-9 0 15,1-9-15,-1 1 16,9-1-1,0 1-15,0-1 32,52-16-32,118-18 15,129 9 1,34 34 0,42 17-16,-42 9 15,-60-18-15,18-8 16,59 0-1</inkml:trace>
  <inkml:trace contextRef="#ctx0" brushRef="#br0" timeOffset="8606.34">29795 9891 0,'0'0'0,"9"0"0,51-9 15,145 1-15,136 8 16,103 17 0,-34-9-1</inkml:trace>
  <inkml:trace contextRef="#ctx0" brushRef="#br0" timeOffset="59664.64">27756 13480 0,'0'0'0,"0"0"0,0-9 0,0 1 0,0 8 0,0 0 16,0 0-16,0-9 15,0 9 1,0 0-16,0 0 16,0 0-1,-9-8-15,-16-1 16,-35 9-1,-26-8-15,-16 8 16,-35 17 0,-16-9-16,25 1 15,34 8 1,17-9-16,26 1 16,17-9-1,17-9-15,8 9 16</inkml:trace>
  <inkml:trace contextRef="#ctx0" brushRef="#br0" timeOffset="59910.54">26603 13412 0,'0'0'0,"0"0"0,-8 0 0,-1 25 16,-8 26-1,-8 0-15,-18 9 16,9-1 0,8-25-16,9-8 15,17-1 1,43 9-16,170 17 16,154 9-1,9 8-15</inkml:trace>
  <inkml:trace contextRef="#ctx0" brushRef="#br0" timeOffset="65243.29">18197 8062 0,'0'0'0,"0"0"0,0 0 15,0 0-15,0 0 16,0 0 0,0 0-16,0 0 15,0 0 1,0 0-16,0 0 15,0 0 1,0 0-16,0 0 16,-9 9-1,9 33-15,0 9 16,0 0 0,0 0-16,0-17 15,0-8 1,0-9-16,0-9 15,0 1 1,0-1 0,0 9-16,0 0 15,0 0 1,0 0-16,0-8 16,0-1-16,0 9 15,17 0 1,0 0-16,17 0 15,43 0 1,43 9-16,8-18 16,8 1-1,43-9-15,9-9 16,-60 1 0,-17-9-16,9 8 15,-27 9 1,-41 0-16,-18 9 15,-9-1 1,-7-8 0,-10 0-16,1 0 15,-1 0-15,1 0 16,-1 0 0,1 0-1,-1-8-15,9-1 16,0-16-16,0-18 15,1-16 1,7-18 0,9-8-16,-8 17 15,-9 34-15</inkml:trace>
  <inkml:trace contextRef="#ctx0" brushRef="#br0" timeOffset="80981.82">26663 15146 0,'-8'-8'0,"-9"-1"0,-9-8 0,-8 0 15,17 0-15,0 9 16,0-1-16,0-8 15,-9 9 1,-8-9-16,-52-9 16,-50 9-1,-43 26-15,-18-1 16,-7 9 0,24 0-16,35-8 15,26-1 1,42-16-16,34-1 15,9-25 1,0-17-16,17-8 16,8 25-1</inkml:trace>
  <inkml:trace contextRef="#ctx0" brushRef="#br0" timeOffset="81248.56">25050 14636 0,'0'0'0,"0"0"0,0 0 0,0 0 0,0 0 15,9 9 1,-1-9-16,1 8 16,-18 9-1,-16 26-15,-35 8 16,0-9 0,17-16-16,9-1 15,17-8 1,0 9-16,26 25 15,33 34 1,52 17 0,-43-60-16</inkml:trace>
  <inkml:trace contextRef="#ctx0" brushRef="#br0" timeOffset="84490.03">19460 9542 0,'0'0'0,"-9"9"0,9 16 0,0 26 15,0 17 1,0 17-16,0 0 16,-8 0-1,-1-8-15,1-1 16,-1 1 0,0-26-16,9-26 15,0 1 1,0-18-16,35 1 15,50-18 1,34-16-16,1 8 16,34-9-16,-1 9 15,-25 0 1,9-8 0,51-9-16,25 0 15,-25-9 1,-9 9-16,-43 17 15,-42 17 1,-17 0-16,-26 9 16,-16-9-1,-10 0-15,-16 0 16,-1 0 0,1 0-16,-1 0 15,-8 0 1,0-9-16,9-8 15,8-34 1,0-51-16,0-34 16,17-25-1,43-129-15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49:10.496"/>
    </inkml:context>
    <inkml:brush xml:id="br0">
      <inkml:brushProperty name="width" value="0.05292" units="cm"/>
      <inkml:brushProperty name="height" value="0.05292" units="cm"/>
      <inkml:brushProperty name="color" value="#FF0000"/>
    </inkml:brush>
  </inkml:definitions>
  <inkml:trace contextRef="#ctx0" brushRef="#br0">18572 4414 0,'0'0'0,"9"0"0,8 0 0,0 0 16,0-9 0,-9 9-16,1 0 31,-1 0-15,-8 0-16,0 0 15,0 0 1,9 0-16,8 17 15,9 43 1,8 33-16,-9 43 16,-8 18-1,-8 16-15,-18-34 16,9-60 0,0-25-16,0-25 15,0-9 1,0-9-16,0-16 15,-8-35 1,8 9-16</inkml:trace>
  <inkml:trace contextRef="#ctx0" brushRef="#br0" timeOffset="241.21">18162 5392 0,'0'0'0,"0"8"0,17 18 0,18 25 16,-1 0-1,0 0 1,-9-9-16,27-8 16,33 0-16,35-42 15,25-35 1,51-59-16,0-42 15,43-86 1</inkml:trace>
  <inkml:trace contextRef="#ctx0" brushRef="#br0" timeOffset="24811.52">8791 5485 0,'0'0'0,"0"0"0,0 0 0,0 0 16,0 0-1,0 0-15,0 0 16,-17 0-1,-17 17 1,-34 17-16,-26 17 16,8 17-1,9 1-15,9 7 16,8 1-16,18 8 16,16 17-16,18 34 15,8-9 1,0-16-1,17-9-15,8 8 16,35 1 0,34-34-16,25-52 15,35-59-15,42-59 16,-8-1 0,-26-34-1,9-59 1,-26 9-16,-25-1 0,-27 1 15,-58 24 1,-44 18 0,-59 34-16,-129 26 15,-187 101 1,-94 111 0,103 0-16</inkml:trace>
  <inkml:trace contextRef="#ctx0" brushRef="#br0" timeOffset="29843.75">9576 5570 0,'0'0'0,"0"0"0,9 0 16,33-8-16,78-18 16,42-16-1,9-26-15,34-26 16,8 1 0,34-18-16,18 18 15,51 16 1,51 1-16,-9 8 15,18-9 1,34-8-16,-26 17 16,0 8-1,17 18-15,-60 50 16,-59 35 0,-60 25-16,-69 25 15,-25 27 1,-34 33-16,-8 0 15,-27-34 1,-7-17-16,-10-17 16,-16-43-1,0-8 1,-18-17-16,1-8 16,-9-9-16,0 0 15,-17-9 1,-26-16-16,17 16 15,-144-59-15,161 68 16,0-8 0,-8-1-1,0 9 1,9 0-16,-1 0 16,1 17-16,-9 0 15,8 0-15,1-8 31,8-1-31,17-8 16,51-8 0,51-9-16,44-9 0,7-8 15,-33 17 1,-26 0-16,-9 9 31,-51 8-31</inkml:trace>
  <inkml:trace contextRef="#ctx0" brushRef="#br0" timeOffset="82282.86">7016 8360 0,'0'0'0,"0"0"0,8-9 0,9-8 0,9-17 15,0 9-15,-18 8 16,1 17 0,-9 0-1,-9 0-15,1 8 0,-10 1 32,1-1-32,0 1 15,9-1 1,-1 1-16,1-9 15,-1 8 1,-8-8-16,-8 0 16,-1 0-1,0 0-15,1 0 16,-1 0 0,-17 0-16,-8 0 15,0 9 1,8 8-16,-8 8 15,-9 18-15,-8 16 16,0 26 0,0 9-1,16 0-15,10-9 16,16-9 0,26-16-16,17-1 15,9 1-15,25-1 16,17 1-1,18 8-15,42 0 16,34-9 0,-9-8-16,18-25 15,25-1 1,-16-16 0,7-9-16,27 8 15,-44-8 1,-16 0-16,0 0 15,-26-8 1,-26-18-16,18-33 16,16-35-1,-33-16-15,-27-1 16,-24-8 0,-35-17-16,-43-17 15,-85 8 1,-77 1-16,-85-1 15,-34 43 1,-69 51-16,-59 43 16,17 42-1,25 0-15</inkml:trace>
  <inkml:trace contextRef="#ctx0" brushRef="#br0" timeOffset="105121.09">9252 9984 0,'-9'9'0,"1"16"0,-1 9 0,-8 9 15,9-1 1,-1-8 0,1 9-16,8-9 15,0 0-15,0 0 16,0 8-1,0 1 1,0-1-16,8 1 16,1 0-1,8-9-15,0 8 16,8-8-16,10 9 16,-1-1-1,8-8-15,10-8 16,7-18-1,44-8 1,42-25-16,26-18 16,-1-16-16,35-9 15,8 8 1,9 26 0,0 26-16,-17 8 15,17 17 1,-17 8-16,-26 9 15,-34 0 1,-51-8-16,-43-9 16,-17-9-1,-8 1-15,-17-1 16,-1-8 0,1 0-16,-1-8 15,1-9 1,-1-60-16,1-51 15,-18-42 1,1-127-16</inkml:trace>
  <inkml:trace contextRef="#ctx0" brushRef="#br0" timeOffset="114437.69">7169 11430 0,'0'0'0,"0"0"0,0 0 0,0 0 16,9 0-1,16 17 1,35 17-16,51 17 16,94 26-1,111-9-15,76-17 16,44-26 0,-44-8-16</inkml:trace>
  <inkml:trace contextRef="#ctx0" brushRef="#br0" timeOffset="116313.58">14595 11855 0,'0'0'0,"0"0"0,8-8 0,78-9 16,127-26 15,103 1-31,34 16 16,17 1-16,77 16 15,85 26 1,-111-17-16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51:58.975"/>
    </inkml:context>
    <inkml:brush xml:id="br0">
      <inkml:brushProperty name="width" value="0.05292" units="cm"/>
      <inkml:brushProperty name="height" value="0.05292" units="cm"/>
      <inkml:brushProperty name="color" value="#FF0000"/>
    </inkml:brush>
  </inkml:definitions>
  <inkml:trace contextRef="#ctx0" brushRef="#br0">4873 3887 0,'0'0'0,"0"0"0,0 0 0,0 0 0,0 0 0,0 0 16,0 0 0,0 0-1,-8 0-15,-1 17 16,1 8 0,-1 18-16,1 16 15,-1 9-15,1 34 16,8 0-1,0-25-15,0-9 16,0-26 0,0-16-1,0-1-15,8 1 16,9-1 0,17 9-1,18 9-15,-1-9 16,0-9-16,9-8 15,25-8 1,52-18-16,25-8 16,0-8-16,51-9 15,35 8 1,17-8-16,-1 0 16,9 9-1,0-1 1,-8 18-16,0-9 15,-44 17 1,10 0-16,-26 8 16,-9 1-1,9 8 1,-34 8-16,8-8 16,0 0-16,-34-8 15,-34-18 1,-26 1-16,-8-1 15,-26-8 1,-8 0-16,-17 9 16,-1-18-1,-8-16 1,-8-1-16,-18-16 0,9-43 16,9-170-1</inkml:trace>
  <inkml:trace contextRef="#ctx0" brushRef="#br0" timeOffset="5419.3">1750 10605 0,'0'0'0,"0"0"0,0 0 0,0 0 16,0 0-16,0 0 16,0 0-1,25 17-15,61 0 16,50-8 0,60 8-16,52-9 15,-52 1 1,-34-9-16,35 0 15,-52-9 1,-77 1-16,-8-1 16,-17-16-1,-26 8-15</inkml:trace>
  <inkml:trace contextRef="#ctx0" brushRef="#br0" timeOffset="5739.95">3056 10375 0,'0'0'0,"0"0"0,34-8 0,51-18 16,43 9 0,26 9-16,-1 25 15,-42 0 1,-34 0-16,8 8 15,-8 1 1,-26-9-16,-8-9 16,-17 1-1,-9-1-15,-9 1 16,1 0 0,-43 33-16,-77 52 15,-17 16-15,68-59 16</inkml:trace>
  <inkml:trace contextRef="#ctx0" brushRef="#br0" timeOffset="64923.06">9815 11421 0,'0'0'0,"0"0"0,0 0 0,0 0 0,9-17 16,16-8-16,35-9 15,42-9 1,35 18-1,34 25-15,68 34 0,34 25 16,26-8 0,68 9-1</inkml:trace>
  <inkml:trace contextRef="#ctx0" brushRef="#br0" timeOffset="116999.71">4720 5953 0,'0'0'0,"0"0"0,0 0 0,0 0 0,0 0 0,0 0 15,8-8 1,18-1-16,17-16 15,8-9 1,26 8 0,34 9-16,68 9 15,26 25 1,8 17-16,18-17 16,-1-9-1,0-8-15,-8-17 16,103-8-1</inkml:trace>
  <inkml:trace contextRef="#ctx0" brushRef="#br0" timeOffset="117543.17">8305 5885 0,'0'0'0,"0"0"0,0 0 0,0 0 15,0 0 1,0 0-16,8 0 31,60-8-31,94-9 16,95 0-16,84 0 15,34 17 1,1 34 0,8 17-16</inkml:trace>
  <inkml:trace contextRef="#ctx0" brushRef="#br0" timeOffset="126306.91">11351 5775 0,'0'0'0,"0"0"0,0 0 0,0 0 16,0 0-16,18 8 15,58 9 1,87 17-16,127 0 15,68-17 1,9-8 0,26-9-16,25-9 15,-34-8 1</inkml:trace>
  <inkml:trace contextRef="#ctx0" brushRef="#br0" timeOffset="139073.03">15465 5919 0,'0'0'0,"0"0"0,0 0 0,0 0 16,0 0-1,0 0-15,0 0 0,17 17 32,9 9-32,51 16 15,76 1 1,61-9-1,85-34-15,33-9 0,-16-8 16,43-25-16,67-26 16,35 8-1,-60 26 1</inkml:trace>
  <inkml:trace contextRef="#ctx0" brushRef="#br0" timeOffset="159191.97">5053 5826 0,'0'0'0,"0"0"0,0 0 0,0 0 0,-9-9 16,1 1 0,-9-1-16,-26-16 15,-25-18 1,-1 9-16,1 0 16,8 17-1,1 8-15,7 18 16,-16 42-16,-17 43 15,25 8 1,0 51 0,9 42-16,17 18 15,0 42 1,17 9-16,0 16 16,0-25-1,17-8-15,0-9 16,-9-25-16,-8-18 15,-17-7 1,-9 7 0,9-33-16,-9-26 15,9-26-15,17-42 16,0-17 0,17-25-1,0-1-15,17 1 16,17-1-1,60 1-15,43 8 16,76 17 0,60 43-16,60 50 15</inkml:trace>
  <inkml:trace contextRef="#ctx0" brushRef="#br0" timeOffset="161361.24">10421 7288 0,'0'0'0,"0"0"0,0 0 0,0 0 15,0 0 1,0 0-16,0 0 16,0 0-1,0 0-15,0 0 16,0 0-1,0 0 1,9-8 0,33-1-16,52 1 0,26 8 15,-1 0 1,26-9-16,35 9 16,-10 0-1,18-17-15,145-8 16</inkml:trace>
  <inkml:trace contextRef="#ctx0" brushRef="#br0" timeOffset="163794.07">13229 7059 0,'0'0'0,"0"0"0,0 0 0,0 0 0,0 0 15,34-9 1,35-8-16,59-17 15,17 0-15,25 0 16,10 17 15,118 9-31</inkml:trace>
  <inkml:trace contextRef="#ctx0" brushRef="#br0" timeOffset="164192.81">15610 7212 0,'26'0'0,"196"-9"0,239 35 0,136 16 15,-179-8 1</inkml:trace>
  <inkml:trace contextRef="#ctx0" brushRef="#br0" timeOffset="177815.83">11864 13947 0,'0'0'0,"-9"-8"0,1-18 15,-1 1-15,-8-1 16,8 9-1,1 9 1,-1-1-16,1 1 16,-1 8-16,1 0 15,-9 0 1,-52 34-16,-50 34 31,-9 25-31,-34 35 16,17 17-16,68-35 15,43-25-15,-1 9 16,27 16 0,34 1-1,33-26 1,52-17-16,51-51 16,9-51-1,8-60-15,-16-25 0,-44 0 16,-25-17-1,-26 0 1,-34 25-16,-25 18 16,-35 16-1,-51 1-15,18 42 16</inkml:trace>
  <inkml:trace contextRef="#ctx0" brushRef="#br0" timeOffset="178529.57">14253 13803 0,'0'0'0,"-17"-9"0,-34-16 0,-17-1 16,0 1-1,-1 8 1,-25 0-16,-17 17 16,-25 42-16,-9 52 15,-17 50 1,16 69-1,53 0-15,41-1 16,44 1 0,51-69-16,50-42 15,53-25-15,41-52 16,1-42 0,8-68-1,18-68-15,-18-42 16,-34-43-1,-34 16-15,-77 35 16,-33-110 0</inkml:trace>
  <inkml:trace contextRef="#ctx0" brushRef="#br0" timeOffset="181607.42">10037 15444 0,'0'0'16,"0"0"-16,0 0 0,0 0 16,0 0-16,0 0 15,0 0 1,0 9-16,-8 33 16,-1 26-1,-8 26-15,-9 8 16,9 0-1,0-17-15,17-9 16,0-16 0,17-1-16,0 1 15,0-9-15,18-8 16,-1-18 0,0 1-1,17-18-15,43 1 16,25-9-1,1 0-15,34-9 16,33 9 0,1-8-16,34-9 15,0 8 1,-26 1-16,52-1 16,8-8-1,8-8-15,-8 16 16,26 1-1,17 8-15,-18 25 16,18 1-16,-9-1 16,-8 1-1,-43 8-15,-43-9 16,9-8 0,-9 9-1,-50-18-15,7 1 16,9-18-16,-42 1 15,-35-9 1,-34 8 0,-17 1-16,-8 8 15,-17 0 1,-1 0-16,1-9 16,-1-8-16,-16-42 15,-9-52 1,8 43-16</inkml:trace>
  <inkml:trace contextRef="#ctx0" brushRef="#br0" timeOffset="191530.28">15269 4320 0,'0'0'0,"0"0"0,-9 9 0,-8 25 16,-8 34 0,-1 34-16,1 42 15,8 18 1,-1-9-16,1-17 15,17-25 1,0-18 0,-8 9-16,-1 9 15,-8 8-15,0-25 16,0-18 0,17-16-1,0-18-15,0-16 16,0-1-16,17-8 15,17 0 1,60 9 0,51-1-16,26-16 15,17-1 1,8 1-16,-8-9 16,17 0-1,8 0-15,17 8 16,9 1-16,9-9 15,34 8 1,8 1-16,-9-18 16,10-16-1,-18-1-15,-34-8 16,-26 0 0,-25 17-16,-9 0 15,-51 9 1,-42 8-1,-27 0-15,1 8 16,-9 1 0,-8-9-16,-18 0 15,1 0 1,-17 0-16,-1-9 16,1 1-1,-1-9-15,-16-34 16,-18-17-16,-17-43 15,1-17 1,8 9 0,-1-17-16,18 0 15,9 0-15,8 17 16,8-8 0,9-10-16,9 10 15,0 33 1,-18 18-16,1 33 15,-1 9 1,1 17 0,-9 0-16,0 9 15,-9-1-15,1 9 16,-26-8 0,-35-1-1,-42 9-15,-17 9 16,-68 16-1,-34 9-15,-35 17 16,-17-17 0,-25-8-16,-17-18 15,-60 18-15,-43-1 16,-17 9 0,9 9-1,34-9-15,-60 0 16,17-9-1,9 1-15,-9-1 16,68 9 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56:02.221"/>
    </inkml:context>
    <inkml:brush xml:id="br0">
      <inkml:brushProperty name="width" value="0.05292" units="cm"/>
      <inkml:brushProperty name="height" value="0.05292" units="cm"/>
      <inkml:brushProperty name="color" value="#FF0000"/>
    </inkml:brush>
  </inkml:definitions>
  <inkml:trace contextRef="#ctx0" brushRef="#br0">3918 4669 0,'0'0'16,"0"0"-16,0 0 0,0 0 0,0 0 16,25 25-16,86 18 15,188-9 1,162-43-16,-52-25 15</inkml:trace>
  <inkml:trace contextRef="#ctx0" brushRef="#br0" timeOffset="3831.97">9277 4839 0,'0'0'0,"0"9"0,9 8 0,34 17 16,76 0-1,137-60 1,94-33-16,17-1 16</inkml:trace>
  <inkml:trace contextRef="#ctx0" brushRef="#br0" timeOffset="16255.61">4933 8003 0,'0'0'0,"0"0"0,0 0 0,0 0 0,0 0 0,26 0 0,25 0 15,34 8-15,52 1 16,42 8-16,43-9 0,-222-8 0,248 0 0,50-8 0,-298 8 0,333-26 0,17 1 15,85-9 1,18 0 0,16 17-16,60 8 15,-8 9-15,17 9 16,16-1 0,95-16-16,-222 8 15</inkml:trace>
  <inkml:trace contextRef="#ctx0" brushRef="#br0" timeOffset="21222.98">4831 9176 0,'0'0'0,"0"0"0,17-8 15,94-35 1,119-33-16,95-26 16,25 8-16,-9 43 15,43 26-15,26 16 16,-52 18 0,-8-9-1</inkml:trace>
  <inkml:trace contextRef="#ctx0" brushRef="#br0" timeOffset="23509.05">12068 10597 0,'0'0'0,"17"8"0,52-8 16,101 9-1,87-26-15,75-17 16,27 0-16,33 8 31,95 9-31,-77 9 16</inkml:trace>
  <inkml:trace contextRef="#ctx0" brushRef="#br0" timeOffset="36925.81">16379 10316 0,'0'0'0,"0"0"0,-9 0 16,0 8 0,1 1-16,-1-1 15,9 1 1,0-9-16,17-17 15,52-34-15,67-34 32,9 0-32,-93 51 0</inkml:trace>
  <inkml:trace contextRef="#ctx0" brushRef="#br0" timeOffset="42606.12">17403 10307 0,'0'0'0,"0"0"0,0 0 16,0 0-16,0 0 15</inkml:trace>
  <inkml:trace contextRef="#ctx0" brushRef="#br0" timeOffset="43286.89">17454 9993 0,'0'0'0,"0"0"16,0 0-16,0 0 0,0 0 15,0 0 1,0 0-16,0 0 15,-9 0 1,1 8 0,-1 9-16,-16 17 15,-1 17 1,-8 17-16,8 0 16,9-8-1,0-9-15,9-9 16,-1 1-1,1-18-15,-1 1 16,9-9 0,0 0-16,0 0 15,0 0 1,0 0-16,0 0 16,26 0-1,33 17-15,35-17 16,9-8-16,42-26 15,43-9 1,25-16 0,17-1-16,1 1 15,-43 7 1,17 1-16,-9 26 16,-77 8-1,-25 0-15,-26 8 16,-16 1-1,-27-1-15,1 1 16,-18-1 0,1 1-16,-1 0 15,-8-9-15,0 0 16,0 0 0,-8-9-1,-1-34-15,-8-25 16,9 0-1,8 34-15</inkml:trace>
  <inkml:trace contextRef="#ctx0" brushRef="#br0" timeOffset="44252.62">19921 10129 0,'0'0'0,"0"0"0,0 34 0,8 25 16,-8 9 0,-8 9-16,-1-9 15,-8 0-15,0-8 16,0-9-1,0-9 1,8-8-16,9 0 16,0 0-1,0 0-15,9-8 16,8-1-16,17-8 16,26 0-1,42-17 1,26-8-16,17-9 15,60-9-15,17 1 16,34 8 0,0 8-1,9 1-15,-26 8 16,-60 17 0,9 0-16,-18 8 15,-50 9 1,-26-8-16,-43-1 15,-17-16-15,-8-1 16,-18 1 0,1-9-1,-1 0-15,-8 0 16,0-17-16,9-26 16,-1-25-1,1-34 1,-1-59-16,-8-154 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57:09.914"/>
    </inkml:context>
    <inkml:brush xml:id="br0">
      <inkml:brushProperty name="width" value="0.05292" units="cm"/>
      <inkml:brushProperty name="height" value="0.05292" units="cm"/>
      <inkml:brushProperty name="color" value="#FF0000"/>
    </inkml:brush>
  </inkml:definitions>
  <inkml:trace contextRef="#ctx0" brushRef="#br0">10959 11881 0,'0'-9'0,"0"-8"15,0-8-15,0 8 16,0 0-16,0 8 16,0-16-16,0-43 15,0 8 1</inkml:trace>
  <inkml:trace contextRef="#ctx0" brushRef="#br0" timeOffset="156.38">10959 11336 0,'0'0'0,"0"0"0,0 9 0,25 16 0,44 18 16,50 8-1,78 0 1,67-34-16,78-59 16,33-44-16</inkml:trace>
  <inkml:trace contextRef="#ctx0" brushRef="#br0" timeOffset="18499.21">2373 12459 0,'0'0'0,"0"0"0,8 0 0,1 9 0,8-1 0,26 1 16,33-9-1,18 8-15,51-8 16,60-8 15,-9-1-31,-33-8 16,16 17-16,-34 9 16,-51-1-1,-9 9 1,1 9-16,-27-9 15,-8-9 1,-8 1-16,-17-1 16,-18-8-1,-16-8-15,8-1 16</inkml:trace>
  <inkml:trace contextRef="#ctx0" brushRef="#br0" timeOffset="18788.34">3627 12161 0,'0'0'0,"0"0"0,0 0 15,34 17-15,35 17 16,16 0 0,9-8-1,-9-1 1,-8-16-16,-17-1 15,-9 1 1,-17-9-16,-8 0 16,-18 0-1,1 0-15,-9 25 16,-34 44 0,-43 33-16,0-9 15,52-59 1</inkml:trace>
  <inkml:trace contextRef="#ctx0" brushRef="#br0" timeOffset="31379.09">9755 14441 0,'0'0'0,"0"0"0,0 0 0,0 0 16,0 0-1,0 0 1,0 17-16,0 8 16,0 9-16,9 26 15,8 8 1,-8 17-16,-1-17 16,1-9-1,-9-16-15,17-1 16,0-8-16,17-8 15,0-1-15,34-16 32,43-26-17,51-9-15,18-8 16,-10 0 0,10 9-16,-1 16 0,9 1 15,8 8 1,-25 17-16,-18 0 31,18 8-31,-26 1 16,-51-9-1,-9 0-15,-33-9 16,-10 1-16,-16-1 0,-9 1 31,-9-9-15,1 0-16,8-9 15,0-33-15,17-26 0,17-34 16,-16 42 0</inkml:trace>
  <inkml:trace contextRef="#ctx0" brushRef="#br0" timeOffset="32721.83">13127 15146 0,'0'0'0,"0"0"15,0 0-15,0 0 0,0 0 16,0-8 0,0-9-1,0 0-15,8 0 16,-8 0 0,0 8-16,9 9 15,16 0-15,18-8 16,34-1-1,25-8 1,18 0 0,-26 0-16,-35 0 15,-7 9-15,-27 8 16,-8-9-16,-8 9 16,-1 0-1,-8 0 1,-8 0-16,-35 0 15,-17 0 1,-25 9-16,-17 8 16,-1 0-1,1 8-15,25 1 16,17-1 0,26 1-16,17-18 15,0 1 1,17-1-16,0 1 15,26-1 1,25-16-16,34-1 16,18-8-1,16-8-15,-17 8 16,-33 0 0,-27 8-1,-16 9-15,-17 0 16,-1 0-1,-33 17-15,-35 34 16,-17 0-16,-8 9 16,16-17-1,27-9 1,16-17-16,18-9 16,8-8-16,34 0 15,51-8 1,43-1-1,0 9-15,-34 17 16,-9 51 0,-51-8-16</inkml:trace>
  <inkml:trace contextRef="#ctx0" brushRef="#br0" timeOffset="35299.8">7681 14772 0,'0'0'0,"0"0"0,0 0 16,0 0-16,0 0 31,18 0-31,41-8 16,61-9-16,110-51 15,86 0 1,42 8-16</inkml:trace>
  <inkml:trace contextRef="#ctx0" brushRef="#br0" timeOffset="39008.57">6794 16158 0,'0'0'0,"0"0"0,8-8 0,35-9 16,102-26-16,86-16 15,84-1 1,61 9 0</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19:58:37.782"/>
    </inkml:context>
    <inkml:brush xml:id="br0">
      <inkml:brushProperty name="width" value="0.05292" units="cm"/>
      <inkml:brushProperty name="height" value="0.05292" units="cm"/>
      <inkml:brushProperty name="color" value="#FF0000"/>
    </inkml:brush>
  </inkml:definitions>
  <inkml:trace contextRef="#ctx0" brushRef="#br0">4865 14083 0,'0'0'0,"0"0"0,17 0 0,26 0 0,16-8 16,27-1-16,25 1 0,42-18 16,18 9-1,59 0 1,-8 0 0,-42 9-16,-1-1 15,-26 9 1,-33 0-16,-26 0 15,-9 0 1,1-8-16,7-9 16,-33-9-1,-34 18-15</inkml:trace>
  <inkml:trace contextRef="#ctx0" brushRef="#br0" timeOffset="304.12">6615 13845 0,'0'0'0,"0"0"0,0 0 0,0 0 15,0 0-15,0 0 16,0 0 0,34 0-16,34 0 15,43 17 1,8 0-1,-42-8-15,-34-1 16,-17 1-16,-1-1 16,-8 1-1,-8-1 1,-35 26-16,-51 34 16,-25 17-16,-9 9 15,0 0 1,68-35-1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00:56.813"/>
    </inkml:context>
    <inkml:brush xml:id="br0">
      <inkml:brushProperty name="width" value="0.05292" units="cm"/>
      <inkml:brushProperty name="height" value="0.05292" units="cm"/>
      <inkml:brushProperty name="color" value="#FF0000"/>
    </inkml:brush>
  </inkml:definitions>
  <inkml:trace contextRef="#ctx0" brushRef="#br0">14552 7101 0,'0'0'0,"0"0"0,0 0 0,-8-17 0,8 9 0,-9-1 0,0 9 0,-25 26 31,-51 25-31,-43 51 16,-43 34-1,-42 25-15,25-24 16,60-61-16,34-25 15,26-17 1,25-8 0,9-18-1,26 1-15,8-18 0,17-16 16,-9-9 0,-8 0-1,-25 0-15,-18 17 16,0 25-1,9 9 1,8 0-16,-8-8 16,17-1-1,0 1-15,0 8 16,9 0 0,-1 0-16,1 0 15,8-9-15,-9 1 16,0-1-1,9 1 1,0-1-16,0-8 16,9 0-1,51 0-15,93-8 16,69-9 0,60 8-16,85 9 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02:47.382"/>
    </inkml:context>
    <inkml:brush xml:id="br0">
      <inkml:brushProperty name="width" value="0.05292" units="cm"/>
      <inkml:brushProperty name="height" value="0.05292" units="cm"/>
      <inkml:brushProperty name="color" value="#FF0000"/>
    </inkml:brush>
  </inkml:definitions>
  <inkml:trace contextRef="#ctx0" brushRef="#br0">20638 10061 0,'0'0'0,"0"0"0,0 0 0,0 0 16,0 0-16,0 0 16,0 0-1,8-9-15,35 1 16,68-9 0,128 25-1,85 26 1,43 26-16,68 8 0,69-17 15,16-26 1,-110-16 0</inkml:trace>
  <inkml:trace contextRef="#ctx0" brushRef="#br0" timeOffset="17699.8">21252 13913 0,'0'0'0,"0"0"0,-9-8 0,1-18 16,-9-8 0,-9 0-16,1 0 15,-18 0-15,0 17 16,-42 9-1,-9 8 1,0 25-16,-34 18 16,-34 8-1,34-9-15,26 1 16,-1-18 0,18-16-16,25-9 15,17-9 1,9-8-16,17-8 15,0-1-15,9 9 32,8 0-32,0 9 15,0 8-15,0 0 16,0 0 0,-9 0-1,-8 0-15,-34 0 16,0 17-16,-1 8 15,10 1-15,8-1 16,16 1 0,1-9-16,17-9 15,0 1 1,35-1 0,75 9-16,36 0 15,-87-8-15</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03:37.448"/>
    </inkml:context>
    <inkml:brush xml:id="br0">
      <inkml:brushProperty name="width" value="0.05292" units="cm"/>
      <inkml:brushProperty name="height" value="0.05292" units="cm"/>
      <inkml:brushProperty name="color" value="#FF0000"/>
    </inkml:brush>
  </inkml:definitions>
  <inkml:trace contextRef="#ctx0" brushRef="#br0">14211 3836 0,'0'0'0,"0"0"0,0 0 0,0 0 0,25 0 15,52 8 1,68 1 0,43-9-16,77 17 0,16 8 15,1 26 1,59 0 0,35 9-1,33-9-15,52-34 16,69-17-16,16-9 15,-17-8 1,9 0 0,25 0-16,51 17 15,95 17 1,59 9-16,-60 25 16,146 42-1,-308-16-15</inkml:trace>
  <inkml:trace contextRef="#ctx0" brushRef="#br0" timeOffset="30158.72">7792 6021 0,'0'0'0,"9"0"0,17-8 15,33-1-15,44 1 0,16-9 47,18 17-47,59 0 0,-8 0 16,-9 8-1,86-8-15,85 0 16,0 0-16,34-17 16,34-8-16,-17 33 15,-8 9 1</inkml:trace>
  <inkml:trace contextRef="#ctx0" brushRef="#br0" timeOffset="76288.46">25050 4788 0,'0'0'0,"0"0"0,0 17 0,9 9 16,-1 16-16,-16 18 15,8 16-15,-17 35 16,-18 16-1,1-8-15,0 17 16,0 17 0,25-25-16,18-26 15,17-8 1,33-9 0,35-9-16,34-25 15,-8-25 1,-9-43-16,8-17 15,-16-17-15,-18-26 16,-8-42 0,-18-25-16,-41-10 15,-36-7 1,-58-1-16,-86 9 16,-137 68-1,-188 119 1,86 51-16</inkml:trace>
  <inkml:trace contextRef="#ctx0" brushRef="#br0" timeOffset="82075.95">2859 7339 0,'0'0'0,"0"0"0,0 0 0,17-8 16,-8 8-1,-1 0 1,1 0-16,-1 0 0,1 0 16,8 0-1,51 0 1,77-9-16,94-8 15,86-17 1,42 0 0,51-8-16,94-18 15,-102 9-15</inkml:trace>
  <inkml:trace contextRef="#ctx0" brushRef="#br0" timeOffset="87154.49">13613 7509 0,'0'0'0,"0"0"0,26 0 0,68-8 16,119-1-16,94-8 15,35 17 1,50 17-1,-8 17-15</inkml:trace>
  <inkml:trace contextRef="#ctx0" brushRef="#br0" timeOffset="110353.93">9465 7101 0,'0'0'0,"0"0"0,0 0 0,0 0 15,0 0-15,0 0 16,0 0 0,17 17-1,9 34-15,17 34 16,8 43 0,0-35-16,0 9 15,0 77 1,-33-17-16,-10-86 15,-8-42-15,0-8 32,0-9-32,0-9 15,0 1-15,0-9 16,0 8 0</inkml:trace>
  <inkml:trace contextRef="#ctx0" brushRef="#br0" timeOffset="110605.97">9312 8224 0,'0'0'0,"8"34"0,52 42 0,17 9 31,0-25-31,8-26 15,-8-17 1,-18-34 0,52-60-16,26-25 15,8-34 1,0-51-16,9-93 16</inkml:trace>
  <inkml:trace contextRef="#ctx0" brushRef="#br0" timeOffset="130794.54">18999 8360 0,'0'0'0,"0"0"0,-9 0 0,1 0 16,-1 8 0,1-8-1,-1 9 1,1-9-16,-1 0 16,1-9-1,8-25-15,17 0 16,17-17-1,17-34-15,51-42 16,52-9 0,-26 51-16,-34 34 15,0 17 1,-17 8-16,-26 18 16,-9 16-16,-16 43 15,0 43 1,-1-1-1,-8-33-15,9-18 16,17 1 0,8-9-16,-8-17 15,33-9 1,18-8-16,-8-17 16,7-8-1,1-9-15,-25 0 16,-35 8-1,-9 9-15,-8 0 0,-8 9 16,0 8 0,-1 0-16,9 17 15,0 0 1,9 17-16,25 0 16,0-9-1,26 1 1,34-18-1,26-25 1,25-51-16,25-42 16,-33 16-16,-26 26 15,0 17 1,-8 26-16,-9 16 16,17 52-1,25 42-15,-16 42 16,-18-8-1,-33-17-15,-52-42 16</inkml:trace>
  <inkml:trace contextRef="#ctx0" brushRef="#br0" timeOffset="147541">7613 10758 0,'0'0'0,"86"-8"0,221-26 0,154-34 15,68-34 1,60-1-1,-180 27 1</inkml:trace>
  <inkml:trace contextRef="#ctx0" brushRef="#br0" timeOffset="152885.48">23958 10937 0,'0'0'0,"34"0"0,119 0 16,240-9-16,187-25 15,-161 0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06:26.743"/>
    </inkml:context>
    <inkml:brush xml:id="br0">
      <inkml:brushProperty name="width" value="0.05292" units="cm"/>
      <inkml:brushProperty name="height" value="0.05292" units="cm"/>
      <inkml:brushProperty name="color" value="#FF0000"/>
    </inkml:brush>
  </inkml:definitions>
  <inkml:trace contextRef="#ctx0" brushRef="#br0">2834 3870 0,'0'0'0,"128"25"0,162 26 16,111-34-16,179-68 0,-580 51 0,734-128 0,-17-67 15,-316 50 1</inkml:trace>
  <inkml:trace contextRef="#ctx0" brushRef="#br0" timeOffset="3720.79">12000 1914 0,'0'0'0,"0"0"0,0 0 15,0 0-15,0 0 16,0 0 0,0 0-1,0 0 1,0 0-16,0 8 15,-8 43-15,-9 26 16,-1 16 0,10 43-16,8 17 15,0-25-15,0-52 16,8-25 0,1 9-16,-9-18 15,0-16 1,0-1-1,0-16-15,0-9 16,0 0 0,0 0-16,0 0 0,0-9 15,-9 1 1,1 8-16,-18-9 16,1 9-1,-1 9-15,-8 34 16,0 25-1,17-9-15,0 1 32,17-18-32,8 1 15,35-9 1,76 0-16,129-68 0,34-43 16,-35-16-1,77-35 1</inkml:trace>
  <inkml:trace contextRef="#ctx0" brushRef="#br0" timeOffset="7171.29">8151 8641 0,'0'0'0,"60"-9"0,119-33 0,94-18 16,43-17-1,93 1-15,27 33 16,-18 43 0,-17 17-16,51 9 15,-42-18 1</inkml:trace>
  <inkml:trace contextRef="#ctx0" brushRef="#br0" timeOffset="7885.29">12470 11923 0,'0'0'0</inkml:trace>
  <inkml:trace contextRef="#ctx0" brushRef="#br0" timeOffset="8574.43">7613 12476 0,'0'0'0,"9"-8"16,33-26-16,61-18 0,50-16 15,18 17 1,8 34-16,43 26 16,34 25-1,52 8-15,59 1 16,-9-17 0,-34-26-16,43 0 15</inkml:trace>
  <inkml:trace contextRef="#ctx0" brushRef="#br0" timeOffset="9124.32">7511 15929 0,'0'0'0,"0"0"16,0 0-16,17 0 0,51-9 31,86-16-31,59-1 16,86 9-1,85 26-15,68 16 0,120 1 16,179-60-16,-324 0 31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06:50.184"/>
    </inkml:context>
    <inkml:brush xml:id="br0">
      <inkml:brushProperty name="width" value="0.05292" units="cm"/>
      <inkml:brushProperty name="height" value="0.05292" units="cm"/>
      <inkml:brushProperty name="color" value="#FF0000"/>
    </inkml:brush>
  </inkml:definitions>
  <inkml:trace contextRef="#ctx0" brushRef="#br0">8569 8709 0,'0'0'0,"0"0"0,26 0 0,59 8 0,86 1 16,93-18 0,44-8-16,16-17 31,34-34-15,26-17-16</inkml:trace>
  <inkml:trace contextRef="#ctx0" brushRef="#br0" timeOffset="13010.45">8757 13173 0,'0'0'0,"0"0"0,0 0 0,0 0 15,0 0 1,0 0-1,0 0-15,8 0 16,61 17 0,127 9-16,128-9 15,95-17 1,76-17-16,59-34 16,27-17-16,-172 8 15</inkml:trace>
  <inkml:trace contextRef="#ctx0" brushRef="#br0" timeOffset="22521.68">8142 16643 0,'0'0'0,"0"0"0,17-8 15,18 8-15,7-9 0,27 9 16,41-8 0,104-18-1,93-25-15,77-17 16,103-25 0,93-9-16,-162 42 15</inkml:trace>
  <inkml:trace contextRef="#ctx0" brushRef="#br0" timeOffset="31646.46">26603 15010 0,'0'0'0,"0"0"0,-8 0 0,-1 0 0,1 0 0,-1 0 16,1 0-1,-9 0 1,-35 9-1,-50 42-15,-43 51 16,0 34 0,17 9-16,25 16 15,10-33-15,33-26 16,26-34 0,8-26-1,9-25-15,17-8 0,-9-43 16,-8-34-1,9 25-15,8 9 32,0 0-32,0 17 15,-9 0-15,1 0 16,-1 17 0,1 0-1,-1 0-15,1 0 16,-1 0-1,-17 17-15,1 26 16,-9 33 0,0 18-16,17-1 15,8-25 1,18-17-16,42 1 16,137-18-16,170-9 15</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07:40.051"/>
    </inkml:context>
    <inkml:brush xml:id="br0">
      <inkml:brushProperty name="width" value="0.05292" units="cm"/>
      <inkml:brushProperty name="height" value="0.05292" units="cm"/>
      <inkml:brushProperty name="color" value="#FF0000"/>
    </inkml:brush>
  </inkml:definitions>
  <inkml:trace contextRef="#ctx0" brushRef="#br0">4703 4984 0,'0'0'0,"0"0"0,17 0 0,43 8 0,-1 1 0,35-18 141,51 9-110,0 9-31,0 8 0,-145-17 0,197 34 0,25 8 0,-222-42 0,222 51 0,34 9 0,-86-26 0,-25-9 0,52-8 0,-44-8 0,-84-9 0,-35 0 0,-9 0 0,-16-9 0,-9 9 0,0 0 16,-410-34-16,410 34 0,0 0 0,0 0 0,0 0 0,0 0 0,0 0 0,0 0 0,0 0 0,0 0 0,9 0 0,33-8 15,78 8-15,8-9 16,-17 1 0,43-1-1,-18 9-15,-25 0 16,-51 9 0,-26-9 140,-8 8 141,-18 9-282,-8 26-15,-17 25 141,-9-9-141,9-8 16,9-34-16</inkml:trace>
  <inkml:trace contextRef="#ctx0" brushRef="#br0" timeOffset="514.5">6836 4567 0,'0'0'0,"0"0"0,0 0 31,0 0-31,0 0 16,0 0-16,0 0 15,18 17 1,16 17-1,17 17-15,9 0 16,-1 17 0,-7 0-1,-1 0-15,17 17 0,-8 0 16,-9-8 0,-8-1-16,-18-16 15,1-1 1,-18-16-16,1-18 15,-18 9 1,-16 0-16,-60 9 16,-44-1-1,1-8-15,18-25 16,58-9 0</inkml:trace>
  <inkml:trace contextRef="#ctx0" brushRef="#br0" timeOffset="7093.65">9021 7611 0,'0'0'0,"0"0"0,0 0 16,26 0-16,51 9 15,85 0 1,86-1 0,127-8-16,26 0 15</inkml:trace>
  <inkml:trace contextRef="#ctx0" brushRef="#br0" timeOffset="10608.33">18000 7246 0,'0'0'0,"0"0"0,0 0 0,0 17 16,26 17 0,25 0-16,60 0 15,85 0 1,60 0-1,52 0-15,59 0 16,85 0 0,77 8-16,17 18 15,-136-9 1</inkml:trace>
  <inkml:trace contextRef="#ctx0" brushRef="#br0" timeOffset="16363.22">8791 8607 0,'0'0'0,"17"-9"0,77 1 15,68-18-15,34 17 32,69 26-32,-17 9 15,33 8 1,86 0-16</inkml:trace>
  <inkml:trace contextRef="#ctx0" brushRef="#br0" timeOffset="18843.47">19059 8675 0,'0'0'0,"0"0"0,0 0 16,0 0-16,-9 8 31,-17 35-15,-33 42-16,-18 34 15,9-9-15,8-42 16,9-8 0,8 8-16,17 17 15,35 8 1,25-8 0,17-8-16,26-17 15,0-9 1,-17-26-16,16 1 0,27 8 15,16 0-15,9 8 32,0 1-17,26-1-15,17 1 16,-43-9 0,-34-9-16,-1 1 15,-24-9 1,-35-9-16,-9 1 15,-16-1-15,0-8 16,-9-17-16,25-42 16,18-60-1,17-43 1,8-8 0,9 8-16,-26 26 15,-17 26 1,-17 33-16,-8 26 15,-1 9 1,-16 8-16,-1 8 16,-25 1-1,-17 8-15,-43-9 16,-17 9-16,0 0 0,-34-8 16,-51-1-1,-60-16-15,-9 16 31,9 18-15,0 25-16,42-17 16,-84-17-16</inkml:trace>
  <inkml:trace contextRef="#ctx0" brushRef="#br0" timeOffset="19877.15">22080 8675 0,'0'0'0,"0"0"0,0 0 15,0 17 1,0 8-16,0 26 15,-17 34 1,-9 17-16,-25 0 16,0-8-16,17-1 15,25-8 1,18 0-16,25-8 16,17 0-1,9-9 1,17 0-16,-18-17 15,-7-9-15,24-8 16,10-8 0,25-9-1,8-9-15,-8-8 16,34 0 0,9 0-16,-26 9 15,-34 8 1,0 0-1,-9 0-15,-34 0 16,-17-9-16,-8 1 16,-18-1-16,1 1 15,0-9 1,-9 0 0,0 0-16,0-9 15,25-25 1,18-76-16,25-52 15,17-25 1,1 0 0,-18 34-16,0 42 15,-16 18 1,-18 25-16,-17 34 16,-9 17-16,1 0 15,-18 8-15,-16 1 16,-52-26-1,-77-26 1,-102 1 0,-85 8-16,-120 16 0,-77 27 15,-68 33 1,188 10 0</inkml:trace>
  <inkml:trace contextRef="#ctx0" brushRef="#br0" timeOffset="23486.58">20177 10852 0,'0'0'0,"0"0"0,0 0 16,0 0-16,0 0 15,0 0 1,17 0-16,34 8 16,60-8-1,77-17-15,34 0 16,25 9 0,9-9-16,60 0 15,68-9 1,17-8-1,86 26-15,84 16 16,1 26-16,26 51 16,-26 9-1,-18-1-15,-144-25 16</inkml:trace>
  <inkml:trace contextRef="#ctx0" brushRef="#br0" timeOffset="24812.6">11232 12280 0,'0'0'0,"0"0"0,0 0 15,0 0-15,17 0 16,43-8-1,85-35-15,94-42 16,77-25 0,34 16-1,42 18-15,35-1 16,17 35-16,59 25 16,52 8-1,34 26-15,34 9 16,-8 8-1,-197 0 1</inkml:trace>
  <inkml:trace contextRef="#ctx0" brushRef="#br0" timeOffset="30157.12">9030 13497 0,'0'0'0,"0"0"0,0 0 0,0-9 16,34-8 0,69-25-1,76-26 1,68-26-16,61 0 16,76 18-1,0 25-15,-17 8 16</inkml:trace>
  <inkml:trace contextRef="#ctx0" brushRef="#br0" timeOffset="34238.74">31332 12000 0,'0'0'0,"0"0"0,0 0 0,-9 8 0,1 35 15,-18 25-15,-17 25 16,-16 18 0,-27 25-1,-8 26-15,1-18 16,16-25-16,8 0 15,10 0 1,16-25 0,9-35-16,17-8 15,0-25 1,8-9-16</inkml:trace>
  <inkml:trace contextRef="#ctx0" brushRef="#br0" timeOffset="34547.6">30572 13165 0,'0'0'0,"0"0"0,0 0 0,0-9 16,-8 1-1,8-9 1,-9 0-16,1 0 16,-1 0-1,1 8-15,-18 1 16,0 8-1,1 0-15,-1 8 16,9 1 0,0-1-16,8 1 15,1-9 1,-1 0-16,9 0 16,-8-9-1,8 1 1,0-1-16,0 9 15</inkml:trace>
  <inkml:trace contextRef="#ctx0" brushRef="#br0" timeOffset="34835.51">30555 12774 0,'0'0'0,"0"0"0,0 0 0,0 17 0,0 25 31,-8 18-31,-18 8 0,-17 0 16,9-17 15,17-26-31,0 1 16,17-18 0,17 9-16,34 0 15,52-8 1,59-18-16,17-25 15,111-42 1</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08:27.382"/>
    </inkml:context>
    <inkml:brush xml:id="br0">
      <inkml:brushProperty name="width" value="0.05292" units="cm"/>
      <inkml:brushProperty name="height" value="0.05292" units="cm"/>
      <inkml:brushProperty name="color" value="#FF0000"/>
    </inkml:brush>
  </inkml:definitions>
  <inkml:trace contextRef="#ctx0" brushRef="#br0">2364 2687 0,'0'0'0,"0"0"0,0 0 0,9 0 0,33 9 16,78-9-1,76-26-15,77-25 16,35-8-1,-44 8-15,146 17 16,-1 17 0</inkml:trace>
  <inkml:trace contextRef="#ctx0" brushRef="#br0" timeOffset="2470.31">8646 2602 0,'0'0'0,"0"0"0,8 0 16,18 9-16,-9-1 15,68 18 1,112-1-16,25-8 16,68-34-1,26-8 1,-26 8-16,162 0 16,94 17-1,69 25-15,-188 9 16</inkml:trace>
  <inkml:trace contextRef="#ctx0" brushRef="#br0" timeOffset="4864.49">6734 3580 0,'0'0'0,"0"9"0,34 16 0,69 35 16,50-9-1,120-26-15,111 9 16</inkml:trace>
  <inkml:trace contextRef="#ctx0" brushRef="#br0" timeOffset="19398.37">5539 5043 0,'9'0'0,"119"9"0,128 8 0,60-17 15,25-17-15,17-9 16,18-8-16,136 0 16,-94 26-1</inkml:trace>
  <inkml:trace contextRef="#ctx0" brushRef="#br0" timeOffset="26309.34">16080 2228 0,'0'0'0,"0"0"0,0 0 0,0 0 16,0 0 0,0 0-16,-9 0 15,-8 26 1,-25 33 0,-18 35-16,-26 16 31,1 26-31,0 9 15,-1-9-15,18-34 0,25-34 32,9-25-17,0-18-15,9-16 16,-18-9-16,0-17 16,1-17-1,-18-9 1,9 18-16,16 16 15,18 9 1,0 0-16,9 0 16,-1 9-1,1 8-15,8 0 16,0 0 0,0 17-16,8 17 15,9 0 1,0 8-16,18-8 15,-1 0 1,17-8-16,26-9 16,34-26-16,17-25 15,-9-25 1,-68 16-16</inkml:trace>
  <inkml:trace contextRef="#ctx0" brushRef="#br0" timeOffset="29028.69">8236 6013 0,'0'0'0,"0"0"0,0 0 0,0 0 16,0 0-16,0 0 16,0 0-1,0 0 1,0 0-16,0 0 16,0 0-1,9-9-15,25 1 16,26-1-16,42 1 15,18-9 1,-9 8-16,8 9 16,26-8-1,17-9 1,17 0-16,52-9 16,16 9-1,27 0-15,16-8 16,8-1-1,95 1-15,8-1 16,-25 1 0,25-1-16,9 9 15,16 17 1,27 8-16,33 9 16,9 9-1,26 8-15,25-8 16,0-1-1,-17 1-15,9-18 16,-17 1 0,17-9-16,-1-9 15,-136-8 1</inkml:trace>
  <inkml:trace contextRef="#ctx0" brushRef="#br0" timeOffset="31369.9">5087 6582 0,'0'0'0,"8"0"0,61 9 0,101 16 16,129 9 15,77 9-31,50-34 15,35-18-15,0-16 16,-68-1 0</inkml:trace>
  <inkml:trace contextRef="#ctx0" brushRef="#br0" timeOffset="39185.69">7989 7297 0,'0'0'0,"0"0"0,0 0 0,0 0 15,0 0 1,0 0-1,0 0-15,0-9 16,17 1-16,17 8 16,9 0-1,8 17 1,34 17-16,77 17 16,9 0-1,34 0-15,42 8 16,26-16-16,18-9 15,110-8 1,17-26-16,0-26 31,52 0-31,-18 1 16,9 25 0,51 17-16,-102 8 15</inkml:trace>
  <inkml:trace contextRef="#ctx0" brushRef="#br0" timeOffset="40012.99">8458 8904 0,'0'0'15,"34"-8"-15,52-9 0,101-34 16,35-9-16,-34 18 16,0-1-16,42 1 15,26 16 1,43 26 0,34 26-16,17-1 15,85 9 1,-17-8-16,-17 8 15,52-9 1,-9-8-16,-69 9 16,1-9-1</inkml:trace>
  <inkml:trace contextRef="#ctx0" brushRef="#br0" timeOffset="47059.4">19178 7637 0,'0'0'0,"0"0"0,0 0 0,0 0 0,0 0 0,17 9 16,17 8-16,35 0 16,24 8-1,35-8-15,26-17 16,8-17 0,137-34-16</inkml:trace>
  <inkml:trace contextRef="#ctx0" brushRef="#br0" timeOffset="48080.53">20322 7535 0,'0'0'0,"0"0"0,0 0 0,0 0 16,0 0-16,0 0 31,8-9-31,18-8 16,42-17-1,9-8-15,-34 25 16</inkml:trace>
  <inkml:trace contextRef="#ctx0" brushRef="#br0" timeOffset="49130.5">21158 7637 0,'0'0'0,"0"0"0,0 0 0,0 0 16,0 0 0,0 0-16,0 0 0,0 0 31,0 0-31,0 0 0,0 0 31,0 0-31,0 0 16,0 0-16,0-8 15,17-1-15,34-8 32,26-9-32,43 1 15,8-9 1,17 0-16,51 8 16,9 1-1,34 8 1,17 0-16,26 0 15,8 8 1,60-33-16,42-18 16</inkml:trace>
  <inkml:trace contextRef="#ctx0" brushRef="#br0" timeOffset="54627.68">20817 8709 0,'0'0'15,"0"0"-15,17 0 0,0 0 0,0 0 0,0 0 16,26 8 0,34 9-1,42-8-15,35-1 16,16-8-1,-8-17-15,-93 9 16</inkml:trace>
  <inkml:trace contextRef="#ctx0" brushRef="#br0" timeOffset="56631.03">22882 8972 0,'0'0'0,"0"0"0,26-8 16,93-9-1,112-26 1,85-25-16,59-17 16</inkml:trace>
  <inkml:trace contextRef="#ctx0" brushRef="#br0" timeOffset="64480.7">8689 9670 0,'0'0'0,"17"-9"0,17 1 15,77-18-15,68-8 16,43 17-1,51 9-15,77-18 16</inkml:trace>
  <inkml:trace contextRef="#ctx0" brushRef="#br0" timeOffset="65854.34">12214 9746 0,'34'0'0,"77"0"0,179 9 15,43-1-15,-26 1 16,196 8-1,-84-17 1</inkml:trace>
  <inkml:trace contextRef="#ctx0" brushRef="#br0" timeOffset="67295">8876 10690 0,'43'0'0,"136"0"0,180 9 16,25 33-16,-26 35 16</inkml:trace>
  <inkml:trace contextRef="#ctx0" brushRef="#br0" timeOffset="68573">12043 10699 0,'0'0'0,"0"0"0,34 0 16,34 0 0,60 0-1,26 8-15,85-8 16,77-8 0,51-43-16,102-77 0,-76 9 15</inkml:trace>
  <inkml:trace contextRef="#ctx0" brushRef="#br0" timeOffset="69478.39">10959 11923 0,'0'0'0,"17"0"0,51-8 16,77-1-16,52-8 15,59-8 1,0 8-16,8 0 15,103-9 1</inkml:trace>
  <inkml:trace contextRef="#ctx0" brushRef="#br0" timeOffset="69693.07">14484 12229 0,'8'0'0,"61"0"0,246-8 0,172-43 16,-86-9-16</inkml:trace>
  <inkml:trace contextRef="#ctx0" brushRef="#br0" timeOffset="72266.3">8296 11311 0,'0'0'0,"0"0"0,0 0 15,9 17-15,-1 0 16,1 0 0,-1 8-1,1 9-15,-1 1 16,-8 16 0,0 0-16,0 0 15,-8-9 1,-1-8-16,9-8 15,0-1 1,0-8-16,0 0 16,17 0-16,9 0 15,25-8 1,60-26 0,43-26-16,16-16 15,-8-9 1,1 17-16,-18 17 15,-26 17 1,-8 17-16,-17 0 16,-17 8-1,-17 9-15,-18 0 16,-8-8 0,-8-1-16,-9 1 15,0-1 1,0-8-16,0-8 15,0-1 1,0-16-16,9-18 16,8-33-16,0-35 15,9-25 1,0 0 0,-18 17-16,1 34 15,-18 8 1,1 35-16,-1 8 15,-8 17 1,0 8-16,0 1 16,-8-1-16,-9 1 15,-17 8 1,-77 17 0,-60 8-16,-42 26 15,-86 51-15,-68 26 16,17-1-1,-60 18 1,18-26-16</inkml:trace>
  <inkml:trace contextRef="#ctx0" brushRef="#br0" timeOffset="-82042.03">2065 13003 0,'0'0'0,"0"0"0,0 0 0,0 0 0,0 9 0,0 42 0,9 51 16,-18 34 0,-8 51-1,-17 26-15,17-60 16,9-85 0,-1 0-16,1 0 15,-1-26 1,1-25-16</inkml:trace>
  <inkml:trace contextRef="#ctx0" brushRef="#br0" timeOffset="-81733.34">1690 14202 0,'0'0'0,"0"0"0,0 26 0,34 25 16,9 17-1,-18 0 1,1 0-16,-9-17 16,0 9-1,0-18 1,9 1-16,16-26 15,69-34 1,60-60-16,77-118 16,33-69-1</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15:49.944"/>
    </inkml:context>
    <inkml:brush xml:id="br0">
      <inkml:brushProperty name="width" value="0.05292" units="cm"/>
      <inkml:brushProperty name="height" value="0.05292" units="cm"/>
      <inkml:brushProperty name="color" value="#FF0000"/>
    </inkml:brush>
  </inkml:definitions>
  <inkml:trace contextRef="#ctx0" brushRef="#br0">8253 8641 0,'0'0'0,"0"0"0,0 0 0</inkml:trace>
  <inkml:trace contextRef="#ctx0" brushRef="#br0" timeOffset="366.81">8236 8258 0,'0'0'0,"0"0"0,0 0 0,0 0 16,0 0-16,0 0 15,0-9-15,0 1 16,0-18-1,0-8 1,9 0-16,-1 17 16,1 0-16,8 9 15,26 8 1,33 0-16,44 25 16,-1 1-1,-8 8 1,0-9-16,-42 1 15,-27-18 1,-8 1-16,-8-1 16,0 1-16,8-18 31,-17 9-31</inkml:trace>
  <inkml:trace contextRef="#ctx0" brushRef="#br0" timeOffset="700.89">9431 7977 0,'0'0'0,"9"0"0,16 9 0,18 8 16,17 0 0,-1 0-1,-16 0 1,-17-9-16,-1 1 16,-16-1-1,-1-8-15,-16 9 16,-78 59-16,-152 93 0,-70 52 31,61-17-31,59-26 0,-68 68 31</inkml:trace>
  <inkml:trace contextRef="#ctx0" brushRef="#br0" timeOffset="5984.19">7477 9729 0,'0'0'0,"0"0"0,-9-8 0,1-1 16,8 1-1,0-1 1,0-8-16,0 0 16,17 0-1,17-8-15,8-1 16,52 1-16,86-18 16,-18 9-1,-9 0-15,10-9 16,-18 9-1,-43 0-15,-34 9 16,-34 8 0,-8 0-1,-9 0-15,-8 17 16</inkml:trace>
  <inkml:trace contextRef="#ctx0" brushRef="#br0" timeOffset="6283.25">8561 8904 0,'0'0'0,"0"0"0,0 0 0,0 0 16,8 0 0,26 0-1,26 26-15,42 8 16,9 8-1,0-8 1,-17-8-16,-26-1 16,-33 1-16,-10-9 15,1 17 1,-18 8 0,-33 18-16,-44 16 15,-50 9 1,-1-8-16,61-43 15</inkml:trace>
  <inkml:trace contextRef="#ctx0" brushRef="#br0" timeOffset="7633.75">7758 10120 0,'0'0'16,"0"0"-16,0 0 0,0 0 0,17 0 31,0 9-31,9-1 16,8-8-1,26 0-15,25-8 16,26 8-16,9-9 15,16 1-15,1-1 16,-18 1 0,-8-1-1,-8 1 1,-35-9-16,-8-9 16,-9-25-1,-25 17-15</inkml:trace>
  <inkml:trace contextRef="#ctx0" brushRef="#br0" timeOffset="7937.21">8808 9610 0,'0'0'0,"0"0"0,0 0 0,0 0 15,0 0-15,17 9 31,34 8-31,35 17 16,25 8 0,-35 1-16,-7-18 15,8 1 1,-1-1-16,-24 1 16,-27-9-16,1 0 15,-18-9 1,-33 18-16,-86 59 15,-111 34 1,-85 42 0</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19:18.692"/>
    </inkml:context>
    <inkml:brush xml:id="br0">
      <inkml:brushProperty name="width" value="0.05292" units="cm"/>
      <inkml:brushProperty name="height" value="0.05292" units="cm"/>
      <inkml:brushProperty name="color" value="#FF0000"/>
    </inkml:brush>
  </inkml:definitions>
  <inkml:trace contextRef="#ctx0" brushRef="#br0">2287 3733 0,'0'0'0,"0"0"16,0 0-16,17 9 0,35 8 15,59 25-15,25-7 16,52-1-1,59 0-15,69-9 16,85-16 0,35-9-16,101 0 15,95 8 1,-9-16-16,-205-1 16</inkml:trace>
  <inkml:trace contextRef="#ctx0" brushRef="#br0" timeOffset="5448.47">22029 7101 0,'0'0'0,"0"0"0,0 0 15,0 0-15,0 0 16,0 0-16,0 0 15,0 0 1,0 0-16,0 9 16,-9 33-1,-25 69-15,-9 33 16,-8 9 0,8 26-16,9-17 15,9-60 1,8-43-1,0-25-15,8-8 16,-8-9-16,0-9 16,0-16-1,-9-9 1,-8-43-16,0-16 16,0 16-16,17 18 15,0 25 1,0 0-1,8 17-15,-17 25 16,-16 43 0,-1 34-16,9 9 15,17-1-15,17-25 16,8-34 0,10-8-1,-1-9-15,17-9 16,25-8-1,35-25-15,43-43 16,8-34-16,-77 25 16</inkml:trace>
  <inkml:trace contextRef="#ctx0" brushRef="#br0" timeOffset="18590.24">2834 10903 0,'0'0'0</inkml:trace>
  <inkml:trace contextRef="#ctx0" brushRef="#br0" timeOffset="18875.5">2834 10971 0,'0'0'0,"0"0"0,0 0 16,0 0-1,0 0-15,0 0 16,0 0 0,0 0-16,8 0 15,43 17 1,60 8-16,17 1 16,-8 8-1,33 0-15,27 0 16,-52-17-1,-34 0-15,25 8 16,1-16 0,-1-9-16,-34-9 15,-33-8-15,-27 0 16</inkml:trace>
  <inkml:trace contextRef="#ctx0" brushRef="#br0" timeOffset="19156.12">3918 10809 0,'0'0'0,"0"0"0,0 0 16,0 0-16,25-8 15,18-1 1,8 1-16,26 8 15,0 0 1,-9 17-16,-17 0 16,-17 0-16,-8 8 15,-18 18 1,-33 50 0,-103 128-1,-51 52-15,8-69 16,-60 25-1</inkml:trace>
  <inkml:trace contextRef="#ctx0" brushRef="#br0" timeOffset="25099.23">27286 8215 0,'0'0'0,"0"0"0,0 0 0,0 0 16,0 0 0,0 0-1,0 0-15,0 0 16,0 0-1,9 0-15,-9 0 16,0 0 0,0 0-16,8 9 15,-16 8 1,-1 8-16,-25 18 16,-17 25-1,-17 68 1,-18 43-16,1-18 0,17-33 15,-9-18 1,0-33-16,34-35 16,26-16-1,0-18 1,9 1-16,-9-18 16,-9-8-1,-8-25-15,0-9 16,8 17-1,0 0-15,9 8 16,0 9-16,0 9 16,17 8-1,-8 0 1,-1 25-16,-16 26 16,-1 43-1,0 25-15,1-9 16,8-42-16,8-34 15,9-8 1,0-9 0,9-8-16,68-35 15,136-42 1,43-26-16,51-33 0</inkml:trace>
  <inkml:trace contextRef="#ctx0" brushRef="#br0" timeOffset="42106.02">24504 10129 0,'0'0'0,"0"0"0,0 0 0,-9 0 0,1 0 16,-1 0-1,-16 17 1,-10 17-16,-7 34 15,-18 51 1,-8 34-16,17-25 16,-1-9-1,-7 17 1,33-17-16,17-34 16,9-17-1,0-26-15,9-8 16,8-8-16,0-1 31,17-8-31,26-8 16,25-1-16,26-8 15,0-8 1,0-1-16,9 9 16,-1-8-1,1 8-15,-9 8 16,0-8-1,-17 9-15,-35-1 0,-25-8 16,-8 9 0,-17-9-1,-1 0 1,1 0-16,-9-9 16,8-8-1,1-25-15,-9-26 16,0-17-1,0-9-15,0 1 16,0 8 0,8 0-16,1 8 15,-9 26 1,8 0-16,-8 17 16,0 0-1,0 17-15,0 0 16,-8 0-1,-1 0-15,-16 0 16,-95 8 0,-136 26-16,-128 60 15,-51 25 1,59 0 0</inkml:trace>
  <inkml:trace contextRef="#ctx0" brushRef="#br0" timeOffset="46206.86">21773 11983 0,'0'0'0,"0"0"0,0 0 16,17-9-16,34 9 15,43 17 1,85 9-1,120 8 1,102 8-16,102 1 0,112-1 31,-188-25-31</inkml:trace>
  <inkml:trace contextRef="#ctx0" brushRef="#br0" timeOffset="51450.37">3294 12459 0,'0'0'0,"0"0"0,0 0 0,0 0 16,0 0 0,0 0-16,0 0 15,-8 0 1,8 0-1,0 0-15,8-8 16,52-1 0,43 1-16,33 8 15,26 8-15,1 9 16,-10 17 0,-25-8-16,17-9 15,-17 0 1,-42-9-1,-35 1-15,-26-18 16,-25 1 0,-8-1-16</inkml:trace>
  <inkml:trace contextRef="#ctx0" brushRef="#br0" timeOffset="51754.67">4319 12008 0,'0'0'0,"0"0"0,0 0 16,0 0 0,8 9-16,26 16 15,26 26 1,17 0-16,8 9 16,1 8-16,-10 8 15,-16-16 1,-17-9-16,-18-17 15,-7-8 1,-10-9 0,-8 0-16,-60 34 15,-127 25-15,-52 9 32,8-17-32,-93 43 15</inkml:trace>
  <inkml:trace contextRef="#ctx0" brushRef="#br0" timeOffset="54883.28">32091 12221 0,'0'0'0,"0"0"0,0 0 0,0 0 0,0 0 16,0 0-1,-8-9-15,-18 1 16,-16 8-1,-10 0-15,-24 0 16,-27 0 0,1 8-16,-9 9 15,-9 9 1,26-1 0,18-16-16,7-1 0,35 1 15</inkml:trace>
  <inkml:trace contextRef="#ctx0" brushRef="#br0" timeOffset="55154.98">31366 12059 0,'0'0'0,"-9"0"0,-8 9 0,-34 16 16,-26 9-1,9 0-15,0 0 16,17 0 0,-1 0-1,18 9-15,0 16 16,26 1-16,25-9 16,76 26-1,95-9-15,137 0 16</inkml:trace>
  <inkml:trace contextRef="#ctx0" brushRef="#br0" timeOffset="61691.76">2953 13590 0,'0'0'0,"0"0"0,17 9 16,0-1-16,17 1 0,9-1 15,42-16-15,18-18 16,8-8-1,8 0-15,9 0 16,0 9 0,-17 16-16,0 9 15,-8 0-15,-9 0 16,-9 0 0,-25-8-1,-1 8-15,-16 0 16,-17 0-1,-18 0-15,1-9 16,-9 9-16</inkml:trace>
  <inkml:trace contextRef="#ctx0" brushRef="#br0" timeOffset="61966.31">4302 13224 0,'0'0'0,"0"0"0,0 0 0,0 0 0,0 0 31,17 17-31,25 0 16,18 9 0,8-18-16,-8 1 15,0-1 1,-17 1-16,-9-1 15,-9 1-15,-8 8 16,-8 17-16,-26 34 16,-43 51-1,-85 145 1</inkml:trace>
  <inkml:trace contextRef="#ctx0" brushRef="#br0" timeOffset="66536.03">31613 13539 0,'0'0'0,"26"-8"0,8-1 16,0 1-16,-8-1 31,0 1-31,-1 8 16,-16 0-1,-1 0-15,1 0 16,-9 0 0,0 0-16,-17 0 15,-26 17 1,-25 17-16,-26-17 15,-9-9 1,1-16-16,0-1 16,8 1-1,25-1-15,18-8 16,0 0 0,17 0-1,17 9-15,17-1 16,0-16-16,8-1 15</inkml:trace>
  <inkml:trace contextRef="#ctx0" brushRef="#br0" timeOffset="66756.27">30777 13267 0,'0'0'0,"0"0"0,0 0 0,0 0 15,0 17 16,0 0-31,0 17 16,0 0-16,0 17 16,-9 9-1,1 8 1,-1 0-16,-8 8 0,26 26 16,8-42-1</inkml:trace>
  <inkml:trace contextRef="#ctx0" brushRef="#br0" timeOffset="71293.55">2953 14466 0,'0'0'0,"-8"-8"0,-1-1 0,-8 1 32,8-1-17,1 1-15,8 8 0,0 0 16,0 0-1,0 0 1,0 0 0,17 0-16,0 8 15,9 1 1,8-1-16,0 1 16,0-1-1,0 1-15,0-1 16,18 1-1,24-18 1,10 1-16,8-18 16,8 1-16,17-1 15,10-8 1,-1 17-16,-18 9 16,1 8-1,0 0-15,-25 8 16,-35-8-1,-34-8 1,-8 8-16</inkml:trace>
  <inkml:trace contextRef="#ctx0" brushRef="#br0" timeOffset="71657.53">4327 14109 0,'0'0'0,"0"0"0,0 0 0,0 0 16,0 0 0,0 0-16,0 0 15,0 0 1,0 0-16,0 0 16,0 0-1,26 8-15,16 9 16,35-8-1,9-1 1,-10-8-16,1 0 16,-26 0-1,-8 0-15,-17 0 16,-18 0 0,1 0-16,-18 9 15,-16 33-15,-35 44 16,17-35-1</inkml:trace>
  <inkml:trace contextRef="#ctx0" brushRef="#br0" timeOffset="76424.53">31776 14594 0,'0'0'0,"0"0"0,0 0 0,0 0 31,0 0-31,-9-9 0,-17 1 16,-16-9-1,-35 0 1,-8 0 0,-9 17-1,0 17-15,9 0 0,16 0 16,18-9-16,25 1 31,9-9-31,0 0 16,9 0-1,8-9 1,0 1-16,0-9 16,0 0-1,0 0-15,0 8 16,0 1-1,0-1-15,0 9 16,-17 0 0,-9 0-16,0 0 0,9 0 31,0 17-31,9 0 16,8 17-16,8 0 0,18 17 31,17 9-31,8-1 15,-26-25 1</inkml:trace>
  <inkml:trace contextRef="#ctx0" brushRef="#br0" timeOffset="78920.75">3166 15682 0,'0'0'0,"0"0"0,0 0 0,0 0 15,0 0 1,0 0-16,9 0 15,17 0 1,16-8-16,44-9 16,16 0-1,18 0-15,-1 17 16,-8 8 0,8 9-16,18 0 15,-9-8 1,-26-1-16,-8 1 15,-34-9 1,-34 0-16</inkml:trace>
  <inkml:trace contextRef="#ctx0" brushRef="#br0" timeOffset="79255.78">4114 15733 0,'0'0'0,"0"0"0,8-8 0,27-9 16,24-9 0,10 1-16,7-1 15,1 9 1,-17 9-16,-9 8 15,-8 0 1,-18 8-16,1 1 16,0-9-16,-18 8 15,1 9 1,-26 9-16,-35 16 16,-16 18-1,34-26-15</inkml:trace>
  <inkml:trace contextRef="#ctx0" brushRef="#br0" timeOffset="85066.82">3260 16703 0,'0'0'0,"0"0"0,0 0 0,9-9 0,16 1 15,18 8 1,8 0-16,26 0 15,17 8 1,26 9-16,16 0 16,-16 0-1,-9-8-15,-26-1 16,-17-16 0,-8-1-16,-17-8 15,-18 9 1,-16 8-16,-1 0 15,1-9 1,-9 1-16,8 8 16</inkml:trace>
  <inkml:trace contextRef="#ctx0" brushRef="#br0" timeOffset="85391.81">3986 16286 0,'0'0'0,"0"0"15,0 0-15,0 0 16,0 0-16,0 0 16,0 0-1,17 17-15,17 0 16,26 17 0,0 17-16,33 17 15,27 9 1,-18-9-16,-16 8 15,-18-16 1,-25-18-16,-18-16 16,-16-1-1,-1-8-15,-8 9 16,-25 25 0,-35 8-16,-34 18 15,43-26 1</inkml:trace>
  <inkml:trace contextRef="#ctx0" brushRef="#br0" timeOffset="89042.48">31596 16218 0,'0'0'15,"0"0"-15,0 0 0,0 0 16,0 0 0,0 0-16,0 0 15,0 0-15,0 0 16,0 0-1,-8 17 1,-9 0-16,-9 0 16,-8 9-1,-9-1-15,-16 1 0,-1-1 16,-8 1 0,16-1-1,10 1-15,8-18 16,8 1-16,17-9 15</inkml:trace>
  <inkml:trace contextRef="#ctx0" brushRef="#br0" timeOffset="89363.86">31426 16329 0,'0'0'0,"-9"0"0,1 8 0,-18 1 0,-17-9 16,-8 0 0,-9-9-1,-16 9-15,-1 0 16,17 0-16,9 17 16,0 0-1,-1 0 1,10-8-16,8-1 0,8 1 15,9 8 1,8 0 0,18 17-1,42 25 1,43 9-16,-43-42 16</inkml:trace>
  <inkml:trace contextRef="#ctx0" brushRef="#br0" timeOffset="92562.12">3815 17791 0,'0'0'0,"0"0"0,-8-8 0,-1-1 0,1-8 0,-1 9 15,-8-9-15,0 8 16,0 1 0,8-1-16,1 9 15,-1 0 1,9 0-1,0 0-15,0 0 16,9 0-16,25 0 16,17-8-1,34-1-15,26 9 16,9 0 0,-18 0-16,-25 9 15,-9-1 1,1 1-16,-18-1 15,-17 1 1,-17-1-16</inkml:trace>
  <inkml:trace contextRef="#ctx0" brushRef="#br0" timeOffset="92926.6">4472 17298 0,'0'0'0,"0"0"0,0 0 0,17 0 16,0 17-1,18 0-15,-1 9 16,0-1-1,9 1-15,8-1 32,-9 1-32,1-18 15,-17 1-15,-9-1 16,-9 1 0,1-1-1,-18 1-15,-33 42 16,-44 34-1,-16 0-15,68-51 16</inkml:trace>
  <inkml:trace contextRef="#ctx0" brushRef="#br0" timeOffset="96799.31">21926 2670 0,'0'0'0,"-8"9"0,8 8 0</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21:12.081"/>
    </inkml:context>
    <inkml:brush xml:id="br0">
      <inkml:brushProperty name="width" value="0.05292" units="cm"/>
      <inkml:brushProperty name="height" value="0.05292" units="cm"/>
      <inkml:brushProperty name="color" value="#FF0000"/>
    </inkml:brush>
  </inkml:definitions>
  <inkml:trace contextRef="#ctx0" brushRef="#br0">4387 2560 0,'0'0'0,"0"0"0,0 0 0,0 0 0,0 0 15,0 17-15,8 8 16,10 18 0,-1 8-1,-9 17-15,1 0 16,-18 17-16,-8 17 15,-17-17 1,0-25 0,17-18-16,8-8 15,18-8 1,16-9-16,35-9 16,51-16-16,26-1 15,16 9 1,-8 0-1,-8 9-15,8 8 16,-8 0-16,16 8 16,9 9-1,-25 9 1,8 8-16,9 8 16,-26-8-1,-17-8-15,-35-18 16,-24-16-1,-18-1-15,-9 1 16,-8-18 0,-8 1-16,0-18 15,-18-25-15,-17-59 16,1-35 0,-9-42-1,-18-145-15</inkml:trace>
  <inkml:trace contextRef="#ctx0" brushRef="#br0" timeOffset="8408.82">9030 3062 0,'0'0'0,"0"0"0,0 0 0,0 0 0,0 0 16,0 0-16,0 0 16,0 0-1,17 0 1,0 0-16,9 0 15,-1 17-15,1 0 16,0 17 0,-1 0-1,-16-9-15,-1 1 16,1-1 0,-1 1-16,18-9 15,17 8 1,16-16-16,27-1 15,16-8-15,9 0 32,0 0-32,0 0 15,-9 0-15,18 17 16,25-8-16,17-1 16,9 1-1,25-18 1,9-8-1,0 0-15,17 0 16,-17 9-16,8-1 16,-25-8-16,-26 9 15,17-1 1,-8 9 0,-35 17-16,1 0 15,-9 9 1,-9-18-16,-50 1 15,-18-1-15,-17 1 16,-8-1 0,-18-8-1,1 0 1,-1 0-16,1 0 16,-9-8-1,8-9-15,9-34 16,26-60-1,17-25-15,68-136 16</inkml:trace>
  <inkml:trace contextRef="#ctx0" brushRef="#br0" timeOffset="11129.65">13673 2806 0,'0'0'0,"0"0"0,0 0 0,0 0 16,0 0-1,0 0 1,0 0-16,9 9 16,-9 8-1,0 9-15,0 8 16,0-9-16,0 1 16,0-9-1,0 0-15,0 0 16,0 0-1,0 0-15,0 0 16,17 8 0,0 1-16,0-1 15,25 1 1,18-1 0,25-16-16,52-1 15,8 1 1,-8-1-16,33 1 15,10-1-15,-10 1 16,44 8 0,-9-9-16,-43-8 15,8 0 1,-24 0 0,-61 9-16,-25 8 15,-9-9 1,-9 1-16,-16-1 15,0 1 1,-18-1-16,1-8 16,-9 0-1,0 0-15,0 0 16,0-8 0,17-35-16,8-59 15,61-170 1</inkml:trace>
  <inkml:trace contextRef="#ctx0" brushRef="#br0" timeOffset="15504.62">10421 4950 0,'0'0'0,"0"0"0,0 0 15,0 0-15,0 0 16,17 0-16,0 0 31,0 0-31,-8 0 16,-1 0-16,1 0 15,-9 0 1,9 0-16,-1 8 16,-8 1-1,-8 8-15,-1 0 16,-8 8 0,0-8-16,0 0 15,8 17 1,9 9-16,0 25 15,9 8 1,-1 9-16,-16 9 16,8-9-1,0-26-15,0-16 16,0-18 0,0 1-16,0-9 15,0 0 1,17 0-16,0 17 15,17 0 1,17 0-16,26-8 16,43-1-1,42-16 1,8-18-16,27 1 16,-1 8-16,9-9 15,17 18 1,-17-1-1,17 1-15,-26 8 16,-25 0-16,-1 8 16,-25 1-1,-34-1 1,-34 1-16,-34-18 16,-18 1-16,1-1 15,-9 1 1,-8-1-1,-1-8-15,-8 0 16,0 0 0,0 0-16,0-8 15,0-18 1,0-25-16,0-17 0,-8-8 16,-1-9-1,1-1 1,-1 10-1,9 8-15,0 8 16,9 9 0,-1 9-16,1 8 15,-1 0 1,1 8-16,-1 9 16,-8 9-16,-8-1 15,-1 1 1,-25-1-1,-51-8-15,-26 0 16,-17 9 0,-77-18-16,-43-8 15,-42-17 1,-85-34-16,-27-8 16,-84 25-1,-60 51-15,-26 59 16,154 9-16</inkml:trace>
  <inkml:trace contextRef="#ctx0" brushRef="#br0" timeOffset="18090.96">8305 6055 0,'0'0'15,"17"0"-15,17 17 16,51 0-16,128 9 0,197-18 31,162-59-15,205-17-16,-308 43 16</inkml:trace>
  <inkml:trace contextRef="#ctx0" brushRef="#br0" timeOffset="24404.72">11505 13361 0,'0'0'0,"0"-9"0,0-34 0,0-16 16,0 8-1,0 17-15,0 25 16,0 9 0,0 0-16,0 0 0,0 0 31,0 0-31,0 0 0,0 0 15,0 0 1,0 0 0,0 0-1,0 0-15,0 0 16,0 0 0,0 0-16,0 0 15,0 0-15,-8 0 16,-1 17-16,1 9 31,-10 8-31,1 8 16,0 1-1,9-17-15,-1 8 16,1-9 15,-1 1-31,9-1 0,0 1 16,9-9-16,33 0 15,10-9 1,-1 1-16,17-18 16,0 1-1,26-1-15,9-8 16,-1 17 0,-8 0-16,-9 17 15,-8 0 1,0 9-16,0-1 15,-9-16 1,-8-1 0,-18 1-16,-16-1 15,0-8-15,-18 9 16,1-9 0,-1 0-1,1-9-15,-1 1 16,9-18-1,0-8-15,1 9 16</inkml:trace>
  <inkml:trace contextRef="#ctx0" brushRef="#br0" timeOffset="27095.86">16037 14109 0,'0'0'0,"0"0"0,0 0 0,0 0 16,0 0-16,0 0 15,0 0 1,-8 17-16,-9 25 15,-9 9 1,0 9-16,9 0 16,0-1-1,0-8-15,0-8 16,17-18-16,0 1 16,0-9-1,9-9 1,8 9-16,17-8 15,8-1 1,10 1-16,42-1 16,25 1-16,18-9 15,-1 0 1,35 0-16,25-9 16,-17-8-1,26 9 1,-8-1-16,-10 18 15,-7 8-15,-18 8 16,-34 1 0,-43-1-1,-17 1-15,-8-9 16,-9-9-16,-25 1 16,0-1-1,-18 1 1,1-9-16,-9 0 15,0 0-15,-9-9 16,1-33 0,-10-43-1,18-43-15,35-16 16,67-137 0</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3T20:21:52.760"/>
    </inkml:context>
    <inkml:brush xml:id="br0">
      <inkml:brushProperty name="width" value="0.05292" units="cm"/>
      <inkml:brushProperty name="height" value="0.05292" units="cm"/>
      <inkml:brushProperty name="color" value="#FF0000"/>
    </inkml:brush>
  </inkml:definitions>
  <inkml:trace contextRef="#ctx0" brushRef="#br0">7442 7008 0,'0'0'0,"0"0"0,9 0 0,25 17 16,26 17-16,25 8 16,43 9-1,52-8-15,50-9 16,26-9 0,17-8-16,17 9 15,52-1-15,84-25 16,44-34-1,-69-25-15</inkml:trace>
  <inkml:trace contextRef="#ctx0" brushRef="#br0" timeOffset="2882.89">3918 5792 0,'0'0'0,"0"0"15,0 0-15,0 0 16,0 0-16,0 0 16,17 17-1,0 0 1,8 0-16,1 8 15,8-8-15,0 0 16,43 9 0,-26-1-1</inkml:trace>
  <inkml:trace contextRef="#ctx0" brushRef="#br0" timeOffset="4660.55">8083 4499 0,'0'0'0,"0"8"0,8 26 0,18 26 15,8 25 1,9 9-1,-18 16-15,-16 18 16,-18 25 0,-16-9-16,-10-8 15,1 0 1,17-17-16,17-25 16,9-9-1,25-25-15,34-18 16,35-16-16,33-18 15,35-25 1,8-8-16,9-18 16,8 1-1,-8 8 1,17 0-16,51-9 16,25-8-1,27 8-15,25 9 16,8 17-1,-17 17-15,-16 26 16,-18 25 0,-34 9-16,-51-9 15,-52 8-15,-25-16 16,-17-1 0,-25-8-1,-27-8-15,-25-18 16,-8 1-16,-9-9 15,0-9 1,17-25-16,18-59 16,24-60-1,10-43 1,-9 17-16,-9 26 16,-8 26-1,-26 33-15,-9 52 16,-16 8-16,-1 17 15,1 0 1,-9 8-16,-9 1 16,-16-9-1,-9 8 1,-43 1-16,-51-1 16,-60-8-1,-17 17-15,-94-8 16,-102 8-1,-60-9-15,-110 9 16,-70 17-16,-93 26 31,308-9-31</inkml:trace>
  <inkml:trace contextRef="#ctx0" brushRef="#br0" timeOffset="7128.55">16686 4184 0,'-9'9'0,"-42"50"0,-34 69 0,8 59 0,34-17 31,18-25-31,42 25 16,25 0-16,35-43 0,68 43 31,17 9-31,-8-43 0,34-17 31,85 26-31,34-1 16,35-8-16,8-25 31,8-26-31,77 9 16,43 8-1,-17-17-15,-34-34 16,42-17 0,-8-17-16,-17-26 0,43-33 15,-44-1-15,-59-16 32,-34-18-32,-51-8 0,0-34 15,-35 8 1,-67 9-1,-27-25 1,-42 8-16,-42 17 0,-18-9 31,-34-25-31,-34-26 16,-68-16 0,-52-52-1,-33 9-15,-78 8 16,-42-8-1,-77 9-15,-76 42 16,-52 8 0,-86 26-16,-16 59 15,0 43 1,33 17-16,-16 26 16,-17 33-1,8 44-15,-60 50 0,-42 85 31,281-51-31</inkml:trace>
  <inkml:trace contextRef="#ctx0" brushRef="#br0" timeOffset="8631.03">15269 8453 0,'0'0'0,"0"0"0,0 0 16,9-8-1,33-9-15,69-26 0,85 1 16,35 8 15,16 17-31,61 0 16,67 17-16</inkml:trace>
  <inkml:trace contextRef="#ctx0" brushRef="#br0" timeOffset="14685.28">10208 10052 0,'0'0'15,"17"0"-15,8 9 0,10 8 0,24 0 16,18 8 0,43-8-1,76-8-15,77-18 16,51-25-16,26 9 15,-17 25 1,17 0 0,43 8-16,42 9 15,111 0 1,111-34-16,112-59 16,-334 25-1</inkml:trace>
  <inkml:trace contextRef="#ctx0" brushRef="#br0" timeOffset="18088.68">9320 8862 0,'0'0'0,"0"0"0,0 0 0,0 0 16,0 0-16,0 0 15,-8 0 1,-9 8-16,-9 26 16,-17 26-1,1 16 1,-10 26-16,-7 34 16,7 17-16,18-16 15,0-18 1,17-9-1,9-33-15,8-26 16,17-9 0,25-16-16,35-9 15,60-9 1,42-16 0,34-1-16,35-8 15,-1 0-15,9 0 16,-8 9-1,-18-9-15,-33 17 16,-27 0 0,-16 17-1,-52 8-15,-33 1 16,-35-1-16,-9-8 16,-16-8-1,-1-1-15,1 1 16,0-1-1,-9-16-15,17-18 16,0-25 0,-9-34-16,1-25 15,-1-26 1,-8 8 0,-8 0-16,-1 35 15,1 25-15,-9 8 16,-9 9-1,0 17 1,-8 0-16,-8 9 16,-1 8-1,-34 0-15,-68 0 16,-51 0-16,-18 0 16,-110-9-1,-94 9 1,-60 9-16,77 8 15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5/13/2026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5/13/2026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40.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19: </a:t>
            </a:r>
            <a:r>
              <a:rPr lang="en-US" dirty="0" err="1"/>
              <a:t>ForkJoin</a:t>
            </a:r>
            <a:endParaRPr lang="en-US" dirty="0"/>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EDA56-85BA-CDEE-A259-8606CBB0937F}"/>
              </a:ext>
            </a:extLst>
          </p:cNvPr>
          <p:cNvSpPr>
            <a:spLocks noGrp="1"/>
          </p:cNvSpPr>
          <p:nvPr>
            <p:ph type="title"/>
          </p:nvPr>
        </p:nvSpPr>
        <p:spPr/>
        <p:txBody>
          <a:bodyPr/>
          <a:lstStyle/>
          <a:p>
            <a:r>
              <a:rPr lang="en-US" dirty="0"/>
              <a:t>Parallelism Vs. Concurrency (with Potatoes)</a:t>
            </a:r>
          </a:p>
        </p:txBody>
      </p:sp>
      <p:sp>
        <p:nvSpPr>
          <p:cNvPr id="3" name="Content Placeholder 2">
            <a:extLst>
              <a:ext uri="{FF2B5EF4-FFF2-40B4-BE49-F238E27FC236}">
                <a16:creationId xmlns:a16="http://schemas.microsoft.com/office/drawing/2014/main" id="{D0BA2DE1-FF7D-AA44-2D9E-AFA97E308058}"/>
              </a:ext>
            </a:extLst>
          </p:cNvPr>
          <p:cNvSpPr>
            <a:spLocks noGrp="1"/>
          </p:cNvSpPr>
          <p:nvPr>
            <p:ph idx="1"/>
          </p:nvPr>
        </p:nvSpPr>
        <p:spPr/>
        <p:txBody>
          <a:bodyPr/>
          <a:lstStyle/>
          <a:p>
            <a:r>
              <a:rPr lang="en-US" dirty="0"/>
              <a:t>Sequential:</a:t>
            </a:r>
          </a:p>
          <a:p>
            <a:pPr lvl="1"/>
            <a:r>
              <a:rPr lang="en-US" dirty="0"/>
              <a:t>The task is completed by just </a:t>
            </a:r>
            <a:r>
              <a:rPr lang="en-US" b="1" dirty="0"/>
              <a:t>one processor </a:t>
            </a:r>
            <a:r>
              <a:rPr lang="en-US" dirty="0"/>
              <a:t>doing one thing at a time</a:t>
            </a:r>
          </a:p>
          <a:p>
            <a:pPr lvl="1"/>
            <a:r>
              <a:rPr lang="en-US" dirty="0">
                <a:solidFill>
                  <a:srgbClr val="FF0000"/>
                </a:solidFill>
              </a:rPr>
              <a:t>There is one cook who peels all the potatoes</a:t>
            </a:r>
          </a:p>
          <a:p>
            <a:r>
              <a:rPr lang="en-US" dirty="0"/>
              <a:t>Parallelism:</a:t>
            </a:r>
          </a:p>
          <a:p>
            <a:pPr lvl="1"/>
            <a:r>
              <a:rPr lang="en-US" dirty="0"/>
              <a:t>One task being completed by </a:t>
            </a:r>
            <a:r>
              <a:rPr lang="en-US" b="1" dirty="0"/>
              <a:t>many threads/processors</a:t>
            </a:r>
          </a:p>
          <a:p>
            <a:pPr lvl="1"/>
            <a:r>
              <a:rPr lang="en-US" dirty="0">
                <a:solidFill>
                  <a:srgbClr val="FF0000"/>
                </a:solidFill>
              </a:rPr>
              <a:t>Recruit several cooks to peel a lot of potatoes faster</a:t>
            </a:r>
          </a:p>
          <a:p>
            <a:r>
              <a:rPr lang="en-US" dirty="0"/>
              <a:t>Concurrency:</a:t>
            </a:r>
          </a:p>
          <a:p>
            <a:pPr lvl="1"/>
            <a:r>
              <a:rPr lang="en-US" dirty="0"/>
              <a:t>Parallel tasks using a </a:t>
            </a:r>
            <a:r>
              <a:rPr lang="en-US" b="1" dirty="0"/>
              <a:t>shared resource</a:t>
            </a:r>
          </a:p>
          <a:p>
            <a:pPr lvl="1"/>
            <a:r>
              <a:rPr lang="en-US" dirty="0">
                <a:solidFill>
                  <a:srgbClr val="FF0000"/>
                </a:solidFill>
              </a:rPr>
              <a:t>Several cooks are making their own recipes, but there is only 1 oven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45F091D-3A8D-5063-FB22-0AB537C5E920}"/>
                  </a:ext>
                </a:extLst>
              </p14:cNvPr>
              <p14:cNvContentPartPr/>
              <p14:nvPr/>
            </p14:nvContentPartPr>
            <p14:xfrm>
              <a:off x="8597160" y="3276000"/>
              <a:ext cx="596520" cy="1240200"/>
            </p14:xfrm>
          </p:contentPart>
        </mc:Choice>
        <mc:Fallback>
          <p:pic>
            <p:nvPicPr>
              <p:cNvPr id="4" name="Ink 3">
                <a:extLst>
                  <a:ext uri="{FF2B5EF4-FFF2-40B4-BE49-F238E27FC236}">
                    <a16:creationId xmlns:a16="http://schemas.microsoft.com/office/drawing/2014/main" id="{B45F091D-3A8D-5063-FB22-0AB537C5E920}"/>
                  </a:ext>
                </a:extLst>
              </p:cNvPr>
              <p:cNvPicPr/>
              <p:nvPr/>
            </p:nvPicPr>
            <p:blipFill>
              <a:blip r:embed="rId3"/>
              <a:stretch>
                <a:fillRect/>
              </a:stretch>
            </p:blipFill>
            <p:spPr>
              <a:xfrm>
                <a:off x="8587800" y="3266640"/>
                <a:ext cx="615240" cy="1258920"/>
              </a:xfrm>
              <a:prstGeom prst="rect">
                <a:avLst/>
              </a:prstGeom>
            </p:spPr>
          </p:pic>
        </mc:Fallback>
      </mc:AlternateContent>
    </p:spTree>
    <p:extLst>
      <p:ext uri="{BB962C8B-B14F-4D97-AF65-F5344CB8AC3E}">
        <p14:creationId xmlns:p14="http://schemas.microsoft.com/office/powerpoint/2010/main" val="3137032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BDE21-41A5-20D8-D801-81316C318C23}"/>
              </a:ext>
            </a:extLst>
          </p:cNvPr>
          <p:cNvSpPr>
            <a:spLocks noGrp="1"/>
          </p:cNvSpPr>
          <p:nvPr>
            <p:ph type="title"/>
          </p:nvPr>
        </p:nvSpPr>
        <p:spPr/>
        <p:txBody>
          <a:bodyPr/>
          <a:lstStyle/>
          <a:p>
            <a:r>
              <a:rPr lang="en-US" dirty="0"/>
              <a:t>New Story of Code Execution</a:t>
            </a:r>
          </a:p>
        </p:txBody>
      </p:sp>
      <p:sp>
        <p:nvSpPr>
          <p:cNvPr id="3" name="Content Placeholder 2">
            <a:extLst>
              <a:ext uri="{FF2B5EF4-FFF2-40B4-BE49-F238E27FC236}">
                <a16:creationId xmlns:a16="http://schemas.microsoft.com/office/drawing/2014/main" id="{E822D565-ADEA-C3EF-41E4-FE4AAA5B8008}"/>
              </a:ext>
            </a:extLst>
          </p:cNvPr>
          <p:cNvSpPr>
            <a:spLocks noGrp="1"/>
          </p:cNvSpPr>
          <p:nvPr>
            <p:ph idx="1"/>
          </p:nvPr>
        </p:nvSpPr>
        <p:spPr>
          <a:xfrm>
            <a:off x="838200" y="1511300"/>
            <a:ext cx="10515600" cy="4351338"/>
          </a:xfrm>
        </p:spPr>
        <p:txBody>
          <a:bodyPr>
            <a:normAutofit fontScale="85000" lnSpcReduction="20000"/>
          </a:bodyPr>
          <a:lstStyle/>
          <a:p>
            <a:r>
              <a:rPr lang="en-US" dirty="0"/>
              <a:t>Old Story:</a:t>
            </a:r>
          </a:p>
          <a:p>
            <a:pPr lvl="1"/>
            <a:r>
              <a:rPr lang="en-US" dirty="0"/>
              <a:t>One </a:t>
            </a:r>
            <a:r>
              <a:rPr lang="en-US" b="1" dirty="0"/>
              <a:t>program counter</a:t>
            </a:r>
            <a:r>
              <a:rPr lang="en-US" dirty="0"/>
              <a:t> (current line of code) </a:t>
            </a:r>
          </a:p>
          <a:p>
            <a:pPr lvl="1"/>
            <a:r>
              <a:rPr lang="en-US" dirty="0"/>
              <a:t>One </a:t>
            </a:r>
            <a:r>
              <a:rPr lang="en-US" b="1" dirty="0"/>
              <a:t>call stack </a:t>
            </a:r>
            <a:r>
              <a:rPr lang="en-US" dirty="0"/>
              <a:t>(with each stack frame holding local variables) </a:t>
            </a:r>
          </a:p>
          <a:p>
            <a:pPr lvl="1"/>
            <a:r>
              <a:rPr lang="en-US" b="1" dirty="0"/>
              <a:t>Objects in the heap</a:t>
            </a:r>
            <a:r>
              <a:rPr lang="en-US" dirty="0"/>
              <a:t> created by memory allocation (i.e., </a:t>
            </a:r>
            <a:r>
              <a:rPr lang="en-US" b="1" dirty="0"/>
              <a:t>new</a:t>
            </a:r>
            <a:r>
              <a:rPr lang="en-US" dirty="0"/>
              <a:t> ___) </a:t>
            </a:r>
          </a:p>
          <a:p>
            <a:pPr lvl="2"/>
            <a:r>
              <a:rPr lang="en-US" dirty="0">
                <a:solidFill>
                  <a:srgbClr val="FF0000"/>
                </a:solidFill>
              </a:rPr>
              <a:t>(nothing to do with data structure called a heap)</a:t>
            </a:r>
          </a:p>
          <a:p>
            <a:pPr lvl="1"/>
            <a:r>
              <a:rPr lang="en-US" dirty="0"/>
              <a:t>Operating System</a:t>
            </a:r>
            <a:r>
              <a:rPr lang="en-US" b="1" dirty="0"/>
              <a:t> time slicing </a:t>
            </a:r>
            <a:r>
              <a:rPr lang="en-US" dirty="0"/>
              <a:t>where programs may be paused by the OS at any time, with their execution being resumed later</a:t>
            </a:r>
          </a:p>
          <a:p>
            <a:r>
              <a:rPr lang="en-US" dirty="0"/>
              <a:t>New Story:</a:t>
            </a:r>
          </a:p>
          <a:p>
            <a:pPr lvl="1"/>
            <a:r>
              <a:rPr lang="en-US" dirty="0"/>
              <a:t>Collection of threads each with its own:</a:t>
            </a:r>
          </a:p>
          <a:p>
            <a:pPr lvl="2"/>
            <a:r>
              <a:rPr lang="en-US" dirty="0"/>
              <a:t>Program Counter</a:t>
            </a:r>
          </a:p>
          <a:p>
            <a:pPr lvl="2"/>
            <a:r>
              <a:rPr lang="en-US" dirty="0"/>
              <a:t>Call Stack</a:t>
            </a:r>
          </a:p>
          <a:p>
            <a:pPr lvl="2"/>
            <a:r>
              <a:rPr lang="en-US" dirty="0"/>
              <a:t>Local Variables</a:t>
            </a:r>
          </a:p>
          <a:p>
            <a:pPr lvl="2"/>
            <a:r>
              <a:rPr lang="en-US" dirty="0"/>
              <a:t>References to objects in the heap</a:t>
            </a:r>
          </a:p>
          <a:p>
            <a:pPr lvl="1"/>
            <a:r>
              <a:rPr lang="en-US" b="1" dirty="0"/>
              <a:t>One shared heap</a:t>
            </a:r>
          </a:p>
          <a:p>
            <a:pPr lvl="1"/>
            <a:r>
              <a:rPr lang="en-US" b="1" dirty="0"/>
              <a:t>Time slicing</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283D55C-DAF3-F0C6-036A-19A9356D3B15}"/>
                  </a:ext>
                </a:extLst>
              </p14:cNvPr>
              <p14:cNvContentPartPr/>
              <p14:nvPr/>
            </p14:nvContentPartPr>
            <p14:xfrm>
              <a:off x="3201480" y="3520800"/>
              <a:ext cx="240120" cy="349560"/>
            </p14:xfrm>
          </p:contentPart>
        </mc:Choice>
        <mc:Fallback>
          <p:pic>
            <p:nvPicPr>
              <p:cNvPr id="4" name="Ink 3">
                <a:extLst>
                  <a:ext uri="{FF2B5EF4-FFF2-40B4-BE49-F238E27FC236}">
                    <a16:creationId xmlns:a16="http://schemas.microsoft.com/office/drawing/2014/main" id="{9283D55C-DAF3-F0C6-036A-19A9356D3B15}"/>
                  </a:ext>
                </a:extLst>
              </p:cNvPr>
              <p:cNvPicPr/>
              <p:nvPr/>
            </p:nvPicPr>
            <p:blipFill>
              <a:blip r:embed="rId3"/>
              <a:stretch>
                <a:fillRect/>
              </a:stretch>
            </p:blipFill>
            <p:spPr>
              <a:xfrm>
                <a:off x="3192120" y="3511440"/>
                <a:ext cx="258840" cy="368280"/>
              </a:xfrm>
              <a:prstGeom prst="rect">
                <a:avLst/>
              </a:prstGeom>
            </p:spPr>
          </p:pic>
        </mc:Fallback>
      </mc:AlternateContent>
    </p:spTree>
    <p:extLst>
      <p:ext uri="{BB962C8B-B14F-4D97-AF65-F5344CB8AC3E}">
        <p14:creationId xmlns:p14="http://schemas.microsoft.com/office/powerpoint/2010/main" val="156200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7CE7-DE09-BEC6-A6A8-614ED3EBAEE9}"/>
              </a:ext>
            </a:extLst>
          </p:cNvPr>
          <p:cNvSpPr>
            <a:spLocks noGrp="1"/>
          </p:cNvSpPr>
          <p:nvPr>
            <p:ph type="title"/>
          </p:nvPr>
        </p:nvSpPr>
        <p:spPr/>
        <p:txBody>
          <a:bodyPr/>
          <a:lstStyle/>
          <a:p>
            <a:r>
              <a:rPr lang="en-US" dirty="0"/>
              <a:t>Old Stroy</a:t>
            </a:r>
          </a:p>
        </p:txBody>
      </p:sp>
      <p:sp>
        <p:nvSpPr>
          <p:cNvPr id="7" name="Rectangle 6">
            <a:extLst>
              <a:ext uri="{FF2B5EF4-FFF2-40B4-BE49-F238E27FC236}">
                <a16:creationId xmlns:a16="http://schemas.microsoft.com/office/drawing/2014/main" id="{DC06890E-4546-A91F-D9DD-09D7D486764D}"/>
              </a:ext>
            </a:extLst>
          </p:cNvPr>
          <p:cNvSpPr/>
          <p:nvPr/>
        </p:nvSpPr>
        <p:spPr>
          <a:xfrm>
            <a:off x="483869" y="2566986"/>
            <a:ext cx="3558541" cy="1325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Call Stack</a:t>
            </a:r>
          </a:p>
          <a:p>
            <a:pPr algn="ctr"/>
            <a:r>
              <a:rPr lang="en-US" sz="2000" dirty="0">
                <a:solidFill>
                  <a:schemeClr val="tx1"/>
                </a:solidFill>
              </a:rPr>
              <a:t>Program Counter</a:t>
            </a:r>
          </a:p>
          <a:p>
            <a:pPr algn="ctr"/>
            <a:r>
              <a:rPr lang="en-US" sz="2000" dirty="0">
                <a:solidFill>
                  <a:schemeClr val="tx1"/>
                </a:solidFill>
              </a:rPr>
              <a:t>Local Variables (primitives and references to Heap objects)</a:t>
            </a:r>
          </a:p>
        </p:txBody>
      </p:sp>
      <p:sp>
        <p:nvSpPr>
          <p:cNvPr id="29" name="Rectangle 28">
            <a:extLst>
              <a:ext uri="{FF2B5EF4-FFF2-40B4-BE49-F238E27FC236}">
                <a16:creationId xmlns:a16="http://schemas.microsoft.com/office/drawing/2014/main" id="{E3DEAC0B-8169-6A3C-A9F1-AF38282BA643}"/>
              </a:ext>
            </a:extLst>
          </p:cNvPr>
          <p:cNvSpPr/>
          <p:nvPr/>
        </p:nvSpPr>
        <p:spPr>
          <a:xfrm>
            <a:off x="7255509" y="2003743"/>
            <a:ext cx="3558541" cy="1325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Heap Containing Objects and Static Fields</a:t>
            </a:r>
            <a:endParaRPr lang="en-US" sz="2000" dirty="0">
              <a:solidFill>
                <a:schemeClr val="tx1"/>
              </a:solidFill>
            </a:endParaRPr>
          </a:p>
        </p:txBody>
      </p:sp>
      <p:grpSp>
        <p:nvGrpSpPr>
          <p:cNvPr id="3" name="Group 2" descr="For sequential code there is one call stack and one heap. &#10;&#10;The call stack contains stack frames. Each stack frame has a program counter that keeps track of the current line of code and local variables (whose values are primitives or references).&#10;&#10;The heap contains all reference types (things created with the keyword new) and static fields.">
            <a:extLst>
              <a:ext uri="{FF2B5EF4-FFF2-40B4-BE49-F238E27FC236}">
                <a16:creationId xmlns:a16="http://schemas.microsoft.com/office/drawing/2014/main" id="{559ED8FD-3242-B890-9FC3-4DFBF8FC9C7A}"/>
              </a:ext>
            </a:extLst>
          </p:cNvPr>
          <p:cNvGrpSpPr/>
          <p:nvPr/>
        </p:nvGrpSpPr>
        <p:grpSpPr>
          <a:xfrm>
            <a:off x="1506220" y="2905760"/>
            <a:ext cx="9118600" cy="3952240"/>
            <a:chOff x="1483360" y="2057400"/>
            <a:chExt cx="9118600" cy="3952240"/>
          </a:xfrm>
        </p:grpSpPr>
        <p:sp>
          <p:nvSpPr>
            <p:cNvPr id="28" name="Oval 27">
              <a:extLst>
                <a:ext uri="{FF2B5EF4-FFF2-40B4-BE49-F238E27FC236}">
                  <a16:creationId xmlns:a16="http://schemas.microsoft.com/office/drawing/2014/main" id="{EB2A68DD-8CE9-56DE-9E40-4EAA59689E01}"/>
                </a:ext>
              </a:extLst>
            </p:cNvPr>
            <p:cNvSpPr/>
            <p:nvPr/>
          </p:nvSpPr>
          <p:spPr>
            <a:xfrm>
              <a:off x="5918200" y="2057400"/>
              <a:ext cx="4683760" cy="395224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327DBB3-C2FA-6BDD-EC7E-34FD656F991B}"/>
                </a:ext>
              </a:extLst>
            </p:cNvPr>
            <p:cNvGrpSpPr/>
            <p:nvPr/>
          </p:nvGrpSpPr>
          <p:grpSpPr>
            <a:xfrm>
              <a:off x="1483360" y="3216909"/>
              <a:ext cx="944880" cy="1036320"/>
              <a:chOff x="1127760" y="3169920"/>
              <a:chExt cx="944880" cy="1036320"/>
            </a:xfrm>
          </p:grpSpPr>
          <p:sp>
            <p:nvSpPr>
              <p:cNvPr id="4" name="Rectangle 3">
                <a:extLst>
                  <a:ext uri="{FF2B5EF4-FFF2-40B4-BE49-F238E27FC236}">
                    <a16:creationId xmlns:a16="http://schemas.microsoft.com/office/drawing/2014/main" id="{8E616EDA-39DA-9AC0-3DB3-ADE759129E21}"/>
                  </a:ext>
                </a:extLst>
              </p:cNvPr>
              <p:cNvSpPr/>
              <p:nvPr/>
            </p:nvSpPr>
            <p:spPr>
              <a:xfrm>
                <a:off x="1127760" y="316992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FD7B4FE-9B97-C6CF-B344-B881E90EAD04}"/>
                  </a:ext>
                </a:extLst>
              </p:cNvPr>
              <p:cNvSpPr/>
              <p:nvPr/>
            </p:nvSpPr>
            <p:spPr>
              <a:xfrm>
                <a:off x="1127760" y="351536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E05ACF2-D71D-C96A-94DB-0FF715DB5952}"/>
                  </a:ext>
                </a:extLst>
              </p:cNvPr>
              <p:cNvSpPr/>
              <p:nvPr/>
            </p:nvSpPr>
            <p:spPr>
              <a:xfrm>
                <a:off x="1127760" y="386080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26C5B809-F14B-C45A-09FC-EE8031DAF303}"/>
                </a:ext>
              </a:extLst>
            </p:cNvPr>
            <p:cNvGrpSpPr/>
            <p:nvPr/>
          </p:nvGrpSpPr>
          <p:grpSpPr>
            <a:xfrm>
              <a:off x="6380480" y="4033520"/>
              <a:ext cx="1127760" cy="375920"/>
              <a:chOff x="6847840" y="2865120"/>
              <a:chExt cx="1127760" cy="375920"/>
            </a:xfrm>
          </p:grpSpPr>
          <p:sp>
            <p:nvSpPr>
              <p:cNvPr id="9" name="Rectangle 8">
                <a:extLst>
                  <a:ext uri="{FF2B5EF4-FFF2-40B4-BE49-F238E27FC236}">
                    <a16:creationId xmlns:a16="http://schemas.microsoft.com/office/drawing/2014/main" id="{01EAD4D9-219C-E7C1-538E-A87987EB527F}"/>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8D4E0A-22C8-9EBC-303F-CAD72D154C73}"/>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C507C3-8125-5924-6ACF-186D04ABB67F}"/>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11D53816-71E4-C2D5-2D21-CCE236B5CE94}"/>
                </a:ext>
              </a:extLst>
            </p:cNvPr>
            <p:cNvGrpSpPr/>
            <p:nvPr/>
          </p:nvGrpSpPr>
          <p:grpSpPr>
            <a:xfrm>
              <a:off x="7132320" y="2763520"/>
              <a:ext cx="2255520" cy="375920"/>
              <a:chOff x="7132320" y="2763520"/>
              <a:chExt cx="2255520" cy="375920"/>
            </a:xfrm>
          </p:grpSpPr>
          <p:grpSp>
            <p:nvGrpSpPr>
              <p:cNvPr id="13" name="Group 12">
                <a:extLst>
                  <a:ext uri="{FF2B5EF4-FFF2-40B4-BE49-F238E27FC236}">
                    <a16:creationId xmlns:a16="http://schemas.microsoft.com/office/drawing/2014/main" id="{CDB7AD72-FF76-AA72-352B-BC5E5C0EADC4}"/>
                  </a:ext>
                </a:extLst>
              </p:cNvPr>
              <p:cNvGrpSpPr/>
              <p:nvPr/>
            </p:nvGrpSpPr>
            <p:grpSpPr>
              <a:xfrm>
                <a:off x="7132320" y="2763520"/>
                <a:ext cx="1127760" cy="375920"/>
                <a:chOff x="6847840" y="2865120"/>
                <a:chExt cx="1127760" cy="375920"/>
              </a:xfrm>
            </p:grpSpPr>
            <p:sp>
              <p:nvSpPr>
                <p:cNvPr id="14" name="Rectangle 13">
                  <a:extLst>
                    <a:ext uri="{FF2B5EF4-FFF2-40B4-BE49-F238E27FC236}">
                      <a16:creationId xmlns:a16="http://schemas.microsoft.com/office/drawing/2014/main" id="{A2174A79-0B8F-E46D-20AE-E7A3A63EE0F0}"/>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8FE5F10-B066-659F-2AAD-2B935D1969A8}"/>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EFD385D-9EA3-FF59-293B-A8EB857A9A04}"/>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A81C912-B91E-1B13-32C1-6AA239057360}"/>
                  </a:ext>
                </a:extLst>
              </p:cNvPr>
              <p:cNvGrpSpPr/>
              <p:nvPr/>
            </p:nvGrpSpPr>
            <p:grpSpPr>
              <a:xfrm>
                <a:off x="8260080" y="2763520"/>
                <a:ext cx="1127760" cy="375920"/>
                <a:chOff x="6847840" y="2865120"/>
                <a:chExt cx="1127760" cy="375920"/>
              </a:xfrm>
            </p:grpSpPr>
            <p:sp>
              <p:nvSpPr>
                <p:cNvPr id="18" name="Rectangle 17">
                  <a:extLst>
                    <a:ext uri="{FF2B5EF4-FFF2-40B4-BE49-F238E27FC236}">
                      <a16:creationId xmlns:a16="http://schemas.microsoft.com/office/drawing/2014/main" id="{69C9B55F-9BBA-977A-CF7B-DD2FBD561661}"/>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94514F0-898E-EF68-6F22-7D7EFBC91E51}"/>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A53BF17-807F-1A63-773C-0B194FB3E7BF}"/>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44A0F885-300A-1FD3-93DB-9867275869E9}"/>
                </a:ext>
              </a:extLst>
            </p:cNvPr>
            <p:cNvSpPr/>
            <p:nvPr/>
          </p:nvSpPr>
          <p:spPr>
            <a:xfrm>
              <a:off x="8260080" y="466344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17403F4F-9760-35E7-9368-10FC792B2A39}"/>
                </a:ext>
              </a:extLst>
            </p:cNvPr>
            <p:cNvGrpSpPr/>
            <p:nvPr/>
          </p:nvGrpSpPr>
          <p:grpSpPr>
            <a:xfrm>
              <a:off x="9387840" y="3672840"/>
              <a:ext cx="751840" cy="375920"/>
              <a:chOff x="6847840" y="2865120"/>
              <a:chExt cx="751840" cy="375920"/>
            </a:xfrm>
          </p:grpSpPr>
          <p:sp>
            <p:nvSpPr>
              <p:cNvPr id="24" name="Rectangle 23">
                <a:extLst>
                  <a:ext uri="{FF2B5EF4-FFF2-40B4-BE49-F238E27FC236}">
                    <a16:creationId xmlns:a16="http://schemas.microsoft.com/office/drawing/2014/main" id="{A942B682-AFC4-6C0D-16DF-FDD022CB38FC}"/>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BCD242D-2DD0-21CB-4C02-2099AEDA71ED}"/>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1" name="Straight Arrow Connector 30">
              <a:extLst>
                <a:ext uri="{FF2B5EF4-FFF2-40B4-BE49-F238E27FC236}">
                  <a16:creationId xmlns:a16="http://schemas.microsoft.com/office/drawing/2014/main" id="{BA59F185-261A-B852-748A-67D90A05B4E9}"/>
                </a:ext>
              </a:extLst>
            </p:cNvPr>
            <p:cNvCxnSpPr>
              <a:stCxn id="4" idx="3"/>
              <a:endCxn id="9" idx="1"/>
            </p:cNvCxnSpPr>
            <p:nvPr/>
          </p:nvCxnSpPr>
          <p:spPr>
            <a:xfrm>
              <a:off x="2428240" y="3389629"/>
              <a:ext cx="3952240" cy="8318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9FD209A-DB8A-280C-9DE8-47835CE8B33A}"/>
                </a:ext>
              </a:extLst>
            </p:cNvPr>
            <p:cNvCxnSpPr>
              <a:cxnSpLocks/>
              <a:stCxn id="6" idx="3"/>
              <a:endCxn id="14" idx="1"/>
            </p:cNvCxnSpPr>
            <p:nvPr/>
          </p:nvCxnSpPr>
          <p:spPr>
            <a:xfrm flipV="1">
              <a:off x="2428240" y="2951480"/>
              <a:ext cx="4704080" cy="11290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71F1EE-B787-0A53-1086-8571A9686CF7}"/>
                </a:ext>
              </a:extLst>
            </p:cNvPr>
            <p:cNvCxnSpPr>
              <a:cxnSpLocks/>
              <a:stCxn id="16" idx="2"/>
              <a:endCxn id="22" idx="0"/>
            </p:cNvCxnSpPr>
            <p:nvPr/>
          </p:nvCxnSpPr>
          <p:spPr>
            <a:xfrm>
              <a:off x="8072120" y="3139440"/>
              <a:ext cx="375920" cy="1524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8887AFB-F529-FA54-F185-FDF7F7D58F7A}"/>
                </a:ext>
              </a:extLst>
            </p:cNvPr>
            <p:cNvCxnSpPr>
              <a:cxnSpLocks/>
              <a:stCxn id="19" idx="2"/>
              <a:endCxn id="24" idx="1"/>
            </p:cNvCxnSpPr>
            <p:nvPr/>
          </p:nvCxnSpPr>
          <p:spPr>
            <a:xfrm>
              <a:off x="8823960" y="3139440"/>
              <a:ext cx="563880" cy="7213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8609BEE-5D3A-B88F-6A7A-EACE006DEE09}"/>
                </a:ext>
              </a:extLst>
            </p:cNvPr>
            <p:cNvCxnSpPr>
              <a:cxnSpLocks/>
              <a:stCxn id="11" idx="2"/>
              <a:endCxn id="22" idx="1"/>
            </p:cNvCxnSpPr>
            <p:nvPr/>
          </p:nvCxnSpPr>
          <p:spPr>
            <a:xfrm>
              <a:off x="7320280" y="4409440"/>
              <a:ext cx="939800" cy="441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86815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7CE7-DE09-BEC6-A6A8-614ED3EBAEE9}"/>
              </a:ext>
            </a:extLst>
          </p:cNvPr>
          <p:cNvSpPr>
            <a:spLocks noGrp="1"/>
          </p:cNvSpPr>
          <p:nvPr>
            <p:ph type="title"/>
          </p:nvPr>
        </p:nvSpPr>
        <p:spPr/>
        <p:txBody>
          <a:bodyPr/>
          <a:lstStyle/>
          <a:p>
            <a:r>
              <a:rPr lang="en-US" dirty="0"/>
              <a:t>New Story</a:t>
            </a:r>
          </a:p>
        </p:txBody>
      </p:sp>
      <p:sp>
        <p:nvSpPr>
          <p:cNvPr id="7" name="Rectangle 6">
            <a:extLst>
              <a:ext uri="{FF2B5EF4-FFF2-40B4-BE49-F238E27FC236}">
                <a16:creationId xmlns:a16="http://schemas.microsoft.com/office/drawing/2014/main" id="{DC06890E-4546-A91F-D9DD-09D7D486764D}"/>
              </a:ext>
            </a:extLst>
          </p:cNvPr>
          <p:cNvSpPr/>
          <p:nvPr/>
        </p:nvSpPr>
        <p:spPr>
          <a:xfrm>
            <a:off x="444500" y="1658303"/>
            <a:ext cx="4462780" cy="1325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Threads, each with its own unshared:</a:t>
            </a:r>
          </a:p>
          <a:p>
            <a:pPr algn="ctr"/>
            <a:r>
              <a:rPr lang="en-US" sz="2000" dirty="0">
                <a:solidFill>
                  <a:schemeClr val="tx1"/>
                </a:solidFill>
              </a:rPr>
              <a:t>Call Stack</a:t>
            </a:r>
          </a:p>
          <a:p>
            <a:pPr algn="ctr"/>
            <a:r>
              <a:rPr lang="en-US" sz="2000" dirty="0">
                <a:solidFill>
                  <a:schemeClr val="tx1"/>
                </a:solidFill>
              </a:rPr>
              <a:t>Program Counter</a:t>
            </a:r>
          </a:p>
          <a:p>
            <a:pPr algn="ctr"/>
            <a:r>
              <a:rPr lang="en-US" sz="2000" dirty="0">
                <a:solidFill>
                  <a:schemeClr val="tx1"/>
                </a:solidFill>
              </a:rPr>
              <a:t>Local Variables (primitives and references to Heap objects)</a:t>
            </a:r>
          </a:p>
        </p:txBody>
      </p:sp>
      <p:sp>
        <p:nvSpPr>
          <p:cNvPr id="29" name="Rectangle 28">
            <a:extLst>
              <a:ext uri="{FF2B5EF4-FFF2-40B4-BE49-F238E27FC236}">
                <a16:creationId xmlns:a16="http://schemas.microsoft.com/office/drawing/2014/main" id="{E3DEAC0B-8169-6A3C-A9F1-AF38282BA643}"/>
              </a:ext>
            </a:extLst>
          </p:cNvPr>
          <p:cNvSpPr/>
          <p:nvPr/>
        </p:nvSpPr>
        <p:spPr>
          <a:xfrm>
            <a:off x="8035291" y="1693226"/>
            <a:ext cx="3558541" cy="1325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Heap Containing Objects and Static Fields</a:t>
            </a:r>
            <a:endParaRPr lang="en-US" sz="2000" dirty="0">
              <a:solidFill>
                <a:schemeClr val="tx1"/>
              </a:solidFill>
            </a:endParaRPr>
          </a:p>
        </p:txBody>
      </p:sp>
      <p:grpSp>
        <p:nvGrpSpPr>
          <p:cNvPr id="30" name="Group 29" descr="For parallel code there is still one heap, but now several call stacks.&#10;&#10;As before, each call stack contains stack frames. Each stack frame has a program counter that keeps track of the current line of code and local variables (whose values are primitives or references).&#10;&#10;There is now one shared heap that contains all reference types (things created with the keyword new) and static fields.&#10;&#10;This means that modifications to these heap objects is visible to all threads with a reference to that same heap object.">
            <a:extLst>
              <a:ext uri="{FF2B5EF4-FFF2-40B4-BE49-F238E27FC236}">
                <a16:creationId xmlns:a16="http://schemas.microsoft.com/office/drawing/2014/main" id="{0C19287C-1F1B-163F-51C9-C9C7F248694C}"/>
              </a:ext>
            </a:extLst>
          </p:cNvPr>
          <p:cNvGrpSpPr/>
          <p:nvPr/>
        </p:nvGrpSpPr>
        <p:grpSpPr>
          <a:xfrm>
            <a:off x="1112520" y="1950718"/>
            <a:ext cx="10855962" cy="4864102"/>
            <a:chOff x="1112520" y="1950718"/>
            <a:chExt cx="10855962" cy="4864102"/>
          </a:xfrm>
        </p:grpSpPr>
        <p:sp>
          <p:nvSpPr>
            <p:cNvPr id="28" name="Oval 27">
              <a:extLst>
                <a:ext uri="{FF2B5EF4-FFF2-40B4-BE49-F238E27FC236}">
                  <a16:creationId xmlns:a16="http://schemas.microsoft.com/office/drawing/2014/main" id="{EB2A68DD-8CE9-56DE-9E40-4EAA59689E01}"/>
                </a:ext>
              </a:extLst>
            </p:cNvPr>
            <p:cNvSpPr/>
            <p:nvPr/>
          </p:nvSpPr>
          <p:spPr>
            <a:xfrm>
              <a:off x="7284722" y="2744469"/>
              <a:ext cx="4683760" cy="395224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6C5B809-F14B-C45A-09FC-EE8031DAF303}"/>
                </a:ext>
              </a:extLst>
            </p:cNvPr>
            <p:cNvGrpSpPr/>
            <p:nvPr/>
          </p:nvGrpSpPr>
          <p:grpSpPr>
            <a:xfrm>
              <a:off x="7747002" y="4720589"/>
              <a:ext cx="1127760" cy="375920"/>
              <a:chOff x="6847840" y="2865120"/>
              <a:chExt cx="1127760" cy="375920"/>
            </a:xfrm>
          </p:grpSpPr>
          <p:sp>
            <p:nvSpPr>
              <p:cNvPr id="9" name="Rectangle 8">
                <a:extLst>
                  <a:ext uri="{FF2B5EF4-FFF2-40B4-BE49-F238E27FC236}">
                    <a16:creationId xmlns:a16="http://schemas.microsoft.com/office/drawing/2014/main" id="{01EAD4D9-219C-E7C1-538E-A87987EB527F}"/>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8D4E0A-22C8-9EBC-303F-CAD72D154C73}"/>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C507C3-8125-5924-6ACF-186D04ABB67F}"/>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11D53816-71E4-C2D5-2D21-CCE236B5CE94}"/>
                </a:ext>
              </a:extLst>
            </p:cNvPr>
            <p:cNvGrpSpPr/>
            <p:nvPr/>
          </p:nvGrpSpPr>
          <p:grpSpPr>
            <a:xfrm>
              <a:off x="8498842" y="3450589"/>
              <a:ext cx="2255520" cy="375920"/>
              <a:chOff x="7132320" y="2763520"/>
              <a:chExt cx="2255520" cy="375920"/>
            </a:xfrm>
          </p:grpSpPr>
          <p:grpSp>
            <p:nvGrpSpPr>
              <p:cNvPr id="13" name="Group 12">
                <a:extLst>
                  <a:ext uri="{FF2B5EF4-FFF2-40B4-BE49-F238E27FC236}">
                    <a16:creationId xmlns:a16="http://schemas.microsoft.com/office/drawing/2014/main" id="{CDB7AD72-FF76-AA72-352B-BC5E5C0EADC4}"/>
                  </a:ext>
                </a:extLst>
              </p:cNvPr>
              <p:cNvGrpSpPr/>
              <p:nvPr/>
            </p:nvGrpSpPr>
            <p:grpSpPr>
              <a:xfrm>
                <a:off x="7132320" y="2763520"/>
                <a:ext cx="1127760" cy="375920"/>
                <a:chOff x="6847840" y="2865120"/>
                <a:chExt cx="1127760" cy="375920"/>
              </a:xfrm>
            </p:grpSpPr>
            <p:sp>
              <p:nvSpPr>
                <p:cNvPr id="14" name="Rectangle 13">
                  <a:extLst>
                    <a:ext uri="{FF2B5EF4-FFF2-40B4-BE49-F238E27FC236}">
                      <a16:creationId xmlns:a16="http://schemas.microsoft.com/office/drawing/2014/main" id="{A2174A79-0B8F-E46D-20AE-E7A3A63EE0F0}"/>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8FE5F10-B066-659F-2AAD-2B935D1969A8}"/>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EFD385D-9EA3-FF59-293B-A8EB857A9A04}"/>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A81C912-B91E-1B13-32C1-6AA239057360}"/>
                  </a:ext>
                </a:extLst>
              </p:cNvPr>
              <p:cNvGrpSpPr/>
              <p:nvPr/>
            </p:nvGrpSpPr>
            <p:grpSpPr>
              <a:xfrm>
                <a:off x="8260080" y="2763520"/>
                <a:ext cx="1127760" cy="375920"/>
                <a:chOff x="6847840" y="2865120"/>
                <a:chExt cx="1127760" cy="375920"/>
              </a:xfrm>
            </p:grpSpPr>
            <p:sp>
              <p:nvSpPr>
                <p:cNvPr id="18" name="Rectangle 17">
                  <a:extLst>
                    <a:ext uri="{FF2B5EF4-FFF2-40B4-BE49-F238E27FC236}">
                      <a16:creationId xmlns:a16="http://schemas.microsoft.com/office/drawing/2014/main" id="{69C9B55F-9BBA-977A-CF7B-DD2FBD561661}"/>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94514F0-898E-EF68-6F22-7D7EFBC91E51}"/>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A53BF17-807F-1A63-773C-0B194FB3E7BF}"/>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44A0F885-300A-1FD3-93DB-9867275869E9}"/>
                </a:ext>
              </a:extLst>
            </p:cNvPr>
            <p:cNvSpPr/>
            <p:nvPr/>
          </p:nvSpPr>
          <p:spPr>
            <a:xfrm>
              <a:off x="9626602" y="5350509"/>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17403F4F-9760-35E7-9368-10FC792B2A39}"/>
                </a:ext>
              </a:extLst>
            </p:cNvPr>
            <p:cNvGrpSpPr/>
            <p:nvPr/>
          </p:nvGrpSpPr>
          <p:grpSpPr>
            <a:xfrm>
              <a:off x="10754362" y="4359909"/>
              <a:ext cx="751840" cy="375920"/>
              <a:chOff x="6847840" y="2865120"/>
              <a:chExt cx="751840" cy="375920"/>
            </a:xfrm>
          </p:grpSpPr>
          <p:sp>
            <p:nvSpPr>
              <p:cNvPr id="24" name="Rectangle 23">
                <a:extLst>
                  <a:ext uri="{FF2B5EF4-FFF2-40B4-BE49-F238E27FC236}">
                    <a16:creationId xmlns:a16="http://schemas.microsoft.com/office/drawing/2014/main" id="{A942B682-AFC4-6C0D-16DF-FDD022CB38FC}"/>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BCD242D-2DD0-21CB-4C02-2099AEDA71ED}"/>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1" name="Straight Arrow Connector 30">
              <a:extLst>
                <a:ext uri="{FF2B5EF4-FFF2-40B4-BE49-F238E27FC236}">
                  <a16:creationId xmlns:a16="http://schemas.microsoft.com/office/drawing/2014/main" id="{BA59F185-261A-B852-748A-67D90A05B4E9}"/>
                </a:ext>
              </a:extLst>
            </p:cNvPr>
            <p:cNvCxnSpPr>
              <a:stCxn id="4" idx="3"/>
              <a:endCxn id="9" idx="1"/>
            </p:cNvCxnSpPr>
            <p:nvPr/>
          </p:nvCxnSpPr>
          <p:spPr>
            <a:xfrm>
              <a:off x="2428240" y="3856989"/>
              <a:ext cx="5318762" cy="10515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9FD209A-DB8A-280C-9DE8-47835CE8B33A}"/>
                </a:ext>
              </a:extLst>
            </p:cNvPr>
            <p:cNvCxnSpPr>
              <a:cxnSpLocks/>
              <a:stCxn id="6" idx="3"/>
              <a:endCxn id="14" idx="1"/>
            </p:cNvCxnSpPr>
            <p:nvPr/>
          </p:nvCxnSpPr>
          <p:spPr>
            <a:xfrm flipV="1">
              <a:off x="2428240" y="3638549"/>
              <a:ext cx="6070602" cy="909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671F1EE-B787-0A53-1086-8571A9686CF7}"/>
                </a:ext>
              </a:extLst>
            </p:cNvPr>
            <p:cNvCxnSpPr>
              <a:cxnSpLocks/>
              <a:stCxn id="16" idx="2"/>
              <a:endCxn id="22" idx="0"/>
            </p:cNvCxnSpPr>
            <p:nvPr/>
          </p:nvCxnSpPr>
          <p:spPr>
            <a:xfrm>
              <a:off x="9438642" y="3826509"/>
              <a:ext cx="375920" cy="1524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8887AFB-F529-FA54-F185-FDF7F7D58F7A}"/>
                </a:ext>
              </a:extLst>
            </p:cNvPr>
            <p:cNvCxnSpPr>
              <a:cxnSpLocks/>
              <a:stCxn id="19" idx="2"/>
              <a:endCxn id="24" idx="1"/>
            </p:cNvCxnSpPr>
            <p:nvPr/>
          </p:nvCxnSpPr>
          <p:spPr>
            <a:xfrm>
              <a:off x="10190482" y="3826509"/>
              <a:ext cx="563880" cy="7213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8609BEE-5D3A-B88F-6A7A-EACE006DEE09}"/>
                </a:ext>
              </a:extLst>
            </p:cNvPr>
            <p:cNvCxnSpPr>
              <a:cxnSpLocks/>
              <a:stCxn id="11" idx="2"/>
              <a:endCxn id="22" idx="1"/>
            </p:cNvCxnSpPr>
            <p:nvPr/>
          </p:nvCxnSpPr>
          <p:spPr>
            <a:xfrm>
              <a:off x="8686802" y="5096509"/>
              <a:ext cx="939800" cy="441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BD8A0FA-C670-653E-69E7-DE35E51E4F8A}"/>
                </a:ext>
              </a:extLst>
            </p:cNvPr>
            <p:cNvCxnSpPr>
              <a:cxnSpLocks/>
              <a:stCxn id="45" idx="3"/>
              <a:endCxn id="22" idx="2"/>
            </p:cNvCxnSpPr>
            <p:nvPr/>
          </p:nvCxnSpPr>
          <p:spPr>
            <a:xfrm flipV="1">
              <a:off x="4414520" y="5726429"/>
              <a:ext cx="5400042" cy="939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25595022-2465-F368-2DC3-CB8656CEBA09}"/>
                </a:ext>
              </a:extLst>
            </p:cNvPr>
            <p:cNvGrpSpPr/>
            <p:nvPr/>
          </p:nvGrpSpPr>
          <p:grpSpPr>
            <a:xfrm>
              <a:off x="1112520" y="3230880"/>
              <a:ext cx="1706880" cy="1965960"/>
              <a:chOff x="1112520" y="2763520"/>
              <a:chExt cx="1706880" cy="1965960"/>
            </a:xfrm>
          </p:grpSpPr>
          <p:grpSp>
            <p:nvGrpSpPr>
              <p:cNvPr id="27" name="Group 26">
                <a:extLst>
                  <a:ext uri="{FF2B5EF4-FFF2-40B4-BE49-F238E27FC236}">
                    <a16:creationId xmlns:a16="http://schemas.microsoft.com/office/drawing/2014/main" id="{A327DBB3-C2FA-6BDD-EC7E-34FD656F991B}"/>
                  </a:ext>
                </a:extLst>
              </p:cNvPr>
              <p:cNvGrpSpPr/>
              <p:nvPr/>
            </p:nvGrpSpPr>
            <p:grpSpPr>
              <a:xfrm>
                <a:off x="1483360" y="3216909"/>
                <a:ext cx="944880" cy="1036320"/>
                <a:chOff x="1127760" y="3169920"/>
                <a:chExt cx="944880" cy="1036320"/>
              </a:xfrm>
            </p:grpSpPr>
            <p:sp>
              <p:nvSpPr>
                <p:cNvPr id="4" name="Rectangle 3">
                  <a:extLst>
                    <a:ext uri="{FF2B5EF4-FFF2-40B4-BE49-F238E27FC236}">
                      <a16:creationId xmlns:a16="http://schemas.microsoft.com/office/drawing/2014/main" id="{8E616EDA-39DA-9AC0-3DB3-ADE759129E21}"/>
                    </a:ext>
                  </a:extLst>
                </p:cNvPr>
                <p:cNvSpPr/>
                <p:nvPr/>
              </p:nvSpPr>
              <p:spPr>
                <a:xfrm>
                  <a:off x="1127760" y="316992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FD7B4FE-9B97-C6CF-B344-B881E90EAD04}"/>
                    </a:ext>
                  </a:extLst>
                </p:cNvPr>
                <p:cNvSpPr/>
                <p:nvPr/>
              </p:nvSpPr>
              <p:spPr>
                <a:xfrm>
                  <a:off x="1127760" y="351536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E05ACF2-D71D-C96A-94DB-0FF715DB5952}"/>
                    </a:ext>
                  </a:extLst>
                </p:cNvPr>
                <p:cNvSpPr/>
                <p:nvPr/>
              </p:nvSpPr>
              <p:spPr>
                <a:xfrm>
                  <a:off x="1127760" y="386080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Oval 36">
                <a:extLst>
                  <a:ext uri="{FF2B5EF4-FFF2-40B4-BE49-F238E27FC236}">
                    <a16:creationId xmlns:a16="http://schemas.microsoft.com/office/drawing/2014/main" id="{341166AC-E9FF-C781-C265-CA29B3F3E5DC}"/>
                  </a:ext>
                </a:extLst>
              </p:cNvPr>
              <p:cNvSpPr/>
              <p:nvPr/>
            </p:nvSpPr>
            <p:spPr>
              <a:xfrm>
                <a:off x="1112520" y="2763520"/>
                <a:ext cx="1706880" cy="19659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764AF975-2548-0F9B-6695-292C1B67CB63}"/>
                </a:ext>
              </a:extLst>
            </p:cNvPr>
            <p:cNvGrpSpPr/>
            <p:nvPr/>
          </p:nvGrpSpPr>
          <p:grpSpPr>
            <a:xfrm>
              <a:off x="3098800" y="4848860"/>
              <a:ext cx="1706880" cy="1965960"/>
              <a:chOff x="1112520" y="2763520"/>
              <a:chExt cx="1706880" cy="1965960"/>
            </a:xfrm>
          </p:grpSpPr>
          <p:grpSp>
            <p:nvGrpSpPr>
              <p:cNvPr id="41" name="Group 40">
                <a:extLst>
                  <a:ext uri="{FF2B5EF4-FFF2-40B4-BE49-F238E27FC236}">
                    <a16:creationId xmlns:a16="http://schemas.microsoft.com/office/drawing/2014/main" id="{7D1D40FF-01D8-8A1B-1CF7-5B38106F2E02}"/>
                  </a:ext>
                </a:extLst>
              </p:cNvPr>
              <p:cNvGrpSpPr/>
              <p:nvPr/>
            </p:nvGrpSpPr>
            <p:grpSpPr>
              <a:xfrm>
                <a:off x="1483360" y="3216909"/>
                <a:ext cx="944880" cy="1036320"/>
                <a:chOff x="1127760" y="3169920"/>
                <a:chExt cx="944880" cy="1036320"/>
              </a:xfrm>
            </p:grpSpPr>
            <p:sp>
              <p:nvSpPr>
                <p:cNvPr id="44" name="Rectangle 43">
                  <a:extLst>
                    <a:ext uri="{FF2B5EF4-FFF2-40B4-BE49-F238E27FC236}">
                      <a16:creationId xmlns:a16="http://schemas.microsoft.com/office/drawing/2014/main" id="{B97244C8-54C1-5C7A-9F1A-D0182B5988A1}"/>
                    </a:ext>
                  </a:extLst>
                </p:cNvPr>
                <p:cNvSpPr/>
                <p:nvPr/>
              </p:nvSpPr>
              <p:spPr>
                <a:xfrm>
                  <a:off x="1127760" y="316992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B53A5DC-564F-34A0-3082-3050C741F6B7}"/>
                    </a:ext>
                  </a:extLst>
                </p:cNvPr>
                <p:cNvSpPr/>
                <p:nvPr/>
              </p:nvSpPr>
              <p:spPr>
                <a:xfrm>
                  <a:off x="1127760" y="351536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8165B94-BF06-A428-384E-7851B7069A5C}"/>
                    </a:ext>
                  </a:extLst>
                </p:cNvPr>
                <p:cNvSpPr/>
                <p:nvPr/>
              </p:nvSpPr>
              <p:spPr>
                <a:xfrm>
                  <a:off x="1127760" y="386080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Oval 42">
                <a:extLst>
                  <a:ext uri="{FF2B5EF4-FFF2-40B4-BE49-F238E27FC236}">
                    <a16:creationId xmlns:a16="http://schemas.microsoft.com/office/drawing/2014/main" id="{DA448802-30AB-BAF3-7CCA-0DD5CAAD7634}"/>
                  </a:ext>
                </a:extLst>
              </p:cNvPr>
              <p:cNvSpPr/>
              <p:nvPr/>
            </p:nvSpPr>
            <p:spPr>
              <a:xfrm>
                <a:off x="1112520" y="2763520"/>
                <a:ext cx="1706880" cy="19659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50045470-1389-289C-7D3C-E081FEF57AAD}"/>
                </a:ext>
              </a:extLst>
            </p:cNvPr>
            <p:cNvGrpSpPr/>
            <p:nvPr/>
          </p:nvGrpSpPr>
          <p:grpSpPr>
            <a:xfrm>
              <a:off x="5525769" y="1950718"/>
              <a:ext cx="1706880" cy="1965960"/>
              <a:chOff x="1112520" y="2763520"/>
              <a:chExt cx="1706880" cy="1965960"/>
            </a:xfrm>
          </p:grpSpPr>
          <p:grpSp>
            <p:nvGrpSpPr>
              <p:cNvPr id="49" name="Group 48">
                <a:extLst>
                  <a:ext uri="{FF2B5EF4-FFF2-40B4-BE49-F238E27FC236}">
                    <a16:creationId xmlns:a16="http://schemas.microsoft.com/office/drawing/2014/main" id="{3C96EA03-F018-3344-9AB6-40CE0B21CEFD}"/>
                  </a:ext>
                </a:extLst>
              </p:cNvPr>
              <p:cNvGrpSpPr/>
              <p:nvPr/>
            </p:nvGrpSpPr>
            <p:grpSpPr>
              <a:xfrm>
                <a:off x="1483360" y="3216909"/>
                <a:ext cx="944880" cy="1036320"/>
                <a:chOff x="1127760" y="3169920"/>
                <a:chExt cx="944880" cy="1036320"/>
              </a:xfrm>
            </p:grpSpPr>
            <p:sp>
              <p:nvSpPr>
                <p:cNvPr id="51" name="Rectangle 50">
                  <a:extLst>
                    <a:ext uri="{FF2B5EF4-FFF2-40B4-BE49-F238E27FC236}">
                      <a16:creationId xmlns:a16="http://schemas.microsoft.com/office/drawing/2014/main" id="{9C7701A9-885F-3A20-E007-D8384B1B0C2F}"/>
                    </a:ext>
                  </a:extLst>
                </p:cNvPr>
                <p:cNvSpPr/>
                <p:nvPr/>
              </p:nvSpPr>
              <p:spPr>
                <a:xfrm>
                  <a:off x="1127760" y="316992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4C8521A-52C3-C161-63B4-EE63ADCC95ED}"/>
                    </a:ext>
                  </a:extLst>
                </p:cNvPr>
                <p:cNvSpPr/>
                <p:nvPr/>
              </p:nvSpPr>
              <p:spPr>
                <a:xfrm>
                  <a:off x="1127760" y="351536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AE7A0E9-626E-69C6-E6A2-B942AFB4A465}"/>
                    </a:ext>
                  </a:extLst>
                </p:cNvPr>
                <p:cNvSpPr/>
                <p:nvPr/>
              </p:nvSpPr>
              <p:spPr>
                <a:xfrm>
                  <a:off x="1127760" y="3860800"/>
                  <a:ext cx="944880" cy="345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Oval 49">
                <a:extLst>
                  <a:ext uri="{FF2B5EF4-FFF2-40B4-BE49-F238E27FC236}">
                    <a16:creationId xmlns:a16="http://schemas.microsoft.com/office/drawing/2014/main" id="{70922568-6406-9B0B-8C68-90A40C9C7141}"/>
                  </a:ext>
                </a:extLst>
              </p:cNvPr>
              <p:cNvSpPr/>
              <p:nvPr/>
            </p:nvSpPr>
            <p:spPr>
              <a:xfrm>
                <a:off x="1112520" y="2763520"/>
                <a:ext cx="1706880" cy="196596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4" name="Straight Arrow Connector 53">
              <a:extLst>
                <a:ext uri="{FF2B5EF4-FFF2-40B4-BE49-F238E27FC236}">
                  <a16:creationId xmlns:a16="http://schemas.microsoft.com/office/drawing/2014/main" id="{8A1071CC-DDE0-8EA0-05B6-1D99BD209BFF}"/>
                </a:ext>
              </a:extLst>
            </p:cNvPr>
            <p:cNvCxnSpPr>
              <a:cxnSpLocks/>
              <a:stCxn id="53" idx="3"/>
              <a:endCxn id="14" idx="0"/>
            </p:cNvCxnSpPr>
            <p:nvPr/>
          </p:nvCxnSpPr>
          <p:spPr>
            <a:xfrm>
              <a:off x="6841489" y="3267707"/>
              <a:ext cx="1845313" cy="1828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4" name="Ink 33">
                <a:extLst>
                  <a:ext uri="{FF2B5EF4-FFF2-40B4-BE49-F238E27FC236}">
                    <a16:creationId xmlns:a16="http://schemas.microsoft.com/office/drawing/2014/main" id="{4C201748-F9A4-852F-FC8E-A655CA6A8009}"/>
                  </a:ext>
                </a:extLst>
              </p14:cNvPr>
              <p14:cNvContentPartPr/>
              <p14:nvPr/>
            </p14:nvContentPartPr>
            <p14:xfrm>
              <a:off x="491760" y="1380960"/>
              <a:ext cx="8465040" cy="3291480"/>
            </p14:xfrm>
          </p:contentPart>
        </mc:Choice>
        <mc:Fallback>
          <p:pic>
            <p:nvPicPr>
              <p:cNvPr id="34" name="Ink 33">
                <a:extLst>
                  <a:ext uri="{FF2B5EF4-FFF2-40B4-BE49-F238E27FC236}">
                    <a16:creationId xmlns:a16="http://schemas.microsoft.com/office/drawing/2014/main" id="{4C201748-F9A4-852F-FC8E-A655CA6A8009}"/>
                  </a:ext>
                </a:extLst>
              </p:cNvPr>
              <p:cNvPicPr/>
              <p:nvPr/>
            </p:nvPicPr>
            <p:blipFill>
              <a:blip r:embed="rId3"/>
              <a:stretch>
                <a:fillRect/>
              </a:stretch>
            </p:blipFill>
            <p:spPr>
              <a:xfrm>
                <a:off x="482400" y="1371600"/>
                <a:ext cx="8483760" cy="3310200"/>
              </a:xfrm>
              <a:prstGeom prst="rect">
                <a:avLst/>
              </a:prstGeom>
            </p:spPr>
          </p:pic>
        </mc:Fallback>
      </mc:AlternateContent>
    </p:spTree>
    <p:extLst>
      <p:ext uri="{BB962C8B-B14F-4D97-AF65-F5344CB8AC3E}">
        <p14:creationId xmlns:p14="http://schemas.microsoft.com/office/powerpoint/2010/main" val="2297789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8574C-8150-A740-20BA-7FCFD3A88116}"/>
              </a:ext>
            </a:extLst>
          </p:cNvPr>
          <p:cNvSpPr>
            <a:spLocks noGrp="1"/>
          </p:cNvSpPr>
          <p:nvPr>
            <p:ph type="title"/>
          </p:nvPr>
        </p:nvSpPr>
        <p:spPr/>
        <p:txBody>
          <a:bodyPr/>
          <a:lstStyle/>
          <a:p>
            <a:r>
              <a:rPr lang="en-US" b="1" dirty="0"/>
              <a:t>Running Example</a:t>
            </a:r>
            <a:r>
              <a:rPr lang="en-US" dirty="0"/>
              <a:t>: Summing an Array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D01C00-7483-096B-1AEF-502FC6D2D6A4}"/>
                  </a:ext>
                </a:extLst>
              </p:cNvPr>
              <p:cNvSpPr>
                <a:spLocks noGrp="1"/>
              </p:cNvSpPr>
              <p:nvPr>
                <p:ph idx="1"/>
              </p:nvPr>
            </p:nvSpPr>
            <p:spPr>
              <a:xfrm>
                <a:off x="436756" y="1527859"/>
                <a:ext cx="4945472" cy="1901141"/>
              </a:xfrm>
            </p:spPr>
            <p:txBody>
              <a:bodyPr/>
              <a:lstStyle/>
              <a:p>
                <a:r>
                  <a:rPr lang="en-US" b="1" dirty="0"/>
                  <a:t>Goal</a:t>
                </a:r>
                <a:r>
                  <a:rPr lang="en-US" dirty="0"/>
                  <a:t>: Find the sum of an array</a:t>
                </a:r>
              </a:p>
              <a:p>
                <a:r>
                  <a:rPr lang="en-US" b="1" dirty="0"/>
                  <a:t>Idea</a:t>
                </a:r>
                <a:r>
                  <a:rPr lang="en-US" dirty="0"/>
                  <a:t>: Split array into </a:t>
                </a:r>
                <a14:m>
                  <m:oMath xmlns:m="http://schemas.openxmlformats.org/officeDocument/2006/math">
                    <m:r>
                      <a:rPr lang="en-US" b="0" i="1" smtClean="0">
                        <a:latin typeface="Cambria Math" panose="02040503050406030204" pitchFamily="18" charset="0"/>
                      </a:rPr>
                      <m:t>4</m:t>
                    </m:r>
                  </m:oMath>
                </a14:m>
                <a:r>
                  <a:rPr lang="en-US" b="0" dirty="0"/>
                  <a:t> pieces, sum those pieces in parallel, and then sum the results.</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F2D01C00-7483-096B-1AEF-502FC6D2D6A4}"/>
                  </a:ext>
                </a:extLst>
              </p:cNvPr>
              <p:cNvSpPr>
                <a:spLocks noGrp="1" noRot="1" noChangeAspect="1" noMove="1" noResize="1" noEditPoints="1" noAdjustHandles="1" noChangeArrowheads="1" noChangeShapeType="1" noTextEdit="1"/>
              </p:cNvSpPr>
              <p:nvPr>
                <p:ph idx="1"/>
              </p:nvPr>
            </p:nvSpPr>
            <p:spPr>
              <a:xfrm>
                <a:off x="436756" y="1527859"/>
                <a:ext cx="4945472" cy="1901141"/>
              </a:xfrm>
              <a:blipFill>
                <a:blip r:embed="rId2"/>
                <a:stretch>
                  <a:fillRect l="-2308" t="-5298" b="-132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01F19F3-E5B5-0489-B7B0-84576272686B}"/>
              </a:ext>
            </a:extLst>
          </p:cNvPr>
          <p:cNvSpPr txBox="1"/>
          <p:nvPr/>
        </p:nvSpPr>
        <p:spPr>
          <a:xfrm>
            <a:off x="5463251" y="1431988"/>
            <a:ext cx="6543554" cy="2092881"/>
          </a:xfrm>
          <a:prstGeom prst="rect">
            <a:avLst/>
          </a:prstGeom>
          <a:noFill/>
        </p:spPr>
        <p:txBody>
          <a:bodyPr wrap="square" rtlCol="0">
            <a:spAutoFit/>
          </a:bodyPr>
          <a:lstStyle/>
          <a:p>
            <a:r>
              <a:rPr lang="en-US" sz="2600" b="1" dirty="0"/>
              <a:t>Input:</a:t>
            </a:r>
            <a:r>
              <a:rPr lang="en-US" sz="2600" dirty="0"/>
              <a:t> array (</a:t>
            </a:r>
            <a:r>
              <a:rPr lang="en-US" sz="2600" dirty="0" err="1"/>
              <a:t>arr</a:t>
            </a:r>
            <a:r>
              <a:rPr lang="en-US" sz="2600" dirty="0"/>
              <a:t>) of integers</a:t>
            </a:r>
          </a:p>
          <a:p>
            <a:pPr marL="457200" indent="-457200">
              <a:buFont typeface="+mj-lt"/>
              <a:buAutoNum type="arabicPeriod"/>
            </a:pPr>
            <a:r>
              <a:rPr lang="en-US" sz="2600" b="1" dirty="0"/>
              <a:t>In parallel</a:t>
            </a:r>
            <a:r>
              <a:rPr lang="en-US" sz="2600" dirty="0"/>
              <a:t>: split array into 4 equal pieces, sum up those four pieces. </a:t>
            </a:r>
          </a:p>
          <a:p>
            <a:pPr marL="914400" lvl="1" indent="-457200">
              <a:buFont typeface="+mj-lt"/>
              <a:buAutoNum type="arabicPeriod"/>
            </a:pPr>
            <a:r>
              <a:rPr lang="en-US" sz="2600" dirty="0"/>
              <a:t>res[</a:t>
            </a:r>
            <a:r>
              <a:rPr lang="en-US" sz="2600" dirty="0" err="1"/>
              <a:t>i</a:t>
            </a:r>
            <a:r>
              <a:rPr lang="en-US" sz="2600" dirty="0"/>
              <a:t>] = sum </a:t>
            </a:r>
            <a:r>
              <a:rPr lang="en-US" sz="2600" dirty="0" err="1"/>
              <a:t>arr</a:t>
            </a:r>
            <a:r>
              <a:rPr lang="en-US" sz="2600" dirty="0"/>
              <a:t>[</a:t>
            </a:r>
            <a:r>
              <a:rPr lang="en-US" sz="2600" dirty="0" err="1"/>
              <a:t>i</a:t>
            </a:r>
            <a:r>
              <a:rPr lang="en-US" sz="2600" dirty="0"/>
              <a:t>*</a:t>
            </a:r>
            <a:r>
              <a:rPr lang="en-US" sz="2600" dirty="0" err="1"/>
              <a:t>len</a:t>
            </a:r>
            <a:r>
              <a:rPr lang="en-US" sz="2600" dirty="0"/>
              <a:t>/4, (i+1)*</a:t>
            </a:r>
            <a:r>
              <a:rPr lang="en-US" sz="2600" dirty="0" err="1"/>
              <a:t>len</a:t>
            </a:r>
            <a:r>
              <a:rPr lang="en-US" sz="2600" dirty="0"/>
              <a:t>/4]</a:t>
            </a:r>
          </a:p>
          <a:p>
            <a:pPr marL="457200" indent="-457200">
              <a:buFont typeface="+mj-lt"/>
              <a:buAutoNum type="arabicPeriod"/>
            </a:pPr>
            <a:r>
              <a:rPr lang="en-US" sz="2600" b="1" dirty="0"/>
              <a:t>Return </a:t>
            </a:r>
            <a:r>
              <a:rPr lang="en-US" sz="2600" dirty="0"/>
              <a:t>res[0] + res[1] + res[2] + res[3]</a:t>
            </a:r>
          </a:p>
        </p:txBody>
      </p:sp>
      <p:sp>
        <p:nvSpPr>
          <p:cNvPr id="9" name="Content Placeholder 2">
            <a:extLst>
              <a:ext uri="{FF2B5EF4-FFF2-40B4-BE49-F238E27FC236}">
                <a16:creationId xmlns:a16="http://schemas.microsoft.com/office/drawing/2014/main" id="{B4225954-A7E6-4E01-93B4-1D471865B2DD}"/>
              </a:ext>
            </a:extLst>
          </p:cNvPr>
          <p:cNvSpPr txBox="1">
            <a:spLocks/>
          </p:cNvSpPr>
          <p:nvPr/>
        </p:nvSpPr>
        <p:spPr>
          <a:xfrm>
            <a:off x="1470760" y="3972253"/>
            <a:ext cx="8147802" cy="23496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Needs from Programming language</a:t>
            </a:r>
          </a:p>
          <a:p>
            <a:pPr lvl="1"/>
            <a:r>
              <a:rPr lang="en-US" dirty="0"/>
              <a:t>Way to </a:t>
            </a:r>
            <a:r>
              <a:rPr lang="en-US" b="1" dirty="0"/>
              <a:t>create threads</a:t>
            </a:r>
            <a:r>
              <a:rPr lang="en-US" dirty="0"/>
              <a:t>, and run them in parallel</a:t>
            </a:r>
          </a:p>
          <a:p>
            <a:pPr lvl="1"/>
            <a:r>
              <a:rPr lang="en-US" dirty="0"/>
              <a:t>Way to access shared memory (refs to common objects)</a:t>
            </a:r>
          </a:p>
          <a:p>
            <a:pPr lvl="1"/>
            <a:r>
              <a:rPr lang="en-US" dirty="0"/>
              <a:t>Way to </a:t>
            </a:r>
            <a:r>
              <a:rPr lang="en-US" b="1" dirty="0"/>
              <a:t>synchronize</a:t>
            </a:r>
            <a:r>
              <a:rPr lang="en-US" dirty="0"/>
              <a:t> threads (</a:t>
            </a:r>
            <a:r>
              <a:rPr lang="en-US" b="1" dirty="0"/>
              <a:t>wait</a:t>
            </a:r>
            <a:r>
              <a:rPr lang="en-US" dirty="0"/>
              <a:t> until finished)</a:t>
            </a:r>
          </a:p>
          <a:p>
            <a:pPr lvl="2"/>
            <a:r>
              <a:rPr lang="en-US" dirty="0">
                <a:solidFill>
                  <a:srgbClr val="FF0000"/>
                </a:solidFill>
              </a:rPr>
              <a:t>Cannot sum res[0] + … + res[3] until each thread has finished!</a:t>
            </a:r>
          </a:p>
          <a:p>
            <a:pPr lvl="1"/>
            <a:endParaRPr lang="en-US" dirty="0"/>
          </a:p>
          <a:p>
            <a:endParaRPr lang="en-US" dirty="0"/>
          </a:p>
          <a:p>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F581EE5-49EE-C2BC-A118-DA758897CF14}"/>
                  </a:ext>
                </a:extLst>
              </p14:cNvPr>
              <p14:cNvContentPartPr/>
              <p14:nvPr/>
            </p14:nvContentPartPr>
            <p14:xfrm>
              <a:off x="5896440" y="2283840"/>
              <a:ext cx="5358960" cy="3181320"/>
            </p14:xfrm>
          </p:contentPart>
        </mc:Choice>
        <mc:Fallback>
          <p:pic>
            <p:nvPicPr>
              <p:cNvPr id="4" name="Ink 3">
                <a:extLst>
                  <a:ext uri="{FF2B5EF4-FFF2-40B4-BE49-F238E27FC236}">
                    <a16:creationId xmlns:a16="http://schemas.microsoft.com/office/drawing/2014/main" id="{CF581EE5-49EE-C2BC-A118-DA758897CF14}"/>
                  </a:ext>
                </a:extLst>
              </p:cNvPr>
              <p:cNvPicPr/>
              <p:nvPr/>
            </p:nvPicPr>
            <p:blipFill>
              <a:blip r:embed="rId4"/>
              <a:stretch>
                <a:fillRect/>
              </a:stretch>
            </p:blipFill>
            <p:spPr>
              <a:xfrm>
                <a:off x="5887080" y="2274480"/>
                <a:ext cx="5377680" cy="3200040"/>
              </a:xfrm>
              <a:prstGeom prst="rect">
                <a:avLst/>
              </a:prstGeom>
            </p:spPr>
          </p:pic>
        </mc:Fallback>
      </mc:AlternateContent>
    </p:spTree>
    <p:extLst>
      <p:ext uri="{BB962C8B-B14F-4D97-AF65-F5344CB8AC3E}">
        <p14:creationId xmlns:p14="http://schemas.microsoft.com/office/powerpoint/2010/main" val="277933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B2C03-50FC-4DBE-E94D-D493DECE1DE9}"/>
              </a:ext>
            </a:extLst>
          </p:cNvPr>
          <p:cNvSpPr>
            <a:spLocks noGrp="1"/>
          </p:cNvSpPr>
          <p:nvPr>
            <p:ph type="title"/>
          </p:nvPr>
        </p:nvSpPr>
        <p:spPr/>
        <p:txBody>
          <a:bodyPr/>
          <a:lstStyle/>
          <a:p>
            <a:r>
              <a:rPr lang="en-US" dirty="0"/>
              <a:t>Accomplishing this in Java (</a:t>
            </a:r>
            <a:r>
              <a:rPr lang="en-US" b="1" dirty="0" err="1"/>
              <a:t>Java.lang.Thread</a:t>
            </a:r>
            <a:r>
              <a:rPr lang="en-US" dirty="0"/>
              <a:t>)</a:t>
            </a:r>
          </a:p>
        </p:txBody>
      </p:sp>
      <p:sp>
        <p:nvSpPr>
          <p:cNvPr id="3" name="Content Placeholder 2">
            <a:extLst>
              <a:ext uri="{FF2B5EF4-FFF2-40B4-BE49-F238E27FC236}">
                <a16:creationId xmlns:a16="http://schemas.microsoft.com/office/drawing/2014/main" id="{6DE8D8C5-9609-25FC-76B9-AE38DCDC3F4E}"/>
              </a:ext>
            </a:extLst>
          </p:cNvPr>
          <p:cNvSpPr>
            <a:spLocks noGrp="1"/>
          </p:cNvSpPr>
          <p:nvPr>
            <p:ph idx="1"/>
          </p:nvPr>
        </p:nvSpPr>
        <p:spPr>
          <a:xfrm>
            <a:off x="678180" y="2022394"/>
            <a:ext cx="10835640" cy="3012593"/>
          </a:xfrm>
        </p:spPr>
        <p:txBody>
          <a:bodyPr>
            <a:normAutofit/>
          </a:bodyPr>
          <a:lstStyle/>
          <a:p>
            <a:pPr marL="514350" indent="-514350">
              <a:buFont typeface="+mj-lt"/>
              <a:buAutoNum type="arabicPeriod"/>
            </a:pPr>
            <a:r>
              <a:rPr lang="en-US" dirty="0"/>
              <a:t>Create class C</a:t>
            </a:r>
            <a:r>
              <a:rPr lang="en-US" b="1" dirty="0"/>
              <a:t> </a:t>
            </a:r>
            <a:r>
              <a:rPr lang="en-US" dirty="0"/>
              <a:t>extending</a:t>
            </a:r>
            <a:r>
              <a:rPr lang="en-US" b="1" dirty="0"/>
              <a:t> </a:t>
            </a:r>
            <a:r>
              <a:rPr lang="en-US" b="1" dirty="0" err="1"/>
              <a:t>java.lang.Thread</a:t>
            </a:r>
            <a:endParaRPr lang="en-US" b="1" dirty="0"/>
          </a:p>
          <a:p>
            <a:pPr marL="971550" lvl="1" indent="-514350">
              <a:buFont typeface="+mj-lt"/>
              <a:buAutoNum type="arabicPeriod"/>
            </a:pPr>
            <a:r>
              <a:rPr lang="en-US" dirty="0"/>
              <a:t>C must have a </a:t>
            </a:r>
            <a:r>
              <a:rPr lang="en-US" b="1" dirty="0"/>
              <a:t>run</a:t>
            </a:r>
            <a:r>
              <a:rPr lang="en-US" dirty="0"/>
              <a:t> method (acts as </a:t>
            </a:r>
            <a:r>
              <a:rPr lang="en-US" b="1" dirty="0"/>
              <a:t>main</a:t>
            </a:r>
            <a:r>
              <a:rPr lang="en-US" dirty="0"/>
              <a:t>)</a:t>
            </a:r>
          </a:p>
          <a:p>
            <a:pPr marL="457200" indent="-457200">
              <a:buFont typeface="+mj-lt"/>
              <a:buAutoNum type="arabicPeriod"/>
            </a:pPr>
            <a:r>
              <a:rPr lang="en-US" dirty="0"/>
              <a:t>Call C’s </a:t>
            </a:r>
            <a:r>
              <a:rPr lang="en-US" b="1" dirty="0"/>
              <a:t>start</a:t>
            </a:r>
            <a:r>
              <a:rPr lang="en-US" dirty="0"/>
              <a:t> method to </a:t>
            </a:r>
          </a:p>
          <a:p>
            <a:pPr marL="914400" lvl="1" indent="-457200">
              <a:buFont typeface="+mj-lt"/>
              <a:buAutoNum type="arabicPeriod"/>
            </a:pPr>
            <a:r>
              <a:rPr lang="en-US" dirty="0"/>
              <a:t>create a new thread (i.e. parallel task, not Thread object in java)</a:t>
            </a:r>
          </a:p>
          <a:p>
            <a:pPr marL="914400" lvl="1" indent="-457200">
              <a:buFont typeface="+mj-lt"/>
              <a:buAutoNum type="arabicPeriod"/>
            </a:pPr>
            <a:r>
              <a:rPr lang="en-US" dirty="0"/>
              <a:t>execute </a:t>
            </a:r>
            <a:r>
              <a:rPr lang="en-US" b="1" dirty="0"/>
              <a:t>run </a:t>
            </a:r>
            <a:r>
              <a:rPr lang="en-US" dirty="0"/>
              <a:t>in that separate, parallel thread </a:t>
            </a:r>
          </a:p>
          <a:p>
            <a:r>
              <a:rPr lang="en-US" dirty="0">
                <a:solidFill>
                  <a:srgbClr val="FF0000"/>
                </a:solidFill>
              </a:rPr>
              <a:t>Calling “</a:t>
            </a:r>
            <a:r>
              <a:rPr lang="en-US" b="1" dirty="0">
                <a:solidFill>
                  <a:srgbClr val="FF0000"/>
                </a:solidFill>
              </a:rPr>
              <a:t>run</a:t>
            </a:r>
            <a:r>
              <a:rPr lang="en-US" dirty="0">
                <a:solidFill>
                  <a:srgbClr val="FF0000"/>
                </a:solidFill>
              </a:rPr>
              <a:t>” directly causes the program to execute “</a:t>
            </a:r>
            <a:r>
              <a:rPr lang="en-US" b="1" dirty="0">
                <a:solidFill>
                  <a:srgbClr val="FF0000"/>
                </a:solidFill>
              </a:rPr>
              <a:t>run</a:t>
            </a:r>
            <a:r>
              <a:rPr lang="en-US" dirty="0">
                <a:solidFill>
                  <a:srgbClr val="FF0000"/>
                </a:solidFill>
              </a:rPr>
              <a:t>” sequentially</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5724FC3-7AAF-8901-0793-013D49B476E6}"/>
                  </a:ext>
                </a:extLst>
              </p14:cNvPr>
              <p14:cNvContentPartPr/>
              <p14:nvPr/>
            </p14:nvContentPartPr>
            <p14:xfrm>
              <a:off x="2246040" y="1585800"/>
              <a:ext cx="4716720" cy="2682360"/>
            </p14:xfrm>
          </p:contentPart>
        </mc:Choice>
        <mc:Fallback>
          <p:pic>
            <p:nvPicPr>
              <p:cNvPr id="4" name="Ink 3">
                <a:extLst>
                  <a:ext uri="{FF2B5EF4-FFF2-40B4-BE49-F238E27FC236}">
                    <a16:creationId xmlns:a16="http://schemas.microsoft.com/office/drawing/2014/main" id="{65724FC3-7AAF-8901-0793-013D49B476E6}"/>
                  </a:ext>
                </a:extLst>
              </p:cNvPr>
              <p:cNvPicPr/>
              <p:nvPr/>
            </p:nvPicPr>
            <p:blipFill>
              <a:blip r:embed="rId3"/>
              <a:stretch>
                <a:fillRect/>
              </a:stretch>
            </p:blipFill>
            <p:spPr>
              <a:xfrm>
                <a:off x="2236680" y="1576440"/>
                <a:ext cx="4735440" cy="2701080"/>
              </a:xfrm>
              <a:prstGeom prst="rect">
                <a:avLst/>
              </a:prstGeom>
            </p:spPr>
          </p:pic>
        </mc:Fallback>
      </mc:AlternateContent>
    </p:spTree>
    <p:extLst>
      <p:ext uri="{BB962C8B-B14F-4D97-AF65-F5344CB8AC3E}">
        <p14:creationId xmlns:p14="http://schemas.microsoft.com/office/powerpoint/2010/main" val="60292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B4494-6F18-778B-5186-4EA5BB1E319D}"/>
              </a:ext>
            </a:extLst>
          </p:cNvPr>
          <p:cNvSpPr>
            <a:spLocks noGrp="1"/>
          </p:cNvSpPr>
          <p:nvPr>
            <p:ph type="title"/>
          </p:nvPr>
        </p:nvSpPr>
        <p:spPr/>
        <p:txBody>
          <a:bodyPr/>
          <a:lstStyle/>
          <a:p>
            <a:r>
              <a:rPr lang="en-US" dirty="0"/>
              <a:t>Back to Summing an Array</a:t>
            </a:r>
          </a:p>
        </p:txBody>
      </p:sp>
      <p:sp>
        <p:nvSpPr>
          <p:cNvPr id="3" name="Content Placeholder 2">
            <a:extLst>
              <a:ext uri="{FF2B5EF4-FFF2-40B4-BE49-F238E27FC236}">
                <a16:creationId xmlns:a16="http://schemas.microsoft.com/office/drawing/2014/main" id="{28E6213E-1803-B73C-5155-E85FD1243367}"/>
              </a:ext>
            </a:extLst>
          </p:cNvPr>
          <p:cNvSpPr>
            <a:spLocks noGrp="1"/>
          </p:cNvSpPr>
          <p:nvPr>
            <p:ph idx="1"/>
          </p:nvPr>
        </p:nvSpPr>
        <p:spPr/>
        <p:txBody>
          <a:bodyPr/>
          <a:lstStyle/>
          <a:p>
            <a:r>
              <a:rPr lang="en-US" dirty="0"/>
              <a:t>Goal: Find the sum of an array</a:t>
            </a:r>
          </a:p>
          <a:p>
            <a:r>
              <a:rPr lang="en-US" dirty="0"/>
              <a:t>Idea: 4 threads each find the sum of one quarter of the array</a:t>
            </a:r>
          </a:p>
          <a:p>
            <a:r>
              <a:rPr lang="en-US" dirty="0"/>
              <a:t>Process:</a:t>
            </a:r>
          </a:p>
          <a:p>
            <a:pPr lvl="1"/>
            <a:r>
              <a:rPr lang="en-US" dirty="0"/>
              <a:t>Create 4 thread objects, each given a portion of the work </a:t>
            </a:r>
          </a:p>
          <a:p>
            <a:pPr lvl="1"/>
            <a:r>
              <a:rPr lang="en-US" dirty="0"/>
              <a:t>Call start() on each thread object to run it in parallel </a:t>
            </a:r>
          </a:p>
          <a:p>
            <a:pPr lvl="1"/>
            <a:r>
              <a:rPr lang="en-US" dirty="0"/>
              <a:t>Wait for threads to finish using join() </a:t>
            </a:r>
          </a:p>
          <a:p>
            <a:pPr lvl="1"/>
            <a:r>
              <a:rPr lang="en-US" dirty="0"/>
              <a:t>Add together their 4 answers for the final result</a:t>
            </a:r>
          </a:p>
          <a:p>
            <a:endParaRPr lang="en-US" dirty="0"/>
          </a:p>
        </p:txBody>
      </p:sp>
      <p:grpSp>
        <p:nvGrpSpPr>
          <p:cNvPr id="44" name="Group 43" descr="An input array of length 24">
            <a:extLst>
              <a:ext uri="{FF2B5EF4-FFF2-40B4-BE49-F238E27FC236}">
                <a16:creationId xmlns:a16="http://schemas.microsoft.com/office/drawing/2014/main" id="{A0627D02-7020-C3DE-0CDC-A98ECDB72F90}"/>
              </a:ext>
            </a:extLst>
          </p:cNvPr>
          <p:cNvGrpSpPr/>
          <p:nvPr/>
        </p:nvGrpSpPr>
        <p:grpSpPr>
          <a:xfrm>
            <a:off x="1483360" y="5103971"/>
            <a:ext cx="9022080" cy="375920"/>
            <a:chOff x="1483360" y="5103971"/>
            <a:chExt cx="9022080" cy="375920"/>
          </a:xfrm>
        </p:grpSpPr>
        <p:grpSp>
          <p:nvGrpSpPr>
            <p:cNvPr id="4" name="Group 3">
              <a:extLst>
                <a:ext uri="{FF2B5EF4-FFF2-40B4-BE49-F238E27FC236}">
                  <a16:creationId xmlns:a16="http://schemas.microsoft.com/office/drawing/2014/main" id="{2BEC8106-60EC-8ED9-1534-FDC5F4ACF91F}"/>
                </a:ext>
              </a:extLst>
            </p:cNvPr>
            <p:cNvGrpSpPr/>
            <p:nvPr/>
          </p:nvGrpSpPr>
          <p:grpSpPr>
            <a:xfrm>
              <a:off x="1483360" y="5103971"/>
              <a:ext cx="2255520" cy="375920"/>
              <a:chOff x="7132320" y="2763520"/>
              <a:chExt cx="2255520" cy="375920"/>
            </a:xfrm>
          </p:grpSpPr>
          <p:grpSp>
            <p:nvGrpSpPr>
              <p:cNvPr id="5" name="Group 4">
                <a:extLst>
                  <a:ext uri="{FF2B5EF4-FFF2-40B4-BE49-F238E27FC236}">
                    <a16:creationId xmlns:a16="http://schemas.microsoft.com/office/drawing/2014/main" id="{3B113B1C-B78F-1455-DF64-22ACD76D79FF}"/>
                  </a:ext>
                </a:extLst>
              </p:cNvPr>
              <p:cNvGrpSpPr/>
              <p:nvPr/>
            </p:nvGrpSpPr>
            <p:grpSpPr>
              <a:xfrm>
                <a:off x="7132320" y="2763520"/>
                <a:ext cx="1127760" cy="375920"/>
                <a:chOff x="6847840" y="2865120"/>
                <a:chExt cx="1127760" cy="375920"/>
              </a:xfrm>
            </p:grpSpPr>
            <p:sp>
              <p:nvSpPr>
                <p:cNvPr id="10" name="Rectangle 9">
                  <a:extLst>
                    <a:ext uri="{FF2B5EF4-FFF2-40B4-BE49-F238E27FC236}">
                      <a16:creationId xmlns:a16="http://schemas.microsoft.com/office/drawing/2014/main" id="{7E2F0E4C-CC21-FC20-B71E-4CACFF747123}"/>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5EB6CD3-849E-23C2-4052-45AAC549807B}"/>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852AD4C-4F43-187A-1DB9-01A5008CA921}"/>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A44A00A4-DE89-DDA8-10C4-4005239776EF}"/>
                  </a:ext>
                </a:extLst>
              </p:cNvPr>
              <p:cNvGrpSpPr/>
              <p:nvPr/>
            </p:nvGrpSpPr>
            <p:grpSpPr>
              <a:xfrm>
                <a:off x="8260080" y="2763520"/>
                <a:ext cx="1127760" cy="375920"/>
                <a:chOff x="6847840" y="2865120"/>
                <a:chExt cx="1127760" cy="375920"/>
              </a:xfrm>
            </p:grpSpPr>
            <p:sp>
              <p:nvSpPr>
                <p:cNvPr id="7" name="Rectangle 6">
                  <a:extLst>
                    <a:ext uri="{FF2B5EF4-FFF2-40B4-BE49-F238E27FC236}">
                      <a16:creationId xmlns:a16="http://schemas.microsoft.com/office/drawing/2014/main" id="{54516F6E-C9CF-D508-B647-C77FB76F7B1E}"/>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A80C9C-2957-DCB3-983E-81D4D3BBD4CD}"/>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BDF710A-D23B-EA0A-9633-F731B1849E7B}"/>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 name="Group 12">
              <a:extLst>
                <a:ext uri="{FF2B5EF4-FFF2-40B4-BE49-F238E27FC236}">
                  <a16:creationId xmlns:a16="http://schemas.microsoft.com/office/drawing/2014/main" id="{DE481C31-B095-B435-8E23-2C76B8A8C5DC}"/>
                </a:ext>
              </a:extLst>
            </p:cNvPr>
            <p:cNvGrpSpPr/>
            <p:nvPr/>
          </p:nvGrpSpPr>
          <p:grpSpPr>
            <a:xfrm>
              <a:off x="3738880" y="5103971"/>
              <a:ext cx="2255520" cy="375920"/>
              <a:chOff x="7132320" y="2763520"/>
              <a:chExt cx="2255520" cy="375920"/>
            </a:xfrm>
          </p:grpSpPr>
          <p:grpSp>
            <p:nvGrpSpPr>
              <p:cNvPr id="14" name="Group 13">
                <a:extLst>
                  <a:ext uri="{FF2B5EF4-FFF2-40B4-BE49-F238E27FC236}">
                    <a16:creationId xmlns:a16="http://schemas.microsoft.com/office/drawing/2014/main" id="{DAD945C6-24BB-974E-5D0E-4D3F5DFC81E5}"/>
                  </a:ext>
                </a:extLst>
              </p:cNvPr>
              <p:cNvGrpSpPr/>
              <p:nvPr/>
            </p:nvGrpSpPr>
            <p:grpSpPr>
              <a:xfrm>
                <a:off x="7132320" y="2763520"/>
                <a:ext cx="1127760" cy="375920"/>
                <a:chOff x="6847840" y="2865120"/>
                <a:chExt cx="1127760" cy="375920"/>
              </a:xfrm>
            </p:grpSpPr>
            <p:sp>
              <p:nvSpPr>
                <p:cNvPr id="19" name="Rectangle 18">
                  <a:extLst>
                    <a:ext uri="{FF2B5EF4-FFF2-40B4-BE49-F238E27FC236}">
                      <a16:creationId xmlns:a16="http://schemas.microsoft.com/office/drawing/2014/main" id="{4BE9DFEF-651A-0CC7-BC45-82E40D13A1F0}"/>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60018A2-2DB3-C92E-6B79-DAFE5996F5C8}"/>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EA9E0A-C873-EA6C-DBA5-0DDC61BB087A}"/>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EB1CDE7D-10B7-CE7F-2EEA-C79E6DB00EFF}"/>
                  </a:ext>
                </a:extLst>
              </p:cNvPr>
              <p:cNvGrpSpPr/>
              <p:nvPr/>
            </p:nvGrpSpPr>
            <p:grpSpPr>
              <a:xfrm>
                <a:off x="8260080" y="2763520"/>
                <a:ext cx="1127760" cy="375920"/>
                <a:chOff x="6847840" y="2865120"/>
                <a:chExt cx="1127760" cy="375920"/>
              </a:xfrm>
            </p:grpSpPr>
            <p:sp>
              <p:nvSpPr>
                <p:cNvPr id="16" name="Rectangle 15">
                  <a:extLst>
                    <a:ext uri="{FF2B5EF4-FFF2-40B4-BE49-F238E27FC236}">
                      <a16:creationId xmlns:a16="http://schemas.microsoft.com/office/drawing/2014/main" id="{A7655BED-194D-0E16-8700-3191234A1326}"/>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6E8AFB8-FCF7-F0E4-F006-F03F0E9D81D8}"/>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E97A4CA-3504-587D-ECF1-95A6661BD3A2}"/>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 name="Group 21">
              <a:extLst>
                <a:ext uri="{FF2B5EF4-FFF2-40B4-BE49-F238E27FC236}">
                  <a16:creationId xmlns:a16="http://schemas.microsoft.com/office/drawing/2014/main" id="{49AFF23F-0C89-2E56-C969-AAB72D63622E}"/>
                </a:ext>
              </a:extLst>
            </p:cNvPr>
            <p:cNvGrpSpPr/>
            <p:nvPr/>
          </p:nvGrpSpPr>
          <p:grpSpPr>
            <a:xfrm>
              <a:off x="5994400" y="5103971"/>
              <a:ext cx="2255520" cy="375920"/>
              <a:chOff x="7132320" y="2763520"/>
              <a:chExt cx="2255520" cy="375920"/>
            </a:xfrm>
          </p:grpSpPr>
          <p:grpSp>
            <p:nvGrpSpPr>
              <p:cNvPr id="23" name="Group 22">
                <a:extLst>
                  <a:ext uri="{FF2B5EF4-FFF2-40B4-BE49-F238E27FC236}">
                    <a16:creationId xmlns:a16="http://schemas.microsoft.com/office/drawing/2014/main" id="{5D6F710C-5FA2-8AB7-EC53-F0CE53357777}"/>
                  </a:ext>
                </a:extLst>
              </p:cNvPr>
              <p:cNvGrpSpPr/>
              <p:nvPr/>
            </p:nvGrpSpPr>
            <p:grpSpPr>
              <a:xfrm>
                <a:off x="7132320" y="2763520"/>
                <a:ext cx="1127760" cy="375920"/>
                <a:chOff x="6847840" y="2865120"/>
                <a:chExt cx="1127760" cy="375920"/>
              </a:xfrm>
            </p:grpSpPr>
            <p:sp>
              <p:nvSpPr>
                <p:cNvPr id="28" name="Rectangle 27">
                  <a:extLst>
                    <a:ext uri="{FF2B5EF4-FFF2-40B4-BE49-F238E27FC236}">
                      <a16:creationId xmlns:a16="http://schemas.microsoft.com/office/drawing/2014/main" id="{5509ECC5-D634-C376-3AD8-3C1676DF0F77}"/>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AE5D707-B334-45C8-6C3C-E24DBFF17AAB}"/>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7C1AE8B-102B-3302-B199-5AD255953938}"/>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5EE07EF4-991A-A4F3-6FB7-E46521AF1F52}"/>
                  </a:ext>
                </a:extLst>
              </p:cNvPr>
              <p:cNvGrpSpPr/>
              <p:nvPr/>
            </p:nvGrpSpPr>
            <p:grpSpPr>
              <a:xfrm>
                <a:off x="8260080" y="2763520"/>
                <a:ext cx="1127760" cy="375920"/>
                <a:chOff x="6847840" y="2865120"/>
                <a:chExt cx="1127760" cy="375920"/>
              </a:xfrm>
            </p:grpSpPr>
            <p:sp>
              <p:nvSpPr>
                <p:cNvPr id="25" name="Rectangle 24">
                  <a:extLst>
                    <a:ext uri="{FF2B5EF4-FFF2-40B4-BE49-F238E27FC236}">
                      <a16:creationId xmlns:a16="http://schemas.microsoft.com/office/drawing/2014/main" id="{375B5043-3E4A-D032-C376-548046202AA5}"/>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75DBE8E-FE38-88EE-9FA6-C3B2085A6AB9}"/>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AD45512-1DB6-D978-1B7B-B704FFDFC8FC}"/>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1" name="Group 30">
              <a:extLst>
                <a:ext uri="{FF2B5EF4-FFF2-40B4-BE49-F238E27FC236}">
                  <a16:creationId xmlns:a16="http://schemas.microsoft.com/office/drawing/2014/main" id="{BDF105F7-A55F-CDE5-5775-2F9D166368DE}"/>
                </a:ext>
              </a:extLst>
            </p:cNvPr>
            <p:cNvGrpSpPr/>
            <p:nvPr/>
          </p:nvGrpSpPr>
          <p:grpSpPr>
            <a:xfrm>
              <a:off x="8249920" y="5103971"/>
              <a:ext cx="2255520" cy="375920"/>
              <a:chOff x="7132320" y="2763520"/>
              <a:chExt cx="2255520" cy="375920"/>
            </a:xfrm>
          </p:grpSpPr>
          <p:grpSp>
            <p:nvGrpSpPr>
              <p:cNvPr id="32" name="Group 31">
                <a:extLst>
                  <a:ext uri="{FF2B5EF4-FFF2-40B4-BE49-F238E27FC236}">
                    <a16:creationId xmlns:a16="http://schemas.microsoft.com/office/drawing/2014/main" id="{2D22207A-A91C-FCAC-8AE2-DF89D20B5CDB}"/>
                  </a:ext>
                </a:extLst>
              </p:cNvPr>
              <p:cNvGrpSpPr/>
              <p:nvPr/>
            </p:nvGrpSpPr>
            <p:grpSpPr>
              <a:xfrm>
                <a:off x="7132320" y="2763520"/>
                <a:ext cx="1127760" cy="375920"/>
                <a:chOff x="6847840" y="2865120"/>
                <a:chExt cx="1127760" cy="375920"/>
              </a:xfrm>
            </p:grpSpPr>
            <p:sp>
              <p:nvSpPr>
                <p:cNvPr id="37" name="Rectangle 36">
                  <a:extLst>
                    <a:ext uri="{FF2B5EF4-FFF2-40B4-BE49-F238E27FC236}">
                      <a16:creationId xmlns:a16="http://schemas.microsoft.com/office/drawing/2014/main" id="{ECF7D01C-D85D-F0C2-C54A-51C5CFB86A02}"/>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100F0D4-9406-79AB-9E90-D6D7193AD6D3}"/>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6296DBE-A2BC-C9E5-E536-E4AAFBCD761F}"/>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27C7DDBD-18C2-B781-06A9-48D3486D8D32}"/>
                  </a:ext>
                </a:extLst>
              </p:cNvPr>
              <p:cNvGrpSpPr/>
              <p:nvPr/>
            </p:nvGrpSpPr>
            <p:grpSpPr>
              <a:xfrm>
                <a:off x="8260080" y="2763520"/>
                <a:ext cx="1127760" cy="375920"/>
                <a:chOff x="6847840" y="2865120"/>
                <a:chExt cx="1127760" cy="375920"/>
              </a:xfrm>
            </p:grpSpPr>
            <p:sp>
              <p:nvSpPr>
                <p:cNvPr id="34" name="Rectangle 33">
                  <a:extLst>
                    <a:ext uri="{FF2B5EF4-FFF2-40B4-BE49-F238E27FC236}">
                      <a16:creationId xmlns:a16="http://schemas.microsoft.com/office/drawing/2014/main" id="{155978F4-3055-706E-9494-A88B795DACE1}"/>
                    </a:ext>
                  </a:extLst>
                </p:cNvPr>
                <p:cNvSpPr/>
                <p:nvPr/>
              </p:nvSpPr>
              <p:spPr>
                <a:xfrm>
                  <a:off x="684784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25A0080-AB81-1F30-64D7-3381470734E9}"/>
                    </a:ext>
                  </a:extLst>
                </p:cNvPr>
                <p:cNvSpPr/>
                <p:nvPr/>
              </p:nvSpPr>
              <p:spPr>
                <a:xfrm>
                  <a:off x="722376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F653B5F-288D-B205-CADA-BD438B47F2B7}"/>
                    </a:ext>
                  </a:extLst>
                </p:cNvPr>
                <p:cNvSpPr/>
                <p:nvPr/>
              </p:nvSpPr>
              <p:spPr>
                <a:xfrm>
                  <a:off x="7599680" y="2865120"/>
                  <a:ext cx="375920" cy="37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52" name="Group 51" descr="We begin by breaking the array into 4 chunks of size 6 each, and finding the sum of each chunk in parallel.">
            <a:extLst>
              <a:ext uri="{FF2B5EF4-FFF2-40B4-BE49-F238E27FC236}">
                <a16:creationId xmlns:a16="http://schemas.microsoft.com/office/drawing/2014/main" id="{CFBD76E0-B98D-376B-4E27-C59E01F9263F}"/>
              </a:ext>
            </a:extLst>
          </p:cNvPr>
          <p:cNvGrpSpPr/>
          <p:nvPr/>
        </p:nvGrpSpPr>
        <p:grpSpPr>
          <a:xfrm>
            <a:off x="1483360" y="5479891"/>
            <a:ext cx="9022080" cy="704612"/>
            <a:chOff x="1483360" y="5479891"/>
            <a:chExt cx="9022080" cy="704612"/>
          </a:xfrm>
        </p:grpSpPr>
        <p:sp>
          <p:nvSpPr>
            <p:cNvPr id="40" name="Right Brace 39">
              <a:extLst>
                <a:ext uri="{FF2B5EF4-FFF2-40B4-BE49-F238E27FC236}">
                  <a16:creationId xmlns:a16="http://schemas.microsoft.com/office/drawing/2014/main" id="{4E281BDF-ABC3-4C48-4BD1-C796BE5CCF31}"/>
                </a:ext>
              </a:extLst>
            </p:cNvPr>
            <p:cNvSpPr/>
            <p:nvPr/>
          </p:nvSpPr>
          <p:spPr>
            <a:xfrm rot="5400000">
              <a:off x="2423160" y="4540091"/>
              <a:ext cx="375920" cy="225552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Right Brace 40">
              <a:extLst>
                <a:ext uri="{FF2B5EF4-FFF2-40B4-BE49-F238E27FC236}">
                  <a16:creationId xmlns:a16="http://schemas.microsoft.com/office/drawing/2014/main" id="{E4326B59-34F8-D876-B229-714E5C0069B6}"/>
                </a:ext>
              </a:extLst>
            </p:cNvPr>
            <p:cNvSpPr/>
            <p:nvPr/>
          </p:nvSpPr>
          <p:spPr>
            <a:xfrm rot="5400000">
              <a:off x="4678680" y="4548505"/>
              <a:ext cx="375920" cy="225552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Right Brace 41">
              <a:extLst>
                <a:ext uri="{FF2B5EF4-FFF2-40B4-BE49-F238E27FC236}">
                  <a16:creationId xmlns:a16="http://schemas.microsoft.com/office/drawing/2014/main" id="{DCCFCD9E-5BEE-65F8-E44A-C3FD282361C2}"/>
                </a:ext>
              </a:extLst>
            </p:cNvPr>
            <p:cNvSpPr/>
            <p:nvPr/>
          </p:nvSpPr>
          <p:spPr>
            <a:xfrm rot="5400000">
              <a:off x="6934200" y="4548505"/>
              <a:ext cx="375920" cy="225552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ight Brace 42">
              <a:extLst>
                <a:ext uri="{FF2B5EF4-FFF2-40B4-BE49-F238E27FC236}">
                  <a16:creationId xmlns:a16="http://schemas.microsoft.com/office/drawing/2014/main" id="{95611597-3CD2-9951-443C-28FA04960ACE}"/>
                </a:ext>
              </a:extLst>
            </p:cNvPr>
            <p:cNvSpPr/>
            <p:nvPr/>
          </p:nvSpPr>
          <p:spPr>
            <a:xfrm rot="5400000">
              <a:off x="9189720" y="4548505"/>
              <a:ext cx="375920" cy="225552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TextBox 66">
              <a:extLst>
                <a:ext uri="{FF2B5EF4-FFF2-40B4-BE49-F238E27FC236}">
                  <a16:creationId xmlns:a16="http://schemas.microsoft.com/office/drawing/2014/main" id="{F4D70DCD-6EA0-151A-FFA2-55FDC41C3DD7}"/>
                </a:ext>
              </a:extLst>
            </p:cNvPr>
            <p:cNvSpPr txBox="1"/>
            <p:nvPr/>
          </p:nvSpPr>
          <p:spPr>
            <a:xfrm>
              <a:off x="2461079" y="5815171"/>
              <a:ext cx="300082" cy="369332"/>
            </a:xfrm>
            <a:prstGeom prst="rect">
              <a:avLst/>
            </a:prstGeom>
            <a:noFill/>
          </p:spPr>
          <p:txBody>
            <a:bodyPr wrap="none" rtlCol="0">
              <a:spAutoFit/>
            </a:bodyPr>
            <a:lstStyle/>
            <a:p>
              <a:r>
                <a:rPr lang="en-US" dirty="0"/>
                <a:t>+</a:t>
              </a:r>
            </a:p>
          </p:txBody>
        </p:sp>
        <p:sp>
          <p:nvSpPr>
            <p:cNvPr id="70" name="TextBox 69">
              <a:extLst>
                <a:ext uri="{FF2B5EF4-FFF2-40B4-BE49-F238E27FC236}">
                  <a16:creationId xmlns:a16="http://schemas.microsoft.com/office/drawing/2014/main" id="{1FDB3208-38D8-0AF6-14C7-23043C783C05}"/>
                </a:ext>
              </a:extLst>
            </p:cNvPr>
            <p:cNvSpPr txBox="1"/>
            <p:nvPr/>
          </p:nvSpPr>
          <p:spPr>
            <a:xfrm>
              <a:off x="4699817" y="5795923"/>
              <a:ext cx="300082" cy="369332"/>
            </a:xfrm>
            <a:prstGeom prst="rect">
              <a:avLst/>
            </a:prstGeom>
            <a:noFill/>
          </p:spPr>
          <p:txBody>
            <a:bodyPr wrap="none" rtlCol="0">
              <a:spAutoFit/>
            </a:bodyPr>
            <a:lstStyle/>
            <a:p>
              <a:r>
                <a:rPr lang="en-US" dirty="0"/>
                <a:t>+</a:t>
              </a:r>
            </a:p>
          </p:txBody>
        </p:sp>
        <p:sp>
          <p:nvSpPr>
            <p:cNvPr id="73" name="TextBox 72">
              <a:extLst>
                <a:ext uri="{FF2B5EF4-FFF2-40B4-BE49-F238E27FC236}">
                  <a16:creationId xmlns:a16="http://schemas.microsoft.com/office/drawing/2014/main" id="{65A1CFD4-DDC7-FCEC-1678-8320366443CC}"/>
                </a:ext>
              </a:extLst>
            </p:cNvPr>
            <p:cNvSpPr txBox="1"/>
            <p:nvPr/>
          </p:nvSpPr>
          <p:spPr>
            <a:xfrm>
              <a:off x="6977810" y="5795923"/>
              <a:ext cx="300082" cy="369332"/>
            </a:xfrm>
            <a:prstGeom prst="rect">
              <a:avLst/>
            </a:prstGeom>
            <a:noFill/>
          </p:spPr>
          <p:txBody>
            <a:bodyPr wrap="none" rtlCol="0">
              <a:spAutoFit/>
            </a:bodyPr>
            <a:lstStyle/>
            <a:p>
              <a:r>
                <a:rPr lang="en-US" dirty="0"/>
                <a:t>+</a:t>
              </a:r>
            </a:p>
          </p:txBody>
        </p:sp>
        <p:sp>
          <p:nvSpPr>
            <p:cNvPr id="76" name="TextBox 75">
              <a:extLst>
                <a:ext uri="{FF2B5EF4-FFF2-40B4-BE49-F238E27FC236}">
                  <a16:creationId xmlns:a16="http://schemas.microsoft.com/office/drawing/2014/main" id="{D2674674-D3FC-70F8-EE87-7E6B3211765B}"/>
                </a:ext>
              </a:extLst>
            </p:cNvPr>
            <p:cNvSpPr txBox="1"/>
            <p:nvPr/>
          </p:nvSpPr>
          <p:spPr>
            <a:xfrm>
              <a:off x="9227639" y="5795923"/>
              <a:ext cx="300082" cy="369332"/>
            </a:xfrm>
            <a:prstGeom prst="rect">
              <a:avLst/>
            </a:prstGeom>
            <a:noFill/>
          </p:spPr>
          <p:txBody>
            <a:bodyPr wrap="none" rtlCol="0">
              <a:spAutoFit/>
            </a:bodyPr>
            <a:lstStyle/>
            <a:p>
              <a:r>
                <a:rPr lang="en-US" dirty="0"/>
                <a:t>+</a:t>
              </a:r>
            </a:p>
          </p:txBody>
        </p:sp>
      </p:grpSp>
      <p:grpSp>
        <p:nvGrpSpPr>
          <p:cNvPr id="53" name="Group 52" descr="We can then add together the 4 sums to get the final sum of the whole array.">
            <a:extLst>
              <a:ext uri="{FF2B5EF4-FFF2-40B4-BE49-F238E27FC236}">
                <a16:creationId xmlns:a16="http://schemas.microsoft.com/office/drawing/2014/main" id="{3DB63462-DE71-738D-BC8F-1A32805E0233}"/>
              </a:ext>
            </a:extLst>
          </p:cNvPr>
          <p:cNvGrpSpPr/>
          <p:nvPr/>
        </p:nvGrpSpPr>
        <p:grpSpPr>
          <a:xfrm>
            <a:off x="2611120" y="6165255"/>
            <a:ext cx="6766560" cy="743228"/>
            <a:chOff x="2611120" y="6165255"/>
            <a:chExt cx="6766560" cy="743228"/>
          </a:xfrm>
        </p:grpSpPr>
        <p:cxnSp>
          <p:nvCxnSpPr>
            <p:cNvPr id="45" name="Straight Arrow Connector 44">
              <a:extLst>
                <a:ext uri="{FF2B5EF4-FFF2-40B4-BE49-F238E27FC236}">
                  <a16:creationId xmlns:a16="http://schemas.microsoft.com/office/drawing/2014/main" id="{5E3CE9FC-F7B1-EB7A-94CD-F31CC273C084}"/>
                </a:ext>
              </a:extLst>
            </p:cNvPr>
            <p:cNvCxnSpPr>
              <a:cxnSpLocks/>
              <a:stCxn id="67" idx="2"/>
              <a:endCxn id="57" idx="0"/>
            </p:cNvCxnSpPr>
            <p:nvPr/>
          </p:nvCxnSpPr>
          <p:spPr>
            <a:xfrm>
              <a:off x="2611120" y="6184503"/>
              <a:ext cx="3383280" cy="3546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645FA6F-76F3-8BDF-D734-EC75FD2CEDEC}"/>
                </a:ext>
              </a:extLst>
            </p:cNvPr>
            <p:cNvCxnSpPr>
              <a:cxnSpLocks/>
              <a:stCxn id="70" idx="2"/>
              <a:endCxn id="57" idx="0"/>
            </p:cNvCxnSpPr>
            <p:nvPr/>
          </p:nvCxnSpPr>
          <p:spPr>
            <a:xfrm>
              <a:off x="4849858" y="6165255"/>
              <a:ext cx="1144542" cy="373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8A0344A-8A37-0B45-7C7C-B5438994AB3C}"/>
                </a:ext>
              </a:extLst>
            </p:cNvPr>
            <p:cNvCxnSpPr>
              <a:cxnSpLocks/>
              <a:stCxn id="73" idx="2"/>
              <a:endCxn id="57" idx="0"/>
            </p:cNvCxnSpPr>
            <p:nvPr/>
          </p:nvCxnSpPr>
          <p:spPr>
            <a:xfrm flipH="1">
              <a:off x="5994400" y="6165255"/>
              <a:ext cx="1133451" cy="373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3CF0965-6CC1-AC0D-A2A2-C50F7D6251C6}"/>
                </a:ext>
              </a:extLst>
            </p:cNvPr>
            <p:cNvCxnSpPr>
              <a:cxnSpLocks/>
              <a:stCxn id="76" idx="2"/>
              <a:endCxn id="57" idx="0"/>
            </p:cNvCxnSpPr>
            <p:nvPr/>
          </p:nvCxnSpPr>
          <p:spPr>
            <a:xfrm flipH="1">
              <a:off x="5994400" y="6165255"/>
              <a:ext cx="3383280" cy="3738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983F94A2-8F7D-06CB-FBBD-02DBCF84E982}"/>
                </a:ext>
              </a:extLst>
            </p:cNvPr>
            <p:cNvSpPr txBox="1"/>
            <p:nvPr/>
          </p:nvSpPr>
          <p:spPr>
            <a:xfrm>
              <a:off x="5844359" y="6539151"/>
              <a:ext cx="300082" cy="369332"/>
            </a:xfrm>
            <a:prstGeom prst="rect">
              <a:avLst/>
            </a:prstGeom>
            <a:noFill/>
          </p:spPr>
          <p:txBody>
            <a:bodyPr wrap="none" rtlCol="0">
              <a:spAutoFit/>
            </a:bodyPr>
            <a:lstStyle/>
            <a:p>
              <a:r>
                <a:rPr lang="en-US" dirty="0"/>
                <a:t>+</a:t>
              </a:r>
            </a:p>
          </p:txBody>
        </p:sp>
      </p:grpSp>
    </p:spTree>
    <p:extLst>
      <p:ext uri="{BB962C8B-B14F-4D97-AF65-F5344CB8AC3E}">
        <p14:creationId xmlns:p14="http://schemas.microsoft.com/office/powerpoint/2010/main" val="1717846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5315D-8D69-20A5-F1F3-E930E3E7F816}"/>
              </a:ext>
            </a:extLst>
          </p:cNvPr>
          <p:cNvSpPr>
            <a:spLocks noGrp="1"/>
          </p:cNvSpPr>
          <p:nvPr>
            <p:ph type="title"/>
          </p:nvPr>
        </p:nvSpPr>
        <p:spPr>
          <a:xfrm>
            <a:off x="838200" y="188277"/>
            <a:ext cx="10515600" cy="934467"/>
          </a:xfrm>
        </p:spPr>
        <p:txBody>
          <a:bodyPr/>
          <a:lstStyle/>
          <a:p>
            <a:r>
              <a:rPr lang="en-US" dirty="0"/>
              <a:t>First Attempt (part 1, Defining Thread Object)</a:t>
            </a:r>
          </a:p>
        </p:txBody>
      </p:sp>
      <p:sp>
        <p:nvSpPr>
          <p:cNvPr id="3" name="Content Placeholder 2">
            <a:extLst>
              <a:ext uri="{FF2B5EF4-FFF2-40B4-BE49-F238E27FC236}">
                <a16:creationId xmlns:a16="http://schemas.microsoft.com/office/drawing/2014/main" id="{A06463D5-8A09-C634-92C9-5C7F4B21BD30}"/>
              </a:ext>
            </a:extLst>
          </p:cNvPr>
          <p:cNvSpPr>
            <a:spLocks noGrp="1"/>
          </p:cNvSpPr>
          <p:nvPr>
            <p:ph idx="1"/>
          </p:nvPr>
        </p:nvSpPr>
        <p:spPr>
          <a:xfrm>
            <a:off x="838200" y="1224472"/>
            <a:ext cx="10515600" cy="5361523"/>
          </a:xfrm>
        </p:spPr>
        <p:txBody>
          <a:bodyPr>
            <a:normAutofit lnSpcReduction="10000"/>
          </a:bodyPr>
          <a:lstStyle/>
          <a:p>
            <a:pPr marL="0" indent="0">
              <a:buNone/>
            </a:pPr>
            <a:r>
              <a:rPr lang="en-US" dirty="0"/>
              <a:t>class </a:t>
            </a:r>
            <a:r>
              <a:rPr lang="en-US" dirty="0" err="1"/>
              <a:t>SumThread</a:t>
            </a:r>
            <a:r>
              <a:rPr lang="en-US" dirty="0"/>
              <a:t> extends </a:t>
            </a:r>
            <a:r>
              <a:rPr lang="en-US" b="1" dirty="0" err="1"/>
              <a:t>java.lang.Thread</a:t>
            </a:r>
            <a:r>
              <a:rPr lang="en-US" b="1" dirty="0"/>
              <a:t> </a:t>
            </a:r>
            <a:r>
              <a:rPr lang="en-US" dirty="0"/>
              <a:t>{ </a:t>
            </a:r>
          </a:p>
          <a:p>
            <a:pPr marL="0" indent="0">
              <a:buNone/>
            </a:pPr>
            <a:r>
              <a:rPr lang="en-US" dirty="0"/>
              <a:t>	int lo;    int hi;    int[] </a:t>
            </a:r>
            <a:r>
              <a:rPr lang="en-US" dirty="0" err="1"/>
              <a:t>arr</a:t>
            </a:r>
            <a:r>
              <a:rPr lang="en-US" dirty="0"/>
              <a:t>;  int </a:t>
            </a:r>
            <a:r>
              <a:rPr lang="en-US" dirty="0" err="1"/>
              <a:t>ans</a:t>
            </a:r>
            <a:r>
              <a:rPr lang="en-US" dirty="0"/>
              <a:t> = 0;  </a:t>
            </a:r>
          </a:p>
          <a:p>
            <a:pPr marL="0" indent="0">
              <a:buNone/>
            </a:pPr>
            <a:r>
              <a:rPr lang="en-US" dirty="0"/>
              <a:t>	</a:t>
            </a:r>
            <a:r>
              <a:rPr lang="en-US" dirty="0" err="1"/>
              <a:t>SumThread</a:t>
            </a:r>
            <a:r>
              <a:rPr lang="en-US" dirty="0"/>
              <a:t>(int[] a, int l, int h) { </a:t>
            </a:r>
          </a:p>
          <a:p>
            <a:pPr marL="0" indent="0">
              <a:buNone/>
            </a:pPr>
            <a:r>
              <a:rPr lang="en-US" dirty="0"/>
              <a:t>		lo=l; hi=h; </a:t>
            </a:r>
            <a:r>
              <a:rPr lang="en-US" dirty="0" err="1"/>
              <a:t>arr</a:t>
            </a:r>
            <a:r>
              <a:rPr lang="en-US" dirty="0"/>
              <a:t>=a; </a:t>
            </a:r>
          </a:p>
          <a:p>
            <a:pPr marL="0" indent="0">
              <a:buNone/>
            </a:pPr>
            <a:r>
              <a:rPr lang="en-US" dirty="0"/>
              <a:t>	} </a:t>
            </a:r>
          </a:p>
          <a:p>
            <a:pPr marL="0" indent="0">
              <a:buNone/>
            </a:pPr>
            <a:r>
              <a:rPr lang="en-US" dirty="0"/>
              <a:t>	public void </a:t>
            </a:r>
            <a:r>
              <a:rPr lang="en-US" b="1" dirty="0"/>
              <a:t>run</a:t>
            </a:r>
            <a:r>
              <a:rPr lang="en-US" dirty="0"/>
              <a:t>() { //override, must have this signature</a:t>
            </a:r>
          </a:p>
          <a:p>
            <a:pPr marL="0" indent="0">
              <a:buNone/>
            </a:pPr>
            <a:r>
              <a:rPr lang="en-US" dirty="0"/>
              <a:t>                                            // no arguments and no return allowed</a:t>
            </a:r>
          </a:p>
          <a:p>
            <a:pPr marL="0" indent="0">
              <a:buNone/>
            </a:pPr>
            <a:r>
              <a:rPr lang="en-US" dirty="0"/>
              <a:t>                                            // must use the object’s fields for input/output</a:t>
            </a:r>
          </a:p>
          <a:p>
            <a:pPr marL="0" indent="0">
              <a:buNone/>
            </a:pPr>
            <a:r>
              <a:rPr lang="en-US" dirty="0"/>
              <a:t>		for(int </a:t>
            </a:r>
            <a:r>
              <a:rPr lang="en-US" dirty="0" err="1"/>
              <a:t>i</a:t>
            </a:r>
            <a:r>
              <a:rPr lang="en-US" dirty="0"/>
              <a:t>=lo; </a:t>
            </a:r>
            <a:r>
              <a:rPr lang="en-US" dirty="0" err="1"/>
              <a:t>i</a:t>
            </a:r>
            <a:r>
              <a:rPr lang="en-US" dirty="0"/>
              <a:t> &lt; hi; </a:t>
            </a:r>
            <a:r>
              <a:rPr lang="en-US" dirty="0" err="1"/>
              <a:t>i</a:t>
            </a:r>
            <a:r>
              <a:rPr lang="en-US" dirty="0"/>
              <a:t>++) </a:t>
            </a:r>
          </a:p>
          <a:p>
            <a:pPr marL="0" indent="0">
              <a:buNone/>
            </a:pPr>
            <a:r>
              <a:rPr lang="en-US" dirty="0"/>
              <a:t>			</a:t>
            </a:r>
            <a:r>
              <a:rPr lang="en-US" dirty="0" err="1"/>
              <a:t>ans</a:t>
            </a:r>
            <a:r>
              <a:rPr lang="en-US" dirty="0"/>
              <a:t> += </a:t>
            </a:r>
            <a:r>
              <a:rPr lang="en-US" dirty="0" err="1"/>
              <a:t>arr</a:t>
            </a:r>
            <a:r>
              <a:rPr lang="en-US" dirty="0"/>
              <a:t>[</a:t>
            </a:r>
            <a:r>
              <a:rPr lang="en-US" dirty="0" err="1"/>
              <a:t>i</a:t>
            </a:r>
            <a:r>
              <a:rPr lang="en-US" dirty="0"/>
              <a:t>];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7704F4E-C933-0FE9-5806-F6DD32BD474F}"/>
                  </a:ext>
                </a:extLst>
              </p14:cNvPr>
              <p14:cNvContentPartPr/>
              <p14:nvPr/>
            </p14:nvContentPartPr>
            <p14:xfrm>
              <a:off x="630000" y="1399320"/>
              <a:ext cx="6557040" cy="4528440"/>
            </p14:xfrm>
          </p:contentPart>
        </mc:Choice>
        <mc:Fallback>
          <p:pic>
            <p:nvPicPr>
              <p:cNvPr id="4" name="Ink 3">
                <a:extLst>
                  <a:ext uri="{FF2B5EF4-FFF2-40B4-BE49-F238E27FC236}">
                    <a16:creationId xmlns:a16="http://schemas.microsoft.com/office/drawing/2014/main" id="{47704F4E-C933-0FE9-5806-F6DD32BD474F}"/>
                  </a:ext>
                </a:extLst>
              </p:cNvPr>
              <p:cNvPicPr/>
              <p:nvPr/>
            </p:nvPicPr>
            <p:blipFill>
              <a:blip r:embed="rId3"/>
              <a:stretch>
                <a:fillRect/>
              </a:stretch>
            </p:blipFill>
            <p:spPr>
              <a:xfrm>
                <a:off x="620640" y="1389960"/>
                <a:ext cx="6575760" cy="4547160"/>
              </a:xfrm>
              <a:prstGeom prst="rect">
                <a:avLst/>
              </a:prstGeom>
            </p:spPr>
          </p:pic>
        </mc:Fallback>
      </mc:AlternateContent>
    </p:spTree>
    <p:extLst>
      <p:ext uri="{BB962C8B-B14F-4D97-AF65-F5344CB8AC3E}">
        <p14:creationId xmlns:p14="http://schemas.microsoft.com/office/powerpoint/2010/main" val="3541536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9273-DB1B-5342-4927-651107D5FCAB}"/>
              </a:ext>
            </a:extLst>
          </p:cNvPr>
          <p:cNvSpPr>
            <a:spLocks noGrp="1"/>
          </p:cNvSpPr>
          <p:nvPr>
            <p:ph type="title"/>
          </p:nvPr>
        </p:nvSpPr>
        <p:spPr>
          <a:xfrm>
            <a:off x="838200" y="365125"/>
            <a:ext cx="11140440" cy="1325563"/>
          </a:xfrm>
        </p:spPr>
        <p:txBody>
          <a:bodyPr/>
          <a:lstStyle/>
          <a:p>
            <a:r>
              <a:rPr lang="en-US" dirty="0"/>
              <a:t>First Attempt (part 2, Creating Thread Objects)</a:t>
            </a:r>
          </a:p>
        </p:txBody>
      </p:sp>
      <p:sp>
        <p:nvSpPr>
          <p:cNvPr id="3" name="Content Placeholder 2">
            <a:extLst>
              <a:ext uri="{FF2B5EF4-FFF2-40B4-BE49-F238E27FC236}">
                <a16:creationId xmlns:a16="http://schemas.microsoft.com/office/drawing/2014/main" id="{7AFAB1CC-5136-D983-B53D-3AA479FB679E}"/>
              </a:ext>
            </a:extLst>
          </p:cNvPr>
          <p:cNvSpPr>
            <a:spLocks noGrp="1"/>
          </p:cNvSpPr>
          <p:nvPr>
            <p:ph idx="1"/>
          </p:nvPr>
        </p:nvSpPr>
        <p:spPr>
          <a:xfrm>
            <a:off x="838200" y="1330960"/>
            <a:ext cx="10515600" cy="5527040"/>
          </a:xfrm>
        </p:spPr>
        <p:txBody>
          <a:bodyPr>
            <a:normAutofit/>
          </a:bodyPr>
          <a:lstStyle/>
          <a:p>
            <a:pPr marL="0" indent="0">
              <a:buNone/>
            </a:pPr>
            <a:r>
              <a:rPr lang="en-US" sz="2000" dirty="0"/>
              <a:t>static int </a:t>
            </a:r>
            <a:r>
              <a:rPr lang="en-US" sz="2000" dirty="0" err="1"/>
              <a:t>parallelSum</a:t>
            </a:r>
            <a:r>
              <a:rPr lang="en-US" sz="2000" dirty="0"/>
              <a:t>(int[] </a:t>
            </a:r>
            <a:r>
              <a:rPr lang="en-US" sz="2000" dirty="0" err="1"/>
              <a:t>arr</a:t>
            </a:r>
            <a:r>
              <a:rPr lang="en-US" sz="2000" dirty="0"/>
              <a:t>){ // this method could be anywhere</a:t>
            </a:r>
          </a:p>
          <a:p>
            <a:pPr marL="0" indent="0">
              <a:buNone/>
            </a:pPr>
            <a:r>
              <a:rPr lang="en-US" sz="2000" dirty="0"/>
              <a:t>	int </a:t>
            </a:r>
            <a:r>
              <a:rPr lang="en-US" sz="2000" dirty="0" err="1"/>
              <a:t>len</a:t>
            </a:r>
            <a:r>
              <a:rPr lang="en-US" sz="2000" dirty="0"/>
              <a:t> = </a:t>
            </a:r>
            <a:r>
              <a:rPr lang="en-US" sz="2000" dirty="0" err="1"/>
              <a:t>arr.length</a:t>
            </a:r>
            <a:r>
              <a:rPr lang="en-US" sz="2000" dirty="0"/>
              <a:t>; </a:t>
            </a:r>
          </a:p>
          <a:p>
            <a:pPr marL="0" indent="0">
              <a:buNone/>
            </a:pPr>
            <a:r>
              <a:rPr lang="en-US" sz="2000" dirty="0"/>
              <a:t>	int </a:t>
            </a:r>
            <a:r>
              <a:rPr lang="en-US" sz="2000" dirty="0" err="1"/>
              <a:t>ans</a:t>
            </a:r>
            <a:r>
              <a:rPr lang="en-US" sz="2000" dirty="0"/>
              <a:t> = 0; </a:t>
            </a:r>
          </a:p>
          <a:p>
            <a:pPr marL="0" indent="0">
              <a:buNone/>
            </a:pPr>
            <a:r>
              <a:rPr lang="en-US" sz="2000" dirty="0"/>
              <a:t>	</a:t>
            </a:r>
            <a:r>
              <a:rPr lang="en-US" sz="2000" dirty="0" err="1"/>
              <a:t>SumThread</a:t>
            </a:r>
            <a:r>
              <a:rPr lang="en-US" sz="2000" dirty="0"/>
              <a:t>[] threads = new </a:t>
            </a:r>
            <a:r>
              <a:rPr lang="en-US" sz="2000" dirty="0" err="1"/>
              <a:t>SumThread</a:t>
            </a:r>
            <a:r>
              <a:rPr lang="en-US" sz="2000" dirty="0"/>
              <a:t>[4]; </a:t>
            </a:r>
          </a:p>
          <a:p>
            <a:pPr marL="0" indent="0">
              <a:buNone/>
            </a:pPr>
            <a:r>
              <a:rPr lang="en-US" sz="2000" dirty="0"/>
              <a:t>	for(int </a:t>
            </a:r>
            <a:r>
              <a:rPr lang="en-US" sz="2000" dirty="0" err="1"/>
              <a:t>i</a:t>
            </a:r>
            <a:r>
              <a:rPr lang="en-US" sz="2000" dirty="0"/>
              <a:t>=0; </a:t>
            </a:r>
            <a:r>
              <a:rPr lang="en-US" sz="2000" dirty="0" err="1"/>
              <a:t>i</a:t>
            </a:r>
            <a:r>
              <a:rPr lang="en-US" sz="2000" dirty="0"/>
              <a:t> &lt; 4; </a:t>
            </a:r>
            <a:r>
              <a:rPr lang="en-US" sz="2000" dirty="0" err="1"/>
              <a:t>i</a:t>
            </a:r>
            <a:r>
              <a:rPr lang="en-US" sz="2000" dirty="0"/>
              <a:t>++) </a:t>
            </a:r>
            <a:r>
              <a:rPr lang="en-US" sz="2000" b="1" u="sng" dirty="0"/>
              <a:t>// create threads</a:t>
            </a:r>
          </a:p>
          <a:p>
            <a:pPr marL="0" indent="0">
              <a:buNone/>
            </a:pPr>
            <a:r>
              <a:rPr lang="en-US" sz="2000" dirty="0"/>
              <a:t>		 threads[</a:t>
            </a:r>
            <a:r>
              <a:rPr lang="en-US" sz="2000" dirty="0" err="1"/>
              <a:t>i</a:t>
            </a:r>
            <a:r>
              <a:rPr lang="en-US" sz="2000" dirty="0"/>
              <a:t>] = new </a:t>
            </a:r>
            <a:r>
              <a:rPr lang="en-US" sz="2000" dirty="0" err="1"/>
              <a:t>SumThread</a:t>
            </a:r>
            <a:r>
              <a:rPr lang="en-US" sz="2000" dirty="0"/>
              <a:t>(</a:t>
            </a:r>
            <a:r>
              <a:rPr lang="en-US" sz="2000" dirty="0" err="1"/>
              <a:t>arr</a:t>
            </a:r>
            <a:r>
              <a:rPr lang="en-US" sz="2000" dirty="0"/>
              <a:t>, </a:t>
            </a:r>
            <a:r>
              <a:rPr lang="en-US" sz="2000" dirty="0" err="1"/>
              <a:t>i</a:t>
            </a:r>
            <a:r>
              <a:rPr lang="en-US" sz="2000" dirty="0"/>
              <a:t>*</a:t>
            </a:r>
            <a:r>
              <a:rPr lang="en-US" sz="2000" dirty="0" err="1"/>
              <a:t>len</a:t>
            </a:r>
            <a:r>
              <a:rPr lang="en-US" sz="2000" dirty="0"/>
              <a:t>/4, (i+1)*</a:t>
            </a:r>
            <a:r>
              <a:rPr lang="en-US" sz="2000" dirty="0" err="1"/>
              <a:t>len</a:t>
            </a:r>
            <a:r>
              <a:rPr lang="en-US" sz="2000" dirty="0"/>
              <a:t>/4);</a:t>
            </a:r>
          </a:p>
          <a:p>
            <a:pPr marL="0" indent="0">
              <a:buNone/>
            </a:pPr>
            <a:r>
              <a:rPr lang="en-US" sz="2000" dirty="0"/>
              <a:t>	</a:t>
            </a:r>
            <a:r>
              <a:rPr lang="en-US" sz="2000" dirty="0">
                <a:solidFill>
                  <a:srgbClr val="FF0000"/>
                </a:solidFill>
              </a:rPr>
              <a:t>// more stuff to follow </a:t>
            </a:r>
          </a:p>
          <a:p>
            <a:pPr marL="0" indent="0">
              <a:buNone/>
            </a:pPr>
            <a:r>
              <a:rPr lang="en-US" sz="2000" dirty="0"/>
              <a:t>}</a:t>
            </a:r>
          </a:p>
          <a:p>
            <a:pPr marL="0" indent="0">
              <a:buNone/>
            </a:pPr>
            <a:endParaRPr lang="en-US" sz="2000" dirty="0"/>
          </a:p>
        </p:txBody>
      </p:sp>
      <p:sp>
        <p:nvSpPr>
          <p:cNvPr id="4" name="TextBox 3">
            <a:extLst>
              <a:ext uri="{FF2B5EF4-FFF2-40B4-BE49-F238E27FC236}">
                <a16:creationId xmlns:a16="http://schemas.microsoft.com/office/drawing/2014/main" id="{76E8CCBD-276C-0993-4261-3794013E5A0D}"/>
              </a:ext>
            </a:extLst>
          </p:cNvPr>
          <p:cNvSpPr txBox="1"/>
          <p:nvPr/>
        </p:nvSpPr>
        <p:spPr>
          <a:xfrm>
            <a:off x="6408428" y="4907666"/>
            <a:ext cx="4945371" cy="1631216"/>
          </a:xfrm>
          <a:prstGeom prst="rect">
            <a:avLst/>
          </a:prstGeom>
          <a:noFill/>
          <a:ln>
            <a:solidFill>
              <a:schemeClr val="tx1"/>
            </a:solidFill>
          </a:ln>
        </p:spPr>
        <p:txBody>
          <a:bodyPr wrap="square" rtlCol="0">
            <a:spAutoFit/>
          </a:bodyPr>
          <a:lstStyle/>
          <a:p>
            <a:pPr marL="0" indent="0">
              <a:buNone/>
            </a:pPr>
            <a:r>
              <a:rPr lang="en-US" sz="2000" dirty="0"/>
              <a:t>class </a:t>
            </a:r>
            <a:r>
              <a:rPr lang="en-US" sz="2000" dirty="0" err="1"/>
              <a:t>SumThread</a:t>
            </a:r>
            <a:r>
              <a:rPr lang="en-US" sz="2000" dirty="0"/>
              <a:t> extends </a:t>
            </a:r>
            <a:r>
              <a:rPr lang="en-US" sz="2000" b="1" dirty="0" err="1"/>
              <a:t>java.lang.Thread</a:t>
            </a:r>
            <a:r>
              <a:rPr lang="en-US" sz="2000" b="1" dirty="0"/>
              <a:t> </a:t>
            </a:r>
            <a:r>
              <a:rPr lang="en-US" sz="2000" dirty="0"/>
              <a:t>{ </a:t>
            </a:r>
          </a:p>
          <a:p>
            <a:pPr marL="0" indent="0">
              <a:buNone/>
            </a:pPr>
            <a:r>
              <a:rPr lang="en-US" sz="2000" dirty="0"/>
              <a:t>	int lo, int hi, int[] </a:t>
            </a:r>
            <a:r>
              <a:rPr lang="en-US" sz="2000" dirty="0" err="1"/>
              <a:t>arr</a:t>
            </a:r>
            <a:r>
              <a:rPr lang="en-US" sz="2000" dirty="0"/>
              <a:t>; int </a:t>
            </a:r>
            <a:r>
              <a:rPr lang="en-US" sz="2000" dirty="0" err="1"/>
              <a:t>ans</a:t>
            </a:r>
            <a:r>
              <a:rPr lang="en-US" sz="2000" dirty="0"/>
              <a:t> = 0; </a:t>
            </a:r>
          </a:p>
          <a:p>
            <a:pPr marL="0" indent="0">
              <a:buNone/>
            </a:pPr>
            <a:r>
              <a:rPr lang="en-US" sz="2000" dirty="0"/>
              <a:t>	</a:t>
            </a:r>
            <a:r>
              <a:rPr lang="en-US" sz="2000" dirty="0" err="1"/>
              <a:t>SumThread</a:t>
            </a:r>
            <a:r>
              <a:rPr lang="en-US" sz="2000" dirty="0"/>
              <a:t>(int[] a, int l, int h) { … } </a:t>
            </a:r>
          </a:p>
          <a:p>
            <a:pPr marL="0" indent="0">
              <a:buNone/>
            </a:pPr>
            <a:r>
              <a:rPr lang="en-US" sz="2000" dirty="0"/>
              <a:t>	public void </a:t>
            </a:r>
            <a:r>
              <a:rPr lang="en-US" sz="2000" b="1" dirty="0"/>
              <a:t>run</a:t>
            </a:r>
            <a:r>
              <a:rPr lang="en-US" sz="2000" dirty="0"/>
              <a:t>(){ … } // override </a:t>
            </a:r>
          </a:p>
          <a:p>
            <a:pPr marL="0" indent="0">
              <a:buNone/>
            </a:pPr>
            <a:r>
              <a:rPr lang="en-US" sz="2000" dirty="0"/>
              <a:t>}</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A3816D6A-C870-E197-025E-87C1A61A5A63}"/>
                  </a:ext>
                </a:extLst>
              </p14:cNvPr>
              <p14:cNvContentPartPr/>
              <p14:nvPr/>
            </p14:nvContentPartPr>
            <p14:xfrm>
              <a:off x="1410480" y="1680840"/>
              <a:ext cx="6759720" cy="2256840"/>
            </p14:xfrm>
          </p:contentPart>
        </mc:Choice>
        <mc:Fallback>
          <p:pic>
            <p:nvPicPr>
              <p:cNvPr id="5" name="Ink 4">
                <a:extLst>
                  <a:ext uri="{FF2B5EF4-FFF2-40B4-BE49-F238E27FC236}">
                    <a16:creationId xmlns:a16="http://schemas.microsoft.com/office/drawing/2014/main" id="{A3816D6A-C870-E197-025E-87C1A61A5A63}"/>
                  </a:ext>
                </a:extLst>
              </p:cNvPr>
              <p:cNvPicPr/>
              <p:nvPr/>
            </p:nvPicPr>
            <p:blipFill>
              <a:blip r:embed="rId3"/>
              <a:stretch>
                <a:fillRect/>
              </a:stretch>
            </p:blipFill>
            <p:spPr>
              <a:xfrm>
                <a:off x="1401120" y="1671480"/>
                <a:ext cx="6778440" cy="2275560"/>
              </a:xfrm>
              <a:prstGeom prst="rect">
                <a:avLst/>
              </a:prstGeom>
            </p:spPr>
          </p:pic>
        </mc:Fallback>
      </mc:AlternateContent>
    </p:spTree>
    <p:extLst>
      <p:ext uri="{BB962C8B-B14F-4D97-AF65-F5344CB8AC3E}">
        <p14:creationId xmlns:p14="http://schemas.microsoft.com/office/powerpoint/2010/main" val="900076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9273-DB1B-5342-4927-651107D5FCAB}"/>
              </a:ext>
            </a:extLst>
          </p:cNvPr>
          <p:cNvSpPr>
            <a:spLocks noGrp="1"/>
          </p:cNvSpPr>
          <p:nvPr>
            <p:ph type="title"/>
          </p:nvPr>
        </p:nvSpPr>
        <p:spPr>
          <a:xfrm>
            <a:off x="838200" y="365125"/>
            <a:ext cx="11150600" cy="1325563"/>
          </a:xfrm>
        </p:spPr>
        <p:txBody>
          <a:bodyPr/>
          <a:lstStyle/>
          <a:p>
            <a:r>
              <a:rPr lang="en-US" dirty="0"/>
              <a:t>First Attempt (part 3, Running Thread Objects)</a:t>
            </a:r>
          </a:p>
        </p:txBody>
      </p:sp>
      <p:sp>
        <p:nvSpPr>
          <p:cNvPr id="3" name="Content Placeholder 2">
            <a:extLst>
              <a:ext uri="{FF2B5EF4-FFF2-40B4-BE49-F238E27FC236}">
                <a16:creationId xmlns:a16="http://schemas.microsoft.com/office/drawing/2014/main" id="{7AFAB1CC-5136-D983-B53D-3AA479FB679E}"/>
              </a:ext>
            </a:extLst>
          </p:cNvPr>
          <p:cNvSpPr>
            <a:spLocks noGrp="1"/>
          </p:cNvSpPr>
          <p:nvPr>
            <p:ph idx="1"/>
          </p:nvPr>
        </p:nvSpPr>
        <p:spPr>
          <a:xfrm>
            <a:off x="838200" y="1330960"/>
            <a:ext cx="10515600" cy="5527040"/>
          </a:xfrm>
        </p:spPr>
        <p:txBody>
          <a:bodyPr>
            <a:normAutofit/>
          </a:bodyPr>
          <a:lstStyle/>
          <a:p>
            <a:pPr marL="0" indent="0">
              <a:buNone/>
            </a:pPr>
            <a:r>
              <a:rPr lang="en-US" sz="2000" dirty="0"/>
              <a:t>static int </a:t>
            </a:r>
            <a:r>
              <a:rPr lang="en-US" sz="2000" dirty="0" err="1"/>
              <a:t>parallelSum</a:t>
            </a:r>
            <a:r>
              <a:rPr lang="en-US" sz="2000" dirty="0"/>
              <a:t>(int[] </a:t>
            </a:r>
            <a:r>
              <a:rPr lang="en-US" sz="2000" dirty="0" err="1"/>
              <a:t>arr</a:t>
            </a:r>
            <a:r>
              <a:rPr lang="en-US" sz="2000" dirty="0"/>
              <a:t>){ // this method could be anywhere</a:t>
            </a:r>
          </a:p>
          <a:p>
            <a:pPr marL="0" indent="0">
              <a:buNone/>
            </a:pPr>
            <a:r>
              <a:rPr lang="en-US" sz="2000" dirty="0"/>
              <a:t>	int </a:t>
            </a:r>
            <a:r>
              <a:rPr lang="en-US" sz="2000" dirty="0" err="1"/>
              <a:t>len</a:t>
            </a:r>
            <a:r>
              <a:rPr lang="en-US" sz="2000" dirty="0"/>
              <a:t> = </a:t>
            </a:r>
            <a:r>
              <a:rPr lang="en-US" sz="2000" dirty="0" err="1"/>
              <a:t>arr.length</a:t>
            </a:r>
            <a:r>
              <a:rPr lang="en-US" sz="2000" dirty="0"/>
              <a:t>; </a:t>
            </a:r>
          </a:p>
          <a:p>
            <a:pPr marL="0" indent="0">
              <a:buNone/>
            </a:pPr>
            <a:r>
              <a:rPr lang="en-US" sz="2000" dirty="0"/>
              <a:t>	int </a:t>
            </a:r>
            <a:r>
              <a:rPr lang="en-US" sz="2000" dirty="0" err="1"/>
              <a:t>ans</a:t>
            </a:r>
            <a:r>
              <a:rPr lang="en-US" sz="2000" dirty="0"/>
              <a:t> = 0; </a:t>
            </a:r>
          </a:p>
          <a:p>
            <a:pPr marL="0" indent="0">
              <a:buNone/>
            </a:pPr>
            <a:r>
              <a:rPr lang="en-US" sz="2000" dirty="0"/>
              <a:t>	</a:t>
            </a:r>
            <a:r>
              <a:rPr lang="en-US" sz="2000" dirty="0" err="1"/>
              <a:t>SumThread</a:t>
            </a:r>
            <a:r>
              <a:rPr lang="en-US" sz="2000" dirty="0"/>
              <a:t>[] threads = new </a:t>
            </a:r>
            <a:r>
              <a:rPr lang="en-US" sz="2000" dirty="0" err="1"/>
              <a:t>SumThread</a:t>
            </a:r>
            <a:r>
              <a:rPr lang="en-US" sz="2000" dirty="0"/>
              <a:t>[4]; </a:t>
            </a:r>
          </a:p>
          <a:p>
            <a:pPr marL="0" indent="0">
              <a:buNone/>
            </a:pPr>
            <a:r>
              <a:rPr lang="en-US" sz="2000" dirty="0"/>
              <a:t>	for(int </a:t>
            </a:r>
            <a:r>
              <a:rPr lang="en-US" sz="2000" dirty="0" err="1"/>
              <a:t>i</a:t>
            </a:r>
            <a:r>
              <a:rPr lang="en-US" sz="2000" dirty="0"/>
              <a:t>=0; </a:t>
            </a:r>
            <a:r>
              <a:rPr lang="en-US" sz="2000" dirty="0" err="1"/>
              <a:t>i</a:t>
            </a:r>
            <a:r>
              <a:rPr lang="en-US" sz="2000" dirty="0"/>
              <a:t> &lt; 4; </a:t>
            </a:r>
            <a:r>
              <a:rPr lang="en-US" sz="2000" dirty="0" err="1"/>
              <a:t>i</a:t>
            </a:r>
            <a:r>
              <a:rPr lang="en-US" sz="2000" dirty="0"/>
              <a:t>++){ </a:t>
            </a:r>
            <a:r>
              <a:rPr lang="en-US" sz="2000" b="1" u="sng" dirty="0"/>
              <a:t>// create threads, do parallel computations </a:t>
            </a:r>
          </a:p>
          <a:p>
            <a:pPr marL="0" indent="0">
              <a:buNone/>
            </a:pPr>
            <a:r>
              <a:rPr lang="en-US" sz="2000" dirty="0"/>
              <a:t>		 threads[</a:t>
            </a:r>
            <a:r>
              <a:rPr lang="en-US" sz="2000" dirty="0" err="1"/>
              <a:t>i</a:t>
            </a:r>
            <a:r>
              <a:rPr lang="en-US" sz="2000" dirty="0"/>
              <a:t>] = new </a:t>
            </a:r>
            <a:r>
              <a:rPr lang="en-US" sz="2000" dirty="0" err="1"/>
              <a:t>SumThread</a:t>
            </a:r>
            <a:r>
              <a:rPr lang="en-US" sz="2000" dirty="0"/>
              <a:t>(</a:t>
            </a:r>
            <a:r>
              <a:rPr lang="en-US" sz="2000" dirty="0" err="1"/>
              <a:t>arr,i</a:t>
            </a:r>
            <a:r>
              <a:rPr lang="en-US" sz="2000" dirty="0"/>
              <a:t>*</a:t>
            </a:r>
            <a:r>
              <a:rPr lang="en-US" sz="2000" dirty="0" err="1"/>
              <a:t>len</a:t>
            </a:r>
            <a:r>
              <a:rPr lang="en-US" sz="2000" dirty="0"/>
              <a:t>/4,(i+1)*</a:t>
            </a:r>
            <a:r>
              <a:rPr lang="en-US" sz="2000" dirty="0" err="1"/>
              <a:t>len</a:t>
            </a:r>
            <a:r>
              <a:rPr lang="en-US" sz="2000" dirty="0"/>
              <a:t>/4); </a:t>
            </a:r>
          </a:p>
          <a:p>
            <a:pPr marL="0" indent="0">
              <a:buNone/>
            </a:pPr>
            <a:r>
              <a:rPr lang="en-US" sz="2000" dirty="0"/>
              <a:t>		 </a:t>
            </a:r>
            <a:r>
              <a:rPr lang="en-US" sz="2000" dirty="0">
                <a:solidFill>
                  <a:srgbClr val="FF0000"/>
                </a:solidFill>
              </a:rPr>
              <a:t>threads[</a:t>
            </a:r>
            <a:r>
              <a:rPr lang="en-US" sz="2000" dirty="0" err="1">
                <a:solidFill>
                  <a:srgbClr val="FF0000"/>
                </a:solidFill>
              </a:rPr>
              <a:t>i</a:t>
            </a:r>
            <a:r>
              <a:rPr lang="en-US" sz="2000" dirty="0">
                <a:solidFill>
                  <a:srgbClr val="FF0000"/>
                </a:solidFill>
              </a:rPr>
              <a:t>].</a:t>
            </a:r>
            <a:r>
              <a:rPr lang="en-US" sz="2000" b="1" dirty="0">
                <a:solidFill>
                  <a:srgbClr val="FF0000"/>
                </a:solidFill>
              </a:rPr>
              <a:t>start</a:t>
            </a:r>
            <a:r>
              <a:rPr lang="en-US" sz="2000" dirty="0">
                <a:solidFill>
                  <a:srgbClr val="FF0000"/>
                </a:solidFill>
              </a:rPr>
              <a:t>(); // start not run</a:t>
            </a:r>
          </a:p>
          <a:p>
            <a:pPr marL="0" indent="0">
              <a:buNone/>
            </a:pPr>
            <a:r>
              <a:rPr lang="en-US" sz="2000" dirty="0"/>
              <a:t>	</a:t>
            </a:r>
            <a:r>
              <a:rPr lang="en-US" sz="2000" dirty="0">
                <a:solidFill>
                  <a:srgbClr val="FF0000"/>
                </a:solidFill>
              </a:rPr>
              <a:t>}</a:t>
            </a:r>
          </a:p>
          <a:p>
            <a:pPr marL="0" indent="0">
              <a:buNone/>
            </a:pPr>
            <a:r>
              <a:rPr lang="en-US" sz="2000" dirty="0">
                <a:solidFill>
                  <a:srgbClr val="FF0000"/>
                </a:solidFill>
              </a:rPr>
              <a:t>	for(int </a:t>
            </a:r>
            <a:r>
              <a:rPr lang="en-US" sz="2000" dirty="0" err="1">
                <a:solidFill>
                  <a:srgbClr val="FF0000"/>
                </a:solidFill>
              </a:rPr>
              <a:t>i</a:t>
            </a:r>
            <a:r>
              <a:rPr lang="en-US" sz="2000" dirty="0">
                <a:solidFill>
                  <a:srgbClr val="FF0000"/>
                </a:solidFill>
              </a:rPr>
              <a:t>=0; </a:t>
            </a:r>
            <a:r>
              <a:rPr lang="en-US" sz="2000" dirty="0" err="1">
                <a:solidFill>
                  <a:srgbClr val="FF0000"/>
                </a:solidFill>
              </a:rPr>
              <a:t>i</a:t>
            </a:r>
            <a:r>
              <a:rPr lang="en-US" sz="2000" dirty="0">
                <a:solidFill>
                  <a:srgbClr val="FF0000"/>
                </a:solidFill>
              </a:rPr>
              <a:t> &lt; 4; </a:t>
            </a:r>
            <a:r>
              <a:rPr lang="en-US" sz="2000" dirty="0" err="1">
                <a:solidFill>
                  <a:srgbClr val="FF0000"/>
                </a:solidFill>
              </a:rPr>
              <a:t>i</a:t>
            </a:r>
            <a:r>
              <a:rPr lang="en-US" sz="2000" dirty="0">
                <a:solidFill>
                  <a:srgbClr val="FF0000"/>
                </a:solidFill>
              </a:rPr>
              <a:t>++) // combine results </a:t>
            </a:r>
          </a:p>
          <a:p>
            <a:pPr marL="0" indent="0">
              <a:buNone/>
            </a:pPr>
            <a:r>
              <a:rPr lang="en-US" sz="2000" dirty="0">
                <a:solidFill>
                  <a:srgbClr val="FF0000"/>
                </a:solidFill>
              </a:rPr>
              <a:t>		</a:t>
            </a:r>
            <a:r>
              <a:rPr lang="en-US" sz="2000" dirty="0" err="1">
                <a:solidFill>
                  <a:srgbClr val="FF0000"/>
                </a:solidFill>
              </a:rPr>
              <a:t>ans</a:t>
            </a:r>
            <a:r>
              <a:rPr lang="en-US" sz="2000" dirty="0">
                <a:solidFill>
                  <a:srgbClr val="FF0000"/>
                </a:solidFill>
              </a:rPr>
              <a:t> += threads[</a:t>
            </a:r>
            <a:r>
              <a:rPr lang="en-US" sz="2000" dirty="0" err="1">
                <a:solidFill>
                  <a:srgbClr val="FF0000"/>
                </a:solidFill>
              </a:rPr>
              <a:t>i</a:t>
            </a:r>
            <a:r>
              <a:rPr lang="en-US" sz="2000" dirty="0">
                <a:solidFill>
                  <a:srgbClr val="FF0000"/>
                </a:solidFill>
              </a:rPr>
              <a:t>].</a:t>
            </a:r>
            <a:r>
              <a:rPr lang="en-US" sz="2000" dirty="0" err="1">
                <a:solidFill>
                  <a:srgbClr val="FF0000"/>
                </a:solidFill>
              </a:rPr>
              <a:t>ans</a:t>
            </a:r>
            <a:r>
              <a:rPr lang="en-US" sz="2000" dirty="0">
                <a:solidFill>
                  <a:srgbClr val="FF0000"/>
                </a:solidFill>
              </a:rPr>
              <a:t>; </a:t>
            </a:r>
          </a:p>
          <a:p>
            <a:pPr marL="0" indent="0">
              <a:buNone/>
            </a:pPr>
            <a:r>
              <a:rPr lang="en-US" sz="2000" dirty="0">
                <a:solidFill>
                  <a:srgbClr val="FF0000"/>
                </a:solidFill>
              </a:rPr>
              <a:t>	return </a:t>
            </a:r>
            <a:r>
              <a:rPr lang="en-US" sz="2000" dirty="0" err="1">
                <a:solidFill>
                  <a:srgbClr val="FF0000"/>
                </a:solidFill>
              </a:rPr>
              <a:t>ans</a:t>
            </a:r>
            <a:r>
              <a:rPr lang="en-US" sz="2000" dirty="0">
                <a:solidFill>
                  <a:srgbClr val="FF0000"/>
                </a:solidFill>
              </a:rPr>
              <a:t>; </a:t>
            </a:r>
          </a:p>
          <a:p>
            <a:pPr marL="0" indent="0">
              <a:buNone/>
            </a:pPr>
            <a:r>
              <a:rPr lang="en-US" sz="2000" dirty="0"/>
              <a:t>}</a:t>
            </a:r>
          </a:p>
          <a:p>
            <a:pPr marL="0" indent="0">
              <a:buNone/>
            </a:pPr>
            <a:endParaRPr lang="en-US" sz="2000" dirty="0"/>
          </a:p>
          <a:p>
            <a:pPr marL="0" indent="0">
              <a:buNone/>
            </a:pPr>
            <a:endParaRPr lang="en-US" sz="2000" dirty="0"/>
          </a:p>
        </p:txBody>
      </p:sp>
      <p:sp>
        <p:nvSpPr>
          <p:cNvPr id="6" name="TextBox 5">
            <a:extLst>
              <a:ext uri="{FF2B5EF4-FFF2-40B4-BE49-F238E27FC236}">
                <a16:creationId xmlns:a16="http://schemas.microsoft.com/office/drawing/2014/main" id="{4568C361-BDDD-AED4-F429-8B0493DC43BB}"/>
              </a:ext>
            </a:extLst>
          </p:cNvPr>
          <p:cNvSpPr txBox="1"/>
          <p:nvPr/>
        </p:nvSpPr>
        <p:spPr>
          <a:xfrm>
            <a:off x="7149208" y="4861659"/>
            <a:ext cx="4945371" cy="1631216"/>
          </a:xfrm>
          <a:prstGeom prst="rect">
            <a:avLst/>
          </a:prstGeom>
          <a:noFill/>
          <a:ln>
            <a:solidFill>
              <a:schemeClr val="tx1"/>
            </a:solidFill>
          </a:ln>
        </p:spPr>
        <p:txBody>
          <a:bodyPr wrap="square" rtlCol="0">
            <a:spAutoFit/>
          </a:bodyPr>
          <a:lstStyle/>
          <a:p>
            <a:pPr marL="0" indent="0">
              <a:buNone/>
            </a:pPr>
            <a:r>
              <a:rPr lang="en-US" sz="2000" dirty="0"/>
              <a:t>class </a:t>
            </a:r>
            <a:r>
              <a:rPr lang="en-US" sz="2000" dirty="0" err="1"/>
              <a:t>SumThread</a:t>
            </a:r>
            <a:r>
              <a:rPr lang="en-US" sz="2000" dirty="0"/>
              <a:t> extends </a:t>
            </a:r>
            <a:r>
              <a:rPr lang="en-US" sz="2000" b="1" dirty="0" err="1"/>
              <a:t>java.lang.Thread</a:t>
            </a:r>
            <a:r>
              <a:rPr lang="en-US" sz="2000" dirty="0"/>
              <a:t> { </a:t>
            </a:r>
          </a:p>
          <a:p>
            <a:pPr marL="0" indent="0">
              <a:buNone/>
            </a:pPr>
            <a:r>
              <a:rPr lang="en-US" sz="2000" dirty="0"/>
              <a:t>	int lo, int hi, int[] </a:t>
            </a:r>
            <a:r>
              <a:rPr lang="en-US" sz="2000" dirty="0" err="1"/>
              <a:t>arr</a:t>
            </a:r>
            <a:r>
              <a:rPr lang="en-US" sz="2000" dirty="0"/>
              <a:t>; int </a:t>
            </a:r>
            <a:r>
              <a:rPr lang="en-US" sz="2000" dirty="0" err="1"/>
              <a:t>ans</a:t>
            </a:r>
            <a:r>
              <a:rPr lang="en-US" sz="2000" dirty="0"/>
              <a:t> = 0; </a:t>
            </a:r>
          </a:p>
          <a:p>
            <a:pPr marL="0" indent="0">
              <a:buNone/>
            </a:pPr>
            <a:r>
              <a:rPr lang="en-US" sz="2000" dirty="0"/>
              <a:t>	</a:t>
            </a:r>
            <a:r>
              <a:rPr lang="en-US" sz="2000" dirty="0" err="1"/>
              <a:t>SumThread</a:t>
            </a:r>
            <a:r>
              <a:rPr lang="en-US" sz="2000" dirty="0"/>
              <a:t>(int[] a, int l, int h) { … } </a:t>
            </a:r>
          </a:p>
          <a:p>
            <a:pPr marL="0" indent="0">
              <a:buNone/>
            </a:pPr>
            <a:r>
              <a:rPr lang="en-US" sz="2000" dirty="0"/>
              <a:t>	public void </a:t>
            </a:r>
            <a:r>
              <a:rPr lang="en-US" sz="2000" b="1" dirty="0"/>
              <a:t>run</a:t>
            </a:r>
            <a:r>
              <a:rPr lang="en-US" sz="2000" dirty="0"/>
              <a:t>(){ … } // override </a:t>
            </a:r>
          </a:p>
          <a:p>
            <a:pPr marL="0" indent="0">
              <a:buNone/>
            </a:pPr>
            <a:r>
              <a:rPr lang="en-US" sz="2000"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CF1AE14-1D9A-E79F-1A27-716BDAE62F54}"/>
                  </a:ext>
                </a:extLst>
              </p14:cNvPr>
              <p14:cNvContentPartPr/>
              <p14:nvPr/>
            </p14:nvContentPartPr>
            <p14:xfrm>
              <a:off x="854280" y="4080960"/>
              <a:ext cx="4151160" cy="1736280"/>
            </p14:xfrm>
          </p:contentPart>
        </mc:Choice>
        <mc:Fallback>
          <p:pic>
            <p:nvPicPr>
              <p:cNvPr id="4" name="Ink 3">
                <a:extLst>
                  <a:ext uri="{FF2B5EF4-FFF2-40B4-BE49-F238E27FC236}">
                    <a16:creationId xmlns:a16="http://schemas.microsoft.com/office/drawing/2014/main" id="{5CF1AE14-1D9A-E79F-1A27-716BDAE62F54}"/>
                  </a:ext>
                </a:extLst>
              </p:cNvPr>
              <p:cNvPicPr/>
              <p:nvPr/>
            </p:nvPicPr>
            <p:blipFill>
              <a:blip r:embed="rId3"/>
              <a:stretch>
                <a:fillRect/>
              </a:stretch>
            </p:blipFill>
            <p:spPr>
              <a:xfrm>
                <a:off x="844920" y="4071600"/>
                <a:ext cx="4169880" cy="1755000"/>
              </a:xfrm>
              <a:prstGeom prst="rect">
                <a:avLst/>
              </a:prstGeom>
            </p:spPr>
          </p:pic>
        </mc:Fallback>
      </mc:AlternateContent>
    </p:spTree>
    <p:extLst>
      <p:ext uri="{BB962C8B-B14F-4D97-AF65-F5344CB8AC3E}">
        <p14:creationId xmlns:p14="http://schemas.microsoft.com/office/powerpoint/2010/main" val="3662932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9273-DB1B-5342-4927-651107D5FCAB}"/>
              </a:ext>
            </a:extLst>
          </p:cNvPr>
          <p:cNvSpPr>
            <a:spLocks noGrp="1"/>
          </p:cNvSpPr>
          <p:nvPr>
            <p:ph type="title"/>
          </p:nvPr>
        </p:nvSpPr>
        <p:spPr>
          <a:xfrm>
            <a:off x="838200" y="348347"/>
            <a:ext cx="11150600" cy="1325563"/>
          </a:xfrm>
        </p:spPr>
        <p:txBody>
          <a:bodyPr/>
          <a:lstStyle/>
          <a:p>
            <a:r>
              <a:rPr lang="en-US" dirty="0"/>
              <a:t>First Attempt (part 4, Synchronizing)</a:t>
            </a:r>
          </a:p>
        </p:txBody>
      </p:sp>
      <p:sp>
        <p:nvSpPr>
          <p:cNvPr id="3" name="Content Placeholder 2">
            <a:extLst>
              <a:ext uri="{FF2B5EF4-FFF2-40B4-BE49-F238E27FC236}">
                <a16:creationId xmlns:a16="http://schemas.microsoft.com/office/drawing/2014/main" id="{7AFAB1CC-5136-D983-B53D-3AA479FB679E}"/>
              </a:ext>
            </a:extLst>
          </p:cNvPr>
          <p:cNvSpPr>
            <a:spLocks noGrp="1"/>
          </p:cNvSpPr>
          <p:nvPr>
            <p:ph idx="1"/>
          </p:nvPr>
        </p:nvSpPr>
        <p:spPr>
          <a:xfrm>
            <a:off x="838200" y="1221818"/>
            <a:ext cx="10515600" cy="5735782"/>
          </a:xfrm>
        </p:spPr>
        <p:txBody>
          <a:bodyPr>
            <a:normAutofit/>
          </a:bodyPr>
          <a:lstStyle/>
          <a:p>
            <a:pPr marL="0" indent="0">
              <a:buNone/>
            </a:pPr>
            <a:r>
              <a:rPr lang="en-US" sz="2000" dirty="0"/>
              <a:t>static int </a:t>
            </a:r>
            <a:r>
              <a:rPr lang="en-US" sz="2000" dirty="0" err="1"/>
              <a:t>parallelSum</a:t>
            </a:r>
            <a:r>
              <a:rPr lang="en-US" sz="2000" dirty="0"/>
              <a:t>(int[] </a:t>
            </a:r>
            <a:r>
              <a:rPr lang="en-US" sz="2000" dirty="0" err="1"/>
              <a:t>arr</a:t>
            </a:r>
            <a:r>
              <a:rPr lang="en-US" sz="2000" dirty="0"/>
              <a:t>){ // this method could be anywhere </a:t>
            </a:r>
          </a:p>
          <a:p>
            <a:pPr marL="0" indent="0">
              <a:buNone/>
            </a:pPr>
            <a:r>
              <a:rPr lang="en-US" sz="2000" dirty="0"/>
              <a:t>	int </a:t>
            </a:r>
            <a:r>
              <a:rPr lang="en-US" sz="2000" dirty="0" err="1"/>
              <a:t>len</a:t>
            </a:r>
            <a:r>
              <a:rPr lang="en-US" sz="2000" dirty="0"/>
              <a:t> = </a:t>
            </a:r>
            <a:r>
              <a:rPr lang="en-US" sz="2000" dirty="0" err="1"/>
              <a:t>arr.length</a:t>
            </a:r>
            <a:r>
              <a:rPr lang="en-US" sz="2000" dirty="0"/>
              <a:t>; </a:t>
            </a:r>
          </a:p>
          <a:p>
            <a:pPr marL="0" indent="0">
              <a:buNone/>
            </a:pPr>
            <a:r>
              <a:rPr lang="en-US" sz="2000" dirty="0"/>
              <a:t>	int </a:t>
            </a:r>
            <a:r>
              <a:rPr lang="en-US" sz="2000" dirty="0" err="1"/>
              <a:t>ans</a:t>
            </a:r>
            <a:r>
              <a:rPr lang="en-US" sz="2000" dirty="0"/>
              <a:t> = 0; </a:t>
            </a:r>
          </a:p>
          <a:p>
            <a:pPr marL="0" indent="0">
              <a:buNone/>
            </a:pPr>
            <a:r>
              <a:rPr lang="en-US" sz="2000" dirty="0"/>
              <a:t>	</a:t>
            </a:r>
            <a:r>
              <a:rPr lang="en-US" sz="2000" dirty="0" err="1"/>
              <a:t>SumThread</a:t>
            </a:r>
            <a:r>
              <a:rPr lang="en-US" sz="2000" dirty="0"/>
              <a:t>[] threads = new </a:t>
            </a:r>
            <a:r>
              <a:rPr lang="en-US" sz="2000" dirty="0" err="1"/>
              <a:t>SumThread</a:t>
            </a:r>
            <a:r>
              <a:rPr lang="en-US" sz="2000" dirty="0"/>
              <a:t>[4]; </a:t>
            </a:r>
          </a:p>
          <a:p>
            <a:pPr marL="0" indent="0">
              <a:buNone/>
            </a:pPr>
            <a:r>
              <a:rPr lang="en-US" sz="2000" dirty="0"/>
              <a:t>	for(int </a:t>
            </a:r>
            <a:r>
              <a:rPr lang="en-US" sz="2000" dirty="0" err="1"/>
              <a:t>i</a:t>
            </a:r>
            <a:r>
              <a:rPr lang="en-US" sz="2000" dirty="0"/>
              <a:t>=0; </a:t>
            </a:r>
            <a:r>
              <a:rPr lang="en-US" sz="2000" dirty="0" err="1"/>
              <a:t>i</a:t>
            </a:r>
            <a:r>
              <a:rPr lang="en-US" sz="2000" dirty="0"/>
              <a:t> &lt; 4; </a:t>
            </a:r>
            <a:r>
              <a:rPr lang="en-US" sz="2000" dirty="0" err="1"/>
              <a:t>i</a:t>
            </a:r>
            <a:r>
              <a:rPr lang="en-US" sz="2000" dirty="0"/>
              <a:t>++){ </a:t>
            </a:r>
            <a:r>
              <a:rPr lang="en-US" sz="2000" b="1" u="sng" dirty="0"/>
              <a:t>// do parallel computations </a:t>
            </a:r>
          </a:p>
          <a:p>
            <a:pPr marL="0" indent="0">
              <a:buNone/>
            </a:pPr>
            <a:r>
              <a:rPr lang="en-US" sz="2000" dirty="0"/>
              <a:t>		 threads[</a:t>
            </a:r>
            <a:r>
              <a:rPr lang="en-US" sz="2000" dirty="0" err="1"/>
              <a:t>i</a:t>
            </a:r>
            <a:r>
              <a:rPr lang="en-US" sz="2000" dirty="0"/>
              <a:t>] = new </a:t>
            </a:r>
            <a:r>
              <a:rPr lang="en-US" sz="2000" dirty="0" err="1"/>
              <a:t>SumThread</a:t>
            </a:r>
            <a:r>
              <a:rPr lang="en-US" sz="2000" dirty="0"/>
              <a:t>(</a:t>
            </a:r>
            <a:r>
              <a:rPr lang="en-US" sz="2000" dirty="0" err="1"/>
              <a:t>arr,i</a:t>
            </a:r>
            <a:r>
              <a:rPr lang="en-US" sz="2000" dirty="0"/>
              <a:t>*</a:t>
            </a:r>
            <a:r>
              <a:rPr lang="en-US" sz="2000" dirty="0" err="1"/>
              <a:t>len</a:t>
            </a:r>
            <a:r>
              <a:rPr lang="en-US" sz="2000" dirty="0"/>
              <a:t>/4,(i+1)*</a:t>
            </a:r>
            <a:r>
              <a:rPr lang="en-US" sz="2000" dirty="0" err="1"/>
              <a:t>len</a:t>
            </a:r>
            <a:r>
              <a:rPr lang="en-US" sz="2000" dirty="0"/>
              <a:t>/4); </a:t>
            </a:r>
          </a:p>
          <a:p>
            <a:pPr marL="0" indent="0">
              <a:buNone/>
            </a:pPr>
            <a:r>
              <a:rPr lang="en-US" sz="2000" dirty="0"/>
              <a:t>		 threads[</a:t>
            </a:r>
            <a:r>
              <a:rPr lang="en-US" sz="2000" dirty="0" err="1"/>
              <a:t>i</a:t>
            </a:r>
            <a:r>
              <a:rPr lang="en-US" sz="2000" dirty="0"/>
              <a:t>].</a:t>
            </a:r>
            <a:r>
              <a:rPr lang="en-US" sz="2000" b="1" dirty="0"/>
              <a:t>start</a:t>
            </a:r>
            <a:r>
              <a:rPr lang="en-US" sz="2000" dirty="0"/>
              <a:t>(); // start not run</a:t>
            </a:r>
          </a:p>
          <a:p>
            <a:pPr marL="0" indent="0">
              <a:buNone/>
            </a:pPr>
            <a:r>
              <a:rPr lang="en-US" sz="2000" dirty="0"/>
              <a:t>	}</a:t>
            </a:r>
          </a:p>
          <a:p>
            <a:pPr marL="0" indent="0">
              <a:buNone/>
            </a:pPr>
            <a:r>
              <a:rPr lang="en-US" sz="2000" dirty="0"/>
              <a:t>	for(int </a:t>
            </a:r>
            <a:r>
              <a:rPr lang="en-US" sz="2000" dirty="0" err="1"/>
              <a:t>i</a:t>
            </a:r>
            <a:r>
              <a:rPr lang="en-US" sz="2000" dirty="0"/>
              <a:t>=0; </a:t>
            </a:r>
            <a:r>
              <a:rPr lang="en-US" sz="2000" dirty="0" err="1"/>
              <a:t>i</a:t>
            </a:r>
            <a:r>
              <a:rPr lang="en-US" sz="2000" dirty="0"/>
              <a:t> &lt; 4; </a:t>
            </a:r>
            <a:r>
              <a:rPr lang="en-US" sz="2000" dirty="0" err="1"/>
              <a:t>i</a:t>
            </a:r>
            <a:r>
              <a:rPr lang="en-US" sz="2000" dirty="0"/>
              <a:t>++){ // combine results</a:t>
            </a:r>
          </a:p>
          <a:p>
            <a:pPr marL="0" indent="0">
              <a:buNone/>
            </a:pPr>
            <a:r>
              <a:rPr lang="en-US" sz="2000" dirty="0"/>
              <a:t>		</a:t>
            </a:r>
            <a:r>
              <a:rPr lang="en-US" sz="2000" dirty="0">
                <a:solidFill>
                  <a:srgbClr val="FF0000"/>
                </a:solidFill>
              </a:rPr>
              <a:t>threads[</a:t>
            </a:r>
            <a:r>
              <a:rPr lang="en-US" sz="2000" dirty="0" err="1">
                <a:solidFill>
                  <a:srgbClr val="FF0000"/>
                </a:solidFill>
              </a:rPr>
              <a:t>i</a:t>
            </a:r>
            <a:r>
              <a:rPr lang="en-US" sz="2000" dirty="0">
                <a:solidFill>
                  <a:srgbClr val="FF0000"/>
                </a:solidFill>
              </a:rPr>
              <a:t>].</a:t>
            </a:r>
            <a:r>
              <a:rPr lang="en-US" sz="2000" b="1" dirty="0">
                <a:solidFill>
                  <a:srgbClr val="FF0000"/>
                </a:solidFill>
              </a:rPr>
              <a:t>join</a:t>
            </a:r>
            <a:r>
              <a:rPr lang="en-US" sz="2000" dirty="0">
                <a:solidFill>
                  <a:srgbClr val="FF0000"/>
                </a:solidFill>
              </a:rPr>
              <a:t>(); </a:t>
            </a:r>
            <a:r>
              <a:rPr lang="en-US" sz="2000" b="1" u="sng" dirty="0">
                <a:solidFill>
                  <a:srgbClr val="FF0000"/>
                </a:solidFill>
              </a:rPr>
              <a:t>// wait for thread to finish!</a:t>
            </a:r>
            <a:r>
              <a:rPr lang="en-US" sz="2000" b="1" u="sng" dirty="0"/>
              <a:t> </a:t>
            </a:r>
          </a:p>
          <a:p>
            <a:pPr marL="0" indent="0">
              <a:buNone/>
            </a:pPr>
            <a:r>
              <a:rPr lang="en-US" sz="2000" dirty="0"/>
              <a:t>		</a:t>
            </a:r>
            <a:r>
              <a:rPr lang="en-US" sz="2000" dirty="0" err="1"/>
              <a:t>ans</a:t>
            </a:r>
            <a:r>
              <a:rPr lang="en-US" sz="2000" dirty="0"/>
              <a:t> += threads[</a:t>
            </a:r>
            <a:r>
              <a:rPr lang="en-US" sz="2000" dirty="0" err="1"/>
              <a:t>i</a:t>
            </a:r>
            <a:r>
              <a:rPr lang="en-US" sz="2000" dirty="0"/>
              <a:t>].</a:t>
            </a:r>
            <a:r>
              <a:rPr lang="en-US" sz="2000" dirty="0" err="1"/>
              <a:t>ans</a:t>
            </a:r>
            <a:r>
              <a:rPr lang="en-US" sz="2000" dirty="0"/>
              <a:t>; </a:t>
            </a:r>
          </a:p>
          <a:p>
            <a:pPr marL="0" indent="0">
              <a:buNone/>
            </a:pPr>
            <a:r>
              <a:rPr lang="en-US" sz="2000" dirty="0"/>
              <a:t>	}</a:t>
            </a:r>
          </a:p>
          <a:p>
            <a:pPr marL="0" indent="0">
              <a:buNone/>
            </a:pPr>
            <a:r>
              <a:rPr lang="en-US" sz="2000" dirty="0"/>
              <a:t>	return </a:t>
            </a:r>
            <a:r>
              <a:rPr lang="en-US" sz="2000" dirty="0" err="1"/>
              <a:t>ans</a:t>
            </a:r>
            <a:r>
              <a:rPr lang="en-US" sz="2000" dirty="0"/>
              <a:t>; </a:t>
            </a:r>
          </a:p>
          <a:p>
            <a:pPr marL="0" indent="0">
              <a:buNone/>
            </a:pPr>
            <a:r>
              <a:rPr lang="en-US" sz="2000" dirty="0"/>
              <a:t>}</a:t>
            </a:r>
          </a:p>
          <a:p>
            <a:pPr marL="0" indent="0">
              <a:buNone/>
            </a:pPr>
            <a:endParaRPr lang="en-US" sz="2000" dirty="0"/>
          </a:p>
          <a:p>
            <a:pPr marL="0" indent="0">
              <a:buNone/>
            </a:pPr>
            <a:endParaRPr lang="en-US" sz="2000" dirty="0"/>
          </a:p>
        </p:txBody>
      </p:sp>
      <p:sp>
        <p:nvSpPr>
          <p:cNvPr id="5" name="TextBox 4">
            <a:extLst>
              <a:ext uri="{FF2B5EF4-FFF2-40B4-BE49-F238E27FC236}">
                <a16:creationId xmlns:a16="http://schemas.microsoft.com/office/drawing/2014/main" id="{EE755A95-7029-B2FC-FE33-D0B5D99526B6}"/>
              </a:ext>
            </a:extLst>
          </p:cNvPr>
          <p:cNvSpPr txBox="1"/>
          <p:nvPr/>
        </p:nvSpPr>
        <p:spPr>
          <a:xfrm>
            <a:off x="7246629" y="5116010"/>
            <a:ext cx="4945371" cy="1631216"/>
          </a:xfrm>
          <a:prstGeom prst="rect">
            <a:avLst/>
          </a:prstGeom>
          <a:noFill/>
          <a:ln>
            <a:solidFill>
              <a:schemeClr val="tx1"/>
            </a:solidFill>
          </a:ln>
        </p:spPr>
        <p:txBody>
          <a:bodyPr wrap="square" rtlCol="0">
            <a:spAutoFit/>
          </a:bodyPr>
          <a:lstStyle/>
          <a:p>
            <a:pPr marL="0" indent="0">
              <a:buNone/>
            </a:pPr>
            <a:r>
              <a:rPr lang="en-US" sz="2000" dirty="0"/>
              <a:t>class </a:t>
            </a:r>
            <a:r>
              <a:rPr lang="en-US" sz="2000" dirty="0" err="1"/>
              <a:t>SumThread</a:t>
            </a:r>
            <a:r>
              <a:rPr lang="en-US" sz="2000" dirty="0"/>
              <a:t> extends</a:t>
            </a:r>
            <a:r>
              <a:rPr lang="en-US" sz="2000" b="1" dirty="0"/>
              <a:t> </a:t>
            </a:r>
            <a:r>
              <a:rPr lang="en-US" sz="2000" b="1" dirty="0" err="1"/>
              <a:t>java.lang.Thread</a:t>
            </a:r>
            <a:r>
              <a:rPr lang="en-US" sz="2000" b="1" dirty="0"/>
              <a:t> </a:t>
            </a:r>
            <a:r>
              <a:rPr lang="en-US" sz="2000" dirty="0"/>
              <a:t>{ </a:t>
            </a:r>
          </a:p>
          <a:p>
            <a:pPr marL="0" indent="0">
              <a:buNone/>
            </a:pPr>
            <a:r>
              <a:rPr lang="en-US" sz="2000" dirty="0"/>
              <a:t>	int lo, int hi, int[] </a:t>
            </a:r>
            <a:r>
              <a:rPr lang="en-US" sz="2000" dirty="0" err="1"/>
              <a:t>arr</a:t>
            </a:r>
            <a:r>
              <a:rPr lang="en-US" sz="2000" dirty="0"/>
              <a:t>; int </a:t>
            </a:r>
            <a:r>
              <a:rPr lang="en-US" sz="2000" dirty="0" err="1"/>
              <a:t>ans</a:t>
            </a:r>
            <a:r>
              <a:rPr lang="en-US" sz="2000" dirty="0"/>
              <a:t> = 0; </a:t>
            </a:r>
          </a:p>
          <a:p>
            <a:pPr marL="0" indent="0">
              <a:buNone/>
            </a:pPr>
            <a:r>
              <a:rPr lang="en-US" sz="2000" dirty="0"/>
              <a:t>	</a:t>
            </a:r>
            <a:r>
              <a:rPr lang="en-US" sz="2000" dirty="0" err="1"/>
              <a:t>SumThread</a:t>
            </a:r>
            <a:r>
              <a:rPr lang="en-US" sz="2000" dirty="0"/>
              <a:t>(int[] a, int l, int h) { … } </a:t>
            </a:r>
          </a:p>
          <a:p>
            <a:pPr marL="0" indent="0">
              <a:buNone/>
            </a:pPr>
            <a:r>
              <a:rPr lang="en-US" sz="2000" dirty="0"/>
              <a:t>	public void </a:t>
            </a:r>
            <a:r>
              <a:rPr lang="en-US" sz="2000" b="1" dirty="0"/>
              <a:t>run</a:t>
            </a:r>
            <a:r>
              <a:rPr lang="en-US" sz="2000" dirty="0"/>
              <a:t>(){ … } // override </a:t>
            </a:r>
          </a:p>
          <a:p>
            <a:pPr marL="0" indent="0">
              <a:buNone/>
            </a:pPr>
            <a:r>
              <a:rPr lang="en-US" sz="2000"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FFE28D7-235A-6889-BA47-612AFB3A659B}"/>
                  </a:ext>
                </a:extLst>
              </p14:cNvPr>
              <p14:cNvContentPartPr/>
              <p14:nvPr/>
            </p14:nvContentPartPr>
            <p14:xfrm>
              <a:off x="1751400" y="4984200"/>
              <a:ext cx="820800" cy="187200"/>
            </p14:xfrm>
          </p:contentPart>
        </mc:Choice>
        <mc:Fallback>
          <p:pic>
            <p:nvPicPr>
              <p:cNvPr id="4" name="Ink 3">
                <a:extLst>
                  <a:ext uri="{FF2B5EF4-FFF2-40B4-BE49-F238E27FC236}">
                    <a16:creationId xmlns:a16="http://schemas.microsoft.com/office/drawing/2014/main" id="{FFFE28D7-235A-6889-BA47-612AFB3A659B}"/>
                  </a:ext>
                </a:extLst>
              </p:cNvPr>
              <p:cNvPicPr/>
              <p:nvPr/>
            </p:nvPicPr>
            <p:blipFill>
              <a:blip r:embed="rId3"/>
              <a:stretch>
                <a:fillRect/>
              </a:stretch>
            </p:blipFill>
            <p:spPr>
              <a:xfrm>
                <a:off x="1742040" y="4974840"/>
                <a:ext cx="839520" cy="205920"/>
              </a:xfrm>
              <a:prstGeom prst="rect">
                <a:avLst/>
              </a:prstGeom>
            </p:spPr>
          </p:pic>
        </mc:Fallback>
      </mc:AlternateContent>
    </p:spTree>
    <p:extLst>
      <p:ext uri="{BB962C8B-B14F-4D97-AF65-F5344CB8AC3E}">
        <p14:creationId xmlns:p14="http://schemas.microsoft.com/office/powerpoint/2010/main" val="1214579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63C1-5521-D45D-E440-0444EF4C17FD}"/>
              </a:ext>
            </a:extLst>
          </p:cNvPr>
          <p:cNvSpPr>
            <a:spLocks noGrp="1"/>
          </p:cNvSpPr>
          <p:nvPr>
            <p:ph type="title"/>
          </p:nvPr>
        </p:nvSpPr>
        <p:spPr/>
        <p:txBody>
          <a:bodyPr/>
          <a:lstStyle/>
          <a:p>
            <a:r>
              <a:rPr lang="en-US" dirty="0"/>
              <a:t>Join</a:t>
            </a:r>
          </a:p>
        </p:txBody>
      </p:sp>
      <p:sp>
        <p:nvSpPr>
          <p:cNvPr id="3" name="Content Placeholder 2">
            <a:extLst>
              <a:ext uri="{FF2B5EF4-FFF2-40B4-BE49-F238E27FC236}">
                <a16:creationId xmlns:a16="http://schemas.microsoft.com/office/drawing/2014/main" id="{F362FFAD-B503-391F-86B4-CEC6F2739D5A}"/>
              </a:ext>
            </a:extLst>
          </p:cNvPr>
          <p:cNvSpPr>
            <a:spLocks noGrp="1"/>
          </p:cNvSpPr>
          <p:nvPr>
            <p:ph idx="1"/>
          </p:nvPr>
        </p:nvSpPr>
        <p:spPr/>
        <p:txBody>
          <a:bodyPr/>
          <a:lstStyle/>
          <a:p>
            <a:r>
              <a:rPr lang="en-US" dirty="0"/>
              <a:t>Causes program to pause until the other thread completes its </a:t>
            </a:r>
            <a:r>
              <a:rPr lang="en-US" b="1" dirty="0"/>
              <a:t>run</a:t>
            </a:r>
            <a:r>
              <a:rPr lang="en-US" dirty="0"/>
              <a:t> method</a:t>
            </a:r>
          </a:p>
          <a:p>
            <a:r>
              <a:rPr lang="en-US" dirty="0"/>
              <a:t>Avoids a </a:t>
            </a:r>
            <a:r>
              <a:rPr lang="en-US" b="1" dirty="0"/>
              <a:t>race condition</a:t>
            </a:r>
          </a:p>
          <a:p>
            <a:pPr lvl="1"/>
            <a:r>
              <a:rPr lang="en-US" dirty="0"/>
              <a:t>Without join the other thread’s </a:t>
            </a:r>
            <a:r>
              <a:rPr lang="en-US" b="1" dirty="0" err="1">
                <a:latin typeface="Consolas" panose="020B0609020204030204" pitchFamily="49" charset="0"/>
              </a:rPr>
              <a:t>ans</a:t>
            </a:r>
            <a:r>
              <a:rPr lang="en-US" b="1" dirty="0"/>
              <a:t> </a:t>
            </a:r>
            <a:r>
              <a:rPr lang="en-US" dirty="0"/>
              <a:t>field may not have its final answer yet</a:t>
            </a:r>
            <a:endParaRPr lang="en-US" b="1"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21DD6E4-E78E-E6E3-C7C8-DF75B1780FB2}"/>
                  </a:ext>
                </a:extLst>
              </p14:cNvPr>
              <p14:cNvContentPartPr/>
              <p14:nvPr/>
            </p14:nvContentPartPr>
            <p14:xfrm>
              <a:off x="4700880" y="2544120"/>
              <a:ext cx="538200" cy="303480"/>
            </p14:xfrm>
          </p:contentPart>
        </mc:Choice>
        <mc:Fallback>
          <p:pic>
            <p:nvPicPr>
              <p:cNvPr id="4" name="Ink 3">
                <a:extLst>
                  <a:ext uri="{FF2B5EF4-FFF2-40B4-BE49-F238E27FC236}">
                    <a16:creationId xmlns:a16="http://schemas.microsoft.com/office/drawing/2014/main" id="{621DD6E4-E78E-E6E3-C7C8-DF75B1780FB2}"/>
                  </a:ext>
                </a:extLst>
              </p:cNvPr>
              <p:cNvPicPr/>
              <p:nvPr/>
            </p:nvPicPr>
            <p:blipFill>
              <a:blip r:embed="rId3"/>
              <a:stretch>
                <a:fillRect/>
              </a:stretch>
            </p:blipFill>
            <p:spPr>
              <a:xfrm>
                <a:off x="4691520" y="2534760"/>
                <a:ext cx="556920" cy="322200"/>
              </a:xfrm>
              <a:prstGeom prst="rect">
                <a:avLst/>
              </a:prstGeom>
            </p:spPr>
          </p:pic>
        </mc:Fallback>
      </mc:AlternateContent>
    </p:spTree>
    <p:extLst>
      <p:ext uri="{BB962C8B-B14F-4D97-AF65-F5344CB8AC3E}">
        <p14:creationId xmlns:p14="http://schemas.microsoft.com/office/powerpoint/2010/main" val="4080049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A6C1-93DF-495D-602D-49210F28BAD1}"/>
              </a:ext>
            </a:extLst>
          </p:cNvPr>
          <p:cNvSpPr>
            <a:spLocks noGrp="1"/>
          </p:cNvSpPr>
          <p:nvPr>
            <p:ph type="title"/>
          </p:nvPr>
        </p:nvSpPr>
        <p:spPr/>
        <p:txBody>
          <a:bodyPr/>
          <a:lstStyle/>
          <a:p>
            <a:r>
              <a:rPr lang="en-US" dirty="0"/>
              <a:t>Recap so far</a:t>
            </a:r>
          </a:p>
        </p:txBody>
      </p:sp>
      <p:sp>
        <p:nvSpPr>
          <p:cNvPr id="3" name="Content Placeholder 2">
            <a:extLst>
              <a:ext uri="{FF2B5EF4-FFF2-40B4-BE49-F238E27FC236}">
                <a16:creationId xmlns:a16="http://schemas.microsoft.com/office/drawing/2014/main" id="{53C56DD1-9D61-8A13-DC3F-AAE49123DC21}"/>
              </a:ext>
            </a:extLst>
          </p:cNvPr>
          <p:cNvSpPr>
            <a:spLocks noGrp="1"/>
          </p:cNvSpPr>
          <p:nvPr>
            <p:ph idx="1"/>
          </p:nvPr>
        </p:nvSpPr>
        <p:spPr/>
        <p:txBody>
          <a:bodyPr/>
          <a:lstStyle/>
          <a:p>
            <a:r>
              <a:rPr lang="en-US" dirty="0"/>
              <a:t>Way to </a:t>
            </a:r>
            <a:r>
              <a:rPr lang="en-US" b="1" dirty="0"/>
              <a:t>create threads</a:t>
            </a:r>
            <a:r>
              <a:rPr lang="en-US" dirty="0"/>
              <a:t>, and run them in parallel</a:t>
            </a:r>
          </a:p>
          <a:p>
            <a:pPr lvl="1"/>
            <a:r>
              <a:rPr lang="en-US" dirty="0"/>
              <a:t>C extends </a:t>
            </a:r>
            <a:r>
              <a:rPr lang="en-US" dirty="0" err="1"/>
              <a:t>java.lang.Thread</a:t>
            </a:r>
            <a:endParaRPr lang="en-US" dirty="0"/>
          </a:p>
          <a:p>
            <a:pPr lvl="1"/>
            <a:r>
              <a:rPr lang="en-US" dirty="0" err="1"/>
              <a:t>C.start</a:t>
            </a:r>
            <a:r>
              <a:rPr lang="en-US" dirty="0"/>
              <a:t>()</a:t>
            </a:r>
          </a:p>
          <a:p>
            <a:r>
              <a:rPr lang="en-US" dirty="0"/>
              <a:t>Way to </a:t>
            </a:r>
            <a:r>
              <a:rPr lang="en-US" b="1" dirty="0"/>
              <a:t>wait for threads to finish</a:t>
            </a:r>
          </a:p>
          <a:p>
            <a:pPr lvl="1"/>
            <a:r>
              <a:rPr lang="en-US" dirty="0" err="1"/>
              <a:t>C.join</a:t>
            </a:r>
            <a:r>
              <a:rPr lang="en-US" dirty="0"/>
              <a:t>()</a:t>
            </a:r>
          </a:p>
          <a:p>
            <a:endParaRPr lang="en-US" dirty="0"/>
          </a:p>
        </p:txBody>
      </p:sp>
    </p:spTree>
    <p:extLst>
      <p:ext uri="{BB962C8B-B14F-4D97-AF65-F5344CB8AC3E}">
        <p14:creationId xmlns:p14="http://schemas.microsoft.com/office/powerpoint/2010/main" val="148074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F661A-293A-A013-ED15-F860BDB261AA}"/>
              </a:ext>
            </a:extLst>
          </p:cNvPr>
          <p:cNvSpPr>
            <a:spLocks noGrp="1"/>
          </p:cNvSpPr>
          <p:nvPr>
            <p:ph type="title"/>
          </p:nvPr>
        </p:nvSpPr>
        <p:spPr>
          <a:xfrm>
            <a:off x="838200" y="365125"/>
            <a:ext cx="10515600" cy="884941"/>
          </a:xfrm>
        </p:spPr>
        <p:txBody>
          <a:bodyPr/>
          <a:lstStyle/>
          <a:p>
            <a:r>
              <a:rPr lang="en-US" dirty="0"/>
              <a:t>More Threads?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B19A66-0C07-0421-5EAB-AE1239BAD4A0}"/>
                  </a:ext>
                </a:extLst>
              </p:cNvPr>
              <p:cNvSpPr>
                <a:spLocks noGrp="1"/>
              </p:cNvSpPr>
              <p:nvPr>
                <p:ph idx="1"/>
              </p:nvPr>
            </p:nvSpPr>
            <p:spPr>
              <a:xfrm>
                <a:off x="838200" y="1466810"/>
                <a:ext cx="10515600" cy="4351338"/>
              </a:xfrm>
            </p:spPr>
            <p:txBody>
              <a:bodyPr/>
              <a:lstStyle/>
              <a:p>
                <a:r>
                  <a:rPr lang="en-US" b="1" dirty="0"/>
                  <a:t>Issue:</a:t>
                </a:r>
                <a:r>
                  <a:rPr lang="en-US" dirty="0"/>
                  <a:t> our parallel algorithm is not that parallel! Each thread takes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e>
                    </m:d>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b="1" dirty="0"/>
                  <a:t> </a:t>
                </a:r>
                <a:r>
                  <a:rPr lang="en-US" dirty="0"/>
                  <a:t>time.</a:t>
                </a:r>
              </a:p>
              <a:p>
                <a:r>
                  <a:rPr lang="en-US" b="1" dirty="0"/>
                  <a:t>Idea 1: </a:t>
                </a:r>
                <a:r>
                  <a:rPr lang="en-US" dirty="0"/>
                  <a:t>make # of threads (# of array chunks) a parameter. Each thread runs in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𝑘</m:t>
                            </m:r>
                          </m:den>
                        </m:f>
                      </m:e>
                    </m:d>
                  </m:oMath>
                </a14:m>
                <a:r>
                  <a:rPr lang="en-US" b="1" dirty="0"/>
                  <a:t> </a:t>
                </a:r>
                <a:r>
                  <a:rPr lang="en-US" dirty="0"/>
                  <a:t>time, combining takes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oMath>
                </a14:m>
                <a:r>
                  <a:rPr lang="en-US" dirty="0"/>
                  <a:t> time.</a:t>
                </a:r>
              </a:p>
              <a:p>
                <a:pPr lvl="1"/>
                <a:r>
                  <a:rPr lang="en-US" b="1" dirty="0"/>
                  <a:t>Pros</a:t>
                </a:r>
                <a:r>
                  <a:rPr lang="en-US" dirty="0"/>
                  <a:t>: Different machines have different # processors. More efficient/reusable across machines</a:t>
                </a:r>
              </a:p>
              <a:p>
                <a:pPr lvl="1"/>
                <a:r>
                  <a:rPr lang="en-US" b="1" dirty="0"/>
                  <a:t>Cons: </a:t>
                </a:r>
                <a:r>
                  <a:rPr lang="en-US" dirty="0"/>
                  <a:t>OS ultimately in charge of how processors get used, and perhaps not all subproblems take same amount of time</a:t>
                </a:r>
              </a:p>
              <a:p>
                <a:pPr lvl="2"/>
                <a:r>
                  <a:rPr lang="en-US" b="1" dirty="0"/>
                  <a:t>Runtime barrier</a:t>
                </a:r>
                <a:r>
                  <a:rPr lang="en-US" dirty="0"/>
                  <a:t>: cannot do better than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e>
                    </m:d>
                  </m:oMath>
                </a14:m>
                <a:endParaRPr lang="en-US" dirty="0"/>
              </a:p>
            </p:txBody>
          </p:sp>
        </mc:Choice>
        <mc:Fallback xmlns="">
          <p:sp>
            <p:nvSpPr>
              <p:cNvPr id="3" name="Content Placeholder 2">
                <a:extLst>
                  <a:ext uri="{FF2B5EF4-FFF2-40B4-BE49-F238E27FC236}">
                    <a16:creationId xmlns:a16="http://schemas.microsoft.com/office/drawing/2014/main" id="{21B19A66-0C07-0421-5EAB-AE1239BAD4A0}"/>
                  </a:ext>
                </a:extLst>
              </p:cNvPr>
              <p:cNvSpPr>
                <a:spLocks noGrp="1" noRot="1" noChangeAspect="1" noMove="1" noResize="1" noEditPoints="1" noAdjustHandles="1" noChangeArrowheads="1" noChangeShapeType="1" noTextEdit="1"/>
              </p:cNvSpPr>
              <p:nvPr>
                <p:ph idx="1"/>
              </p:nvPr>
            </p:nvSpPr>
            <p:spPr>
              <a:xfrm>
                <a:off x="838200" y="1466810"/>
                <a:ext cx="10515600" cy="4351338"/>
              </a:xfrm>
              <a:blipFill>
                <a:blip r:embed="rId2"/>
                <a:stretch>
                  <a:fillRect l="-1043" t="-2384" r="-928"/>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9DD00B7-E638-172A-5E8F-21A9DE50E399}"/>
                  </a:ext>
                </a:extLst>
              </p14:cNvPr>
              <p14:cNvContentPartPr/>
              <p14:nvPr/>
            </p14:nvContentPartPr>
            <p14:xfrm>
              <a:off x="7066800" y="3609720"/>
              <a:ext cx="1429200" cy="1445400"/>
            </p14:xfrm>
          </p:contentPart>
        </mc:Choice>
        <mc:Fallback>
          <p:pic>
            <p:nvPicPr>
              <p:cNvPr id="4" name="Ink 3">
                <a:extLst>
                  <a:ext uri="{FF2B5EF4-FFF2-40B4-BE49-F238E27FC236}">
                    <a16:creationId xmlns:a16="http://schemas.microsoft.com/office/drawing/2014/main" id="{59DD00B7-E638-172A-5E8F-21A9DE50E399}"/>
                  </a:ext>
                </a:extLst>
              </p:cNvPr>
              <p:cNvPicPr/>
              <p:nvPr/>
            </p:nvPicPr>
            <p:blipFill>
              <a:blip r:embed="rId4"/>
              <a:stretch>
                <a:fillRect/>
              </a:stretch>
            </p:blipFill>
            <p:spPr>
              <a:xfrm>
                <a:off x="7057440" y="3600360"/>
                <a:ext cx="1447920" cy="1464120"/>
              </a:xfrm>
              <a:prstGeom prst="rect">
                <a:avLst/>
              </a:prstGeom>
            </p:spPr>
          </p:pic>
        </mc:Fallback>
      </mc:AlternateContent>
    </p:spTree>
    <p:extLst>
      <p:ext uri="{BB962C8B-B14F-4D97-AF65-F5344CB8AC3E}">
        <p14:creationId xmlns:p14="http://schemas.microsoft.com/office/powerpoint/2010/main" val="69243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p:txBody>
          <a:bodyPr/>
          <a:lstStyle/>
          <a:p>
            <a:r>
              <a:rPr lang="en-US" dirty="0"/>
              <a:t>A Better Solution: Divide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p:txBody>
              <a:bodyPr/>
              <a:lstStyle/>
              <a:p>
                <a:r>
                  <a:rPr lang="en-US" b="1" dirty="0"/>
                  <a:t>Idea</a:t>
                </a:r>
                <a:r>
                  <a:rPr lang="en-US" dirty="0"/>
                  <a:t>: Each thread checks its input size. If smaller than </a:t>
                </a:r>
                <a14:m>
                  <m:oMath xmlns:m="http://schemas.openxmlformats.org/officeDocument/2006/math">
                    <m:r>
                      <a:rPr lang="en-US" b="0" i="1" smtClean="0">
                        <a:latin typeface="Cambria Math" panose="02040503050406030204" pitchFamily="18" charset="0"/>
                      </a:rPr>
                      <m:t>ℓ</m:t>
                    </m:r>
                  </m:oMath>
                </a14:m>
                <a:r>
                  <a:rPr lang="en-US" dirty="0"/>
                  <a:t>, sum sequentially. Otherwise, split the problem in half across two separate threads.</a:t>
                </a:r>
              </a:p>
              <a:p>
                <a:pPr lvl="1"/>
                <a14:m>
                  <m:oMath xmlns:m="http://schemas.openxmlformats.org/officeDocument/2006/math">
                    <m:r>
                      <a:rPr lang="en-US" b="0" i="1" smtClean="0">
                        <a:latin typeface="Cambria Math" panose="02040503050406030204" pitchFamily="18" charset="0"/>
                      </a:rPr>
                      <m:t>ℓ</m:t>
                    </m:r>
                  </m:oMath>
                </a14:m>
                <a:r>
                  <a:rPr lang="en-US" b="0" dirty="0"/>
                  <a:t> is the “sequential cutoff” (typical range: 500 to 5000)</a:t>
                </a:r>
              </a:p>
              <a:p>
                <a:pPr lvl="1"/>
                <a:r>
                  <a:rPr lang="en-US" dirty="0"/>
                  <a:t>Creating threads takes some time, at some point it’s more efficient to do things sequentially!</a:t>
                </a:r>
                <a:endParaRPr lang="en-US" b="0" dirty="0"/>
              </a:p>
              <a:p>
                <a:pPr lvl="1"/>
                <a:endParaRPr lang="en-US" dirty="0"/>
              </a:p>
            </p:txBody>
          </p:sp>
        </mc:Choice>
        <mc:Fallback xmlns="">
          <p:sp>
            <p:nvSpPr>
              <p:cNvPr id="3" name="Content Placeholder 2">
                <a:extLst>
                  <a:ext uri="{FF2B5EF4-FFF2-40B4-BE49-F238E27FC236}">
                    <a16:creationId xmlns:a16="http://schemas.microsoft.com/office/drawing/2014/main" id="{F875E3F7-A903-0324-9401-05583BAB884A}"/>
                  </a:ext>
                </a:extLst>
              </p:cNvPr>
              <p:cNvSpPr>
                <a:spLocks noGrp="1" noRot="1" noChangeAspect="1" noMove="1" noResize="1" noEditPoints="1" noAdjustHandles="1" noChangeArrowheads="1" noChangeShapeType="1" noTextEdit="1"/>
              </p:cNvSpPr>
              <p:nvPr>
                <p:ph idx="1"/>
              </p:nvPr>
            </p:nvSpPr>
            <p:spPr>
              <a:blipFill>
                <a:blip r:embed="rId2"/>
                <a:stretch>
                  <a:fillRect l="-1086" t="-2326" r="-603"/>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0E28CDD-2A48-C059-13C2-AB44D7CB8B22}"/>
                  </a:ext>
                </a:extLst>
              </p14:cNvPr>
              <p14:cNvContentPartPr/>
              <p14:nvPr/>
            </p14:nvContentPartPr>
            <p14:xfrm>
              <a:off x="1029240" y="1380960"/>
              <a:ext cx="8296560" cy="2556720"/>
            </p14:xfrm>
          </p:contentPart>
        </mc:Choice>
        <mc:Fallback>
          <p:pic>
            <p:nvPicPr>
              <p:cNvPr id="4" name="Ink 3">
                <a:extLst>
                  <a:ext uri="{FF2B5EF4-FFF2-40B4-BE49-F238E27FC236}">
                    <a16:creationId xmlns:a16="http://schemas.microsoft.com/office/drawing/2014/main" id="{D0E28CDD-2A48-C059-13C2-AB44D7CB8B22}"/>
                  </a:ext>
                </a:extLst>
              </p:cNvPr>
              <p:cNvPicPr/>
              <p:nvPr/>
            </p:nvPicPr>
            <p:blipFill>
              <a:blip r:embed="rId4"/>
              <a:stretch>
                <a:fillRect/>
              </a:stretch>
            </p:blipFill>
            <p:spPr>
              <a:xfrm>
                <a:off x="1019880" y="1371600"/>
                <a:ext cx="8315280" cy="2575440"/>
              </a:xfrm>
              <a:prstGeom prst="rect">
                <a:avLst/>
              </a:prstGeom>
            </p:spPr>
          </p:pic>
        </mc:Fallback>
      </mc:AlternateContent>
    </p:spTree>
    <p:extLst>
      <p:ext uri="{BB962C8B-B14F-4D97-AF65-F5344CB8AC3E}">
        <p14:creationId xmlns:p14="http://schemas.microsoft.com/office/powerpoint/2010/main" val="1282539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sp>
        <p:nvSpPr>
          <p:cNvPr id="3" name="Content Placeholder 2"/>
          <p:cNvSpPr>
            <a:spLocks noGrp="1"/>
          </p:cNvSpPr>
          <p:nvPr>
            <p:ph idx="4294967295"/>
          </p:nvPr>
        </p:nvSpPr>
        <p:spPr>
          <a:xfrm>
            <a:off x="2519680" y="1298448"/>
            <a:ext cx="9601200" cy="5257800"/>
          </a:xfrm>
        </p:spPr>
        <p:txBody>
          <a:bodyPr>
            <a:normAutofit/>
          </a:bodyPr>
          <a:lstStyle/>
          <a:p>
            <a:r>
              <a:rPr lang="en-US" b="1" dirty="0">
                <a:solidFill>
                  <a:srgbClr val="0070C0"/>
                </a:solidFill>
              </a:rPr>
              <a:t>Base Case</a:t>
            </a:r>
            <a:r>
              <a:rPr lang="en-US" b="1" dirty="0"/>
              <a:t>: </a:t>
            </a:r>
          </a:p>
          <a:p>
            <a:pPr lvl="1"/>
            <a:r>
              <a:rPr lang="en-US" dirty="0"/>
              <a:t>If the list is of length 1 or 0, it’s already sorted, so just return it</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a:t>
            </a:r>
          </a:p>
          <a:p>
            <a:pPr lvl="1"/>
            <a:endParaRPr lang="en-US" sz="2600" b="1" dirty="0"/>
          </a:p>
          <a:p>
            <a:r>
              <a:rPr lang="en-US" b="1" dirty="0">
                <a:solidFill>
                  <a:srgbClr val="0070C0"/>
                </a:solidFill>
              </a:rPr>
              <a:t>Conquer</a:t>
            </a:r>
            <a:r>
              <a:rPr lang="en-US" b="1" dirty="0"/>
              <a:t>:</a:t>
            </a:r>
          </a:p>
          <a:p>
            <a:pPr lvl="1"/>
            <a:r>
              <a:rPr lang="en-US" dirty="0"/>
              <a:t>Sort both lists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b="1" dirty="0"/>
              <a:t>Merge</a:t>
            </a:r>
            <a:r>
              <a:rPr lang="en-US" dirty="0"/>
              <a:t> sorted sublists into one sorted list</a:t>
            </a:r>
          </a:p>
        </p:txBody>
      </p:sp>
      <p:grpSp>
        <p:nvGrpSpPr>
          <p:cNvPr id="509" name="Group 508" descr="Our objective is to sort an array. For this example, the array is [5,8,2,9,4,1].">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492" name="Rectangle 491" descr="In the case that there is 0 or 1 element left we don't need to do anything else, since that sequence is already sorted.">
            <a:extLst>
              <a:ext uri="{FF2B5EF4-FFF2-40B4-BE49-F238E27FC236}">
                <a16:creationId xmlns:a16="http://schemas.microsoft.com/office/drawing/2014/main" id="{FA6038B4-F05D-6F20-8BFC-3AC6EC6FC6E8}"/>
              </a:ext>
            </a:extLst>
          </p:cNvPr>
          <p:cNvSpPr/>
          <p:nvPr/>
        </p:nvSpPr>
        <p:spPr>
          <a:xfrm>
            <a:off x="581660" y="1502728"/>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508" name="Group 507" descr="If we have 2 or more items left, split the array in half.&#10;&#10;For this example, the two half arrays will be [5,8,2] and [9,4,1].">
            <a:extLst>
              <a:ext uri="{FF2B5EF4-FFF2-40B4-BE49-F238E27FC236}">
                <a16:creationId xmlns:a16="http://schemas.microsoft.com/office/drawing/2014/main" id="{435895E0-AEA0-0940-5D39-646A13B54670}"/>
              </a:ext>
            </a:extLst>
          </p:cNvPr>
          <p:cNvGrpSpPr/>
          <p:nvPr/>
        </p:nvGrpSpPr>
        <p:grpSpPr>
          <a:xfrm>
            <a:off x="143510" y="2620011"/>
            <a:ext cx="2359660" cy="375920"/>
            <a:chOff x="7866380" y="4321811"/>
            <a:chExt cx="235966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5" name="Rectangle 504">
              <a:extLst>
                <a:ext uri="{FF2B5EF4-FFF2-40B4-BE49-F238E27FC236}">
                  <a16:creationId xmlns:a16="http://schemas.microsoft.com/office/drawing/2014/main" id="{F761104C-7C02-2944-984D-8E55BD05570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78" name="Group 77" descr="Recursively sort each of the halves. This gives us the two arrays [2,5,8] and [1,4,9]">
            <a:extLst>
              <a:ext uri="{FF2B5EF4-FFF2-40B4-BE49-F238E27FC236}">
                <a16:creationId xmlns:a16="http://schemas.microsoft.com/office/drawing/2014/main" id="{B9E74BD3-16BD-405D-B960-A8F2C73ADA12}"/>
              </a:ext>
            </a:extLst>
          </p:cNvPr>
          <p:cNvGrpSpPr/>
          <p:nvPr/>
        </p:nvGrpSpPr>
        <p:grpSpPr>
          <a:xfrm>
            <a:off x="143510" y="3929254"/>
            <a:ext cx="2359660" cy="375920"/>
            <a:chOff x="7866380" y="4321811"/>
            <a:chExt cx="2359660" cy="375920"/>
          </a:xfrm>
        </p:grpSpPr>
        <p:sp>
          <p:nvSpPr>
            <p:cNvPr id="79" name="Rectangle 78">
              <a:extLst>
                <a:ext uri="{FF2B5EF4-FFF2-40B4-BE49-F238E27FC236}">
                  <a16:creationId xmlns:a16="http://schemas.microsoft.com/office/drawing/2014/main" id="{0EC224A1-B18F-E6A5-748F-A75B1F455D67}"/>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78CEEEE7-FC40-57CE-4C6B-E3C2648A6C3D}"/>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24FE4E47-C824-4651-08D3-308F39FAFA47}"/>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4962A4A-98DB-B15A-FE92-B6E41220439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a:extLst>
                <a:ext uri="{FF2B5EF4-FFF2-40B4-BE49-F238E27FC236}">
                  <a16:creationId xmlns:a16="http://schemas.microsoft.com/office/drawing/2014/main" id="{326CC13B-3743-C67D-1189-37D1268C051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940576FB-AFD1-4D3B-05F0-A0B70A599B7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4" name="Group 3" descr="To get our final sorted list we merge together the two sorted half lists. To do this we compare the first values from each of the half list, removing the smaller of the two and adding it to a combined list. Repeat until all elements have been removed from one list.">
            <a:extLst>
              <a:ext uri="{FF2B5EF4-FFF2-40B4-BE49-F238E27FC236}">
                <a16:creationId xmlns:a16="http://schemas.microsoft.com/office/drawing/2014/main" id="{9E5B2C66-6C4B-8D6D-2F5A-7F20E1C109E9}"/>
              </a:ext>
            </a:extLst>
          </p:cNvPr>
          <p:cNvGrpSpPr/>
          <p:nvPr/>
        </p:nvGrpSpPr>
        <p:grpSpPr>
          <a:xfrm>
            <a:off x="142240" y="5252911"/>
            <a:ext cx="2359660" cy="1197991"/>
            <a:chOff x="142240" y="5252911"/>
            <a:chExt cx="2359660" cy="1197991"/>
          </a:xfrm>
        </p:grpSpPr>
        <p:grpSp>
          <p:nvGrpSpPr>
            <p:cNvPr id="85" name="Group 84">
              <a:extLst>
                <a:ext uri="{FF2B5EF4-FFF2-40B4-BE49-F238E27FC236}">
                  <a16:creationId xmlns:a16="http://schemas.microsoft.com/office/drawing/2014/main" id="{5405945E-100C-6B39-5FD1-BBBE0566368B}"/>
                </a:ext>
              </a:extLst>
            </p:cNvPr>
            <p:cNvGrpSpPr/>
            <p:nvPr/>
          </p:nvGrpSpPr>
          <p:grpSpPr>
            <a:xfrm>
              <a:off x="143510" y="6074982"/>
              <a:ext cx="2258060" cy="375920"/>
              <a:chOff x="7967980" y="4321811"/>
              <a:chExt cx="2258060" cy="375920"/>
            </a:xfrm>
          </p:grpSpPr>
          <p:sp>
            <p:nvSpPr>
              <p:cNvPr id="86" name="Rectangle 85">
                <a:extLst>
                  <a:ext uri="{FF2B5EF4-FFF2-40B4-BE49-F238E27FC236}">
                    <a16:creationId xmlns:a16="http://schemas.microsoft.com/office/drawing/2014/main" id="{0F3690BB-76CB-BAFE-26B3-260B537AE2D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7" name="Rectangle 86">
                <a:extLst>
                  <a:ext uri="{FF2B5EF4-FFF2-40B4-BE49-F238E27FC236}">
                    <a16:creationId xmlns:a16="http://schemas.microsoft.com/office/drawing/2014/main" id="{423CC625-C6EE-939F-59C6-8FDBF827024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8" name="Rectangle 87">
                <a:extLst>
                  <a:ext uri="{FF2B5EF4-FFF2-40B4-BE49-F238E27FC236}">
                    <a16:creationId xmlns:a16="http://schemas.microsoft.com/office/drawing/2014/main" id="{0B4D7055-02F7-A906-4A01-24889BAD29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Rectangle 88">
                <a:extLst>
                  <a:ext uri="{FF2B5EF4-FFF2-40B4-BE49-F238E27FC236}">
                    <a16:creationId xmlns:a16="http://schemas.microsoft.com/office/drawing/2014/main" id="{96CC5D9E-F542-E42E-4C24-9E7DC23692C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0" name="Rectangle 89">
                <a:extLst>
                  <a:ext uri="{FF2B5EF4-FFF2-40B4-BE49-F238E27FC236}">
                    <a16:creationId xmlns:a16="http://schemas.microsoft.com/office/drawing/2014/main" id="{40B29DFD-1138-7F9E-DB14-8EC859E21220}"/>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1" name="Rectangle 90">
                <a:extLst>
                  <a:ext uri="{FF2B5EF4-FFF2-40B4-BE49-F238E27FC236}">
                    <a16:creationId xmlns:a16="http://schemas.microsoft.com/office/drawing/2014/main" id="{C1A2089A-AFB5-4C8F-9B13-2BCC0A93AEA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95" name="Straight Arrow Connector 94">
              <a:extLst>
                <a:ext uri="{FF2B5EF4-FFF2-40B4-BE49-F238E27FC236}">
                  <a16:creationId xmlns:a16="http://schemas.microsoft.com/office/drawing/2014/main" id="{39760A4B-C884-D45E-2DBC-75690FDA2811}"/>
                </a:ext>
              </a:extLst>
            </p:cNvPr>
            <p:cNvCxnSpPr>
              <a:cxnSpLocks/>
              <a:stCxn id="101" idx="2"/>
              <a:endCxn id="86" idx="0"/>
            </p:cNvCxnSpPr>
            <p:nvPr/>
          </p:nvCxnSpPr>
          <p:spPr>
            <a:xfrm flipH="1">
              <a:off x="331470" y="5628831"/>
              <a:ext cx="12306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BA8329B-B184-BF44-2E73-57E81568BE4A}"/>
                </a:ext>
              </a:extLst>
            </p:cNvPr>
            <p:cNvGrpSpPr/>
            <p:nvPr/>
          </p:nvGrpSpPr>
          <p:grpSpPr>
            <a:xfrm>
              <a:off x="142240" y="5252911"/>
              <a:ext cx="2359660" cy="375920"/>
              <a:chOff x="7866380" y="4321811"/>
              <a:chExt cx="2359660" cy="375920"/>
            </a:xfrm>
          </p:grpSpPr>
          <p:sp>
            <p:nvSpPr>
              <p:cNvPr id="97" name="Rectangle 96">
                <a:extLst>
                  <a:ext uri="{FF2B5EF4-FFF2-40B4-BE49-F238E27FC236}">
                    <a16:creationId xmlns:a16="http://schemas.microsoft.com/office/drawing/2014/main" id="{F79926A6-DCE4-B48F-A5CB-5F011A4C0C72}"/>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9" name="Rectangle 98">
                <a:extLst>
                  <a:ext uri="{FF2B5EF4-FFF2-40B4-BE49-F238E27FC236}">
                    <a16:creationId xmlns:a16="http://schemas.microsoft.com/office/drawing/2014/main" id="{5D879902-45E2-374E-6352-92BEFC1772DA}"/>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0" name="Rectangle 99">
                <a:extLst>
                  <a:ext uri="{FF2B5EF4-FFF2-40B4-BE49-F238E27FC236}">
                    <a16:creationId xmlns:a16="http://schemas.microsoft.com/office/drawing/2014/main" id="{CAAC80FF-CC9B-8C57-D4EB-B9F52B08CF79}"/>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1" name="Rectangle 100">
                <a:extLst>
                  <a:ext uri="{FF2B5EF4-FFF2-40B4-BE49-F238E27FC236}">
                    <a16:creationId xmlns:a16="http://schemas.microsoft.com/office/drawing/2014/main" id="{9F991359-E10F-1CEE-641D-4D6B0901C70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2" name="Rectangle 101">
                <a:extLst>
                  <a:ext uri="{FF2B5EF4-FFF2-40B4-BE49-F238E27FC236}">
                    <a16:creationId xmlns:a16="http://schemas.microsoft.com/office/drawing/2014/main" id="{DC042204-CC9B-292C-960C-FB3A9E83AD7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3" name="Rectangle 102">
                <a:extLst>
                  <a:ext uri="{FF2B5EF4-FFF2-40B4-BE49-F238E27FC236}">
                    <a16:creationId xmlns:a16="http://schemas.microsoft.com/office/drawing/2014/main" id="{2038750F-0C93-3541-CBB6-23133514AD7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106" name="Straight Arrow Connector 105">
              <a:extLst>
                <a:ext uri="{FF2B5EF4-FFF2-40B4-BE49-F238E27FC236}">
                  <a16:creationId xmlns:a16="http://schemas.microsoft.com/office/drawing/2014/main" id="{402132B9-9C9F-E2DC-3604-45581B49A1B6}"/>
                </a:ext>
              </a:extLst>
            </p:cNvPr>
            <p:cNvCxnSpPr>
              <a:cxnSpLocks/>
              <a:stCxn id="97" idx="2"/>
              <a:endCxn id="87" idx="0"/>
            </p:cNvCxnSpPr>
            <p:nvPr/>
          </p:nvCxnSpPr>
          <p:spPr>
            <a:xfrm>
              <a:off x="330200" y="5628831"/>
              <a:ext cx="37719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8AB2DD9-25E5-A2C3-5B30-1A2098D2A7B5}"/>
                </a:ext>
              </a:extLst>
            </p:cNvPr>
            <p:cNvCxnSpPr>
              <a:cxnSpLocks/>
              <a:stCxn id="102" idx="2"/>
              <a:endCxn id="88" idx="0"/>
            </p:cNvCxnSpPr>
            <p:nvPr/>
          </p:nvCxnSpPr>
          <p:spPr>
            <a:xfrm flipH="1">
              <a:off x="1085850" y="5628831"/>
              <a:ext cx="85217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64C6B2E-65E1-999F-AE4C-0C9B90029F04}"/>
                </a:ext>
              </a:extLst>
            </p:cNvPr>
            <p:cNvCxnSpPr>
              <a:cxnSpLocks/>
              <a:stCxn id="99" idx="2"/>
              <a:endCxn id="89" idx="0"/>
            </p:cNvCxnSpPr>
            <p:nvPr/>
          </p:nvCxnSpPr>
          <p:spPr>
            <a:xfrm>
              <a:off x="706120" y="5628831"/>
              <a:ext cx="75565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BF20938-E610-9740-E5E4-C2A73A8D0BB5}"/>
                </a:ext>
              </a:extLst>
            </p:cNvPr>
            <p:cNvCxnSpPr>
              <a:cxnSpLocks/>
              <a:stCxn id="100" idx="2"/>
              <a:endCxn id="90" idx="0"/>
            </p:cNvCxnSpPr>
            <p:nvPr/>
          </p:nvCxnSpPr>
          <p:spPr>
            <a:xfrm>
              <a:off x="1084580" y="5628831"/>
              <a:ext cx="75311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660D801-269E-358E-2F73-D1FECEE60AAA}"/>
                </a:ext>
              </a:extLst>
            </p:cNvPr>
            <p:cNvCxnSpPr>
              <a:cxnSpLocks/>
              <a:stCxn id="103" idx="2"/>
              <a:endCxn id="91" idx="0"/>
            </p:cNvCxnSpPr>
            <p:nvPr/>
          </p:nvCxnSpPr>
          <p:spPr>
            <a:xfrm flipH="1">
              <a:off x="2213610" y="5628831"/>
              <a:ext cx="1003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EF21C2E-8520-82B7-F0A8-A12BAAC5D501}"/>
                  </a:ext>
                </a:extLst>
              </p14:cNvPr>
              <p14:cNvContentPartPr/>
              <p14:nvPr/>
            </p14:nvContentPartPr>
            <p14:xfrm>
              <a:off x="1020240" y="689040"/>
              <a:ext cx="3674880" cy="5045760"/>
            </p14:xfrm>
          </p:contentPart>
        </mc:Choice>
        <mc:Fallback>
          <p:pic>
            <p:nvPicPr>
              <p:cNvPr id="5" name="Ink 4">
                <a:extLst>
                  <a:ext uri="{FF2B5EF4-FFF2-40B4-BE49-F238E27FC236}">
                    <a16:creationId xmlns:a16="http://schemas.microsoft.com/office/drawing/2014/main" id="{4EF21C2E-8520-82B7-F0A8-A12BAAC5D501}"/>
                  </a:ext>
                </a:extLst>
              </p:cNvPr>
              <p:cNvPicPr/>
              <p:nvPr/>
            </p:nvPicPr>
            <p:blipFill>
              <a:blip r:embed="rId3"/>
              <a:stretch>
                <a:fillRect/>
              </a:stretch>
            </p:blipFill>
            <p:spPr>
              <a:xfrm>
                <a:off x="1010880" y="679680"/>
                <a:ext cx="3693600" cy="5064480"/>
              </a:xfrm>
              <a:prstGeom prst="rect">
                <a:avLst/>
              </a:prstGeom>
            </p:spPr>
          </p:pic>
        </mc:Fallback>
      </mc:AlternateContent>
    </p:spTree>
    <p:extLst>
      <p:ext uri="{BB962C8B-B14F-4D97-AF65-F5344CB8AC3E}">
        <p14:creationId xmlns:p14="http://schemas.microsoft.com/office/powerpoint/2010/main" val="2397798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Sum</a:t>
            </a:r>
          </a:p>
        </p:txBody>
      </p:sp>
      <p:sp>
        <p:nvSpPr>
          <p:cNvPr id="3" name="Content Placeholder 2"/>
          <p:cNvSpPr>
            <a:spLocks noGrp="1"/>
          </p:cNvSpPr>
          <p:nvPr>
            <p:ph idx="4294967295"/>
          </p:nvPr>
        </p:nvSpPr>
        <p:spPr>
          <a:xfrm>
            <a:off x="2834640" y="1298448"/>
            <a:ext cx="9601200" cy="5257800"/>
          </a:xfrm>
        </p:spPr>
        <p:txBody>
          <a:bodyPr>
            <a:normAutofit lnSpcReduction="10000"/>
          </a:bodyPr>
          <a:lstStyle/>
          <a:p>
            <a:r>
              <a:rPr lang="en-US" b="1" dirty="0">
                <a:solidFill>
                  <a:srgbClr val="0070C0"/>
                </a:solidFill>
              </a:rPr>
              <a:t>Base Case</a:t>
            </a:r>
            <a:r>
              <a:rPr lang="en-US" b="1" dirty="0"/>
              <a:t>: </a:t>
            </a:r>
          </a:p>
          <a:p>
            <a:pPr lvl="1"/>
            <a:r>
              <a:rPr lang="en-US" dirty="0"/>
              <a:t>If the list’s length is smaller than the Sequential Cutoff, find the sum sequentially</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 create a Thread to sum each </a:t>
            </a:r>
            <a:r>
              <a:rPr lang="en-US" dirty="0" err="1"/>
              <a:t>sublist</a:t>
            </a:r>
            <a:r>
              <a:rPr lang="en-US" dirty="0"/>
              <a:t>.</a:t>
            </a:r>
          </a:p>
          <a:p>
            <a:pPr lvl="1"/>
            <a:endParaRPr lang="en-US" sz="2600" b="1" dirty="0"/>
          </a:p>
          <a:p>
            <a:r>
              <a:rPr lang="en-US" b="1" dirty="0">
                <a:solidFill>
                  <a:srgbClr val="0070C0"/>
                </a:solidFill>
              </a:rPr>
              <a:t>Conquer</a:t>
            </a:r>
            <a:r>
              <a:rPr lang="en-US" b="1" dirty="0"/>
              <a:t>:</a:t>
            </a:r>
          </a:p>
          <a:p>
            <a:pPr lvl="1"/>
            <a:r>
              <a:rPr lang="en-US" dirty="0"/>
              <a:t>Call </a:t>
            </a:r>
            <a:r>
              <a:rPr lang="en-US" b="1" dirty="0"/>
              <a:t>start()</a:t>
            </a:r>
            <a:r>
              <a:rPr lang="en-US" dirty="0"/>
              <a:t> for each thread</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Sum together the answers from each thread</a:t>
            </a:r>
          </a:p>
        </p:txBody>
      </p:sp>
      <p:grpSp>
        <p:nvGrpSpPr>
          <p:cNvPr id="509" name="Group 508" descr="Our objective is to sum an array. For this example, the array is [5,8,2,9,4,1].">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492" name="Rectangle 491" descr="In the case that the number of elements remaining is small (less than the sequential cutoff) then we sum the remaining elements using a for loop. Store the sum in a field for other threads to be able to access.">
            <a:extLst>
              <a:ext uri="{FF2B5EF4-FFF2-40B4-BE49-F238E27FC236}">
                <a16:creationId xmlns:a16="http://schemas.microsoft.com/office/drawing/2014/main" id="{FA6038B4-F05D-6F20-8BFC-3AC6EC6FC6E8}"/>
              </a:ext>
            </a:extLst>
          </p:cNvPr>
          <p:cNvSpPr/>
          <p:nvPr/>
        </p:nvSpPr>
        <p:spPr>
          <a:xfrm>
            <a:off x="1644650" y="1416320"/>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10" name="Group 9" descr="If the input size is larger than the sequential cutoff, split the array in half and create a different thread object that is responsible for summing each half.&#10;&#10;For this example, the two half arrays will be [5,8,2] and [9,4,1].">
            <a:extLst>
              <a:ext uri="{FF2B5EF4-FFF2-40B4-BE49-F238E27FC236}">
                <a16:creationId xmlns:a16="http://schemas.microsoft.com/office/drawing/2014/main" id="{AEC4B864-BB04-B6A1-362F-48E82FF837B9}"/>
              </a:ext>
            </a:extLst>
          </p:cNvPr>
          <p:cNvGrpSpPr/>
          <p:nvPr/>
        </p:nvGrpSpPr>
        <p:grpSpPr>
          <a:xfrm>
            <a:off x="93980" y="2348040"/>
            <a:ext cx="2657475" cy="1269460"/>
            <a:chOff x="93980" y="2348040"/>
            <a:chExt cx="2657475" cy="1269460"/>
          </a:xfrm>
        </p:grpSpPr>
        <p:sp>
          <p:nvSpPr>
            <p:cNvPr id="7" name="Oval 6">
              <a:extLst>
                <a:ext uri="{FF2B5EF4-FFF2-40B4-BE49-F238E27FC236}">
                  <a16:creationId xmlns:a16="http://schemas.microsoft.com/office/drawing/2014/main" id="{EF575254-41CC-6117-69BB-AA6A6B04E779}"/>
                </a:ext>
              </a:extLst>
            </p:cNvPr>
            <p:cNvSpPr/>
            <p:nvPr/>
          </p:nvSpPr>
          <p:spPr>
            <a:xfrm>
              <a:off x="1289685" y="2843435"/>
              <a:ext cx="1461770" cy="7740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A39FC21-3D03-EF67-C981-7CACE917ADAB}"/>
                </a:ext>
              </a:extLst>
            </p:cNvPr>
            <p:cNvSpPr/>
            <p:nvPr/>
          </p:nvSpPr>
          <p:spPr>
            <a:xfrm>
              <a:off x="93980" y="2348040"/>
              <a:ext cx="1461770" cy="7740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192B1A21-2F85-3236-2A77-C1954DA64AE5}"/>
                </a:ext>
              </a:extLst>
            </p:cNvPr>
            <p:cNvGrpSpPr/>
            <p:nvPr/>
          </p:nvGrpSpPr>
          <p:grpSpPr>
            <a:xfrm>
              <a:off x="237490" y="2551305"/>
              <a:ext cx="1130300" cy="375920"/>
              <a:chOff x="143510" y="2620011"/>
              <a:chExt cx="113030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143510" y="26200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519430" y="26200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97890" y="26200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grpSp>
        <p:grpSp>
          <p:nvGrpSpPr>
            <p:cNvPr id="6" name="Group 5">
              <a:extLst>
                <a:ext uri="{FF2B5EF4-FFF2-40B4-BE49-F238E27FC236}">
                  <a16:creationId xmlns:a16="http://schemas.microsoft.com/office/drawing/2014/main" id="{3E2E2AA1-7B76-E91A-CE2C-A7371E23370F}"/>
                </a:ext>
              </a:extLst>
            </p:cNvPr>
            <p:cNvGrpSpPr/>
            <p:nvPr/>
          </p:nvGrpSpPr>
          <p:grpSpPr>
            <a:xfrm>
              <a:off x="1456690" y="3038477"/>
              <a:ext cx="1127760" cy="375920"/>
              <a:chOff x="1375410" y="2620011"/>
              <a:chExt cx="1127760" cy="375920"/>
            </a:xfrm>
          </p:grpSpPr>
          <p:sp>
            <p:nvSpPr>
              <p:cNvPr id="505" name="Rectangle 504">
                <a:extLst>
                  <a:ext uri="{FF2B5EF4-FFF2-40B4-BE49-F238E27FC236}">
                    <a16:creationId xmlns:a16="http://schemas.microsoft.com/office/drawing/2014/main" id="{F761104C-7C02-2944-984D-8E55BD055701}"/>
                  </a:ext>
                </a:extLst>
              </p:cNvPr>
              <p:cNvSpPr/>
              <p:nvPr/>
            </p:nvSpPr>
            <p:spPr>
              <a:xfrm>
                <a:off x="1375410" y="26200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1751330" y="26200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2127250" y="26200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grpSp>
        <p:nvGrpSpPr>
          <p:cNvPr id="11" name="Group 10" descr="Call start on each thread object so that it computes the sum.&#10;&#10;For this example the left half has sum 15 and the right half has sum 14.">
            <a:extLst>
              <a:ext uri="{FF2B5EF4-FFF2-40B4-BE49-F238E27FC236}">
                <a16:creationId xmlns:a16="http://schemas.microsoft.com/office/drawing/2014/main" id="{012C3711-C923-75F0-2A48-259FE9A2C06B}"/>
              </a:ext>
            </a:extLst>
          </p:cNvPr>
          <p:cNvGrpSpPr/>
          <p:nvPr/>
        </p:nvGrpSpPr>
        <p:grpSpPr>
          <a:xfrm>
            <a:off x="93980" y="3761773"/>
            <a:ext cx="2657475" cy="1269460"/>
            <a:chOff x="93980" y="3761773"/>
            <a:chExt cx="2657475" cy="1269460"/>
          </a:xfrm>
        </p:grpSpPr>
        <p:sp>
          <p:nvSpPr>
            <p:cNvPr id="8" name="Oval 7">
              <a:extLst>
                <a:ext uri="{FF2B5EF4-FFF2-40B4-BE49-F238E27FC236}">
                  <a16:creationId xmlns:a16="http://schemas.microsoft.com/office/drawing/2014/main" id="{2CA69CF6-037A-334E-FEC2-8110B16AEB48}"/>
                </a:ext>
              </a:extLst>
            </p:cNvPr>
            <p:cNvSpPr/>
            <p:nvPr/>
          </p:nvSpPr>
          <p:spPr>
            <a:xfrm>
              <a:off x="1289685" y="4257168"/>
              <a:ext cx="1461770" cy="7740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ans</a:t>
              </a:r>
              <a:r>
                <a:rPr lang="en-US" dirty="0"/>
                <a:t>=14</a:t>
              </a:r>
            </a:p>
          </p:txBody>
        </p:sp>
        <p:sp>
          <p:nvSpPr>
            <p:cNvPr id="9" name="Oval 8">
              <a:extLst>
                <a:ext uri="{FF2B5EF4-FFF2-40B4-BE49-F238E27FC236}">
                  <a16:creationId xmlns:a16="http://schemas.microsoft.com/office/drawing/2014/main" id="{3E195090-1FB6-FC8A-6412-64367170B34F}"/>
                </a:ext>
              </a:extLst>
            </p:cNvPr>
            <p:cNvSpPr/>
            <p:nvPr/>
          </p:nvSpPr>
          <p:spPr>
            <a:xfrm>
              <a:off x="93980" y="3761773"/>
              <a:ext cx="1461770" cy="7740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ans</a:t>
              </a:r>
              <a:r>
                <a:rPr lang="en-US" dirty="0"/>
                <a:t>=15</a:t>
              </a:r>
            </a:p>
          </p:txBody>
        </p:sp>
      </p:grpSp>
      <p:grpSp>
        <p:nvGrpSpPr>
          <p:cNvPr id="12" name="Group 11" descr="The sums for each thread will be stored in a field of the respective thread. Retrieve the value in that field for each thread that summed a sublist, add those together, and store that value in this threads answer field.">
            <a:extLst>
              <a:ext uri="{FF2B5EF4-FFF2-40B4-BE49-F238E27FC236}">
                <a16:creationId xmlns:a16="http://schemas.microsoft.com/office/drawing/2014/main" id="{20C978C3-47FC-746B-FD64-FC053CD97FD1}"/>
              </a:ext>
            </a:extLst>
          </p:cNvPr>
          <p:cNvGrpSpPr/>
          <p:nvPr/>
        </p:nvGrpSpPr>
        <p:grpSpPr>
          <a:xfrm>
            <a:off x="725805" y="4535838"/>
            <a:ext cx="1461770" cy="2003074"/>
            <a:chOff x="725805" y="4535838"/>
            <a:chExt cx="1461770" cy="2003074"/>
          </a:xfrm>
        </p:grpSpPr>
        <p:sp>
          <p:nvSpPr>
            <p:cNvPr id="20" name="Oval 19">
              <a:extLst>
                <a:ext uri="{FF2B5EF4-FFF2-40B4-BE49-F238E27FC236}">
                  <a16:creationId xmlns:a16="http://schemas.microsoft.com/office/drawing/2014/main" id="{09FA29DD-05CB-510A-8E3D-6F42572D2E79}"/>
                </a:ext>
              </a:extLst>
            </p:cNvPr>
            <p:cNvSpPr/>
            <p:nvPr/>
          </p:nvSpPr>
          <p:spPr>
            <a:xfrm>
              <a:off x="725805" y="5764847"/>
              <a:ext cx="1461770" cy="77406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ans</a:t>
              </a:r>
              <a:r>
                <a:rPr lang="en-US" dirty="0"/>
                <a:t>=29</a:t>
              </a:r>
            </a:p>
          </p:txBody>
        </p:sp>
        <p:cxnSp>
          <p:nvCxnSpPr>
            <p:cNvPr id="22" name="Straight Arrow Connector 21">
              <a:extLst>
                <a:ext uri="{FF2B5EF4-FFF2-40B4-BE49-F238E27FC236}">
                  <a16:creationId xmlns:a16="http://schemas.microsoft.com/office/drawing/2014/main" id="{375A6B43-385D-5ED4-4884-6E82175F833A}"/>
                </a:ext>
              </a:extLst>
            </p:cNvPr>
            <p:cNvCxnSpPr>
              <a:cxnSpLocks/>
              <a:stCxn id="9" idx="4"/>
              <a:endCxn id="20" idx="0"/>
            </p:cNvCxnSpPr>
            <p:nvPr/>
          </p:nvCxnSpPr>
          <p:spPr>
            <a:xfrm>
              <a:off x="824865" y="4535838"/>
              <a:ext cx="631825" cy="12290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B432E7F-A225-8FB2-194C-1222AF907A44}"/>
                </a:ext>
              </a:extLst>
            </p:cNvPr>
            <p:cNvCxnSpPr>
              <a:cxnSpLocks/>
              <a:stCxn id="8" idx="4"/>
              <a:endCxn id="20" idx="0"/>
            </p:cNvCxnSpPr>
            <p:nvPr/>
          </p:nvCxnSpPr>
          <p:spPr>
            <a:xfrm flipH="1">
              <a:off x="1456690" y="5031233"/>
              <a:ext cx="563880" cy="7336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B3727405-5A53-C8EF-1B6C-C2D662A5DE57}"/>
                  </a:ext>
                </a:extLst>
              </p14:cNvPr>
              <p14:cNvContentPartPr/>
              <p14:nvPr/>
            </p14:nvContentPartPr>
            <p14:xfrm>
              <a:off x="2931120" y="3064680"/>
              <a:ext cx="6646320" cy="2927160"/>
            </p14:xfrm>
          </p:contentPart>
        </mc:Choice>
        <mc:Fallback>
          <p:pic>
            <p:nvPicPr>
              <p:cNvPr id="13" name="Ink 12">
                <a:extLst>
                  <a:ext uri="{FF2B5EF4-FFF2-40B4-BE49-F238E27FC236}">
                    <a16:creationId xmlns:a16="http://schemas.microsoft.com/office/drawing/2014/main" id="{B3727405-5A53-C8EF-1B6C-C2D662A5DE57}"/>
                  </a:ext>
                </a:extLst>
              </p:cNvPr>
              <p:cNvPicPr/>
              <p:nvPr/>
            </p:nvPicPr>
            <p:blipFill>
              <a:blip r:embed="rId3"/>
              <a:stretch>
                <a:fillRect/>
              </a:stretch>
            </p:blipFill>
            <p:spPr>
              <a:xfrm>
                <a:off x="2921760" y="3055320"/>
                <a:ext cx="6665040" cy="2945880"/>
              </a:xfrm>
              <a:prstGeom prst="rect">
                <a:avLst/>
              </a:prstGeom>
            </p:spPr>
          </p:pic>
        </mc:Fallback>
      </mc:AlternateContent>
    </p:spTree>
    <p:extLst>
      <p:ext uri="{BB962C8B-B14F-4D97-AF65-F5344CB8AC3E}">
        <p14:creationId xmlns:p14="http://schemas.microsoft.com/office/powerpoint/2010/main" val="965880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C9BBB-9BE7-D82F-B8C0-DAD52D254E42}"/>
              </a:ext>
            </a:extLst>
          </p:cNvPr>
          <p:cNvSpPr>
            <a:spLocks noGrp="1"/>
          </p:cNvSpPr>
          <p:nvPr>
            <p:ph type="title"/>
          </p:nvPr>
        </p:nvSpPr>
        <p:spPr/>
        <p:txBody>
          <a:bodyPr/>
          <a:lstStyle/>
          <a:p>
            <a:r>
              <a:rPr lang="en-US" dirty="0"/>
              <a:t>Parallel Divide and Conquer Pseudocode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21B2505-2D47-E31F-0A12-C46F99515C0B}"/>
                  </a:ext>
                </a:extLst>
              </p:cNvPr>
              <p:cNvSpPr txBox="1"/>
              <p:nvPr/>
            </p:nvSpPr>
            <p:spPr>
              <a:xfrm>
                <a:off x="2824223" y="1906550"/>
                <a:ext cx="8206450" cy="3293209"/>
              </a:xfrm>
              <a:prstGeom prst="rect">
                <a:avLst/>
              </a:prstGeom>
              <a:noFill/>
            </p:spPr>
            <p:txBody>
              <a:bodyPr wrap="square" rtlCol="0">
                <a:spAutoFit/>
              </a:bodyPr>
              <a:lstStyle/>
              <a:p>
                <a:r>
                  <a:rPr lang="en-US" sz="2600" b="1" dirty="0" err="1"/>
                  <a:t>RecursiveSum</a:t>
                </a:r>
                <a:r>
                  <a:rPr lang="en-US" sz="2600" dirty="0"/>
                  <a:t>(</a:t>
                </a:r>
                <a:r>
                  <a:rPr lang="en-US" sz="2600" dirty="0" err="1"/>
                  <a:t>arr</a:t>
                </a:r>
                <a:r>
                  <a:rPr lang="en-US" sz="2600" dirty="0"/>
                  <a:t>)</a:t>
                </a:r>
              </a:p>
              <a:p>
                <a:pPr marL="457200" indent="-457200">
                  <a:buFont typeface="+mj-lt"/>
                  <a:buAutoNum type="arabicPeriod"/>
                </a:pPr>
                <a:r>
                  <a:rPr lang="en-US" sz="2600" b="1" dirty="0"/>
                  <a:t>If </a:t>
                </a:r>
                <a:r>
                  <a:rPr lang="en-US" sz="2600" dirty="0" err="1"/>
                  <a:t>len</a:t>
                </a:r>
                <a:r>
                  <a:rPr lang="en-US" sz="2600" dirty="0"/>
                  <a:t>(</a:t>
                </a:r>
                <a:r>
                  <a:rPr lang="en-US" sz="2600" dirty="0" err="1"/>
                  <a:t>arr</a:t>
                </a:r>
                <a:r>
                  <a:rPr lang="en-US" sz="2600" dirty="0"/>
                  <a:t>) &lt; </a:t>
                </a:r>
                <a14:m>
                  <m:oMath xmlns:m="http://schemas.openxmlformats.org/officeDocument/2006/math">
                    <m:r>
                      <a:rPr lang="en-US" sz="2600" b="0" i="1" smtClean="0">
                        <a:latin typeface="Cambria Math" panose="02040503050406030204" pitchFamily="18" charset="0"/>
                      </a:rPr>
                      <m:t>ℓ</m:t>
                    </m:r>
                  </m:oMath>
                </a14:m>
                <a:r>
                  <a:rPr lang="en-US" sz="2600" b="0" dirty="0"/>
                  <a:t>: return sum of elements in </a:t>
                </a:r>
                <a:r>
                  <a:rPr lang="en-US" sz="2600" b="0" dirty="0" err="1"/>
                  <a:t>arr</a:t>
                </a:r>
                <a:endParaRPr lang="en-US" sz="2600" b="0" dirty="0"/>
              </a:p>
              <a:p>
                <a:pPr marL="457200" indent="-457200">
                  <a:buFont typeface="+mj-lt"/>
                  <a:buAutoNum type="arabicPeriod"/>
                </a:pPr>
                <a:r>
                  <a:rPr lang="en-US" sz="2600" b="1" dirty="0"/>
                  <a:t>Else:</a:t>
                </a:r>
              </a:p>
              <a:p>
                <a:pPr marL="914400" lvl="1" indent="-457200">
                  <a:buFont typeface="+mj-lt"/>
                  <a:buAutoNum type="arabicPeriod"/>
                </a:pPr>
                <a:r>
                  <a:rPr lang="en-US" sz="2600" u="sng" dirty="0"/>
                  <a:t>Divide</a:t>
                </a:r>
                <a:r>
                  <a:rPr lang="en-US" sz="2600" dirty="0"/>
                  <a:t> </a:t>
                </a:r>
                <a:r>
                  <a:rPr lang="en-US" sz="2600" dirty="0" err="1"/>
                  <a:t>arr</a:t>
                </a:r>
                <a:r>
                  <a:rPr lang="en-US" sz="2600" dirty="0"/>
                  <a:t> in half into arr1 and arr2</a:t>
                </a:r>
              </a:p>
              <a:p>
                <a:pPr marL="914400" lvl="1" indent="-457200">
                  <a:buFont typeface="+mj-lt"/>
                  <a:buAutoNum type="arabicPeriod"/>
                </a:pPr>
                <a:r>
                  <a:rPr lang="en-US" sz="2600" u="sng" dirty="0"/>
                  <a:t>Conquer in parallel</a:t>
                </a:r>
                <a:r>
                  <a:rPr lang="en-US" sz="2600" dirty="0"/>
                  <a:t>: call </a:t>
                </a:r>
                <a:r>
                  <a:rPr lang="en-US" sz="2600" b="1" dirty="0" err="1"/>
                  <a:t>RecursiveSum</a:t>
                </a:r>
                <a:r>
                  <a:rPr lang="en-US" sz="2600" dirty="0"/>
                  <a:t>(arr1) and </a:t>
                </a:r>
                <a:r>
                  <a:rPr lang="en-US" sz="2600" b="1" dirty="0" err="1"/>
                  <a:t>RecursiveSum</a:t>
                </a:r>
                <a:r>
                  <a:rPr lang="en-US" sz="2600" dirty="0"/>
                  <a:t>(arr2) in new threads</a:t>
                </a:r>
              </a:p>
              <a:p>
                <a:pPr marL="457200" indent="-457200">
                  <a:buFont typeface="+mj-lt"/>
                  <a:buAutoNum type="arabicPeriod"/>
                </a:pPr>
                <a:r>
                  <a:rPr lang="en-US" sz="2600" u="sng" dirty="0"/>
                  <a:t>Wait</a:t>
                </a:r>
                <a:r>
                  <a:rPr lang="en-US" sz="2600" dirty="0"/>
                  <a:t> for the recursive calls/threads to finish</a:t>
                </a:r>
              </a:p>
              <a:p>
                <a:pPr marL="457200" indent="-457200">
                  <a:buFont typeface="+mj-lt"/>
                  <a:buAutoNum type="arabicPeriod"/>
                </a:pPr>
                <a:r>
                  <a:rPr lang="en-US" sz="2600" u="sng" dirty="0"/>
                  <a:t>Combine</a:t>
                </a:r>
                <a:r>
                  <a:rPr lang="en-US" sz="2600" dirty="0"/>
                  <a:t> the sum of the two recursive calls (and return)</a:t>
                </a:r>
                <a:endParaRPr lang="en-US" sz="2600" b="1" dirty="0"/>
              </a:p>
            </p:txBody>
          </p:sp>
        </mc:Choice>
        <mc:Fallback xmlns="">
          <p:sp>
            <p:nvSpPr>
              <p:cNvPr id="3" name="TextBox 2">
                <a:extLst>
                  <a:ext uri="{FF2B5EF4-FFF2-40B4-BE49-F238E27FC236}">
                    <a16:creationId xmlns:a16="http://schemas.microsoft.com/office/drawing/2014/main" id="{621B2505-2D47-E31F-0A12-C46F99515C0B}"/>
                  </a:ext>
                </a:extLst>
              </p:cNvPr>
              <p:cNvSpPr txBox="1">
                <a:spLocks noRot="1" noChangeAspect="1" noMove="1" noResize="1" noEditPoints="1" noAdjustHandles="1" noChangeArrowheads="1" noChangeShapeType="1" noTextEdit="1"/>
              </p:cNvSpPr>
              <p:nvPr/>
            </p:nvSpPr>
            <p:spPr>
              <a:xfrm>
                <a:off x="2824223" y="1906550"/>
                <a:ext cx="8206450" cy="3293209"/>
              </a:xfrm>
              <a:prstGeom prst="rect">
                <a:avLst/>
              </a:prstGeom>
              <a:blipFill>
                <a:blip r:embed="rId2"/>
                <a:stretch>
                  <a:fillRect l="-1391" t="-1923" r="-155" b="-423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1A15465-6195-5BB7-6BEA-1C9E2106E7DD}"/>
                  </a:ext>
                </a:extLst>
              </p14:cNvPr>
              <p14:cNvContentPartPr/>
              <p14:nvPr/>
            </p14:nvContentPartPr>
            <p14:xfrm>
              <a:off x="1693080" y="1644120"/>
              <a:ext cx="9586800" cy="3215160"/>
            </p14:xfrm>
          </p:contentPart>
        </mc:Choice>
        <mc:Fallback>
          <p:pic>
            <p:nvPicPr>
              <p:cNvPr id="4" name="Ink 3">
                <a:extLst>
                  <a:ext uri="{FF2B5EF4-FFF2-40B4-BE49-F238E27FC236}">
                    <a16:creationId xmlns:a16="http://schemas.microsoft.com/office/drawing/2014/main" id="{D1A15465-6195-5BB7-6BEA-1C9E2106E7DD}"/>
                  </a:ext>
                </a:extLst>
              </p:cNvPr>
              <p:cNvPicPr/>
              <p:nvPr/>
            </p:nvPicPr>
            <p:blipFill>
              <a:blip r:embed="rId4"/>
              <a:stretch>
                <a:fillRect/>
              </a:stretch>
            </p:blipFill>
            <p:spPr>
              <a:xfrm>
                <a:off x="1683720" y="1634760"/>
                <a:ext cx="9605520" cy="3233880"/>
              </a:xfrm>
              <a:prstGeom prst="rect">
                <a:avLst/>
              </a:prstGeom>
            </p:spPr>
          </p:pic>
        </mc:Fallback>
      </mc:AlternateContent>
    </p:spTree>
    <p:extLst>
      <p:ext uri="{BB962C8B-B14F-4D97-AF65-F5344CB8AC3E}">
        <p14:creationId xmlns:p14="http://schemas.microsoft.com/office/powerpoint/2010/main" val="427376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838200" y="-295275"/>
            <a:ext cx="10515600" cy="1325563"/>
          </a:xfrm>
        </p:spPr>
        <p:txBody>
          <a:bodyPr>
            <a:normAutofit/>
          </a:bodyPr>
          <a:lstStyle/>
          <a:p>
            <a:r>
              <a:rPr lang="en-US" sz="4000" dirty="0"/>
              <a:t>Divide and Conquer with Java Threads</a:t>
            </a:r>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150471" y="648182"/>
            <a:ext cx="11132209" cy="6311418"/>
          </a:xfrm>
        </p:spPr>
        <p:txBody>
          <a:bodyPr>
            <a:normAutofit fontScale="77500" lnSpcReduction="20000"/>
          </a:bodyPr>
          <a:lstStyle/>
          <a:p>
            <a:pPr marL="0" indent="0">
              <a:buNone/>
            </a:pPr>
            <a:r>
              <a:rPr lang="en-US" dirty="0"/>
              <a:t>class </a:t>
            </a:r>
            <a:r>
              <a:rPr lang="en-US" dirty="0" err="1"/>
              <a:t>SumThread</a:t>
            </a:r>
            <a:r>
              <a:rPr lang="en-US" dirty="0"/>
              <a:t> extends </a:t>
            </a:r>
            <a:r>
              <a:rPr lang="en-US" dirty="0" err="1"/>
              <a:t>java.lang.Thread</a:t>
            </a:r>
            <a:r>
              <a:rPr lang="en-US" dirty="0"/>
              <a:t> { </a:t>
            </a:r>
          </a:p>
          <a:p>
            <a:pPr marL="0" indent="0">
              <a:buNone/>
            </a:pPr>
            <a:r>
              <a:rPr lang="en-US" dirty="0"/>
              <a:t>	public void run(){ // override </a:t>
            </a:r>
          </a:p>
          <a:p>
            <a:pPr marL="0" indent="0">
              <a:buNone/>
            </a:pPr>
            <a:r>
              <a:rPr lang="en-US" dirty="0"/>
              <a:t>		if(hi – lo &lt; SEQUENTIAL_CUTOFF) // “base case”</a:t>
            </a:r>
          </a:p>
          <a:p>
            <a:pPr marL="0" indent="0">
              <a:buNone/>
            </a:pPr>
            <a:r>
              <a:rPr lang="en-US" dirty="0"/>
              <a:t>			for(int </a:t>
            </a:r>
            <a:r>
              <a:rPr lang="en-US" dirty="0" err="1"/>
              <a:t>i</a:t>
            </a:r>
            <a:r>
              <a:rPr lang="en-US" dirty="0"/>
              <a:t>=lo; </a:t>
            </a:r>
            <a:r>
              <a:rPr lang="en-US" dirty="0" err="1"/>
              <a:t>i</a:t>
            </a:r>
            <a:r>
              <a:rPr lang="en-US" dirty="0"/>
              <a:t> &lt; hi; </a:t>
            </a:r>
            <a:r>
              <a:rPr lang="en-US" dirty="0" err="1"/>
              <a:t>i</a:t>
            </a:r>
            <a:r>
              <a:rPr lang="en-US" dirty="0"/>
              <a:t>++) </a:t>
            </a:r>
            <a:r>
              <a:rPr lang="en-US" dirty="0" err="1"/>
              <a:t>ans</a:t>
            </a:r>
            <a:r>
              <a:rPr lang="en-US" dirty="0"/>
              <a:t> += </a:t>
            </a:r>
            <a:r>
              <a:rPr lang="en-US" dirty="0" err="1"/>
              <a:t>arr</a:t>
            </a:r>
            <a:r>
              <a:rPr lang="en-US" dirty="0"/>
              <a:t>[</a:t>
            </a:r>
            <a:r>
              <a:rPr lang="en-US" dirty="0" err="1"/>
              <a:t>i</a:t>
            </a:r>
            <a:r>
              <a:rPr lang="en-US" dirty="0"/>
              <a:t>]; </a:t>
            </a:r>
          </a:p>
          <a:p>
            <a:pPr marL="0" indent="0">
              <a:buNone/>
            </a:pPr>
            <a:r>
              <a:rPr lang="en-US" dirty="0"/>
              <a:t>		else { </a:t>
            </a:r>
          </a:p>
          <a:p>
            <a:pPr marL="0" indent="0">
              <a:buNone/>
            </a:pPr>
            <a:r>
              <a:rPr lang="en-US" dirty="0"/>
              <a:t>			</a:t>
            </a:r>
            <a:r>
              <a:rPr lang="en-US" dirty="0" err="1"/>
              <a:t>SumThread</a:t>
            </a:r>
            <a:r>
              <a:rPr lang="en-US" dirty="0"/>
              <a:t> left = new </a:t>
            </a:r>
            <a:r>
              <a:rPr lang="en-US" dirty="0" err="1"/>
              <a:t>SumThread</a:t>
            </a:r>
            <a:r>
              <a:rPr lang="en-US" dirty="0"/>
              <a:t>(</a:t>
            </a:r>
            <a:r>
              <a:rPr lang="en-US" dirty="0" err="1"/>
              <a:t>arr,lo</a:t>
            </a:r>
            <a:r>
              <a:rPr lang="en-US" dirty="0"/>
              <a:t>,(</a:t>
            </a:r>
            <a:r>
              <a:rPr lang="en-US" dirty="0" err="1"/>
              <a:t>hi+lo</a:t>
            </a:r>
            <a:r>
              <a:rPr lang="en-US" dirty="0"/>
              <a:t>)/2); </a:t>
            </a:r>
            <a:r>
              <a:rPr lang="en-US" b="1" dirty="0"/>
              <a:t>// divide</a:t>
            </a:r>
          </a:p>
          <a:p>
            <a:pPr marL="0" indent="0">
              <a:buNone/>
            </a:pPr>
            <a:r>
              <a:rPr lang="en-US" dirty="0"/>
              <a:t>			</a:t>
            </a:r>
            <a:r>
              <a:rPr lang="en-US" dirty="0" err="1"/>
              <a:t>SumThread</a:t>
            </a:r>
            <a:r>
              <a:rPr lang="en-US" dirty="0"/>
              <a:t> right= new </a:t>
            </a:r>
            <a:r>
              <a:rPr lang="en-US" dirty="0" err="1"/>
              <a:t>SumThread</a:t>
            </a:r>
            <a:r>
              <a:rPr lang="en-US" dirty="0"/>
              <a:t>(</a:t>
            </a:r>
            <a:r>
              <a:rPr lang="en-US" dirty="0" err="1"/>
              <a:t>arr</a:t>
            </a:r>
            <a:r>
              <a:rPr lang="en-US" dirty="0"/>
              <a:t>,(</a:t>
            </a:r>
            <a:r>
              <a:rPr lang="en-US" dirty="0" err="1"/>
              <a:t>hi+lo</a:t>
            </a:r>
            <a:r>
              <a:rPr lang="en-US" dirty="0"/>
              <a:t>)/2,hi); </a:t>
            </a:r>
            <a:r>
              <a:rPr lang="en-US" b="1" dirty="0"/>
              <a:t>// divide</a:t>
            </a:r>
          </a:p>
          <a:p>
            <a:pPr marL="0" indent="0">
              <a:buNone/>
            </a:pPr>
            <a:r>
              <a:rPr lang="en-US" dirty="0"/>
              <a:t>			</a:t>
            </a:r>
            <a:r>
              <a:rPr lang="en-US" dirty="0" err="1"/>
              <a:t>left.start</a:t>
            </a:r>
            <a:r>
              <a:rPr lang="en-US" dirty="0"/>
              <a:t>(); </a:t>
            </a:r>
            <a:r>
              <a:rPr lang="en-US" dirty="0" err="1"/>
              <a:t>right.start</a:t>
            </a:r>
            <a:r>
              <a:rPr lang="en-US" dirty="0"/>
              <a:t>(); </a:t>
            </a:r>
            <a:r>
              <a:rPr lang="en-US" b="1" dirty="0"/>
              <a:t>// conquer</a:t>
            </a:r>
          </a:p>
          <a:p>
            <a:pPr marL="0" indent="0">
              <a:buNone/>
            </a:pPr>
            <a:r>
              <a:rPr lang="en-US" dirty="0"/>
              <a:t>			</a:t>
            </a:r>
            <a:r>
              <a:rPr lang="en-US" dirty="0" err="1"/>
              <a:t>left.join</a:t>
            </a:r>
            <a:r>
              <a:rPr lang="en-US" dirty="0"/>
              <a:t>(); </a:t>
            </a:r>
            <a:r>
              <a:rPr lang="en-US" dirty="0" err="1"/>
              <a:t>right.join</a:t>
            </a:r>
            <a:r>
              <a:rPr lang="en-US" dirty="0"/>
              <a:t>(); </a:t>
            </a:r>
            <a:r>
              <a:rPr lang="en-US" b="1" dirty="0"/>
              <a:t>// wait</a:t>
            </a:r>
            <a:r>
              <a:rPr lang="en-US" dirty="0"/>
              <a:t> </a:t>
            </a:r>
          </a:p>
          <a:p>
            <a:pPr marL="0" indent="0">
              <a:buNone/>
            </a:pPr>
            <a:r>
              <a:rPr lang="en-US" dirty="0"/>
              <a:t>			</a:t>
            </a:r>
            <a:r>
              <a:rPr lang="en-US" dirty="0" err="1"/>
              <a:t>ans</a:t>
            </a:r>
            <a:r>
              <a:rPr lang="en-US" dirty="0"/>
              <a:t> = </a:t>
            </a:r>
            <a:r>
              <a:rPr lang="en-US" dirty="0" err="1"/>
              <a:t>left.ans</a:t>
            </a:r>
            <a:r>
              <a:rPr lang="en-US" dirty="0"/>
              <a:t> + </a:t>
            </a:r>
            <a:r>
              <a:rPr lang="en-US" dirty="0" err="1"/>
              <a:t>right.ans</a:t>
            </a:r>
            <a:r>
              <a:rPr lang="en-US" dirty="0"/>
              <a:t>; </a:t>
            </a:r>
            <a:r>
              <a:rPr lang="en-US" b="1" dirty="0"/>
              <a:t>// combine </a:t>
            </a:r>
          </a:p>
          <a:p>
            <a:pPr marL="0" indent="0">
              <a:buNone/>
            </a:pPr>
            <a:r>
              <a:rPr lang="en-US" dirty="0"/>
              <a:t>		} </a:t>
            </a:r>
          </a:p>
          <a:p>
            <a:pPr marL="0" indent="0">
              <a:buNone/>
            </a:pPr>
            <a:r>
              <a:rPr lang="en-US" dirty="0"/>
              <a:t>	} </a:t>
            </a:r>
          </a:p>
          <a:p>
            <a:pPr marL="0" indent="0">
              <a:buNone/>
            </a:pPr>
            <a:r>
              <a:rPr lang="en-US" dirty="0"/>
              <a:t>} </a:t>
            </a:r>
          </a:p>
          <a:p>
            <a:pPr marL="0" indent="0">
              <a:buNone/>
            </a:pPr>
            <a:r>
              <a:rPr lang="en-US" dirty="0"/>
              <a:t>int sum(int[] </a:t>
            </a:r>
            <a:r>
              <a:rPr lang="en-US" dirty="0" err="1"/>
              <a:t>arr</a:t>
            </a:r>
            <a:r>
              <a:rPr lang="en-US" dirty="0"/>
              <a:t>){ // just make one thread! </a:t>
            </a:r>
          </a:p>
          <a:p>
            <a:pPr marL="0" indent="0">
              <a:buNone/>
            </a:pPr>
            <a:r>
              <a:rPr lang="en-US" dirty="0"/>
              <a:t>	</a:t>
            </a:r>
            <a:r>
              <a:rPr lang="en-US" dirty="0" err="1"/>
              <a:t>SumThread</a:t>
            </a:r>
            <a:r>
              <a:rPr lang="en-US" dirty="0"/>
              <a:t> t = new </a:t>
            </a:r>
            <a:r>
              <a:rPr lang="en-US" dirty="0" err="1"/>
              <a:t>SumThread</a:t>
            </a:r>
            <a:r>
              <a:rPr lang="en-US" dirty="0"/>
              <a:t>(arr,0,arr.length); </a:t>
            </a:r>
          </a:p>
          <a:p>
            <a:pPr marL="0" indent="0">
              <a:buNone/>
            </a:pPr>
            <a:r>
              <a:rPr lang="en-US" dirty="0"/>
              <a:t>	</a:t>
            </a:r>
            <a:r>
              <a:rPr lang="en-US" dirty="0" err="1"/>
              <a:t>t.run</a:t>
            </a:r>
            <a:r>
              <a:rPr lang="en-US" dirty="0"/>
              <a:t>(); </a:t>
            </a:r>
          </a:p>
          <a:p>
            <a:pPr marL="0" indent="0">
              <a:buNone/>
            </a:pPr>
            <a:r>
              <a:rPr lang="en-US" dirty="0"/>
              <a:t>	return </a:t>
            </a:r>
            <a:r>
              <a:rPr lang="en-US" dirty="0" err="1"/>
              <a:t>t.ans</a:t>
            </a:r>
            <a:r>
              <a:rPr lang="en-US" dirty="0"/>
              <a:t>; }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A904A47-DC53-60B6-DA09-0E3FFB335BC6}"/>
                  </a:ext>
                </a:extLst>
              </p14:cNvPr>
              <p14:cNvContentPartPr/>
              <p14:nvPr/>
            </p14:nvContentPartPr>
            <p14:xfrm>
              <a:off x="608400" y="802080"/>
              <a:ext cx="8013600" cy="4488840"/>
            </p14:xfrm>
          </p:contentPart>
        </mc:Choice>
        <mc:Fallback>
          <p:pic>
            <p:nvPicPr>
              <p:cNvPr id="4" name="Ink 3">
                <a:extLst>
                  <a:ext uri="{FF2B5EF4-FFF2-40B4-BE49-F238E27FC236}">
                    <a16:creationId xmlns:a16="http://schemas.microsoft.com/office/drawing/2014/main" id="{EA904A47-DC53-60B6-DA09-0E3FFB335BC6}"/>
                  </a:ext>
                </a:extLst>
              </p:cNvPr>
              <p:cNvPicPr/>
              <p:nvPr/>
            </p:nvPicPr>
            <p:blipFill>
              <a:blip r:embed="rId3"/>
              <a:stretch>
                <a:fillRect/>
              </a:stretch>
            </p:blipFill>
            <p:spPr>
              <a:xfrm>
                <a:off x="599040" y="792720"/>
                <a:ext cx="8032320" cy="4507560"/>
              </a:xfrm>
              <a:prstGeom prst="rect">
                <a:avLst/>
              </a:prstGeom>
            </p:spPr>
          </p:pic>
        </mc:Fallback>
      </mc:AlternateContent>
    </p:spTree>
    <p:extLst>
      <p:ext uri="{BB962C8B-B14F-4D97-AF65-F5344CB8AC3E}">
        <p14:creationId xmlns:p14="http://schemas.microsoft.com/office/powerpoint/2010/main" val="3015998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C7FF9-48AD-5783-82BA-EAAF212B00DE}"/>
              </a:ext>
            </a:extLst>
          </p:cNvPr>
          <p:cNvSpPr>
            <a:spLocks noGrp="1"/>
          </p:cNvSpPr>
          <p:nvPr>
            <p:ph type="title"/>
          </p:nvPr>
        </p:nvSpPr>
        <p:spPr/>
        <p:txBody>
          <a:bodyPr/>
          <a:lstStyle/>
          <a:p>
            <a:r>
              <a:rPr lang="en-US" dirty="0"/>
              <a:t>Small optimization</a:t>
            </a:r>
          </a:p>
        </p:txBody>
      </p:sp>
      <p:sp>
        <p:nvSpPr>
          <p:cNvPr id="3" name="Content Placeholder 2">
            <a:extLst>
              <a:ext uri="{FF2B5EF4-FFF2-40B4-BE49-F238E27FC236}">
                <a16:creationId xmlns:a16="http://schemas.microsoft.com/office/drawing/2014/main" id="{D619EE42-F47E-4647-9CD5-39B1C2916A38}"/>
              </a:ext>
            </a:extLst>
          </p:cNvPr>
          <p:cNvSpPr>
            <a:spLocks noGrp="1"/>
          </p:cNvSpPr>
          <p:nvPr>
            <p:ph idx="1"/>
          </p:nvPr>
        </p:nvSpPr>
        <p:spPr/>
        <p:txBody>
          <a:bodyPr/>
          <a:lstStyle/>
          <a:p>
            <a:r>
              <a:rPr lang="en-US" dirty="0"/>
              <a:t>Instead of calling two separate threads for the two subproblems, create one parallel thread (using </a:t>
            </a:r>
            <a:r>
              <a:rPr lang="en-US" b="1" dirty="0"/>
              <a:t>start</a:t>
            </a:r>
            <a:r>
              <a:rPr lang="en-US" dirty="0"/>
              <a:t>) and one sequential thread (using </a:t>
            </a:r>
            <a:r>
              <a:rPr lang="en-US" b="1" dirty="0"/>
              <a:t>run</a:t>
            </a:r>
            <a:r>
              <a:rPr lang="en-US" dirty="0"/>
              <a:t>)</a:t>
            </a:r>
          </a:p>
        </p:txBody>
      </p:sp>
    </p:spTree>
    <p:extLst>
      <p:ext uri="{BB962C8B-B14F-4D97-AF65-F5344CB8AC3E}">
        <p14:creationId xmlns:p14="http://schemas.microsoft.com/office/powerpoint/2010/main" val="928888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838200" y="-295275"/>
            <a:ext cx="10515600" cy="1325563"/>
          </a:xfrm>
        </p:spPr>
        <p:txBody>
          <a:bodyPr>
            <a:normAutofit/>
          </a:bodyPr>
          <a:lstStyle/>
          <a:p>
            <a:r>
              <a:rPr lang="en-US" sz="4000" dirty="0"/>
              <a:t>Divide and Conquer with Threads (optimized)</a:t>
            </a:r>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767080" y="579120"/>
            <a:ext cx="10515600" cy="6380480"/>
          </a:xfrm>
        </p:spPr>
        <p:txBody>
          <a:bodyPr>
            <a:normAutofit fontScale="62500" lnSpcReduction="20000"/>
          </a:bodyPr>
          <a:lstStyle/>
          <a:p>
            <a:pPr marL="0" indent="0">
              <a:buNone/>
            </a:pPr>
            <a:r>
              <a:rPr lang="en-US" dirty="0"/>
              <a:t>class </a:t>
            </a:r>
            <a:r>
              <a:rPr lang="en-US" dirty="0" err="1"/>
              <a:t>SumThread</a:t>
            </a:r>
            <a:r>
              <a:rPr lang="en-US" dirty="0"/>
              <a:t> extends </a:t>
            </a:r>
            <a:r>
              <a:rPr lang="en-US" dirty="0" err="1"/>
              <a:t>java.lang.Thread</a:t>
            </a:r>
            <a:r>
              <a:rPr lang="en-US" dirty="0"/>
              <a:t> { </a:t>
            </a:r>
          </a:p>
          <a:p>
            <a:pPr marL="0" indent="0">
              <a:buNone/>
            </a:pPr>
            <a:r>
              <a:rPr lang="en-US" dirty="0"/>
              <a:t>	public void run(){ // override </a:t>
            </a:r>
          </a:p>
          <a:p>
            <a:pPr marL="0" indent="0">
              <a:buNone/>
            </a:pPr>
            <a:r>
              <a:rPr lang="en-US" dirty="0"/>
              <a:t>		if(hi – lo &lt; SEQUENTIAL_CUTOFF) // “base case”</a:t>
            </a:r>
          </a:p>
          <a:p>
            <a:pPr marL="0" indent="0">
              <a:buNone/>
            </a:pPr>
            <a:r>
              <a:rPr lang="en-US" dirty="0"/>
              <a:t>			for(int </a:t>
            </a:r>
            <a:r>
              <a:rPr lang="en-US" dirty="0" err="1"/>
              <a:t>i</a:t>
            </a:r>
            <a:r>
              <a:rPr lang="en-US" dirty="0"/>
              <a:t>=lo; </a:t>
            </a:r>
            <a:r>
              <a:rPr lang="en-US" dirty="0" err="1"/>
              <a:t>i</a:t>
            </a:r>
            <a:r>
              <a:rPr lang="en-US" dirty="0"/>
              <a:t> &lt; hi; </a:t>
            </a:r>
            <a:r>
              <a:rPr lang="en-US" dirty="0" err="1"/>
              <a:t>i</a:t>
            </a:r>
            <a:r>
              <a:rPr lang="en-US" dirty="0"/>
              <a:t>++) </a:t>
            </a:r>
            <a:r>
              <a:rPr lang="en-US" dirty="0" err="1"/>
              <a:t>ans</a:t>
            </a:r>
            <a:r>
              <a:rPr lang="en-US" dirty="0"/>
              <a:t> += </a:t>
            </a:r>
            <a:r>
              <a:rPr lang="en-US" dirty="0" err="1"/>
              <a:t>arr</a:t>
            </a:r>
            <a:r>
              <a:rPr lang="en-US" dirty="0"/>
              <a:t>[</a:t>
            </a:r>
            <a:r>
              <a:rPr lang="en-US" dirty="0" err="1"/>
              <a:t>i</a:t>
            </a:r>
            <a:r>
              <a:rPr lang="en-US" dirty="0"/>
              <a:t>]; </a:t>
            </a:r>
          </a:p>
          <a:p>
            <a:pPr marL="0" indent="0">
              <a:buNone/>
            </a:pPr>
            <a:r>
              <a:rPr lang="en-US" dirty="0"/>
              <a:t>		else { </a:t>
            </a:r>
          </a:p>
          <a:p>
            <a:pPr marL="0" indent="0">
              <a:buNone/>
            </a:pPr>
            <a:r>
              <a:rPr lang="en-US" dirty="0"/>
              <a:t>			</a:t>
            </a:r>
            <a:r>
              <a:rPr lang="en-US" dirty="0" err="1"/>
              <a:t>SumThread</a:t>
            </a:r>
            <a:r>
              <a:rPr lang="en-US" dirty="0"/>
              <a:t> left = new </a:t>
            </a:r>
            <a:r>
              <a:rPr lang="en-US" dirty="0" err="1"/>
              <a:t>SumThread</a:t>
            </a:r>
            <a:r>
              <a:rPr lang="en-US" dirty="0"/>
              <a:t>(</a:t>
            </a:r>
            <a:r>
              <a:rPr lang="en-US" dirty="0" err="1"/>
              <a:t>arr,lo</a:t>
            </a:r>
            <a:r>
              <a:rPr lang="en-US" dirty="0"/>
              <a:t>,(</a:t>
            </a:r>
            <a:r>
              <a:rPr lang="en-US" dirty="0" err="1"/>
              <a:t>hi+lo</a:t>
            </a:r>
            <a:r>
              <a:rPr lang="en-US" dirty="0"/>
              <a:t>)/2); </a:t>
            </a:r>
            <a:r>
              <a:rPr lang="en-US" b="1" dirty="0"/>
              <a:t>// divide</a:t>
            </a:r>
          </a:p>
          <a:p>
            <a:pPr marL="0" indent="0">
              <a:buNone/>
            </a:pPr>
            <a:r>
              <a:rPr lang="en-US" dirty="0"/>
              <a:t>			</a:t>
            </a:r>
            <a:r>
              <a:rPr lang="en-US" dirty="0" err="1"/>
              <a:t>SumThread</a:t>
            </a:r>
            <a:r>
              <a:rPr lang="en-US" dirty="0"/>
              <a:t> right= new </a:t>
            </a:r>
            <a:r>
              <a:rPr lang="en-US" dirty="0" err="1"/>
              <a:t>SumThread</a:t>
            </a:r>
            <a:r>
              <a:rPr lang="en-US" dirty="0"/>
              <a:t>(</a:t>
            </a:r>
            <a:r>
              <a:rPr lang="en-US" dirty="0" err="1"/>
              <a:t>arr</a:t>
            </a:r>
            <a:r>
              <a:rPr lang="en-US" dirty="0"/>
              <a:t>,(</a:t>
            </a:r>
            <a:r>
              <a:rPr lang="en-US" dirty="0" err="1"/>
              <a:t>hi+lo</a:t>
            </a:r>
            <a:r>
              <a:rPr lang="en-US" dirty="0"/>
              <a:t>)/2,hi); </a:t>
            </a:r>
            <a:r>
              <a:rPr lang="en-US" b="1" dirty="0"/>
              <a:t>// divide</a:t>
            </a:r>
          </a:p>
          <a:p>
            <a:pPr marL="0" indent="0">
              <a:buNone/>
            </a:pPr>
            <a:r>
              <a:rPr lang="en-US" dirty="0"/>
              <a:t>			</a:t>
            </a:r>
            <a:r>
              <a:rPr lang="en-US" dirty="0" err="1"/>
              <a:t>left.start</a:t>
            </a:r>
            <a:r>
              <a:rPr lang="en-US" dirty="0"/>
              <a:t>(); </a:t>
            </a:r>
            <a:r>
              <a:rPr lang="en-US" b="1" dirty="0"/>
              <a:t>// conquer </a:t>
            </a:r>
            <a:r>
              <a:rPr lang="en-US" dirty="0"/>
              <a:t>in parallel in </a:t>
            </a:r>
            <a:r>
              <a:rPr lang="en-US" b="1" dirty="0"/>
              <a:t>new </a:t>
            </a:r>
            <a:r>
              <a:rPr lang="en-US" dirty="0"/>
              <a:t>thread</a:t>
            </a:r>
          </a:p>
          <a:p>
            <a:pPr marL="0" indent="0">
              <a:buNone/>
            </a:pPr>
            <a:r>
              <a:rPr lang="en-US" dirty="0"/>
              <a:t>			</a:t>
            </a:r>
            <a:r>
              <a:rPr lang="en-US" dirty="0" err="1"/>
              <a:t>right.</a:t>
            </a:r>
            <a:r>
              <a:rPr lang="en-US" dirty="0" err="1">
                <a:solidFill>
                  <a:srgbClr val="FF0000"/>
                </a:solidFill>
              </a:rPr>
              <a:t>run</a:t>
            </a:r>
            <a:r>
              <a:rPr lang="en-US" dirty="0"/>
              <a:t>(); </a:t>
            </a:r>
            <a:r>
              <a:rPr lang="en-US" b="1" dirty="0"/>
              <a:t>// conquer </a:t>
            </a:r>
            <a:r>
              <a:rPr lang="en-US" dirty="0"/>
              <a:t>in </a:t>
            </a:r>
            <a:r>
              <a:rPr lang="en-US" b="1" dirty="0"/>
              <a:t>this </a:t>
            </a:r>
            <a:r>
              <a:rPr lang="en-US" dirty="0"/>
              <a:t>thread</a:t>
            </a:r>
            <a:r>
              <a:rPr lang="en-US" b="1" dirty="0"/>
              <a:t> </a:t>
            </a:r>
          </a:p>
          <a:p>
            <a:pPr marL="0" indent="0">
              <a:buNone/>
            </a:pPr>
            <a:r>
              <a:rPr lang="en-US" dirty="0"/>
              <a:t>			</a:t>
            </a:r>
            <a:r>
              <a:rPr lang="en-US" dirty="0" err="1"/>
              <a:t>left.join</a:t>
            </a:r>
            <a:r>
              <a:rPr lang="en-US" dirty="0"/>
              <a:t>(); // don’t move this up a line – why? </a:t>
            </a:r>
          </a:p>
          <a:p>
            <a:pPr marL="0" indent="0">
              <a:buNone/>
            </a:pPr>
            <a:r>
              <a:rPr lang="en-US" dirty="0"/>
              <a:t>			</a:t>
            </a:r>
            <a:r>
              <a:rPr lang="en-US" dirty="0">
                <a:solidFill>
                  <a:srgbClr val="FF0000"/>
                </a:solidFill>
              </a:rPr>
              <a:t>//</a:t>
            </a:r>
            <a:r>
              <a:rPr lang="en-US" dirty="0" err="1">
                <a:solidFill>
                  <a:srgbClr val="FF0000"/>
                </a:solidFill>
              </a:rPr>
              <a:t>right.join</a:t>
            </a:r>
            <a:r>
              <a:rPr lang="en-US" dirty="0">
                <a:solidFill>
                  <a:srgbClr val="FF0000"/>
                </a:solidFill>
              </a:rPr>
              <a:t>();</a:t>
            </a:r>
            <a:r>
              <a:rPr lang="en-US" dirty="0"/>
              <a:t> </a:t>
            </a:r>
          </a:p>
          <a:p>
            <a:pPr marL="0" indent="0">
              <a:buNone/>
            </a:pPr>
            <a:r>
              <a:rPr lang="en-US" dirty="0"/>
              <a:t>			</a:t>
            </a:r>
            <a:r>
              <a:rPr lang="en-US" dirty="0" err="1"/>
              <a:t>ans</a:t>
            </a:r>
            <a:r>
              <a:rPr lang="en-US" dirty="0"/>
              <a:t> = </a:t>
            </a:r>
            <a:r>
              <a:rPr lang="en-US" dirty="0" err="1"/>
              <a:t>left.ans</a:t>
            </a:r>
            <a:r>
              <a:rPr lang="en-US" dirty="0"/>
              <a:t> + </a:t>
            </a:r>
            <a:r>
              <a:rPr lang="en-US" dirty="0" err="1"/>
              <a:t>right.ans</a:t>
            </a:r>
            <a:r>
              <a:rPr lang="en-US" dirty="0"/>
              <a:t>; </a:t>
            </a:r>
            <a:r>
              <a:rPr lang="en-US" b="1" dirty="0"/>
              <a:t>// combine </a:t>
            </a:r>
          </a:p>
          <a:p>
            <a:pPr marL="0" indent="0">
              <a:buNone/>
            </a:pPr>
            <a:r>
              <a:rPr lang="en-US" dirty="0"/>
              <a:t>		} </a:t>
            </a:r>
          </a:p>
          <a:p>
            <a:pPr marL="0" indent="0">
              <a:buNone/>
            </a:pPr>
            <a:r>
              <a:rPr lang="en-US" dirty="0"/>
              <a:t>	} </a:t>
            </a:r>
          </a:p>
          <a:p>
            <a:pPr marL="0" indent="0">
              <a:buNone/>
            </a:pPr>
            <a:r>
              <a:rPr lang="en-US" dirty="0"/>
              <a:t>} </a:t>
            </a:r>
          </a:p>
          <a:p>
            <a:pPr marL="0" indent="0">
              <a:buNone/>
            </a:pPr>
            <a:r>
              <a:rPr lang="en-US" dirty="0"/>
              <a:t>int sum(int[] </a:t>
            </a:r>
            <a:r>
              <a:rPr lang="en-US" dirty="0" err="1"/>
              <a:t>arr</a:t>
            </a:r>
            <a:r>
              <a:rPr lang="en-US" dirty="0"/>
              <a:t>){ // just make one thread! </a:t>
            </a:r>
          </a:p>
          <a:p>
            <a:pPr marL="0" indent="0">
              <a:buNone/>
            </a:pPr>
            <a:r>
              <a:rPr lang="en-US" dirty="0"/>
              <a:t>	</a:t>
            </a:r>
            <a:r>
              <a:rPr lang="en-US" dirty="0" err="1"/>
              <a:t>SumThread</a:t>
            </a:r>
            <a:r>
              <a:rPr lang="en-US" dirty="0"/>
              <a:t> t = new </a:t>
            </a:r>
            <a:r>
              <a:rPr lang="en-US" dirty="0" err="1"/>
              <a:t>SumThread</a:t>
            </a:r>
            <a:r>
              <a:rPr lang="en-US" dirty="0"/>
              <a:t>(arr,0,arr.length); </a:t>
            </a:r>
          </a:p>
          <a:p>
            <a:pPr marL="0" indent="0">
              <a:buNone/>
            </a:pPr>
            <a:r>
              <a:rPr lang="en-US" dirty="0"/>
              <a:t>	</a:t>
            </a:r>
            <a:r>
              <a:rPr lang="en-US" dirty="0" err="1"/>
              <a:t>t.run</a:t>
            </a:r>
            <a:r>
              <a:rPr lang="en-US" dirty="0"/>
              <a:t>(); </a:t>
            </a:r>
          </a:p>
          <a:p>
            <a:pPr marL="0" indent="0">
              <a:buNone/>
            </a:pPr>
            <a:r>
              <a:rPr lang="en-US" dirty="0"/>
              <a:t>	return </a:t>
            </a:r>
            <a:r>
              <a:rPr lang="en-US" dirty="0" err="1"/>
              <a:t>t.ans</a:t>
            </a:r>
            <a:r>
              <a:rPr lang="en-US" dirty="0"/>
              <a:t>; }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7B1A167-3CBF-121F-1F08-5A88486F350C}"/>
                  </a:ext>
                </a:extLst>
              </p14:cNvPr>
              <p14:cNvContentPartPr/>
              <p14:nvPr/>
            </p14:nvContentPartPr>
            <p14:xfrm>
              <a:off x="2685600" y="2871720"/>
              <a:ext cx="820440" cy="833040"/>
            </p14:xfrm>
          </p:contentPart>
        </mc:Choice>
        <mc:Fallback>
          <p:pic>
            <p:nvPicPr>
              <p:cNvPr id="4" name="Ink 3">
                <a:extLst>
                  <a:ext uri="{FF2B5EF4-FFF2-40B4-BE49-F238E27FC236}">
                    <a16:creationId xmlns:a16="http://schemas.microsoft.com/office/drawing/2014/main" id="{27B1A167-3CBF-121F-1F08-5A88486F350C}"/>
                  </a:ext>
                </a:extLst>
              </p:cNvPr>
              <p:cNvPicPr/>
              <p:nvPr/>
            </p:nvPicPr>
            <p:blipFill>
              <a:blip r:embed="rId3"/>
              <a:stretch>
                <a:fillRect/>
              </a:stretch>
            </p:blipFill>
            <p:spPr>
              <a:xfrm>
                <a:off x="2676240" y="2862360"/>
                <a:ext cx="839160" cy="851760"/>
              </a:xfrm>
              <a:prstGeom prst="rect">
                <a:avLst/>
              </a:prstGeom>
            </p:spPr>
          </p:pic>
        </mc:Fallback>
      </mc:AlternateContent>
    </p:spTree>
    <p:extLst>
      <p:ext uri="{BB962C8B-B14F-4D97-AF65-F5344CB8AC3E}">
        <p14:creationId xmlns:p14="http://schemas.microsoft.com/office/powerpoint/2010/main" val="4638557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p:txBody>
          <a:bodyPr/>
          <a:lstStyle/>
          <a:p>
            <a:r>
              <a:rPr lang="en-US" dirty="0" err="1"/>
              <a:t>ForkJoin</a:t>
            </a:r>
            <a:r>
              <a:rPr lang="en-US" dirty="0"/>
              <a:t> Framework</a:t>
            </a:r>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p:txBody>
          <a:bodyPr/>
          <a:lstStyle/>
          <a:p>
            <a:r>
              <a:rPr lang="en-US" dirty="0"/>
              <a:t>This strategy is common enough that Java (and C++, and C#, and…) provides a library to do it for you!</a:t>
            </a:r>
          </a:p>
          <a:p>
            <a:endParaRPr lang="en-US" dirty="0"/>
          </a:p>
        </p:txBody>
      </p:sp>
      <p:graphicFrame>
        <p:nvGraphicFramePr>
          <p:cNvPr id="4" name="Table 3">
            <a:extLst>
              <a:ext uri="{FF2B5EF4-FFF2-40B4-BE49-F238E27FC236}">
                <a16:creationId xmlns:a16="http://schemas.microsoft.com/office/drawing/2014/main" id="{F7B12D37-873D-E605-6287-83412398C457}"/>
              </a:ext>
            </a:extLst>
          </p:cNvPr>
          <p:cNvGraphicFramePr>
            <a:graphicFrameLocks noGrp="1"/>
          </p:cNvGraphicFramePr>
          <p:nvPr>
            <p:extLst>
              <p:ext uri="{D42A27DB-BD31-4B8C-83A1-F6EECF244321}">
                <p14:modId xmlns:p14="http://schemas.microsoft.com/office/powerpoint/2010/main" val="2323124974"/>
              </p:ext>
            </p:extLst>
          </p:nvPr>
        </p:nvGraphicFramePr>
        <p:xfrm>
          <a:off x="1849119" y="3315017"/>
          <a:ext cx="9183316" cy="3235960"/>
        </p:xfrm>
        <a:graphic>
          <a:graphicData uri="http://schemas.openxmlformats.org/drawingml/2006/table">
            <a:tbl>
              <a:tblPr firstRow="1" bandRow="1">
                <a:tableStyleId>{5C22544A-7EE6-4342-B048-85BDC9FD1C3A}</a:tableStyleId>
              </a:tblPr>
              <a:tblGrid>
                <a:gridCol w="4591658">
                  <a:extLst>
                    <a:ext uri="{9D8B030D-6E8A-4147-A177-3AD203B41FA5}">
                      <a16:colId xmlns:a16="http://schemas.microsoft.com/office/drawing/2014/main" val="2755137822"/>
                    </a:ext>
                  </a:extLst>
                </a:gridCol>
                <a:gridCol w="4591658">
                  <a:extLst>
                    <a:ext uri="{9D8B030D-6E8A-4147-A177-3AD203B41FA5}">
                      <a16:colId xmlns:a16="http://schemas.microsoft.com/office/drawing/2014/main" val="2006528627"/>
                    </a:ext>
                  </a:extLst>
                </a:gridCol>
              </a:tblGrid>
              <a:tr h="370840">
                <a:tc>
                  <a:txBody>
                    <a:bodyPr/>
                    <a:lstStyle/>
                    <a:p>
                      <a:r>
                        <a:rPr lang="en-US" dirty="0"/>
                        <a:t>What you would do in Threads</a:t>
                      </a:r>
                    </a:p>
                  </a:txBody>
                  <a:tcPr/>
                </a:tc>
                <a:tc>
                  <a:txBody>
                    <a:bodyPr/>
                    <a:lstStyle/>
                    <a:p>
                      <a:r>
                        <a:rPr lang="en-US" dirty="0"/>
                        <a:t>What to instead in </a:t>
                      </a:r>
                      <a:r>
                        <a:rPr lang="en-US" dirty="0" err="1"/>
                        <a:t>ForkJoin</a:t>
                      </a:r>
                      <a:endParaRPr lang="en-US" dirty="0"/>
                    </a:p>
                  </a:txBody>
                  <a:tcPr/>
                </a:tc>
                <a:extLst>
                  <a:ext uri="{0D108BD9-81ED-4DB2-BD59-A6C34878D82A}">
                    <a16:rowId xmlns:a16="http://schemas.microsoft.com/office/drawing/2014/main" val="4060952315"/>
                  </a:ext>
                </a:extLst>
              </a:tr>
              <a:tr h="370840">
                <a:tc>
                  <a:txBody>
                    <a:bodyPr/>
                    <a:lstStyle/>
                    <a:p>
                      <a:r>
                        <a:rPr lang="en-US" dirty="0"/>
                        <a:t>Subclass </a:t>
                      </a:r>
                      <a:r>
                        <a:rPr lang="en-US" b="1" dirty="0"/>
                        <a:t>Thread</a:t>
                      </a:r>
                    </a:p>
                  </a:txBody>
                  <a:tcPr/>
                </a:tc>
                <a:tc>
                  <a:txBody>
                    <a:bodyPr/>
                    <a:lstStyle/>
                    <a:p>
                      <a:r>
                        <a:rPr lang="en-US" dirty="0"/>
                        <a:t>Subclass </a:t>
                      </a:r>
                      <a:r>
                        <a:rPr lang="en-US" b="1" dirty="0" err="1"/>
                        <a:t>RecursiveTask</a:t>
                      </a:r>
                      <a:r>
                        <a:rPr lang="en-US" b="1" dirty="0"/>
                        <a:t>&lt;V&gt; </a:t>
                      </a:r>
                      <a:r>
                        <a:rPr lang="en-US" b="0" dirty="0"/>
                        <a:t>(to return a value of type V)</a:t>
                      </a:r>
                      <a:r>
                        <a:rPr lang="en-US" b="1" dirty="0"/>
                        <a:t> </a:t>
                      </a:r>
                      <a:r>
                        <a:rPr lang="en-US" b="0" dirty="0"/>
                        <a:t>or</a:t>
                      </a:r>
                      <a:r>
                        <a:rPr lang="en-US" b="1" dirty="0"/>
                        <a:t> </a:t>
                      </a:r>
                      <a:r>
                        <a:rPr lang="en-US" b="1" dirty="0" err="1"/>
                        <a:t>RecursiveAction</a:t>
                      </a:r>
                      <a:r>
                        <a:rPr lang="en-US" b="1" dirty="0"/>
                        <a:t> </a:t>
                      </a:r>
                      <a:r>
                        <a:rPr lang="en-US" b="0" dirty="0"/>
                        <a:t>(for void return)</a:t>
                      </a:r>
                    </a:p>
                  </a:txBody>
                  <a:tcPr/>
                </a:tc>
                <a:extLst>
                  <a:ext uri="{0D108BD9-81ED-4DB2-BD59-A6C34878D82A}">
                    <a16:rowId xmlns:a16="http://schemas.microsoft.com/office/drawing/2014/main" val="1673452310"/>
                  </a:ext>
                </a:extLst>
              </a:tr>
              <a:tr h="370840">
                <a:tc>
                  <a:txBody>
                    <a:bodyPr/>
                    <a:lstStyle/>
                    <a:p>
                      <a:r>
                        <a:rPr lang="en-US" dirty="0"/>
                        <a:t>Override </a:t>
                      </a:r>
                      <a:r>
                        <a:rPr lang="en-US" b="1" dirty="0"/>
                        <a:t>run</a:t>
                      </a:r>
                    </a:p>
                  </a:txBody>
                  <a:tcPr/>
                </a:tc>
                <a:tc>
                  <a:txBody>
                    <a:bodyPr/>
                    <a:lstStyle/>
                    <a:p>
                      <a:r>
                        <a:rPr lang="en-US" dirty="0"/>
                        <a:t>Override </a:t>
                      </a:r>
                      <a:r>
                        <a:rPr lang="en-US" b="1" dirty="0"/>
                        <a:t>compute</a:t>
                      </a:r>
                    </a:p>
                  </a:txBody>
                  <a:tcPr/>
                </a:tc>
                <a:extLst>
                  <a:ext uri="{0D108BD9-81ED-4DB2-BD59-A6C34878D82A}">
                    <a16:rowId xmlns:a16="http://schemas.microsoft.com/office/drawing/2014/main" val="2189786007"/>
                  </a:ext>
                </a:extLst>
              </a:tr>
              <a:tr h="370840">
                <a:tc>
                  <a:txBody>
                    <a:bodyPr/>
                    <a:lstStyle/>
                    <a:p>
                      <a:r>
                        <a:rPr lang="en-US" dirty="0"/>
                        <a:t>Store the answer in a field</a:t>
                      </a:r>
                    </a:p>
                  </a:txBody>
                  <a:tcPr/>
                </a:tc>
                <a:tc>
                  <a:txBody>
                    <a:bodyPr/>
                    <a:lstStyle/>
                    <a:p>
                      <a:r>
                        <a:rPr lang="en-US" dirty="0"/>
                        <a:t>Return a V from compute</a:t>
                      </a:r>
                    </a:p>
                  </a:txBody>
                  <a:tcPr/>
                </a:tc>
                <a:extLst>
                  <a:ext uri="{0D108BD9-81ED-4DB2-BD59-A6C34878D82A}">
                    <a16:rowId xmlns:a16="http://schemas.microsoft.com/office/drawing/2014/main" val="419016645"/>
                  </a:ext>
                </a:extLst>
              </a:tr>
              <a:tr h="370840">
                <a:tc>
                  <a:txBody>
                    <a:bodyPr/>
                    <a:lstStyle/>
                    <a:p>
                      <a:r>
                        <a:rPr lang="en-US" dirty="0"/>
                        <a:t>Call </a:t>
                      </a:r>
                      <a:r>
                        <a:rPr lang="en-US" b="1" dirty="0"/>
                        <a:t>start</a:t>
                      </a:r>
                    </a:p>
                  </a:txBody>
                  <a:tcPr/>
                </a:tc>
                <a:tc>
                  <a:txBody>
                    <a:bodyPr/>
                    <a:lstStyle/>
                    <a:p>
                      <a:r>
                        <a:rPr lang="en-US" dirty="0"/>
                        <a:t>Call </a:t>
                      </a:r>
                      <a:r>
                        <a:rPr lang="en-US" b="1" dirty="0"/>
                        <a:t>fork</a:t>
                      </a:r>
                    </a:p>
                  </a:txBody>
                  <a:tcPr/>
                </a:tc>
                <a:extLst>
                  <a:ext uri="{0D108BD9-81ED-4DB2-BD59-A6C34878D82A}">
                    <a16:rowId xmlns:a16="http://schemas.microsoft.com/office/drawing/2014/main" val="269133436"/>
                  </a:ext>
                </a:extLst>
              </a:tr>
              <a:tr h="370840">
                <a:tc>
                  <a:txBody>
                    <a:bodyPr/>
                    <a:lstStyle/>
                    <a:p>
                      <a:r>
                        <a:rPr lang="en-US" b="1" dirty="0"/>
                        <a:t>join </a:t>
                      </a:r>
                      <a:r>
                        <a:rPr lang="en-US" b="0" dirty="0"/>
                        <a:t>synchronizes only</a:t>
                      </a:r>
                      <a:endParaRPr lang="en-US" b="1" dirty="0"/>
                    </a:p>
                  </a:txBody>
                  <a:tcPr/>
                </a:tc>
                <a:tc>
                  <a:txBody>
                    <a:bodyPr/>
                    <a:lstStyle/>
                    <a:p>
                      <a:r>
                        <a:rPr lang="en-US" b="1" dirty="0"/>
                        <a:t>join </a:t>
                      </a:r>
                      <a:r>
                        <a:rPr lang="en-US" b="0" dirty="0"/>
                        <a:t>synchronizes and returns the answer</a:t>
                      </a:r>
                      <a:endParaRPr lang="en-US" dirty="0"/>
                    </a:p>
                  </a:txBody>
                  <a:tcPr/>
                </a:tc>
                <a:extLst>
                  <a:ext uri="{0D108BD9-81ED-4DB2-BD59-A6C34878D82A}">
                    <a16:rowId xmlns:a16="http://schemas.microsoft.com/office/drawing/2014/main" val="3215366473"/>
                  </a:ext>
                </a:extLst>
              </a:tr>
              <a:tr h="370840">
                <a:tc>
                  <a:txBody>
                    <a:bodyPr/>
                    <a:lstStyle/>
                    <a:p>
                      <a:r>
                        <a:rPr lang="en-US" dirty="0"/>
                        <a:t>Call </a:t>
                      </a:r>
                      <a:r>
                        <a:rPr lang="en-US" b="1" dirty="0"/>
                        <a:t>run</a:t>
                      </a:r>
                      <a:r>
                        <a:rPr lang="en-US" dirty="0"/>
                        <a:t> to execute sequentially</a:t>
                      </a:r>
                    </a:p>
                  </a:txBody>
                  <a:tcPr/>
                </a:tc>
                <a:tc>
                  <a:txBody>
                    <a:bodyPr/>
                    <a:lstStyle/>
                    <a:p>
                      <a:r>
                        <a:rPr lang="en-US" dirty="0"/>
                        <a:t>Call </a:t>
                      </a:r>
                      <a:r>
                        <a:rPr lang="en-US" b="1" dirty="0"/>
                        <a:t>compute</a:t>
                      </a:r>
                      <a:r>
                        <a:rPr lang="en-US" dirty="0"/>
                        <a:t> to execute sequentially</a:t>
                      </a:r>
                    </a:p>
                  </a:txBody>
                  <a:tcPr/>
                </a:tc>
                <a:extLst>
                  <a:ext uri="{0D108BD9-81ED-4DB2-BD59-A6C34878D82A}">
                    <a16:rowId xmlns:a16="http://schemas.microsoft.com/office/drawing/2014/main" val="1211431077"/>
                  </a:ext>
                </a:extLst>
              </a:tr>
              <a:tr h="370840">
                <a:tc>
                  <a:txBody>
                    <a:bodyPr/>
                    <a:lstStyle/>
                    <a:p>
                      <a:r>
                        <a:rPr lang="en-US" dirty="0"/>
                        <a:t>Have a topmost thread and call </a:t>
                      </a:r>
                      <a:r>
                        <a:rPr lang="en-US" b="1" dirty="0"/>
                        <a:t>run</a:t>
                      </a:r>
                    </a:p>
                  </a:txBody>
                  <a:tcPr/>
                </a:tc>
                <a:tc>
                  <a:txBody>
                    <a:bodyPr/>
                    <a:lstStyle/>
                    <a:p>
                      <a:r>
                        <a:rPr lang="en-US" dirty="0"/>
                        <a:t>Create a pool and call </a:t>
                      </a:r>
                      <a:r>
                        <a:rPr lang="en-US" b="1" dirty="0"/>
                        <a:t>invoke</a:t>
                      </a:r>
                    </a:p>
                  </a:txBody>
                  <a:tcPr/>
                </a:tc>
                <a:extLst>
                  <a:ext uri="{0D108BD9-81ED-4DB2-BD59-A6C34878D82A}">
                    <a16:rowId xmlns:a16="http://schemas.microsoft.com/office/drawing/2014/main" val="87443932"/>
                  </a:ext>
                </a:extLst>
              </a:tr>
            </a:tbl>
          </a:graphicData>
        </a:graphic>
      </p:graphicFrame>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1EEBC05-8A5F-9321-387A-5662ABC9ADBB}"/>
                  </a:ext>
                </a:extLst>
              </p14:cNvPr>
              <p14:cNvContentPartPr/>
              <p14:nvPr/>
            </p14:nvContentPartPr>
            <p14:xfrm>
              <a:off x="823320" y="961200"/>
              <a:ext cx="10729800" cy="5443920"/>
            </p14:xfrm>
          </p:contentPart>
        </mc:Choice>
        <mc:Fallback>
          <p:pic>
            <p:nvPicPr>
              <p:cNvPr id="5" name="Ink 4">
                <a:extLst>
                  <a:ext uri="{FF2B5EF4-FFF2-40B4-BE49-F238E27FC236}">
                    <a16:creationId xmlns:a16="http://schemas.microsoft.com/office/drawing/2014/main" id="{11EEBC05-8A5F-9321-387A-5662ABC9ADBB}"/>
                  </a:ext>
                </a:extLst>
              </p:cNvPr>
              <p:cNvPicPr/>
              <p:nvPr/>
            </p:nvPicPr>
            <p:blipFill>
              <a:blip r:embed="rId3"/>
              <a:stretch>
                <a:fillRect/>
              </a:stretch>
            </p:blipFill>
            <p:spPr>
              <a:xfrm>
                <a:off x="813960" y="951840"/>
                <a:ext cx="10748520" cy="5462640"/>
              </a:xfrm>
              <a:prstGeom prst="rect">
                <a:avLst/>
              </a:prstGeom>
            </p:spPr>
          </p:pic>
        </mc:Fallback>
      </mc:AlternateContent>
    </p:spTree>
    <p:extLst>
      <p:ext uri="{BB962C8B-B14F-4D97-AF65-F5344CB8AC3E}">
        <p14:creationId xmlns:p14="http://schemas.microsoft.com/office/powerpoint/2010/main" val="213353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838200" y="-295275"/>
            <a:ext cx="10515600" cy="1325563"/>
          </a:xfrm>
        </p:spPr>
        <p:txBody>
          <a:bodyPr>
            <a:normAutofit/>
          </a:bodyPr>
          <a:lstStyle/>
          <a:p>
            <a:r>
              <a:rPr lang="en-US" sz="4000" dirty="0"/>
              <a:t>Divide and Conquer with </a:t>
            </a:r>
            <a:r>
              <a:rPr lang="en-US" sz="4000" dirty="0" err="1"/>
              <a:t>ForkJoin</a:t>
            </a:r>
            <a:endParaRPr lang="en-US" sz="4000" dirty="0"/>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957161" y="839936"/>
            <a:ext cx="11412989" cy="6380480"/>
          </a:xfrm>
        </p:spPr>
        <p:txBody>
          <a:bodyPr>
            <a:normAutofit fontScale="70000" lnSpcReduction="20000"/>
          </a:bodyPr>
          <a:lstStyle/>
          <a:p>
            <a:pPr marL="0" indent="0">
              <a:buNone/>
            </a:pPr>
            <a:r>
              <a:rPr lang="en-US" dirty="0"/>
              <a:t>class </a:t>
            </a:r>
            <a:r>
              <a:rPr lang="en-US" dirty="0" err="1"/>
              <a:t>SumTask</a:t>
            </a:r>
            <a:r>
              <a:rPr lang="en-US" dirty="0"/>
              <a:t> extends </a:t>
            </a:r>
            <a:r>
              <a:rPr lang="en-US" dirty="0" err="1">
                <a:solidFill>
                  <a:srgbClr val="FF0000"/>
                </a:solidFill>
              </a:rPr>
              <a:t>RecursiveTask</a:t>
            </a:r>
            <a:r>
              <a:rPr lang="en-US" dirty="0"/>
              <a:t>&lt;</a:t>
            </a:r>
            <a:r>
              <a:rPr lang="en-US" dirty="0">
                <a:solidFill>
                  <a:srgbClr val="FF0000"/>
                </a:solidFill>
              </a:rPr>
              <a:t>Integer</a:t>
            </a:r>
            <a:r>
              <a:rPr lang="en-US" dirty="0"/>
              <a:t>&gt; { </a:t>
            </a:r>
          </a:p>
          <a:p>
            <a:pPr marL="0" indent="0">
              <a:buNone/>
            </a:pPr>
            <a:r>
              <a:rPr lang="en-US" dirty="0"/>
              <a:t>	int lo; int hi; int[] </a:t>
            </a:r>
            <a:r>
              <a:rPr lang="en-US" dirty="0" err="1"/>
              <a:t>arr</a:t>
            </a:r>
            <a:r>
              <a:rPr lang="en-US" dirty="0"/>
              <a:t>; // fields to know what to do </a:t>
            </a:r>
          </a:p>
          <a:p>
            <a:pPr marL="0" indent="0">
              <a:buNone/>
            </a:pPr>
            <a:r>
              <a:rPr lang="en-US" dirty="0"/>
              <a:t>	</a:t>
            </a:r>
            <a:r>
              <a:rPr lang="en-US" dirty="0" err="1"/>
              <a:t>SumTask</a:t>
            </a:r>
            <a:r>
              <a:rPr lang="en-US" dirty="0"/>
              <a:t>(int[] a, int l, int h) { … } // constructor</a:t>
            </a:r>
          </a:p>
          <a:p>
            <a:pPr marL="0" indent="0">
              <a:buNone/>
            </a:pPr>
            <a:r>
              <a:rPr lang="en-US" dirty="0"/>
              <a:t>	protected </a:t>
            </a:r>
            <a:r>
              <a:rPr lang="en-US" dirty="0">
                <a:solidFill>
                  <a:srgbClr val="FF0000"/>
                </a:solidFill>
              </a:rPr>
              <a:t>Integer</a:t>
            </a:r>
            <a:r>
              <a:rPr lang="en-US" dirty="0"/>
              <a:t> compute(){ // return answer </a:t>
            </a:r>
          </a:p>
          <a:p>
            <a:pPr marL="0" indent="0">
              <a:buNone/>
            </a:pPr>
            <a:r>
              <a:rPr lang="en-US" dirty="0"/>
              <a:t>		if(hi – lo &lt; SEQUENTIAL_CUTOFF) {  // base case</a:t>
            </a:r>
          </a:p>
          <a:p>
            <a:pPr marL="0" indent="0">
              <a:buNone/>
            </a:pPr>
            <a:r>
              <a:rPr lang="en-US" dirty="0"/>
              <a:t>			int </a:t>
            </a:r>
            <a:r>
              <a:rPr lang="en-US" dirty="0" err="1"/>
              <a:t>ans</a:t>
            </a:r>
            <a:r>
              <a:rPr lang="en-US" dirty="0"/>
              <a:t> = 0; // local var, not a field </a:t>
            </a:r>
          </a:p>
          <a:p>
            <a:pPr marL="0" indent="0">
              <a:buNone/>
            </a:pPr>
            <a:r>
              <a:rPr lang="en-US" dirty="0"/>
              <a:t>			for(int </a:t>
            </a:r>
            <a:r>
              <a:rPr lang="en-US" dirty="0" err="1"/>
              <a:t>i</a:t>
            </a:r>
            <a:r>
              <a:rPr lang="en-US" dirty="0"/>
              <a:t>=lo; </a:t>
            </a:r>
            <a:r>
              <a:rPr lang="en-US" dirty="0" err="1"/>
              <a:t>i</a:t>
            </a:r>
            <a:r>
              <a:rPr lang="en-US" dirty="0"/>
              <a:t> &lt; hi; </a:t>
            </a:r>
            <a:r>
              <a:rPr lang="en-US" dirty="0" err="1"/>
              <a:t>i</a:t>
            </a:r>
            <a:r>
              <a:rPr lang="en-US" dirty="0"/>
              <a:t>++) {</a:t>
            </a:r>
          </a:p>
          <a:p>
            <a:pPr marL="0" indent="0">
              <a:buNone/>
            </a:pPr>
            <a:r>
              <a:rPr lang="en-US" dirty="0"/>
              <a:t>				</a:t>
            </a:r>
            <a:r>
              <a:rPr lang="en-US" dirty="0" err="1"/>
              <a:t>ans</a:t>
            </a:r>
            <a:r>
              <a:rPr lang="en-US" dirty="0"/>
              <a:t> += </a:t>
            </a:r>
            <a:r>
              <a:rPr lang="en-US" dirty="0" err="1"/>
              <a:t>arr</a:t>
            </a:r>
            <a:r>
              <a:rPr lang="en-US" dirty="0"/>
              <a:t>[</a:t>
            </a:r>
            <a:r>
              <a:rPr lang="en-US" dirty="0" err="1"/>
              <a:t>i</a:t>
            </a:r>
            <a:r>
              <a:rPr lang="en-US" dirty="0"/>
              <a:t>]; return </a:t>
            </a:r>
            <a:r>
              <a:rPr lang="en-US" dirty="0" err="1"/>
              <a:t>ans</a:t>
            </a:r>
            <a:r>
              <a:rPr lang="en-US" dirty="0"/>
              <a:t>; } </a:t>
            </a:r>
          </a:p>
          <a:p>
            <a:pPr marL="0" indent="0">
              <a:buNone/>
            </a:pPr>
            <a:r>
              <a:rPr lang="en-US" dirty="0"/>
              <a:t>		else { </a:t>
            </a:r>
          </a:p>
          <a:p>
            <a:pPr marL="0" indent="0">
              <a:buNone/>
            </a:pPr>
            <a:r>
              <a:rPr lang="en-US" dirty="0"/>
              <a:t>			</a:t>
            </a:r>
            <a:r>
              <a:rPr lang="en-US" dirty="0" err="1"/>
              <a:t>SumTask</a:t>
            </a:r>
            <a:r>
              <a:rPr lang="en-US" dirty="0"/>
              <a:t> left = new </a:t>
            </a:r>
            <a:r>
              <a:rPr lang="en-US" dirty="0" err="1"/>
              <a:t>SumTask</a:t>
            </a:r>
            <a:r>
              <a:rPr lang="en-US" dirty="0"/>
              <a:t>(</a:t>
            </a:r>
            <a:r>
              <a:rPr lang="en-US" dirty="0" err="1"/>
              <a:t>arr,lo</a:t>
            </a:r>
            <a:r>
              <a:rPr lang="en-US" dirty="0"/>
              <a:t>,(</a:t>
            </a:r>
            <a:r>
              <a:rPr lang="en-US" dirty="0" err="1"/>
              <a:t>hi+lo</a:t>
            </a:r>
            <a:r>
              <a:rPr lang="en-US" dirty="0"/>
              <a:t>)/2); </a:t>
            </a:r>
            <a:r>
              <a:rPr lang="en-US" b="1" dirty="0"/>
              <a:t>// divide</a:t>
            </a:r>
          </a:p>
          <a:p>
            <a:pPr marL="0" indent="0">
              <a:buNone/>
            </a:pPr>
            <a:r>
              <a:rPr lang="en-US" dirty="0"/>
              <a:t>			</a:t>
            </a:r>
            <a:r>
              <a:rPr lang="en-US" dirty="0" err="1"/>
              <a:t>SumTask</a:t>
            </a:r>
            <a:r>
              <a:rPr lang="en-US" dirty="0"/>
              <a:t> right= new </a:t>
            </a:r>
            <a:r>
              <a:rPr lang="en-US" dirty="0" err="1"/>
              <a:t>SumTask</a:t>
            </a:r>
            <a:r>
              <a:rPr lang="en-US" dirty="0"/>
              <a:t>(</a:t>
            </a:r>
            <a:r>
              <a:rPr lang="en-US" dirty="0" err="1"/>
              <a:t>arr</a:t>
            </a:r>
            <a:r>
              <a:rPr lang="en-US" dirty="0"/>
              <a:t>,(</a:t>
            </a:r>
            <a:r>
              <a:rPr lang="en-US" dirty="0" err="1"/>
              <a:t>hi+lo</a:t>
            </a:r>
            <a:r>
              <a:rPr lang="en-US" dirty="0"/>
              <a:t>)/2,hi); </a:t>
            </a:r>
            <a:r>
              <a:rPr lang="en-US" b="1" dirty="0"/>
              <a:t>// divide</a:t>
            </a:r>
          </a:p>
          <a:p>
            <a:pPr marL="0" indent="0">
              <a:buNone/>
            </a:pPr>
            <a:r>
              <a:rPr lang="en-US" dirty="0"/>
              <a:t>			</a:t>
            </a:r>
            <a:r>
              <a:rPr lang="en-US" dirty="0" err="1"/>
              <a:t>left.</a:t>
            </a:r>
            <a:r>
              <a:rPr lang="en-US" dirty="0" err="1">
                <a:solidFill>
                  <a:srgbClr val="FF0000"/>
                </a:solidFill>
              </a:rPr>
              <a:t>fork</a:t>
            </a:r>
            <a:r>
              <a:rPr lang="en-US" dirty="0"/>
              <a:t>(); </a:t>
            </a:r>
            <a:r>
              <a:rPr lang="en-US" b="1" dirty="0"/>
              <a:t>// conquer</a:t>
            </a:r>
            <a:r>
              <a:rPr lang="en-US" dirty="0"/>
              <a:t> in parallel</a:t>
            </a:r>
          </a:p>
          <a:p>
            <a:pPr marL="0" indent="0">
              <a:buNone/>
            </a:pPr>
            <a:r>
              <a:rPr lang="en-US" dirty="0"/>
              <a:t>			int </a:t>
            </a:r>
            <a:r>
              <a:rPr lang="en-US" dirty="0" err="1"/>
              <a:t>rightAns</a:t>
            </a:r>
            <a:r>
              <a:rPr lang="en-US" dirty="0"/>
              <a:t> = </a:t>
            </a:r>
            <a:r>
              <a:rPr lang="en-US" dirty="0" err="1"/>
              <a:t>right.</a:t>
            </a:r>
            <a:r>
              <a:rPr lang="en-US" dirty="0" err="1">
                <a:solidFill>
                  <a:srgbClr val="FF0000"/>
                </a:solidFill>
              </a:rPr>
              <a:t>compute</a:t>
            </a:r>
            <a:r>
              <a:rPr lang="en-US" dirty="0"/>
              <a:t>(); </a:t>
            </a:r>
            <a:r>
              <a:rPr lang="en-US" b="1" dirty="0"/>
              <a:t>// conquer </a:t>
            </a:r>
            <a:r>
              <a:rPr lang="en-US" dirty="0"/>
              <a:t>in this thread</a:t>
            </a:r>
          </a:p>
          <a:p>
            <a:pPr marL="0" indent="0">
              <a:buNone/>
            </a:pPr>
            <a:r>
              <a:rPr lang="en-US" dirty="0"/>
              <a:t>			int </a:t>
            </a:r>
            <a:r>
              <a:rPr lang="en-US" dirty="0" err="1"/>
              <a:t>leftAns</a:t>
            </a:r>
            <a:r>
              <a:rPr lang="en-US" dirty="0"/>
              <a:t> = </a:t>
            </a:r>
            <a:r>
              <a:rPr lang="en-US" dirty="0" err="1"/>
              <a:t>left.join</a:t>
            </a:r>
            <a:r>
              <a:rPr lang="en-US" dirty="0"/>
              <a:t>(); </a:t>
            </a:r>
            <a:r>
              <a:rPr lang="en-US" b="1" dirty="0"/>
              <a:t>// wait</a:t>
            </a:r>
            <a:endParaRPr lang="en-US" dirty="0"/>
          </a:p>
          <a:p>
            <a:pPr marL="0" indent="0">
              <a:buNone/>
            </a:pPr>
            <a:r>
              <a:rPr lang="en-US" dirty="0"/>
              <a:t>			return </a:t>
            </a:r>
            <a:r>
              <a:rPr lang="en-US" dirty="0" err="1"/>
              <a:t>leftAns</a:t>
            </a:r>
            <a:r>
              <a:rPr lang="en-US" dirty="0"/>
              <a:t> + </a:t>
            </a:r>
            <a:r>
              <a:rPr lang="en-US" dirty="0" err="1"/>
              <a:t>rightAns</a:t>
            </a:r>
            <a:r>
              <a:rPr lang="en-US" dirty="0"/>
              <a:t>; </a:t>
            </a:r>
            <a:r>
              <a:rPr lang="en-US" b="1" dirty="0"/>
              <a:t>// combine</a:t>
            </a:r>
          </a:p>
          <a:p>
            <a:pPr marL="0" indent="0">
              <a:buNone/>
            </a:pPr>
            <a:r>
              <a:rPr lang="en-US" dirty="0"/>
              <a:t>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CF44302-291E-F9FC-1607-DF9513CEB54F}"/>
                  </a:ext>
                </a:extLst>
              </p14:cNvPr>
              <p14:cNvContentPartPr/>
              <p14:nvPr/>
            </p14:nvContentPartPr>
            <p14:xfrm>
              <a:off x="1557720" y="921600"/>
              <a:ext cx="5128560" cy="4393800"/>
            </p14:xfrm>
          </p:contentPart>
        </mc:Choice>
        <mc:Fallback>
          <p:pic>
            <p:nvPicPr>
              <p:cNvPr id="4" name="Ink 3">
                <a:extLst>
                  <a:ext uri="{FF2B5EF4-FFF2-40B4-BE49-F238E27FC236}">
                    <a16:creationId xmlns:a16="http://schemas.microsoft.com/office/drawing/2014/main" id="{4CF44302-291E-F9FC-1607-DF9513CEB54F}"/>
                  </a:ext>
                </a:extLst>
              </p:cNvPr>
              <p:cNvPicPr/>
              <p:nvPr/>
            </p:nvPicPr>
            <p:blipFill>
              <a:blip r:embed="rId3"/>
              <a:stretch>
                <a:fillRect/>
              </a:stretch>
            </p:blipFill>
            <p:spPr>
              <a:xfrm>
                <a:off x="1548360" y="912240"/>
                <a:ext cx="5147280" cy="4412520"/>
              </a:xfrm>
              <a:prstGeom prst="rect">
                <a:avLst/>
              </a:prstGeom>
            </p:spPr>
          </p:pic>
        </mc:Fallback>
      </mc:AlternateContent>
    </p:spTree>
    <p:extLst>
      <p:ext uri="{BB962C8B-B14F-4D97-AF65-F5344CB8AC3E}">
        <p14:creationId xmlns:p14="http://schemas.microsoft.com/office/powerpoint/2010/main" val="3889754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383540" y="0"/>
            <a:ext cx="10515600" cy="1325563"/>
          </a:xfrm>
        </p:spPr>
        <p:txBody>
          <a:bodyPr>
            <a:normAutofit/>
          </a:bodyPr>
          <a:lstStyle/>
          <a:p>
            <a:r>
              <a:rPr lang="en-US" sz="4000" dirty="0"/>
              <a:t>Divide and Conquer with </a:t>
            </a:r>
            <a:r>
              <a:rPr lang="en-US" sz="4000" dirty="0" err="1"/>
              <a:t>ForkJoin</a:t>
            </a:r>
            <a:r>
              <a:rPr lang="en-US" sz="4000" dirty="0"/>
              <a:t> (continued)</a:t>
            </a:r>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1291365" y="1632030"/>
            <a:ext cx="9609270" cy="5577712"/>
          </a:xfrm>
        </p:spPr>
        <p:txBody>
          <a:bodyPr>
            <a:normAutofit/>
          </a:bodyPr>
          <a:lstStyle/>
          <a:p>
            <a:pPr marL="0" indent="0">
              <a:buNone/>
            </a:pPr>
            <a:r>
              <a:rPr lang="en-US" dirty="0"/>
              <a:t>static final </a:t>
            </a:r>
            <a:r>
              <a:rPr lang="en-US" dirty="0" err="1"/>
              <a:t>ForkJoinPool</a:t>
            </a:r>
            <a:r>
              <a:rPr lang="en-US" dirty="0"/>
              <a:t> POOL = new </a:t>
            </a:r>
            <a:r>
              <a:rPr lang="en-US" dirty="0" err="1"/>
              <a:t>ForkJoinPool</a:t>
            </a:r>
            <a:r>
              <a:rPr lang="en-US" dirty="0"/>
              <a:t>(); </a:t>
            </a:r>
          </a:p>
          <a:p>
            <a:pPr marL="0" indent="0">
              <a:buNone/>
            </a:pPr>
            <a:r>
              <a:rPr lang="en-US" dirty="0"/>
              <a:t>static int </a:t>
            </a:r>
            <a:r>
              <a:rPr lang="en-US" dirty="0" err="1"/>
              <a:t>parallelSum</a:t>
            </a:r>
            <a:r>
              <a:rPr lang="en-US" dirty="0"/>
              <a:t>(int[] </a:t>
            </a:r>
            <a:r>
              <a:rPr lang="en-US" dirty="0" err="1"/>
              <a:t>arr</a:t>
            </a:r>
            <a:r>
              <a:rPr lang="en-US" dirty="0"/>
              <a:t>){ </a:t>
            </a:r>
          </a:p>
          <a:p>
            <a:pPr marL="0" indent="0">
              <a:buNone/>
            </a:pPr>
            <a:r>
              <a:rPr lang="en-US" dirty="0"/>
              <a:t>	</a:t>
            </a:r>
            <a:r>
              <a:rPr lang="en-US" dirty="0" err="1"/>
              <a:t>SumTask</a:t>
            </a:r>
            <a:r>
              <a:rPr lang="en-US" dirty="0"/>
              <a:t> task = new </a:t>
            </a:r>
            <a:r>
              <a:rPr lang="en-US" dirty="0" err="1"/>
              <a:t>SumTask</a:t>
            </a:r>
            <a:r>
              <a:rPr lang="en-US" dirty="0"/>
              <a:t>(arr,0,arr.length) </a:t>
            </a:r>
          </a:p>
          <a:p>
            <a:pPr marL="0" indent="0">
              <a:buNone/>
            </a:pPr>
            <a:r>
              <a:rPr lang="en-US" dirty="0"/>
              <a:t>	return </a:t>
            </a:r>
            <a:r>
              <a:rPr lang="en-US" dirty="0" err="1"/>
              <a:t>POOL.</a:t>
            </a:r>
            <a:r>
              <a:rPr lang="en-US" dirty="0" err="1">
                <a:solidFill>
                  <a:srgbClr val="FF0000"/>
                </a:solidFill>
              </a:rPr>
              <a:t>invoke</a:t>
            </a:r>
            <a:r>
              <a:rPr lang="en-US" dirty="0"/>
              <a:t>(task); // invoke returns the value compute returns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A686309-1B56-DA4E-13DC-5EA54E31FA46}"/>
                  </a:ext>
                </a:extLst>
              </p14:cNvPr>
              <p14:cNvContentPartPr/>
              <p14:nvPr/>
            </p14:nvContentPartPr>
            <p14:xfrm>
              <a:off x="1410480" y="1325520"/>
              <a:ext cx="7660080" cy="2327400"/>
            </p14:xfrm>
          </p:contentPart>
        </mc:Choice>
        <mc:Fallback>
          <p:pic>
            <p:nvPicPr>
              <p:cNvPr id="4" name="Ink 3">
                <a:extLst>
                  <a:ext uri="{FF2B5EF4-FFF2-40B4-BE49-F238E27FC236}">
                    <a16:creationId xmlns:a16="http://schemas.microsoft.com/office/drawing/2014/main" id="{5A686309-1B56-DA4E-13DC-5EA54E31FA46}"/>
                  </a:ext>
                </a:extLst>
              </p:cNvPr>
              <p:cNvPicPr/>
              <p:nvPr/>
            </p:nvPicPr>
            <p:blipFill>
              <a:blip r:embed="rId3"/>
              <a:stretch>
                <a:fillRect/>
              </a:stretch>
            </p:blipFill>
            <p:spPr>
              <a:xfrm>
                <a:off x="1401120" y="1316160"/>
                <a:ext cx="7678800" cy="2346120"/>
              </a:xfrm>
              <a:prstGeom prst="rect">
                <a:avLst/>
              </a:prstGeom>
            </p:spPr>
          </p:pic>
        </mc:Fallback>
      </mc:AlternateContent>
    </p:spTree>
    <p:extLst>
      <p:ext uri="{BB962C8B-B14F-4D97-AF65-F5344CB8AC3E}">
        <p14:creationId xmlns:p14="http://schemas.microsoft.com/office/powerpoint/2010/main" val="929956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838200" y="-295275"/>
            <a:ext cx="10515600" cy="1325563"/>
          </a:xfrm>
        </p:spPr>
        <p:txBody>
          <a:bodyPr>
            <a:normAutofit/>
          </a:bodyPr>
          <a:lstStyle/>
          <a:p>
            <a:r>
              <a:rPr lang="en-US" sz="4000" dirty="0"/>
              <a:t>Find Max with </a:t>
            </a:r>
            <a:r>
              <a:rPr lang="en-US" sz="4000" dirty="0" err="1"/>
              <a:t>ForkJoin</a:t>
            </a:r>
            <a:endParaRPr lang="en-US" sz="4000" dirty="0"/>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838200" y="689465"/>
            <a:ext cx="10515600" cy="6380480"/>
          </a:xfrm>
        </p:spPr>
        <p:txBody>
          <a:bodyPr>
            <a:normAutofit fontScale="62500" lnSpcReduction="20000"/>
          </a:bodyPr>
          <a:lstStyle/>
          <a:p>
            <a:pPr marL="0" indent="0">
              <a:buNone/>
            </a:pPr>
            <a:r>
              <a:rPr lang="en-US" dirty="0"/>
              <a:t>class </a:t>
            </a:r>
            <a:r>
              <a:rPr lang="en-US" dirty="0" err="1"/>
              <a:t>MaxTask</a:t>
            </a:r>
            <a:r>
              <a:rPr lang="en-US" dirty="0"/>
              <a:t> extends </a:t>
            </a:r>
            <a:r>
              <a:rPr lang="en-US" dirty="0" err="1"/>
              <a:t>RecursiveTask</a:t>
            </a:r>
            <a:r>
              <a:rPr lang="en-US" dirty="0"/>
              <a:t>&lt;Integer&gt; { </a:t>
            </a:r>
          </a:p>
          <a:p>
            <a:pPr marL="0" indent="0">
              <a:buNone/>
            </a:pPr>
            <a:r>
              <a:rPr lang="en-US" dirty="0"/>
              <a:t>	int lo; int hi; int[] </a:t>
            </a:r>
            <a:r>
              <a:rPr lang="en-US" dirty="0" err="1"/>
              <a:t>arr</a:t>
            </a:r>
            <a:r>
              <a:rPr lang="en-US" dirty="0"/>
              <a:t>; // fields to know what to do </a:t>
            </a:r>
          </a:p>
          <a:p>
            <a:pPr marL="0" indent="0">
              <a:buNone/>
            </a:pPr>
            <a:r>
              <a:rPr lang="en-US" dirty="0"/>
              <a:t>	</a:t>
            </a:r>
            <a:r>
              <a:rPr lang="en-US" dirty="0" err="1"/>
              <a:t>SumTask</a:t>
            </a:r>
            <a:r>
              <a:rPr lang="en-US" dirty="0"/>
              <a:t>(int[] a, int l, int h) { … } </a:t>
            </a:r>
          </a:p>
          <a:p>
            <a:pPr marL="0" indent="0">
              <a:buNone/>
            </a:pPr>
            <a:r>
              <a:rPr lang="en-US" dirty="0"/>
              <a:t>	protected Integer compute(){// return answer </a:t>
            </a:r>
          </a:p>
          <a:p>
            <a:pPr marL="0" indent="0">
              <a:buNone/>
            </a:pPr>
            <a:r>
              <a:rPr lang="en-US" dirty="0"/>
              <a:t>		if(hi – lo &lt; SEQUENTIAL_CUTOFF) {  // base case</a:t>
            </a:r>
          </a:p>
          <a:p>
            <a:pPr marL="0" indent="0">
              <a:buNone/>
            </a:pPr>
            <a:r>
              <a:rPr lang="en-US" dirty="0"/>
              <a:t>			int </a:t>
            </a:r>
            <a:r>
              <a:rPr lang="en-US" dirty="0" err="1"/>
              <a:t>ans</a:t>
            </a:r>
            <a:r>
              <a:rPr lang="en-US" dirty="0"/>
              <a:t> = </a:t>
            </a:r>
            <a:r>
              <a:rPr lang="en-US" dirty="0" err="1"/>
              <a:t>Integer.MIN_VALUE</a:t>
            </a:r>
            <a:r>
              <a:rPr lang="en-US" dirty="0"/>
              <a:t>; // local var, not a field </a:t>
            </a:r>
          </a:p>
          <a:p>
            <a:pPr marL="0" indent="0">
              <a:buNone/>
            </a:pPr>
            <a:r>
              <a:rPr lang="en-US" dirty="0"/>
              <a:t>			</a:t>
            </a:r>
            <a:r>
              <a:rPr lang="en-US" dirty="0">
                <a:solidFill>
                  <a:srgbClr val="FF0000"/>
                </a:solidFill>
              </a:rPr>
              <a:t>for(int </a:t>
            </a:r>
            <a:r>
              <a:rPr lang="en-US" dirty="0" err="1">
                <a:solidFill>
                  <a:srgbClr val="FF0000"/>
                </a:solidFill>
              </a:rPr>
              <a:t>i</a:t>
            </a:r>
            <a:r>
              <a:rPr lang="en-US" dirty="0">
                <a:solidFill>
                  <a:srgbClr val="FF0000"/>
                </a:solidFill>
              </a:rPr>
              <a:t>=lo; </a:t>
            </a:r>
            <a:r>
              <a:rPr lang="en-US" dirty="0" err="1">
                <a:solidFill>
                  <a:srgbClr val="FF0000"/>
                </a:solidFill>
              </a:rPr>
              <a:t>i</a:t>
            </a:r>
            <a:r>
              <a:rPr lang="en-US" dirty="0">
                <a:solidFill>
                  <a:srgbClr val="FF0000"/>
                </a:solidFill>
              </a:rPr>
              <a:t> &lt; hi; </a:t>
            </a:r>
            <a:r>
              <a:rPr lang="en-US" dirty="0" err="1">
                <a:solidFill>
                  <a:srgbClr val="FF0000"/>
                </a:solidFill>
              </a:rPr>
              <a:t>i</a:t>
            </a:r>
            <a:r>
              <a:rPr lang="en-US" dirty="0">
                <a:solidFill>
                  <a:srgbClr val="FF0000"/>
                </a:solidFill>
              </a:rPr>
              <a:t>++) {</a:t>
            </a:r>
          </a:p>
          <a:p>
            <a:pPr marL="0" indent="0">
              <a:buNone/>
            </a:pPr>
            <a:r>
              <a:rPr lang="en-US" dirty="0">
                <a:solidFill>
                  <a:srgbClr val="FF0000"/>
                </a:solidFill>
              </a:rPr>
              <a:t>				</a:t>
            </a:r>
            <a:r>
              <a:rPr lang="en-US" dirty="0" err="1">
                <a:solidFill>
                  <a:srgbClr val="FF0000"/>
                </a:solidFill>
              </a:rPr>
              <a:t>ans</a:t>
            </a:r>
            <a:r>
              <a:rPr lang="en-US" dirty="0">
                <a:solidFill>
                  <a:srgbClr val="FF0000"/>
                </a:solidFill>
              </a:rPr>
              <a:t> = </a:t>
            </a:r>
            <a:r>
              <a:rPr lang="en-US" dirty="0" err="1">
                <a:solidFill>
                  <a:srgbClr val="FF0000"/>
                </a:solidFill>
              </a:rPr>
              <a:t>Math.max</a:t>
            </a:r>
            <a:r>
              <a:rPr lang="en-US" dirty="0">
                <a:solidFill>
                  <a:srgbClr val="FF0000"/>
                </a:solidFill>
              </a:rPr>
              <a:t>(</a:t>
            </a:r>
            <a:r>
              <a:rPr lang="en-US" dirty="0" err="1">
                <a:solidFill>
                  <a:srgbClr val="FF0000"/>
                </a:solidFill>
              </a:rPr>
              <a:t>ans</a:t>
            </a:r>
            <a:r>
              <a:rPr lang="en-US" dirty="0">
                <a:solidFill>
                  <a:srgbClr val="FF0000"/>
                </a:solidFill>
              </a:rPr>
              <a:t>, </a:t>
            </a:r>
            <a:r>
              <a:rPr lang="en-US" dirty="0" err="1">
                <a:solidFill>
                  <a:srgbClr val="FF0000"/>
                </a:solidFill>
              </a:rPr>
              <a:t>arr</a:t>
            </a:r>
            <a:r>
              <a:rPr lang="en-US" dirty="0">
                <a:solidFill>
                  <a:srgbClr val="FF0000"/>
                </a:solidFill>
              </a:rPr>
              <a:t>[</a:t>
            </a:r>
            <a:r>
              <a:rPr lang="en-US" dirty="0" err="1">
                <a:solidFill>
                  <a:srgbClr val="FF0000"/>
                </a:solidFill>
              </a:rPr>
              <a:t>i</a:t>
            </a:r>
            <a:r>
              <a:rPr lang="en-US" dirty="0">
                <a:solidFill>
                  <a:srgbClr val="FF0000"/>
                </a:solidFill>
              </a:rPr>
              <a:t>]);}</a:t>
            </a:r>
          </a:p>
          <a:p>
            <a:pPr marL="0" indent="0">
              <a:buNone/>
            </a:pPr>
            <a:r>
              <a:rPr lang="en-US" dirty="0"/>
              <a:t>			return </a:t>
            </a:r>
            <a:r>
              <a:rPr lang="en-US" dirty="0" err="1"/>
              <a:t>ans</a:t>
            </a:r>
            <a:r>
              <a:rPr lang="en-US" dirty="0"/>
              <a:t>; </a:t>
            </a:r>
          </a:p>
          <a:p>
            <a:pPr marL="0" indent="0">
              <a:buNone/>
            </a:pPr>
            <a:r>
              <a:rPr lang="en-US" dirty="0"/>
              <a:t>		else { </a:t>
            </a:r>
          </a:p>
          <a:p>
            <a:pPr marL="0" indent="0">
              <a:buNone/>
            </a:pPr>
            <a:r>
              <a:rPr lang="en-US" dirty="0"/>
              <a:t>			</a:t>
            </a:r>
            <a:r>
              <a:rPr lang="en-US" dirty="0" err="1"/>
              <a:t>MaxTask</a:t>
            </a:r>
            <a:r>
              <a:rPr lang="en-US" dirty="0"/>
              <a:t> left = new </a:t>
            </a:r>
            <a:r>
              <a:rPr lang="en-US" dirty="0" err="1"/>
              <a:t>MaxTask</a:t>
            </a:r>
            <a:r>
              <a:rPr lang="en-US" dirty="0"/>
              <a:t>(</a:t>
            </a:r>
            <a:r>
              <a:rPr lang="en-US" dirty="0" err="1"/>
              <a:t>arr,lo</a:t>
            </a:r>
            <a:r>
              <a:rPr lang="en-US" dirty="0"/>
              <a:t>,(</a:t>
            </a:r>
            <a:r>
              <a:rPr lang="en-US" dirty="0" err="1"/>
              <a:t>hi+lo</a:t>
            </a:r>
            <a:r>
              <a:rPr lang="en-US" dirty="0"/>
              <a:t>)/2); </a:t>
            </a:r>
            <a:r>
              <a:rPr lang="en-US" b="1" dirty="0"/>
              <a:t>// divide</a:t>
            </a:r>
          </a:p>
          <a:p>
            <a:pPr marL="0" indent="0">
              <a:buNone/>
            </a:pPr>
            <a:r>
              <a:rPr lang="en-US" dirty="0"/>
              <a:t>			</a:t>
            </a:r>
            <a:r>
              <a:rPr lang="en-US" dirty="0" err="1"/>
              <a:t>MaxTask</a:t>
            </a:r>
            <a:r>
              <a:rPr lang="en-US" dirty="0"/>
              <a:t> right= new </a:t>
            </a:r>
            <a:r>
              <a:rPr lang="en-US" dirty="0" err="1"/>
              <a:t>MaxTask</a:t>
            </a:r>
            <a:r>
              <a:rPr lang="en-US" dirty="0"/>
              <a:t>(</a:t>
            </a:r>
            <a:r>
              <a:rPr lang="en-US" dirty="0" err="1"/>
              <a:t>arr</a:t>
            </a:r>
            <a:r>
              <a:rPr lang="en-US" dirty="0"/>
              <a:t>,(</a:t>
            </a:r>
            <a:r>
              <a:rPr lang="en-US" dirty="0" err="1"/>
              <a:t>hi+lo</a:t>
            </a:r>
            <a:r>
              <a:rPr lang="en-US" dirty="0"/>
              <a:t>)/2,hi); </a:t>
            </a:r>
            <a:r>
              <a:rPr lang="en-US" b="1" dirty="0"/>
              <a:t>// divide</a:t>
            </a:r>
          </a:p>
          <a:p>
            <a:pPr marL="0" indent="0">
              <a:buNone/>
            </a:pPr>
            <a:r>
              <a:rPr lang="en-US" dirty="0"/>
              <a:t>			</a:t>
            </a:r>
            <a:r>
              <a:rPr lang="en-US" dirty="0" err="1"/>
              <a:t>left.fork</a:t>
            </a:r>
            <a:r>
              <a:rPr lang="en-US" dirty="0"/>
              <a:t>(); // fork a thread and calls compute (</a:t>
            </a:r>
            <a:r>
              <a:rPr lang="en-US" b="1" dirty="0"/>
              <a:t>conquer</a:t>
            </a:r>
            <a:r>
              <a:rPr lang="en-US" dirty="0"/>
              <a:t>)</a:t>
            </a:r>
          </a:p>
          <a:p>
            <a:pPr marL="0" indent="0">
              <a:buNone/>
            </a:pPr>
            <a:r>
              <a:rPr lang="en-US" dirty="0"/>
              <a:t>			int </a:t>
            </a:r>
            <a:r>
              <a:rPr lang="en-US" dirty="0" err="1"/>
              <a:t>rightAns</a:t>
            </a:r>
            <a:r>
              <a:rPr lang="en-US" dirty="0"/>
              <a:t> = </a:t>
            </a:r>
            <a:r>
              <a:rPr lang="en-US" dirty="0" err="1"/>
              <a:t>right.compute</a:t>
            </a:r>
            <a:r>
              <a:rPr lang="en-US" dirty="0"/>
              <a:t>(); //call compute directly (</a:t>
            </a:r>
            <a:r>
              <a:rPr lang="en-US" b="1" dirty="0"/>
              <a:t>conquer</a:t>
            </a:r>
            <a:r>
              <a:rPr lang="en-US" dirty="0"/>
              <a:t>)</a:t>
            </a:r>
          </a:p>
          <a:p>
            <a:pPr marL="0" indent="0">
              <a:buNone/>
            </a:pPr>
            <a:r>
              <a:rPr lang="en-US" dirty="0"/>
              <a:t>			int </a:t>
            </a:r>
            <a:r>
              <a:rPr lang="en-US" dirty="0" err="1"/>
              <a:t>leftAns</a:t>
            </a:r>
            <a:r>
              <a:rPr lang="en-US" dirty="0"/>
              <a:t> = </a:t>
            </a:r>
            <a:r>
              <a:rPr lang="en-US" dirty="0" err="1"/>
              <a:t>left.join</a:t>
            </a:r>
            <a:r>
              <a:rPr lang="en-US" dirty="0"/>
              <a:t>(); // get result from left </a:t>
            </a:r>
          </a:p>
          <a:p>
            <a:pPr marL="0" indent="0">
              <a:buNone/>
            </a:pPr>
            <a:r>
              <a:rPr lang="en-US" dirty="0"/>
              <a:t>			</a:t>
            </a:r>
            <a:r>
              <a:rPr lang="en-US" dirty="0">
                <a:solidFill>
                  <a:srgbClr val="FF0000"/>
                </a:solidFill>
              </a:rPr>
              <a:t>return </a:t>
            </a:r>
            <a:r>
              <a:rPr lang="en-US" dirty="0" err="1">
                <a:solidFill>
                  <a:srgbClr val="FF0000"/>
                </a:solidFill>
              </a:rPr>
              <a:t>Math.max</a:t>
            </a:r>
            <a:r>
              <a:rPr lang="en-US" dirty="0">
                <a:solidFill>
                  <a:srgbClr val="FF0000"/>
                </a:solidFill>
              </a:rPr>
              <a:t>(</a:t>
            </a:r>
            <a:r>
              <a:rPr lang="en-US" dirty="0" err="1">
                <a:solidFill>
                  <a:srgbClr val="FF0000"/>
                </a:solidFill>
              </a:rPr>
              <a:t>rightAns</a:t>
            </a:r>
            <a:r>
              <a:rPr lang="en-US" dirty="0">
                <a:solidFill>
                  <a:srgbClr val="FF0000"/>
                </a:solidFill>
              </a:rPr>
              <a:t>, </a:t>
            </a:r>
            <a:r>
              <a:rPr lang="en-US" dirty="0" err="1">
                <a:solidFill>
                  <a:srgbClr val="FF0000"/>
                </a:solidFill>
              </a:rPr>
              <a:t>leftAns</a:t>
            </a:r>
            <a:r>
              <a:rPr lang="en-US" dirty="0">
                <a:solidFill>
                  <a:srgbClr val="FF0000"/>
                </a:solidFill>
              </a:rPr>
              <a:t>); </a:t>
            </a:r>
            <a:r>
              <a:rPr lang="en-US" dirty="0"/>
              <a:t>// </a:t>
            </a:r>
            <a:r>
              <a:rPr lang="en-US" b="1" dirty="0"/>
              <a:t>combine</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114904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ED922-5607-EB4E-1AE4-E04C94929168}"/>
              </a:ext>
            </a:extLst>
          </p:cNvPr>
          <p:cNvSpPr>
            <a:spLocks noGrp="1"/>
          </p:cNvSpPr>
          <p:nvPr>
            <p:ph type="title"/>
          </p:nvPr>
        </p:nvSpPr>
        <p:spPr/>
        <p:txBody>
          <a:bodyPr/>
          <a:lstStyle/>
          <a:p>
            <a:r>
              <a:rPr lang="en-US" dirty="0"/>
              <a:t>Other Problems that can be solved similarly</a:t>
            </a:r>
          </a:p>
        </p:txBody>
      </p:sp>
      <p:sp>
        <p:nvSpPr>
          <p:cNvPr id="3" name="Content Placeholder 2">
            <a:extLst>
              <a:ext uri="{FF2B5EF4-FFF2-40B4-BE49-F238E27FC236}">
                <a16:creationId xmlns:a16="http://schemas.microsoft.com/office/drawing/2014/main" id="{D3A12CC3-8CAA-749D-1A9D-F060D79D960F}"/>
              </a:ext>
            </a:extLst>
          </p:cNvPr>
          <p:cNvSpPr>
            <a:spLocks noGrp="1"/>
          </p:cNvSpPr>
          <p:nvPr>
            <p:ph idx="1"/>
          </p:nvPr>
        </p:nvSpPr>
        <p:spPr/>
        <p:txBody>
          <a:bodyPr/>
          <a:lstStyle/>
          <a:p>
            <a:r>
              <a:rPr lang="en-US" dirty="0"/>
              <a:t>Element Search </a:t>
            </a:r>
          </a:p>
          <a:p>
            <a:pPr lvl="1"/>
            <a:r>
              <a:rPr lang="en-US" dirty="0"/>
              <a:t>Is the value 17 in the array?</a:t>
            </a:r>
          </a:p>
          <a:p>
            <a:r>
              <a:rPr lang="en-US" dirty="0"/>
              <a:t>Counting items with a certain property</a:t>
            </a:r>
          </a:p>
          <a:p>
            <a:pPr lvl="1"/>
            <a:r>
              <a:rPr lang="en-US" dirty="0"/>
              <a:t>How many elements of the array are divisible by 5?</a:t>
            </a:r>
          </a:p>
          <a:p>
            <a:r>
              <a:rPr lang="en-US" dirty="0"/>
              <a:t>Checking if the array is sorted</a:t>
            </a:r>
          </a:p>
          <a:p>
            <a:r>
              <a:rPr lang="en-US" dirty="0"/>
              <a:t>Find the smallest rectangle that covers all points in the array</a:t>
            </a:r>
          </a:p>
          <a:p>
            <a:r>
              <a:rPr lang="en-US" dirty="0"/>
              <a:t>Find the first thing that satisfies a property</a:t>
            </a:r>
          </a:p>
          <a:p>
            <a:pPr lvl="1"/>
            <a:r>
              <a:rPr lang="en-US" dirty="0"/>
              <a:t>What is the leftmost item that is divisible by 20?</a:t>
            </a:r>
          </a:p>
          <a:p>
            <a:endParaRPr lang="en-US" dirty="0"/>
          </a:p>
        </p:txBody>
      </p:sp>
    </p:spTree>
    <p:extLst>
      <p:ext uri="{BB962C8B-B14F-4D97-AF65-F5344CB8AC3E}">
        <p14:creationId xmlns:p14="http://schemas.microsoft.com/office/powerpoint/2010/main" val="27686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7CD9-CCBF-A90A-4C53-49B63426D9C3}"/>
              </a:ext>
            </a:extLst>
          </p:cNvPr>
          <p:cNvSpPr>
            <a:spLocks noGrp="1"/>
          </p:cNvSpPr>
          <p:nvPr>
            <p:ph type="title"/>
          </p:nvPr>
        </p:nvSpPr>
        <p:spPr/>
        <p:txBody>
          <a:bodyPr/>
          <a:lstStyle/>
          <a:p>
            <a:r>
              <a:rPr lang="en-US" dirty="0"/>
              <a:t>Reductions/Folds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06D332-D82D-6EDD-59C1-82CAA9AABD16}"/>
                  </a:ext>
                </a:extLst>
              </p:cNvPr>
              <p:cNvSpPr>
                <a:spLocks noGrp="1"/>
              </p:cNvSpPr>
              <p:nvPr>
                <p:ph idx="1"/>
              </p:nvPr>
            </p:nvSpPr>
            <p:spPr/>
            <p:txBody>
              <a:bodyPr/>
              <a:lstStyle/>
              <a:p>
                <a:r>
                  <a:rPr lang="en-US" dirty="0"/>
                  <a:t>All examples of a category of computation called a reduction</a:t>
                </a:r>
              </a:p>
              <a:p>
                <a:pPr lvl="1"/>
                <a:r>
                  <a:rPr lang="en-US" dirty="0"/>
                  <a:t>We “reduce” all elements in an array to a single item</a:t>
                </a:r>
              </a:p>
              <a:p>
                <a:pPr lvl="1"/>
                <a:r>
                  <a:rPr lang="en-US" dirty="0"/>
                  <a:t>Requires operation done among elements is </a:t>
                </a:r>
                <a:r>
                  <a:rPr lang="en-US" b="1" dirty="0"/>
                  <a:t>associative</a:t>
                </a:r>
              </a:p>
              <a:p>
                <a:pPr lvl="2"/>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endParaRPr lang="en-US" dirty="0"/>
              </a:p>
              <a:p>
                <a:pPr lvl="2"/>
                <a:r>
                  <a:rPr lang="en-US" dirty="0"/>
                  <a:t>min(min(</a:t>
                </a:r>
                <a:r>
                  <a:rPr lang="en-US" dirty="0" err="1"/>
                  <a:t>x,y</a:t>
                </a:r>
                <a:r>
                  <a:rPr lang="en-US" dirty="0"/>
                  <a:t>), z) = min(x, min(y, z))</a:t>
                </a:r>
              </a:p>
              <a:p>
                <a:pPr lvl="1"/>
                <a:r>
                  <a:rPr lang="en-US" dirty="0"/>
                  <a:t>The “single item” can itself be complex</a:t>
                </a:r>
              </a:p>
              <a:p>
                <a:pPr lvl="2"/>
                <a:r>
                  <a:rPr lang="en-US" dirty="0"/>
                  <a:t>E.g. create a histogram of results from an array of trials</a:t>
                </a:r>
              </a:p>
            </p:txBody>
          </p:sp>
        </mc:Choice>
        <mc:Fallback xmlns="">
          <p:sp>
            <p:nvSpPr>
              <p:cNvPr id="3" name="Content Placeholder 2">
                <a:extLst>
                  <a:ext uri="{FF2B5EF4-FFF2-40B4-BE49-F238E27FC236}">
                    <a16:creationId xmlns:a16="http://schemas.microsoft.com/office/drawing/2014/main" id="{C906D332-D82D-6EDD-59C1-82CAA9AABD16}"/>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054761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D51D-ECA0-BCE9-D8FC-770263E97C26}"/>
              </a:ext>
            </a:extLst>
          </p:cNvPr>
          <p:cNvSpPr>
            <a:spLocks noGrp="1"/>
          </p:cNvSpPr>
          <p:nvPr>
            <p:ph type="title"/>
          </p:nvPr>
        </p:nvSpPr>
        <p:spPr/>
        <p:txBody>
          <a:bodyPr/>
          <a:lstStyle/>
          <a:p>
            <a:r>
              <a:rPr lang="en-US" dirty="0"/>
              <a:t>Map</a:t>
            </a:r>
          </a:p>
        </p:txBody>
      </p:sp>
      <p:sp>
        <p:nvSpPr>
          <p:cNvPr id="3" name="Content Placeholder 2">
            <a:extLst>
              <a:ext uri="{FF2B5EF4-FFF2-40B4-BE49-F238E27FC236}">
                <a16:creationId xmlns:a16="http://schemas.microsoft.com/office/drawing/2014/main" id="{951B260D-189A-C8C4-DD7B-FB750532127B}"/>
              </a:ext>
            </a:extLst>
          </p:cNvPr>
          <p:cNvSpPr>
            <a:spLocks noGrp="1"/>
          </p:cNvSpPr>
          <p:nvPr>
            <p:ph idx="1"/>
          </p:nvPr>
        </p:nvSpPr>
        <p:spPr>
          <a:xfrm>
            <a:off x="1335911" y="1837199"/>
            <a:ext cx="10515600" cy="4351338"/>
          </a:xfrm>
        </p:spPr>
        <p:txBody>
          <a:bodyPr/>
          <a:lstStyle/>
          <a:p>
            <a:r>
              <a:rPr lang="en-US" b="1" dirty="0"/>
              <a:t>New task</a:t>
            </a:r>
            <a:r>
              <a:rPr lang="en-US" dirty="0"/>
              <a:t>: Apply a function (map) to each element of an array</a:t>
            </a:r>
          </a:p>
          <a:p>
            <a:r>
              <a:rPr lang="en-US" dirty="0"/>
              <a:t>Examples:</a:t>
            </a:r>
          </a:p>
          <a:p>
            <a:pPr lvl="1"/>
            <a:r>
              <a:rPr lang="en-US" dirty="0"/>
              <a:t>Vector addition:</a:t>
            </a:r>
          </a:p>
          <a:p>
            <a:pPr lvl="2"/>
            <a:r>
              <a:rPr lang="en-US" dirty="0"/>
              <a:t>sum[</a:t>
            </a:r>
            <a:r>
              <a:rPr lang="en-US" dirty="0" err="1"/>
              <a:t>i</a:t>
            </a:r>
            <a:r>
              <a:rPr lang="en-US" dirty="0"/>
              <a:t>] = arr1[</a:t>
            </a:r>
            <a:r>
              <a:rPr lang="en-US" dirty="0" err="1"/>
              <a:t>i</a:t>
            </a:r>
            <a:r>
              <a:rPr lang="en-US" dirty="0"/>
              <a:t>] + arr2[</a:t>
            </a:r>
            <a:r>
              <a:rPr lang="en-US" dirty="0" err="1"/>
              <a:t>i</a:t>
            </a:r>
            <a:r>
              <a:rPr lang="en-US" dirty="0"/>
              <a:t>]</a:t>
            </a:r>
          </a:p>
          <a:p>
            <a:pPr lvl="1"/>
            <a:r>
              <a:rPr lang="en-US" dirty="0"/>
              <a:t>Function application:</a:t>
            </a:r>
          </a:p>
          <a:p>
            <a:pPr lvl="2"/>
            <a:r>
              <a:rPr lang="en-US" dirty="0"/>
              <a:t>out[</a:t>
            </a:r>
            <a:r>
              <a:rPr lang="en-US" dirty="0" err="1"/>
              <a:t>i</a:t>
            </a:r>
            <a:r>
              <a:rPr lang="en-US" dirty="0"/>
              <a:t>] = f(</a:t>
            </a:r>
            <a:r>
              <a:rPr lang="en-US" dirty="0" err="1"/>
              <a:t>arr</a:t>
            </a:r>
            <a:r>
              <a:rPr lang="en-US" dirty="0"/>
              <a:t>[</a:t>
            </a:r>
            <a:r>
              <a:rPr lang="en-US" dirty="0" err="1"/>
              <a:t>i</a:t>
            </a:r>
            <a:r>
              <a:rPr lang="en-US" dirty="0"/>
              <a:t>]); </a:t>
            </a:r>
          </a:p>
          <a:p>
            <a:r>
              <a:rPr lang="en-US" b="1" dirty="0"/>
              <a:t>Observation</a:t>
            </a:r>
            <a:r>
              <a:rPr lang="en-US" dirty="0"/>
              <a:t>: maps also parallelizable in the same way!</a:t>
            </a:r>
          </a:p>
          <a:p>
            <a:pPr lvl="1"/>
            <a:r>
              <a:rPr lang="en-US" dirty="0"/>
              <a:t>No need for combination step</a:t>
            </a:r>
          </a:p>
          <a:p>
            <a:pPr lvl="1"/>
            <a:endParaRPr lang="en-US" dirty="0"/>
          </a:p>
          <a:p>
            <a:endParaRPr lang="en-US" dirty="0"/>
          </a:p>
        </p:txBody>
      </p:sp>
    </p:spTree>
    <p:extLst>
      <p:ext uri="{BB962C8B-B14F-4D97-AF65-F5344CB8AC3E}">
        <p14:creationId xmlns:p14="http://schemas.microsoft.com/office/powerpoint/2010/main" val="2059209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838200" y="-295275"/>
            <a:ext cx="10515600" cy="1325563"/>
          </a:xfrm>
        </p:spPr>
        <p:txBody>
          <a:bodyPr>
            <a:normAutofit/>
          </a:bodyPr>
          <a:lstStyle/>
          <a:p>
            <a:r>
              <a:rPr lang="en-US" sz="4000" dirty="0"/>
              <a:t>Map with </a:t>
            </a:r>
            <a:r>
              <a:rPr lang="en-US" sz="4000" dirty="0" err="1"/>
              <a:t>ForkJoin</a:t>
            </a:r>
            <a:endParaRPr lang="en-US" sz="4000" dirty="0"/>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838200" y="654741"/>
            <a:ext cx="10515600" cy="6380480"/>
          </a:xfrm>
        </p:spPr>
        <p:txBody>
          <a:bodyPr>
            <a:normAutofit fontScale="77500" lnSpcReduction="20000"/>
          </a:bodyPr>
          <a:lstStyle/>
          <a:p>
            <a:pPr marL="0" indent="0">
              <a:buNone/>
            </a:pPr>
            <a:r>
              <a:rPr lang="en-US" dirty="0"/>
              <a:t>class </a:t>
            </a:r>
            <a:r>
              <a:rPr lang="en-US" dirty="0" err="1"/>
              <a:t>AddVecs</a:t>
            </a:r>
            <a:r>
              <a:rPr lang="en-US" dirty="0"/>
              <a:t> extends </a:t>
            </a:r>
            <a:r>
              <a:rPr lang="en-US" dirty="0" err="1"/>
              <a:t>RecursiveAction</a:t>
            </a:r>
            <a:r>
              <a:rPr lang="en-US" dirty="0"/>
              <a:t> { </a:t>
            </a:r>
          </a:p>
          <a:p>
            <a:pPr marL="0" indent="0">
              <a:buNone/>
            </a:pPr>
            <a:r>
              <a:rPr lang="en-US" dirty="0"/>
              <a:t>	int lo; int hi; int[] </a:t>
            </a:r>
            <a:r>
              <a:rPr lang="en-US" dirty="0" err="1"/>
              <a:t>arr</a:t>
            </a:r>
            <a:r>
              <a:rPr lang="en-US" dirty="0"/>
              <a:t>; // fields to know what to do </a:t>
            </a:r>
          </a:p>
          <a:p>
            <a:pPr marL="0" indent="0">
              <a:buNone/>
            </a:pPr>
            <a:r>
              <a:rPr lang="en-US" dirty="0"/>
              <a:t>	</a:t>
            </a:r>
            <a:r>
              <a:rPr lang="en-US" dirty="0" err="1"/>
              <a:t>AddVecs</a:t>
            </a:r>
            <a:r>
              <a:rPr lang="en-US" dirty="0"/>
              <a:t>(</a:t>
            </a:r>
            <a:r>
              <a:rPr lang="en-US" dirty="0">
                <a:solidFill>
                  <a:srgbClr val="FF0000"/>
                </a:solidFill>
              </a:rPr>
              <a:t>int[] a, int[] b, int[] sum</a:t>
            </a:r>
            <a:r>
              <a:rPr lang="en-US" dirty="0"/>
              <a:t>, int l, int h) { … } </a:t>
            </a:r>
          </a:p>
          <a:p>
            <a:pPr marL="0" indent="0">
              <a:buNone/>
            </a:pPr>
            <a:r>
              <a:rPr lang="en-US" dirty="0"/>
              <a:t>	protected </a:t>
            </a:r>
            <a:r>
              <a:rPr lang="en-US" dirty="0">
                <a:solidFill>
                  <a:srgbClr val="FF0000"/>
                </a:solidFill>
              </a:rPr>
              <a:t>void</a:t>
            </a:r>
            <a:r>
              <a:rPr lang="en-US" dirty="0"/>
              <a:t> compute(){// return answer </a:t>
            </a:r>
          </a:p>
          <a:p>
            <a:pPr marL="0" indent="0">
              <a:buNone/>
            </a:pPr>
            <a:r>
              <a:rPr lang="en-US" dirty="0"/>
              <a:t>		if(hi – lo &lt; SEQUENTIAL_CUTOFF) {  // base case</a:t>
            </a:r>
          </a:p>
          <a:p>
            <a:pPr marL="0" indent="0">
              <a:buNone/>
            </a:pPr>
            <a:r>
              <a:rPr lang="en-US" dirty="0"/>
              <a:t>			</a:t>
            </a:r>
            <a:r>
              <a:rPr lang="en-US" dirty="0">
                <a:solidFill>
                  <a:srgbClr val="FF0000"/>
                </a:solidFill>
              </a:rPr>
              <a:t>for(int </a:t>
            </a:r>
            <a:r>
              <a:rPr lang="en-US" dirty="0" err="1">
                <a:solidFill>
                  <a:srgbClr val="FF0000"/>
                </a:solidFill>
              </a:rPr>
              <a:t>i</a:t>
            </a:r>
            <a:r>
              <a:rPr lang="en-US" dirty="0">
                <a:solidFill>
                  <a:srgbClr val="FF0000"/>
                </a:solidFill>
              </a:rPr>
              <a:t>=lo; </a:t>
            </a:r>
            <a:r>
              <a:rPr lang="en-US" dirty="0" err="1">
                <a:solidFill>
                  <a:srgbClr val="FF0000"/>
                </a:solidFill>
              </a:rPr>
              <a:t>i</a:t>
            </a:r>
            <a:r>
              <a:rPr lang="en-US" dirty="0">
                <a:solidFill>
                  <a:srgbClr val="FF0000"/>
                </a:solidFill>
              </a:rPr>
              <a:t> &lt; hi; </a:t>
            </a:r>
            <a:r>
              <a:rPr lang="en-US" dirty="0" err="1">
                <a:solidFill>
                  <a:srgbClr val="FF0000"/>
                </a:solidFill>
              </a:rPr>
              <a:t>i</a:t>
            </a:r>
            <a:r>
              <a:rPr lang="en-US" dirty="0">
                <a:solidFill>
                  <a:srgbClr val="FF0000"/>
                </a:solidFill>
              </a:rPr>
              <a:t>++) {</a:t>
            </a:r>
          </a:p>
          <a:p>
            <a:pPr marL="0" indent="0">
              <a:buNone/>
            </a:pPr>
            <a:r>
              <a:rPr lang="en-US" dirty="0">
                <a:solidFill>
                  <a:srgbClr val="FF0000"/>
                </a:solidFill>
              </a:rPr>
              <a:t>				sum[</a:t>
            </a:r>
            <a:r>
              <a:rPr lang="en-US" dirty="0" err="1">
                <a:solidFill>
                  <a:srgbClr val="FF0000"/>
                </a:solidFill>
              </a:rPr>
              <a:t>i</a:t>
            </a:r>
            <a:r>
              <a:rPr lang="en-US" dirty="0">
                <a:solidFill>
                  <a:srgbClr val="FF0000"/>
                </a:solidFill>
              </a:rPr>
              <a:t>] = a[</a:t>
            </a:r>
            <a:r>
              <a:rPr lang="en-US" dirty="0" err="1">
                <a:solidFill>
                  <a:srgbClr val="FF0000"/>
                </a:solidFill>
              </a:rPr>
              <a:t>i</a:t>
            </a:r>
            <a:r>
              <a:rPr lang="en-US" dirty="0">
                <a:solidFill>
                  <a:srgbClr val="FF0000"/>
                </a:solidFill>
              </a:rPr>
              <a:t>] + b[</a:t>
            </a:r>
            <a:r>
              <a:rPr lang="en-US" dirty="0" err="1">
                <a:solidFill>
                  <a:srgbClr val="FF0000"/>
                </a:solidFill>
              </a:rPr>
              <a:t>i</a:t>
            </a:r>
            <a:r>
              <a:rPr lang="en-US" dirty="0">
                <a:solidFill>
                  <a:srgbClr val="FF0000"/>
                </a:solidFill>
              </a:rPr>
              <a:t>];}</a:t>
            </a:r>
            <a:endParaRPr lang="en-US" dirty="0"/>
          </a:p>
          <a:p>
            <a:pPr marL="0" indent="0">
              <a:buNone/>
            </a:pPr>
            <a:r>
              <a:rPr lang="en-US" dirty="0"/>
              <a:t>		else { </a:t>
            </a:r>
          </a:p>
          <a:p>
            <a:pPr marL="0" indent="0">
              <a:buNone/>
            </a:pPr>
            <a:r>
              <a:rPr lang="en-US" dirty="0"/>
              <a:t>			</a:t>
            </a:r>
            <a:r>
              <a:rPr lang="en-US" dirty="0" err="1"/>
              <a:t>AddTask</a:t>
            </a:r>
            <a:r>
              <a:rPr lang="en-US" dirty="0"/>
              <a:t> left = new </a:t>
            </a:r>
            <a:r>
              <a:rPr lang="en-US" dirty="0" err="1"/>
              <a:t>AddVecs</a:t>
            </a:r>
            <a:r>
              <a:rPr lang="en-US" dirty="0"/>
              <a:t>(</a:t>
            </a:r>
            <a:r>
              <a:rPr lang="en-US" dirty="0" err="1"/>
              <a:t>a,b,sum,lo</a:t>
            </a:r>
            <a:r>
              <a:rPr lang="en-US" dirty="0"/>
              <a:t>,(</a:t>
            </a:r>
            <a:r>
              <a:rPr lang="en-US" dirty="0" err="1"/>
              <a:t>hi+lo</a:t>
            </a:r>
            <a:r>
              <a:rPr lang="en-US" dirty="0"/>
              <a:t>)/2); </a:t>
            </a:r>
            <a:r>
              <a:rPr lang="en-US" b="1" dirty="0"/>
              <a:t>// divide</a:t>
            </a:r>
          </a:p>
          <a:p>
            <a:pPr marL="0" indent="0">
              <a:buNone/>
            </a:pPr>
            <a:r>
              <a:rPr lang="en-US" dirty="0"/>
              <a:t>			</a:t>
            </a:r>
            <a:r>
              <a:rPr lang="en-US" dirty="0" err="1"/>
              <a:t>AddTask</a:t>
            </a:r>
            <a:r>
              <a:rPr lang="en-US" dirty="0"/>
              <a:t> right= new </a:t>
            </a:r>
            <a:r>
              <a:rPr lang="en-US" dirty="0" err="1"/>
              <a:t>AddVecs</a:t>
            </a:r>
            <a:r>
              <a:rPr lang="en-US" dirty="0"/>
              <a:t>(</a:t>
            </a:r>
            <a:r>
              <a:rPr lang="en-US" dirty="0" err="1"/>
              <a:t>a,b,sum</a:t>
            </a:r>
            <a:r>
              <a:rPr lang="en-US" dirty="0"/>
              <a:t>,(</a:t>
            </a:r>
            <a:r>
              <a:rPr lang="en-US" dirty="0" err="1"/>
              <a:t>hi+lo</a:t>
            </a:r>
            <a:r>
              <a:rPr lang="en-US" dirty="0"/>
              <a:t>)/2,hi); </a:t>
            </a:r>
            <a:r>
              <a:rPr lang="en-US" b="1" dirty="0"/>
              <a:t>// divide</a:t>
            </a:r>
          </a:p>
          <a:p>
            <a:pPr marL="0" indent="0">
              <a:buNone/>
            </a:pPr>
            <a:r>
              <a:rPr lang="en-US" dirty="0"/>
              <a:t>			</a:t>
            </a:r>
            <a:r>
              <a:rPr lang="en-US" dirty="0" err="1"/>
              <a:t>left.fork</a:t>
            </a:r>
            <a:r>
              <a:rPr lang="en-US" dirty="0"/>
              <a:t>(); // fork a thread and calls compute (</a:t>
            </a:r>
            <a:r>
              <a:rPr lang="en-US" b="1" dirty="0"/>
              <a:t>conquer</a:t>
            </a:r>
            <a:r>
              <a:rPr lang="en-US" dirty="0"/>
              <a:t>)</a:t>
            </a:r>
          </a:p>
          <a:p>
            <a:pPr marL="0" indent="0">
              <a:buNone/>
            </a:pPr>
            <a:r>
              <a:rPr lang="en-US" dirty="0"/>
              <a:t>			</a:t>
            </a:r>
            <a:r>
              <a:rPr lang="en-US" dirty="0" err="1"/>
              <a:t>right.compute</a:t>
            </a:r>
            <a:r>
              <a:rPr lang="en-US" dirty="0"/>
              <a:t>(); //call compute directly (</a:t>
            </a:r>
            <a:r>
              <a:rPr lang="en-US" b="1" dirty="0"/>
              <a:t>conquer</a:t>
            </a:r>
            <a:r>
              <a:rPr lang="en-US" dirty="0"/>
              <a:t>)</a:t>
            </a:r>
          </a:p>
          <a:p>
            <a:pPr marL="0" indent="0">
              <a:buNone/>
            </a:pPr>
            <a:r>
              <a:rPr lang="en-US" dirty="0"/>
              <a:t>			</a:t>
            </a:r>
            <a:r>
              <a:rPr lang="en-US" dirty="0" err="1"/>
              <a:t>left.join</a:t>
            </a:r>
            <a:r>
              <a:rPr lang="en-US" dirty="0"/>
              <a:t>(); // </a:t>
            </a:r>
            <a:r>
              <a:rPr lang="en-US" b="1" dirty="0"/>
              <a:t>wait</a:t>
            </a:r>
            <a:r>
              <a:rPr lang="en-US" dirty="0"/>
              <a:t> for thread to finish</a:t>
            </a:r>
            <a:endParaRPr lang="en-US" b="1" dirty="0"/>
          </a:p>
          <a:p>
            <a:pPr marL="0" indent="0">
              <a:buNone/>
            </a:pPr>
            <a:r>
              <a:rPr lang="en-US" dirty="0"/>
              <a:t>			</a:t>
            </a:r>
            <a:r>
              <a:rPr lang="en-US" dirty="0">
                <a:solidFill>
                  <a:srgbClr val="FF0000"/>
                </a:solidFill>
              </a:rPr>
              <a:t>return; </a:t>
            </a:r>
            <a:r>
              <a:rPr lang="en-US" dirty="0"/>
              <a:t>// combine</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1670344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C514-8F23-D967-F04B-F03124E85525}"/>
              </a:ext>
            </a:extLst>
          </p:cNvPr>
          <p:cNvSpPr>
            <a:spLocks noGrp="1"/>
          </p:cNvSpPr>
          <p:nvPr>
            <p:ph type="title"/>
          </p:nvPr>
        </p:nvSpPr>
        <p:spPr>
          <a:xfrm>
            <a:off x="383540" y="0"/>
            <a:ext cx="10515600" cy="1325563"/>
          </a:xfrm>
        </p:spPr>
        <p:txBody>
          <a:bodyPr>
            <a:normAutofit/>
          </a:bodyPr>
          <a:lstStyle/>
          <a:p>
            <a:r>
              <a:rPr lang="en-US" sz="4000" dirty="0"/>
              <a:t>Map with </a:t>
            </a:r>
            <a:r>
              <a:rPr lang="en-US" sz="4000" dirty="0" err="1"/>
              <a:t>ForkJoin</a:t>
            </a:r>
            <a:r>
              <a:rPr lang="en-US" sz="4000" dirty="0"/>
              <a:t> (continued)</a:t>
            </a:r>
          </a:p>
        </p:txBody>
      </p:sp>
      <p:sp>
        <p:nvSpPr>
          <p:cNvPr id="3" name="Content Placeholder 2">
            <a:extLst>
              <a:ext uri="{FF2B5EF4-FFF2-40B4-BE49-F238E27FC236}">
                <a16:creationId xmlns:a16="http://schemas.microsoft.com/office/drawing/2014/main" id="{F875E3F7-A903-0324-9401-05583BAB884A}"/>
              </a:ext>
            </a:extLst>
          </p:cNvPr>
          <p:cNvSpPr>
            <a:spLocks noGrp="1"/>
          </p:cNvSpPr>
          <p:nvPr>
            <p:ph idx="1"/>
          </p:nvPr>
        </p:nvSpPr>
        <p:spPr>
          <a:xfrm>
            <a:off x="383540" y="1442720"/>
            <a:ext cx="11424920" cy="6380480"/>
          </a:xfrm>
        </p:spPr>
        <p:txBody>
          <a:bodyPr>
            <a:normAutofit/>
          </a:bodyPr>
          <a:lstStyle/>
          <a:p>
            <a:pPr marL="0" indent="0">
              <a:buNone/>
            </a:pPr>
            <a:r>
              <a:rPr lang="en-US" dirty="0"/>
              <a:t>static final </a:t>
            </a:r>
            <a:r>
              <a:rPr lang="en-US" dirty="0" err="1"/>
              <a:t>ForkJoinPool</a:t>
            </a:r>
            <a:r>
              <a:rPr lang="en-US" dirty="0"/>
              <a:t> POOL = new </a:t>
            </a:r>
            <a:r>
              <a:rPr lang="en-US" dirty="0" err="1"/>
              <a:t>ForkJoinPool</a:t>
            </a:r>
            <a:r>
              <a:rPr lang="en-US" dirty="0"/>
              <a:t>(); </a:t>
            </a:r>
          </a:p>
          <a:p>
            <a:pPr marL="0" indent="0">
              <a:buNone/>
            </a:pPr>
            <a:r>
              <a:rPr lang="en-US" dirty="0"/>
              <a:t>int[] add(int[] a, int[] b){ </a:t>
            </a:r>
          </a:p>
          <a:p>
            <a:pPr marL="0" indent="0">
              <a:buNone/>
            </a:pPr>
            <a:r>
              <a:rPr lang="en-US" dirty="0"/>
              <a:t>	int[] </a:t>
            </a:r>
            <a:r>
              <a:rPr lang="en-US" dirty="0" err="1"/>
              <a:t>ans</a:t>
            </a:r>
            <a:r>
              <a:rPr lang="en-US" dirty="0"/>
              <a:t> = new int[</a:t>
            </a:r>
            <a:r>
              <a:rPr lang="en-US" dirty="0" err="1"/>
              <a:t>a.length</a:t>
            </a:r>
            <a:r>
              <a:rPr lang="en-US" dirty="0"/>
              <a:t>];</a:t>
            </a:r>
          </a:p>
          <a:p>
            <a:pPr marL="0" indent="0">
              <a:buNone/>
            </a:pPr>
            <a:r>
              <a:rPr lang="en-US" dirty="0"/>
              <a:t>	</a:t>
            </a:r>
            <a:r>
              <a:rPr lang="en-US" dirty="0" err="1"/>
              <a:t>AddVecs</a:t>
            </a:r>
            <a:r>
              <a:rPr lang="en-US" dirty="0"/>
              <a:t> task = new </a:t>
            </a:r>
            <a:r>
              <a:rPr lang="en-US" dirty="0" err="1"/>
              <a:t>AddVecs</a:t>
            </a:r>
            <a:r>
              <a:rPr lang="en-US" dirty="0"/>
              <a:t>(a, b, </a:t>
            </a:r>
            <a:r>
              <a:rPr lang="en-US" dirty="0" err="1"/>
              <a:t>ans</a:t>
            </a:r>
            <a:r>
              <a:rPr lang="en-US" dirty="0"/>
              <a:t>, 0, </a:t>
            </a:r>
            <a:r>
              <a:rPr lang="en-US" dirty="0" err="1"/>
              <a:t>a.length</a:t>
            </a:r>
            <a:r>
              <a:rPr lang="en-US" dirty="0"/>
              <a:t>) </a:t>
            </a:r>
          </a:p>
          <a:p>
            <a:pPr marL="0" indent="0">
              <a:buNone/>
            </a:pPr>
            <a:r>
              <a:rPr lang="en-US" dirty="0"/>
              <a:t>	</a:t>
            </a:r>
            <a:r>
              <a:rPr lang="en-US" dirty="0" err="1"/>
              <a:t>POOL.</a:t>
            </a:r>
            <a:r>
              <a:rPr lang="en-US" dirty="0" err="1">
                <a:solidFill>
                  <a:srgbClr val="FF0000"/>
                </a:solidFill>
              </a:rPr>
              <a:t>invoke</a:t>
            </a:r>
            <a:r>
              <a:rPr lang="en-US" dirty="0"/>
              <a:t>(task); </a:t>
            </a:r>
          </a:p>
          <a:p>
            <a:pPr marL="0" indent="0">
              <a:buNone/>
            </a:pPr>
            <a:r>
              <a:rPr lang="en-US" dirty="0"/>
              <a:t>	return </a:t>
            </a:r>
            <a:r>
              <a:rPr lang="en-US" dirty="0" err="1"/>
              <a:t>ans</a:t>
            </a:r>
            <a:r>
              <a:rPr lang="en-US" dirty="0"/>
              <a:t>;</a:t>
            </a:r>
          </a:p>
          <a:p>
            <a:pPr marL="0" indent="0">
              <a:buNone/>
            </a:pPr>
            <a:r>
              <a:rPr lang="en-US" dirty="0"/>
              <a:t>} </a:t>
            </a:r>
          </a:p>
        </p:txBody>
      </p:sp>
    </p:spTree>
    <p:extLst>
      <p:ext uri="{BB962C8B-B14F-4D97-AF65-F5344CB8AC3E}">
        <p14:creationId xmlns:p14="http://schemas.microsoft.com/office/powerpoint/2010/main" val="883046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B01CB-5A1A-78EA-8C38-35EC5E89317A}"/>
              </a:ext>
            </a:extLst>
          </p:cNvPr>
          <p:cNvSpPr>
            <a:spLocks noGrp="1"/>
          </p:cNvSpPr>
          <p:nvPr>
            <p:ph type="title"/>
          </p:nvPr>
        </p:nvSpPr>
        <p:spPr/>
        <p:txBody>
          <a:bodyPr/>
          <a:lstStyle/>
          <a:p>
            <a:r>
              <a:rPr lang="en-US" dirty="0"/>
              <a:t>Maps and Reductions</a:t>
            </a:r>
          </a:p>
        </p:txBody>
      </p:sp>
      <p:sp>
        <p:nvSpPr>
          <p:cNvPr id="3" name="Content Placeholder 2">
            <a:extLst>
              <a:ext uri="{FF2B5EF4-FFF2-40B4-BE49-F238E27FC236}">
                <a16:creationId xmlns:a16="http://schemas.microsoft.com/office/drawing/2014/main" id="{B2B33FE4-7AA0-B247-689E-FE713F6F33FE}"/>
              </a:ext>
            </a:extLst>
          </p:cNvPr>
          <p:cNvSpPr>
            <a:spLocks noGrp="1"/>
          </p:cNvSpPr>
          <p:nvPr>
            <p:ph idx="1"/>
          </p:nvPr>
        </p:nvSpPr>
        <p:spPr/>
        <p:txBody>
          <a:bodyPr/>
          <a:lstStyle/>
          <a:p>
            <a:r>
              <a:rPr lang="en-US" dirty="0"/>
              <a:t>“Workhorse” constructs in parallel programming</a:t>
            </a:r>
          </a:p>
          <a:p>
            <a:r>
              <a:rPr lang="en-US" dirty="0"/>
              <a:t>Many problems can be written in terms of maps and reductions</a:t>
            </a:r>
          </a:p>
          <a:p>
            <a:r>
              <a:rPr lang="en-US" dirty="0"/>
              <a:t>With practice, writing them will become second nature</a:t>
            </a:r>
          </a:p>
          <a:p>
            <a:pPr lvl="1"/>
            <a:r>
              <a:rPr lang="en-US" dirty="0"/>
              <a:t>Like how over time for loops and if statements have gotten easier</a:t>
            </a:r>
          </a:p>
        </p:txBody>
      </p:sp>
    </p:spTree>
    <p:extLst>
      <p:ext uri="{BB962C8B-B14F-4D97-AF65-F5344CB8AC3E}">
        <p14:creationId xmlns:p14="http://schemas.microsoft.com/office/powerpoint/2010/main" val="570643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EBA41-13CF-249E-32AF-F481E7513A80}"/>
              </a:ext>
            </a:extLst>
          </p:cNvPr>
          <p:cNvSpPr>
            <a:spLocks noGrp="1"/>
          </p:cNvSpPr>
          <p:nvPr>
            <p:ph type="title"/>
          </p:nvPr>
        </p:nvSpPr>
        <p:spPr/>
        <p:txBody>
          <a:bodyPr/>
          <a:lstStyle/>
          <a:p>
            <a:r>
              <a:rPr lang="en-US" dirty="0"/>
              <a:t>Section</a:t>
            </a:r>
          </a:p>
        </p:txBody>
      </p:sp>
      <p:sp>
        <p:nvSpPr>
          <p:cNvPr id="3" name="Content Placeholder 2">
            <a:extLst>
              <a:ext uri="{FF2B5EF4-FFF2-40B4-BE49-F238E27FC236}">
                <a16:creationId xmlns:a16="http://schemas.microsoft.com/office/drawing/2014/main" id="{11580906-F6CE-651B-C8F0-C8FA2928CC87}"/>
              </a:ext>
            </a:extLst>
          </p:cNvPr>
          <p:cNvSpPr>
            <a:spLocks noGrp="1"/>
          </p:cNvSpPr>
          <p:nvPr>
            <p:ph idx="1"/>
          </p:nvPr>
        </p:nvSpPr>
        <p:spPr/>
        <p:txBody>
          <a:bodyPr/>
          <a:lstStyle/>
          <a:p>
            <a:r>
              <a:rPr lang="en-US" dirty="0"/>
              <a:t>Working with examples of </a:t>
            </a:r>
            <a:r>
              <a:rPr lang="en-US" dirty="0" err="1"/>
              <a:t>ForkJoin</a:t>
            </a:r>
            <a:endParaRPr lang="en-US" dirty="0"/>
          </a:p>
          <a:p>
            <a:r>
              <a:rPr lang="en-US" dirty="0"/>
              <a:t>Make sure to bring your laptops!</a:t>
            </a:r>
          </a:p>
          <a:p>
            <a:pPr lvl="1"/>
            <a:r>
              <a:rPr lang="en-US" dirty="0"/>
              <a:t>And charge it!</a:t>
            </a:r>
          </a:p>
        </p:txBody>
      </p:sp>
    </p:spTree>
    <p:extLst>
      <p:ext uri="{BB962C8B-B14F-4D97-AF65-F5344CB8AC3E}">
        <p14:creationId xmlns:p14="http://schemas.microsoft.com/office/powerpoint/2010/main" val="1194271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36180</TotalTime>
  <Words>3351</Words>
  <Application>Microsoft Office PowerPoint</Application>
  <PresentationFormat>Widescreen</PresentationFormat>
  <Paragraphs>399</Paragraphs>
  <Slides>33</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Consolas</vt:lpstr>
      <vt:lpstr>Calibri Light</vt:lpstr>
      <vt:lpstr>Calibri</vt:lpstr>
      <vt:lpstr>Cambria Math</vt:lpstr>
      <vt:lpstr>Arial</vt:lpstr>
      <vt:lpstr>Office Theme</vt:lpstr>
      <vt:lpstr>CSE 332 Spring 2026 Lecture 19: ForkJoin</vt:lpstr>
      <vt:lpstr>Parallelism Vs. Concurrency (with Potatoes)</vt:lpstr>
      <vt:lpstr>New Story of Code Execution</vt:lpstr>
      <vt:lpstr>Old Stroy</vt:lpstr>
      <vt:lpstr>New Story</vt:lpstr>
      <vt:lpstr>Running Example: Summing an Array</vt:lpstr>
      <vt:lpstr>Accomplishing this in Java (Java.lang.Thread)</vt:lpstr>
      <vt:lpstr>Back to Summing an Array</vt:lpstr>
      <vt:lpstr>First Attempt (part 1, Defining Thread Object)</vt:lpstr>
      <vt:lpstr>First Attempt (part 2, Creating Thread Objects)</vt:lpstr>
      <vt:lpstr>First Attempt (part 3, Running Thread Objects)</vt:lpstr>
      <vt:lpstr>First Attempt (part 4, Synchronizing)</vt:lpstr>
      <vt:lpstr>Join</vt:lpstr>
      <vt:lpstr>Recap so far</vt:lpstr>
      <vt:lpstr>More Threads?</vt:lpstr>
      <vt:lpstr>A Better Solution: Divide and Conquer!</vt:lpstr>
      <vt:lpstr>Merge Sort</vt:lpstr>
      <vt:lpstr>Parallel Sum</vt:lpstr>
      <vt:lpstr>Parallel Divide and Conquer Pseudocode</vt:lpstr>
      <vt:lpstr>Divide and Conquer with Java Threads</vt:lpstr>
      <vt:lpstr>Small optimization</vt:lpstr>
      <vt:lpstr>Divide and Conquer with Threads (optimized)</vt:lpstr>
      <vt:lpstr>ForkJoin Framework</vt:lpstr>
      <vt:lpstr>Divide and Conquer with ForkJoin</vt:lpstr>
      <vt:lpstr>Divide and Conquer with ForkJoin (continued)</vt:lpstr>
      <vt:lpstr>Find Max with ForkJoin</vt:lpstr>
      <vt:lpstr>Other Problems that can be solved similarly</vt:lpstr>
      <vt:lpstr>Reductions/Folds</vt:lpstr>
      <vt:lpstr>Map</vt:lpstr>
      <vt:lpstr>Map with ForkJoin</vt:lpstr>
      <vt:lpstr>Map with ForkJoin (continued)</vt:lpstr>
      <vt:lpstr>Maps and Reductions</vt:lpstr>
      <vt:lpstr>Section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289</cp:revision>
  <dcterms:created xsi:type="dcterms:W3CDTF">2023-10-13T16:06:42Z</dcterms:created>
  <dcterms:modified xsi:type="dcterms:W3CDTF">2026-05-13T22:28:31Z</dcterms:modified>
</cp:coreProperties>
</file>