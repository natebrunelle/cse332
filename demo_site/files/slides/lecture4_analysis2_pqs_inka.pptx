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256" r:id="rId2"/>
    <p:sldId id="391" r:id="rId3"/>
    <p:sldId id="400" r:id="rId4"/>
    <p:sldId id="401" r:id="rId5"/>
    <p:sldId id="301" r:id="rId6"/>
    <p:sldId id="300" r:id="rId7"/>
    <p:sldId id="403" r:id="rId8"/>
    <p:sldId id="312" r:id="rId9"/>
    <p:sldId id="404" r:id="rId10"/>
    <p:sldId id="405" r:id="rId11"/>
    <p:sldId id="314" r:id="rId12"/>
    <p:sldId id="315" r:id="rId13"/>
    <p:sldId id="402" r:id="rId14"/>
    <p:sldId id="406" r:id="rId15"/>
    <p:sldId id="409" r:id="rId16"/>
    <p:sldId id="267" r:id="rId17"/>
    <p:sldId id="412" r:id="rId18"/>
    <p:sldId id="413" r:id="rId19"/>
    <p:sldId id="414" r:id="rId20"/>
    <p:sldId id="415" r:id="rId21"/>
    <p:sldId id="417" r:id="rId22"/>
    <p:sldId id="453" r:id="rId23"/>
    <p:sldId id="454" r:id="rId24"/>
    <p:sldId id="421" r:id="rId25"/>
    <p:sldId id="418" r:id="rId26"/>
    <p:sldId id="420" r:id="rId27"/>
    <p:sldId id="423" r:id="rId28"/>
    <p:sldId id="424" r:id="rId29"/>
  </p:sldIdLst>
  <p:sldSz cx="12192000" cy="6858000"/>
  <p:notesSz cx="6858000" cy="9144000"/>
  <p:embeddedFontLst>
    <p:embeddedFont>
      <p:font typeface="Cambria Math" panose="02040503050406030204" pitchFamily="18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0:34:35.4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17565 14832 0,'-9'8'0,"-8"26"0,17-34 0,-25 51 0,8 9 16,0-1-1,-1 9-15,18 0 16,0 18-1,0-1-15,9 0 16,0 8 0,-1-8-16,1 17 15,-1-8 1,1-9 0,8-26-16,0-16 15,26-18 1,25 1-16,60-9 15,51-34-15,0-26 16,35-8 0,-9 0-16,-43 17 15,8 0 1,-7 17 0,-35 17-16,-17 17 15,-1 9-15,-7 16 16,-26 1-16,-26-9 31,-17-9-31,-8-8 16,-1 0-16,-16-8 15,-1-1 1,1 1 0,-9-18-16,17-8 15,9-59 1,-1-60-16,18-162 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0:40:44.0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24393 3699 0,'0'0'0,"0"-8"0,-9-1 16,1-8-1,-9-8 1,-17-1 0,-26-8-16,-17 0 15,17 17 1,26 17-16,17 0 15,0 0 1,0 9-16,8-1 16,1 1-16,-1 8 15,1 25 1,-18 18 0,-42 8-16,-69 26 15,-16 25 1,67-9-16,44-16 15,16-18 1,9-25-16,8 0 16,27 0-1,93 17-15,34 0 16,-69-34-16,-16-25 16,128-26-1,17-9 1,-145 9-16</inkml:trace>
  <inkml:trace contextRef="#ctx0" brushRef="#br0" timeOffset="440.02">23906 3827 0,'0'0'0,"0"0"16,0 0-16,0 0 15,0 0-15,9 17 16,-1 0 0,1-8-16,42-1 15,9 1-15</inkml:trace>
  <inkml:trace contextRef="#ctx0" brushRef="#br0" timeOffset="4652.07">24350 10146 0,'0'0'16,"0"0"-16,0 0 0,0 0 15,0 0 1,-8-9-16,-1 1 15,1-18-15,-18 1 16,-17-1 0,-25 1-16,0 8 15,25 17 1,-8 8 0,-17 18-16,-18 8 15,9 8 1,9 18-16,-26 16 15,26 1 1,25-1-16,18 18 16,33 17-1,26 8 1,26 0-16,43-9 0,-1-33 16,26-26-1,68-26 1,-59-25-16,-9-17 15,0-34 1,-68 17-16</inkml:trace>
  <inkml:trace contextRef="#ctx0" brushRef="#br0" timeOffset="5100.72">23420 10452 0,'0'0'0,"0"0"16,8 8 0,35 35-16,42 8 15,35 0 1,34-8-16,33-26 16,18-26-1,94-50-15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0:39:04.0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10421 8130 0,'0'0'0,"0"0"0,0 0 0,0 0 15,0 0 1,0 0 0,0 0-16,-8 0 15,-27 17 1,-16 9-16,-17 16 15,-17 43 1,-1 9-16,18-1 16,17 1-1,17-17-15,17 8 16,8 0 0,18 0-16,16 0 15,26-9 1,1-16-16,24-9 15,10 0 1,-26-26-16,16-16 16,27-18-1,-18-8-15,0-17 16,1-34 0,-18 0-16,-34 0 15,-17 0 1,-8-8-16,-9-18 15,-26-16 1,-8 7-16,-9-7 16,-33-9-1,-18 17-15,-51 42 16,-94 35 0,-103 42-16</inkml:trace>
  <inkml:trace contextRef="#ctx0" brushRef="#br0" timeOffset="10519.94">13255 8326 0,'0'0'0,"0"0"0,0 0 15,0 0-15,0 0 16,-9-9 0,1 1-16,-9 8 15,-9 0 1,-25 8-16,-26 18 15,-8 25 1,8 8-16,9-8 16,-9 0-16,8 1 15,1-10 1,17 1 0,8-1-16,9 9 15,0 9 1,17 8-1,25 8-15,18 9 16,34-8 0,25-9-16,35 0 15,-9-17 1,-26-17-16,9-9 16,42-25-16,1-17 15,-18-8 1,-8-18-1,-17-8-15,-17-17 16,-26-8-16,-17-9 16,-16-9-1,-44-16-15,-51-1 16,-77 18-16,-119 33 31,-59 60-31,-27 43 16</inkml:trace>
  <inkml:trace contextRef="#ctx0" brushRef="#br0" timeOffset="15820.42">18307 8811 0,'0'0'0,"0"0"0,9 17 15,8 17-15,0 17 16,-8 0-1,-1 0-15,-16 17 16,-1-9-16,1 1 16,-9-9-1,-1-9 1,10-8-16,-9 9 16,17-18-1,0 1-15,0-9 16,17-9-1,9 1-15,16-9 16,35-9 0,17 1-16,8-9 15,1 0 1,-1 0 0,26-9-16,17 9 15,0 0-15,18 0 16,16 9-1,0 8 1,43-9-16,25 9 16,18 0-1,-9 0-15,9 9 16,-1 8 0,-16 0-16,8 25 15,17 9 1,-17-8-16,0 8 15,-17-8 1,-43-18-16,-16-8 16,-27 0-16,-33-8 15,-44-1 1,-24-8 0,-18 0-16,-9 0 15,-16-8 1,-1-1-16,1-25 15,0-34 1,8-60-16,8-152 16</inkml:trace>
  <inkml:trace contextRef="#ctx0" brushRef="#br0" timeOffset="23401.24">21073 8173 0,'0'0'0,"0"0"0,-9 0 0,-8 17 32,-17 8-17,-43 26-15,-8 9 16,0 8 15,16-9-31,1 9 0,8 9 0,9 0 16,17 8-1,8 0 1,18 8-16,25 9 16,25 0-1,44-25-15,33-1 16,18-25-16,-18-25 0,-16-18 31,8-8-15,-26-8-16,-25-1 15,-17-16 1,-18-26 0,1-17-16,-18-34 15,-16-26-15,-18-16 16,-25-1 0,-9 17-16,-8 18 15,-17 8 1,33 42-16</inkml:trace>
  <inkml:trace contextRef="#ctx0" brushRef="#br0" timeOffset="45522.16">15866 8709 0,'0'0'16,"0"0"-16,0 0 0,-8-17 16,-1-68-1,9-60-15,0 43 16,0 59-16,0 18 16,0 8-1,9 0-15,-1 17 16</inkml:trace>
  <inkml:trace contextRef="#ctx0" brushRef="#br0" timeOffset="46532.13">15534 8845 0,'0'0'0,"0"0"0,0 0 16,0 0-16,0 0 15,0 0 1,0 0-16,0 0 15,0 0 1,0 0-16,0 0 16,0 0-1,0 0 1,0 0-16,0 0 16,0 0-16,0 0 15,-9 17 1,1 17-1,-1 17-15,0 8 16,1-8-16,-1-8 16,1-9-1,8 0 1,0 0-16,0-9 16,8 1-1,9-1-15,1 1 16,24-9-16,9 8 15,18-16 1,16-1 0,17 1-16,9-1 15,17-16 1,26-1-16,25-8 16,-17 0-1,9 0-15,0 9 16,-26 8-1,0 0-15,-8 0 16,-9 17-16,-17-9 16,-9 1-1,-8-1 1,-17-8-16,-9 9 16,-17-1-1,-17 1-15,-8-1 16,-9-8-1,-8 0-15,-1 0 16,1 0 0,-1 0-16,1 0 15,-1-8 1,1-9-16,-1-17 16,-16-17-1,-18-26-15,-8-42 16,-43-161-16</inkml:trace>
  <inkml:trace contextRef="#ctx0" brushRef="#br0" timeOffset="65884.59">19187 12059 0,'0'0'0,"0"0"0,0 0 0,0 0 16,-9-8-16,0-1 15,1 1 1,-9-1-16,-17 1 15,-26 8 1,-25 8-16,-26 18 0,-9 8 31,18 17-31,-1-9 16,9 9 0,9 9-16,-9 8 15,-8 17 1,16 9-16,10-1 15,24-8 1,27-8 0,16-9-16,18 0 15,34 17 1,50 8-16,61 1 16,8-18-16,17-7 15,26-10 1,43 9-16,25-8 15,0-9 1,0-9-16,-8-8 16,16-8-1,10-18-15,-10-25 16,1 0 0,0-8-1,-1-26-15,-8 0 16,-51 0-16,-34 0 15,-26-9 1,-17 0 0,-34 9-16,-43 0 15,-8-17-15,-17-17 16,-18 0 0,-25-8-1,-25-9-15,-69-34 16,-60-9-16,-59 0 15,-52 26 1,-59 34 0,-137 9-16,9 42 15,34 17 1,-52 34-16,-33 17 16,-35 42-1,128 1-15</inkml:trace>
  <inkml:trace contextRef="#ctx0" brushRef="#br0" timeOffset="76080.1">3918 13054 0,'0'0'0,"0"0"0,-18 9 0,-33 8 15,-17 17 1,-17 0 0,-18 8-1,26-8-15,18 26 16,-18 8-1,0-8-15,-17 16 16,-34 43 0,26 0-16,42-17 0,26-17 15,17 0 1,0 26 0,25 25-16,43-17 15,26-17-15,34 0 16,43 9-1,76-18 1,18-33 0,42-35-16,17-25 0,-25-17 31,34-17-31,-52 9 16,9-1-1,-8 9-15,-26-8 16,-17-1-16,-60 9 15,-34-8 1,-17-9-16,-26 0 16,-33-9-1,-18-8 1,-43-25-16,-34-26 16,-76-26-16,-94-34 15,-69 9-15,-42 17 16,-52 17-1,9 26-15,-8 16 32,-27 35-32,-76 59 15,69 42 1</inkml:trace>
  <inkml:trace contextRef="#ctx0" brushRef="#br0" timeOffset="87844.06">4908 8709 0,'0'0'0,"-9"8"0,1 9 0,-1 0 16,0 9-1,1-1 1,8 1 0,0-9-16,17 8 15,0 9 1,17 0-16,0 9 15,0-1 1,1-8-16,7 0 16,-8-8-1,1-1-15,-1-8 16,0-8 0,0-1-16,0 1 15,17-9 1,1-9-16,7 1 15,-7-1 1,-10 9 0,9 0-16,-8-8 15,0 8-15,-18 0 16,1 0 0,-9 0-1,-8 0-15,-1 0 0,9-9 16,0 1-1,0-1 1,0-16-16,0-26 16,1-34-1,-1 25-15</inkml:trace>
  <inkml:trace contextRef="#ctx0" brushRef="#br0" timeOffset="89644.95">5838 6565 0,'0'0'0,"0"0"0,0 0 15,0 0-15,0 0 16,0 0-16,-9 0 16,1 9-1,-1-1-15,1 1 16,-1 8 0,1 0-1,-1 8-15,1 1 16,-1 8-16,-17 9 15,1 25 1,-1 8 0,-8 9-16,9-25 15,7-9 1,10-9-16,8 1 16,0-9-16,0-9 15,0 1 1,0-18-1,0 1-15,0-1 16,0 1-16,8-1 16,10-8-1,-1 0-15,17 0 16,0 9 0,17-1-1,9 1 1,17-9-16,17 8 15,25-8-15,-8-8 16,8-1-16,18 1 16,8 8-1,-8-9 1,8 9-16,8 0 0,1 9 16,-17-1-1,16 9-15,18-8 16,-9-9-1,17 0-15,9 0 32,-17 0-32,-9 8 15,17 1-15,0-1 32,1 1-32,16-1 0,-25 1 15,-9-9 1,-17 0-1,-34 8 1,0 1-16,-26-9 16,-17 0-1,-8 0-15,-17 0 16,-18 0-16,-7 0 16,-1-9-1,0 1 1,0-18-16,0-8 15,0-25-15,0-9 16,-9 0 0,1 0-16,0 17 15,-9 0 1,0 8-16,0 9 16,0-17-1,8 17-15</inkml:trace>
  <inkml:trace contextRef="#ctx0" brushRef="#br0" timeOffset="137468.2">18546 14696 0,'0'0'0,"0"0"0,0 0 16,0 0-16,0 0 15,0 0 1,0 0-16,9 8 15,0 1 1,-1-1 0,1 1-16,-1-1 15,-8 1 1,0-9-16,0 0 16,0 0-1,0 0-15,0 0 16,0-9-16,17-16 15,0-26 1,17-34-16,1-26 16,-10 9-1,1 8 1,-1-8-16,9 17 16,1-8-1,-1-1-15,-9 18 16,1 16-16,-17 18 15,-1 16 1,1 9-16,-18 17 16,-17 17-16,-33 43 15,-44 33 1,-16 18-16,8-1 16,34-8-1,34-42-15,18-26 31,8-8-31,17-18 16,17-16 0,60-44-16,59-50 15,-8-34-15,0-8 16,0-1 0,-34 43-1,-34 34-15,-18 9 0,1 25 16,-17 17-1,8 25 1,0 43 0,26 60-16,51 50 15,102 86 1</inkml:trace>
  <inkml:trace contextRef="#ctx0" brushRef="#br0" timeOffset="159303.22">19630 1293 0,'0'0'0,"0"0"0,0 0 16,9 17-16,-1 8 15,1 9 1,0 17-16,-1 0 16,-8 34-1,-8 17-15,-10 17 16,-7 35 0,-9 7-16,17-25 15,0-25 1,17-26-16,0-26 15,0-16 1,8-18-16</inkml:trace>
  <inkml:trace contextRef="#ctx0" brushRef="#br0" timeOffset="159634.22">20484 2653 0,'0'0'0,"0"0"0,0 0 15,0 0 1,0 0-16,0 0 15,0 0 1,0 0-16,0 0 16,0 0-1,0 0-15,0 0 16,0-8 0,8 8-16</inkml:trace>
  <inkml:trace contextRef="#ctx0" brushRef="#br0" timeOffset="160398.1">21696 1735 0,'0'0'0,"0"0"0,0 0 16,0 0 0,0 0-1,0 0-15,-9 0 16,-16 17-16,-1 0 15,-8 0 1,0 0-16,-9 17 16,0 0-1,9 9 1,0-1-16,0 1 16,17-9-1,0-9-15,17 1 16,0-1-16,17-8 15,9 9-15,25-1 32,26 1-32,8-9 15,9-9 1,0 9-16,-9 17 16,-25 9-1,-9 25 1,-17 51-16,-34 8 15,-43-8-15,-8-8 16,9-43 0,7-25-16,-7-26 15,-1-17 1,-17-34 0,9-34-16,17-52 15,-9-152-15</inkml:trace>
  <inkml:trace contextRef="#ctx0" brushRef="#br0" timeOffset="160610.31">21679 1675 0,'0'0'0,"8"9"0,26 25 16,52 17 0,25-9-16,0-8 15,34-8 1,77-35-16,119-25 16</inkml:trace>
  <inkml:trace contextRef="#ctx0" brushRef="#br0" timeOffset="167227.59">20544 3921 0,'0'0'0,"8"0"0,18 0 16,16 8-16,69 9 16,60 17-1,-43 0-15,-68-8 16,-26-1-1,-8 9-15,-1 0 16,-8 9 0,0 16-16,-8 18 15,-18 25 1,-59 34 0,-43 8-16,0-41 15,34-35-15,43-9 16,0 9-1,26 0-15,67 9 16,86 8 0,103-26-1,16-16-15,52-1 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1:07:55.84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20151 8181 0,'0'0'15,"17"-8"-15,43 8 0,42 0 16,9 8 0,-34 1-16,8-18 15,43 1 1,43 8-16,-34 0 15,-103 0 1</inkml:trace>
  <inkml:trace contextRef="#ctx0" brushRef="#br0" timeOffset="332.56">21969 8088 0,'0'0'0,"0"0"0,8 0 16,61 8 0,119 9-1,102-25 1,119-35-16,69-8 16,-85 0-16</inkml:trace>
  <inkml:trace contextRef="#ctx0" brushRef="#br0" timeOffset="16077.02">19434 7220 0,'0'0'0,"0"0"16,0 0-1,0 0-15,0 0 16,0 0 0,9 0-1,8 0-15,8 0 0,1 9 32,-9-1-32,-9 1 0,1-1 15,8 9 1,0 0-16,9 9 31,-1-1-31,-16 1 16,-9 16-1,-17 18 1,-17 16-16,-18 18 16,-16 17-16,0-1 0,17-16 15,17-35 1,17-16-1,8-9-15,9 0 16,17 8 0,26 9-1,25 0-15,9 0 16,0-8 0,-35-18-16</inkml:trace>
  <inkml:trace contextRef="#ctx0" brushRef="#br0" timeOffset="31099.12">7366 8709 0,'0'0'0,"17"0"0,42 0 16,10 8-16,50 18 15,129 25 1,25-9-16,0-16 16,205-1-1,51 1-15,-136-26 16</inkml:trace>
  <inkml:trace contextRef="#ctx0" brushRef="#br0" timeOffset="36790.9">7792 9083 0,'0'0'0,"0"0"0,-8 0 15,-1-9 1,1 1-16,-1-9 15,1 0 1,-1 8 0,-8 1-1,-26 8-15,-25 25 16,-26 26-16,-8 0 16,17 9-1,33-1-15,18 9 16,9 17-16,16 0 15,43-8 1,94 0-16,9-52 16,85-50-1,25-35 1,-59-8-16,25-17 16,-59 25-1,-69 18-15,-51 8 16,-25 8-1,-77-33-15,-103-26 16,-153 42 0,-197 60-16,111 17 15</inkml:trace>
  <inkml:trace contextRef="#ctx0" brushRef="#br0" timeOffset="39128.72">5727 9142 0,'0'0'0,"0"0"0,0 0 16,0 0-16,-17 0 31,-17 9-31,-17 25 16,-43 34-1,0 34-15,60-26 16,51-25-16,0-25 15</inkml:trace>
  <inkml:trace contextRef="#ctx0" brushRef="#br0" timeOffset="58570.23">17189 10103 0,'0'0'16,"0"0"-16,0 0 0,0 0 15,-8-8-15,-26-1 16,-9 1 0,0 8-1,-8 8-15,-43 35 16,-8 8 0,-9 34-16,0 42 15,34 1 1,34-26-16,43-25 15,35-18-15,50 1 16,17-35 0,61-25-1,58-25-15,-41-26 16,-10-43-16,1-25 16,-34 25-1,-43 18 1,-35-9-16,-25 8 15,-17 9-15,-25 9 16,-52 8 0,-68 17-1,-17 17-15,8 17 16,-136 17-16</inkml:trace>
  <inkml:trace contextRef="#ctx0" brushRef="#br0" timeOffset="59032.78">19255 9440 0,'0'0'0,"-17"8"0,-26 18 0,-8 8 16,-9 26-16,-17 25 15,-17 25 1,1 35 0,7 16-16,26-16 15,35-1 1,33-7-16,35-35 15,42-9 1,9-33-16,-51-43 16</inkml:trace>
  <inkml:trace contextRef="#ctx0" brushRef="#br0" timeOffset="59367.91">20014 9865 0,'0'0'0,"0"0"0,-8 0 16,-1 26-1,1 16-15,-18 18 0,1 8 16,8 0 15,8-9-15,0-8-16,9-25 15,0-18-15</inkml:trace>
  <inkml:trace contextRef="#ctx0" brushRef="#br0" timeOffset="59822.17">20714 10222 0,'0'0'0,"-8"0"0,-9 26 0,-17 33 16,-26 9 0,9-8-1,-1 0-15,18-18 16,17 1-1,0-18-15,17 1 16,34 8 0,35-17-1,42-17-15,25-34 16,-16-17-16,-27 0 16,-33-9-16,-17-8 15,-26 8 1,-9 9-1,-16 17-15,-9 0 0,-17 9 32,-17 8-32,-9 0 15,-9 17 1,27 8-16,33-8 16</inkml:trace>
  <inkml:trace contextRef="#ctx0" brushRef="#br0" timeOffset="60494.78">21986 10154 0,'-17'0'0,"-34"17"0,-18 9 16,18-1-1,9 1-15,7-1 16,18 1 0,0-9-16,17 0 0,0-9 31,17 9-31,18 0 0,33 0 31,9-8-31,-1-9 16,-16-9-1,-17 1-15,0-18 16,-18 9 0,1 0-16,-9 0 15,-9 9 1,1-1-16,-1 9 16,-8 0-1,0 0-15,9 17 16,-1 26-1,1 42-15,-18 34 16,-16-8 0,-18-1-16,-17-8 15,-16-17 1,7-25-16,-7-26 16,-10-17-1,-8-34-15,-17-43 16,52 26-1</inkml:trace>
  <inkml:trace contextRef="#ctx0" brushRef="#br0" timeOffset="61118.81">23377 9772 0,'0'0'0,"0"0"0,-8 17 15,-18 34 1,-8 25-16,-9 9 16,-8 17-1,0-8 1,8-26-16,9-9 15,8-16 1,9-18-16,17 1 0,9-18 16,25-8-16,34-25 15,43-35 17,17-16-32,-17-9 0,-8 17 15,-18 17 1,-25 17-1,-9 17 1,9 25-16,-18 18 16,1 25-1,-17 25-15,-18 26 16,-8 9 0,9-26-16,-9-34 15,0-17 1,0-17-16,0-17 15</inkml:trace>
  <inkml:trace contextRef="#ctx0" brushRef="#br0" timeOffset="61362.41">25246 9406 0,'9'17'0,"25"76"0,17 95 16,-25 16-16,-35 34 16,-76 17-1,-111 43 1,-95 42-16,18-43 15</inkml:trace>
  <inkml:trace contextRef="#ctx0" brushRef="#br0" timeOffset="87479.69">4387 11719 0,'0'0'0,"0"0"0,0 0 15,0 0 1,0 0-16,0 0 31,0 0-31,0 0 16,0 0-16,0 0 0,0 0 15,0 0 17,8 0-32,44 0 15,33 0 1,26 0-16,34 9 15,34 8 1,-8-9-16,59 9 16,52 0-16,51-17 15,34-8 1,-43-1-16,52 1 0,34-9 16,-35-9-1,9-8 1</inkml:trace>
  <inkml:trace contextRef="#ctx0" brushRef="#br0" timeOffset="89785.44">8074 12570 0,'0'0'0,"0"0"0,0 0 16,17 0-16,43 8 15,25 1 1,9-18-1,43-8-15,50-34 16,35-8-16,-25 8 16,84-43-1</inkml:trace>
  <inkml:trace contextRef="#ctx0" brushRef="#br0" timeOffset="90307.01">14091 12459 0,'-17'0'0,"-17"-8"0,-9-1 16,9-8-16,9 0 15,7 9 1,1 8-16,9-9 16,8 9-1,0 0-15,8-9 16,86 1-1,103-9-15,93 8 32,17 18-32,26 16 0,68 10 15,-34-10 1,9-8-16</inkml:trace>
  <inkml:trace contextRef="#ctx0" brushRef="#br0" timeOffset="95304.36">20458 13139 0,'0'0'0,"0"9"16,-8 16 0,-9 43-16,0 9 15,0-17 1,-9 8-16,-17 25 15,9 1-15,8-26 16,9-17 0,0-17-1,9-9-15,8-16 16,0-18 0,25-16-16,18-35 15,17-33 1,42-69-16,9-17 15,-17 43 1,9 26 0,-1 16-16,-17 26 0,-8 26 31,0 33-31,-9 18 16,-8 25-16,-17 8 15,-18 35 1,-8 59-16,-34 0 15,-8-34 1,-1-8 0,9-18-16,17-16 15,0-18 1,0-25-16</inkml:trace>
  <inkml:trace contextRef="#ctx0" brushRef="#br0" timeOffset="96149.27">21448 12382 0,'0'0'15,"0"0"-15,0 0 16,0 0 0,0 0-1,0 0-15,0 0 16,0 0-1,0 0-15,9-8 16,16 8 0,10 0-16,-1 0 15,25 17 1,27 9-16,-9 8 31,-18-9-31,-16 1 0,-17-9 16,-1-9-1,-16 1-15,-1 8 16,-25 8-16,-51 35 31,-26 8-15,26-9-16,17-16 0,8-9 16,17-9-1,18 1-15,33 8 16,69 0-1,60-9-15,8-25 16,137-8 0</inkml:trace>
  <inkml:trace contextRef="#ctx0" brushRef="#br0" timeOffset="101307.85">25084 12655 0,'0'0'0,"9"0"16,33 0-16,27 17 15,25 17-15,17 0 16,-9 25-1,-8 1 1,-9 8-16,-8 25 16,-26 26-16,-17 0 15,-34-16 1,-34 7-16,-51 26 16,-18 0-1,-16-51-15,8-51 16,9-42-1,16-35 1,35-8-16,25 0 16,9 17-1,17 17-15,0 0 16,17 17 0,9 9-16,34 16 15,34 43 1,17 26-16,17-9 15,8 0 1,18 17-16,-18-9 16,-16-16-1,-9-9-15,-60-34 16</inkml:trace>
  <inkml:trace contextRef="#ctx0" brushRef="#br0" timeOffset="101901.87">26194 12374 0,'0'0'0,"0"0"0,0 0 15,0 0 1,0 8-16,-9 18 16,-25 17-1,-9 25-15,9 0 16,0-9 0,17 1-1,0-18-15,17-16 16,0-1-16,17-16 15,9-1 1,25-25-16,26-34 16,8-8-1,-8-1 1,-9 9-16,17 17 16,1 17-16,-18 26 15,9 33 1,-9 26-16,-17 17 15,-8 17 1,-9-17 0,-17-51-16</inkml:trace>
  <inkml:trace contextRef="#ctx0" brushRef="#br0" timeOffset="105466.86">20108 14789 0,'0'0'0,"-8"0"0,-1 0 15,1 9-15,-1 8 16,-8 0 0,0 17-1,0 8-15,0 9 16,0 0-1,0 9 1,-9 25-16,-17 17 16,-8 0-16,17-25 15,17-35-15,0-16 16,17-1-16,0-16 31,0-9-31,34-26 16,43-50-16,42-35 15,9 9 1,9-17-16,0-9 16,-9 26-1,0 17 1,-17 26-16,-26 25 0,-8 17 31,-9 17-31,-8 17 0,0 8 16,-9 35-1,-17 16-15,-34 9 32,-17 17-32,-17 0 15,8-17 1,9-16-16,0-35 16,17-17-1,0-17-15</inkml:trace>
  <inkml:trace contextRef="#ctx0" brushRef="#br0" timeOffset="106151.84">21756 13973 0,'0'0'0,"0"0"0,17 0 16,17-9-16,17 1 16,17 8-1,9 0-15,0 8 32,0 9-32,-9-8 15,-25-1-15,-18 1 16,1-1-1,-18 1-15,-8 8 16,-17 0 0,-8 0-16,-9 8 15,-1-16-15,1-1 16,17-8 0,0 0-16,17 0 15,0 0 1,0 0-16,26 0 15,16 17 1,27 17 0,8 0-1,-18 0-15,-16 0 16,-17 1-16,-1-1 16,-16 0-1,-18 0-15,-33 0 16,-35 17-16,-34-17 15,-26-17 1,-136-9 0</inkml:trace>
  <inkml:trace contextRef="#ctx0" brushRef="#br0" timeOffset="109307.7">25562 15342 0,'0'0'0,"0"0"15,0 0-15,17 0 16,26 9-16,25-1 16,18 1-1,16-1 1,-8 9-16,0 0 16,-9 0-1,-17-8-15,-25-1 16,-17 1-1,-1-1-15,-16 1 16,-1-1-16,-16 9 16,-18 0-1,-17 0 1,-8 0-16,0-8 16,17-1-16,17 1 15,0-9 1,17 0-1,0 0-15,0 17 16,8 0 0,9 8-16,9 9 15,8 0 1,-8 9-16,-1-1 16,-16 9-1,-9 0-15,-9 0 16,-16 9-1,-26-1-15,-18-8 16,1-25 0,-9-1-16,-8-16 15,8-18 1,51 9-16</inkml:trace>
  <inkml:trace contextRef="#ctx0" brushRef="#br0" timeOffset="109892.97">26928 15019 0,'0'0'0,"0"0"16,0 0-16,-9 0 15,1 17-15,-26 17 16,-9 0-1,0 8-15,9 1 16,8-18 0,9 1-1,9-17-15,-1-1 16,9 1-16,0-9 16,17-17-1,26-9-15,25-25 16,18-17-1,-1 0 1,-17 17-16,-16 25 16,-10 9-16,9 17 15,1 17-15,-1 17 32,-8 9-32,-1 8 15,-16 0 1,-1-9-16,-16 1 15,-1-17 1,-8-9-16</inkml:trace>
  <inkml:trace contextRef="#ctx0" brushRef="#br0" timeOffset="135302.45">18120 1879 0,'0'0'0,"0"17"0,0 35 16,-9 16-16,-16 8 16,-1 9-1,9 9-15,-9 25 16,-33 25-1,-1-42-15,17-51 16,18-25 0,7-18-16,18 1 15,9-1 1</inkml:trace>
  <inkml:trace contextRef="#ctx0" brushRef="#br0" timeOffset="135652.01">18956 2067 0,'-8'0'0,"-18"25"16,-25 9-1,-43 34-15,0 17 16,51 0-1,9 0-15,17-8 16,0-18 0,26-25-16,25 0 15,68-17 1,18-34-16,-35-34 16,-25-17-1,17-17-15,-18 9 16,-25 16-16,-25 9 15,-9 0 1,-17 26-16,17 25 16</inkml:trace>
  <inkml:trace contextRef="#ctx0" brushRef="#br0" timeOffset="136183.35">20023 2432 0,'0'0'0,"0"0"0,-9 0 16,-16 17-1,-18 17 1,-8-8-16,0-1 0,17-16 15,8-1 1,9 1-16,17-9 31,0 0-31,8-9 16,27-8 0,7-17-16,1-8 15,0 8 1,-18 0-16,-16 17 15,-1 0 1,1 8-16,-1 9 16,-8 9-1,0 50-15,9 60 16,-9 9 0,-9 16-16,-16 35 15,-9-43-15,8-68 16,0-25-1,-33 8 1,-18 0-16,-17-26 16,-34-25-16,-26-8 15,-136-1 1</inkml:trace>
  <inkml:trace contextRef="#ctx0" brushRef="#br0" timeOffset="136556.2">21312 1327 0,'-9'17'0,"-8"42"0,-34 35 16,-26 33-1,-8 43 1,17 1-16,42-35 15,34-17-15,27-9 16,24-8 0,10-34-16,42-25 15,187 25 1</inkml:trace>
  <inkml:trace contextRef="#ctx0" brushRef="#br0" timeOffset="137180.78">22182 1616 0,'0'0'0,"9"0"0,16 17 15,27 0 1,7 17-16,10 0 0,-10 8 15,-16 9 1,-9 9 0,-34 25-1,-42 26-15,-27-9 16,10-26-16,-10-16 31,10-18-31,7-25 16,10-8-16,8-18 15,16-8 1,18-8-16,9-18 0,17 1 16,8-1-1,8 9 1,1 17 0,17 17-16,8 17 15,-8 9 1,-9 8-16,-8-9 15,-18 1-15,1-1 32,0-8-32,16-8 15,18-18-15,-34 9 16</inkml:trace>
  <inkml:trace contextRef="#ctx0" brushRef="#br0" timeOffset="137660.19">23113 1174 0,'0'0'0,"0"25"16,0 18-16,-9 8 16,1 8-1,-10 1-15,10-9 16,8-17 0,0-9-16,0-16 15,0-1 1,26-25-16,25-25 15,34-35 1,9-8 0,8 0-16,-25 26 15,-17 16-15,-17 26 16,-9 17 0,0 26-16,0 33 15,-17 26 1,-17 34-16,-8-17 15,-1-34 1,9-42-16,9-9 16</inkml:trace>
  <inkml:trace contextRef="#ctx0" brushRef="#br0" timeOffset="137987.2">24709 884 0,'8'17'0,"43"86"0,26 67 15,-17 8-15,-17 35 16,-52 16 0,-85 86-16,-102 51 15,-137-1-15,26-92 16</inkml:trace>
  <inkml:trace contextRef="#ctx0" brushRef="#br0" timeOffset="140958.9">25665 1726 0,'51'0'0,"77"0"0,-9 0 0,69 0 15,34 0 1,-111-17 0,-17-8-16,34-1 15,-60 9-15</inkml:trace>
  <inkml:trace contextRef="#ctx0" brushRef="#br0" timeOffset="141231.21">25579 2500 0,'0'0'0,"0"9"0,94 16 16,68 9 0,-51-34-1,34-25-15,103-35 16,85-50-1</inkml:trace>
  <inkml:trace contextRef="#ctx0" brushRef="#br0" timeOffset="143168.6">28003 1327 0,'0'0'0,"-8"34"0,-1 34 0,-17 17 16,-8 8-1,-17 9-15,8 26 16,9 0 0,0-26-1,9-26-15,-1-16 16,9-18-16,0-16 16,17-9-1,0-9 1,8-16-16,52-18 0,94-59 15,-1-17 1,-16 0-16,-9 17 16,-17 25-1,-26 26-15,-8 17 16,-26 17 0,-8 17-1,-9 34-15,0 43 16,-17 25-1,-8-17-15,-1-8 16,1-9-16,-9-26 16,8-25-1</inkml:trace>
  <inkml:trace contextRef="#ctx0" brushRef="#br0" timeOffset="144266.16">29548 2135 0,'0'0'0,"0"0"15,0 0-15,0 0 16,0 0 0,0 0-16,0 0 0,0 0 31,0 0-16,0 0-15,0 0 16,0 0-16,0 0 16,0 0-1,0 0-15,0 0 16,0 0 0,0 0-16,0 0 15,0 0 1,0 0-16,9 0 15,-9 0 1,0 0 0,8 8-16,1 1 15,-9-9 1,0 0-16,0 0 16,0 0-1,0 0-15,0 0 16,0 0-1,0-9-15,8 1 16,9-1-16,-8 9 16,-1 0-1,1 9 1,-1-1-16,-8 1 16,-8 8-16,-1 0 15,1-9 1,-1 1-16,9-1 15,0-8 1</inkml:trace>
  <inkml:trace contextRef="#ctx0" brushRef="#br0" timeOffset="144600.46">30982 1845 0,'0'0'0,"0"0"0,0 0 0,-9 0 16,-33 0-16,-44 17 15,-33 26 1,16 8 0,27 34-16,7 17 15,35 0 1,34 9-16,43 16 16,76 1-16,35-43 15,136 25 1</inkml:trace>
  <inkml:trace contextRef="#ctx0" brushRef="#br0" timeOffset="146785.82">18657 4074 0,'0'0'0,"0"25"0,-8 52 16,-9 42 15,-17 25-31,17-8 15,0-8 1,8-26-16,9-34 16,0-17-1,0-34-15</inkml:trace>
  <inkml:trace contextRef="#ctx0" brushRef="#br0" timeOffset="147174.66">19724 4099 0,'-8'0'0,"-26"43"0,-43 42 15,-9 17 1,10-17-16,16-9 15,17 1-15,35-9 16,16-26 0,35-8-16,17-17 15,16-34 1,44-34 0,-1-17-16,-25-8 15,-17 8-15,-34 0 16,-18 17-1,-16 8 1,-18 9 0,-25 17-16,-43 9 0,-8 25 15,59 0 1</inkml:trace>
  <inkml:trace contextRef="#ctx0" brushRef="#br0" timeOffset="147672.4">20603 4397 0,'0'0'0,"-8"0"0,-18 34 16,-34 34-16,-16 25 31,-1-16-16,26-18-15,16-16 0,18-9 16,17-8 0,9-9-16,42-9 15,60-33-15,-8-26 16,-10-18 0,10-16-16,-26 17 15,-35 26 1,-16 16-16,-9 9 15,-8 9 1,-1 8-16,-8 0 16,-8 34 15,-10 59-31,-24 35 16,-18 17-16,-34 59 15,-25-17-15,-9-68 31,8-43-31,35-8 0,-9-17 32,0-34-32,17-34 15,52 9 1</inkml:trace>
  <inkml:trace contextRef="#ctx0" brushRef="#br0" timeOffset="147978.35">22165 3563 0,'-8'0'0,"-18"43"16,-42 67-16,-35 61 15,-16 16 1,25 0 0,17-9-16,35-16 15,24-43-15,27-51 0,17-8 16,8-9 0,0-34-16,-17-9 15</inkml:trace>
  <inkml:trace contextRef="#ctx0" brushRef="#br0" timeOffset="148513.92">22421 3997 0,'0'0'0,"0"0"0,0 0 16,0 0-16,17 17 15,9 0 1,17 9-16,8-1 16,-8 1-1,-18-1-15,1 1 16,-9-1-1,-9 1-15,1 8 16,-9 0 0,0 0-16,-9-9 15,9 1 1,0-18-16,0 1 16,0-1-16,17 1 15,18-1 1,-1 1-1,17-1-15,9 9 16,-1 0 0,-16 17-16,-9 17 15,-17 9 1,-17 8-16,-25 0 16,-18 9-1,-8-26-15,0-17 16,16-17-1,10-9-15,25-8 16</inkml:trace>
  <inkml:trace contextRef="#ctx0" brushRef="#br0" timeOffset="148935.89">23642 3597 0,'0'0'0,"0"0"15,0 9-15,-9 8 16,1 8 0,-9 9-16,-9 0 15,9-8 1,0-1-1,0-8-15,17-8 16,0-1 0,17-8-16,43-8 15,34-18 1,8-8 0,0 9-16,-25 8 15,-26 0-15,-25 17 16,0 0-16,-9 17 15,-9 25 1,1 9 0,-18 1-16,9-18 15,0-26-15,0-8 16</inkml:trace>
  <inkml:trace contextRef="#ctx0" brushRef="#br0" timeOffset="149184.65">25212 3240 0,'0'17'0,"17"51"0,9 68 15,-26 60 1,-26 8-16,-51 9 15,-42 16-15,-26 1 16,-26-9 0,18-34-16,25-42 15,8-18-15,69-76 16</inkml:trace>
  <inkml:trace contextRef="#ctx0" brushRef="#br0" timeOffset="149563.13">26501 3921 0,'0'0'0,"17"8"0,34 9 15,18 0-15,7 9 16,-7-9-16,-10-9 31,1 1-31,0-1 16,-17 1-16,-26-9 31</inkml:trace>
  <inkml:trace contextRef="#ctx0" brushRef="#br0" timeOffset="149747.5">26117 4601 0,'26'0'0,"67"17"0,53-9 16,-1 1-1,-9-18-15,-25-16 16,-8-18-1,-52 18 1</inkml:trace>
  <inkml:trace contextRef="#ctx0" brushRef="#br0" timeOffset="150354.63">28413 3759 0,'0'0'0,"-9"17"0,-25 43 16,-9 25-1,1 8-15,-18 1 16,0-1 0,-8-8-16,8-17 15,9-8-15,8-18 16,18-16-1,8-18-15,17 1 16,25-18 0,78-33-16,33-26 15,18-26 1,17-8 0,-43 17-16,-17 34 0,-17 9 31,-9 25-31,-34 17 15,-8 0-15,-18 17 0,1 8 32,0 18-32,-18 33 15,-16 18 1,-1-18 0,9-25-16,0-34 15,0-8 1</inkml:trace>
  <inkml:trace contextRef="#ctx0" brushRef="#br0" timeOffset="150824.64">30197 4091 0,'0'0'0,"0"0"0,0 0 16,0 0-16,-9 0 15,1 8 1,-1 1-16,0-9 15,1 0 1,8 0-16,0 0 16,0 0-1,0 0-15,0 0 16,0 0-16,0 0 16,0 0-1,0 0 1,-9 0-16,-16 8 15,8 9 1,0 0 0,17 0-16,17 0 15,0-8 1</inkml:trace>
  <inkml:trace contextRef="#ctx0" brushRef="#br0" timeOffset="151029.57">31434 3419 0,'-8'8'0,"-61"35"16,-67 33 0,-137 77-16</inkml:trace>
  <inkml:trace contextRef="#ctx0" brushRef="#br0" timeOffset="152588.32">31417 3342 0,'0'0'0,"0"0"0,0 0 15,0 0-15,0 0 16,-8 0 0,-1 17-16,1 0 15,-1 0 1,-17 0 0,-8 17-16,-17 9 15,-51 16 1,-26 18-16,-17 50 0,16 18 15,53-34 1,33-1 0,26 1-16,43 8 15,67-9 1,104-16-16,84-26 16,86-51-1,17-17 1</inkml:trace>
  <inkml:trace contextRef="#ctx0" brushRef="#br0" timeOffset="153376.09">32390 3189 0,'-8'9'0,"-18"42"0,-34 59 31,-8 1-31,25-18 15,26-50 1</inkml:trace>
  <inkml:trace contextRef="#ctx0" brushRef="#br0" timeOffset="168159.29">18179 1182 0,'0'0'0,"0"0"0,0 0 0,0 0 16,-17 0 0,-8 9-16,-1-1 15,-42-8 1,-43 17-16,-34 9 15,8 8 1,9 42-16,-34 35 16,-9 16-1,52-25-15,51-17 16,16 9 0,10-26-16,25 0 15,17-8 1,17-9-1,25 0-15,61 17 16,25-9 0,-34-8-16,-43-17 15,-8 0 1,-9-8-16,-9-9 16,-16 0-1,-1 0-15,-16 25 16,-35 26-1,-51 17-15,-25-8 16,16-9 0,35-25-16,0-9 15,25-17 1,26-9-16,0 1 16,17-1-1,0-8-15,43 26 16,51 25-1,51 25-15,-17 9 16,-43-8 0,-8 8-16,-17 0 15,-35 25 1,-42 52-16,-68 51 16,-52 16-1,1 1-15,67-60 16,86-43-1,86 10-15,136-1 16,128-34 0,162-9-16,-111-16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1:11:42.2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2236 2713 0,'0'0'0,"0"0"0,0 0 0,17 8 16,0 9 0,9 17-16,0 0 15,-9 18 1,-17 33-16,-26 25 16,-17 1-1,9-9 1,0-9-16,17 1 15,17-1-15,0-16 16,26-18 0,16-8-16,27-8 15,50-9 1,52-25 0,51-18-16,25-25 15,18 0-15,-1 0 16,1 0-16,17 17 31,16 0-31,-8 8 16,9 18-16,25 8 15,-8 17-15,9 17 16,-44 8 0,9 10-1,-34-10-15,-17 9 16,-25-17-1,-52-25 1,-8-18-16,25-8 16,0-34-1,9-34-15,-17-25 16,-9-18 0,-26-8-16,-25 0 15,-34 8 1,-43 35-16,-34 8 0,-17 0 15,9 42 1</inkml:trace>
  <inkml:trace contextRef="#ctx0" brushRef="#br0" timeOffset="28969.94">2834 5911 0,'0'0'0,"0"0"0,0 0 16,0 0-16,0 0 16,17 0-1,0 17-15,-9-9 16,1 18-16,-18 25 31,9 17-31,0 0 16,9-9-1,-1-16-15,9-1 16,0-8-16,18-8 16,16-18-1,34 9 1,1-8-16,-18-9 15,60-17-15,60-9 16,-35 1 0,9-9-16,69-9 15,-69 26-15,0 9 16,60 8 0,-85 17-1,-26 17-15,17 17 16,-43-17-1,-25-9 1,-26-16-16,-17-1 16,-9 1-1,1-18-15,8-16 16,17-52-16,26-59 16,17-59-1,-26-1 1,26-102-16</inkml:trace>
  <inkml:trace contextRef="#ctx0" brushRef="#br0" timeOffset="32096.09">3038 7577 0,'0'0'0,"0"0"0,0 0 0,0 0 15,0 0 1,0 0 0,9 17-1,0 9-15,-9 8 16,0 9-1,0-1-15,8-8 16,9-8 0,9 8-16,25-17 15,-8-9-15,-1-16 16,35-1-16,68-8 31,9 0-31,-26 9 0,25 8 16,44 8 15,-35 1-31,0 8 0,69 8 16,-52 1-16,-9-1 31,44 1-31,-43-9 16,-35 8-1,26-8 1,-17 0-16,-42-8 15,16-1 1,9-16-16,-17-1 0,-17-16 31,-43-1-31,-17 1 16,-8-1 0,-17-8-16,-9-17 15,-17-25 1,-9-1-16,9 43 15</inkml:trace>
  <inkml:trace contextRef="#ctx0" brushRef="#br0" timeOffset="32780.31">8245 7569 0,'0'0'0,"0"0"0,0 0 0,0 0 16,17 0 0,34 17-16,77 17 15,26 0 17,51 0-32,42 0 15,77 9 1,26 8-16,-42-26 15,76 9 1,-17-8-16,-17-9 16,145-26-1,-77 1-15</inkml:trace>
  <inkml:trace contextRef="#ctx0" brushRef="#br0" timeOffset="34132.96">3542 9253 0,'0'0'0,"17"0"0,43 17 15,17 8 1,17 1-16,127-9 0,18-17 31,77-17-31,85-9 16</inkml:trace>
  <inkml:trace contextRef="#ctx0" brushRef="#br0" timeOffset="34878.39">8305 9236 0,'17'0'0,"119"0"0,86 0 16,60 17-1,144-17-15,-67-9 16,-26 9 0</inkml:trace>
  <inkml:trace contextRef="#ctx0" brushRef="#br0" timeOffset="35947.68">4216 10843 0,'0'0'0,"9"0"0,25 0 15,9 0 1,-9 0-16,51 0 15,69 17-15,-1 17 16,27 0 0,84-8-1,86-35-15,-8-25 16,7 0-16,-7 0 16,-69 9-1,77 8-15</inkml:trace>
  <inkml:trace contextRef="#ctx0" brushRef="#br0" timeOffset="37043.71">7997 9899 0,'0'0'0,"0"0"0,-8 26 15,-1 33-15,-8 18 16,-8 16 0,-1 1-16,-25-9 15,8-9 1,0 1-16,9-9 15,0-17 1,17-8-16,8-18 16,9 1-1,0-9-15,43 0 16,60-9 0,25 1-16,-26-18 15,9 9 1,68 0-16,-8 0 15,-17 0 1,67 9-16,-33-1 16,-17 1-1,85-1-15,-34-8 16,0-8 0,0-1-16,0-16 15,25-1 1,-16 9-16,7 0 15,-58 17 1,-61 0-16,1 0 16,-35 0-1,-25 0-15,-9 0 16,-25 0 0,-9 0-16,-9 0 15,1 0 1,-9 0-16,0-8 15,-9-9 1,1-17-16,-18-51 16,0-26-1,9-25-15,9-153 16</inkml:trace>
  <inkml:trace contextRef="#ctx0" brushRef="#br0" timeOffset="39818.15">12282 10690 0,'0'0'0,"0"0"0,0 0 16,0 0 0,0 0-16,0 0 15,0 0 1,0 0-16,0 0 16,8 0-1,35-8-15,25-1 16,26 9-1,34 9-15,34 8 16,-17-9 0,-25 9-1,-9 9-15,-26-1 16,-25 1 0,-17 8-16,-18 0 15,-16 34 1,-26 34-16,-52 42 15,-24 1 1,7-34-16,1-26 16,17-17-16,25-17 15,17-26 1,9 1-16,17-1 16,9 1-1,25 8-15,9-9 16,8-8-1,9 0-15,-1 0 16,-8-8 0,-25-1-16,-9 1 15,-25-1 1,-18 35-16,-8 16 16,-26 9-16,-17 9 15,9-18 1,25-8-1,18-25-15,8-9 16,17-9-16,0 1 16,34 8-1,26-9 1,42-16 0,35 8-16,-1 0 15,-33 17 1,-35 17-16,-26 34 15,-33 102 1,-103 77-16,-85 42 16,-52-34-16,-16-68 15,-86 9 1,-34-26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1:15:22.2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17215 9168 0,'0'0'15</inkml:trace>
  <inkml:trace contextRef="#ctx0" brushRef="#br0" timeOffset="6676.94">4882 5732 0,'0'0'0,"0"0"0,0 0 0,0 0 15,0 0 1,-9 0 0,-8 9-16,-17 16 15,-8 9 1,-27 0-16,-8 26 16,9 16-1,17 35-15,17-1 16,8-8-1,9-25-15,17-26 16,0-9 0,17-8-16,43 0 15,25-8-15,26 8 16,-17-9 0,-17-8-1,42 0-15,27 18 0,-10-10 31,-59-8-31,0 9 16,42 8 0,18 0-16,-1 8 15,-42-16 1,26 8-16,76 8 16,-42-25-1,-1 0-15,95-8 16,-52-18-1,-17 1-15,43-9 16,-34 17 0,34 8-16,-26 1 15,-34 8 1,69 8-16,-35-16 16,18 8-1,25-17-15,-9-9 16,43-16-16,-34 16 15,34 1 1,-51 8 0,9 0-16,-10 0 15,1 8 1,26-8-16,-1-17 16,18 0-1,-26-17-15,34 9 16,-25-1-1,-1 1-15,-8-1 16,26 9 0,-18 0-1,-16 0-15,8 0 16,0 9-16,34 8 16,-26 0-1,18 0-15,-26 0 16,34 8-1,-43 1 1,9-9-16,-17 8 16,-8 1-1,25-9-15,-26 0 16,26 0 0,-68 0-16,-35 0 15,52-9 1,-43 9-16,-60 0 15,-25-8 1,0-1-16,-9 1 16,-17-1-1,-8 1-15,-18-1 16,1-8 0,-18-8-16,1-18 15,-26-17-15,-26-16 16,-17-9-1,-17 0-15,-17 8 16,9 9 0,-43-25-16,-34-9 15,-1 34 1,-25 17-16,-34 0 16,-25 8-1,-9 9 1,-26 0-16,-17 26 15,-8 8-15,25 8 16,26 1 0,-17-9-16,34 8 15,8 1 1,-16-1 0,25 1-16,17 8 15,-26 0 1,-25 0-16,-8 8 15,7-8-15,1-8 16,-8-1 0,-10 1-1,1-1-15,-8 1 16,7-1 0,-16 9-16,17-8 15,-34 8 1,-9-17-16,-9 8 15,10 1 1,-1 8-16,-34 0 0,-26 17 31,-8 8-31,-51-8 16,-9 9 0,42-9-16,10-9 15,-18 1 1,9 8-16,34 8 15</inkml:trace>
  <inkml:trace contextRef="#ctx0" brushRef="#br0" timeOffset="16654.64">16379 6574 0,'0'0'0,"0"0"0,0 0 16,0 0-1,0 0-15,-9 0 16,-17 8 0,-8 18-1,-34 8-15,-26 26 16,0-9 0,17 0-16,18 0 15,-18 8 1,9 1-16,16-9 15,10 0 1,8 8-16,8 1 16,9-1-16,17 9 15,8 0 1,18 0-16,25-8 16,0-1-1,35-7 1,59 7-16,0-8 15,9-17-15,59-17 16,-25-17-16,-26-8 16,68-9-1,-50 0 1,16 8-16,51-8 16,-33 0-1,25-8 1,-51 8-16,-18 8 15,44-16-15,-61 7 16,-42 10-16,17-9 16,0 0 15,-8 0-31,-35 0 16,-34 0-1,-17 0-15,-8 8 16,0-8-16,-9 0 0,-9 9 31,1-9-31,-9-9 16,-9 1-1,-25-18-15,-34-33 0,-35-26 16,-8-9 0,18 18-1,-10 8-15,-50-9 16,-1 26-1,-51 26 1,-60 16-16,-76 26 16,-34 17-16,42 17 15,-137 0 1,26 17 0,43 26-16,-85 42 15,102-9 1</inkml:trace>
  <inkml:trace contextRef="#ctx0" brushRef="#br0" timeOffset="25729.89">4711 9772 0,'0'0'0,"26"-9"0,51 1 0,51-1 16,77 1 0,-1-9-16,87 0 15,93 0 1</inkml:trace>
  <inkml:trace contextRef="#ctx0" brushRef="#br0" timeOffset="33345.32">4063 11923 0,'-9'0'0,"-8"0"0,0 0 0,0 0 16,8 0 0,-8 0-16,0 0 15,-8 9 1,8-1-16,-1 1 15,10-1 1,-1 1-16,9-1 0,0-8 16,0 9-1,17-1 1,35 9 0,50 0-16,60-17 15,69-17 1,50-25-16,61-18 15,25-8 1,-26 17-16,26 26 16</inkml:trace>
  <inkml:trace contextRef="#ctx0" brushRef="#br0" timeOffset="46388.46">20757 9406 0,'0'0'0,"0"0"0,26 0 0,25 0 16,60 17-1,42 8 1,27 9-16,16 18 16,-25-1-1,-26 25-15,-17 18 16,-34-1 0,-26 1-16,-34 8 15,-17 0 1,-17 0-16,-17-9 15,-9-8 1,1 1-16,-1 7 16,9 18-1,9-1-15,16 9 16,43 17 0,35-17-1,-1-42-15,43-18 0,26-8 16,-43-17-1,-52-25-15,-24 0 16,-18-9 0,-9 0-16,-16 0 15,-9 0 1,-9 0-16,0 17 16,-16 0-1,-1 25-15,9 26 16,8 26-1,18 16-15,8 35 16,0 33 0,-26-16-1,-25-26 1,-43 0-16,-119-8 0,-129-1 16</inkml:trace>
  <inkml:trace contextRef="#ctx0" brushRef="#br0" timeOffset="70745.86">26569 15427 0,'0'0'16,"0"0"-16,26 0 15,76 9-15,137-26 16,162-17 0,112-17-16,-1-43 15,-111 0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809D29-1373-6246-9F8A-DDFD735F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3.png"/><Relationship Id="rId4" Type="http://schemas.openxmlformats.org/officeDocument/2006/relationships/image" Target="../media/image6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4: Algorithm Analysis and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16EF0-BA71-FAF4-8D2E-6A56D7A3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Algorithm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4778F-BCED-5084-02A2-68257F91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Identify a </a:t>
            </a:r>
            <a:r>
              <a:rPr lang="en-US" i="1" dirty="0"/>
              <a:t>function</a:t>
            </a:r>
            <a:r>
              <a:rPr lang="en-US" dirty="0"/>
              <a:t> which maps the algorithm’s input size to a measure of resources used</a:t>
            </a:r>
          </a:p>
          <a:p>
            <a:pPr lvl="1"/>
            <a:r>
              <a:rPr lang="en-US" dirty="0"/>
              <a:t>Domain of the function: </a:t>
            </a:r>
            <a:r>
              <a:rPr lang="en-US" b="1" dirty="0"/>
              <a:t>sizes</a:t>
            </a:r>
            <a:r>
              <a:rPr lang="en-US" dirty="0"/>
              <a:t> of the input </a:t>
            </a:r>
          </a:p>
          <a:p>
            <a:pPr lvl="2"/>
            <a:r>
              <a:rPr lang="en-US" dirty="0"/>
              <a:t>Number of characters in a string, number of items in a list, number of pixels in an image</a:t>
            </a:r>
          </a:p>
          <a:p>
            <a:pPr lvl="1"/>
            <a:r>
              <a:rPr lang="en-US" dirty="0"/>
              <a:t>Codomain of the function: </a:t>
            </a:r>
            <a:r>
              <a:rPr lang="en-US" b="1" dirty="0"/>
              <a:t>counts</a:t>
            </a:r>
            <a:r>
              <a:rPr lang="en-US" dirty="0"/>
              <a:t> of resources used</a:t>
            </a:r>
          </a:p>
          <a:p>
            <a:pPr lvl="2"/>
            <a:r>
              <a:rPr lang="en-US" dirty="0"/>
              <a:t>Number of times the algorithm adds two numbers together, number times the algorithm does a &gt; or &lt; comparison, maximum number of bytes of memory the algorithm uses at any time </a:t>
            </a:r>
          </a:p>
          <a:p>
            <a:r>
              <a:rPr lang="en-US" dirty="0"/>
              <a:t>Important note: Make sure you know the “units” of your domain and codomain!</a:t>
            </a:r>
          </a:p>
          <a:p>
            <a:pPr lvl="1"/>
            <a:r>
              <a:rPr lang="en-US" dirty="0"/>
              <a:t>Domain = inputs to the function</a:t>
            </a:r>
          </a:p>
          <a:p>
            <a:pPr lvl="1"/>
            <a:r>
              <a:rPr lang="en-US" dirty="0"/>
              <a:t>Codomain = outputs to the function</a:t>
            </a:r>
          </a:p>
        </p:txBody>
      </p:sp>
    </p:spTree>
    <p:extLst>
      <p:ext uri="{BB962C8B-B14F-4D97-AF65-F5344CB8AC3E}">
        <p14:creationId xmlns:p14="http://schemas.microsoft.com/office/powerpoint/2010/main" val="3678960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66A6-036F-846E-F4AC-15AAFD0E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AC8BB0-49B0-7D5E-92DD-CF544CC7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" y="1829365"/>
            <a:ext cx="12096954" cy="37484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A56FF30-2D64-4E61-0502-D819599619C0}"/>
                  </a:ext>
                </a:extLst>
              </p14:cNvPr>
              <p14:cNvContentPartPr/>
              <p14:nvPr/>
            </p14:nvContentPartPr>
            <p14:xfrm>
              <a:off x="6286320" y="5339520"/>
              <a:ext cx="864000" cy="444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A56FF30-2D64-4E61-0502-D819599619C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76960" y="5330160"/>
                <a:ext cx="882720" cy="462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22846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42A1-F3AE-5E9B-5D67-C317DC46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Running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I have these algorithms, all of which have the same input/output behavior:</a:t>
                </a:r>
              </a:p>
              <a:p>
                <a:pPr lvl="1"/>
                <a:r>
                  <a:rPr lang="en-US" dirty="0"/>
                  <a:t>Algorithm A’s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+900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B’s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C’s worst case running time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Which algorithm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25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a:rPr lang="en-US" sz="2400" b="0" i="1" smtClean="0">
                          <a:latin typeface="Cambria Math"/>
                        </a:rPr>
                        <m:t>𝑂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514" r="-5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Θ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blipFill rotWithShape="1">
                <a:blip r:embed="rId3"/>
                <a:stretch>
                  <a:fillRect l="-517" r="-258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Ω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blipFill rotWithShape="1">
                <a:blip r:embed="rId4"/>
                <a:stretch>
                  <a:fillRect l="-258" r="-51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0"/>
          <a:stretch/>
        </p:blipFill>
        <p:spPr bwMode="auto">
          <a:xfrm>
            <a:off x="821900" y="640875"/>
            <a:ext cx="6884343" cy="5640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78DB1BF-6089-C395-9576-1B97265FD575}"/>
                  </a:ext>
                </a:extLst>
              </p14:cNvPr>
              <p14:cNvContentPartPr/>
              <p14:nvPr/>
            </p14:nvContentPartPr>
            <p14:xfrm>
              <a:off x="8431200" y="1270440"/>
              <a:ext cx="418320" cy="2731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78DB1BF-6089-C395-9576-1B97265FD57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421840" y="1261080"/>
                <a:ext cx="437040" cy="275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638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less than or equal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Upper-bounded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greater than or equal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Lower-bounded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dirty="0">
                    <a:solidFill>
                      <a:srgbClr val="FF33CC"/>
                    </a:solidFill>
                  </a:rPr>
                  <a:t>Tightly</a:t>
                </a:r>
                <a:r>
                  <a:rPr lang="en-US" dirty="0"/>
                  <a:t>” within constant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/>
                      </a:rPr>
                      <m:t>∩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0FB089F-AB1C-0E43-09F1-FB08A91CC320}"/>
                  </a:ext>
                </a:extLst>
              </p14:cNvPr>
              <p14:cNvContentPartPr/>
              <p14:nvPr/>
            </p14:nvContentPartPr>
            <p14:xfrm>
              <a:off x="1026360" y="465480"/>
              <a:ext cx="7521840" cy="4883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0FB089F-AB1C-0E43-09F1-FB08A91CC32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7000" y="456120"/>
                <a:ext cx="7540560" cy="490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3289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 	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true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≥110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we need to show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we have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≥100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 suffices to show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which is equivalent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110≤110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which is true for 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7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3779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−50≥13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but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just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≤12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1675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8721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need to show there cannot exist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pair</a:t>
                </a:r>
              </a:p>
              <a:p>
                <a:pPr lvl="2"/>
                <a:r>
                  <a:rPr lang="en-US" dirty="0"/>
                  <a:t>For any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there’s some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that breaks the inequality</a:t>
                </a:r>
              </a:p>
              <a:p>
                <a:pPr lvl="2"/>
                <a:r>
                  <a:rPr lang="en-US" dirty="0"/>
                  <a:t>For any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it’s impossible to pick a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Suppose (toward contradiction) that we do have a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Goal: no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works</a:t>
                </a:r>
              </a:p>
              <a:p>
                <a:pPr lvl="2"/>
                <a:r>
                  <a:rPr lang="en-US" dirty="0"/>
                  <a:t>We can find a large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to break the inequality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inequality is false for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Contradiction!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561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To Show: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Contradiction</a:t>
                </a:r>
              </a:p>
              <a:p>
                <a:pPr lvl="1"/>
                <a:r>
                  <a:rPr lang="en-US" b="1" dirty="0"/>
                  <a:t>Proof:</a:t>
                </a:r>
                <a:r>
                  <a:rPr lang="en-US" dirty="0"/>
                  <a:t> 	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𝑐𝑛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Let us derive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we know: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	</a:t>
                </a:r>
                <a:br>
                  <a:rPr lang="en-US" dirty="0"/>
                </a:br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</a:t>
                </a:r>
                <a:br>
                  <a:rPr lang="en-US" dirty="0"/>
                </a:br>
                <a:r>
                  <a:rPr lang="en-US" dirty="0"/>
                  <a:t>		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lower bounded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cannot be a constant and make this        		True.</a:t>
                </a:r>
                <a:br>
                  <a:rPr lang="en-US" dirty="0"/>
                </a:br>
                <a:r>
                  <a:rPr lang="en-US" dirty="0"/>
                  <a:t>		Contradiction.  Therefore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DE9E742-86D9-924A-813D-0470A2EDFFFC}"/>
              </a:ext>
            </a:extLst>
          </p:cNvPr>
          <p:cNvSpPr txBox="1"/>
          <p:nvPr/>
        </p:nvSpPr>
        <p:spPr>
          <a:xfrm>
            <a:off x="9144000" y="1504146"/>
            <a:ext cx="2743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Proof by Contradiction!</a:t>
            </a:r>
          </a:p>
        </p:txBody>
      </p:sp>
    </p:spTree>
    <p:extLst>
      <p:ext uri="{BB962C8B-B14F-4D97-AF65-F5344CB8AC3E}">
        <p14:creationId xmlns:p14="http://schemas.microsoft.com/office/powerpoint/2010/main" val="1148568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DF01-CB08-62DC-1215-866A0F10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Gaining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When doing asymptotic analysis of functions:</a:t>
                </a:r>
              </a:p>
              <a:p>
                <a:pPr lvl="1"/>
                <a:r>
                  <a:rPr lang="en-US" dirty="0"/>
                  <a:t>If multiple expressions are added together, ignore all but the “biggest”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grows asymptotically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all multiplicative constants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for any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bases of logarithms</a:t>
                </a:r>
              </a:p>
              <a:p>
                <a:pPr lvl="1"/>
                <a:r>
                  <a:rPr lang="en-US" dirty="0"/>
                  <a:t>Do NOT ignore:</a:t>
                </a:r>
              </a:p>
              <a:p>
                <a:pPr lvl="2"/>
                <a:r>
                  <a:rPr lang="en-US" dirty="0"/>
                  <a:t>Non-multiplicative and non-additive constants (e.g. in exponents, bases of exponents)</a:t>
                </a:r>
              </a:p>
              <a:p>
                <a:pPr lvl="2"/>
                <a:r>
                  <a:rPr lang="en-US" dirty="0"/>
                  <a:t>Logarithms themselves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+ 5 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+ 7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+ 3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(10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  <a:blipFill>
                <a:blip r:embed="rId2"/>
                <a:stretch>
                  <a:fillRect l="-928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6B85A83-B7D6-096F-402C-3474E7470F79}"/>
                  </a:ext>
                </a:extLst>
              </p14:cNvPr>
              <p14:cNvContentPartPr/>
              <p14:nvPr/>
            </p14:nvContentPartPr>
            <p14:xfrm>
              <a:off x="1579320" y="318240"/>
              <a:ext cx="10081440" cy="55022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6B85A83-B7D6-096F-402C-3474E7470F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69960" y="308880"/>
                <a:ext cx="10100160" cy="552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2657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8004-4521-2990-7545-99E7189B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Is each of the following True or False?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4+3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1.1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492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66FAC-3CF1-21C8-D24E-C2A51388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Categories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	“constant”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b="0" dirty="0"/>
                  <a:t> 	“logarithmic”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	“linear”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	“log-linear”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“quadratic”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“cubic”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“polynomial”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“exponential”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A55CFBD-B4D1-8F1D-E75B-730224DE7357}"/>
                  </a:ext>
                </a:extLst>
              </p14:cNvPr>
              <p14:cNvContentPartPr/>
              <p14:nvPr/>
            </p14:nvContentPartPr>
            <p14:xfrm>
              <a:off x="786600" y="976680"/>
              <a:ext cx="4096080" cy="4047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A55CFBD-B4D1-8F1D-E75B-730224DE735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7240" y="967320"/>
                <a:ext cx="4114800" cy="406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66072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“First In First Out” (FIFO) collection of items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Enqueue</a:t>
            </a:r>
          </a:p>
          <a:p>
            <a:pPr lvl="2"/>
            <a:r>
              <a:rPr lang="en-US" dirty="0"/>
              <a:t>Add a new item to the queue</a:t>
            </a:r>
          </a:p>
          <a:p>
            <a:pPr lvl="1"/>
            <a:r>
              <a:rPr lang="en-US" dirty="0"/>
              <a:t>Dequeue</a:t>
            </a:r>
          </a:p>
          <a:p>
            <a:pPr lvl="2"/>
            <a:r>
              <a:rPr lang="en-US" dirty="0"/>
              <a:t>Remove the “oldest”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</p:txBody>
      </p:sp>
    </p:spTree>
    <p:extLst>
      <p:ext uri="{BB962C8B-B14F-4D97-AF65-F5344CB8AC3E}">
        <p14:creationId xmlns:p14="http://schemas.microsoft.com/office/powerpoint/2010/main" val="438875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2"/>
            <a:r>
              <a:rPr lang="en-US" dirty="0"/>
              <a:t>Usually, smaller priority value means more important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D29FEBA-F304-2B66-04A3-9F4AE0284F26}"/>
                  </a:ext>
                </a:extLst>
              </p14:cNvPr>
              <p14:cNvContentPartPr/>
              <p14:nvPr/>
            </p14:nvContentPartPr>
            <p14:xfrm>
              <a:off x="1382760" y="2060640"/>
              <a:ext cx="8972280" cy="3496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D29FEBA-F304-2B66-04A3-9F4AE0284F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3400" y="2051280"/>
                <a:ext cx="8991000" cy="351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1</a:t>
            </a:r>
          </a:p>
          <a:p>
            <a:pPr marL="0" indent="0">
              <a:buNone/>
            </a:pPr>
            <a:r>
              <a:rPr lang="en-US" dirty="0"/>
              <a:t>Print(PQ. extract) // 3</a:t>
            </a:r>
          </a:p>
          <a:p>
            <a:pPr marL="0" indent="0">
              <a:buNone/>
            </a:pPr>
            <a:r>
              <a:rPr lang="en-US" dirty="0"/>
              <a:t>Print(PQ. extract) // 5</a:t>
            </a:r>
          </a:p>
          <a:p>
            <a:pPr marL="0" indent="0">
              <a:buNone/>
            </a:pPr>
            <a:r>
              <a:rPr lang="en-US" dirty="0"/>
              <a:t>Print(PQ. extract) // 6</a:t>
            </a:r>
          </a:p>
          <a:p>
            <a:pPr marL="0" indent="0">
              <a:buNone/>
            </a:pPr>
            <a:r>
              <a:rPr lang="en-US" dirty="0"/>
              <a:t>Print(PQ. extract) // 8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05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 //  5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 // 6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 // 1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 // 1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 // 3, 5,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 // 3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 // 5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154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54171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1318996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A1E5C5-FE3E-3837-A400-EDD1180798E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072A56-BB76-64EE-AA55-B0C0AAAAE0F0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B72FD9-D516-7B60-38F9-5A60DDD667CF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7146A6-09EE-669E-CAE9-E5870BEA6B4B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8CFD0E-B361-7654-43E5-3351750EFDA2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F9792-C108-987E-92D6-692460A8FA7A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47EA02-4AEF-AD39-4C20-AAFE81249FFE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1B3F467-768F-E74D-FDE0-C031AB68DF49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1939BE-D44A-6B91-F264-505B9FEB6EDB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1371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206E-E4F0-F25D-7FB9-EC12CCD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12383</TotalTime>
  <Words>1989</Words>
  <Application>Microsoft Office PowerPoint</Application>
  <PresentationFormat>Widescreen</PresentationFormat>
  <Paragraphs>291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Calibri Light</vt:lpstr>
      <vt:lpstr>Cambria Math</vt:lpstr>
      <vt:lpstr>Calibri</vt:lpstr>
      <vt:lpstr>Arial</vt:lpstr>
      <vt:lpstr>Office Theme</vt:lpstr>
      <vt:lpstr>CSE 332 Winter 2026 Lecture 4: Algorithm Analysis and Priority Queues</vt:lpstr>
      <vt:lpstr>Goals for Algorithm Analysis</vt:lpstr>
      <vt:lpstr>Comparing</vt:lpstr>
      <vt:lpstr>Comparing Running Times</vt:lpstr>
      <vt:lpstr>PowerPoint Presentation</vt:lpstr>
      <vt:lpstr>Asymptotic Notation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Gaining Intuition</vt:lpstr>
      <vt:lpstr>More Examples</vt:lpstr>
      <vt:lpstr>Common Categories</vt:lpstr>
      <vt:lpstr>ADT: Queue</vt:lpstr>
      <vt:lpstr>ADT: Priority Queue</vt:lpstr>
      <vt:lpstr>Priority Queue, example</vt:lpstr>
      <vt:lpstr>Priority Queue, example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Heap – Priority Queue Data Structure</vt:lpstr>
      <vt:lpstr>Heap – Priority Queue Data Structure</vt:lpstr>
      <vt:lpstr>Challenge!</vt:lpstr>
      <vt:lpstr>(Min) Heap Data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61</cp:revision>
  <dcterms:created xsi:type="dcterms:W3CDTF">2023-09-26T20:08:20Z</dcterms:created>
  <dcterms:modified xsi:type="dcterms:W3CDTF">2026-01-14T14:43:59Z</dcterms:modified>
</cp:coreProperties>
</file>