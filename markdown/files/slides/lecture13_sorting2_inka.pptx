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2"/>
    <p:sldId id="380" r:id="rId3"/>
    <p:sldId id="552" r:id="rId4"/>
    <p:sldId id="500" r:id="rId5"/>
    <p:sldId id="553" r:id="rId6"/>
    <p:sldId id="523" r:id="rId7"/>
    <p:sldId id="554" r:id="rId8"/>
    <p:sldId id="535" r:id="rId9"/>
    <p:sldId id="368" r:id="rId10"/>
    <p:sldId id="360" r:id="rId11"/>
    <p:sldId id="536" r:id="rId12"/>
    <p:sldId id="537" r:id="rId13"/>
    <p:sldId id="538" r:id="rId14"/>
    <p:sldId id="386" r:id="rId15"/>
    <p:sldId id="539" r:id="rId16"/>
    <p:sldId id="384" r:id="rId17"/>
    <p:sldId id="385" r:id="rId18"/>
    <p:sldId id="556" r:id="rId19"/>
    <p:sldId id="421" r:id="rId20"/>
    <p:sldId id="422" r:id="rId21"/>
    <p:sldId id="423" r:id="rId22"/>
    <p:sldId id="424" r:id="rId23"/>
    <p:sldId id="425" r:id="rId24"/>
    <p:sldId id="426" r:id="rId25"/>
    <p:sldId id="427" r:id="rId26"/>
    <p:sldId id="428" r:id="rId27"/>
    <p:sldId id="429" r:id="rId28"/>
    <p:sldId id="430" r:id="rId29"/>
    <p:sldId id="431" r:id="rId30"/>
    <p:sldId id="432" r:id="rId31"/>
    <p:sldId id="433" r:id="rId32"/>
    <p:sldId id="446" r:id="rId33"/>
    <p:sldId id="557" r:id="rId34"/>
    <p:sldId id="542" r:id="rId35"/>
    <p:sldId id="555" r:id="rId36"/>
    <p:sldId id="543" r:id="rId37"/>
    <p:sldId id="545" r:id="rId38"/>
    <p:sldId id="548" r:id="rId39"/>
    <p:sldId id="546" r:id="rId40"/>
    <p:sldId id="549" r:id="rId41"/>
    <p:sldId id="550" r:id="rId42"/>
    <p:sldId id="551" r:id="rId43"/>
    <p:sldId id="547" r:id="rId44"/>
  </p:sldIdLst>
  <p:sldSz cx="12192000" cy="6858000"/>
  <p:notesSz cx="6858000" cy="9144000"/>
  <p:embeddedFontLst>
    <p:embeddedFont>
      <p:font typeface="Cambria Math" panose="02040503050406030204" pitchFamily="18" charset="0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4601" autoAdjust="0"/>
  </p:normalViewPr>
  <p:slideViewPr>
    <p:cSldViewPr snapToGrid="0">
      <p:cViewPr>
        <p:scale>
          <a:sx n="60" d="100"/>
          <a:sy n="60" d="100"/>
        </p:scale>
        <p:origin x="80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EF960D-66C1-ABA0-D3DE-1DEABCB0C2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01823-F715-AF68-6577-EBFD66D892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43542-CF0C-48D3-A91E-34CCD96FC74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5E006-DFCE-D704-C827-FE0B884DE9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F989F-B2F9-4E4D-C4FD-A5DF82B44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6CC33-4824-4BB3-8904-E821E71A7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95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0:33:57.9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5864 10027 0,'0'0'0,"0"0"0,0 0 0,0 0 16,0 0-16,0 0 15,0 0 1,0 8-16,0 9 16,8 9-1,1 8-15,-9 8 16,0 9-16,0-8 16,0-1-1,0-8 1,0-8-16,0-1 15,0-16 1,0-1-16,0 1 16,0-1-16,17 1 15,8-1 1,35 1-16,8-9 16,18 0-1,-1 0-15,-8 0 16,42 0-1,52 0 1,-9-9-16,52 1 16,7-1-1,-33 9-15,26 0 16,-18 9-16,-8-1 16,-1 9-1,-24 0 1,7 1-16,10 7 15,-18-8 1,-43 0-16,-51-8 16,-16-1-1,-27 1-15,-8-9 16,-8 0-16,-1 0 31,-8 0-31,0-9 16,-17-8-16,-17-34 15,0-34 1,8-17-16,26 51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0:40:47.9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2048 16107 0,'0'0'0,"0"0"0,0 0 16,0 0 0,0 0-16,0 0 15,0-8 1,9-1-16,8 1 16,0-1-1,17-8-15,9-8 16,17-18-1,51-42 1,34-8-16,-17-9 16,-26 8-16,1 18 15,-10 8 1,-24 17-16,-27 8 16,-7 18-1,-10 8-15,-16 0 16,-1 8-1,1 1-15,-9 8 16</inkml:trace>
  <inkml:trace contextRef="#ctx0" brushRef="#br0" timeOffset="322.81">2373 15495 0,'0'0'0,"0"0"15,0 0-15,0 0 16,0 0 0,8 0-1,26 0-15,43 0 16,17 0-16,-17-8 16,8 8-1,1 8 1,-18-8-16,-34 0 15,-8 0-15,-18 0 16,1 0 0,-9 0-16,-9 9 15,-16 42 1,-10 17 0,10 17-16,16-43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0:44:09.1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2142 8845 0,'0'0'0,"9"-9"0,8-8 16,34-17-16,26-8 15,8-9 1,35 0 0,-1 0-16,-33 16 15,25 1-15,-1 9 16,-41 8 0,-18 17-16,-17 0 15,-17 8 1,-8 1-16</inkml:trace>
  <inkml:trace contextRef="#ctx0" brushRef="#br0" timeOffset="249.94">2398 8453 0,'0'-8'0,"34"-9"0,52-17 15,16-9 1,-16 9 0,16 0-16,-17 9 15,-25 25-15,-9 0 16,-8 0 0,-9 17-16,-8 8 15,-18 9-15,-8 34 31,-85 94-31,-111 119 16</inkml:trace>
  <inkml:trace contextRef="#ctx0" brushRef="#br0" timeOffset="4263.39">1792 11745 0,'0'0'0,"0"0"0,0 0 15,0 0 1,0 0-16,0 0 16,0 0-16,0 0 15,17-9 1,26-25-1,51-34-15,43-42 16,8-1 0,8 9-16,-8 0 15,-17 8-15,-17 26 32,-8 0-32,-35 26 15,-34 16-15,-8 9 0,-9 9 31,-9-1-31,1 9 16,-9 0 0,0 0-16,-9 0 15,-16 0 1,-9 9 0,-1-1-16,18 1 15,0-1-15,17-8 0,0-8 31,17-9-31,35-17 16,24-9 0,35-8-16,-8 26 15,-18 8 1,-25 17-16,-17 0 16,-18 0-1,-8 0-15,0 17 16,-8 42-1,-43 86 1,-52 161-16</inkml:trace>
  <inkml:trace contextRef="#ctx0" brushRef="#br0" timeOffset="12067.64">10165 11923 0,'0'0'0,"0"0"0,0 0 0,-8 17 0,-1 9 32,1 16-17,-10 9-15,1 9 16,0-1 0,0-16-16,17-9 15,0-9 1,0 1-16,17-9 15,26 8 1,17-16-16,8-9 16,17-9-16,18 1 0,-1-9 15,18 8 1,-9 1-16,0-1 31,17 1-15,8 8-16,-16-9 15,-18 9 1,9 9-16,-9 8 16,-16 0-1,-1 0-15,-17 0 16,-16 8 0,-10-7-16,10-10 15,16 1 1,0-1-16,0-16 15,26-1 1,0-17-16,-9 1 16,18-9-1,-9 0-15,-26 0 16,-17 8 0,-25 18-16</inkml:trace>
  <inkml:trace contextRef="#ctx0" brushRef="#br0" timeOffset="16350.46">18521 12493 0,'0'0'0,"0"0"0,8-8 16,35-9 0,42-9-16,60-16 15,69-10-15,50 1 16,35 17-16,68 26 16,34 16-1,-25-8-15</inkml:trace>
  <inkml:trace contextRef="#ctx0" brushRef="#br0" timeOffset="30386.98">2569 12544 0,'0'0'0,"0"0"0,0 0 0,0 0 0,17 0 31,9 0-16,8 17-15,9 0 16,-1 9 0,1 16-16,-9 1 0,-8-18 15,-9 1 1,-9-1-16,-8 18 31,-25 16-31,-10 1 16,1-9-1,17 0-15,17-9 16,9-8 0,25-8-16,51-9 15,52-17 1,-1-26-16,18-8 16,-17 17-1,-9 9-15,17 25 16,17 17-1,9 17-15,-1 8 16,1 1 0,-26-26-16,-34-17 15,-34-8 1,-26-9-16,-25-9 16,-1 0-16,-16-16 15,-1-26 1,-8-34-1,26-43-15,25-101 16,34-120 0</inkml:trace>
  <inkml:trace contextRef="#ctx0" brushRef="#br0" timeOffset="58563.74">1596 16158 0,'0'0'0,"0"0"0,0 0 0,0 0 16,0 0-16,0 0 15,0 0 1,0-8-16,26-26 15,8-9 1,34-16-16,52-18 16,16 1-1,-8 16 1,17-8-16,17 0 16,-17 9-16,-25 16 15,-35 9 1,9 9-16,-26-9 15,-33 17 1,-10 0 0,-16 17-16,-26 0 15,0 0-15</inkml:trace>
  <inkml:trace contextRef="#ctx0" brushRef="#br0" timeOffset="58779.27">2501 15495 0,'0'0'0,"0"0"0,0 0 15,0 0 1,0-8-16,17-18 16,25 1-1,18-9-15,17 0 16,25 8 0,1 9-1,-18 17-15,-25 9 16,-26-1-16,-8 9 15,-18 9 1,-33 33 0,-52 77-16,-85 136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0:47:58.1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4250 6166 0,'0'0'0,"0"0"0,0 0 16,0 0-16,-8 17 31,-1 25-15,-16 18-16,-9 8 15,-26 0-15,9 0 16,16-26-1,18-16 1,9 8-16,16 8 16,44 18-16,59 0 15,59-9 1,27-17-16,-18-34 16,17-9-16,52 1 15,-44 8 1,18-9-1,-8 9 1,8 17-16,42 17 16,-76 0-1,-9 9-15,18 8 16,-35-9 0,-9 1-16,10-1 15,-44-16 1,-42-9-16,-35-9 15,-7-16 1,-10-1-16,1 1 16,-1-18-1,-16-16-15,0-18 16,-18 1-16,0-9 16,9-34-1,0 34-15</inkml:trace>
  <inkml:trace contextRef="#ctx0" brushRef="#br0" timeOffset="9536.45">3141 6599 0,'0'0'0,"0"0"0,0 0 16,0 0-16,-9-8 16,1-9-1,-1 0-15,-8-9 16,0 1 0,-8-1-1,-1 9-15,0-8 16,-8-1-1,-9 9-15,-33 17 16,-52 17 0,-35 60-16,18 25 15,17 17 1,9 17-16,25 9 16,26-1-1,25-33-15,35-26 16,8-26-1,25-16-15,43 8 16,-8-17 0,17-26-16,34 9 15,-9-8-15,-8 8 16,-26 0 0,-25 0-16,-17 0 15,-18 0 1,1 0-1,-18 9-15,1-1 0,-9 1 16,0-9 0,0 0-1,-9 0 1,9-9 0,0 1-16,0-1 15,8 1-15,1-9 16,-1 8-1,9 1-15,-8 8 0,-1 17 32,9 0-32,-8 25 15,-18 18 1,0 16 0,-8-16-16,17-9 15,0 0-15,26 8 16,25-8-1,94 9-15,162 51 16</inkml:trace>
  <inkml:trace contextRef="#ctx0" brushRef="#br0" timeOffset="14154.1">1502 11132 0,'0'0'0,"0"0"0,0 0 16,0 0 0,0 0-1,9 9-15,8-1 16,25 1-16,-7-18 16,24 1-1,52-26 1,51-17-1,-34 8-15,18-25 0,24-8 16,-8 16 0,-16 18-1,-10 8-15,1 0 16,-18 0-16,-34 17 16,-33 0-1,-27 17-15,-16 0 16,-9 0-1,-68-9 1,-35-16-16,35-1 16,25 9-1,18 0-15,-1 0 16,9 0 0,0 9-16,8-1 15,1 1-15,8-1 16,34-17-1,51 1 1,35 8-16,-9 8 16,0 18-1,-9 16-15,-42 9 16,-26 1 0,-17 7-16,-60 69 15,-51 50-15,-17-16 31,60-77-31</inkml:trace>
  <inkml:trace contextRef="#ctx0" brushRef="#br0" timeOffset="30079.75">21943 10384 0,'0'0'0,"0"0"16,0 0-16,-8-9 16,-18 1-16,9-9 15,-8 0 1,-18-9 0,-42 1-16,-69 8 15,9 34-15,-17 42 16,-77 18-1,85-26 1,77-8-16,9-18 16,25-16-1,9-1-15,17-16 16,9-1 0,8 1-16,0-1 15,0-8 1,0 9-16,0-1 15,0 9 1,0 0-16,-9-8 16,0-1-1,-8 9-15,-25 9 16,-35 16 0,0 9-16,34-8 15,9-9-15,9 8 16,33 9-16,35 0 31,51 9-31,51-9 16,51-9-1,-17-8-15,103-25 16</inkml:trace>
  <inkml:trace contextRef="#ctx0" brushRef="#br0" timeOffset="42987.81">2927 11387 0,'0'0'0,"0"0"0,-8 0 16,-9 17-16,8 0 31,-16 18-31,-26 16 16,-26 8 0,-9 9-16,-25 17 15,0 9 1,26-1-16,0-8 0,8-8 15,26-1 1,17-16 0,17-9-16,25 8 15,18 1 1,25 0 0,9-9-16,25 0 15,0-9 1,-25-8-16,0 0 15,-18 0 1,-7-8-16,-10-1 16,-16 1-16,-1 8 0,-16 8 31,-18 35-15,-25-9-16,-17-9 15,8-16 1,17-18-16,26-16 15,0-1-15,9 1 16,8-1 0,0-8-1,8 0-15,26 9 16,17-1 0,1 1-16,-10 8 15,1 0 1,-17 17-16,-18 17 15,-8 43 1,-8-1-16,-9-16 16,-1-18-1,27 1-15,42 16 16,77 26 0,137-8-16,93-1 15</inkml:trace>
  <inkml:trace contextRef="#ctx0" brushRef="#br0" timeOffset="55004.42">23420 13114 0,'0'0'0,"0"0"0,0 0 0,0 0 0,0 0 15,0 0 1,0 0-16,0 0 31,0 0-15,-9 0-16,-8 0 16,-8 0-1,-18 0-15,-8 0 16,-52 0-1,1 0-15,51 8 16,-9 9 0,-34 9-16,-8 8 15,8 0 1,34-9-16,26-16 16,17-1-1,0-8-15,0 0 16,0-8-1,8-1-15,1 1 16,-1-9 0,1 8-16,-1 1 15,0-1 1,1 9-16,-1 0 16,-8 17-1,-8 17-15,-18 43 16,-17 17-1,9-18-15,8-16 16,9-1 0,17-16-16,17-1 15,17 1 1,17-1-16,35 9 16,67 17-1,43-8-15,120 42 16</inkml:trace>
  <inkml:trace contextRef="#ctx0" brushRef="#br0" timeOffset="71557.45">7835 14653 0,'0'0'0,"0"0"0,-8 0 15,-1 0-15,-8-8 16,0-1-1,8 1-15,1-1 16,-9 1 0,-34 8-16,-35 8 15,-59 35 1,0 33-16,-17 52 16,-52 16-1,61-42-15,67-25 16,1-17-1,25-26-15,18-9 16,16-16 0,9-18-16,8-8 15,1-8-15,8-10 16,17-24 0,-8-9-1,-1 25-15,-16 9 16,-1 17-1,0 0 1,1 0-16,-1 9 16,-8 8-1,-8 8-15,-18 18 0,-17 25 16,-8 17 0,25 0-16,26-17 15,26 17 1,16 0-1,35 0-15,43-8 16,16-1-16,-59-33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0:50:39.5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2569 2909 0,'0'0'0,"-9"34"0,-16 42 16,-18 26-16,1 0 15,-1 17-15,-8 26 16,8 25 0,17-26-1,1-33-15,25-17 16,8-26-16,9-17 16,9 0-1,51-26 1,59-25-16,27-25 15,24-35 1,18 1-16,8-1 16,44 18-16,-1 16 15,8 18 1,35 8-16,0-9 16,93 9-1,1-8-15,-52-18 16,86 9-1,42 9-15,-50-1 16,7 1 0,61-1-1,-43 18-15,25 16 16,60 18 0,9-9-16,-17-17 15,-18-9-15,-8 1 31,-8-1-31,-18 35 16,-34 16 0,-42 9-16,8 0 15,-51 0 1,-60 9-16,-42-1 16,-69-50-16,9 8 15,-69-17-15,-68-9 16,-16-16-1,-1-1 1,0-33 0,0-35-16,-17-50 15,-8-94-15,-9-128 16</inkml:trace>
  <inkml:trace contextRef="#ctx0" brushRef="#br0" timeOffset="19510.63">2953 5698 0,'0'0'0,"0"0"16,0 0-16,0 0 15,0 0 1,0 0-16,-8 8 15,-1 18 1,-8 8-16,-9 17 16,1 9-1,-1 16-15,9-16 16,0-18 0,17-16-16,0-9 15,9 0 1,16-9-16,26 1 15,35-18 1,42-16-16,25-18 16,1 1-16,34-1 15,0 18 1,16 8 0,35 8-16,9 26 15,16 0 1,10 17-16,16 17 15,17-8-15,34 8 32,26 0-32,-34-9 15,17-8 1,43 17-16,-43-8 16,-9-1-16,43 9 15,-51 0 1,-9-17-16,-33-8 15,-18-1-15,-9-16 16,-33-1 0,-1 9-16,-59-8 15,0-18 1,-26-8-16,-60 0 16,-34-8-1,-8-1 1,-18 1-16,1-18 31,0 1-31,-9-26 16,0-26-16,8-25 15,-7 9 1,24-35-16,52-153 16</inkml:trace>
  <inkml:trace contextRef="#ctx0" brushRef="#br0" timeOffset="35934.47">18854 5069 0,'0'0'0,"-9"25"0,-16 26 15,-10 26 1,10 8 0,-9 51-16,-9 17 15,17 9 1,-8-18-16,17-25 16,17-17-1,17-25-15,0-35 0,-8-25 16</inkml:trace>
  <inkml:trace contextRef="#ctx0" brushRef="#br0" timeOffset="36261.78">18239 4873 0,'0'0'0,"0"0"0,0 0 16,0 0-1,0 0-15,0 0 16,9 0-1,33 9-15,52-1 16,86 1 0,33-26-16,0-9 15,26-16 1,-68-1-16,-111 26 16</inkml:trace>
  <inkml:trace contextRef="#ctx0" brushRef="#br0" timeOffset="37097.79">20270 4388 0,'0'0'0,"0"0"0,0 0 15,0 0 1,0 0-1,-25 26-15,-35 59 16,-51 51 0,-34 43-16,17-1 15,43 9 1,16-8 0,35-18-16,26 1 15,16-43-15,9-42 16,26-18-1,8-8-15,0-25 16,26-18 0,-34-8-16</inkml:trace>
  <inkml:trace contextRef="#ctx0" brushRef="#br0" timeOffset="37638.94">20876 4848 0,'0'0'0,"-8"25"15,-1 52-15,-16 25 0,-9 8 32,-18 9-32,-7-25 0,25-26 15,17-26 17,-1-16-32,10-9 15,8-9-15,0-8 16,8-8-1,35-26 1,34-17-16,8-26 16,9 1-1,-17 16-15,-17 26 16,-9 17 0,9 9-16,-1 8 15,1 25 1,-17 18-16,0 25 15,-26 17 1,-17 17-16,-9-9 16,-8-16-1,0-35-15,0-16 16,0-9 0,17-8-16</inkml:trace>
  <inkml:trace contextRef="#ctx0" brushRef="#br0" timeOffset="37895.33">22344 4346 0,'0'0'0,"9"0"15,17 25-15,25 18 16,9 25-1,-9 17-15,-9 59 16,-16 52 0,-60 17-16,-77 76 15,-77 68 1,-59-8 0,-1-52-16</inkml:trace>
  <inkml:trace contextRef="#ctx0" brushRef="#br0" timeOffset="38818.85">23224 4992 0,'0'0'0,"17"0"15,17 9-15,-9-1 16,1-8 0,25-8-16,17 8 15,1-9 1,-1 1-1,-34 8-15</inkml:trace>
  <inkml:trace contextRef="#ctx0" brushRef="#br0" timeOffset="39065.39">23130 5681 0,'0'0'0,"25"0"0,35 8 16,17-16-1,34-9-15,34-9 16,0-8-16,-77 26 15</inkml:trace>
  <inkml:trace contextRef="#ctx0" brushRef="#br0" timeOffset="39773.98">24931 5052 0,'0'0'0,"-9"0"15,-17 0-15,-8 8 16,-25 9-1,-27 17-15,9 17 16,18 9 0,-10 16-16,27 1 15,16-26 1,26-9-16,0 1 16,0-18-1,0 1-15,9-18 16,8 1-1,17-18-15,26-25 16,8-8 0,-8-18-16,-1 9 15,-16 9 1,-17 8-16,-1 17 16,-16 0-1,-1 8-15,-8 9 16,0 0-1,0 9-15,-8 16 16,8 35-16,0 16 16,8 1-1,9-18-15,18-8 16,-10-17 0,-8-17-1</inkml:trace>
  <inkml:trace contextRef="#ctx0" brushRef="#br0" timeOffset="40088.58">25886 4703 0,'0'0'0,"0"17"0,9 51 0,0 51 16,-9 0-1,-26 0 1,0 26-16,-25 8 16,0-34-1,8-34-15,9-26 16,17-24-1,0-10-15,17-16 0,0-9 32</inkml:trace>
  <inkml:trace contextRef="#ctx0" brushRef="#br0" timeOffset="40360.31">25229 4626 0,'0'0'0,"0"0"0,9 9 15,25 16-15,51 18 16,69-9-1,34 0-15,-18-25 16,1 8 0,0 0-16,119 8 15</inkml:trace>
  <inkml:trace contextRef="#ctx0" brushRef="#br0" timeOffset="41040.64">27218 4414 0,'0'0'0,"0"0"15,0 0-15,0 0 16,0 0 0,0 0-16,0 0 15,-9 8 1,-8 18 0,-17 16-16,-26 26 15,-16 26 1,-10 16-16,1 18 15,17 0 1,34-26-16,-1 34 16,27 0-1,16-26-15,35-8 16,8-17 0,26-16-16,17-18 15,-43-34 1</inkml:trace>
  <inkml:trace contextRef="#ctx0" brushRef="#br0" timeOffset="43811.28">28379 4295 0,'0'0'15,"0"0"-15,0 0 0,0 0 16,0 0-16,0 0 16,0 0-1,0 0 1,-9 8-1,-25 43-15,-9 17 0,9-8 32,0-1-32,0-16 15,17-1 1,0-16 0,8-9-16,9-9 0,0 1 15,0-1 1,0-8-1,0 0-15,9-8 16,16-1 0,35-25-16,25-17 15,1-17 1,16 0-16,18 9 0,-9 16 31,-17 26-31,-9 9 16,-8 16-1,-18 18-15,-16 8 16,0 25 0,-26 9-1,-17 0-15,-9 9 16,-16-1 0,8-7-16,0-18 15,0-26 1,8-16-16,9-1 15</inkml:trace>
  <inkml:trace contextRef="#ctx0" brushRef="#br0" timeOffset="44152.45">27491 5026 0,'0'0'0,"43"9"0,102 8 15,77-9 1,25-16-16,9-18 16,-17-16-16,-25 16 15,-44 26 1,-50 0-16,-35 0 16,-59 0-1</inkml:trace>
  <inkml:trace contextRef="#ctx0" brushRef="#br0" timeOffset="44716.11">28396 5570 0,'0'0'0,"0"0"0,-9 9 16,-16 16 0,-10 9-16,-7 9 15,-18 0 1,0-1-16,18-16 0,8-1 31,16-16-31,18-1 16,0-8-1,35 9-15,41-9 16,35 0-16,0 0 16,-17 0-1,-26 17 1,-16 0-16,-18 0 15,-9 17 1,-16 8-16,-26 9 16,-26 9-16,-17-9 0,-8-9 31,0-16-15,0-18-16,16 1 15,10-18 1,16 1-16,18-18 15,16 9 1</inkml:trace>
  <inkml:trace contextRef="#ctx0" brushRef="#br0" timeOffset="45215.63">29898 4354 0,'0'0'0,"17"34"16,17 43-1,0 33 1,-8 43-16,-18 43 16,-16 8-1,-26 9-15,0 8 16,-1-8-16,-33-35 16,-34-16-1,-9-35-15,34-59 31,26-17-31,17-25 16,25-9 0</inkml:trace>
  <inkml:trace contextRef="#ctx0" brushRef="#br0" timeOffset="45501.18">30854 4967 0,'0'0'0,"-9"8"15,-8 43-15,-34 51 16,-34 26-1,-1-1-15,35-8 16,17-8 0,0-18-16,17-24 15,0-27 1,8-25-16</inkml:trace>
  <inkml:trace contextRef="#ctx0" brushRef="#br0" timeOffset="45716.57">30273 5264 0,'0'0'0,"18"9"0,24 16 16,44 35-16,42 8 15,17 0 1,-43-34-16,-34-26 15,9 1 1,-26-1-16</inkml:trace>
  <inkml:trace contextRef="#ctx0" brushRef="#br0" timeOffset="46119.6">30990 5979 0,'0'0'0,"0"0"0,0 0 15,0-9 1,17 1 0,26-18-16,42-42 15,26-34-15,0-9 16,-8 9-1,16-17-15,18 9 32,-26 33-32,-26 18 15,-34 25-15,1 8 16,7 18 0,-16 8-1,-17 17-15,-1 25 16,-25 9-1,-17 26-15,0-9 16,0-17 0,8-26-16,9-8 0,0-8 15</inkml:trace>
  <inkml:trace contextRef="#ctx0" brushRef="#br0" timeOffset="46356.64">31264 5392 0,'0'0'0,"0"17"0,0 34 16,8 8-1,26 9-15,26-17 16,25-8-1,26-9-15,51-25 16,154-9 0</inkml:trace>
  <inkml:trace contextRef="#ctx0" brushRef="#br0" timeOffset="46654.18">32356 5392 0,'0'0'0,"-26"42"0,-50 52 15,-18 16 1,8 18-1,18-9-15,8-17 16,18-8 0,25 8-16,25-9 15,26-8 1,9-34-16,-9-8 16,-8-26-16</inkml:trace>
  <inkml:trace contextRef="#ctx0" brushRef="#br0" timeOffset="47112.12">32766 5962 0,'0'0'0,"-9"17"16,-16 25 0,-10 9-1,10 9-15,-1-18 16,9-8-16,0-8 31,8-1-31,9-16 16,0-1-16,0-8 15,9-8-15,34-9 0,51-26 32,-1-8-17,-16 0-15,-17 17 16,-26 17-16,-8 0 0,-18 17 31,1 17-15,-1 17-16,-16 26 15,-18 25-15,9-9 16,0-16 0,0-26-1,17-17-15</inkml:trace>
  <inkml:trace contextRef="#ctx0" brushRef="#br0" timeOffset="47339.84">33457 6191 0,'0'9'0,"0"25"0,-9 42 0,-16 43 0,-43 17 0,-18-8 0,-16 8 0,34-68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0:52:08.6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1750 3878 0,'0'0'0,"0"0"0,0 0 0,0 0 31,-17 0-31,-43 17 16,-43 17-16,-33 17 16,68 0-1,-1 26-15,-16 33 16,8 18-16,26 50 31,0 9-31,25 35 16,9 41-1,17 35-15,17 8 16,26 26 0,8 33-16,-17-41 15,0 58 1,-17-8-16,17-16 16,43 16-1,34-25-15,9-18 16,-18 18-1,-34-43-15,-25 0 16,25 34 0,-8-59-16,0-9 15,-34-17 1,-35 26-16,-42-17 16,-9-60-1,9-9-15,0-8 16,-26-42-1,0-26-15,-8-8 16,25-52 0,17-25-16,18-17 15,-1-8 1,17-1-16,9-8 16,0 0-1,9 9-15,59 8 16,26 17-1,0 17-15,17 51 16,26 68-16,-44 42 16,-41 103-1,-61 102-15,-76 34 16,-18 33 0,35 44-1,17-78-15,34-58 16,34-69-1,51-94-15,137-16 16,153-94-16,27-68 16</inkml:trace>
  <inkml:trace contextRef="#ctx0" brushRef="#br0" timeOffset="8143.11">2834 4439 0,'0'0'0,"0"0"16,0 0-16,0 0 15,0 0 1,0 0-16,0 0 16,0 0-1,0 0-15,0 0 16,0 0-1,0 0-15,0 0 16,0 0 0,-17 0-16,-35 0 15,-7 9 1,-18-1-16,-17 1 16,17-1-1,43 1-15,17-1 16,0 1-1,0 8-15,-9 8 16,-8 35 0,-26 25-16,-8 0 15,8 9-15,-8 67 16,8 18 0,0-9-16,9 51 15,0-17 1,25-8-16,-8 16 15,26-16 1,8-9 0,0 0-16,8-51 15,35-8 1,25 16-16,-8-16 16,25-9-16,1-43 15,-35-25 1,43 9-16,59 0 15,1-18 1,-26-8 0,51-8-16,18-1 15,-44 1 1,35-1-16,17-16 16,0 16-16,59-8 15,-42-8 1,26-1-16,-1 1 15,9-18 1,0 9-16,26-8 16,0 8-1,-9 8 1,-9 1-16,26-1 16,1 1-1,7-26-15,10 0 16,-44 0-16,26-9 15,-16 9 1,7 9 0,-8-9-16,17 0 15,-25-9 1,85 9 0,-26 9-16,-25-1 0,8 9 15,-17 0 1,-8 0-16,-9 0 31,52 0-31,-61 0 16,103 9-1,-17-9-15,-43-9 16,26 9-16,-77 0 16,120 0-1,-35 0 1,-51 0-16,35-8 15,-52-1-15,17 1 0,-25-9 32,59 8-32,-42 1 15,25-9 1,17-17 0,-17-9-16,1 0 15,-27 9 1,-8 0-16,-34-17 15,-25 0-15,-35 0 16,17-17 0,-59 9-1,-43-9-15,-34-9 16,-18 1 0,-8-9-16,-25-17 15,-18-17 1,-8-1-16,-51 1 15,-60-17 1,-17 9-16,-9-9 16,-59 8-16,25 18 15,-17 7 1,-25-7 0,-26-1-16,-9 26 15,-16 17 1,-18 9-16,-60-1 15,9 18 1,60 8-16,-60 0 16,-8-9-1,-9 26-15,-9-8 16,-8 8 0,9 25-16,-26-25 15,8-8-15,17 25 16,-25 8-1,0-8 1,17 9-16,34 16 16,-68-8-16,42 0 15,52 0 1,-94 9-16,59-9 16,52 0-1,-77-17 1,51-9-16,43 1 15,-34-18-15,25-16 16,-34-18 0,9 1-1,8 8-15,-25 8 16,16 1 0,-8-1-16,18 0 15,-18-8 1,-26 17-16,-8 17 15,-25 9-15,-61 25 16,-8 8 0,43 18-1,26-1-15</inkml:trace>
  <inkml:trace contextRef="#ctx0" brushRef="#br0" timeOffset="20085.11">3030 7637 0,'0'0'0,"-9"0"16,-8 0-16,0 0 0,0-8 16,-8-1-1,-1 0-15,0 1 31,9-1-31,0 1 16,0-1 0,0 1-16,0-1 15,0 1 1,0-1-16,-9 1 16,1-1-1,-1 1-15,-17 8 0,1 0 31,-1 0-31,-25 25 16,-35 26-16,18-8 16,34-9-1,-9 17 1,-8 9-16,-1 16 16,1 9-16,0 26 15,-17 8-15,8-9 31,26-8-31,-1 26 16,18-9 0,17-8-16,0-1 15,17-8-15,0 0 0,17-8 32,17-9-17,26 8-15,8 1 16,1-18-1,-1-7-15,9 7 0,8 1 16,26-1-16,26-16 31,16-9-15,52 0-16,17-9 16,0-8-1,17 0-15,25-8 16,-8-1-1,9-16-15,8-1 16,17-16 0,18-1-16,7 1 15,27-1 1,-1 1-16,-17 16 16,26-8-1,43 0-15,8 9 16,17-9-1,9 8-15,-17 18 16,8 8 0,-25-9-16,-9 18 15,8-1-15,-25-16 16,0-9 0,-17-9-1,-68-16-15,0-1 16,-9-16-1,-69-9-15,-24-9 16,-10-8 0,-33 0-16,-18-8 15,-16-9-15,-18 0 16,-34-9 0,-16-8-16,-18 17 15,-17 0 1,-17-34-1,-35-26-15,-42-16 16,-16 25 0,-10 8-16,-51-8 15,-16-25 1,-1 33 0,-43 9-16,-8 8 15,-17 1-15,-25-1 16,-10-8-1,10 17-15,-35 26 16,-68-1 0,60 26-16,-18 9 15,-76-9 1,60 8-16,-35 18 16,-34 8-16,-8 8 15,-43-16 1,60 16-1,-26 18-15,-34-26 16,26 0 0,-9-17-16,-26-17 15,43 8 1,18 1-16,-69-9 0,-26 17 16,-42 51 15,-77 68-31,238-26 15</inkml:trace>
  <inkml:trace contextRef="#ctx0" brushRef="#br0" timeOffset="28041.5">16046 8164 0,'0'0'0,"0"0"0,-9 0 16,1 26-16,-1 16 15,-17 35 1,9 8-16,-8 0 15,-9 0-15,0-34 16,16-25 0,1-1-16,0-16 15,17-1-15,0 1 32,0-18-32,17-8 0,35-34 31,33-51-31,17 0 15,18 8-15,8 18 16,-43 33 0,-16 9-16,-10 17 15,-8 17 1,-8 17 0,0 9-16,-9 25 15,-8 17 1,-18 17-16,1 8 15,-18-25 1,9-8-16,-8-17 16,8-1-16,0-16 15,0-18 1,0-8 0</inkml:trace>
  <inkml:trace contextRef="#ctx0" brushRef="#br0" timeOffset="28376.73">15585 9057 0,'0'0'0,"0"0"0,8 9 16,69 8-1,60 0-15,42-17 16,26-17 0,0-9-16,-1-16 15,1-9 1,-8 8-1,-27 1-15,-25 8 16,-17 0-16,-68 17 16</inkml:trace>
  <inkml:trace contextRef="#ctx0" brushRef="#br0" timeOffset="29046.5">16404 9568 0,'0'0'0,"0"0"0,-8 0 16,-1 8 0,1 9-1,-10 0-15,-7 17 0,8 9 16,0-9-16,0 8 31,0 1-15,0-9-16,8-9 15,9-8 1,0 0-16,0-8 16,0-1-1,17 1-15,0-1 16,17 9-16,17 0 15,18 0 1,-1 0-16,-8 0 16,0 0-1,-1 9 1,-8-1-16,-8 1 0,-17-1 31,-18-8-31,1 0 16,-18 9-1,-8 8-15,-34 8 16,-26-8 0,-34-17-16,0-17 15,17-42 1,-8-77-16,-69-145 16</inkml:trace>
  <inkml:trace contextRef="#ctx0" brushRef="#br0" timeOffset="34904.16">2987 11328 0,'0'0'0,"17"-9"0,17 1 0,9-9 16,-9 0-16,-8 8 31,-9 1-31,-9 8 15,1 0 1,0 0-16,-9 0 16,0 0-1,-9 0-15,0 25 16,-25 43 0,-42 26-16,-1 8 15,8 9 1,10 8-16,-10 17 15,-24 25 1,7 9-16,1 26 16,-1 8-1,18-17-15,8 43 16,1-1 0,-18 10-16,0-1 15,0 0 1,18-9-16,7-24 15,10-10 1,16-8-16,9-25 16,17-1-1,26-7-15,16-35 16,-16-34-16,42-9 16,17 1-1,18-18 1,59-8-16,34-17 15,18-17 1,42-17-16,-9-8 16,35-18-16,25 1 15,-25-9 1,59-9 0,18 1-16,-18-9 15,26 0 1,-25 0-16,25 0 15,25-9 1,1 1-16,-26-18 16,59-25-1,-33 8-15,-77 9 16,85-25 0,-25 8-16,-35-9 15,43 1 1,-43 25-16,-76 0 15,8-9 1,-17-25-16,-85 17 16,-60 0-1,0 0-15,-43-9 16,-25-8-16,-35-8 16,-50-18-1,-52-34 1,-43 1-16,-68 8 15,-42 8-15,-43 1 16,-18 24 0,-25 27-1,-51-9-15,26 0 16,-43-9 0,-43 18-1,-42 33-15,-35 1 0,0 8 16,-16-9-1,-10 26 1,-7 34 0,-44 42-16,-51 35 15,-102 93-15,325-42 16</inkml:trace>
  <inkml:trace contextRef="#ctx0" brushRef="#br0" timeOffset="37768.73">13553 12765 0,'0'0'0,"-17"0"0,-42 17 16,-44 9-1,-25 8-15,0 0 16,9 25-1,25 1 1,26-9-16,25 17 16,17 0-1,18-9-15,8 1 16,17-17-16,25 8 16,35-17-16,26-17 31,33-34-31,26-34 15,1-26 1,-27-8-16,-16 17 16,-26-9-16,-18 9 15,-24 26 1,-27 8 0,-16 17-16,-1 0 15,-8 25-15,-42 111 16,-44 111-1,9 17 1,43-9-16,26-51 0,8 93 31</inkml:trace>
  <inkml:trace contextRef="#ctx0" brushRef="#br0" timeOffset="46493.01">5411 16218 0,'-8'0'0,"-1"0"0,-17 0 16,-8 0-16,-25 0 16,-27 9-1,-8 8 1,9 0-16,-17 8 16,-26 35-1,0 16-15,0 18 0,8-1 31,18-8-31,16 0 16,18 26-16,25-1 16,18-8-1,8 18-15,25 16 16,18 0-16,8-26 16,34-16-1,18-18-15,33-8 16,60 0-1,-17-34 1,26-8 0,34-9-16,-9-26 15,1-16-15,-9-9 32,0-9-32,-18-8 15,-42-8-15,-25-18 16,-18-16-16,-16-26 15,-27 0 1,-33-9 0,-26-34-16,-34 1 15,-34-1 1,-26 18 0,-17-1-16,-60 1 15,-34 33 1,-17 26-16,-34 25 15,-51 43 1,-26 68-16,-25 43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0:54:12.0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7570 3946 0,'0'0'0,"0"0"0,-8 17 0,-1 26 15,-8 25 1,0 0 0,0 25-16,-8 9 15,8-17 1,17-25-16,0-1 16,25 1-16,18-18 15,17-8 1,25-8-16,34-9 15,18 0-15,0-9 32,-1 1-32,69 8 15,-9 9 1,-17-9-16,43 0 16,0 8-1,9 1-15,-1-9 16,-8 8-16,9 1 15,16-9 1,18-17 0,-1-9-16,-8-16 15,-8 8 1,-9 0-16,-43 17 16,-51 0-1,-34 0-15,-51 0 16,-26 0-16,-8-9 15,-18 1 1,1-9-16,-1-17 16,-8-43-1,9 34 1</inkml:trace>
  <inkml:trace contextRef="#ctx0" brushRef="#br0" timeOffset="13357.78">7502 7782 0,'0'0'0,"0"0"0,-8 0 15,-1 8-15,1 1 16,-1-1-1,1 1-15,-1-1 16,0 1 0,1 8-16,-9 8 15,0 9 1,0 0-16,17 0 16,0 9-1,8 16-15,9-8 16,0-8-1,18-1-15,7-8 16,9 9 0,9-9-16,0 0 15,0-9 1,8 1-16,-8-1 16,8-8-1,0 9-15,18-9 16,-1 0-16,9 8 15,25-8 1,35-8 0,8 8-16,-25-8 15,16-1 1,18 1-16,-9-9 16,-8-9-16,8 1 15,0 8 1,-25-9-1,-1 0-15,18 1 16,-18-9 0,-25 8-16,-17 1 15,-17-9-15,-17 8 16,-26 1 0,-8 8-16,-18 0 15,1 0 1,-9 0-16,-9-17 15,-8-9 1,-9-33 0,-8-60-16,-17-153 15</inkml:trace>
  <inkml:trace contextRef="#ctx0" brushRef="#br0" timeOffset="26935.24">7989 11728 0,'0'0'0,"0"0"0,0 0 15,0 0 1,0 17-16,-9 8 16,1 18-1,-1 16-15,-16 9 0,-1 17 31,0-8-31,9-9 16,0-17 0,0-17-16,9-9 15,8-16 1,0-1-16,0 1 16,25-1-1,26-25-15,77-25 16,35-9-1,-18 0-15,25 8 16,10 1 0,-10 25-16,35 0 15,8 8 1,-33 26-16,50 9 16,9 8-1,-8 17-15,-10 0 16,-50 0-1,51 0-15,-17-9 16,-26-8 0,26-8-16,-26-9 15,-42-8 1,-1-1-16,-16-8 16,-60 0-1,-26 0-15,-17 0 16,-9 0-1,-25-25-15,0 8 16</inkml:trace>
  <inkml:trace contextRef="#ctx0" brushRef="#br0" timeOffset="35489.65">1195 13395 0,'0'0'0,"0"0"0,0 0 15,-9-9-15,1 1 16,-1-26 0,9-43-16,0-17 15,17-42-15,26-42 16,25 16-1,9 43-15,17 17 32,8 0-32,-50 25 15,-18 26-15,0 17 16,-34 17 0,8 0-16,1 17 15,-18 9 1,1 16-16,-18 1 15,-349 195 1,358-221-16,17 0 16,-9 0-16,1 9 31,-1 8-31,9-9 16,-26 1-1,18-1-15,8 1 16,0-9-16,0-9 15,0-8 1,43-42 0,33-18-16,44-8 15,-35 17-15,1 25 16,-10 18-16,-7 25 16,-10 25-1,1 18 1,-17 25-16,8 17 15,0 26 1,18-1-16,7-33 16,10-26-16,-35-26 15</inkml:trace>
  <inkml:trace contextRef="#ctx0" brushRef="#br0" timeOffset="36313.42">4950 13922 0,'0'0'0,"0"0"0,0-9 16,0-16-1,0-35-15,9-33 16,16-26-1,18-34-15,17-1 16,8 18 0,-17 26-16,9-9 15,-26 25-15,-8 26 16,-18 17 0,1 17-1,-18 0-15,-8 9 16,-17 8-1,-34 17-15,8 17 16,17 17-16,-8 17 16,0 0-1,17-26 1,17-8-16,0-8 16,17-1-1,0-16-15,34-18 16,51-33-16,18-26 15,-9 8-15,-18 26 16,1 9 0,-17 16-1,-17 18-15,8 16 16,0 18 0,0 33-16,9 18 15,17 25 1,-26-43-1</inkml:trace>
  <inkml:trace contextRef="#ctx0" brushRef="#br0" timeOffset="60104.96">1101 16711 0,'0'0'0,"0"0"0,0 0 16,-9-8-1,9-1-15,-34 1 16,9-1 0,-1 1-1,-8-1-15,-9 1 16,-25-1-16,25 9 16,1 0-1,8 0-15,-18 9 16,-7 8-1,-1 8-15,17 1 16,-25 33 0,25-8-1,18 17-15,25 0 16,25 0-16,18 17 16,-9-16-1,0-10 1,0 1-16,-17-1 15,9 18-15,0 16 16,8-16 0,25-18-16,-16-16 15,42-9 1,-8-9-16,0 1 16,-17-18-1,8-8-15,9-8 16,0-9-1,0-26 1,16-42-16,-7-8 16,-35 8-16,0-9 15,-34-8 1,-8-8 0,-26-10-16,-26 10 15,0 25 1,-42 17-16,-9 8 15,-8 35 1,-18 25-16,-16 17 16,8 25-16,34 18 15,51-35 1</inkml:trace>
  <inkml:trace contextRef="#ctx0" brushRef="#br0" timeOffset="66484.53">1024 14883 0,'-8'0'0,"-1"0"0,-16 17 16,-18 8-16,0 1 15,0-9 1,1 17-16,-26 0 16,8 17-1,-17 17-15,0 17 16,-25 17-1,42 0-15,0-51 16,35 0 0,-1-8-1,26-1-15,34-8 16,52 0 0,33-25-16,1-18 15,-10-16-15,18-9 16,-8-9-1,-35 1 1,-16-1-16,-18 1 16,0-18-16,-8 1 15,-9-9 1,-9-1 0,-25-7-16,0-1 15,-34 1-15,0 16 16,-9 18-1,1 16-15,-9 18 16,-52 42 0,52-9-16</inkml:trace>
  <inkml:trace contextRef="#ctx0" brushRef="#br0" timeOffset="68084.89">4532 14866 0,'0'0'0,"0"0"15,0-9 1,0-8-16,-8 0 16,-1-8-16,0-1 31,-16 1-31,-1-18 16,-8 9-1,0 9-15,-9 8 16,-8 0-16,-9 17 15,-8 17 1,-9 17-16,0 17 16,18 25-16,7 18 15,18-1 1,17 9 0,17-8-16,26 0 15,8-1 1,17-8-16,17-25 15,9-18 1,17-8-16,9-17 16,-1-25-16,0-26 31,-8-26-31,-17-25 16,-26-17-1,-17-17-15,-42-26 16,-43-25-1,-52 0-15,-59 34 16,-119-34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0:56:03.9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1502 5043 0,'0'0'0,"0"0"0,-8-8 0,-1-1 16,9 1 15,0-1-31,0 9 16,0 0-16,0-8 0,-17-1 31,17 9-15,0 0-16,0 0 15,-9 9 1,1 33-16,-18 26 16,9 17-1,-8 0-15,8 0 16,-18 17-1,1 0-15,26-8 16,8-26 0,0-25-16,0-9 15,8-9 1,26 1-16,43-9 16,17-17-1,17-17-15,17 0 16,17-9-1,0 1-15,-8 8 16,-1-9 0,44 18-16,-35 8 15,0 0 1,43 8-16,-26 1 16,-17 8-1,43 17-15,-18-9 16,10 1-1,24 16-15,-16-25 16,8-8 0,61-9-16,-27 0 15,26-17 1,0-9-16,0 1 16,-8-1-1,-26 1 1,-1-9-16,-16 17 15,26 17-15,-78 0 16,-50 17 0,-9 0-16,-18 8 15,-24-16 1,-27-1-16,-8 1 16,-8-9-1,-1 0-15,1 0 16,-9 0-1,-9-9 1,-8-25-16,-8-42 16,-1-44-1,18 61-15</inkml:trace>
  <inkml:trace contextRef="#ctx0" brushRef="#br0" timeOffset="18242.55">4814 9312 0,'0'0'0,"0"0"0,0 0 16,0 0-1,0 0-15,0 0 16,-9 17-1,1 26-15,-18 16 16,0 18 0,9 17-1,0-1 1,0 1-16,9-18 16,-1-16-16,9-9 15,0-9 1,0-16-1,17-1-15,26-8 16,51-8 0,34-9-16,17-26 0,26-16 15,8-1 1,-8 9 0,25-8-1,34 8-15,-25 25 16,8 9-1,9 17-15,9 0 0,-9 9 16,-9 16 0,-17-8-1,-25 0 1,-34-8-16,-18-9 16,-25-9-1,-43 1-15,-25-1 16,-1-8-16,-7-8 15,-1-18 1,0-25 0,8-42-16,-8 33 15</inkml:trace>
  <inkml:trace contextRef="#ctx0" brushRef="#br0" timeOffset="35929.57">18205 9687 0,'-8'0'0,"-27"17"15,-7 0-15,-10 17 16,-7 8-16,-1 9 16,0-8-1,1 8-15,-18 0 16,-17 25 0,-17 9-1,8 9-15,18-9 16,-9 25-16,0 10 15,9-10 1,17-8-16,25-17 16,17 0-1,26 0 1,26 9-16,17-18 16,33 1-16,35-9 15,52 0 1,67-17-1,26-17-15,34-17 16,9-17-16,-9-8 16,35-9-1,24 8 1,-7-8-16,-9 9 16,-43-18-1,-17-8-15,-8-26 16,-26 1-1,-17-26-15,-43 0 16,-26-9-16,-25 1 16,-34-1-1,-17-8-15,-17-17 16,-26-17 0,-17 0-1,-34 8-15,-51-33 16,-52-1-16,-59 18 15,-69 16 1,-33 26-16,-26 42 16,-43 18-1,42 25-15,18 8 16,17 9 0,26 0-1,-95 0-15</inkml:trace>
  <inkml:trace contextRef="#ctx0" brushRef="#br0" timeOffset="36987.86">24547 9516 0,'0'0'0,"0"0"15,-18 0 1,-33 0-16,-26 18 16,-25 7-1,-26 18-15,-17 25 16,-17 34 0,0 0-16,8 8 15,17 18-15,9 16 16,17 1-1,43-17-15,17 8 16,17 8 0,25 1-16,35-18 15,34 9 1,42 9 0,52 0-16,50-9 15,1-34 1,34-26-16,17-8 15,43-8 1,0-9-16,-1-17 16,44-9-1,-35-8-15,69-8 16,25-1 0,-77-25-16,18-17 15,16-8-15,-17-26 16,-8-17-1,-17 8-15,17-8 16,-17-17 0,-43 0-16,-26-17 15,-33-9-15,-27 9 16,-33-34 0,-51 9-16,-44 8 31,-7-51-31,-61-18 15,-68 1 1,-68-42-16,-102-1 16,-86-8-1,-60 25-15,-85 69 16,-77 33 0,-34 35-16,-127 93 15,-27 76 1,9 35-16,-51 33 15,85 43-15,290-68 16</inkml:trace>
  <inkml:trace contextRef="#ctx0" brushRef="#br0" timeOffset="50387.44">8142 10954 0,'0'0'0,"-8"0"0,-18 0 0,1 0 15,-18 0 1,-17-9-16,-17 1 16,9-1-1,-9 1-15,-8 8 16,0 8-1,-9 9-15,0 9 0,-9 33 32,1 18-32,-9-1 15,0 9 1,-17 17 0,9 18-16,8-1 15,8 0 1,18 8-16,-9 18 15,9 8 1,16-17-16,10 0 16,16 17-1,9 0-15,8-42 0,18-18 32,8 26-32,17 9 15,8-18 1,9-16-16,26 8 15,17 9 1,17 8-16,8-17 16,1-17-1,16-9-15,35 1 16,-1-1 0,18 1-16,68 0 15,-26-9 1,26-9-16,9-25 15,0 9 1,8-9-16,0-9 16,0-8-1,25 0 1,1-8-16,25 8 16,9-17-16,-17-9 15,17 9 1,-26-17-16,43 9 15,-18-18 1,27-16-16,-44 8 16,-16-9-1,17-8-15,-26 0 16,17-17 0,-25 8-16,8 1 15,9-9 1,-1 8-16,-8-8 15,-25 0 1,-1-8-16,-76 16 16,-51-8-1,-1-8-15,-34-1 16,-25-16 0,-17-18-16,-26-17 15,-9-16 1,-25-18-16,-17-16 15,-26-1 1,-8 26-16,-34-9 16,-43-8-16,-43 0 15,-26 17 1,-42 0 0,-51 8-16,-60 18 15,-8 25-15,-18 25 16,9 9-1,0 0 1,-51 0-16,25 0 16,9 9-1,-9 8-15,26 17 16,-26 17 0,18-9-16,-1 18 15,-8 8 1,51 17-16,17 17 15,17 0-15,52 17 16,68-9 0,67 1-16,44-18 15,42-16 1</inkml:trace>
  <inkml:trace contextRef="#ctx0" brushRef="#br0" timeOffset="51720.34">18282 11447 0,'-9'-8'0,"-25"-10"16,-77-24-16,-42-9 15,-27 8 1,-7 9-1,7 9-15,1 8 16,-9 8 0,9 9-16,17 9 15,-17 25 1,-18 34-16,-7 25 16,7 27-1,18 7-15,-17 35 0,25 8 16,52 0-1,25 0 1,34 9 0,26 8-16,34 8 15,42 1 1,27-9-16,16-17 16,52 0-1,25-17-15,9-17 16,25-8-1,0-9-15,17-9 16,26 1 0,9-17-16,-1-1 15,35 9 1,-9-34-16,26-17 16,34-8-1,25-18-15,9-8 16,-51-8-1,34-18-15,0 1 16,-43-18 0,35-16-16,16-26 15,1-9 1,8-8-16,-26 17 16,26-17-1,-34 9-15,-43-1 16,43-34-16,-9 1 15,-51 25 1,-17-9-16,-8 1 16,-18-1-1,-33 1 1,-44-9-16,-42 17 16,-17 8-1,-26-8-15,-16-26 16,-27-16-16,-25 16 15,-42-33 1,-52-26-16,-51-1 16,-60 10-1,-60-18 1,-34 9-16,-25 34 16,-69 0-1,35 0-15,-43 0 16,-60 34-16,-26 34 15,-33 0 1,-52 17-16,-17 8 16,9 18-1,-1 8 1,-8-9-16,-8 18 16,0 33-16,-35 26 15,43 9 1,26 16-1,-18 60-15,180-17 16</inkml:trace>
  <inkml:trace contextRef="#ctx0" brushRef="#br0" timeOffset="61457.53">8219 15146 0,'0'0'0,"0"0"0,0 0 15,-8 0 1,-1 0-16,-8-8 16,-17-1-16,-17 9 31,-35 9-31,-16 8 16,17 8-1,-18 9-15,-8 9 16,-8 8-16,8 9 15,0-1 1,-17 18-16,8-1 16,9 1-1,0 8-15,9 8 16,8 18 0,17-18-1,9 1-15,0 8 16,-1 0-1,27-17-15,8-8 16,8-9-16,9 0 16,17 8-1,17 9-15,0-8 16,17-1 0,9-8-1,25 9-15,9-17 16,25-18-1,35 1-15,8-1 16,26 1 0,16-18-16,10 1 15,16-1-15,18 1 16,-18-9 0,0 8-16,9 1 15,26-1 1,8 1-1,-9-9-15,9 8 16,-8 9 0,8-8-16,0-9 15,0-9 1,-8 1-16,16-9 16,-16-9-1,-9 1-15,0 8 16,0 17-1,8 0-15,-16 0 0,-1 0 16,0-9 0,9 1-1,0-1 1,0 1-16,0-9 16,-17 0-16,-8 0 15,-35-9 1,-25-8-16,-9 9 15,-17-9 1,-26 0 0,-25-9-16,-17 1 15,-1-9 1,10-9-16,-1-16 16,-17-18-16,-17-8 15,-8 9 1,-18-18-16,-8-8 15,-25-17 1,-18 0 0,-8 17-16,-34 8 15,-9 1 1,-34-9-16,-26 0 16,-17-9-16,-8 9 15,-34 17 1,-18 17-16,-16-9 15,-1 1-15,-25-18 32,-9 18-32,9 8 15,0 17 1,-34 17-16,-17 0 16,-1 8-1,-33-8-15,42 17 0,-42 9 16,-69 8-1,43 0 1,8 17 0,-33 0-16,-18 8 15,43 1 1,8 16-16,-25 9 16,-9 26-16,-8-18 15,43-33 1</inkml:trace>
  <inkml:trace contextRef="#ctx0" brushRef="#br0" timeOffset="62889.91">16993 15801 0,'-17'0'0,"-34"0"0,-69 17 15,-33 17 1,-1 17 0,9 17-16,-9 17 15,9 9-15,43-9 16,34 9-1,8 8 1,26 8-16,25 18 0,18-18 16,8-8-1,25 9-15,35 16 32,34 10-32,9-18 0,33 0 31,35-9-31,-9-25 15,18-17 1,33-17-16,-8-17 16,43-17-1,-1-8-15,1-1 16,-9 1 0,-17-18-16,-17 9 15,17-8 1,8-1-16,1-25 15,25-8 1,0-1-16,9 9 16,-1-8-1,-25 8-15,0-9 16,0 1-16,-8-1 16,16 1-1,10-9-15,7-9 16,-16 1-1,-1-9 1,-8 8-16,-17 9 16,-25 0-1,-26 17-15,-18-9 16,-33 1 0,-35 8-16,1-17 15,-18 0-15,-17 0 16,-25 0-1,-17 17 1,-26-9-16,-26-8 16,-51-25-1,-42-1-15,-52-16 16,-51-9-16,-26 25 16,-42 9-1,-43 17-15,-8 8 16,-17 18-1,-52-1-15,26 9 16,8 9 0,-25-1-1,-17 1-15,34 8 16,-34 0 0,-52 0-16,-8 17 15,-25-9-15,-9 9 16,-9 17-1,9 9 1,8 8-16,43 17 16,1 0-1,67-25-15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0:58:30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15935 6098 0,'-9'0'0,"-8"25"0,0 43 0,-17 34 16,-26-8 0,-17-9-1,-8 25-15,0 18 16,-1-26-16,18 9 15,8-1 1,9-16-16,0 8 31,8-9-31,9 9 16,26-8-16,16-18 16,18-7-16,8-27 15,51 1 1,86-26-1,51-51 1,8-51-16,1-35 0,25-50 16,0-34-1,-51 0 1,-35 0-16,-50-17 16,-52 8-1,-51 1-15,-42 16 16,-61-17-1,-67 18 1,-35 50-16,-51 35 0,-94-1 16</inkml:trace>
  <inkml:trace contextRef="#ctx0" brushRef="#br0" timeOffset="3430.47">8791 9244 0,'0'0'0,"0"0"0,0 0 31,0 0-31,0 0 0,0 0 32,0 9-32,0-9 15,0 8-15,0-8 16,0 0-16,9-8 31,8-9-31,25-17 0,18-34 31,8-9-31,1 1 16,-10 16 0,1 1-16,0 8 15,-9 0 1,0 17-16,-17 17 16,-8 0-1,0 0-15,-9 8 16,0 1-1,0 8-15,0 8 0,0 18 32,-9 33-17,-16 26-15,-1 17 16,-8 17-16,-17 9 16,17-18-1,0-16-15,9-9 16,-1-8-1,9-18 1,0 1-16,-9-18 16,1-16-1,8-1-15,0-16 16,0-1 0,0-8-16,0 0 15</inkml:trace>
  <inkml:trace contextRef="#ctx0" brushRef="#br0" timeOffset="3733.88">9090 9780 0,'0'0'0,"0"0"0,17 9 32,25 8-32,44 0 0,33 0 15,18-9 1,51-16-1,42-18-15,94 1 16</inkml:trace>
  <inkml:trace contextRef="#ctx0" brushRef="#br0" timeOffset="6488.01">7989 10724 0,'-9'0'0,"-51"34"16,-68 60-1,-25 33-15,25-8 16,-17 9-1,17-1-15,51-33 16,26-26-16,25-17 16,17-25-1,9-18-15,43-33 16,85-69 0,77-76-1,17-51-15,-34 34 16,-52 34-1,-33 17-15,-52 51 16,-17 25-16,-17 34 16,-8 9-1,-1 17 1,-16 9-16,-52 42 16,-77 94-16,-59 76 15,8-9 1,69-67-1,25-18-15,26-42 16,25-33-16,26-27 16,8-16-16,9-1 15,43-25 1,76-60 0,52-42-1,8-34-15,1 0 16,-44 34-1,-50 51-15,-44 26 16,-16 25 0,-18 8-16,-42 43 15,-119 128 1,-78 59-16,60-43 16,52-33-16,25-34 15,51-43 1,18-34-1,33-17-15,52-34 16,0-9 0</inkml:trace>
  <inkml:trace contextRef="#ctx0" brushRef="#br0" timeOffset="7098.39">9354 12153 0,'0'0'0,"0"-9"0,26-8 15,17-17-15,-1-8 16,9-9 0,9-17-16,26-34 15,-1-17 1,26-26 0,42-25-16,18-34 15,8 8 1,-25 18-16,-9 8 0,-8 0 15,-26 42 1,-26 26 0,-17 17-1,-25 34-15,-17 17 16,-18 17-16,1 8 16,-26 9-16,-52 17 31,-42 43-31,-59 16 15,16-8 1,103-42-16</inkml:trace>
  <inkml:trace contextRef="#ctx0" brushRef="#br0" timeOffset="7393.27">10080 10792 0,'0'0'0,"0"0"16,0-8-16,25-9 15,44-51 1,59-34-16,8 8 15,-25 9 1,0 0-16,0 17 16,-17 25-1,-34 26-15,-18 0 16,1 17 0,-17 9-16,8 25 15,-9 34 1,-16 51-16,-18 9 15,1-9 1,-1 0-16,18-34 16,42-26-1,-17-42-15</inkml:trace>
  <inkml:trace contextRef="#ctx0" brushRef="#br0" timeOffset="8254.84">15832 6761 0,'0'9'0,"-25"67"0,-44 60 16,-50 43-1,-26 8 1,-9-17-16,-8-8 15,51-35 1,51-59 0,35-42-16,25-18 15,25-25-15,61-34 16,76-59 0,51-35-16,-8-17 15,-9-8 1,9-8-16,-26 8 0,-25 25 31,-26 9-31,-43 34 0,-16 34 31,-35 25-31,-17 18 16,-9 8-16,1 17 16,-26 8-1,-85 60 1,-78 77-16,-7 8 15,33-17 1,34-42-16,44-26 16,41-43-1,27-16-15,25-26 16,77-85-16,85-77 16,26-25-1,0 0 1,-9 0-1,-42 42-15,-69 60 16,-42 51-16,-18 26 0,-16 8 31,-1 17-15,-67 51-16,-78 110 16,-34 43-1,9 17-15,34-34 16,77-33-16,25-35 15,26-51 1,9-43-16</inkml:trace>
  <inkml:trace contextRef="#ctx0" brushRef="#br0" timeOffset="8905.51">17795 8020 0,'0'0'0,"0"0"0,0-9 15,26-8-15,17-42 16,68-60 0,76-68-1,1-18-15,17-16 16,17 0 0,-43 26-16,-17 33 15,-17 0 1,-25 18-16,-26 25 15,-26 17 1,-34 42-16,-8 18 16,-18 16-16,-25 9 15,-25 17 1,-52 26 0,-26 25-1,-8 17-15,34 0 16,26-17-1,25-17-15,26-9 0,17-16 16,0-1 0,17-16-1,35-9-15,33-34 16,17-26 0,-16 9-1,-10 0-15,-16 26 16,-17 25-1,-9 25-15,9 69 16,8 76 0,0 51-16,17 0 15,-8-42-15,-34-94 16</inkml:trace>
  <inkml:trace contextRef="#ctx0" brushRef="#br0" timeOffset="13900.24">10899 8853 0,'0'0'0,"0"0"0,0 0 16,9 0-16,33-8 15,18-1 1,8 1-16,-8-1 16,0-8-1,0 17-15,-18 0 16,-16 0 0,-1 9-16,-7-1 15,-10 18 1,-8 25-16,-34 42 15,-26 26 1,-34 17-16,9-8 16,17-18-1,16-7-15,18-35 16,9-26-16,8-8 16,17 0-1,17-8 1,34-1-16,85-8 15,27-8-15,24-26 16,27 0 0,110-9-1</inkml:trace>
  <inkml:trace contextRef="#ctx0" brushRef="#br0" timeOffset="16706.32">10626 10639 0,'-9'0'0,"-25"17"15,-51 26-15,-60 50 16,-43 43 0,0 34-16,18 9 15,42-52 1,42-24-16,35-44 16,25-33-16,26-18 15,43-42 1,85-68-1,77-68-15,25-34 16,-42 34 0,-26 25-16,-25 1 15,-26 33 1,-43 51-16,-17 26 16,-34 17-1,-8 17-15,-26 17 16,-77 94-1,-136 127-15,-18 17 16,26-42 0,34-26-16,60-51 15,77-76 1,26-26-16,16-26 16,35-33-1,85-60-15,93-86 16,35-50-1,-25 17 1,-18 34-16,-51 34 16,-68 60-1,-26 25-15,-25 34 16,-9 8 0,-26 26-16,-67 102 15,-87 102-15,-41 34 16,7-17-1,52-42-15,34-43 16,43-51 0,25-42-1,26-35-15,17-16 16,43-9 0,93-43-16,52-50 15,-17-43-15,0 25 16,93-17-1</inkml:trace>
  <inkml:trace contextRef="#ctx0" brushRef="#br0" timeOffset="17471.47">12026 12034 0,'0'0'0,"0"0"0,0 0 16,0 0-1,8-9-15,35-25 16,25-17-16,43-59 16,17-43-1,0 8 1,9-8-16,-1-9 15,-25 18 1,-17 25-16,-26 17 16,-25 17-1,-17 0-15,-18 25 16,1 18 0,-18 8-16,-8 17 15,-34 25 1,-34 26-16,-9 9 15,-9 16-15,9 9 16,26-17 0,34-25-16,17-1 15,0-16 1,17-1 0,26-16-16,59-18 15,77-33-15,9-9 16,-18 0-1,1 0-15,-52 34 16,-33 17 0,-18 17-16,-8 8 15,-9 18 1,-9 50-16,-25 43 16,-17 26-1,-8-1 1,-1-50-16,9-26 15,8-34 1</inkml:trace>
  <inkml:trace contextRef="#ctx0" brushRef="#br0" timeOffset="18441.3">7750 6676 0,'0'0'0,"0"0"16,0 0-16,8 0 15,1 17 1,-52 43-16,-68 101 16,-51 43-1,-17-17-15,34-25 16,42-43 0,35-34-16,25-42 15,26-18 1,9-16-16,16-18 15,78-50 1,93-86-16,34-42 16,1-9-1,7-8 1,-58 34-16,-27 34 16,-33 25-1,-35 43-15,-34 26 16,-17 25-16,-8 0 15,-1 17 1,-50 25-16,-112 94 16,-85 69-1,8-1-15,69-34 16,17-34 0,51-51-16,52-34 15,25-26 1,25-25-16,86-59 15,119-120 1,26-33 0,-25 16-16,-27 34 15,-41 43 1,-61 34-16,-42 51 16,-18 26-16,-16 8 15,-1 8 1,-67 43-16,-121 102 15,-93 102 1,0 43-16,26-26 16,8 0-16,42-34 15,61-76 1,50-51-16,35-43 31,43-34-31,8-17 16</inkml:trace>
  <inkml:trace contextRef="#ctx0" brushRef="#br0" timeOffset="19353.65">10242 7348 0,'0'0'0,"0"0"0,0 0 16,0 0-1,0 0-15,0 0 16,0 0 0,0-17-16,17-17 15,26-51 1,42-34-16,43-43 16,9 1-1,-1-1-15,1-25 16,-18 25-1,-8 18-15,-17 8 16,-26 25 0,-25 35-16,-26 33 15,-17 9 1,-8 17-16,-35 8 16,-25 18-1,-26 25-15,0 0 16,17 9-1,17-9-15,26-9 16,9-8-16,7-8 16,1-1-1,9 1 1,8-9-16,0 0 16,0 0-16,0 0 15,25-9 1,18-16-1,25-1-15,18 1 16,-9 8 0,8 8-16,0 9 15,1 17-15,-10 26 16,-16 50 0,-9 52-1,-8 8-15,-9-26 16,9-33-1,-18-52 1</inkml:trace>
  <inkml:trace contextRef="#ctx0" brushRef="#br0" timeOffset="32633.57">13536 8709 0,'0'0'0,"0"0"16,0 0-16,17-9 15,1 1 1,-1-1-16,8 1 16,35-9-1,17-9-15,42-8 16,-8 0-1,-17 8-15,-9 18 16,-16 8 0,-27 0-16,-16 0 15,-17 0 1,-1 0-16,-16 17 16,-35 34-1,-34 17-15,-17 0 16,0 9-1,0-18 1,26-16-16,8-1 16,9-16-16,17-1 15,8-16 1,9-1-16,17 1 16,0-9-1,0 0-15,17 17 16,9 0-1,25 8 1,-8 1-16,0 8 0,-9 8 16,-17 9-1,-17 26 1,-17 8-16,-9 0 16,-8-25-16,-9-1 15,9-8 1,9-25-1,-1-9-15,0 0 16,1-9 0,-18 1-1,26-9-15</inkml:trace>
  <inkml:trace contextRef="#ctx0" brushRef="#br0" timeOffset="33939.62">19050 6191 0,'-17'0'0,"-51"34"0,-86 43 16,-59 42-16,-35 17 15,69-17 1,42-17-16,26-8 16,60-35-1,26-25 1,16-8 0,18-9-16,59-17 15,77-34-15,51-51 16,1-26-1,-10-8 1,-16-9-16,-26 26 16,-25 17-1,-27 17-15,-24 34 16,-35 17 0,-8 0-16,-18 17 0,-51 34 15,-136 128 1,-85 76-1,-18 9 1,9-9-16,68-43 16,68-50-16,69-52 15,43-42-15,33-25 32,18 0-32,93-26 15,112-34 1,25-60-16,8-42 15,-50-17-15,-44 25 16,-33 26 0,-60 34-1,-43 26-15,-17 25 16,-17 17 0,-68 8-16,-137 69 0,-77 50 31,0 35-31,18 25 15,68-43-15,76-58 16,43-27 0,52-42-16,33-17 15,78-51 1,127-77 0,51-33-16,-33 8 15,-35 25 1,-76 52-1,-43 33-15,-43 26 16,-17 9-16,-26 25 16,-76 59-1,-77 69-15,-9 25 16,43-26 0,85-93-1</inkml:trace>
  <inkml:trace contextRef="#ctx0" brushRef="#br0" timeOffset="34367.11">20168 7518 0,'0'0'0,"0"0"0,0 0 15,0 0 1,0-9-16,26-16 15,25-43 1,43-60-16,25-16 16,9-1-16,9 1 15,8 8 1,-26 16 0,-16 1-16,-26 17 15,-9 26-15,-25 8 16,-26 17-1,-17 17 1,-34 8-16,8 9 16</inkml:trace>
  <inkml:trace contextRef="#ctx0" brushRef="#br0" timeOffset="34629.18">20620 6268 0,'0'0'0,"0"0"15,0 0 1,9 0-1,34 8-15,51 1 16,42-26-16,1-9 16,-1 1-1,-8-9-15,-34 8 16,-43 9 0,-25 17-1,-9 0-15,-17 9 16,-43 50-16,-68 77 15,-34 43 1,-8-9 0,-1-8-16,-51 84 15</inkml:trace>
  <inkml:trace contextRef="#ctx0" brushRef="#br0" timeOffset="35383.62">13058 11073 0,'0'-9'0,"0"-16"0,0-9 15,0 0-15,0 17 16,-8 0 0,-35 17-16,-59 42 15,-43 60 1,0 9-16,17-9 16,42-34-1,44-26-15,25-16 16,17-17-1,17-18-15,59-17 16,52-50 0,43-60-16,-17 8 15,-43 43 1,-34 17-16,-35 26 16,-16 25-1,-18 8-15,-59 60 16,-77 111-1,-26 16-15,35-25 16,34-25 0,33-51-16,44-43 15,8-26 1,51-50-16,111-69 16,26-42-1,-9-17-15,-8 17 16,-52 51-1,-50 34-15,-35 42 16,-17 18-16,-17 16 16,0 9-1</inkml:trace>
  <inkml:trace contextRef="#ctx0" brushRef="#br0" timeOffset="35759.57">14416 11855 0,'0'0'0,"0"0"0,8-17 16,26-42-1,17-26-15,1-26 16,16-25 0,9-43-16,17-8 15,17 17-15,8-25 16,1 8 0,-18 33-1,-8 27-15,-17 16 16,-26 26-1,-17 17-15,-17 34 0,-8 17 16,-35 17 0,0 0-1</inkml:trace>
  <inkml:trace contextRef="#ctx0" brushRef="#br0" timeOffset="36052.03">14757 10443 0,'0'0'0,"0"0"0,8 0 16,27-8 0,24-18-16,18-16 15,9-18 1,7-8-16,-7 0 16,-1 0-1,-17 9-15,-16 25 16,-27 17-1,1 8 1,-9 9-16,0 26 16,-9 50-1,1 43-15,-9 9 16,17 17 0,17-18-16,-8-59 15</inkml:trace>
  <inkml:trace contextRef="#ctx0" brushRef="#br0" timeOffset="39270.99">15209 9049 0,'0'0'0,"-8"0"16,-18 34 0,-25 34-1,-9 34 1,-8-9-16,25-8 15,18-25-15,16-9 16,9-8 0,17-9-1,34 0-15,35-9 16,33-25-16,26-17 16,0-34-1,-17 0-15,-17 0 16,-8 0-1,-18 17 1,-34 8-16,-25 1 16,-18 16-16</inkml:trace>
  <inkml:trace contextRef="#ctx0" brushRef="#br0" timeOffset="39499.92">15764 9091 0,'-8'17'0,"-44"77"0,-42 93 15,-17 26 1,9-1-16,8 1 15,51-69 1,35-67 0,16-35-16</inkml:trace>
  <inkml:trace contextRef="#ctx0" brushRef="#br0" timeOffset="40626.5">21261 6404 0,'0'0'0,"0"0"0,0 0 15,-18 8 1,-41 26-16,-95 60 16,-59 42-1,-1-8-15,35-9 16,60-34-16,50-26 16,35-25-1,17-8 1,17-18-16,60 1 15,94-43 1,59-43-16,17-33 16,-16-18-16,-44 1 31,-24 16-31,-36 17 0,-50 35 16,-26 33-1,-17 9-15,-8 17 16,-35 9-1,-85 50 1,-76 69-16,-35 25 16,-9-8-1,26-18-15,86-42 16,51-42 0,34-18-16,25-16 15,26-26-15,68-43 16,86-50-1,34-18 1,-34 35-16,-43 16 16,-43 26-1,-51 34-15,-8 0 16,-18 17 0,-42 25-16,-102 69 15,-44 25 1,27 0-16,50-34 15,69-42 1,26-35 0</inkml:trace>
  <inkml:trace contextRef="#ctx0" brushRef="#br0" timeOffset="41397.68">21858 7484 0,'0'0'0,"0"0"16,0 0-16,0 0 16,0 0-1,0 0-15,0 0 0,0-17 31,26-34-31,42-60 16,34-16 0,26-1-16,9-16 15,8 16-15,-8 9 16,-18 0-16,-34 25 31,-16 18-31,-18-1 0,-17 35 16,-8 8-1,-18 0 1,-16 17 0,-18 17-16,-59 8 15,-35 35 1,1 16-16,33-16 16,27-1-1,16-16-15,26-9 16,0-9-16,17 1 15,8-9 1,44-9 0,58-16-16,27-26 15,-17 8 1,-27 1-16,-33 16 16,-26 9-16,-8 9 15,-18 8-15,-16 34 31,-77 93-31,-52 60 16,17-16 0,27-27-16,24-25 15,44-68 1</inkml:trace>
  <inkml:trace contextRef="#ctx0" brushRef="#br0" timeOffset="42227.72">14492 11387 0,'0'0'0,"9"-17"0,34-42 0,25-52 15,17-25 1,9 9 0,17-26-16,9-9 15,-27 43 1,-24 25-16,-18 35 16,-17 25-16,-17 17 15,-8 17-15,-26 8 16,-69 69-1,-76 59 1,-34 26 0,17-1-16,33-33 15,61-52 1,42-42-16,26-8 0,17-18 16,17-33 15,60-43-31,51-43 0,17-25 31,-17 0-31,-25 34 16,-26 34-16,-43 34 15,-9 17 1,-16 8-16,-1 9 16,-16 9-16,-18 33 15,-16 35 1,-10 8-1,18-8-15,17-52 16</inkml:trace>
  <inkml:trace contextRef="#ctx0" brushRef="#br0" timeOffset="42920.58">16003 11821 0,'0'0'0,"0"0"15,9-17-15,25-25 16,43-35 0,8-33-16,17-26 15,26-60 1,9-8-16,-9 25 16,-9-8-16,1 26 15,-18 33 1,-16 17-1,-18 18-15,-17 25 16,-25 25 0,-18 9-1,-16 17-15,-9 9 16,-52 16-16,-33 18 16,-9 25-1,17 0 1,26-9-16,25-8 15,26-17 1,9-8-16,8-1 0,17-8 16,42-17-1,35-17 1,26-17-16,8-17 16,-17 9-16,-26 8 15,-17 25 1,-25 9-16,-17 17 31,-9 26-31,-17 59 16,-26 59-1,-25 26-15,8-8 16,-25 119-16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0:59:52.1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3918 8419 0,'0'0'0,"0"0"0,0 0 16,-9 17-16,0 26 16,-16 16-1,-1 18-15,1-9 16,-1 9-16,9-1 15,0-16 1,17-18-16,0-8 16,17-8-16,9-18 31,25 1-31,43-18 0,42-16 16,-8-18-1,17 1 1,43-9-1,-26 17-15,35 0 16,16 8-16,-17 18 16,18-1-1,16 18 1,26-1-16,0 1 16,-17-1-1,26 1-15,-18-9 16,-16-9-1,-18 9-15,-17-25 16,-16 8-16,-52 8 16,-52 1-1,-24 8 1,-27-9-16,-16 1 16,-1-1-1,-16-16-15,-1 8 16</inkml:trace>
  <inkml:trace contextRef="#ctx0" brushRef="#br0" timeOffset="3659.12">6623 8938 0,'0'0'0,"0"0"16,-8-8-16,-1-1 16,-17 1-1,-25-18-15,-26-8 16,-16 0-16,-10 17 16,1 0-1,25 0-15,9 17 31,-1 17-31,-16 26 16,0 25-16,-35 51 16,9 25-1,34-16 1,26 8-16,17 9 16,17 8-1,17-9-15,17-16 16,9-9-1,25 0-15,26-17 16,17 0-16,25-17 16,26-8-1,26-18-15,0 1 16,59-18 0,17-16-1,27-26-15,7-9 16,26 1-1,35-26-15,-18-9 16,-8-8 0,8-25-16,1 8 15,-52-9 1,-43-8-16,-16 0 16,-27-9-16,-33 9 15,-35-8 1,-16-9-1,-35 0-15,-34 17 16,-17 8-16,-42-8 16,-78-26-1,-84-16-15,-95 16 16,-119 18 0,25 33-1,-33 18-15,-78 25 16,1 42-1,-35 60-15,120 17 0</inkml:trace>
  <inkml:trace contextRef="#ctx0" brushRef="#br0" timeOffset="5297.43">14876 10673 0,'0'0'0,"-8"-8"16,-1-1-1,1 1-15,8-1 16,34-16 0,68-18-16,163-8 15,170 17 1,146 43-16,93-9 15,128 25 1,86 1-16,-444-26 16</inkml:trace>
  <inkml:trace contextRef="#ctx0" brushRef="#br0" timeOffset="8140.64">4344 11387 0,'0'0'0,"0"0"0,-8 0 15,-1 26 1,1 8-16,-1 17 16,1-8-1,-1-1-15,9-8 16,0-8 0,0-1-16,0-8 15,0 0 1,0 9-16,17-1 15,26 1 1,25 8-16,17-9 16,18-8-1,25 0-15,17 0 16,-8 0 0,-1 0-16,9 0 15,-17 9 1,-25-9-16,-27-9 15,-16 1 1,-17-1-16,-9-8 16,0-8-1,9-9-15,8-17 16,0-17 0,0-9-16,-16-16 15,-10-1 1,-8-8-16,-8 51 15</inkml:trace>
  <inkml:trace contextRef="#ctx0" brushRef="#br0" timeOffset="10359.77">5872 11702 0,'0'0'0,"-8"0"15,-10-8 1,-24 8-16,-35-9 0,-25 1 31,-18 8-31,-17 8 0,-8 9 32,0 9-17,9 8-15,8 8 16,-26 43-1,9 26-15,43-9 16,-1 8 0,18 1-16,25-9 15,26-17 1,25 0-16,18-8 16,42 25-1,43 8-15,60-8 16,42-8-1,0-18-15,26-8 16,9 0 0,16-16-16,18-1 15,16-17 1,10-9-16,7-8 16,1-17-1,-26-8-15,-25-9 16,-26-9-1,-26-16-15,-60-1 16,-16-25 0,-1-34-16,-25-9 15,-25 1 1,-27-1-16,-25-25 16,-34-17-1,-43 17-15,-42 0 16,-69-17-1,-76 8-15,-18 43 16,-42 34 0,-94 34-16,0 51 15,-52 77 1,-8 42-16,35 17 16,59 8-16</inkml:trace>
  <inkml:trace contextRef="#ctx0" brushRef="#br0" timeOffset="13730.37">6427 13548 0,'0'0'0,"-9"0"15,-8 0-15,-25 0 16,-18-9-1,-17 1-15,-17-1 16,-25 1 0,-18-9-16,9 17 15,-9 8-15,-8-8 16,0 17-16,-8 17 31,8-8-31,-9 8 16,0 0-16,43 8 15,35-8 1,16 0 0,26 0-16,8 9 15,9 8 1,17 17-16,17 0 16,43 17-16,34 8 15,42-16-15,35 0 31,8-18-31,26-16 16,8-1 0,26 9-16,0-8 15,0-18-15,17-8 16,17-8-16,-25-9 31,-18-17-31,1-9 16,-1 1-1,18-26 1,-60 0-16,-35 0 16,26-26-16,-33-17 15,-44 1 1,-34 8-16,-8 8 16,-17-16-1,-35-9 1,-33-26-16,-52-8 15,-120 17-15,-118 17 16,-121 59 0,-67 52-16,16 51 15,18 33 1,76 9 0</inkml:trace>
  <inkml:trace contextRef="#ctx0" brushRef="#br0" timeOffset="16135.69">4003 15606 0,'0'0'0,"0"0"0,0 0 16,0 0 0,0 0-16,0 0 15,0 0 1,0 0-16,0 0 15,0 0 1,0 0-16,0 0 16,0 8-1,8 18 1,1 16-16,-1 26 16,1 9-16,0-1 15,8-8 1,0 0-16,17-8 15,0-18 1,0 1 0,17-9-16,18-8 15,16-1 1,0-16-16,9-9 16,17-17-16,51-17 15,26-9-15,25-17 16,1 9-1,-18 0 1,9 26-16,0 8 16,-60 17-1,0 8-15,0 9 16,-51 9 0,-17 8-1,-17 0-15,-1 8 0,-16-16 16,-17-1-1,-1-16-15,-16 0 16,-1-1 0,-8-25-1,17-34 1,0-77-16,18-84 16,50-94-1,34-52-15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1:01:08.2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5001 2424 0,'0'0'0,"0"0"15,-25 0-15,-43 0 16,-78 8-1,18-8 1,43 9-16,-60-1 0,-34 26 31,8 17-31,0 34 16,-51 60 0,9 59-16,-9 94 15,26 8 1,93-77-16,44 27 15,8 92 1,-1 44-16,-33-1 16,-35 85-1,-33 43-15,59-43 16,68-34-16,26-76 16,-17-51-1,17-26 1,26-68-16,59 0 15,60-25 1,0-43-16,52-9 16,33 1-1,18-26-15,8-17 16,-9-17 0,18 9-16,-94-9 15,-35 25-15,1 35 16,-52 33-1,-34 43 1,-76 43-16,-61 42 16,-102 43-1,-68 25-15,-34-34 16,26-51 0,59-93-16,43-51 15,85-60 1,34-34-16,26-26 15,17-16 1,17-9-16,51 0 16,129-34-1,59 8-15,0 26 16,8 34 0,-59 34-16,-34 68 15,-60 60 1,-120 195-16,-127 196 15,-197 136 1,-51 68-16,162-153 16,145-188-1,188-110-15,171-127 16,290-119-16,145-188 16,-325-59-1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1:01:30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5787 17409 0,'0'0'0,"0"0"0,0 0 15,0 0-15,0 0 16,0 0 0,25 0-1,35-9-15,51-16 16,162-60 0</inkml:trace>
  <inkml:trace contextRef="#ctx0" brushRef="#br0" timeOffset="1770.17">7477 16107 0,'0'0'0,"0"-8"16,-9-1-16,1-8 16,-1 0-1,0 9 1,-16-9-16,-1 0 16,1 0-1,-9 17-15,-1 0 16,1 25-1,-17 26-15,-9 17 16,-17 26-16,1 34 16,24-9-16,18-26 31,17 1-31,0 8 16,17 17-16,17-9 15,17-8 1,18 1-1,7-1-15,-7-17 16,16 8-16,9-25 16,-1-17-1,1-8-15,0-18 16,-9-16-16,-25-18 31,0-8-31,8-17 16,0-42-1,0-26-15,-17-26 16,-8-59-16,-26-17 16,-17 25-1,-17 9 1,-9 26-16,-17 16 16,-16 43-1,-61 34-15,-162-9 16</inkml:trace>
  <inkml:trace contextRef="#ctx0" brushRef="#br0" timeOffset="4696.18">8765 17213 0,'0'0'0,"-8"0"0,-1 0 16,1 0-16,8 0 15,0 0 1,0 0-16,-9 0 15,1 0 1,-1 0-16,1 0 16,-1 0-1,1 17-15,-1 9 16,1 25 0,-1 17-1,0 8-15,9-16 16,0-9-1,0-9-15,9-16 16,17-1-16,16-8 16,9-8-1,1-18 1,16-8-16,-8 0 16,-1 0-1,1 0-15,8 0 16,1 0-1,16 9-15,0-1 16,1 9-16,-1 0 16,-17 0-1,-8 9-15,-17-1 16,-18-8 0,-7 0-16,-10 0 15,1 0 1,-9 0-1,0-17-15,0-34 16,0 17 0</inkml:trace>
  <inkml:trace contextRef="#ctx0" brushRef="#br0" timeOffset="22051.66">12103 17017 0,'0'0'0,"0"0"16,-9-8-16,0-1 0,-25 1 31,-25-9-15,-35 0-16,-26 17 15,-25 0 1,-17 25 0,-34 9-16,16 0 15,27 9-15,-1-9 16,52-17-1,51-8-15,25-9 16,26-9 0,0 9-16,265-306 15,-265 306 1,0 0-16,0 0 16,8 0-1,-8 0 1,0 0-16,0 0 15,0 0 1,-8 0-16,-10 0 16,-33 8-16,-51 9 15,-9 0 1,51 0-16,26 0 16,8 17-1,18 9 1,59 42-16,94 51 15,9-25 1,-86-69-16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1:02:19.1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1553 6693 0,'0'0'0,"0"0"0,17 0 0,-8 17 16,17-8-1,-1-1-15,18-16 16,51-9 0,0-9-16,34 0 15,-17 9 1,-26-8 0,26-9-16,8 8 15,18 1 1,-35 8-16,-59 0 15,-26 17 1</inkml:trace>
  <inkml:trace contextRef="#ctx0" brushRef="#br0" timeOffset="303.89">2518 6523 0,'0'0'0,"0"0"0,17-9 16,51-25-16,9-8 15,-9-9 1,26-17 0,9-9-16,-1 18 15,-17 33 1,-33 26-16,-18 0 15,-9 9 1,-16 25-16,-43 93 16,-128 154-1,-9 0-15,68-52 16,-16 86 0</inkml:trace>
  <inkml:trace contextRef="#ctx0" brushRef="#br0" timeOffset="9925.73">1169 9015 0,'0'0'0,"0"0"0,0 0 16,0-9 15,0-16-31,43-52 16,34-25 0,68-25-16,26-1 15,-1 0 1,10 35-16,-61 25 15,-25 0 1,-9 17-16,1 0 16,-10-17-1,-24 8-15,-27-16 16,-16 25 0</inkml:trace>
  <inkml:trace contextRef="#ctx0" brushRef="#br0" timeOffset="10174.58">1946 8045 0,'0'0'0,"0"0"0,0 0 15,9 0-15,25-8 16,42-9 0,27-17-16,33-9 15,18-8 1,-17 9-16,-9 16 15,-34 18 1,-26 16-16,-26 18 16,-7 67-1,-52 120-15,-35 25 16,-7 77 0</inkml:trace>
  <inkml:trace contextRef="#ctx0" brushRef="#br0" timeOffset="19454.52">3918 7705 0,'0'0'0,"0"0"16,0 0-16,17 9 15,0 8 1,0 0-16,-9 8 15,1 9 1,-26 26-16,-26 42 16,-8-9-1,8-25-15,18-25 16,8-18 0,17-8-16,0-8 15,17-1-15,34-8 16,43-17-1,17-17-15,17-17 16,-17 9 0,-9 8-16,0 17 15,1 17 1,-1 0-16,-8 8 16,-26 9-1,18 17 1,-1 9-16,-17-1 15,-25-16 1,-9-1-16,-8-16 16,-18-1-1,1 1-15,-1-9 16,-8-9-16,9-33 16,8-35-1,17-67 1,52-154-16</inkml:trace>
  <inkml:trace contextRef="#ctx0" brushRef="#br0" timeOffset="39187.04">7912 7271 0,'-9'0'0,"-25"-8"0,0-1 0,-26 1 16,-59-18 0,-52 9-1,-8 0-15,8 17 16,-25 0-16,59 17 16,86-8-1,8-1-15,18-8 16,8 0-1,8-8-15,1-1 16,8-16 0,17-9-1,17 0-15,9 17 16,-18 0-16,1 8 16,-18 9-1,1 0 1,-26 17-16,-26 26 15,-42 25 1,-26 8-16,-17 1 16,17-18-1,34-8-15,26 17 16,17-8-16,25-35 16</inkml:trace>
  <inkml:trace contextRef="#ctx0" brushRef="#br0" timeOffset="44476.46">1255 10656 0,'0'0'0,"0"0"0,0 0 16,0 0-1,0 0-15,17 0 16,42-8 0,44-1-1,33-16-15,18-9 16,68 8-16,-77 9 15,9-17 1,51-9-16,-60 9 16,-60 9-1,26-1 1,17-8-16,0 9 16,-26-1-1,-42 9-15,-43 17 16</inkml:trace>
  <inkml:trace contextRef="#ctx0" brushRef="#br0" timeOffset="44744.6">2851 10333 0,'0'0'0,"0"0"0,0 0 15,0 0-15,0 0 16,0 0-1,25-9-15,61 1 16,33-18 0,-16 9-16,-18 0 15,9 9 1,-26 8-16,-25 0 16,-18 8-1,-8 9-15,-34 43 16,-94 67-16,-93 52 15,33-43 1,120-93 0</inkml:trace>
  <inkml:trace contextRef="#ctx0" brushRef="#br0" timeOffset="63883.97">7058 10154 0,'-8'0'0,"-18"0"16,-25 9 0,-34-1-1,8-8-15,34 9 16,-8 8-1,-34 8-15,-1 1 16,18-1-16,8-8 16,1-8-1,24-1-15,27-8 16,16 0 0,18-17-1,17-25-15,-9-1 0,-26 9 31,1 0-31,-9 9 16,0 8 0,-9 0-1,1 8-15,-18 9 16,-25 0-16,-9 9 16,18-1-1,7 1-15,18 8 16,0 0-1,17 8-15,26 1 16,51 25 0,25-17-1,-51-17-15</inkml:trace>
  <inkml:trace contextRef="#ctx0" brushRef="#br0" timeOffset="70326.53">1570 13463 0,'0'0'0,"0"0"16,0 0-16,0 0 16,18 0-1,7-9-15,9 1 16,60-18-16,60-16 31,-1 8-31,1 8 0,0 0 31,-35 9-31,-8 0 16,-43 17-16,-33 0 16,-10 0-16,-16 0 15,-1-8 1,-25-9-1,-94-51-15,-17 8 16,94 43 0,-342-68-16,376 85 15,-8-8-15,8-9 32,0 8-32,8 1 0,35-18 31,68 1-31,51 16 15,9 18 1,-17 8-16,-26 17 16,-35 8-1,-33 1-15,-26-1 16,-17 18-16,-59 33 16,-103 61-16,-94 16 15,-86 0 1</inkml:trace>
  <inkml:trace contextRef="#ctx0" brushRef="#br0" timeOffset="83160.56">1673 15691 0,'0'0'0,"0"0"0,0 0 0,0 0 15,0 0 1,0 0-16,0 0 16,17 0-1,43-9-15,93-8 16,18-8 0,17-18-16,51-8 15,-34 0 1,-43 9-1,0-1-15,-51 9 16,-51 17-16,-18 0 16,-16 0-16,-9 0 15,-9 9 1,-16-9 0,-26 0-1,-17-9-15,-9 0 16,-8 9-1,-1 0-15,10 9 16,24-1-16,18 9 16,0 0-1,17 0 1,0 0-16,34 17 16,35 9-1,8-1-15,-1 1 16,-24 0-1,-18-18-15,-9 1 16,-16-1 0,-1 1-16,-50 25 15,8-9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1:04:14.6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4617 7101 0,'0'0'16,"0"0"-16,9 9 0,8 25 16,9 25-16,-1 9 15,-16 26 1,-1 25-1,-25 43-15,-8 8 16,8-43-16,8-50 16,9-43-1,0-9-15,0-16 16,34 8 0,51-26-1,1-42-15,-1-17 16,18 0-16,-1 9 15,-8 16 1,0 26 0,0-8-16,42-9 15,43 17-15,1 0 16,7-9 0,18 9-1,34 9-15,26-1 16,-1-8-1,18 8-15,17 9 16,-9 9-16,51-9 16,-8 0-1,-17 9-15,0 8 16,-43 8 0,26 9-1,-26 9-15,-26 16 16,26 1-1,-85-9-15,-26-9 16,26 1-16,-60-18 16,-68-16-1,-34-1 1,-1 1-16,-16-1 16,-1-16-1,9-9-15,-8-26 0,-1-33 16,1-52-1,-9-51 1,17-127 0</inkml:trace>
  <inkml:trace contextRef="#ctx0" brushRef="#br0" timeOffset="1619.39">4745 8173 0,'0'0'0,"0"0"0,0 0 16,0 0-16,0 0 15,0 0 1,-8 8 0,-1 18-16,-16 16 15,-1 18 1,1 8-16,7-9 15,1 1-15,9-9 16,-1-8 0,9-1-1,0-8-15,0 0 16,9 9-16,8-9 16,17-9-1,17 1 1,18-18-16,33-8 15,17-25 1,18-1-16,0 1 16,33-18-1,1 9-15,8 9 16,-8 8 0,-9 17-16,17 0 15,1 0 1,-18 0-16,25 8 15,18 1 1,-25-1-16,-1 1 16,0-9-16,-34 0 15,-34 0 1,-17 0-16,-26 0 16,-25 0-1,-17 0 1,-18 0-16,1 0 15,-9 0-15,-9-9 0,9 9 32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1:04:56.9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3474 8538 0,'0'0'0,"-103"-280"0,103 280 16</inkml:trace>
  <inkml:trace contextRef="#ctx0" brushRef="#br0" timeOffset="651.67">3457 8198 0,'0'0'0,"0"0"0,0 0 16,0 9-16,8-1 15,-8 9 1,0 0-16,0 0 31,0 0-31,0 17 16,0 0-16,0 9 16,0-1-16,0 9 15,9 0 1,-9 1-1,0-10-15,8 1 16,-8-9-16,9 0 16,-1 0-16,1 0 31,-1 0-31,1 8 16,-1 9-1,1-8 1,-9-1-16,9 9 15,-1-8-15,1-1 16,-1 1 0,1-18-1,-1 1-15,9-1 16,0 1-16,0-9 16,26-9-1,42-8 1,43-8-16,18-26 15,16-26 1,0 9-16,0 0 16,26 0-16,8 0 15,-17 17 1,-8 17 0,8 0-16,-42 0 15,-26 9 1,-26-1-16,-34 1 15,-16 8 1,-10 0-16,-16-9 16,-1 9-1</inkml:trace>
  <inkml:trace contextRef="#ctx0" brushRef="#br0" timeOffset="2043.64">8526 8198 0,'0'0'0,"0"0"15,0 0-15,0 0 16,0 0 0,0 0-16,0 0 15,0 9 1,-8 8-16,-1 0 0,1 17 31,-9 17-31,-9 0 0,1 8 31,-1 9-15,0 9-16,9-26 16,0-17-16,9-8 15,8-1 1,0 1-16,17-1 15,25 9 1,18 0-16,17 0 16,17 0-1,17 0-15,25 0 16,35 0 0,25 0-16,18 0 15,8-8 1,0-1-16,8 9 15,17 0 1,-25-8-16,-25-1 0,-44 1 31,-50-18-31,-26 1 16,-35-1 0,-16-8-1,-1 0-15,-7-17 16,-10-17-1,1-17-15,-26-25 16,-18-26 0,-7-26-16,-18-16 15,34 84-15</inkml:trace>
  <inkml:trace contextRef="#ctx0" brushRef="#br0" timeOffset="13807.28">15764 8249 0,'0'0'0,"0"0"0,-8 0 0,-1 0 31,-8 0-31,0 0 16,0-8-1,0-1-15,0 9 16,0 0-16,-1 0 15,10 0 1,-1 0 0,1 0-1,-1 17-15,-8 0 0,0 0 16,0 9 0,0 8-1,0 8 1,8-16-1,1-1-15,-1-8 16,1 0-16,8 0 16,0 9-16,0 8 15,0 17 1,17-8-16,0-1 16,9-16-1,8-1-15,17-8 16,9-8-1,25-9 1,17 0-16,9 0 16,17 8-1,26-16-15,17-1 16,17 1 0,42-9-16,43 0 15,0 8-15,17 1 16,35 8-1,16-9 1,-8 26-16,-9 9 16,-25-1-16,8 9 15,-25-8 1,-35-1-16,-25-8 16,-51 0-1,-34-8-15,-43-1 16,-43 1-1,-26-9-15,-16 0 16,-1 0 0,-8 0-1,0-17-15,0-51 16,0-51 0,43-94-16,42-136 15</inkml:trace>
  <inkml:trace contextRef="#ctx0" brushRef="#br0" timeOffset="29002.26">12760 10648 0,'25'-9'0,"69"-33"0,196-43 15,69-35 1,-43 18-1,59 0-15,-25 17 16,0 0 0,26-17-16</inkml:trace>
  <inkml:trace contextRef="#ctx0" brushRef="#br0" timeOffset="29386.3">18837 10631 0,'25'0'0,"120"17"0,171-9 15,136-8-15,43-25 16,18-9-1,41-17-15,35-43 16,-179 9 0</inkml:trace>
  <inkml:trace contextRef="#ctx0" brushRef="#br0" timeOffset="31186.54">7656 10469 0,'0'0'0,"-9"0"0,-8 0 0,-17 17 31,-26 9-31,1 16 16,-10 9-1,-25 43-15,1 50 16,33 1 0,17 16-16,35-8 15,25 1-15,25 7 16,35 1-1,34 16 1,34-25-16,43-17 0,60-8 31,67-26-31,44-34 16,25-17 0,43-42-16,-1-26 15,-59-9 1,-17-16-16,-17-18 15,-9-34-15,9-42 16,-42-8 0,-61-1-1,-59 9-15,-52 26 16,-51-26 0,-33-9-16,-70-8 15,-93-43 1,-94 1-16,-68 33 15,-43 26 1,-17 17 0,-76 0-16,-35 42 15,-17 52-15,-77 59 16,-34 68 0,-42 60-16,221-43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1:05:38.1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7084 8139 0,'0'0'0,"-9"0"0,1-9 16,-18 1-16,-16-1 15,-10 1 1,-33 8-16,17 0 31,8 17-31,-17 0 16,-17 17 0,-34 25-16,0 1 15,17 16 1,-34 43-16,-42 26 15,33 8 1,60 9-16,9-9 16,8-9-1,17 26-15,17-25 16,35 0-16,16 8 16,18 0-1,17-26 1,-1-33-16,52-1 15,85 1 1,-33-43-16,7-42 0,69-18 31,-51-25-31,25-34 16,35-17 0,-69-9-16,8-42 15,10-34-15,-35-17 16,-43-17-1,-42-26-15,-17-8 16,-26 9 0,-34 25-16,-35 16 31,-50 1-31,-60 34 0,-120 34 16,-110 68-1,-95 94 1,-51 93-16,146 8 15</inkml:trace>
  <inkml:trace contextRef="#ctx0" brushRef="#br0" timeOffset="10731.06">5616 15708 0,'0'0'0,"0"0"0,0 0 16,0 0 0,0 0-16,9 25 15,-1 35 1,-16 50-16,-1 9 15,-8 26-15,8 0 16,9-26 0,9-17-16,-18-34 31,9-17-31,-8-9 16,8 1-16,0-1 15,0-16 1,0-1-1,8 1-15,1-1 16,8-8 0,0-8-16,9-1 0,8 1 15,8-1 1,18 1 0,0-18-1,25 1-15,18-1 0,16 1 16,1-1-1,16-16 1,35 8-16,0 0 16,8-9-16,17 9 15,-17 0 1,1 9 0,16 8-1,-17 0-15,9 0 16,17 0-16,0 0 15,17-9 1,-9 1-16,9-1 16,-9 1-16,18-1 15,-1 9-15,-8-8 32,8-1-32,-8-8 15,0 9 1,0-9-1,9 8-15,-18 1 16,-8 8-16,8-9 16,-8 1-16,8 8 15,1 8 1,-9-8 0,8 9-1,0-1-15,-8 9 16,-8-8-1,-1 8-15,9 17 16,8 0 0,9-9-16,0 1 15,17-9 1,-9 0-16,1 17 16,-18 0-1,-34 0-15,1 8 0,7 1 16,-24-1-1,-1-8 1,-17 9-16,0 0 16,-17-18-1,-34-8-15,0 0 0,-26-8 16,-17-1 15,-17 1-31,-8-9 16,-18 0-1,1 0-15,-18-9 16,-8-25 0,-17-25-16,-17-35 15,0-25 1,17-9-16,17-8 16,8 9-1,18 8-15,-1 59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1:06:57.7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10959 6531 0,'0'0'0,"0"0"0,0 0 16,0 0-1,0 0-15,0 0 16,0 0 0,0 0-16,0 0 15,0 0 1,0 0-16,0 0 16,0 0-1,-9 0-15,-42 17 16,-43 0-1,-34 9-15,-8-1 16,-1 1 0,-17 0-16,18-1 15,42-8 1,9 0-16,-18 17 16,-8 9-1,-8 16-15,25 1 16,26 8-1,25 8-15,26-8 16,8 26 0,35 16-16,59 18 15,35-9 1,-9-34-16,25-34 16,61-17-1,-52-25-15,-17-26 16,25-34-1,1-26-15,-17-17 16,-44-8 0,-7-34-16,-9 9 15,-43 8 1,-34-26-16,-34-16 16,-35 7-1,-59 27 1,-94 16-16,-119 60 15,-171 85-15,102 26 16</inkml:trace>
  <inkml:trace contextRef="#ctx0" brushRef="#br0" timeOffset="1110.44">25050 6183 0,'0'0'0,"0"0"15,0 0-15,0 0 16,0 0 0,0 0-16,0 0 15,0 0 1,-8 0-16,-35 8 16,-119 26-1,-35 34-15,10 51 16,-27 43-1,61-17 1,67 16-16,35 9 16,43-34-16,25-17 15,51 9 1,94-1-16,68-50 16,52-51-1,17-60-15,-9-43 16,0-8-1,-34-9 1,-51-25-16,-43-34 16,-76 17-16,-61-42 15,-67-52 1,-112-8 0,-179-26-16,-153 52 15,-163 110 1,-153 76-16,375 43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1:09:01.5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3371 4950 0,'0'-9'15,"0"-8"-15,-8-51 0,-18-51 16,-17 8 0,-8 43-16,-8 9 15,-18-9 1,-9 8-16,35 18 15,26 25 1,-10 0 0,-58 8-16,-95 26 15,26 17-15,34 34 16,-60 60 0,9 33-1,42-16 1,9 8-16,17 0 15,26 9 1,8 16-16,9 9 16,33-16-16,35 16 0,43 8 31,42-16-15,35 8-16,8 17 15,26-17 1,16-17-16,-50-25 15,-69-35 1,-17-16-16,-8 16 16,-18 18-1,-8 25-15,-42 17 16,-52 9 0,-26-1-16,9-33 15,34-34 1,26-26-16,17-26 15,0-16 1,17-18-16,0 9 16,17 0-1,17 0-15,-17 0 16,26 9 0,50 33-16,35 9 15,17 9 1,-17-1-16,9 27 15,33 41 1,-25 26-16,-25 51 16,-78 17-1,-84 52-15,-86 67 16,-52 17 0,-50 51-1,50-59-15,112-85 16,34 59-16,51 0 15,77-34 1,145-8-16,187 8 16,86-68-1,103-127-15,-171-69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1:10:05.2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8791 5715 0,'0'0'0,"0"0"0,0 0 16,0 0-16,0 0 15,0 0-15,9 17 16,-18 34-16,0 43 31,1 16-31,-26 43 16,-9 0-1,18-68-15,7-34 16,18-25-16,0-1 16,18 1-16,-1-1 15,8-16 1,52-1-16,51-8 31,9-25-31,25-18 16,43-8-1,-18 0-15,10 9 16,42 8-16,-52 17 16,-16 17-16,8 17 31,-34 8-31,-51 9 16,-8-8-1,-18-1-15,-34-8 0,-8-8 31,-18-1-31,1 1 0,-18-18 32,-8-33-32,-8-43 15,-18-43 1,9-25-16,0-127 16</inkml:trace>
  <inkml:trace contextRef="#ctx0" brushRef="#br0" timeOffset="704.95">19630 6021 0,'0'0'0,"0"0"0,0 0 16,0-8-16,0-9 15,-8-17 1,8 17-16</inkml:trace>
  <inkml:trace contextRef="#ctx0" brushRef="#br0" timeOffset="1357.17">18657 5315 0,'-8'-8'0,"-9"-1"0,-17-16 0,-60-26 16,-43-17-1,1 25 1,25 18 0,-17 8-16,-17-9 0,8 18 15,26 25 1,-8 8-1,-18 18-15,0 8 16,26 8-16,26 26 16,8 17-1,9 9 1,25-1 0,26 27-16,34-1 15,18-17 1,16 8-16,51 9 15,52 0-15,8-17 16,43-34 0,17-25-1,76-9-15,52-25 0,-34-35 16,43-25 0,-1-25-1,-17-10 1,-16-16-16,-9-8 0,25-9 15,-51 0 1,-51-17 0,-17 8-16,-51 26 15,-52 9 1,-33 8 0,-35 8-16,-34-17 15,-60-33 1,-85-18-16,-145 1 15,-145 8 1,-94 8-16,-103 69 16,-76 67-1,-128 69-15,366-26 16</inkml:trace>
  <inkml:trace contextRef="#ctx0" brushRef="#br0" timeOffset="5694.6">7212 7952 0,'0'0'0,"0"0"0,0 0 15,0 0 1,0 0-16,0 0 15,9 8 1,-1 9-16,1 17 16,-1 17-1,-16 0-15,8 17 16,0 9 0,17 8-16,0-9 15,17 1 1,9-18-16,33 1 15,44 0 1,34-18-16,33-16 16,35-18-1,17-8 1,26-17-16,33 0 16,1 0-16,34-17 15,-17 17 1,34 9-16,17 8 15,-26 0 1,35 8-16,-1 9 16,9 0-1,0-25-15,-25-1 16,16 35 0,-25 8-16,-34-9 15,17 9 1,-26-8-1,-25-1-15,-43-16 16,-60-1-16,-25 1 16,-69-18-1,-25 1-15,-17-1 16,-18 1 0,9-26-1,0-34-15,1-34 16,16-26-16,17-34 15,17-25 1,69-76-16</inkml:trace>
  <inkml:trace contextRef="#ctx0" brushRef="#br0" timeOffset="6951.09">17975 8258 0,'0'0'0,"0"0"0,-9 17 15,-8 8-15,-9 9 16,-8 9-1,-8 8-15,7 17 16,1 0 0,0 0-16,17-8 15,0-9 1,17 0-16,17 0 16,34-9-1,26 1-15,51-18 16,77 1-1,17-18-15,25 1 16,1-1 0,34-8-16,16 0 15,10-8 1,41 8-16,27 17 16,-9-9-1,34 18-15,17-1 16,-34 1-1,26-18-15,-26 9 16,-17 0 0,-25-8-16,-27-18 15,-50-16 1,-35-1-16,-42 1 16,-34-18-1,-43 9-15,-34 0 16,-18 0-1,-16-17-15,-9-17 16,-17 26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1:11:39.4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9440 5732 0,'0'0'0,"0"0"0,0 9 16,8 16-16,1 35 15,-26 25-15,-17 42 16,-18 35 0,-7-18-1,-1-33 1,17-43-16,18-17 16,7-26-1,18 1-15,9-18 16,17 1-16,42-18 15,43-16 1,25 8 0,9-9-16,1-8 15,7 9 1,1 8-16,8 17 16,-17 8-16,9 18 15,-18 16 1,-50 1-16,-27-9 15,-16-8 1,-17-1-16,-9-16 16,-9-1-1,-16-8 1,-18-8-16,1-1 16</inkml:trace>
  <inkml:trace contextRef="#ctx0" brushRef="#br0" timeOffset="4731">11505 7399 0,'0'0'0,"0"0"0,0-9 0,0 9 15,0-8 1,0 8 0,0 0-16,0 0 15,9 0 1,25 0-16,26 0 15,33 0-15,18 8 16,17 9 0,26-8-1,25-1-15,35 1 0,50-9 32,43-17-32,26 8 15,68 1 1,26 8-16,34 17 15,68 0-15,86 8 16,-188 1 0</inkml:trace>
  <inkml:trace contextRef="#ctx0" brushRef="#br0" timeOffset="19292.41">6410 13599 0,'0'0'0,"0"0"0,0 0 16,0 0-16,0 0 15,0 0 1,17-9 0,17 1-16,68-9 15,129 8 1,59 1-16,-8 25 0,110 17 16,26 0-1,43-9-15,-51-8 16</inkml:trace>
  <inkml:trace contextRef="#ctx0" brushRef="#br0" timeOffset="28363.6">10430 14126 0,'0'0'16,"0"0"-16,0 0 15,-9 17-15,1 25 16,-9 9-1,-1 26-15,10 8 16,8-25 0,0-9-16,0-9 15,17-8 1,9 0-16,8 9 16,17-1-1,26-8 1,17-8-16,34-1 15,17-16 1,34-1-16,17-8 16,9 0-1,17-8-15,51-1 16,0 1 0,26-9-16,17 17 15,17 0 1,-9 0-16,-8 17 15,8 8 1,-17 18-16,1 8 16,-18 8-1,-43-8-15,-42-8 16,-34-9 0,-26-9-16,-26 1 15,-16-18 1,-18-16-16,-16-18 15,-10-8 1,10-34-16,-1-59 16,43-162-1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1:12:23.8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2680 5868 0,'0'0'0,"9"0"0,16-8 15,26-1-15,94-25 16,35 0 0,24 9-16,70-1 15,76 26 1</inkml:trace>
  <inkml:trace contextRef="#ctx0" brushRef="#br0" timeOffset="2999.05">13844 4082 0,'0'0'0,"0"0"0,0 0 16,-9 17-16,1 0 15,-9 17 1,-18 26-16,-7 33 16,8 1-1,-9 16-15,0 1 16,-8-1-1,0 1-15,-9 8 16,0 9 0,18-26-1,16-51-15,9-17 16,8-9 0,1-8-16,-1-8 15,1-1-15,-1 1 16,-8-18-1,-8-16 1,-1-9-16,9 0 16,0 0-1,0 17-15,8 0 16,1 0-16,-1 8 16,9 9-1,0 0 1,0 0-16,0 17 15,0 26 1,0 33-16,0 9 16,0-17-16,9-17 15,16 0-15,18-8 32,34-26-32,42-34 15,18-43-15,-1-84 16,69-120-16</inkml:trace>
  <inkml:trace contextRef="#ctx0" brushRef="#br0" timeOffset="31711.57">4532 6574 0,'0'0'0,"0"0"0,0 0 16,0 0 0,0 0-16,0 0 15,0 0 1,0 0-16,-8 17 16,8 8-16,0 27 15,8 7 1,1 1-1,-1-18-15,1-8 16,-1-8 0,1-1-16,-1-8 15,9 9-15,0 16 16,9 9 0,0 9-16,-1-1 15,1 1 1,-18-9-16,1-9 15,-1-16 1,1-1 0,-1-8-16,1 0 15,0 0-15,8 9 16,17-1 0,34 1-16,17-18 15,26-8 1,60-17-16,17-8 15,-17-1 1,33 9 0,18 0-16,26 9 15,-1-1 1,26 9-16,1 0 16,7 0-16,9 17 15,-8 0 1,25-8-1,26-1-15,34-8 16,-25-17 0,25 0-16,17-8 15,-26-1-15,1 9 16,-18 0 0,-34 0-16,-17 9 15,-16-1 1,-44-8-16,-51 9 15,-42-1 1,-26 1 0,-34-9-16,-18 0 15,-8-17 1,9-51 0,-26 34-16</inkml:trace>
  <inkml:trace contextRef="#ctx0" brushRef="#br0" timeOffset="38768.91">2936 8326 0,'51'0'0,"205"8"0,171-16 0,34-60 15,-68-17 1</inkml:trace>
  <inkml:trace contextRef="#ctx0" brushRef="#br0" timeOffset="44874.92">8253 7841 0,'0'0'0,"0"0"0,0 0 16,0 0 0,0 0-1,0 0 1,0 0-16,0 9 16,-8 33-16,-26 26 15,-18 17 1,-16 9-1,-17 16-15,8-8 16,17-34 0,18-17-16,16-17 15,9-8 1,8-18-16,1 1 16,-1-1-16,1 1 15,8-1-15,0-8 31,0 0-31,-9-8 16,1-1 0,-18 1-16,0-1 15,1 1 1,8-1-16,0 9 16,8 0-1,9 0 1,0 0-16,0 9 15,0 25-15,0 17 16,0 9 0,0-1-1,9-8-15,-1-25 16,1-1-16,-1-16 16,9-1-1,52-25 1,76-17-16,145-51 15</inkml:trace>
  <inkml:trace contextRef="#ctx0" brushRef="#br0" timeOffset="92062.73">1997 8904 0,'0'0'0,"0"0"0,0 0 0,0 0 16,0 0-16,34-8 0,26-18 31,51-25-15,85-8-16,1 8 15,-10 0 1,35 8-16,-51 0 0,-26 9 31,0 0-31,-34 0 16,-17 17-16,-43 0 15,-25 9 1,-18-1 0,-8 1-16,-17-1 15,-68-16 1,-26 8-16,34 8 15,17 9 1,18 0-16,16 0 16,9 0-1,17 0-15,0 0 16,0 0 0,0 0-16,26 0 15,42 0 1,9 9-16,0 8 15,-9 0-15,-17 17 16,-17 8 0,-34 52-16,-136 136 15,-78 84 1</inkml:trace>
  <inkml:trace contextRef="#ctx0" brushRef="#br0" timeOffset="98312.87">1545 11923 0,'0'0'0,"0"0"0,8-8 16,27-1 0,7-8-16,18-8 15,59-18 1,35-16-16,-34 8 15,-10 0 1,36-17-16,-1 0 31,-17 0-31,-60 16 16,-25 10 0,-18 8-16,-8 0 15,-17 0 1,-25 0-16,-35 0 15,-25 8 1,8 9-16,34 0 16,18 17-1,16 0-15,18-8 0,76-1 16,51 1 0,35 8-1,17 8 1,-69 1-16,-67-1 15,-18 1 1,-34 8-16,-77 68 16,-102 68-16,-9-8 15,-60 42 1</inkml:trace>
  <inkml:trace contextRef="#ctx0" brushRef="#br0" timeOffset="107706.91">1707 13752 0,'0'0'0,"0"0"0,0 0 16,0 0-16,0 0 16,0 0-1,0-9-15,60-16 16,102-35-1,0 1 1,9-9-16,59 0 16,-76 8-16,-69 26 15,9-9 1,-17 9-16,-26 0 16,-17 0-1,-34 0 1,-25-8-16,-18 8 15,26 17-15,-461-77 16,478 94 0,0 0-16,0 0 15,0 0 1,0 0-16,8 0 16,69 0-1,34-8-15,17-9 16,17 8-1,-17 18-15,-34-1 16,-43 1 0,-33-1-16,-10-8 15,-42 26 1,-128 127 0,-103 111-16</inkml:trace>
  <inkml:trace contextRef="#ctx0" brushRef="#br0" timeOffset="114341.17">1707 16184 0,'0'0'0,"0"0"16,0-9-16,26-8 16,50-17-16,44-17 15,-1 0 1,18-17-16,17-8 15,8-1 1,-17 18 0,-26-1-16,-16 9 0,-35 17 15,-34 17 1,-8 0-16,-18 9 31,1 8-31,-26 0 16,-34 0-16,-35 8 15,9 1 1,18-9 0,16 0-16,17 0 15,18 0 1,16-9-16,44-25 16,59-25-16,25 8 15,-8 17 1,-34 17-1,-17 17 1,-26 8-16,-25 1 0,-1 8 16,-33 17-1,-26 34 1,-9 17-16,9 0 0,25-43 31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1:15:21.2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21252 10018 0,'0'0'0,"0"0"0,0 0 16,0 0-1,0 0 1,-9 0-16,1-8 16,-9-1-16,0 9 15,8 0 1,9 0-16,0 0 15,0 0-15,0 0 32,9 0-32,68 0 15,110 9 1,27-1 0,59 9-16,102 0 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1:16:40.9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11002 9525 0,'0'0'0,"0"0"0,17 0 16,17 9-16,17-9 15,34 0-15,9 0 16,-26 8-1,52-16-15,93-1 16,-25 9 0,43-9-1,25 1-15,85 8 16,17 8 0,-84-8-16,186 9 15,-41 17-15</inkml:trace>
  <inkml:trace contextRef="#ctx0" brushRef="#br0" timeOffset="1662.46">19076 9474 0,'0'0'0,"0"0"0,0 0 15,0 0-15,0 0 16,0 0 0,8 0-16,60 0 15,86-9 1,94 9-1,25 9-15,68 8 16</inkml:trace>
  <inkml:trace contextRef="#ctx0" brushRef="#br0" timeOffset="6144.7">10378 10188 0,'0'0'0,"0"0"0,-8 0 15,-1 0-15,9 0 16,0 0 0,-8 0-1,-1 17-15,-8 17 16,-8 9 0,-1 25-16,-8 0 15,0-8 1,17-9-16,0-17 15,8-9 1,9-8-16,0-8 16,0 8-1,26 0-15,25-9 16,51-8 0,18-17-16,16-8 15,-8-9 1,9 8-16,8 1 15,0 8-15,9 17 16,8 0 0,34 8-1,9 1-15,8-1 16,-8 1 0,-8-9-16,-18 0 15,-8-9-15,-18-8 16,1 0-1,-35 0-15,-16 0 16,-9 8 0,-18-8-16,-16 0 15,-17 9 1,-9-1 0,0 1-16,0-18 15,-8 1 1,8-1-16,-17 9 15</inkml:trace>
  <inkml:trace contextRef="#ctx0" brushRef="#br0" timeOffset="31829.74">14194 14883 0,'0'0'0,"0"0"0,0 0 16,0 0-1,0 0 1,0 0-16,0 0 16,0 0-16,-9 17 15,1 8 1,-10 26-16,10 9 16,8-18-1,0-8-15,0-8 16,0-1-1,0 1 1,0-9-16,0 0 16,0-9-1,0 1-15,0 0 16,0-1-16,8-8 16,10 9-1,7-18 1,9 1-16,0-10 15,9-7 1,0-9-16,8 0 0,-8 8 16,8 9-1,17 0 1,0 9-16,-16 8 16,-18 0-1,-9 0-15,-16 0 16,-1 0-16,1 0 15,0 0 1,-9 0 0,0-9-1,8-33-15,9 8 16</inkml:trace>
  <inkml:trace contextRef="#ctx0" brushRef="#br0" timeOffset="46858.33">13673 13531 0,'0'0'0,"0"0"15,-9-9-15,1 9 16,-9 0 0,-26 0-1,0 0-15,1 0 16,-9 0-1,-26 17-15,0 17 16,17 17-16,0 51 16,-8 17-1,0-17-15,0 0 16,8 43 0,17 8-16,9 0 15,0 43 1,25-18-1,18-67-15,25-1 16,34 1 0,-8-34-16,-17-43 15,34-26 1,68-25-16,8-42 16,-42-27-16,-8-58 15,-9-18-15,-9 1 31,-25-43-31,-26 8 16,-43 43 0,-33-43-16,-18 26 0,-17 51 31,-60 17-31,-25 43 16,-128 33-16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1:18:12.0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3158 5570 0,'0'0'0,"0"17"0,-9 34 15,9 17 1,0 1-16,0-10 16,9-8-1,-1 9-15,-8-1 16,9-8 0,0-8-16,8-18 15,0 1 1,8-9-16,18 0 15,25-9 1,1 1-16,-1-1 16,9 1-1,16-1-15,-7 1 16,8-1 0,25 1-16,9-1 15,0-8 1,0 9-16,26-9 15,0-9 1,8-8-16,25 0 16,18-17-1,9 9-15,16-1 16,-16 9 0,7 0-16,1 17 15,0 9 1,0 8-16,-8 0 15,7 0 1,10-9-16,25-8 16,9-8-1,-18-1-15,9 1 16,17 8 0,-8-9-16,-18 9 15,-16 9 1,-18-1-16,9 1 15,0-1 1,8-8-16,18 9 16,8-1-16,8-8 31,1-8-31,0-1 0,8 9 16,8-8-1,-25-9 1,18 8-1,16 1-15,-17-1 0,9 1 16,-1-1 0,9 9-1,1-8-15,7-1 16,78 1-16,-9-1 16,-17 18-1,51-1 1,-8 9-1,-1 0-15,43 9 16,-25-1-16,-9 1 16,17-1-16,35-8 15,-18 0 1,-8 17 0,17-8-16,-9-18 15,26 9 1,-60 0-1,-17 9-15,9-9 0,-18 0 16,-8 0 0,9-9-1,-9 1-15,0-1 16,-43-16 0,-8 8-1,-26 0-15,-34 17 0,-25-9 16,-86 1-1,-60-18-15,-25 1 16,-1-1 0,1 1-1,-17-18 1,0 1-16,-9-9 0,0-9 31,0-16-31,-8-18 16,-1-16-1,-8 42-15</inkml:trace>
  <inkml:trace contextRef="#ctx0" brushRef="#br0" timeOffset="28909.53">666 15061 0,'0'0'0,"0"0"0,0 0 0,0 0 31,0-8-31,0-1 16,0-8 0,0 9-16,0 8 15,0-9-15,17 9 16,-9-8-16,26-1 31,-8-16-31,34-18 0,-9-16 16,17-1 15,9 1-31,8-9 0,43-34 16,60-51-16,-17 17 31,17 16-31,34-16 15,25-17-15,26 0 16,17 17 0,26 0-1,43-34-15,8 17 16,8 34 0,26-26-1,26-16-15,17 16 16,51 9-16,51-17 15,-17 8 1,9 35-16,-17 33 16,8 26-1,-8 26-15,-9 25 16,-26 17 0,-42 25-16,8 18 15,-25 25 1,-34 17-16,-9 8 15,-9 18 1,-33 25 0,-61-8-16,-42-1 15,-51-8-15,-34-17 16,-43-25 0,-43-26-16,-25-17 15,-18-25 1,-16-1-16,-1-16 15,1-1 1,-1 1-16,-8-9 16</inkml:trace>
  <inkml:trace contextRef="#ctx0" brushRef="#br0" timeOffset="29238.97">13920 12757 0,'0'0'0,"0"0"0,0 0 16,0 0-16,9 8 15,25 18 1,26 16-16,17 1 16,25 16-1,18 1 1,-26-1-16,-9-8 15,-34-8 1,-17-18-16,-25 1 16,-9-1-16,-86 43 31,-135 60-31,-78-9 16,-85-59-1,-9-18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4T21:19:56.3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3303 5689 0,'0'0'0,"0"9"0,-9 42 0,-25 281 0,17-222 0,9-25 0,8-17 16,0-17-1,17-8-15,17-18 16,17 1 0,35-9-16,24-9 15,18 1 1,18-18-16,7 1 16,35-9-1,42-9-15,35-16 16,-9-1-1,9-8 1,16-8-16,1 25 16,34 8-1,0 18-15,25 16 16,17 9-16,-33 9 16,84 8-1,-16 0 1,-26 17-16,43-17 15,8 8 1,-17-8-16,-34-25 16,9 16-1,-52-8-15,-25 0 16,-18 0-16,-25-17 16,-17-8-1,-25-18-15,-35-8 16,-25-17-1,-9 9 1,-17-18-16,-26-8 16,-8 0-1,-26-25-15,-17 8 16,-8 17-16,-17-9 16,-9 35-1</inkml:trace>
  <inkml:trace contextRef="#ctx0" brushRef="#br0" timeOffset="3646.68">3030 8564 0,'0'0'0,"0"0"0,0 8 16,0 10-16,0 16 15,0-9 1,0 9 0,0 0-16,8 0 15,10 17-15,-1 0 16,0 9-1,17-18 1,0-16-16,17-1 16,17 1-1,18-1-15,-1-16 16,26 8-16,26-9 16,25-8-1,26-8-15,8 8 16,17-9-1,26-8-15,-17 17 16,-8-8 0,16 16-16,9 1 15,26-9 1,-9 8 0,17 9-16,8 9 15,10-1-15,-1-8 16,17 0-16,0 0 15,-8 0 1,8 0-16,26 0 16,34 9-1,-17-9 1,0-17 0,34 8-16,-17 9 0,34-8 15,9 8 1,-26 8-1,-9 1 1,1-9-16,17 0 0,-26-9 16,-9-8-1,9 0-15,-51-8 32,-26 8-32,-34 0 15,-43 0 1,-42 0-16,-43-9 15,-51 9-15,-26 0 16,-25 0 0,-18-8-1,1-9-15,-26-34 16,-26-43 0,0 1-16,-25-52 0,-51-161 15</inkml:trace>
  <inkml:trace contextRef="#ctx0" brushRef="#br0" timeOffset="6779.04">4745 11923 0,'0'0'0,"0"0"0,0 0 15,0 0 1,0 0 0,0 0-1,-8 26-15,-1 25 0,1 34 32,-9 8-32,8-25 15,9-17-15,0-8 16,9-1-1,8-7-15,0-1 16,8-9 0,18 1-16,34-1 15,34-16 1,26-9 0,16-9-16,26-16 15,9 8 1,0-9-16,8 9 15,-25 0-15,25 9 16,-17-9 0,1 8-1,16 0-15,-8 1 0,-35 8 16,18-9 0,-9-8-1,-34 9-15,-8-9 16,-9 8-1,-17-8 1,-26 9-16,-25 8 16,-18-9-1,1 1-15,-9-9 16,0-17 0,9-34-16,-1-17 15,9-26 1,0-33-16,43-137 15</inkml:trace>
  <inkml:trace contextRef="#ctx0" brushRef="#br0" timeOffset="15755.97">5573 11558 0,'0'0'0</inkml:trace>
  <inkml:trace contextRef="#ctx0" brushRef="#br0" timeOffset="16186.6">5514 11634 0,'0'0'0,"0"0"0,0 0 16,0 0-1,-9 0 1,1 0-16,-18 0 15,-17 9 1,1 16-16,-10 9 16,-7 26-16,-10 25 15,10 51 1,42 8-16,25-33 16,18-26-1,16 9-15,18-1 16,8-25-1,-16-25 1,7-35-16,61-25 16,25-34-1,-26-8-15,-25-26 16,-25-52-16,-18-24 16,-34-1-1,-51-16-15,-52-1 16,-42 26-1,-102-43 1</inkml:trace>
  <inkml:trace contextRef="#ctx0" brushRef="#br0" timeOffset="18822.3">5001 14015 0,'0'-8'0,"0"-9"0,0-9 16,-8-8-16,-1 0 16,-8 9-1,-8-1 1,-18 1-16,-8 8 16,-9 8-1,-8 9-15,0 9 16,8-9-16,9 17 15,-9 0-15,0 8 16,-8 18 0,0 8-16,8 0 15,-8 25 1,-1 9-16,18 9 31,17 8-31,17-17 16,8-8-16,18 16 15,16 9 1,18 9-16,8-9 16,9-26-16,25 9 31,9 0-31,26 1 16,25-10-1,0-8-15,0-17 16,17-17-16,9-8 15,8-18-15,9-8 16,0-17 0,8 0-16,26 0 15,-34-8 1,-1-1-16,35-8 16,-42 0-1,-10-8-15,10-1 16,-52 9-1,-18-9 1,-16 9-16,-25 0 16,-27 9-1,1-18 1,0-16-16,-18-18 0,-8-25 31,-17 0-31,-17-17 16,-34-17-1,-9 9-15,-8 7 16,-26 1-16,-42 0 31,-35 17-31,-34 9 16,-51 25-16,-34 25 16,-34 35-16,-43 16 15,-18 52-15,-58 76 31,-61 102-31,146-25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customXml" Target="../ink/ink8.xml"/><Relationship Id="rId3" Type="http://schemas.openxmlformats.org/officeDocument/2006/relationships/image" Target="../media/image710.png"/><Relationship Id="rId7" Type="http://schemas.openxmlformats.org/officeDocument/2006/relationships/image" Target="../media/image120.png"/><Relationship Id="rId12" Type="http://schemas.openxmlformats.org/officeDocument/2006/relationships/image" Target="../media/image20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90.png"/><Relationship Id="rId5" Type="http://schemas.openxmlformats.org/officeDocument/2006/relationships/image" Target="../media/image90.png"/><Relationship Id="rId10" Type="http://schemas.openxmlformats.org/officeDocument/2006/relationships/image" Target="../media/image180.png"/><Relationship Id="rId4" Type="http://schemas.openxmlformats.org/officeDocument/2006/relationships/image" Target="../media/image86.png"/><Relationship Id="rId9" Type="http://schemas.openxmlformats.org/officeDocument/2006/relationships/image" Target="../media/image140.png"/><Relationship Id="rId1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180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41.png"/><Relationship Id="rId3" Type="http://schemas.openxmlformats.org/officeDocument/2006/relationships/image" Target="../media/image261.png"/><Relationship Id="rId21" Type="http://schemas.openxmlformats.org/officeDocument/2006/relationships/image" Target="../media/image44.png"/><Relationship Id="rId7" Type="http://schemas.openxmlformats.org/officeDocument/2006/relationships/image" Target="../media/image300.png"/><Relationship Id="rId12" Type="http://schemas.openxmlformats.org/officeDocument/2006/relationships/image" Target="../media/image35.png"/><Relationship Id="rId17" Type="http://schemas.openxmlformats.org/officeDocument/2006/relationships/image" Target="../media/image400.png"/><Relationship Id="rId2" Type="http://schemas.openxmlformats.org/officeDocument/2006/relationships/image" Target="../media/image200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0.png"/><Relationship Id="rId11" Type="http://schemas.openxmlformats.org/officeDocument/2006/relationships/image" Target="../media/image34.png"/><Relationship Id="rId5" Type="http://schemas.openxmlformats.org/officeDocument/2006/relationships/image" Target="../media/image280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10" Type="http://schemas.openxmlformats.org/officeDocument/2006/relationships/image" Target="../media/image330.png"/><Relationship Id="rId19" Type="http://schemas.openxmlformats.org/officeDocument/2006/relationships/image" Target="../media/image42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customXml" Target="../ink/ink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13: Sorting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4773-CFEA-E666-64D3-5AF21662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397537-824A-CCF1-8509-24B111BE4C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</a:t>
                </a:r>
              </a:p>
              <a:p>
                <a:pPr lvl="1"/>
                <a:r>
                  <a:rPr lang="en-US" dirty="0"/>
                  <a:t>An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of items</a:t>
                </a:r>
              </a:p>
              <a:p>
                <a:pPr lvl="1"/>
                <a:r>
                  <a:rPr lang="en-US" dirty="0"/>
                  <a:t>A comparison function for these items</a:t>
                </a:r>
              </a:p>
              <a:p>
                <a:pPr lvl="2"/>
                <a:r>
                  <a:rPr lang="en-US" dirty="0"/>
                  <a:t>Given two items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we can determine whether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2"/>
                <a:r>
                  <a:rPr lang="en-US" i="1" dirty="0"/>
                  <a:t>Disclaimer: The slides are using integers, but they could be other things, too!</a:t>
                </a:r>
              </a:p>
              <a:p>
                <a:r>
                  <a:rPr lang="en-US" dirty="0"/>
                  <a:t>Output:</a:t>
                </a:r>
              </a:p>
              <a:p>
                <a:pPr lvl="1"/>
                <a:r>
                  <a:rPr lang="en-US" dirty="0"/>
                  <a:t>A permutation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such that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Permutation: a sequence of the same items but perhaps in a different order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397537-824A-CCF1-8509-24B111BE4C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616670F-ABC8-4523-5E80-25CDDBC15809}"/>
                  </a:ext>
                </a:extLst>
              </p14:cNvPr>
              <p14:cNvContentPartPr/>
              <p14:nvPr/>
            </p14:nvContentPartPr>
            <p14:xfrm>
              <a:off x="2111040" y="3609720"/>
              <a:ext cx="1176840" cy="193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616670F-ABC8-4523-5E80-25CDDBC158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01680" y="3600360"/>
                <a:ext cx="1195560" cy="21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9934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FD131-B6AD-4797-71B9-76C7B83B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To Consider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7E843-DAF3-ACD6-1133-A963D3179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Worst case running time</a:t>
            </a:r>
          </a:p>
          <a:p>
            <a:r>
              <a:rPr lang="en-US" dirty="0"/>
              <a:t>In place:</a:t>
            </a:r>
          </a:p>
          <a:p>
            <a:pPr lvl="1"/>
            <a:r>
              <a:rPr lang="en-US" dirty="0"/>
              <a:t>We only need to use the pre-existing array to do sorting</a:t>
            </a:r>
          </a:p>
          <a:p>
            <a:pPr lvl="1"/>
            <a:r>
              <a:rPr lang="en-US" dirty="0"/>
              <a:t>Constant extra space (only some additional variables needed)</a:t>
            </a:r>
          </a:p>
          <a:p>
            <a:pPr lvl="1"/>
            <a:r>
              <a:rPr lang="en-US" i="1" dirty="0"/>
              <a:t>Insertion Sort, Heap Sort</a:t>
            </a:r>
          </a:p>
          <a:p>
            <a:r>
              <a:rPr lang="en-US" dirty="0"/>
              <a:t>Adaptive</a:t>
            </a:r>
          </a:p>
          <a:p>
            <a:pPr lvl="1"/>
            <a:r>
              <a:rPr lang="en-US" dirty="0"/>
              <a:t>The running improves as the given list is closer to being sorted</a:t>
            </a:r>
          </a:p>
          <a:p>
            <a:pPr lvl="1"/>
            <a:r>
              <a:rPr lang="en-US" dirty="0"/>
              <a:t>It should be linear time for a pre-sorted list, and nearly linear time if the list is nearly sorted</a:t>
            </a:r>
          </a:p>
          <a:p>
            <a:pPr lvl="1"/>
            <a:r>
              <a:rPr lang="en-US" i="1" dirty="0"/>
              <a:t>Insertion Sort</a:t>
            </a:r>
          </a:p>
          <a:p>
            <a:r>
              <a:rPr lang="en-US" dirty="0"/>
              <a:t>Online</a:t>
            </a:r>
          </a:p>
          <a:p>
            <a:pPr lvl="1"/>
            <a:r>
              <a:rPr lang="en-US" dirty="0"/>
              <a:t>We can start sorting before we have the entire list.</a:t>
            </a:r>
          </a:p>
          <a:p>
            <a:pPr lvl="1"/>
            <a:r>
              <a:rPr lang="en-US" i="1" dirty="0"/>
              <a:t>Insertion Sort</a:t>
            </a:r>
          </a:p>
          <a:p>
            <a:r>
              <a:rPr lang="en-US" dirty="0"/>
              <a:t>Stable</a:t>
            </a:r>
          </a:p>
          <a:p>
            <a:pPr lvl="1"/>
            <a:r>
              <a:rPr lang="en-US" dirty="0"/>
              <a:t>“Tied” elements keep their original order</a:t>
            </a:r>
          </a:p>
          <a:p>
            <a:pPr lvl="1"/>
            <a:r>
              <a:rPr lang="en-US" i="1" dirty="0"/>
              <a:t>Insertion Sort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1CFC971-6E28-7AEE-1CA8-65234EF0BE49}"/>
                  </a:ext>
                </a:extLst>
              </p14:cNvPr>
              <p14:cNvContentPartPr/>
              <p14:nvPr/>
            </p14:nvContentPartPr>
            <p14:xfrm>
              <a:off x="737280" y="5508000"/>
              <a:ext cx="381600" cy="290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1CFC971-6E28-7AEE-1CA8-65234EF0BE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7920" y="5498640"/>
                <a:ext cx="400320" cy="30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6029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0668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Maintain a </a:t>
            </a:r>
            <a:r>
              <a:rPr lang="en-US" dirty="0">
                <a:solidFill>
                  <a:srgbClr val="FF0000"/>
                </a:solidFill>
              </a:rPr>
              <a:t>sorted list prefix</a:t>
            </a:r>
            <a:r>
              <a:rPr lang="en-US" dirty="0"/>
              <a:t>, extend that prefix by “inserting” the </a:t>
            </a:r>
            <a:r>
              <a:rPr lang="en-US" dirty="0">
                <a:solidFill>
                  <a:srgbClr val="FF33CC"/>
                </a:solidFill>
              </a:rPr>
              <a:t>next 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</a:t>
            </a:fld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2855224" y="3429000"/>
            <a:ext cx="6403076" cy="533400"/>
            <a:chOff x="1064524" y="3429000"/>
            <a:chExt cx="6403076" cy="533400"/>
          </a:xfrm>
        </p:grpSpPr>
        <p:sp>
          <p:nvSpPr>
            <p:cNvPr id="31" name="Rectangle 30"/>
            <p:cNvSpPr/>
            <p:nvPr/>
          </p:nvSpPr>
          <p:spPr>
            <a:xfrm>
              <a:off x="1064524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597924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18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6652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986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732662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266062" y="34290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799462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3334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8668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4002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934200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43" name="Right Brace 42"/>
          <p:cNvSpPr/>
          <p:nvPr/>
        </p:nvSpPr>
        <p:spPr>
          <a:xfrm rot="16200000">
            <a:off x="4494093" y="4076131"/>
            <a:ext cx="457200" cy="3734938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3761508" y="2678668"/>
            <a:ext cx="1388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Sorted Prefix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855224" y="4114800"/>
            <a:ext cx="6403076" cy="533400"/>
            <a:chOff x="1064524" y="3429000"/>
            <a:chExt cx="6403076" cy="533400"/>
          </a:xfrm>
        </p:grpSpPr>
        <p:sp>
          <p:nvSpPr>
            <p:cNvPr id="46" name="Rectangle 45"/>
            <p:cNvSpPr/>
            <p:nvPr/>
          </p:nvSpPr>
          <p:spPr>
            <a:xfrm>
              <a:off x="1064524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597924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1318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6652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1986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732662" y="34290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266062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799462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3334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8668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4002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934200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855224" y="4800600"/>
            <a:ext cx="6403076" cy="533400"/>
            <a:chOff x="1064524" y="3429000"/>
            <a:chExt cx="6403076" cy="533400"/>
          </a:xfrm>
        </p:grpSpPr>
        <p:sp>
          <p:nvSpPr>
            <p:cNvPr id="59" name="Rectangle 58"/>
            <p:cNvSpPr/>
            <p:nvPr/>
          </p:nvSpPr>
          <p:spPr>
            <a:xfrm>
              <a:off x="1064524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597924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1318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6652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198693" y="34290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3732662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266062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799462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3334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8668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4002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6934200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2855224" y="6172200"/>
            <a:ext cx="6403076" cy="533400"/>
            <a:chOff x="1064524" y="3429000"/>
            <a:chExt cx="6403076" cy="533400"/>
          </a:xfrm>
        </p:grpSpPr>
        <p:sp>
          <p:nvSpPr>
            <p:cNvPr id="72" name="Rectangle 71"/>
            <p:cNvSpPr/>
            <p:nvPr/>
          </p:nvSpPr>
          <p:spPr>
            <a:xfrm>
              <a:off x="1064524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597924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1318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6652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3198693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3732662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4266062" y="3429000"/>
              <a:ext cx="533400" cy="533400"/>
            </a:xfrm>
            <a:prstGeom prst="rect">
              <a:avLst/>
            </a:prstGeom>
            <a:solidFill>
              <a:srgbClr val="FF7C8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4799462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3334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58668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400231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934200" y="34290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84" name="Right Brace 83"/>
          <p:cNvSpPr/>
          <p:nvPr/>
        </p:nvSpPr>
        <p:spPr>
          <a:xfrm rot="16200000">
            <a:off x="4227393" y="1599631"/>
            <a:ext cx="457200" cy="3201538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4028208" y="5421868"/>
            <a:ext cx="1388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Sorted Prefix</a:t>
            </a:r>
          </a:p>
        </p:txBody>
      </p:sp>
    </p:spTree>
    <p:extLst>
      <p:ext uri="{BB962C8B-B14F-4D97-AF65-F5344CB8AC3E}">
        <p14:creationId xmlns:p14="http://schemas.microsoft.com/office/powerpoint/2010/main" val="4040783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7D81-E83E-4101-AE7B-9F885ADCC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A1484-1489-FC49-6FD1-C2465CF55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441E72-D19A-7868-69B4-389BCD14F0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Worst case running time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With VERY small constants! (No faster way of sorting a list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≤50</m:t>
                    </m:r>
                  </m:oMath>
                </a14:m>
                <a:r>
                  <a:rPr lang="en-US" dirty="0"/>
                  <a:t>ish elements!)</a:t>
                </a:r>
              </a:p>
              <a:p>
                <a:r>
                  <a:rPr lang="en-US" dirty="0"/>
                  <a:t>In place:</a:t>
                </a:r>
              </a:p>
              <a:p>
                <a:pPr lvl="1"/>
                <a:r>
                  <a:rPr lang="en-US" dirty="0"/>
                  <a:t>YES!</a:t>
                </a:r>
              </a:p>
              <a:p>
                <a:pPr lvl="1"/>
                <a:r>
                  <a:rPr lang="en-US" dirty="0"/>
                  <a:t>We only swap items within the given array</a:t>
                </a:r>
              </a:p>
              <a:p>
                <a:r>
                  <a:rPr lang="en-US" dirty="0"/>
                  <a:t>Adaptive</a:t>
                </a:r>
              </a:p>
              <a:p>
                <a:pPr lvl="1"/>
                <a:r>
                  <a:rPr lang="en-US" dirty="0"/>
                  <a:t>YES!</a:t>
                </a:r>
              </a:p>
              <a:p>
                <a:pPr lvl="1"/>
                <a:r>
                  <a:rPr lang="en-US" dirty="0"/>
                  <a:t>The only elements that move are the elements that are out of position</a:t>
                </a:r>
                <a:endParaRPr lang="en-US" i="1" dirty="0"/>
              </a:p>
              <a:p>
                <a:r>
                  <a:rPr lang="en-US" dirty="0"/>
                  <a:t>Online</a:t>
                </a:r>
              </a:p>
              <a:p>
                <a:pPr lvl="1"/>
                <a:r>
                  <a:rPr lang="en-US" dirty="0"/>
                  <a:t>Yes!</a:t>
                </a:r>
              </a:p>
              <a:p>
                <a:pPr lvl="1"/>
                <a:r>
                  <a:rPr lang="en-US" dirty="0"/>
                  <a:t>Each time an item arrives, “insert” it into the sorted prefix</a:t>
                </a:r>
                <a:endParaRPr lang="en-US" i="1" dirty="0"/>
              </a:p>
              <a:p>
                <a:r>
                  <a:rPr lang="en-US" dirty="0"/>
                  <a:t>Stable</a:t>
                </a:r>
              </a:p>
              <a:p>
                <a:pPr lvl="1"/>
                <a:r>
                  <a:rPr lang="en-US" dirty="0"/>
                  <a:t>YES!</a:t>
                </a:r>
              </a:p>
              <a:p>
                <a:pPr lvl="1"/>
                <a:r>
                  <a:rPr lang="en-US" dirty="0"/>
                  <a:t>If the item we’re inserting has a tie with its left neighbor, don’t swap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441E72-D19A-7868-69B4-389BCD14F0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33C4516-4AF2-ACBE-1D0E-F9F07B51C141}"/>
              </a:ext>
            </a:extLst>
          </p:cNvPr>
          <p:cNvSpPr txBox="1"/>
          <p:nvPr/>
        </p:nvSpPr>
        <p:spPr>
          <a:xfrm>
            <a:off x="8547653" y="1078637"/>
            <a:ext cx="336936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Summary: except for its asymptotic running time, it has everything you might want!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AF77D55-785C-EDAE-FC3C-F9ADFE02AE91}"/>
                  </a:ext>
                </a:extLst>
              </p14:cNvPr>
              <p14:cNvContentPartPr/>
              <p14:nvPr/>
            </p14:nvContentPartPr>
            <p14:xfrm>
              <a:off x="574560" y="2972880"/>
              <a:ext cx="6886080" cy="2844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AF77D55-785C-EDAE-FC3C-F9ADFE02AE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5200" y="2963520"/>
                <a:ext cx="6904800" cy="286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1351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51280"/>
            <a:ext cx="8229600" cy="10668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Idea</a:t>
            </a:r>
            <a:r>
              <a:rPr lang="en-US" dirty="0"/>
              <a:t>: Insert all items into a max heap, extract the largest one-by-one to fill sorted list from end to beginning, all the while the heap and sorted list share the same array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6</a:t>
            </a:fld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405C08B-3826-B6C4-DB57-76C3151E1794}"/>
              </a:ext>
            </a:extLst>
          </p:cNvPr>
          <p:cNvGrpSpPr/>
          <p:nvPr/>
        </p:nvGrpSpPr>
        <p:grpSpPr>
          <a:xfrm>
            <a:off x="380122" y="2408529"/>
            <a:ext cx="4417942" cy="3557462"/>
            <a:chOff x="380122" y="2408529"/>
            <a:chExt cx="4417942" cy="355746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14306A4-62E2-E4A0-A89B-3E594DBB20ED}"/>
                </a:ext>
              </a:extLst>
            </p:cNvPr>
            <p:cNvGrpSpPr/>
            <p:nvPr/>
          </p:nvGrpSpPr>
          <p:grpSpPr>
            <a:xfrm>
              <a:off x="380122" y="3213003"/>
              <a:ext cx="4417942" cy="2752988"/>
              <a:chOff x="2590801" y="2418080"/>
              <a:chExt cx="6934200" cy="4320966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5924835" y="3347010"/>
                <a:ext cx="760098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4191001" y="4021949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7858499" y="3993573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3200401" y="472316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5211206" y="4765028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6934201" y="468165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8836924" y="468165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2590801" y="569240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3733801" y="569240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4648201" y="5674527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cxnSp>
            <p:nvCxnSpPr>
              <p:cNvPr id="7" name="Straight Connector 6"/>
              <p:cNvCxnSpPr>
                <a:cxnSpLocks/>
                <a:stCxn id="5" idx="2"/>
                <a:endCxn id="99" idx="7"/>
              </p:cNvCxnSpPr>
              <p:nvPr/>
            </p:nvCxnSpPr>
            <p:spPr>
              <a:xfrm flipH="1">
                <a:off x="4778312" y="3691049"/>
                <a:ext cx="1146522" cy="431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>
                <a:cxnSpLocks/>
                <a:stCxn id="5" idx="6"/>
                <a:endCxn id="100" idx="1"/>
              </p:cNvCxnSpPr>
              <p:nvPr/>
            </p:nvCxnSpPr>
            <p:spPr>
              <a:xfrm>
                <a:off x="6684933" y="3691049"/>
                <a:ext cx="1274332" cy="40329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>
                <a:stCxn id="102" idx="1"/>
                <a:endCxn id="99" idx="5"/>
              </p:cNvCxnSpPr>
              <p:nvPr/>
            </p:nvCxnSpPr>
            <p:spPr>
              <a:xfrm flipH="1" flipV="1">
                <a:off x="4778310" y="460925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>
                <a:stCxn id="101" idx="7"/>
                <a:endCxn id="99" idx="3"/>
              </p:cNvCxnSpPr>
              <p:nvPr/>
            </p:nvCxnSpPr>
            <p:spPr>
              <a:xfrm flipV="1">
                <a:off x="3787711" y="460925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>
                <a:stCxn id="106" idx="0"/>
                <a:endCxn id="101" idx="5"/>
              </p:cNvCxnSpPr>
              <p:nvPr/>
            </p:nvCxnSpPr>
            <p:spPr>
              <a:xfrm flipH="1" flipV="1">
                <a:off x="3787711" y="531047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>
                <a:stCxn id="105" idx="0"/>
                <a:endCxn id="101" idx="3"/>
              </p:cNvCxnSpPr>
              <p:nvPr/>
            </p:nvCxnSpPr>
            <p:spPr>
              <a:xfrm flipV="1">
                <a:off x="2934839" y="531047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/>
              <p:cNvCxnSpPr>
                <a:stCxn id="107" idx="0"/>
                <a:endCxn id="102" idx="3"/>
              </p:cNvCxnSpPr>
              <p:nvPr/>
            </p:nvCxnSpPr>
            <p:spPr>
              <a:xfrm flipV="1">
                <a:off x="4992240" y="5352338"/>
                <a:ext cx="319733" cy="32218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>
                <a:stCxn id="103" idx="7"/>
                <a:endCxn id="100" idx="3"/>
              </p:cNvCxnSpPr>
              <p:nvPr/>
            </p:nvCxnSpPr>
            <p:spPr>
              <a:xfrm flipV="1">
                <a:off x="7521511" y="458088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>
                <a:stCxn id="104" idx="1"/>
                <a:endCxn id="100" idx="5"/>
              </p:cNvCxnSpPr>
              <p:nvPr/>
            </p:nvCxnSpPr>
            <p:spPr>
              <a:xfrm flipH="1" flipV="1">
                <a:off x="8445808" y="458088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" name="Group 26"/>
              <p:cNvGrpSpPr/>
              <p:nvPr/>
            </p:nvGrpSpPr>
            <p:grpSpPr>
              <a:xfrm>
                <a:off x="2964445" y="2418080"/>
                <a:ext cx="5336453" cy="537341"/>
                <a:chOff x="1978924" y="2722180"/>
                <a:chExt cx="5336453" cy="537341"/>
              </a:xfrm>
            </p:grpSpPr>
            <p:grpSp>
              <p:nvGrpSpPr>
                <p:cNvPr id="86" name="Group 85"/>
                <p:cNvGrpSpPr/>
                <p:nvPr/>
              </p:nvGrpSpPr>
              <p:grpSpPr>
                <a:xfrm>
                  <a:off x="1978924" y="2726121"/>
                  <a:ext cx="4802307" cy="533400"/>
                  <a:chOff x="1978924" y="2971800"/>
                  <a:chExt cx="4802307" cy="533400"/>
                </a:xfrm>
              </p:grpSpPr>
              <p:sp>
                <p:nvSpPr>
                  <p:cNvPr id="88" name="Rectangle 87"/>
                  <p:cNvSpPr/>
                  <p:nvPr/>
                </p:nvSpPr>
                <p:spPr>
                  <a:xfrm>
                    <a:off x="1978924" y="2971800"/>
                    <a:ext cx="533400" cy="5334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89" name="Rectangle 88"/>
                  <p:cNvSpPr/>
                  <p:nvPr/>
                </p:nvSpPr>
                <p:spPr>
                  <a:xfrm>
                    <a:off x="2512893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90" name="Rectangle 89"/>
                  <p:cNvSpPr/>
                  <p:nvPr/>
                </p:nvSpPr>
                <p:spPr>
                  <a:xfrm>
                    <a:off x="3046293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91" name="Rectangle 90"/>
                  <p:cNvSpPr/>
                  <p:nvPr/>
                </p:nvSpPr>
                <p:spPr>
                  <a:xfrm>
                    <a:off x="3579693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92" name="Rectangle 91"/>
                  <p:cNvSpPr/>
                  <p:nvPr/>
                </p:nvSpPr>
                <p:spPr>
                  <a:xfrm>
                    <a:off x="4113662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93" name="Rectangle 92"/>
                  <p:cNvSpPr/>
                  <p:nvPr/>
                </p:nvSpPr>
                <p:spPr>
                  <a:xfrm>
                    <a:off x="4647062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94" name="Rectangle 93"/>
                  <p:cNvSpPr/>
                  <p:nvPr/>
                </p:nvSpPr>
                <p:spPr>
                  <a:xfrm>
                    <a:off x="5180462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95" name="Rectangle 94"/>
                  <p:cNvSpPr/>
                  <p:nvPr/>
                </p:nvSpPr>
                <p:spPr>
                  <a:xfrm>
                    <a:off x="5714431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96" name="Rectangle 95"/>
                  <p:cNvSpPr/>
                  <p:nvPr/>
                </p:nvSpPr>
                <p:spPr>
                  <a:xfrm>
                    <a:off x="6247831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</p:grpSp>
            <p:sp>
              <p:nvSpPr>
                <p:cNvPr id="116" name="Rectangle 115"/>
                <p:cNvSpPr/>
                <p:nvPr/>
              </p:nvSpPr>
              <p:spPr>
                <a:xfrm>
                  <a:off x="6781977" y="272218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</p:grpSp>
          <p:sp>
            <p:nvSpPr>
              <p:cNvPr id="29" name="TextBox 28"/>
              <p:cNvSpPr txBox="1"/>
              <p:nvPr/>
            </p:nvSpPr>
            <p:spPr>
              <a:xfrm>
                <a:off x="3085382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118" name="TextBox 117"/>
              <p:cNvSpPr txBox="1"/>
              <p:nvPr/>
            </p:nvSpPr>
            <p:spPr>
              <a:xfrm>
                <a:off x="3618781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415274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>
                <a:off x="4686150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121" name="TextBox 120"/>
              <p:cNvSpPr txBox="1"/>
              <p:nvPr/>
            </p:nvSpPr>
            <p:spPr>
              <a:xfrm>
                <a:off x="521713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122" name="TextBox 121"/>
              <p:cNvSpPr txBox="1"/>
              <p:nvPr/>
            </p:nvSpPr>
            <p:spPr>
              <a:xfrm>
                <a:off x="569516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628691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124" name="TextBox 123"/>
              <p:cNvSpPr txBox="1"/>
              <p:nvPr/>
            </p:nvSpPr>
            <p:spPr>
              <a:xfrm>
                <a:off x="6820318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735428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7887687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6190050" y="4056396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4384196" y="4716751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8051692" y="4656356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3352080" y="5411239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132" name="TextBox 131"/>
              <p:cNvSpPr txBox="1"/>
              <p:nvPr/>
            </p:nvSpPr>
            <p:spPr>
              <a:xfrm>
                <a:off x="7122005" y="5352336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133" name="TextBox 132"/>
              <p:cNvSpPr txBox="1"/>
              <p:nvPr/>
            </p:nvSpPr>
            <p:spPr>
              <a:xfrm>
                <a:off x="5404398" y="5448563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9030117" y="5369726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2783996" y="6304281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136" name="TextBox 135"/>
              <p:cNvSpPr txBox="1"/>
              <p:nvPr/>
            </p:nvSpPr>
            <p:spPr>
              <a:xfrm>
                <a:off x="3920466" y="6304279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137" name="TextBox 136"/>
              <p:cNvSpPr txBox="1"/>
              <p:nvPr/>
            </p:nvSpPr>
            <p:spPr>
              <a:xfrm>
                <a:off x="4842600" y="6304279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DD63706-E4C7-47FF-ED63-DD7FF7C2E1EB}"/>
                </a:ext>
              </a:extLst>
            </p:cNvPr>
            <p:cNvSpPr txBox="1"/>
            <p:nvPr/>
          </p:nvSpPr>
          <p:spPr>
            <a:xfrm>
              <a:off x="1987288" y="2408529"/>
              <a:ext cx="694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Heap</a:t>
              </a:r>
            </a:p>
          </p:txBody>
        </p:sp>
        <p:sp>
          <p:nvSpPr>
            <p:cNvPr id="68" name="Right Brace 67">
              <a:extLst>
                <a:ext uri="{FF2B5EF4-FFF2-40B4-BE49-F238E27FC236}">
                  <a16:creationId xmlns:a16="http://schemas.microsoft.com/office/drawing/2014/main" id="{66512D7B-3625-F093-3949-30A12B2F620E}"/>
                </a:ext>
              </a:extLst>
            </p:cNvPr>
            <p:cNvSpPr/>
            <p:nvPr/>
          </p:nvSpPr>
          <p:spPr>
            <a:xfrm rot="16200000">
              <a:off x="2090104" y="1271918"/>
              <a:ext cx="457048" cy="3388500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E0A75CC-9038-251C-139C-C6227A2A8436}"/>
              </a:ext>
            </a:extLst>
          </p:cNvPr>
          <p:cNvGrpSpPr/>
          <p:nvPr/>
        </p:nvGrpSpPr>
        <p:grpSpPr>
          <a:xfrm>
            <a:off x="6985704" y="2378931"/>
            <a:ext cx="4417942" cy="3531374"/>
            <a:chOff x="6964437" y="2378931"/>
            <a:chExt cx="4417942" cy="353137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1ACB18C-8EBA-F394-7C4B-8AE53F4DABC4}"/>
                </a:ext>
              </a:extLst>
            </p:cNvPr>
            <p:cNvGrpSpPr/>
            <p:nvPr/>
          </p:nvGrpSpPr>
          <p:grpSpPr>
            <a:xfrm>
              <a:off x="6964437" y="3157317"/>
              <a:ext cx="4417942" cy="2752988"/>
              <a:chOff x="2590801" y="2418080"/>
              <a:chExt cx="6934200" cy="4320966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0C7F5CC-2D3D-6DFE-E428-31636A26B54A}"/>
                  </a:ext>
                </a:extLst>
              </p:cNvPr>
              <p:cNvSpPr/>
              <p:nvPr/>
            </p:nvSpPr>
            <p:spPr>
              <a:xfrm>
                <a:off x="5924835" y="3347010"/>
                <a:ext cx="760098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35D2D37B-C9E5-70C8-0979-F5FED467C3AA}"/>
                  </a:ext>
                </a:extLst>
              </p:cNvPr>
              <p:cNvSpPr/>
              <p:nvPr/>
            </p:nvSpPr>
            <p:spPr>
              <a:xfrm>
                <a:off x="4191001" y="4021949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196F1F2-37AA-5FB4-E3AF-9285E5EBF27B}"/>
                  </a:ext>
                </a:extLst>
              </p:cNvPr>
              <p:cNvSpPr/>
              <p:nvPr/>
            </p:nvSpPr>
            <p:spPr>
              <a:xfrm>
                <a:off x="7858499" y="3993573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BAA04FC-C894-AE2B-C419-87F798CE5BBF}"/>
                  </a:ext>
                </a:extLst>
              </p:cNvPr>
              <p:cNvSpPr/>
              <p:nvPr/>
            </p:nvSpPr>
            <p:spPr>
              <a:xfrm>
                <a:off x="3200401" y="472316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C29E24A-55CC-817A-A92B-8EC4DAECF297}"/>
                  </a:ext>
                </a:extLst>
              </p:cNvPr>
              <p:cNvSpPr/>
              <p:nvPr/>
            </p:nvSpPr>
            <p:spPr>
              <a:xfrm>
                <a:off x="5211206" y="4765028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D32DB29-597C-C80A-6537-D2135DFBC3D6}"/>
                  </a:ext>
                </a:extLst>
              </p:cNvPr>
              <p:cNvSpPr/>
              <p:nvPr/>
            </p:nvSpPr>
            <p:spPr>
              <a:xfrm>
                <a:off x="6934201" y="468165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E9E7431-D099-82A0-5F58-592D9FEF909E}"/>
                  </a:ext>
                </a:extLst>
              </p:cNvPr>
              <p:cNvSpPr/>
              <p:nvPr/>
            </p:nvSpPr>
            <p:spPr>
              <a:xfrm>
                <a:off x="8836924" y="4681650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65DE8E9-77A6-52AB-4AD9-049748D9482F}"/>
                  </a:ext>
                </a:extLst>
              </p:cNvPr>
              <p:cNvSpPr/>
              <p:nvPr/>
            </p:nvSpPr>
            <p:spPr>
              <a:xfrm>
                <a:off x="2590801" y="569240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3F84E96-FEFA-CA6A-BDA9-5374E270A188}"/>
                  </a:ext>
                </a:extLst>
              </p:cNvPr>
              <p:cNvSpPr/>
              <p:nvPr/>
            </p:nvSpPr>
            <p:spPr>
              <a:xfrm>
                <a:off x="3733801" y="5692404"/>
                <a:ext cx="688077" cy="68807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3F3227B8-1A4E-F63C-F4AA-A2CBC17ABC6F}"/>
                  </a:ext>
                </a:extLst>
              </p:cNvPr>
              <p:cNvCxnSpPr>
                <a:cxnSpLocks/>
                <a:stCxn id="12" idx="2"/>
                <a:endCxn id="13" idx="7"/>
              </p:cNvCxnSpPr>
              <p:nvPr/>
            </p:nvCxnSpPr>
            <p:spPr>
              <a:xfrm flipH="1">
                <a:off x="4778312" y="3691049"/>
                <a:ext cx="1146522" cy="4316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DC4C8B0-ADC1-1480-EFAE-91E55D6B043C}"/>
                  </a:ext>
                </a:extLst>
              </p:cNvPr>
              <p:cNvCxnSpPr>
                <a:cxnSpLocks/>
                <a:stCxn id="12" idx="6"/>
                <a:endCxn id="14" idx="1"/>
              </p:cNvCxnSpPr>
              <p:nvPr/>
            </p:nvCxnSpPr>
            <p:spPr>
              <a:xfrm>
                <a:off x="6684933" y="3691049"/>
                <a:ext cx="1274332" cy="40329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12D7D012-16BC-A00F-6F34-B8E8A574D4B6}"/>
                  </a:ext>
                </a:extLst>
              </p:cNvPr>
              <p:cNvCxnSpPr>
                <a:stCxn id="16" idx="1"/>
                <a:endCxn id="13" idx="5"/>
              </p:cNvCxnSpPr>
              <p:nvPr/>
            </p:nvCxnSpPr>
            <p:spPr>
              <a:xfrm flipH="1" flipV="1">
                <a:off x="4778310" y="4609258"/>
                <a:ext cx="533662" cy="256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7FEB7A2-337C-DAB8-33DC-8CC6611A2834}"/>
                  </a:ext>
                </a:extLst>
              </p:cNvPr>
              <p:cNvCxnSpPr>
                <a:stCxn id="15" idx="7"/>
                <a:endCxn id="13" idx="3"/>
              </p:cNvCxnSpPr>
              <p:nvPr/>
            </p:nvCxnSpPr>
            <p:spPr>
              <a:xfrm flipV="1">
                <a:off x="3787711" y="4609258"/>
                <a:ext cx="504057" cy="21467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4D23D4A-E177-4F93-C998-B6DACFFD29D1}"/>
                  </a:ext>
                </a:extLst>
              </p:cNvPr>
              <p:cNvCxnSpPr>
                <a:stCxn id="20" idx="0"/>
                <a:endCxn id="15" idx="5"/>
              </p:cNvCxnSpPr>
              <p:nvPr/>
            </p:nvCxnSpPr>
            <p:spPr>
              <a:xfrm flipH="1" flipV="1">
                <a:off x="3787711" y="5310473"/>
                <a:ext cx="290129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3664EA3-9B8D-131F-60A9-5C08B8B9B095}"/>
                  </a:ext>
                </a:extLst>
              </p:cNvPr>
              <p:cNvCxnSpPr>
                <a:stCxn id="19" idx="0"/>
                <a:endCxn id="15" idx="3"/>
              </p:cNvCxnSpPr>
              <p:nvPr/>
            </p:nvCxnSpPr>
            <p:spPr>
              <a:xfrm flipV="1">
                <a:off x="2934839" y="5310473"/>
                <a:ext cx="366328" cy="38193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4348FE74-1B64-CC6A-677C-9BA94601384C}"/>
                  </a:ext>
                </a:extLst>
              </p:cNvPr>
              <p:cNvCxnSpPr>
                <a:stCxn id="17" idx="7"/>
                <a:endCxn id="14" idx="3"/>
              </p:cNvCxnSpPr>
              <p:nvPr/>
            </p:nvCxnSpPr>
            <p:spPr>
              <a:xfrm flipV="1">
                <a:off x="7521511" y="4580882"/>
                <a:ext cx="437755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3E913D6-ACF5-193D-DA69-35EEBD3D94AD}"/>
                  </a:ext>
                </a:extLst>
              </p:cNvPr>
              <p:cNvCxnSpPr>
                <a:stCxn id="18" idx="1"/>
                <a:endCxn id="14" idx="5"/>
              </p:cNvCxnSpPr>
              <p:nvPr/>
            </p:nvCxnSpPr>
            <p:spPr>
              <a:xfrm flipH="1" flipV="1">
                <a:off x="8445808" y="4580882"/>
                <a:ext cx="491882" cy="20153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D9A0E39A-7B72-BD17-A398-9088BF8071F5}"/>
                  </a:ext>
                </a:extLst>
              </p:cNvPr>
              <p:cNvGrpSpPr/>
              <p:nvPr/>
            </p:nvGrpSpPr>
            <p:grpSpPr>
              <a:xfrm>
                <a:off x="2964445" y="2418080"/>
                <a:ext cx="5336453" cy="537341"/>
                <a:chOff x="1978924" y="2722180"/>
                <a:chExt cx="5336453" cy="537341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52B4387-1547-2B2F-F2E9-D207C97E9356}"/>
                    </a:ext>
                  </a:extLst>
                </p:cNvPr>
                <p:cNvGrpSpPr/>
                <p:nvPr/>
              </p:nvGrpSpPr>
              <p:grpSpPr>
                <a:xfrm>
                  <a:off x="1978924" y="2726121"/>
                  <a:ext cx="4802307" cy="533400"/>
                  <a:chOff x="1978924" y="2971800"/>
                  <a:chExt cx="4802307" cy="533400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DE97FB2A-3FA2-2255-C93F-10DD4DE72FBF}"/>
                      </a:ext>
                    </a:extLst>
                  </p:cNvPr>
                  <p:cNvSpPr/>
                  <p:nvPr/>
                </p:nvSpPr>
                <p:spPr>
                  <a:xfrm>
                    <a:off x="1978924" y="2971800"/>
                    <a:ext cx="533400" cy="5334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CAACF8C0-7994-CE15-D529-492BED6ABFA6}"/>
                      </a:ext>
                    </a:extLst>
                  </p:cNvPr>
                  <p:cNvSpPr/>
                  <p:nvPr/>
                </p:nvSpPr>
                <p:spPr>
                  <a:xfrm>
                    <a:off x="2512893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D456A2AF-3FF2-9B49-4718-F3960221C05A}"/>
                      </a:ext>
                    </a:extLst>
                  </p:cNvPr>
                  <p:cNvSpPr/>
                  <p:nvPr/>
                </p:nvSpPr>
                <p:spPr>
                  <a:xfrm>
                    <a:off x="3046293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BCBFEA4C-3F52-89F4-0B7A-40CB7576F169}"/>
                      </a:ext>
                    </a:extLst>
                  </p:cNvPr>
                  <p:cNvSpPr/>
                  <p:nvPr/>
                </p:nvSpPr>
                <p:spPr>
                  <a:xfrm>
                    <a:off x="3579693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3E51530B-4109-B0CE-84F8-1D6103B8D6BE}"/>
                      </a:ext>
                    </a:extLst>
                  </p:cNvPr>
                  <p:cNvSpPr/>
                  <p:nvPr/>
                </p:nvSpPr>
                <p:spPr>
                  <a:xfrm>
                    <a:off x="4113662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4840CFBD-067B-5D87-6819-DC9E49DAB281}"/>
                      </a:ext>
                    </a:extLst>
                  </p:cNvPr>
                  <p:cNvSpPr/>
                  <p:nvPr/>
                </p:nvSpPr>
                <p:spPr>
                  <a:xfrm>
                    <a:off x="4647062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71FA7172-5784-5D42-EA38-8A92B040FD80}"/>
                      </a:ext>
                    </a:extLst>
                  </p:cNvPr>
                  <p:cNvSpPr/>
                  <p:nvPr/>
                </p:nvSpPr>
                <p:spPr>
                  <a:xfrm>
                    <a:off x="5180462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6DA5FD9A-2B8D-DF20-81BF-BD99CE559654}"/>
                      </a:ext>
                    </a:extLst>
                  </p:cNvPr>
                  <p:cNvSpPr/>
                  <p:nvPr/>
                </p:nvSpPr>
                <p:spPr>
                  <a:xfrm>
                    <a:off x="5714431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A4D0632F-796E-3E46-BF35-29D81A70B16E}"/>
                      </a:ext>
                    </a:extLst>
                  </p:cNvPr>
                  <p:cNvSpPr/>
                  <p:nvPr/>
                </p:nvSpPr>
                <p:spPr>
                  <a:xfrm>
                    <a:off x="6247831" y="2971800"/>
                    <a:ext cx="533400" cy="53340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</p:grp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F1605C14-DDBA-84C6-6917-FA29FD0009E3}"/>
                    </a:ext>
                  </a:extLst>
                </p:cNvPr>
                <p:cNvSpPr/>
                <p:nvPr/>
              </p:nvSpPr>
              <p:spPr>
                <a:xfrm>
                  <a:off x="6781977" y="272218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10</a:t>
                  </a:r>
                </a:p>
              </p:txBody>
            </p: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17277F6-E70C-8DBE-E629-4B3B665596BF}"/>
                  </a:ext>
                </a:extLst>
              </p:cNvPr>
              <p:cNvSpPr txBox="1"/>
              <p:nvPr/>
            </p:nvSpPr>
            <p:spPr>
              <a:xfrm>
                <a:off x="3085382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A774463-628E-AA63-B226-C8E9E0CAC509}"/>
                  </a:ext>
                </a:extLst>
              </p:cNvPr>
              <p:cNvSpPr txBox="1"/>
              <p:nvPr/>
            </p:nvSpPr>
            <p:spPr>
              <a:xfrm>
                <a:off x="3618781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52DFE88-BBB1-2345-759B-E85F3BBE72E4}"/>
                  </a:ext>
                </a:extLst>
              </p:cNvPr>
              <p:cNvSpPr txBox="1"/>
              <p:nvPr/>
            </p:nvSpPr>
            <p:spPr>
              <a:xfrm>
                <a:off x="415274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D8BAB23-0E7B-DE2C-89BA-3DAD03590C54}"/>
                  </a:ext>
                </a:extLst>
              </p:cNvPr>
              <p:cNvSpPr txBox="1"/>
              <p:nvPr/>
            </p:nvSpPr>
            <p:spPr>
              <a:xfrm>
                <a:off x="4686150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B72E5C7-F3B4-80DB-6B1F-315E6A525F51}"/>
                  </a:ext>
                </a:extLst>
              </p:cNvPr>
              <p:cNvSpPr txBox="1"/>
              <p:nvPr/>
            </p:nvSpPr>
            <p:spPr>
              <a:xfrm>
                <a:off x="521713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2FC80B0-F523-9F59-E405-BA7CE264BF5B}"/>
                  </a:ext>
                </a:extLst>
              </p:cNvPr>
              <p:cNvSpPr txBox="1"/>
              <p:nvPr/>
            </p:nvSpPr>
            <p:spPr>
              <a:xfrm>
                <a:off x="569516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6BF85BF-D706-3DB5-98C5-3C797281537F}"/>
                  </a:ext>
                </a:extLst>
              </p:cNvPr>
              <p:cNvSpPr txBox="1"/>
              <p:nvPr/>
            </p:nvSpPr>
            <p:spPr>
              <a:xfrm>
                <a:off x="628691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697A18F-B36C-4212-210C-EBA1390E56E2}"/>
                  </a:ext>
                </a:extLst>
              </p:cNvPr>
              <p:cNvSpPr txBox="1"/>
              <p:nvPr/>
            </p:nvSpPr>
            <p:spPr>
              <a:xfrm>
                <a:off x="6820318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9DE0472-C5E3-CC33-73F0-1799262E47A6}"/>
                  </a:ext>
                </a:extLst>
              </p:cNvPr>
              <p:cNvSpPr txBox="1"/>
              <p:nvPr/>
            </p:nvSpPr>
            <p:spPr>
              <a:xfrm>
                <a:off x="7354289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B118120-EA97-9D98-699D-6153C1B522AD}"/>
                  </a:ext>
                </a:extLst>
              </p:cNvPr>
              <p:cNvSpPr txBox="1"/>
              <p:nvPr/>
            </p:nvSpPr>
            <p:spPr>
              <a:xfrm>
                <a:off x="7887687" y="2995414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22003BA-361B-DFAE-BE45-E133579DDA57}"/>
                  </a:ext>
                </a:extLst>
              </p:cNvPr>
              <p:cNvSpPr txBox="1"/>
              <p:nvPr/>
            </p:nvSpPr>
            <p:spPr>
              <a:xfrm>
                <a:off x="6190050" y="4056396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B364F45-CF16-84A3-6B9A-18AF57A766F3}"/>
                  </a:ext>
                </a:extLst>
              </p:cNvPr>
              <p:cNvSpPr txBox="1"/>
              <p:nvPr/>
            </p:nvSpPr>
            <p:spPr>
              <a:xfrm>
                <a:off x="4384196" y="4716751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B448C4E-F946-0FEB-0ED1-1FFD4640B8DD}"/>
                  </a:ext>
                </a:extLst>
              </p:cNvPr>
              <p:cNvSpPr txBox="1"/>
              <p:nvPr/>
            </p:nvSpPr>
            <p:spPr>
              <a:xfrm>
                <a:off x="8051692" y="4656356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1E1FD5F-D0B8-7D4F-FCD9-89F229219430}"/>
                  </a:ext>
                </a:extLst>
              </p:cNvPr>
              <p:cNvSpPr txBox="1"/>
              <p:nvPr/>
            </p:nvSpPr>
            <p:spPr>
              <a:xfrm>
                <a:off x="3352080" y="5411239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1841F3E-C89B-F72E-5C0A-ED1C5AA9D0A0}"/>
                  </a:ext>
                </a:extLst>
              </p:cNvPr>
              <p:cNvSpPr txBox="1"/>
              <p:nvPr/>
            </p:nvSpPr>
            <p:spPr>
              <a:xfrm>
                <a:off x="7122005" y="5352336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DFED3D8-FF3A-5BDE-A591-CDD28933DFAA}"/>
                  </a:ext>
                </a:extLst>
              </p:cNvPr>
              <p:cNvSpPr txBox="1"/>
              <p:nvPr/>
            </p:nvSpPr>
            <p:spPr>
              <a:xfrm>
                <a:off x="5404398" y="5448563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0DEB543-6549-44F3-60BF-CFC8AE8247D6}"/>
                  </a:ext>
                </a:extLst>
              </p:cNvPr>
              <p:cNvSpPr txBox="1"/>
              <p:nvPr/>
            </p:nvSpPr>
            <p:spPr>
              <a:xfrm>
                <a:off x="9030117" y="5369726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BE9B435-8621-6410-EAE5-9CE7D51A2F6D}"/>
                  </a:ext>
                </a:extLst>
              </p:cNvPr>
              <p:cNvSpPr txBox="1"/>
              <p:nvPr/>
            </p:nvSpPr>
            <p:spPr>
              <a:xfrm>
                <a:off x="2783996" y="6304281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B8B478B-0642-6F9E-F5D8-6EAA309EAA43}"/>
                  </a:ext>
                </a:extLst>
              </p:cNvPr>
              <p:cNvSpPr txBox="1"/>
              <p:nvPr/>
            </p:nvSpPr>
            <p:spPr>
              <a:xfrm>
                <a:off x="3920466" y="6304279"/>
                <a:ext cx="413129" cy="43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</p:grpSp>
        <p:sp>
          <p:nvSpPr>
            <p:cNvPr id="66" name="Right Brace 65">
              <a:extLst>
                <a:ext uri="{FF2B5EF4-FFF2-40B4-BE49-F238E27FC236}">
                  <a16:creationId xmlns:a16="http://schemas.microsoft.com/office/drawing/2014/main" id="{7B324513-4F3B-B80A-F7EE-DCA5111F7561}"/>
                </a:ext>
              </a:extLst>
            </p:cNvPr>
            <p:cNvSpPr/>
            <p:nvPr/>
          </p:nvSpPr>
          <p:spPr>
            <a:xfrm rot="16200000">
              <a:off x="8501462" y="1415536"/>
              <a:ext cx="457048" cy="3029450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C3569489-02CD-EDF2-4552-AF3D07F3E76B}"/>
                </a:ext>
              </a:extLst>
            </p:cNvPr>
            <p:cNvSpPr txBox="1"/>
            <p:nvPr/>
          </p:nvSpPr>
          <p:spPr>
            <a:xfrm>
              <a:off x="8398311" y="2378931"/>
              <a:ext cx="694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Heap</a:t>
              </a:r>
            </a:p>
          </p:txBody>
        </p:sp>
        <p:sp>
          <p:nvSpPr>
            <p:cNvPr id="69" name="Right Brace 68">
              <a:extLst>
                <a:ext uri="{FF2B5EF4-FFF2-40B4-BE49-F238E27FC236}">
                  <a16:creationId xmlns:a16="http://schemas.microsoft.com/office/drawing/2014/main" id="{E17F7E06-93F6-7352-63B2-C2A554B11510}"/>
                </a:ext>
              </a:extLst>
            </p:cNvPr>
            <p:cNvSpPr/>
            <p:nvPr/>
          </p:nvSpPr>
          <p:spPr>
            <a:xfrm rot="16200000">
              <a:off x="10199097" y="2778486"/>
              <a:ext cx="457048" cy="303549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219EF8B-6B6F-8007-2291-D7C9BC07536D}"/>
                </a:ext>
              </a:extLst>
            </p:cNvPr>
            <p:cNvSpPr txBox="1"/>
            <p:nvPr/>
          </p:nvSpPr>
          <p:spPr>
            <a:xfrm>
              <a:off x="10145437" y="2400210"/>
              <a:ext cx="694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List</a:t>
              </a:r>
            </a:p>
          </p:txBody>
        </p:sp>
      </p:grp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7B9E2525-2BF4-02E1-2C72-BE75BB2F21FE}"/>
              </a:ext>
            </a:extLst>
          </p:cNvPr>
          <p:cNvSpPr/>
          <p:nvPr/>
        </p:nvSpPr>
        <p:spPr>
          <a:xfrm>
            <a:off x="5018567" y="3429000"/>
            <a:ext cx="1403498" cy="5050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3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BA937-A589-3551-E3A7-A1FA08C51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30710-F381-09BF-BFE1-CB00A4D77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Sort 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409E51-0D62-934E-3CFF-F309D80249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Worst case running time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In place:</a:t>
                </a:r>
              </a:p>
              <a:p>
                <a:pPr lvl="1"/>
                <a:r>
                  <a:rPr lang="en-US" dirty="0"/>
                  <a:t>YES!</a:t>
                </a:r>
              </a:p>
              <a:p>
                <a:pPr lvl="1"/>
                <a:r>
                  <a:rPr lang="en-US" dirty="0"/>
                  <a:t>We only swap items within the given array</a:t>
                </a:r>
              </a:p>
              <a:p>
                <a:r>
                  <a:rPr lang="en-US" dirty="0"/>
                  <a:t>Adaptive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pPr lvl="1"/>
                <a:r>
                  <a:rPr lang="en-US" dirty="0"/>
                  <a:t>Running time is the same regardless of original list’s order</a:t>
                </a:r>
              </a:p>
              <a:p>
                <a:r>
                  <a:rPr lang="en-US" dirty="0"/>
                  <a:t>Online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pPr lvl="1"/>
                <a:r>
                  <a:rPr lang="en-US" dirty="0"/>
                  <a:t>We need all elements in the heap before we can start extracting</a:t>
                </a:r>
              </a:p>
              <a:p>
                <a:r>
                  <a:rPr lang="en-US" dirty="0"/>
                  <a:t>Stable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pPr lvl="1"/>
                <a:r>
                  <a:rPr lang="en-US" dirty="0"/>
                  <a:t>Question on Exercise 6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409E51-0D62-934E-3CFF-F309D80249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072E2D9-253A-6AAE-5CDC-D32DAE189962}"/>
                  </a:ext>
                </a:extLst>
              </p14:cNvPr>
              <p14:cNvContentPartPr/>
              <p14:nvPr/>
            </p14:nvContentPartPr>
            <p14:xfrm>
              <a:off x="540720" y="2219760"/>
              <a:ext cx="7890840" cy="3392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072E2D9-253A-6AAE-5CDC-D32DAE1899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1360" y="2210400"/>
                <a:ext cx="7909560" cy="341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8269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CBAD-23AB-0CC2-48DA-218DAB0B7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9AF56-68BF-F3D5-11B8-6D7ECED34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 and Conquer:</a:t>
            </a:r>
          </a:p>
          <a:p>
            <a:pPr lvl="1"/>
            <a:r>
              <a:rPr lang="en-US" dirty="0"/>
              <a:t>Recursive algorithm design technique</a:t>
            </a:r>
          </a:p>
          <a:p>
            <a:pPr lvl="1"/>
            <a:r>
              <a:rPr lang="en-US" dirty="0"/>
              <a:t>Solve a large problem by breaking it up into smaller versions of the same problem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B9EE74-EE43-58BF-64AB-29D3E260BCC8}"/>
                  </a:ext>
                </a:extLst>
              </p14:cNvPr>
              <p14:cNvContentPartPr/>
              <p14:nvPr/>
            </p14:nvContentPartPr>
            <p14:xfrm>
              <a:off x="814320" y="1047240"/>
              <a:ext cx="11230560" cy="1436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B9EE74-EE43-58BF-64AB-29D3E260BC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4960" y="1037880"/>
                <a:ext cx="11249280" cy="145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9008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38588" y="1410797"/>
            <a:ext cx="9601200" cy="5257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Base Case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If the problem is “small” then solve directly and return</a:t>
            </a:r>
          </a:p>
          <a:p>
            <a:pPr lvl="2"/>
            <a:endParaRPr lang="en-US" sz="2600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Divide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Break the problem into subproblem(s), each smaller instances</a:t>
            </a:r>
          </a:p>
          <a:p>
            <a:pPr lvl="1"/>
            <a:endParaRPr lang="en-US" sz="2600" b="1" dirty="0"/>
          </a:p>
          <a:p>
            <a:r>
              <a:rPr lang="en-US" b="1" dirty="0">
                <a:solidFill>
                  <a:srgbClr val="0070C0"/>
                </a:solidFill>
              </a:rPr>
              <a:t>Conquer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Solve subproblem(s) recursively</a:t>
            </a:r>
          </a:p>
          <a:p>
            <a:pPr lvl="1"/>
            <a:endParaRPr lang="en-US" sz="2600" dirty="0">
              <a:solidFill>
                <a:srgbClr val="FF33CC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Combine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Use solutions to subproblems to solve original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BD0AC-AF6B-41D9-8112-2153A916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DF71E6-F9FB-D6A8-1E23-54C6D3C4AD9B}"/>
              </a:ext>
            </a:extLst>
          </p:cNvPr>
          <p:cNvGrpSpPr/>
          <p:nvPr/>
        </p:nvGrpSpPr>
        <p:grpSpPr>
          <a:xfrm>
            <a:off x="6837680" y="257670"/>
            <a:ext cx="2535365" cy="1245566"/>
            <a:chOff x="1828800" y="1295400"/>
            <a:chExt cx="9753600" cy="4791716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DAC2D07C-463A-A5C5-6448-C3934F49A2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00"/>
            <a:stretch/>
          </p:blipFill>
          <p:spPr bwMode="auto">
            <a:xfrm>
              <a:off x="5410200" y="1562741"/>
              <a:ext cx="6172200" cy="4524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2BDA3FC-F142-9C70-E4D6-4E5EE4158D0A}"/>
                </a:ext>
              </a:extLst>
            </p:cNvPr>
            <p:cNvSpPr/>
            <p:nvPr/>
          </p:nvSpPr>
          <p:spPr>
            <a:xfrm>
              <a:off x="1828800" y="1295400"/>
              <a:ext cx="3852820" cy="4022719"/>
            </a:xfrm>
            <a:custGeom>
              <a:avLst/>
              <a:gdLst>
                <a:gd name="connsiteX0" fmla="*/ 3613123 w 3852820"/>
                <a:gd name="connsiteY0" fmla="*/ 763480 h 4022719"/>
                <a:gd name="connsiteX1" fmla="*/ 3178117 w 3852820"/>
                <a:gd name="connsiteY1" fmla="*/ 772357 h 4022719"/>
                <a:gd name="connsiteX2" fmla="*/ 2849643 w 3852820"/>
                <a:gd name="connsiteY2" fmla="*/ 887767 h 4022719"/>
                <a:gd name="connsiteX3" fmla="*/ 2680968 w 3852820"/>
                <a:gd name="connsiteY3" fmla="*/ 967666 h 4022719"/>
                <a:gd name="connsiteX4" fmla="*/ 2601069 w 3852820"/>
                <a:gd name="connsiteY4" fmla="*/ 1145220 h 4022719"/>
                <a:gd name="connsiteX5" fmla="*/ 2583313 w 3852820"/>
                <a:gd name="connsiteY5" fmla="*/ 1384917 h 4022719"/>
                <a:gd name="connsiteX6" fmla="*/ 2609946 w 3852820"/>
                <a:gd name="connsiteY6" fmla="*/ 2130641 h 4022719"/>
                <a:gd name="connsiteX7" fmla="*/ 2751989 w 3852820"/>
                <a:gd name="connsiteY7" fmla="*/ 2547891 h 4022719"/>
                <a:gd name="connsiteX8" fmla="*/ 2672090 w 3852820"/>
                <a:gd name="connsiteY8" fmla="*/ 2849732 h 4022719"/>
                <a:gd name="connsiteX9" fmla="*/ 2316983 w 3852820"/>
                <a:gd name="connsiteY9" fmla="*/ 3053919 h 4022719"/>
                <a:gd name="connsiteX10" fmla="*/ 1846467 w 3852820"/>
                <a:gd name="connsiteY10" fmla="*/ 2982897 h 4022719"/>
                <a:gd name="connsiteX11" fmla="*/ 1526871 w 3852820"/>
                <a:gd name="connsiteY11" fmla="*/ 2769833 h 4022719"/>
                <a:gd name="connsiteX12" fmla="*/ 923189 w 3852820"/>
                <a:gd name="connsiteY12" fmla="*/ 2512381 h 4022719"/>
                <a:gd name="connsiteX13" fmla="*/ 594715 w 3852820"/>
                <a:gd name="connsiteY13" fmla="*/ 2104008 h 4022719"/>
                <a:gd name="connsiteX14" fmla="*/ 585838 w 3852820"/>
                <a:gd name="connsiteY14" fmla="*/ 2015231 h 4022719"/>
                <a:gd name="connsiteX15" fmla="*/ 1216152 w 3852820"/>
                <a:gd name="connsiteY15" fmla="*/ 1509204 h 4022719"/>
                <a:gd name="connsiteX16" fmla="*/ 1677791 w 3852820"/>
                <a:gd name="connsiteY16" fmla="*/ 1447060 h 4022719"/>
                <a:gd name="connsiteX17" fmla="*/ 2849643 w 3852820"/>
                <a:gd name="connsiteY17" fmla="*/ 1784412 h 4022719"/>
                <a:gd name="connsiteX18" fmla="*/ 2956175 w 3852820"/>
                <a:gd name="connsiteY18" fmla="*/ 1882066 h 4022719"/>
                <a:gd name="connsiteX19" fmla="*/ 3009441 w 3852820"/>
                <a:gd name="connsiteY19" fmla="*/ 2032987 h 4022719"/>
                <a:gd name="connsiteX20" fmla="*/ 2956175 w 3852820"/>
                <a:gd name="connsiteY20" fmla="*/ 2379216 h 4022719"/>
                <a:gd name="connsiteX21" fmla="*/ 2654335 w 3852820"/>
                <a:gd name="connsiteY21" fmla="*/ 2645546 h 4022719"/>
                <a:gd name="connsiteX22" fmla="*/ 2103919 w 3852820"/>
                <a:gd name="connsiteY22" fmla="*/ 3258105 h 4022719"/>
                <a:gd name="connsiteX23" fmla="*/ 1864222 w 3852820"/>
                <a:gd name="connsiteY23" fmla="*/ 3382392 h 4022719"/>
                <a:gd name="connsiteX24" fmla="*/ 1296051 w 3852820"/>
                <a:gd name="connsiteY24" fmla="*/ 3311371 h 4022719"/>
                <a:gd name="connsiteX25" fmla="*/ 1145131 w 3852820"/>
                <a:gd name="connsiteY25" fmla="*/ 3222594 h 4022719"/>
                <a:gd name="connsiteX26" fmla="*/ 1065232 w 3852820"/>
                <a:gd name="connsiteY26" fmla="*/ 3080552 h 4022719"/>
                <a:gd name="connsiteX27" fmla="*/ 994210 w 3852820"/>
                <a:gd name="connsiteY27" fmla="*/ 1890944 h 4022719"/>
                <a:gd name="connsiteX28" fmla="*/ 1038599 w 3852820"/>
                <a:gd name="connsiteY28" fmla="*/ 958788 h 4022719"/>
                <a:gd name="connsiteX29" fmla="*/ 1003088 w 3852820"/>
                <a:gd name="connsiteY29" fmla="*/ 727969 h 4022719"/>
                <a:gd name="connsiteX30" fmla="*/ 976455 w 3852820"/>
                <a:gd name="connsiteY30" fmla="*/ 648070 h 4022719"/>
                <a:gd name="connsiteX31" fmla="*/ 878801 w 3852820"/>
                <a:gd name="connsiteY31" fmla="*/ 612559 h 4022719"/>
                <a:gd name="connsiteX32" fmla="*/ 674614 w 3852820"/>
                <a:gd name="connsiteY32" fmla="*/ 701336 h 4022719"/>
                <a:gd name="connsiteX33" fmla="*/ 328385 w 3852820"/>
                <a:gd name="connsiteY33" fmla="*/ 1189608 h 4022719"/>
                <a:gd name="connsiteX34" fmla="*/ 319507 w 3852820"/>
                <a:gd name="connsiteY34" fmla="*/ 1606858 h 4022719"/>
                <a:gd name="connsiteX35" fmla="*/ 470428 w 3852820"/>
                <a:gd name="connsiteY35" fmla="*/ 1988598 h 4022719"/>
                <a:gd name="connsiteX36" fmla="*/ 807779 w 3852820"/>
                <a:gd name="connsiteY36" fmla="*/ 2379216 h 4022719"/>
                <a:gd name="connsiteX37" fmla="*/ 1402583 w 3852820"/>
                <a:gd name="connsiteY37" fmla="*/ 2494625 h 4022719"/>
                <a:gd name="connsiteX38" fmla="*/ 1633403 w 3852820"/>
                <a:gd name="connsiteY38" fmla="*/ 2467992 h 4022719"/>
                <a:gd name="connsiteX39" fmla="*/ 2059531 w 3852820"/>
                <a:gd name="connsiteY39" fmla="*/ 1731146 h 4022719"/>
                <a:gd name="connsiteX40" fmla="*/ 2015142 w 3852820"/>
                <a:gd name="connsiteY40" fmla="*/ 1056443 h 4022719"/>
                <a:gd name="connsiteX41" fmla="*/ 1846467 w 3852820"/>
                <a:gd name="connsiteY41" fmla="*/ 594804 h 4022719"/>
                <a:gd name="connsiteX42" fmla="*/ 1517993 w 3852820"/>
                <a:gd name="connsiteY42" fmla="*/ 958788 h 4022719"/>
                <a:gd name="connsiteX43" fmla="*/ 1535748 w 3852820"/>
                <a:gd name="connsiteY43" fmla="*/ 1420427 h 4022719"/>
                <a:gd name="connsiteX44" fmla="*/ 1748812 w 3852820"/>
                <a:gd name="connsiteY44" fmla="*/ 2059620 h 4022719"/>
                <a:gd name="connsiteX45" fmla="*/ 2902909 w 3852820"/>
                <a:gd name="connsiteY45" fmla="*/ 3045041 h 4022719"/>
                <a:gd name="connsiteX46" fmla="*/ 3169239 w 3852820"/>
                <a:gd name="connsiteY46" fmla="*/ 3160451 h 4022719"/>
                <a:gd name="connsiteX47" fmla="*/ 3382304 w 3852820"/>
                <a:gd name="connsiteY47" fmla="*/ 3400148 h 4022719"/>
                <a:gd name="connsiteX48" fmla="*/ 3444447 w 3852820"/>
                <a:gd name="connsiteY48" fmla="*/ 3604334 h 4022719"/>
                <a:gd name="connsiteX49" fmla="*/ 2592191 w 3852820"/>
                <a:gd name="connsiteY49" fmla="*/ 3817398 h 4022719"/>
                <a:gd name="connsiteX50" fmla="*/ 1722179 w 3852820"/>
                <a:gd name="connsiteY50" fmla="*/ 3355759 h 4022719"/>
                <a:gd name="connsiteX51" fmla="*/ 1677791 w 3852820"/>
                <a:gd name="connsiteY51" fmla="*/ 3089429 h 4022719"/>
                <a:gd name="connsiteX52" fmla="*/ 1810956 w 3852820"/>
                <a:gd name="connsiteY52" fmla="*/ 2707689 h 4022719"/>
                <a:gd name="connsiteX53" fmla="*/ 2263717 w 3852820"/>
                <a:gd name="connsiteY53" fmla="*/ 2423604 h 4022719"/>
                <a:gd name="connsiteX54" fmla="*/ 2707601 w 3852820"/>
                <a:gd name="connsiteY54" fmla="*/ 2059620 h 4022719"/>
                <a:gd name="connsiteX55" fmla="*/ 2760867 w 3852820"/>
                <a:gd name="connsiteY55" fmla="*/ 1864311 h 4022719"/>
                <a:gd name="connsiteX56" fmla="*/ 2148307 w 3852820"/>
                <a:gd name="connsiteY56" fmla="*/ 1526959 h 4022719"/>
                <a:gd name="connsiteX57" fmla="*/ 1926366 w 3852820"/>
                <a:gd name="connsiteY57" fmla="*/ 1615736 h 4022719"/>
                <a:gd name="connsiteX58" fmla="*/ 2245962 w 3852820"/>
                <a:gd name="connsiteY58" fmla="*/ 2334827 h 4022719"/>
                <a:gd name="connsiteX59" fmla="*/ 3258016 w 3852820"/>
                <a:gd name="connsiteY59" fmla="*/ 2991775 h 4022719"/>
                <a:gd name="connsiteX60" fmla="*/ 3426692 w 3852820"/>
                <a:gd name="connsiteY60" fmla="*/ 3089429 h 4022719"/>
                <a:gd name="connsiteX61" fmla="*/ 3524346 w 3852820"/>
                <a:gd name="connsiteY61" fmla="*/ 3124940 h 4022719"/>
                <a:gd name="connsiteX62" fmla="*/ 3559857 w 3852820"/>
                <a:gd name="connsiteY62" fmla="*/ 3178206 h 4022719"/>
                <a:gd name="connsiteX63" fmla="*/ 2965053 w 3852820"/>
                <a:gd name="connsiteY63" fmla="*/ 3648722 h 4022719"/>
                <a:gd name="connsiteX64" fmla="*/ 2459026 w 3852820"/>
                <a:gd name="connsiteY64" fmla="*/ 3391270 h 4022719"/>
                <a:gd name="connsiteX65" fmla="*/ 2388005 w 3852820"/>
                <a:gd name="connsiteY65" fmla="*/ 3160451 h 4022719"/>
                <a:gd name="connsiteX66" fmla="*/ 2680968 w 3852820"/>
                <a:gd name="connsiteY66" fmla="*/ 2370338 h 4022719"/>
                <a:gd name="connsiteX67" fmla="*/ 2716478 w 3852820"/>
                <a:gd name="connsiteY67" fmla="*/ 2059620 h 4022719"/>
                <a:gd name="connsiteX68" fmla="*/ 1739935 w 3852820"/>
                <a:gd name="connsiteY68" fmla="*/ 1438183 h 4022719"/>
                <a:gd name="connsiteX69" fmla="*/ 1136253 w 3852820"/>
                <a:gd name="connsiteY69" fmla="*/ 2015231 h 4022719"/>
                <a:gd name="connsiteX70" fmla="*/ 2103919 w 3852820"/>
                <a:gd name="connsiteY70" fmla="*/ 3169328 h 4022719"/>
                <a:gd name="connsiteX71" fmla="*/ 2441271 w 3852820"/>
                <a:gd name="connsiteY71" fmla="*/ 3195961 h 4022719"/>
                <a:gd name="connsiteX72" fmla="*/ 2601069 w 3852820"/>
                <a:gd name="connsiteY72" fmla="*/ 2965142 h 4022719"/>
                <a:gd name="connsiteX73" fmla="*/ 1766568 w 3852820"/>
                <a:gd name="connsiteY73" fmla="*/ 1775534 h 4022719"/>
                <a:gd name="connsiteX74" fmla="*/ 1340439 w 3852820"/>
                <a:gd name="connsiteY74" fmla="*/ 1802167 h 4022719"/>
                <a:gd name="connsiteX75" fmla="*/ 1633403 w 3852820"/>
                <a:gd name="connsiteY75" fmla="*/ 3888420 h 4022719"/>
                <a:gd name="connsiteX76" fmla="*/ 2015142 w 3852820"/>
                <a:gd name="connsiteY76" fmla="*/ 3994952 h 4022719"/>
                <a:gd name="connsiteX77" fmla="*/ 2095041 w 3852820"/>
                <a:gd name="connsiteY77" fmla="*/ 3630967 h 4022719"/>
                <a:gd name="connsiteX78" fmla="*/ 1864222 w 3852820"/>
                <a:gd name="connsiteY78" fmla="*/ 3204839 h 4022719"/>
                <a:gd name="connsiteX79" fmla="*/ 1828711 w 3852820"/>
                <a:gd name="connsiteY79" fmla="*/ 3178206 h 4022719"/>
                <a:gd name="connsiteX80" fmla="*/ 1899733 w 3852820"/>
                <a:gd name="connsiteY80" fmla="*/ 3204839 h 4022719"/>
                <a:gd name="connsiteX81" fmla="*/ 2503414 w 3852820"/>
                <a:gd name="connsiteY81" fmla="*/ 3586579 h 4022719"/>
                <a:gd name="connsiteX82" fmla="*/ 2840766 w 3852820"/>
                <a:gd name="connsiteY82" fmla="*/ 3613212 h 4022719"/>
                <a:gd name="connsiteX83" fmla="*/ 2609946 w 3852820"/>
                <a:gd name="connsiteY83" fmla="*/ 2743200 h 4022719"/>
                <a:gd name="connsiteX84" fmla="*/ 2494537 w 3852820"/>
                <a:gd name="connsiteY84" fmla="*/ 2707689 h 4022719"/>
                <a:gd name="connsiteX85" fmla="*/ 2627702 w 3852820"/>
                <a:gd name="connsiteY85" fmla="*/ 3542190 h 4022719"/>
                <a:gd name="connsiteX86" fmla="*/ 3222506 w 3852820"/>
                <a:gd name="connsiteY86" fmla="*/ 3178206 h 4022719"/>
                <a:gd name="connsiteX87" fmla="*/ 3186995 w 3852820"/>
                <a:gd name="connsiteY87" fmla="*/ 2512381 h 4022719"/>
                <a:gd name="connsiteX88" fmla="*/ 1952999 w 3852820"/>
                <a:gd name="connsiteY88" fmla="*/ 1722268 h 4022719"/>
                <a:gd name="connsiteX89" fmla="*/ 1731057 w 3852820"/>
                <a:gd name="connsiteY89" fmla="*/ 1899821 h 4022719"/>
                <a:gd name="connsiteX90" fmla="*/ 2343616 w 3852820"/>
                <a:gd name="connsiteY90" fmla="*/ 2547891 h 4022719"/>
                <a:gd name="connsiteX91" fmla="*/ 2414638 w 3852820"/>
                <a:gd name="connsiteY91" fmla="*/ 1331651 h 4022719"/>
                <a:gd name="connsiteX92" fmla="*/ 1802078 w 3852820"/>
                <a:gd name="connsiteY92" fmla="*/ 1029810 h 4022719"/>
                <a:gd name="connsiteX93" fmla="*/ 914311 w 3852820"/>
                <a:gd name="connsiteY93" fmla="*/ 1633491 h 4022719"/>
                <a:gd name="connsiteX94" fmla="*/ 923189 w 3852820"/>
                <a:gd name="connsiteY94" fmla="*/ 1819922 h 4022719"/>
                <a:gd name="connsiteX95" fmla="*/ 1589014 w 3852820"/>
                <a:gd name="connsiteY95" fmla="*/ 1944210 h 4022719"/>
                <a:gd name="connsiteX96" fmla="*/ 2041775 w 3852820"/>
                <a:gd name="connsiteY96" fmla="*/ 1695635 h 4022719"/>
                <a:gd name="connsiteX97" fmla="*/ 1287173 w 3852820"/>
                <a:gd name="connsiteY97" fmla="*/ 319596 h 4022719"/>
                <a:gd name="connsiteX98" fmla="*/ 940944 w 3852820"/>
                <a:gd name="connsiteY98" fmla="*/ 230820 h 4022719"/>
                <a:gd name="connsiteX99" fmla="*/ 603593 w 3852820"/>
                <a:gd name="connsiteY99" fmla="*/ 772357 h 4022719"/>
                <a:gd name="connsiteX100" fmla="*/ 727880 w 3852820"/>
                <a:gd name="connsiteY100" fmla="*/ 2148396 h 4022719"/>
                <a:gd name="connsiteX101" fmla="*/ 967577 w 3852820"/>
                <a:gd name="connsiteY101" fmla="*/ 2405849 h 4022719"/>
                <a:gd name="connsiteX102" fmla="*/ 1509115 w 3852820"/>
                <a:gd name="connsiteY102" fmla="*/ 2299317 h 4022719"/>
                <a:gd name="connsiteX103" fmla="*/ 1855344 w 3852820"/>
                <a:gd name="connsiteY103" fmla="*/ 656948 h 4022719"/>
                <a:gd name="connsiteX104" fmla="*/ 1331562 w 3852820"/>
                <a:gd name="connsiteY104" fmla="*/ 514905 h 4022719"/>
                <a:gd name="connsiteX105" fmla="*/ 940944 w 3852820"/>
                <a:gd name="connsiteY105" fmla="*/ 2725445 h 4022719"/>
                <a:gd name="connsiteX106" fmla="*/ 1739935 w 3852820"/>
                <a:gd name="connsiteY106" fmla="*/ 3338004 h 4022719"/>
                <a:gd name="connsiteX107" fmla="*/ 2396882 w 3852820"/>
                <a:gd name="connsiteY107" fmla="*/ 2991775 h 4022719"/>
                <a:gd name="connsiteX108" fmla="*/ 1793201 w 3852820"/>
                <a:gd name="connsiteY108" fmla="*/ 1864311 h 4022719"/>
                <a:gd name="connsiteX109" fmla="*/ 1313806 w 3852820"/>
                <a:gd name="connsiteY109" fmla="*/ 2192785 h 4022719"/>
                <a:gd name="connsiteX110" fmla="*/ 1384828 w 3852820"/>
                <a:gd name="connsiteY110" fmla="*/ 3941686 h 4022719"/>
                <a:gd name="connsiteX111" fmla="*/ 2503414 w 3852820"/>
                <a:gd name="connsiteY111" fmla="*/ 4012707 h 4022719"/>
                <a:gd name="connsiteX112" fmla="*/ 3089340 w 3852820"/>
                <a:gd name="connsiteY112" fmla="*/ 3639845 h 4022719"/>
                <a:gd name="connsiteX113" fmla="*/ 3027197 w 3852820"/>
                <a:gd name="connsiteY113" fmla="*/ 2068497 h 4022719"/>
                <a:gd name="connsiteX114" fmla="*/ 2689845 w 3852820"/>
                <a:gd name="connsiteY114" fmla="*/ 1686757 h 4022719"/>
                <a:gd name="connsiteX115" fmla="*/ 2201573 w 3852820"/>
                <a:gd name="connsiteY115" fmla="*/ 2636668 h 4022719"/>
                <a:gd name="connsiteX116" fmla="*/ 2840766 w 3852820"/>
                <a:gd name="connsiteY116" fmla="*/ 2752078 h 4022719"/>
                <a:gd name="connsiteX117" fmla="*/ 3684144 w 3852820"/>
                <a:gd name="connsiteY117" fmla="*/ 807868 h 4022719"/>
                <a:gd name="connsiteX118" fmla="*/ 3364548 w 3852820"/>
                <a:gd name="connsiteY118" fmla="*/ 417251 h 4022719"/>
                <a:gd name="connsiteX119" fmla="*/ 3062707 w 3852820"/>
                <a:gd name="connsiteY119" fmla="*/ 435006 h 4022719"/>
                <a:gd name="connsiteX120" fmla="*/ 2245962 w 3852820"/>
                <a:gd name="connsiteY120" fmla="*/ 1296140 h 4022719"/>
                <a:gd name="connsiteX121" fmla="*/ 2778622 w 3852820"/>
                <a:gd name="connsiteY121" fmla="*/ 612559 h 4022719"/>
                <a:gd name="connsiteX122" fmla="*/ 2121674 w 3852820"/>
                <a:gd name="connsiteY122" fmla="*/ 0 h 4022719"/>
                <a:gd name="connsiteX123" fmla="*/ 1509115 w 3852820"/>
                <a:gd name="connsiteY123" fmla="*/ 363985 h 4022719"/>
                <a:gd name="connsiteX124" fmla="*/ 1855344 w 3852820"/>
                <a:gd name="connsiteY124" fmla="*/ 1811045 h 4022719"/>
                <a:gd name="connsiteX125" fmla="*/ 2432393 w 3852820"/>
                <a:gd name="connsiteY125" fmla="*/ 1953088 h 4022719"/>
                <a:gd name="connsiteX126" fmla="*/ 2991686 w 3852820"/>
                <a:gd name="connsiteY126" fmla="*/ 1491449 h 4022719"/>
                <a:gd name="connsiteX127" fmla="*/ 2192696 w 3852820"/>
                <a:gd name="connsiteY127" fmla="*/ 603682 h 4022719"/>
                <a:gd name="connsiteX128" fmla="*/ 1420339 w 3852820"/>
                <a:gd name="connsiteY128" fmla="*/ 1988598 h 4022719"/>
                <a:gd name="connsiteX129" fmla="*/ 2121674 w 3852820"/>
                <a:gd name="connsiteY129" fmla="*/ 2290439 h 4022719"/>
                <a:gd name="connsiteX130" fmla="*/ 2956175 w 3852820"/>
                <a:gd name="connsiteY130" fmla="*/ 1287262 h 4022719"/>
                <a:gd name="connsiteX131" fmla="*/ 2068408 w 3852820"/>
                <a:gd name="connsiteY131" fmla="*/ 807868 h 4022719"/>
                <a:gd name="connsiteX132" fmla="*/ 1668913 w 3852820"/>
                <a:gd name="connsiteY132" fmla="*/ 2334827 h 4022719"/>
                <a:gd name="connsiteX133" fmla="*/ 2192696 w 3852820"/>
                <a:gd name="connsiteY133" fmla="*/ 2601157 h 4022719"/>
                <a:gd name="connsiteX134" fmla="*/ 3036074 w 3852820"/>
                <a:gd name="connsiteY134" fmla="*/ 1242874 h 4022719"/>
                <a:gd name="connsiteX135" fmla="*/ 2538925 w 3852820"/>
                <a:gd name="connsiteY135" fmla="*/ 976544 h 4022719"/>
                <a:gd name="connsiteX136" fmla="*/ 2219329 w 3852820"/>
                <a:gd name="connsiteY136" fmla="*/ 1677880 h 4022719"/>
                <a:gd name="connsiteX137" fmla="*/ 2290350 w 3852820"/>
                <a:gd name="connsiteY137" fmla="*/ 3355759 h 4022719"/>
                <a:gd name="connsiteX138" fmla="*/ 3417814 w 3852820"/>
                <a:gd name="connsiteY138" fmla="*/ 2707689 h 4022719"/>
                <a:gd name="connsiteX139" fmla="*/ 3408937 w 3852820"/>
                <a:gd name="connsiteY139" fmla="*/ 2370338 h 4022719"/>
                <a:gd name="connsiteX140" fmla="*/ 2707601 w 3852820"/>
                <a:gd name="connsiteY140" fmla="*/ 2015231 h 4022719"/>
                <a:gd name="connsiteX141" fmla="*/ 2272595 w 3852820"/>
                <a:gd name="connsiteY141" fmla="*/ 2175029 h 4022719"/>
                <a:gd name="connsiteX142" fmla="*/ 2574436 w 3852820"/>
                <a:gd name="connsiteY142" fmla="*/ 3249227 h 4022719"/>
                <a:gd name="connsiteX143" fmla="*/ 3062707 w 3852820"/>
                <a:gd name="connsiteY143" fmla="*/ 3151573 h 4022719"/>
                <a:gd name="connsiteX144" fmla="*/ 2902909 w 3852820"/>
                <a:gd name="connsiteY144" fmla="*/ 941033 h 4022719"/>
                <a:gd name="connsiteX145" fmla="*/ 2121674 w 3852820"/>
                <a:gd name="connsiteY145" fmla="*/ 301841 h 4022719"/>
                <a:gd name="connsiteX146" fmla="*/ 1455849 w 3852820"/>
                <a:gd name="connsiteY146" fmla="*/ 1535837 h 4022719"/>
                <a:gd name="connsiteX147" fmla="*/ 1509115 w 3852820"/>
                <a:gd name="connsiteY147" fmla="*/ 1908699 h 4022719"/>
                <a:gd name="connsiteX148" fmla="*/ 1775445 w 3852820"/>
                <a:gd name="connsiteY148" fmla="*/ 1997476 h 4022719"/>
                <a:gd name="connsiteX149" fmla="*/ 2112797 w 3852820"/>
                <a:gd name="connsiteY149" fmla="*/ 852256 h 4022719"/>
                <a:gd name="connsiteX150" fmla="*/ 1926366 w 3852820"/>
                <a:gd name="connsiteY150" fmla="*/ 381740 h 4022719"/>
                <a:gd name="connsiteX151" fmla="*/ 1402583 w 3852820"/>
                <a:gd name="connsiteY151" fmla="*/ 541538 h 4022719"/>
                <a:gd name="connsiteX152" fmla="*/ 1145131 w 3852820"/>
                <a:gd name="connsiteY152" fmla="*/ 2565647 h 4022719"/>
                <a:gd name="connsiteX153" fmla="*/ 1775445 w 3852820"/>
                <a:gd name="connsiteY153" fmla="*/ 2787588 h 4022719"/>
                <a:gd name="connsiteX154" fmla="*/ 2157185 w 3852820"/>
                <a:gd name="connsiteY154" fmla="*/ 2432482 h 4022719"/>
                <a:gd name="connsiteX155" fmla="*/ 1464727 w 3852820"/>
                <a:gd name="connsiteY155" fmla="*/ 1873188 h 4022719"/>
                <a:gd name="connsiteX156" fmla="*/ 1269418 w 3852820"/>
                <a:gd name="connsiteY156" fmla="*/ 3462291 h 4022719"/>
                <a:gd name="connsiteX157" fmla="*/ 1908610 w 3852820"/>
                <a:gd name="connsiteY157" fmla="*/ 3728621 h 4022719"/>
                <a:gd name="connsiteX158" fmla="*/ 3089340 w 3852820"/>
                <a:gd name="connsiteY158" fmla="*/ 2601157 h 4022719"/>
                <a:gd name="connsiteX159" fmla="*/ 2716478 w 3852820"/>
                <a:gd name="connsiteY159" fmla="*/ 2024109 h 4022719"/>
                <a:gd name="connsiteX160" fmla="*/ 2574436 w 3852820"/>
                <a:gd name="connsiteY160" fmla="*/ 3355759 h 4022719"/>
                <a:gd name="connsiteX161" fmla="*/ 3000564 w 3852820"/>
                <a:gd name="connsiteY161" fmla="*/ 3204839 h 4022719"/>
                <a:gd name="connsiteX162" fmla="*/ 3293527 w 3852820"/>
                <a:gd name="connsiteY162" fmla="*/ 994299 h 4022719"/>
                <a:gd name="connsiteX163" fmla="*/ 2858521 w 3852820"/>
                <a:gd name="connsiteY163" fmla="*/ 692458 h 4022719"/>
                <a:gd name="connsiteX164" fmla="*/ 2228206 w 3852820"/>
                <a:gd name="connsiteY164" fmla="*/ 2139519 h 4022719"/>
                <a:gd name="connsiteX165" fmla="*/ 2316983 w 3852820"/>
                <a:gd name="connsiteY165" fmla="*/ 2183907 h 4022719"/>
                <a:gd name="connsiteX166" fmla="*/ 2743111 w 3852820"/>
                <a:gd name="connsiteY166" fmla="*/ 1438183 h 4022719"/>
                <a:gd name="connsiteX167" fmla="*/ 1455849 w 3852820"/>
                <a:gd name="connsiteY167" fmla="*/ 648070 h 4022719"/>
                <a:gd name="connsiteX168" fmla="*/ 763391 w 3852820"/>
                <a:gd name="connsiteY168" fmla="*/ 2583402 h 4022719"/>
                <a:gd name="connsiteX169" fmla="*/ 1065232 w 3852820"/>
                <a:gd name="connsiteY169" fmla="*/ 2974020 h 4022719"/>
                <a:gd name="connsiteX170" fmla="*/ 1597892 w 3852820"/>
                <a:gd name="connsiteY170" fmla="*/ 2849732 h 4022719"/>
                <a:gd name="connsiteX171" fmla="*/ 1402583 w 3852820"/>
                <a:gd name="connsiteY171" fmla="*/ 2006354 h 4022719"/>
                <a:gd name="connsiteX172" fmla="*/ 1074109 w 3852820"/>
                <a:gd name="connsiteY172" fmla="*/ 1970843 h 4022719"/>
                <a:gd name="connsiteX173" fmla="*/ 1020843 w 3852820"/>
                <a:gd name="connsiteY173" fmla="*/ 3551068 h 4022719"/>
                <a:gd name="connsiteX174" fmla="*/ 1855344 w 3852820"/>
                <a:gd name="connsiteY174" fmla="*/ 3542190 h 4022719"/>
                <a:gd name="connsiteX175" fmla="*/ 2601069 w 3852820"/>
                <a:gd name="connsiteY175" fmla="*/ 2325950 h 4022719"/>
                <a:gd name="connsiteX176" fmla="*/ 1722179 w 3852820"/>
                <a:gd name="connsiteY176" fmla="*/ 1766656 h 4022719"/>
                <a:gd name="connsiteX177" fmla="*/ 1198397 w 3852820"/>
                <a:gd name="connsiteY177" fmla="*/ 1793289 h 4022719"/>
                <a:gd name="connsiteX178" fmla="*/ 710125 w 3852820"/>
                <a:gd name="connsiteY178" fmla="*/ 3435658 h 4022719"/>
                <a:gd name="connsiteX179" fmla="*/ 1704424 w 3852820"/>
                <a:gd name="connsiteY179" fmla="*/ 3684233 h 4022719"/>
                <a:gd name="connsiteX180" fmla="*/ 2902909 w 3852820"/>
                <a:gd name="connsiteY180" fmla="*/ 3053919 h 4022719"/>
                <a:gd name="connsiteX181" fmla="*/ 3435570 w 3852820"/>
                <a:gd name="connsiteY181" fmla="*/ 2201662 h 4022719"/>
                <a:gd name="connsiteX182" fmla="*/ 3071585 w 3852820"/>
                <a:gd name="connsiteY182" fmla="*/ 1296140 h 4022719"/>
                <a:gd name="connsiteX183" fmla="*/ 1589014 w 3852820"/>
                <a:gd name="connsiteY183" fmla="*/ 257453 h 4022719"/>
                <a:gd name="connsiteX184" fmla="*/ 861045 w 3852820"/>
                <a:gd name="connsiteY184" fmla="*/ 2077375 h 4022719"/>
                <a:gd name="connsiteX185" fmla="*/ 949822 w 3852820"/>
                <a:gd name="connsiteY185" fmla="*/ 2618913 h 4022719"/>
                <a:gd name="connsiteX186" fmla="*/ 1411461 w 3852820"/>
                <a:gd name="connsiteY186" fmla="*/ 2876365 h 4022719"/>
                <a:gd name="connsiteX187" fmla="*/ 2379127 w 3852820"/>
                <a:gd name="connsiteY187" fmla="*/ 2592280 h 4022719"/>
                <a:gd name="connsiteX188" fmla="*/ 2459026 w 3852820"/>
                <a:gd name="connsiteY188" fmla="*/ 958788 h 4022719"/>
                <a:gd name="connsiteX189" fmla="*/ 1260540 w 3852820"/>
                <a:gd name="connsiteY189" fmla="*/ 443884 h 4022719"/>
                <a:gd name="connsiteX190" fmla="*/ 568082 w 3852820"/>
                <a:gd name="connsiteY190" fmla="*/ 861134 h 4022719"/>
                <a:gd name="connsiteX191" fmla="*/ 816657 w 3852820"/>
                <a:gd name="connsiteY191" fmla="*/ 2743200 h 4022719"/>
                <a:gd name="connsiteX192" fmla="*/ 1606770 w 3852820"/>
                <a:gd name="connsiteY192" fmla="*/ 2725445 h 4022719"/>
                <a:gd name="connsiteX193" fmla="*/ 1597892 w 3852820"/>
                <a:gd name="connsiteY193" fmla="*/ 1322773 h 4022719"/>
                <a:gd name="connsiteX194" fmla="*/ 683492 w 3852820"/>
                <a:gd name="connsiteY194" fmla="*/ 1012055 h 4022719"/>
                <a:gd name="connsiteX195" fmla="*/ 35422 w 3852820"/>
                <a:gd name="connsiteY195" fmla="*/ 2601157 h 4022719"/>
                <a:gd name="connsiteX196" fmla="*/ 514816 w 3852820"/>
                <a:gd name="connsiteY196" fmla="*/ 3151573 h 4022719"/>
                <a:gd name="connsiteX197" fmla="*/ 1544626 w 3852820"/>
                <a:gd name="connsiteY197" fmla="*/ 3107185 h 4022719"/>
                <a:gd name="connsiteX198" fmla="*/ 2086164 w 3852820"/>
                <a:gd name="connsiteY198" fmla="*/ 2902998 h 4022719"/>
                <a:gd name="connsiteX199" fmla="*/ 1970754 w 3852820"/>
                <a:gd name="connsiteY199" fmla="*/ 3551068 h 4022719"/>
                <a:gd name="connsiteX200" fmla="*/ 2538925 w 3852820"/>
                <a:gd name="connsiteY200" fmla="*/ 3923930 h 4022719"/>
                <a:gd name="connsiteX201" fmla="*/ 3852820 w 3852820"/>
                <a:gd name="connsiteY201" fmla="*/ 2858610 h 4022719"/>
                <a:gd name="connsiteX202" fmla="*/ 3746288 w 3852820"/>
                <a:gd name="connsiteY202" fmla="*/ 2192785 h 4022719"/>
                <a:gd name="connsiteX203" fmla="*/ 3479958 w 3852820"/>
                <a:gd name="connsiteY203" fmla="*/ 1970843 h 4022719"/>
                <a:gd name="connsiteX204" fmla="*/ 3178117 w 3852820"/>
                <a:gd name="connsiteY204" fmla="*/ 2396971 h 4022719"/>
                <a:gd name="connsiteX205" fmla="*/ 3124851 w 3852820"/>
                <a:gd name="connsiteY205" fmla="*/ 2769833 h 4022719"/>
                <a:gd name="connsiteX206" fmla="*/ 3169239 w 3852820"/>
                <a:gd name="connsiteY206" fmla="*/ 1305018 h 4022719"/>
                <a:gd name="connsiteX207" fmla="*/ 2547803 w 3852820"/>
                <a:gd name="connsiteY207" fmla="*/ 1189608 h 4022719"/>
                <a:gd name="connsiteX208" fmla="*/ 1935243 w 3852820"/>
                <a:gd name="connsiteY208" fmla="*/ 1722268 h 4022719"/>
                <a:gd name="connsiteX209" fmla="*/ 1837589 w 3852820"/>
                <a:gd name="connsiteY209" fmla="*/ 301841 h 4022719"/>
                <a:gd name="connsiteX210" fmla="*/ 1571259 w 3852820"/>
                <a:gd name="connsiteY210" fmla="*/ 124288 h 4022719"/>
                <a:gd name="connsiteX211" fmla="*/ 1091865 w 3852820"/>
                <a:gd name="connsiteY211" fmla="*/ 497150 h 4022719"/>
                <a:gd name="connsiteX212" fmla="*/ 949822 w 3852820"/>
                <a:gd name="connsiteY212" fmla="*/ 1367161 h 4022719"/>
                <a:gd name="connsiteX213" fmla="*/ 1296051 w 3852820"/>
                <a:gd name="connsiteY213" fmla="*/ 1500326 h 4022719"/>
                <a:gd name="connsiteX214" fmla="*/ 1890855 w 3852820"/>
                <a:gd name="connsiteY214" fmla="*/ 1100831 h 4022719"/>
                <a:gd name="connsiteX215" fmla="*/ 2077286 w 3852820"/>
                <a:gd name="connsiteY215" fmla="*/ 710214 h 4022719"/>
                <a:gd name="connsiteX216" fmla="*/ 861045 w 3852820"/>
                <a:gd name="connsiteY216" fmla="*/ 337352 h 4022719"/>
                <a:gd name="connsiteX217" fmla="*/ 1047476 w 3852820"/>
                <a:gd name="connsiteY217" fmla="*/ 2104008 h 4022719"/>
                <a:gd name="connsiteX218" fmla="*/ 1757690 w 3852820"/>
                <a:gd name="connsiteY218" fmla="*/ 2139519 h 4022719"/>
                <a:gd name="connsiteX219" fmla="*/ 2237084 w 3852820"/>
                <a:gd name="connsiteY219" fmla="*/ 976544 h 4022719"/>
                <a:gd name="connsiteX220" fmla="*/ 1695546 w 3852820"/>
                <a:gd name="connsiteY220" fmla="*/ 781235 h 4022719"/>
                <a:gd name="connsiteX221" fmla="*/ 1517993 w 3852820"/>
                <a:gd name="connsiteY221" fmla="*/ 1695635 h 4022719"/>
                <a:gd name="connsiteX222" fmla="*/ 1500238 w 3852820"/>
                <a:gd name="connsiteY222" fmla="*/ 2148396 h 4022719"/>
                <a:gd name="connsiteX223" fmla="*/ 1544626 w 3852820"/>
                <a:gd name="connsiteY223" fmla="*/ 2210540 h 4022719"/>
                <a:gd name="connsiteX224" fmla="*/ 1633403 w 3852820"/>
                <a:gd name="connsiteY224" fmla="*/ 2237173 h 4022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</a:cxnLst>
              <a:rect l="l" t="t" r="r" b="b"/>
              <a:pathLst>
                <a:path w="3852820" h="4022719">
                  <a:moveTo>
                    <a:pt x="3613123" y="763480"/>
                  </a:moveTo>
                  <a:lnTo>
                    <a:pt x="3178117" y="772357"/>
                  </a:lnTo>
                  <a:cubicBezTo>
                    <a:pt x="3013286" y="786485"/>
                    <a:pt x="2988249" y="823414"/>
                    <a:pt x="2849643" y="887767"/>
                  </a:cubicBezTo>
                  <a:cubicBezTo>
                    <a:pt x="2663961" y="973976"/>
                    <a:pt x="2811941" y="892823"/>
                    <a:pt x="2680968" y="967666"/>
                  </a:cubicBezTo>
                  <a:cubicBezTo>
                    <a:pt x="2654335" y="1026851"/>
                    <a:pt x="2615859" y="1082027"/>
                    <a:pt x="2601069" y="1145220"/>
                  </a:cubicBezTo>
                  <a:cubicBezTo>
                    <a:pt x="2582811" y="1223230"/>
                    <a:pt x="2582591" y="1304802"/>
                    <a:pt x="2583313" y="1384917"/>
                  </a:cubicBezTo>
                  <a:cubicBezTo>
                    <a:pt x="2585554" y="1633640"/>
                    <a:pt x="2574244" y="1884483"/>
                    <a:pt x="2609946" y="2130641"/>
                  </a:cubicBezTo>
                  <a:cubicBezTo>
                    <a:pt x="2631035" y="2276041"/>
                    <a:pt x="2751989" y="2547891"/>
                    <a:pt x="2751989" y="2547891"/>
                  </a:cubicBezTo>
                  <a:cubicBezTo>
                    <a:pt x="2725356" y="2648505"/>
                    <a:pt x="2723116" y="2759019"/>
                    <a:pt x="2672090" y="2849732"/>
                  </a:cubicBezTo>
                  <a:cubicBezTo>
                    <a:pt x="2614088" y="2952847"/>
                    <a:pt x="2410764" y="3015554"/>
                    <a:pt x="2316983" y="3053919"/>
                  </a:cubicBezTo>
                  <a:cubicBezTo>
                    <a:pt x="2131551" y="3048124"/>
                    <a:pt x="2009299" y="3071455"/>
                    <a:pt x="1846467" y="2982897"/>
                  </a:cubicBezTo>
                  <a:cubicBezTo>
                    <a:pt x="1733990" y="2921725"/>
                    <a:pt x="1640947" y="2827968"/>
                    <a:pt x="1526871" y="2769833"/>
                  </a:cubicBezTo>
                  <a:cubicBezTo>
                    <a:pt x="1331959" y="2670503"/>
                    <a:pt x="923189" y="2512381"/>
                    <a:pt x="923189" y="2512381"/>
                  </a:cubicBezTo>
                  <a:cubicBezTo>
                    <a:pt x="718357" y="2323305"/>
                    <a:pt x="683953" y="2341976"/>
                    <a:pt x="594715" y="2104008"/>
                  </a:cubicBezTo>
                  <a:cubicBezTo>
                    <a:pt x="584273" y="2076162"/>
                    <a:pt x="588797" y="2044823"/>
                    <a:pt x="585838" y="2015231"/>
                  </a:cubicBezTo>
                  <a:cubicBezTo>
                    <a:pt x="779496" y="1814895"/>
                    <a:pt x="938649" y="1609577"/>
                    <a:pt x="1216152" y="1509204"/>
                  </a:cubicBezTo>
                  <a:cubicBezTo>
                    <a:pt x="1362162" y="1456392"/>
                    <a:pt x="1523911" y="1467775"/>
                    <a:pt x="1677791" y="1447060"/>
                  </a:cubicBezTo>
                  <a:cubicBezTo>
                    <a:pt x="2623806" y="1535749"/>
                    <a:pt x="2328193" y="1349870"/>
                    <a:pt x="2849643" y="1784412"/>
                  </a:cubicBezTo>
                  <a:cubicBezTo>
                    <a:pt x="2886650" y="1815251"/>
                    <a:pt x="2920664" y="1849515"/>
                    <a:pt x="2956175" y="1882066"/>
                  </a:cubicBezTo>
                  <a:cubicBezTo>
                    <a:pt x="2973930" y="1932373"/>
                    <a:pt x="2998451" y="1980783"/>
                    <a:pt x="3009441" y="2032987"/>
                  </a:cubicBezTo>
                  <a:cubicBezTo>
                    <a:pt x="3036049" y="2159376"/>
                    <a:pt x="3049445" y="2272622"/>
                    <a:pt x="2956175" y="2379216"/>
                  </a:cubicBezTo>
                  <a:cubicBezTo>
                    <a:pt x="2867817" y="2480197"/>
                    <a:pt x="2742167" y="2544107"/>
                    <a:pt x="2654335" y="2645546"/>
                  </a:cubicBezTo>
                  <a:cubicBezTo>
                    <a:pt x="2223274" y="3143392"/>
                    <a:pt x="2506059" y="3018368"/>
                    <a:pt x="2103919" y="3258105"/>
                  </a:cubicBezTo>
                  <a:cubicBezTo>
                    <a:pt x="2026613" y="3304191"/>
                    <a:pt x="1944121" y="3340963"/>
                    <a:pt x="1864222" y="3382392"/>
                  </a:cubicBezTo>
                  <a:cubicBezTo>
                    <a:pt x="1721830" y="3372221"/>
                    <a:pt x="1453698" y="3372005"/>
                    <a:pt x="1296051" y="3311371"/>
                  </a:cubicBezTo>
                  <a:cubicBezTo>
                    <a:pt x="1241576" y="3290419"/>
                    <a:pt x="1195438" y="3252186"/>
                    <a:pt x="1145131" y="3222594"/>
                  </a:cubicBezTo>
                  <a:cubicBezTo>
                    <a:pt x="1118498" y="3175247"/>
                    <a:pt x="1077447" y="3133485"/>
                    <a:pt x="1065232" y="3080552"/>
                  </a:cubicBezTo>
                  <a:cubicBezTo>
                    <a:pt x="989807" y="2753712"/>
                    <a:pt x="1000898" y="2175168"/>
                    <a:pt x="994210" y="1890944"/>
                  </a:cubicBezTo>
                  <a:cubicBezTo>
                    <a:pt x="1013380" y="1628949"/>
                    <a:pt x="1068983" y="1256551"/>
                    <a:pt x="1038599" y="958788"/>
                  </a:cubicBezTo>
                  <a:cubicBezTo>
                    <a:pt x="1030697" y="881345"/>
                    <a:pt x="1018355" y="804302"/>
                    <a:pt x="1003088" y="727969"/>
                  </a:cubicBezTo>
                  <a:cubicBezTo>
                    <a:pt x="997582" y="700441"/>
                    <a:pt x="997027" y="667173"/>
                    <a:pt x="976455" y="648070"/>
                  </a:cubicBezTo>
                  <a:cubicBezTo>
                    <a:pt x="951073" y="624501"/>
                    <a:pt x="911352" y="624396"/>
                    <a:pt x="878801" y="612559"/>
                  </a:cubicBezTo>
                  <a:cubicBezTo>
                    <a:pt x="810739" y="642151"/>
                    <a:pt x="732445" y="654820"/>
                    <a:pt x="674614" y="701336"/>
                  </a:cubicBezTo>
                  <a:cubicBezTo>
                    <a:pt x="512526" y="831711"/>
                    <a:pt x="427957" y="1015356"/>
                    <a:pt x="328385" y="1189608"/>
                  </a:cubicBezTo>
                  <a:cubicBezTo>
                    <a:pt x="325426" y="1328691"/>
                    <a:pt x="295157" y="1469891"/>
                    <a:pt x="319507" y="1606858"/>
                  </a:cubicBezTo>
                  <a:cubicBezTo>
                    <a:pt x="343457" y="1741576"/>
                    <a:pt x="415198" y="1863410"/>
                    <a:pt x="470428" y="1988598"/>
                  </a:cubicBezTo>
                  <a:cubicBezTo>
                    <a:pt x="544787" y="2157145"/>
                    <a:pt x="612968" y="2311456"/>
                    <a:pt x="807779" y="2379216"/>
                  </a:cubicBezTo>
                  <a:cubicBezTo>
                    <a:pt x="998535" y="2445566"/>
                    <a:pt x="1204315" y="2456155"/>
                    <a:pt x="1402583" y="2494625"/>
                  </a:cubicBezTo>
                  <a:cubicBezTo>
                    <a:pt x="1479523" y="2485747"/>
                    <a:pt x="1572721" y="2516119"/>
                    <a:pt x="1633403" y="2467992"/>
                  </a:cubicBezTo>
                  <a:cubicBezTo>
                    <a:pt x="1877399" y="2274478"/>
                    <a:pt x="1951976" y="2000034"/>
                    <a:pt x="2059531" y="1731146"/>
                  </a:cubicBezTo>
                  <a:cubicBezTo>
                    <a:pt x="2074728" y="1427184"/>
                    <a:pt x="2080353" y="1499874"/>
                    <a:pt x="2015142" y="1056443"/>
                  </a:cubicBezTo>
                  <a:cubicBezTo>
                    <a:pt x="1952186" y="628344"/>
                    <a:pt x="2048317" y="715915"/>
                    <a:pt x="1846467" y="594804"/>
                  </a:cubicBezTo>
                  <a:cubicBezTo>
                    <a:pt x="1742166" y="678245"/>
                    <a:pt x="1540433" y="794976"/>
                    <a:pt x="1517993" y="958788"/>
                  </a:cubicBezTo>
                  <a:cubicBezTo>
                    <a:pt x="1497093" y="1111357"/>
                    <a:pt x="1522806" y="1266978"/>
                    <a:pt x="1535748" y="1420427"/>
                  </a:cubicBezTo>
                  <a:cubicBezTo>
                    <a:pt x="1553813" y="1634620"/>
                    <a:pt x="1609594" y="1889117"/>
                    <a:pt x="1748812" y="2059620"/>
                  </a:cubicBezTo>
                  <a:cubicBezTo>
                    <a:pt x="2040773" y="2417190"/>
                    <a:pt x="2503242" y="2796359"/>
                    <a:pt x="2902909" y="3045041"/>
                  </a:cubicBezTo>
                  <a:cubicBezTo>
                    <a:pt x="2985058" y="3096156"/>
                    <a:pt x="3080462" y="3121981"/>
                    <a:pt x="3169239" y="3160451"/>
                  </a:cubicBezTo>
                  <a:cubicBezTo>
                    <a:pt x="3240261" y="3240350"/>
                    <a:pt x="3325973" y="3309292"/>
                    <a:pt x="3382304" y="3400148"/>
                  </a:cubicBezTo>
                  <a:cubicBezTo>
                    <a:pt x="3419793" y="3460614"/>
                    <a:pt x="3469590" y="3537780"/>
                    <a:pt x="3444447" y="3604334"/>
                  </a:cubicBezTo>
                  <a:cubicBezTo>
                    <a:pt x="3318819" y="3936878"/>
                    <a:pt x="2786654" y="3811996"/>
                    <a:pt x="2592191" y="3817398"/>
                  </a:cubicBezTo>
                  <a:cubicBezTo>
                    <a:pt x="2126217" y="3724204"/>
                    <a:pt x="2017802" y="3793035"/>
                    <a:pt x="1722179" y="3355759"/>
                  </a:cubicBezTo>
                  <a:cubicBezTo>
                    <a:pt x="1671772" y="3281198"/>
                    <a:pt x="1692587" y="3178206"/>
                    <a:pt x="1677791" y="3089429"/>
                  </a:cubicBezTo>
                  <a:cubicBezTo>
                    <a:pt x="1722179" y="2962182"/>
                    <a:pt x="1721925" y="2808860"/>
                    <a:pt x="1810956" y="2707689"/>
                  </a:cubicBezTo>
                  <a:cubicBezTo>
                    <a:pt x="1928659" y="2573935"/>
                    <a:pt x="2114658" y="2521202"/>
                    <a:pt x="2263717" y="2423604"/>
                  </a:cubicBezTo>
                  <a:cubicBezTo>
                    <a:pt x="2579907" y="2216575"/>
                    <a:pt x="2497650" y="2281920"/>
                    <a:pt x="2707601" y="2059620"/>
                  </a:cubicBezTo>
                  <a:cubicBezTo>
                    <a:pt x="2725356" y="1994517"/>
                    <a:pt x="2780131" y="1928984"/>
                    <a:pt x="2760867" y="1864311"/>
                  </a:cubicBezTo>
                  <a:cubicBezTo>
                    <a:pt x="2674472" y="1574273"/>
                    <a:pt x="2382146" y="1588998"/>
                    <a:pt x="2148307" y="1526959"/>
                  </a:cubicBezTo>
                  <a:cubicBezTo>
                    <a:pt x="2074327" y="1556551"/>
                    <a:pt x="1988417" y="1565751"/>
                    <a:pt x="1926366" y="1615736"/>
                  </a:cubicBezTo>
                  <a:cubicBezTo>
                    <a:pt x="1631421" y="1853331"/>
                    <a:pt x="2079822" y="2194485"/>
                    <a:pt x="2245962" y="2334827"/>
                  </a:cubicBezTo>
                  <a:cubicBezTo>
                    <a:pt x="2553208" y="2594364"/>
                    <a:pt x="2909947" y="2790262"/>
                    <a:pt x="3258016" y="2991775"/>
                  </a:cubicBezTo>
                  <a:cubicBezTo>
                    <a:pt x="3314241" y="3024326"/>
                    <a:pt x="3368583" y="3060374"/>
                    <a:pt x="3426692" y="3089429"/>
                  </a:cubicBezTo>
                  <a:cubicBezTo>
                    <a:pt x="3457672" y="3104919"/>
                    <a:pt x="3491795" y="3113103"/>
                    <a:pt x="3524346" y="3124940"/>
                  </a:cubicBezTo>
                  <a:cubicBezTo>
                    <a:pt x="3536183" y="3142695"/>
                    <a:pt x="3570763" y="3159864"/>
                    <a:pt x="3559857" y="3178206"/>
                  </a:cubicBezTo>
                  <a:cubicBezTo>
                    <a:pt x="3377036" y="3485679"/>
                    <a:pt x="3277585" y="3481023"/>
                    <a:pt x="2965053" y="3648722"/>
                  </a:cubicBezTo>
                  <a:cubicBezTo>
                    <a:pt x="2796377" y="3562905"/>
                    <a:pt x="2603498" y="3513515"/>
                    <a:pt x="2459026" y="3391270"/>
                  </a:cubicBezTo>
                  <a:cubicBezTo>
                    <a:pt x="2397574" y="3339272"/>
                    <a:pt x="2378599" y="3240399"/>
                    <a:pt x="2388005" y="3160451"/>
                  </a:cubicBezTo>
                  <a:cubicBezTo>
                    <a:pt x="2425112" y="2845041"/>
                    <a:pt x="2548631" y="2635012"/>
                    <a:pt x="2680968" y="2370338"/>
                  </a:cubicBezTo>
                  <a:cubicBezTo>
                    <a:pt x="2692805" y="2266765"/>
                    <a:pt x="2765159" y="2151802"/>
                    <a:pt x="2716478" y="2059620"/>
                  </a:cubicBezTo>
                  <a:cubicBezTo>
                    <a:pt x="2436376" y="1529215"/>
                    <a:pt x="2231527" y="1571496"/>
                    <a:pt x="1739935" y="1438183"/>
                  </a:cubicBezTo>
                  <a:cubicBezTo>
                    <a:pt x="1555069" y="1535017"/>
                    <a:pt x="1100824" y="1690916"/>
                    <a:pt x="1136253" y="2015231"/>
                  </a:cubicBezTo>
                  <a:cubicBezTo>
                    <a:pt x="1190539" y="2512155"/>
                    <a:pt x="1708097" y="2960422"/>
                    <a:pt x="2103919" y="3169328"/>
                  </a:cubicBezTo>
                  <a:cubicBezTo>
                    <a:pt x="2203678" y="3221979"/>
                    <a:pt x="2328820" y="3187083"/>
                    <a:pt x="2441271" y="3195961"/>
                  </a:cubicBezTo>
                  <a:cubicBezTo>
                    <a:pt x="2494537" y="3119021"/>
                    <a:pt x="2615664" y="3057576"/>
                    <a:pt x="2601069" y="2965142"/>
                  </a:cubicBezTo>
                  <a:cubicBezTo>
                    <a:pt x="2481086" y="2205253"/>
                    <a:pt x="2281921" y="2184263"/>
                    <a:pt x="1766568" y="1775534"/>
                  </a:cubicBezTo>
                  <a:cubicBezTo>
                    <a:pt x="1624525" y="1784412"/>
                    <a:pt x="1443786" y="1704318"/>
                    <a:pt x="1340439" y="1802167"/>
                  </a:cubicBezTo>
                  <a:cubicBezTo>
                    <a:pt x="555483" y="2545371"/>
                    <a:pt x="1041033" y="3106686"/>
                    <a:pt x="1633403" y="3888420"/>
                  </a:cubicBezTo>
                  <a:cubicBezTo>
                    <a:pt x="1713190" y="3993713"/>
                    <a:pt x="1887896" y="3959441"/>
                    <a:pt x="2015142" y="3994952"/>
                  </a:cubicBezTo>
                  <a:cubicBezTo>
                    <a:pt x="2194011" y="3892741"/>
                    <a:pt x="2211106" y="3934234"/>
                    <a:pt x="2095041" y="3630967"/>
                  </a:cubicBezTo>
                  <a:cubicBezTo>
                    <a:pt x="2037300" y="3480097"/>
                    <a:pt x="1946127" y="3344078"/>
                    <a:pt x="1864222" y="3204839"/>
                  </a:cubicBezTo>
                  <a:cubicBezTo>
                    <a:pt x="1856720" y="3192086"/>
                    <a:pt x="1813915" y="3178206"/>
                    <a:pt x="1828711" y="3178206"/>
                  </a:cubicBezTo>
                  <a:cubicBezTo>
                    <a:pt x="1853995" y="3178206"/>
                    <a:pt x="1878103" y="3191747"/>
                    <a:pt x="1899733" y="3204839"/>
                  </a:cubicBezTo>
                  <a:cubicBezTo>
                    <a:pt x="2103414" y="3328120"/>
                    <a:pt x="2285009" y="3491799"/>
                    <a:pt x="2503414" y="3586579"/>
                  </a:cubicBezTo>
                  <a:cubicBezTo>
                    <a:pt x="2606891" y="3631484"/>
                    <a:pt x="2728315" y="3604334"/>
                    <a:pt x="2840766" y="3613212"/>
                  </a:cubicBezTo>
                  <a:cubicBezTo>
                    <a:pt x="3057267" y="2974533"/>
                    <a:pt x="3176695" y="3156255"/>
                    <a:pt x="2609946" y="2743200"/>
                  </a:cubicBezTo>
                  <a:cubicBezTo>
                    <a:pt x="2577419" y="2719494"/>
                    <a:pt x="2533007" y="2719526"/>
                    <a:pt x="2494537" y="2707689"/>
                  </a:cubicBezTo>
                  <a:cubicBezTo>
                    <a:pt x="2478211" y="2774249"/>
                    <a:pt x="2166064" y="3542190"/>
                    <a:pt x="2627702" y="3542190"/>
                  </a:cubicBezTo>
                  <a:cubicBezTo>
                    <a:pt x="2860147" y="3542190"/>
                    <a:pt x="3024238" y="3299534"/>
                    <a:pt x="3222506" y="3178206"/>
                  </a:cubicBezTo>
                  <a:cubicBezTo>
                    <a:pt x="3210669" y="2956264"/>
                    <a:pt x="3290510" y="2709060"/>
                    <a:pt x="3186995" y="2512381"/>
                  </a:cubicBezTo>
                  <a:cubicBezTo>
                    <a:pt x="2798148" y="1773571"/>
                    <a:pt x="2578318" y="1841376"/>
                    <a:pt x="1952999" y="1722268"/>
                  </a:cubicBezTo>
                  <a:cubicBezTo>
                    <a:pt x="1879018" y="1781452"/>
                    <a:pt x="1759013" y="1809298"/>
                    <a:pt x="1731057" y="1899821"/>
                  </a:cubicBezTo>
                  <a:cubicBezTo>
                    <a:pt x="1562326" y="2446187"/>
                    <a:pt x="1953583" y="2397879"/>
                    <a:pt x="2343616" y="2547891"/>
                  </a:cubicBezTo>
                  <a:cubicBezTo>
                    <a:pt x="2603663" y="2094907"/>
                    <a:pt x="2864522" y="1903786"/>
                    <a:pt x="2414638" y="1331651"/>
                  </a:cubicBezTo>
                  <a:cubicBezTo>
                    <a:pt x="2273936" y="1152715"/>
                    <a:pt x="2006265" y="1130424"/>
                    <a:pt x="1802078" y="1029810"/>
                  </a:cubicBezTo>
                  <a:cubicBezTo>
                    <a:pt x="1253694" y="1148089"/>
                    <a:pt x="1274466" y="1048239"/>
                    <a:pt x="914311" y="1633491"/>
                  </a:cubicBezTo>
                  <a:cubicBezTo>
                    <a:pt x="881705" y="1686476"/>
                    <a:pt x="866679" y="1793898"/>
                    <a:pt x="923189" y="1819922"/>
                  </a:cubicBezTo>
                  <a:cubicBezTo>
                    <a:pt x="1128263" y="1914364"/>
                    <a:pt x="1367072" y="1902781"/>
                    <a:pt x="1589014" y="1944210"/>
                  </a:cubicBezTo>
                  <a:cubicBezTo>
                    <a:pt x="1739934" y="1861352"/>
                    <a:pt x="1973404" y="1853647"/>
                    <a:pt x="2041775" y="1695635"/>
                  </a:cubicBezTo>
                  <a:cubicBezTo>
                    <a:pt x="2302797" y="1092385"/>
                    <a:pt x="1649320" y="592740"/>
                    <a:pt x="1287173" y="319596"/>
                  </a:cubicBezTo>
                  <a:cubicBezTo>
                    <a:pt x="1192052" y="247852"/>
                    <a:pt x="1056354" y="260412"/>
                    <a:pt x="940944" y="230820"/>
                  </a:cubicBezTo>
                  <a:cubicBezTo>
                    <a:pt x="828494" y="411332"/>
                    <a:pt x="665946" y="569030"/>
                    <a:pt x="603593" y="772357"/>
                  </a:cubicBezTo>
                  <a:cubicBezTo>
                    <a:pt x="451971" y="1266777"/>
                    <a:pt x="497353" y="1701456"/>
                    <a:pt x="727880" y="2148396"/>
                  </a:cubicBezTo>
                  <a:cubicBezTo>
                    <a:pt x="781630" y="2252605"/>
                    <a:pt x="887678" y="2320031"/>
                    <a:pt x="967577" y="2405849"/>
                  </a:cubicBezTo>
                  <a:cubicBezTo>
                    <a:pt x="1148090" y="2370338"/>
                    <a:pt x="1381091" y="2431437"/>
                    <a:pt x="1509115" y="2299317"/>
                  </a:cubicBezTo>
                  <a:cubicBezTo>
                    <a:pt x="1885109" y="1911291"/>
                    <a:pt x="2373763" y="1175367"/>
                    <a:pt x="1855344" y="656948"/>
                  </a:cubicBezTo>
                  <a:cubicBezTo>
                    <a:pt x="1727428" y="529032"/>
                    <a:pt x="1506156" y="562253"/>
                    <a:pt x="1331562" y="514905"/>
                  </a:cubicBezTo>
                  <a:cubicBezTo>
                    <a:pt x="1036708" y="1201110"/>
                    <a:pt x="513494" y="1921332"/>
                    <a:pt x="940944" y="2725445"/>
                  </a:cubicBezTo>
                  <a:cubicBezTo>
                    <a:pt x="1098466" y="3021774"/>
                    <a:pt x="1473605" y="3133818"/>
                    <a:pt x="1739935" y="3338004"/>
                  </a:cubicBezTo>
                  <a:cubicBezTo>
                    <a:pt x="1958917" y="3222594"/>
                    <a:pt x="2257494" y="3196332"/>
                    <a:pt x="2396882" y="2991775"/>
                  </a:cubicBezTo>
                  <a:cubicBezTo>
                    <a:pt x="2824490" y="2364246"/>
                    <a:pt x="2132154" y="2117332"/>
                    <a:pt x="1793201" y="1864311"/>
                  </a:cubicBezTo>
                  <a:cubicBezTo>
                    <a:pt x="1633403" y="1973802"/>
                    <a:pt x="1408727" y="2023925"/>
                    <a:pt x="1313806" y="2192785"/>
                  </a:cubicBezTo>
                  <a:cubicBezTo>
                    <a:pt x="1071739" y="2623409"/>
                    <a:pt x="589725" y="3610014"/>
                    <a:pt x="1384828" y="3941686"/>
                  </a:cubicBezTo>
                  <a:cubicBezTo>
                    <a:pt x="1729643" y="4085523"/>
                    <a:pt x="2130552" y="3989033"/>
                    <a:pt x="2503414" y="4012707"/>
                  </a:cubicBezTo>
                  <a:cubicBezTo>
                    <a:pt x="2698723" y="3888420"/>
                    <a:pt x="2967150" y="3836473"/>
                    <a:pt x="3089340" y="3639845"/>
                  </a:cubicBezTo>
                  <a:cubicBezTo>
                    <a:pt x="3472606" y="3023096"/>
                    <a:pt x="3253706" y="2634769"/>
                    <a:pt x="3027197" y="2068497"/>
                  </a:cubicBezTo>
                  <a:cubicBezTo>
                    <a:pt x="2901809" y="1755027"/>
                    <a:pt x="2939386" y="1822870"/>
                    <a:pt x="2689845" y="1686757"/>
                  </a:cubicBezTo>
                  <a:cubicBezTo>
                    <a:pt x="2512684" y="1827830"/>
                    <a:pt x="1795998" y="2196819"/>
                    <a:pt x="2201573" y="2636668"/>
                  </a:cubicBezTo>
                  <a:cubicBezTo>
                    <a:pt x="2348341" y="2795839"/>
                    <a:pt x="2627702" y="2713608"/>
                    <a:pt x="2840766" y="2752078"/>
                  </a:cubicBezTo>
                  <a:cubicBezTo>
                    <a:pt x="3569922" y="1979519"/>
                    <a:pt x="3856117" y="2004798"/>
                    <a:pt x="3684144" y="807868"/>
                  </a:cubicBezTo>
                  <a:cubicBezTo>
                    <a:pt x="3660218" y="641344"/>
                    <a:pt x="3471080" y="547457"/>
                    <a:pt x="3364548" y="417251"/>
                  </a:cubicBezTo>
                  <a:cubicBezTo>
                    <a:pt x="3263934" y="423169"/>
                    <a:pt x="3141958" y="372737"/>
                    <a:pt x="3062707" y="435006"/>
                  </a:cubicBezTo>
                  <a:cubicBezTo>
                    <a:pt x="2751625" y="679427"/>
                    <a:pt x="2245962" y="1296140"/>
                    <a:pt x="2245962" y="1296140"/>
                  </a:cubicBezTo>
                  <a:cubicBezTo>
                    <a:pt x="2441783" y="1557238"/>
                    <a:pt x="2396189" y="1519899"/>
                    <a:pt x="2778622" y="612559"/>
                  </a:cubicBezTo>
                  <a:cubicBezTo>
                    <a:pt x="2969722" y="159165"/>
                    <a:pt x="2329516" y="88639"/>
                    <a:pt x="2121674" y="0"/>
                  </a:cubicBezTo>
                  <a:cubicBezTo>
                    <a:pt x="1917488" y="121328"/>
                    <a:pt x="1639052" y="165166"/>
                    <a:pt x="1509115" y="363985"/>
                  </a:cubicBezTo>
                  <a:cubicBezTo>
                    <a:pt x="1169467" y="883688"/>
                    <a:pt x="1421997" y="1469509"/>
                    <a:pt x="1855344" y="1811045"/>
                  </a:cubicBezTo>
                  <a:cubicBezTo>
                    <a:pt x="2010924" y="1933663"/>
                    <a:pt x="2240043" y="1905740"/>
                    <a:pt x="2432393" y="1953088"/>
                  </a:cubicBezTo>
                  <a:cubicBezTo>
                    <a:pt x="2618824" y="1799208"/>
                    <a:pt x="2855640" y="1691266"/>
                    <a:pt x="2991686" y="1491449"/>
                  </a:cubicBezTo>
                  <a:cubicBezTo>
                    <a:pt x="3325291" y="1001466"/>
                    <a:pt x="2290831" y="666229"/>
                    <a:pt x="2192696" y="603682"/>
                  </a:cubicBezTo>
                  <a:cubicBezTo>
                    <a:pt x="1702693" y="914794"/>
                    <a:pt x="1098413" y="1110617"/>
                    <a:pt x="1420339" y="1988598"/>
                  </a:cubicBezTo>
                  <a:cubicBezTo>
                    <a:pt x="1507955" y="2227552"/>
                    <a:pt x="1887896" y="2189825"/>
                    <a:pt x="2121674" y="2290439"/>
                  </a:cubicBezTo>
                  <a:cubicBezTo>
                    <a:pt x="2315634" y="2190972"/>
                    <a:pt x="3351357" y="1884739"/>
                    <a:pt x="2956175" y="1287262"/>
                  </a:cubicBezTo>
                  <a:cubicBezTo>
                    <a:pt x="2770643" y="1006756"/>
                    <a:pt x="2364330" y="967666"/>
                    <a:pt x="2068408" y="807868"/>
                  </a:cubicBezTo>
                  <a:cubicBezTo>
                    <a:pt x="1601669" y="1347033"/>
                    <a:pt x="1219122" y="1491469"/>
                    <a:pt x="1668913" y="2334827"/>
                  </a:cubicBezTo>
                  <a:cubicBezTo>
                    <a:pt x="1761086" y="2507652"/>
                    <a:pt x="2018102" y="2512380"/>
                    <a:pt x="2192696" y="2601157"/>
                  </a:cubicBezTo>
                  <a:cubicBezTo>
                    <a:pt x="2631312" y="2258137"/>
                    <a:pt x="3277803" y="1999054"/>
                    <a:pt x="3036074" y="1242874"/>
                  </a:cubicBezTo>
                  <a:cubicBezTo>
                    <a:pt x="2978830" y="1063803"/>
                    <a:pt x="2704641" y="1065321"/>
                    <a:pt x="2538925" y="976544"/>
                  </a:cubicBezTo>
                  <a:cubicBezTo>
                    <a:pt x="2432393" y="1210323"/>
                    <a:pt x="2267762" y="1425579"/>
                    <a:pt x="2219329" y="1677880"/>
                  </a:cubicBezTo>
                  <a:cubicBezTo>
                    <a:pt x="2019589" y="2718388"/>
                    <a:pt x="2060506" y="2681550"/>
                    <a:pt x="2290350" y="3355759"/>
                  </a:cubicBezTo>
                  <a:cubicBezTo>
                    <a:pt x="2993818" y="3298721"/>
                    <a:pt x="3047403" y="3455633"/>
                    <a:pt x="3417814" y="2707689"/>
                  </a:cubicBezTo>
                  <a:cubicBezTo>
                    <a:pt x="3467736" y="2606884"/>
                    <a:pt x="3489479" y="2448867"/>
                    <a:pt x="3408937" y="2370338"/>
                  </a:cubicBezTo>
                  <a:cubicBezTo>
                    <a:pt x="3221318" y="2187409"/>
                    <a:pt x="2941380" y="2133600"/>
                    <a:pt x="2707601" y="2015231"/>
                  </a:cubicBezTo>
                  <a:cubicBezTo>
                    <a:pt x="2562599" y="2068497"/>
                    <a:pt x="2350918" y="2041881"/>
                    <a:pt x="2272595" y="2175029"/>
                  </a:cubicBezTo>
                  <a:cubicBezTo>
                    <a:pt x="1870027" y="2859394"/>
                    <a:pt x="2175582" y="2921282"/>
                    <a:pt x="2574436" y="3249227"/>
                  </a:cubicBezTo>
                  <a:cubicBezTo>
                    <a:pt x="2737193" y="3216676"/>
                    <a:pt x="2952570" y="3275747"/>
                    <a:pt x="3062707" y="3151573"/>
                  </a:cubicBezTo>
                  <a:cubicBezTo>
                    <a:pt x="3770113" y="2354007"/>
                    <a:pt x="3483741" y="1764827"/>
                    <a:pt x="2902909" y="941033"/>
                  </a:cubicBezTo>
                  <a:cubicBezTo>
                    <a:pt x="2709023" y="666044"/>
                    <a:pt x="2382086" y="514905"/>
                    <a:pt x="2121674" y="301841"/>
                  </a:cubicBezTo>
                  <a:cubicBezTo>
                    <a:pt x="1507367" y="400131"/>
                    <a:pt x="1764843" y="292841"/>
                    <a:pt x="1455849" y="1535837"/>
                  </a:cubicBezTo>
                  <a:cubicBezTo>
                    <a:pt x="1425561" y="1657678"/>
                    <a:pt x="1437651" y="1805473"/>
                    <a:pt x="1509115" y="1908699"/>
                  </a:cubicBezTo>
                  <a:cubicBezTo>
                    <a:pt x="1562381" y="1985639"/>
                    <a:pt x="1686668" y="1967884"/>
                    <a:pt x="1775445" y="1997476"/>
                  </a:cubicBezTo>
                  <a:cubicBezTo>
                    <a:pt x="1887896" y="1615736"/>
                    <a:pt x="2075786" y="1248489"/>
                    <a:pt x="2112797" y="852256"/>
                  </a:cubicBezTo>
                  <a:cubicBezTo>
                    <a:pt x="2128487" y="684286"/>
                    <a:pt x="2080923" y="449359"/>
                    <a:pt x="1926366" y="381740"/>
                  </a:cubicBezTo>
                  <a:cubicBezTo>
                    <a:pt x="1759132" y="308575"/>
                    <a:pt x="1577177" y="488272"/>
                    <a:pt x="1402583" y="541538"/>
                  </a:cubicBezTo>
                  <a:cubicBezTo>
                    <a:pt x="1361431" y="710987"/>
                    <a:pt x="879407" y="2170558"/>
                    <a:pt x="1145131" y="2565647"/>
                  </a:cubicBezTo>
                  <a:cubicBezTo>
                    <a:pt x="1269444" y="2750480"/>
                    <a:pt x="1565340" y="2713608"/>
                    <a:pt x="1775445" y="2787588"/>
                  </a:cubicBezTo>
                  <a:cubicBezTo>
                    <a:pt x="1902692" y="2669219"/>
                    <a:pt x="2096378" y="2595287"/>
                    <a:pt x="2157185" y="2432482"/>
                  </a:cubicBezTo>
                  <a:cubicBezTo>
                    <a:pt x="2334810" y="1956905"/>
                    <a:pt x="1653382" y="1930357"/>
                    <a:pt x="1464727" y="1873188"/>
                  </a:cubicBezTo>
                  <a:cubicBezTo>
                    <a:pt x="1195552" y="2402255"/>
                    <a:pt x="905504" y="2762102"/>
                    <a:pt x="1269418" y="3462291"/>
                  </a:cubicBezTo>
                  <a:cubicBezTo>
                    <a:pt x="1375865" y="3667100"/>
                    <a:pt x="1695546" y="3639844"/>
                    <a:pt x="1908610" y="3728621"/>
                  </a:cubicBezTo>
                  <a:cubicBezTo>
                    <a:pt x="2521305" y="3483543"/>
                    <a:pt x="3141857" y="3488110"/>
                    <a:pt x="3089340" y="2601157"/>
                  </a:cubicBezTo>
                  <a:cubicBezTo>
                    <a:pt x="3075804" y="2372547"/>
                    <a:pt x="2840765" y="2216458"/>
                    <a:pt x="2716478" y="2024109"/>
                  </a:cubicBezTo>
                  <a:cubicBezTo>
                    <a:pt x="2514061" y="2371656"/>
                    <a:pt x="1834508" y="2990148"/>
                    <a:pt x="2574436" y="3355759"/>
                  </a:cubicBezTo>
                  <a:cubicBezTo>
                    <a:pt x="2709532" y="3422512"/>
                    <a:pt x="2858521" y="3255146"/>
                    <a:pt x="3000564" y="3204839"/>
                  </a:cubicBezTo>
                  <a:cubicBezTo>
                    <a:pt x="3438629" y="2206627"/>
                    <a:pt x="3831218" y="1999851"/>
                    <a:pt x="3293527" y="994299"/>
                  </a:cubicBezTo>
                  <a:cubicBezTo>
                    <a:pt x="3210305" y="838662"/>
                    <a:pt x="3003523" y="793072"/>
                    <a:pt x="2858521" y="692458"/>
                  </a:cubicBezTo>
                  <a:cubicBezTo>
                    <a:pt x="2280101" y="1408598"/>
                    <a:pt x="2208144" y="1236710"/>
                    <a:pt x="2228206" y="2139519"/>
                  </a:cubicBezTo>
                  <a:cubicBezTo>
                    <a:pt x="2228941" y="2172596"/>
                    <a:pt x="2287391" y="2169111"/>
                    <a:pt x="2316983" y="2183907"/>
                  </a:cubicBezTo>
                  <a:cubicBezTo>
                    <a:pt x="2459026" y="1935332"/>
                    <a:pt x="2748798" y="1724423"/>
                    <a:pt x="2743111" y="1438183"/>
                  </a:cubicBezTo>
                  <a:cubicBezTo>
                    <a:pt x="2729625" y="759366"/>
                    <a:pt x="1830937" y="735857"/>
                    <a:pt x="1455849" y="648070"/>
                  </a:cubicBezTo>
                  <a:cubicBezTo>
                    <a:pt x="1165541" y="1213407"/>
                    <a:pt x="703616" y="1889090"/>
                    <a:pt x="763391" y="2583402"/>
                  </a:cubicBezTo>
                  <a:cubicBezTo>
                    <a:pt x="777505" y="2747346"/>
                    <a:pt x="964618" y="2843814"/>
                    <a:pt x="1065232" y="2974020"/>
                  </a:cubicBezTo>
                  <a:cubicBezTo>
                    <a:pt x="1242785" y="2932591"/>
                    <a:pt x="1459013" y="2967859"/>
                    <a:pt x="1597892" y="2849732"/>
                  </a:cubicBezTo>
                  <a:cubicBezTo>
                    <a:pt x="2110070" y="2414086"/>
                    <a:pt x="1813572" y="2192733"/>
                    <a:pt x="1402583" y="2006354"/>
                  </a:cubicBezTo>
                  <a:cubicBezTo>
                    <a:pt x="1302285" y="1960870"/>
                    <a:pt x="1183600" y="1982680"/>
                    <a:pt x="1074109" y="1970843"/>
                  </a:cubicBezTo>
                  <a:cubicBezTo>
                    <a:pt x="850123" y="2428997"/>
                    <a:pt x="287327" y="3067615"/>
                    <a:pt x="1020843" y="3551068"/>
                  </a:cubicBezTo>
                  <a:cubicBezTo>
                    <a:pt x="1253114" y="3704156"/>
                    <a:pt x="1577177" y="3545149"/>
                    <a:pt x="1855344" y="3542190"/>
                  </a:cubicBezTo>
                  <a:cubicBezTo>
                    <a:pt x="2011835" y="3390514"/>
                    <a:pt x="2857750" y="2765516"/>
                    <a:pt x="2601069" y="2325950"/>
                  </a:cubicBezTo>
                  <a:cubicBezTo>
                    <a:pt x="2425963" y="2026080"/>
                    <a:pt x="2015142" y="1953087"/>
                    <a:pt x="1722179" y="1766656"/>
                  </a:cubicBezTo>
                  <a:cubicBezTo>
                    <a:pt x="1547585" y="1775534"/>
                    <a:pt x="1331930" y="1680458"/>
                    <a:pt x="1198397" y="1793289"/>
                  </a:cubicBezTo>
                  <a:cubicBezTo>
                    <a:pt x="989269" y="1969994"/>
                    <a:pt x="162830" y="2974551"/>
                    <a:pt x="710125" y="3435658"/>
                  </a:cubicBezTo>
                  <a:cubicBezTo>
                    <a:pt x="971391" y="3655780"/>
                    <a:pt x="1372991" y="3601375"/>
                    <a:pt x="1704424" y="3684233"/>
                  </a:cubicBezTo>
                  <a:cubicBezTo>
                    <a:pt x="2103919" y="3474128"/>
                    <a:pt x="2560075" y="3347526"/>
                    <a:pt x="2902909" y="3053919"/>
                  </a:cubicBezTo>
                  <a:cubicBezTo>
                    <a:pt x="3157358" y="2836007"/>
                    <a:pt x="3403570" y="2535138"/>
                    <a:pt x="3435570" y="2201662"/>
                  </a:cubicBezTo>
                  <a:cubicBezTo>
                    <a:pt x="3466644" y="1877837"/>
                    <a:pt x="3266773" y="1556390"/>
                    <a:pt x="3071585" y="1296140"/>
                  </a:cubicBezTo>
                  <a:cubicBezTo>
                    <a:pt x="2590871" y="655188"/>
                    <a:pt x="2217497" y="548243"/>
                    <a:pt x="1589014" y="257453"/>
                  </a:cubicBezTo>
                  <a:cubicBezTo>
                    <a:pt x="1002914" y="1011009"/>
                    <a:pt x="999669" y="853868"/>
                    <a:pt x="861045" y="2077375"/>
                  </a:cubicBezTo>
                  <a:cubicBezTo>
                    <a:pt x="840452" y="2259134"/>
                    <a:pt x="846049" y="2468275"/>
                    <a:pt x="949822" y="2618913"/>
                  </a:cubicBezTo>
                  <a:cubicBezTo>
                    <a:pt x="1049777" y="2764008"/>
                    <a:pt x="1257581" y="2790548"/>
                    <a:pt x="1411461" y="2876365"/>
                  </a:cubicBezTo>
                  <a:cubicBezTo>
                    <a:pt x="1734016" y="2781670"/>
                    <a:pt x="2104836" y="2786635"/>
                    <a:pt x="2379127" y="2592280"/>
                  </a:cubicBezTo>
                  <a:cubicBezTo>
                    <a:pt x="3108043" y="2075791"/>
                    <a:pt x="3183287" y="1524616"/>
                    <a:pt x="2459026" y="958788"/>
                  </a:cubicBezTo>
                  <a:cubicBezTo>
                    <a:pt x="2116389" y="691103"/>
                    <a:pt x="1660035" y="615519"/>
                    <a:pt x="1260540" y="443884"/>
                  </a:cubicBezTo>
                  <a:cubicBezTo>
                    <a:pt x="1029721" y="582967"/>
                    <a:pt x="684224" y="617962"/>
                    <a:pt x="568082" y="861134"/>
                  </a:cubicBezTo>
                  <a:cubicBezTo>
                    <a:pt x="26055" y="1996002"/>
                    <a:pt x="293525" y="2083599"/>
                    <a:pt x="816657" y="2743200"/>
                  </a:cubicBezTo>
                  <a:cubicBezTo>
                    <a:pt x="1080028" y="2737282"/>
                    <a:pt x="1378747" y="2857372"/>
                    <a:pt x="1606770" y="2725445"/>
                  </a:cubicBezTo>
                  <a:cubicBezTo>
                    <a:pt x="2293333" y="2328219"/>
                    <a:pt x="2130040" y="1714159"/>
                    <a:pt x="1597892" y="1322773"/>
                  </a:cubicBezTo>
                  <a:cubicBezTo>
                    <a:pt x="1338563" y="1132041"/>
                    <a:pt x="988292" y="1115628"/>
                    <a:pt x="683492" y="1012055"/>
                  </a:cubicBezTo>
                  <a:cubicBezTo>
                    <a:pt x="348662" y="1483086"/>
                    <a:pt x="-135283" y="1926872"/>
                    <a:pt x="35422" y="2601157"/>
                  </a:cubicBezTo>
                  <a:cubicBezTo>
                    <a:pt x="95134" y="2837021"/>
                    <a:pt x="355018" y="2968101"/>
                    <a:pt x="514816" y="3151573"/>
                  </a:cubicBezTo>
                  <a:cubicBezTo>
                    <a:pt x="858086" y="3136777"/>
                    <a:pt x="1205257" y="3160870"/>
                    <a:pt x="1544626" y="3107185"/>
                  </a:cubicBezTo>
                  <a:cubicBezTo>
                    <a:pt x="1735174" y="3077042"/>
                    <a:pt x="1952562" y="2763830"/>
                    <a:pt x="2086164" y="2902998"/>
                  </a:cubicBezTo>
                  <a:cubicBezTo>
                    <a:pt x="2238121" y="3061286"/>
                    <a:pt x="2009224" y="3335045"/>
                    <a:pt x="1970754" y="3551068"/>
                  </a:cubicBezTo>
                  <a:cubicBezTo>
                    <a:pt x="2160144" y="3675355"/>
                    <a:pt x="2313312" y="3903562"/>
                    <a:pt x="2538925" y="3923930"/>
                  </a:cubicBezTo>
                  <a:cubicBezTo>
                    <a:pt x="3239904" y="3987213"/>
                    <a:pt x="3532653" y="3287070"/>
                    <a:pt x="3852820" y="2858610"/>
                  </a:cubicBezTo>
                  <a:cubicBezTo>
                    <a:pt x="3817309" y="2636668"/>
                    <a:pt x="3833324" y="2400014"/>
                    <a:pt x="3746288" y="2192785"/>
                  </a:cubicBezTo>
                  <a:cubicBezTo>
                    <a:pt x="3701539" y="2086239"/>
                    <a:pt x="3588710" y="1931760"/>
                    <a:pt x="3479958" y="1970843"/>
                  </a:cubicBezTo>
                  <a:cubicBezTo>
                    <a:pt x="3316148" y="2029712"/>
                    <a:pt x="3278731" y="2254928"/>
                    <a:pt x="3178117" y="2396971"/>
                  </a:cubicBezTo>
                  <a:cubicBezTo>
                    <a:pt x="3160362" y="2521258"/>
                    <a:pt x="3034958" y="2857479"/>
                    <a:pt x="3124851" y="2769833"/>
                  </a:cubicBezTo>
                  <a:cubicBezTo>
                    <a:pt x="3594381" y="2312041"/>
                    <a:pt x="3729832" y="1794906"/>
                    <a:pt x="3169239" y="1305018"/>
                  </a:cubicBezTo>
                  <a:cubicBezTo>
                    <a:pt x="3010592" y="1166381"/>
                    <a:pt x="2754948" y="1228078"/>
                    <a:pt x="2547803" y="1189608"/>
                  </a:cubicBezTo>
                  <a:cubicBezTo>
                    <a:pt x="1741719" y="2083099"/>
                    <a:pt x="1663989" y="2342281"/>
                    <a:pt x="1935243" y="1722268"/>
                  </a:cubicBezTo>
                  <a:cubicBezTo>
                    <a:pt x="1902692" y="1248792"/>
                    <a:pt x="1942991" y="764582"/>
                    <a:pt x="1837589" y="301841"/>
                  </a:cubicBezTo>
                  <a:cubicBezTo>
                    <a:pt x="1813893" y="197809"/>
                    <a:pt x="1674474" y="97255"/>
                    <a:pt x="1571259" y="124288"/>
                  </a:cubicBezTo>
                  <a:cubicBezTo>
                    <a:pt x="1375422" y="175579"/>
                    <a:pt x="1251663" y="372863"/>
                    <a:pt x="1091865" y="497150"/>
                  </a:cubicBezTo>
                  <a:cubicBezTo>
                    <a:pt x="1044517" y="787154"/>
                    <a:pt x="891215" y="1079222"/>
                    <a:pt x="949822" y="1367161"/>
                  </a:cubicBezTo>
                  <a:cubicBezTo>
                    <a:pt x="974484" y="1488328"/>
                    <a:pt x="1177073" y="1533999"/>
                    <a:pt x="1296051" y="1500326"/>
                  </a:cubicBezTo>
                  <a:cubicBezTo>
                    <a:pt x="1525861" y="1435285"/>
                    <a:pt x="1692587" y="1233996"/>
                    <a:pt x="1890855" y="1100831"/>
                  </a:cubicBezTo>
                  <a:cubicBezTo>
                    <a:pt x="1952999" y="970625"/>
                    <a:pt x="2142373" y="838973"/>
                    <a:pt x="2077286" y="710214"/>
                  </a:cubicBezTo>
                  <a:cubicBezTo>
                    <a:pt x="1788879" y="139670"/>
                    <a:pt x="1315535" y="304888"/>
                    <a:pt x="861045" y="337352"/>
                  </a:cubicBezTo>
                  <a:cubicBezTo>
                    <a:pt x="714385" y="974567"/>
                    <a:pt x="271374" y="1644317"/>
                    <a:pt x="1047476" y="2104008"/>
                  </a:cubicBezTo>
                  <a:cubicBezTo>
                    <a:pt x="1251420" y="2224805"/>
                    <a:pt x="1520952" y="2127682"/>
                    <a:pt x="1757690" y="2139519"/>
                  </a:cubicBezTo>
                  <a:cubicBezTo>
                    <a:pt x="2086670" y="1831100"/>
                    <a:pt x="2684077" y="1562041"/>
                    <a:pt x="2237084" y="976544"/>
                  </a:cubicBezTo>
                  <a:cubicBezTo>
                    <a:pt x="2120640" y="824019"/>
                    <a:pt x="1876059" y="846338"/>
                    <a:pt x="1695546" y="781235"/>
                  </a:cubicBezTo>
                  <a:cubicBezTo>
                    <a:pt x="1636362" y="1086035"/>
                    <a:pt x="1561903" y="1388263"/>
                    <a:pt x="1517993" y="1695635"/>
                  </a:cubicBezTo>
                  <a:cubicBezTo>
                    <a:pt x="1496633" y="1845153"/>
                    <a:pt x="1492436" y="1997561"/>
                    <a:pt x="1500238" y="2148396"/>
                  </a:cubicBezTo>
                  <a:cubicBezTo>
                    <a:pt x="1501553" y="2173818"/>
                    <a:pt x="1523911" y="2195744"/>
                    <a:pt x="1544626" y="2210540"/>
                  </a:cubicBezTo>
                  <a:cubicBezTo>
                    <a:pt x="1583222" y="2238109"/>
                    <a:pt x="1601101" y="2237173"/>
                    <a:pt x="1633403" y="2237173"/>
                  </a:cubicBezTo>
                </a:path>
              </a:pathLst>
            </a:custGeom>
            <a:noFill/>
            <a:ln w="28575">
              <a:solidFill>
                <a:srgbClr val="DC4C6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2">
            <a:extLst>
              <a:ext uri="{FF2B5EF4-FFF2-40B4-BE49-F238E27FC236}">
                <a16:creationId xmlns:a16="http://schemas.microsoft.com/office/drawing/2014/main" id="{FDEAF6E4-A614-E805-EA09-1F12061D6A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00"/>
          <a:stretch/>
        </p:blipFill>
        <p:spPr bwMode="auto">
          <a:xfrm>
            <a:off x="1504731" y="1216324"/>
            <a:ext cx="1397841" cy="102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CC82D1E-2533-ECC2-B62E-317DC3B93625}"/>
              </a:ext>
            </a:extLst>
          </p:cNvPr>
          <p:cNvGrpSpPr/>
          <p:nvPr/>
        </p:nvGrpSpPr>
        <p:grpSpPr>
          <a:xfrm>
            <a:off x="37568" y="2335914"/>
            <a:ext cx="2844845" cy="1048732"/>
            <a:chOff x="8234658" y="3789922"/>
            <a:chExt cx="3957342" cy="1458846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E10924C-B1C5-4455-DCE9-5F1998DBDA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00"/>
            <a:stretch/>
          </p:blipFill>
          <p:spPr bwMode="auto">
            <a:xfrm>
              <a:off x="10201827" y="3789922"/>
              <a:ext cx="1990173" cy="145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7B0E59-A4F9-1851-A061-37C342E5728B}"/>
                </a:ext>
              </a:extLst>
            </p:cNvPr>
            <p:cNvSpPr/>
            <p:nvPr/>
          </p:nvSpPr>
          <p:spPr>
            <a:xfrm>
              <a:off x="8234658" y="3938416"/>
              <a:ext cx="1976142" cy="1106424"/>
            </a:xfrm>
            <a:custGeom>
              <a:avLst/>
              <a:gdLst>
                <a:gd name="connsiteX0" fmla="*/ 1976142 w 1976142"/>
                <a:gd name="connsiteY0" fmla="*/ 0 h 1106424"/>
                <a:gd name="connsiteX1" fmla="*/ 1793262 w 1976142"/>
                <a:gd name="connsiteY1" fmla="*/ 9144 h 1106424"/>
                <a:gd name="connsiteX2" fmla="*/ 1729254 w 1976142"/>
                <a:gd name="connsiteY2" fmla="*/ 18288 h 1106424"/>
                <a:gd name="connsiteX3" fmla="*/ 1619526 w 1976142"/>
                <a:gd name="connsiteY3" fmla="*/ 91440 h 1106424"/>
                <a:gd name="connsiteX4" fmla="*/ 1546374 w 1976142"/>
                <a:gd name="connsiteY4" fmla="*/ 192024 h 1106424"/>
                <a:gd name="connsiteX5" fmla="*/ 1509798 w 1976142"/>
                <a:gd name="connsiteY5" fmla="*/ 329184 h 1106424"/>
                <a:gd name="connsiteX6" fmla="*/ 1592094 w 1976142"/>
                <a:gd name="connsiteY6" fmla="*/ 384048 h 1106424"/>
                <a:gd name="connsiteX7" fmla="*/ 1756686 w 1976142"/>
                <a:gd name="connsiteY7" fmla="*/ 365760 h 1106424"/>
                <a:gd name="connsiteX8" fmla="*/ 1774974 w 1976142"/>
                <a:gd name="connsiteY8" fmla="*/ 292608 h 1106424"/>
                <a:gd name="connsiteX9" fmla="*/ 1537230 w 1976142"/>
                <a:gd name="connsiteY9" fmla="*/ 201168 h 1106424"/>
                <a:gd name="connsiteX10" fmla="*/ 1409214 w 1976142"/>
                <a:gd name="connsiteY10" fmla="*/ 265176 h 1106424"/>
                <a:gd name="connsiteX11" fmla="*/ 1436646 w 1976142"/>
                <a:gd name="connsiteY11" fmla="*/ 384048 h 1106424"/>
                <a:gd name="connsiteX12" fmla="*/ 1582950 w 1976142"/>
                <a:gd name="connsiteY12" fmla="*/ 411480 h 1106424"/>
                <a:gd name="connsiteX13" fmla="*/ 1610382 w 1976142"/>
                <a:gd name="connsiteY13" fmla="*/ 393192 h 1106424"/>
                <a:gd name="connsiteX14" fmla="*/ 1436646 w 1976142"/>
                <a:gd name="connsiteY14" fmla="*/ 292608 h 1106424"/>
                <a:gd name="connsiteX15" fmla="*/ 1445790 w 1976142"/>
                <a:gd name="connsiteY15" fmla="*/ 694944 h 1106424"/>
                <a:gd name="connsiteX16" fmla="*/ 1729254 w 1976142"/>
                <a:gd name="connsiteY16" fmla="*/ 722376 h 1106424"/>
                <a:gd name="connsiteX17" fmla="*/ 1811550 w 1976142"/>
                <a:gd name="connsiteY17" fmla="*/ 393192 h 1106424"/>
                <a:gd name="connsiteX18" fmla="*/ 1656102 w 1976142"/>
                <a:gd name="connsiteY18" fmla="*/ 347472 h 1106424"/>
                <a:gd name="connsiteX19" fmla="*/ 1683534 w 1976142"/>
                <a:gd name="connsiteY19" fmla="*/ 539496 h 1106424"/>
                <a:gd name="connsiteX20" fmla="*/ 1784118 w 1976142"/>
                <a:gd name="connsiteY20" fmla="*/ 585216 h 1106424"/>
                <a:gd name="connsiteX21" fmla="*/ 1774974 w 1976142"/>
                <a:gd name="connsiteY21" fmla="*/ 448056 h 1106424"/>
                <a:gd name="connsiteX22" fmla="*/ 1464078 w 1976142"/>
                <a:gd name="connsiteY22" fmla="*/ 384048 h 1106424"/>
                <a:gd name="connsiteX23" fmla="*/ 1509798 w 1976142"/>
                <a:gd name="connsiteY23" fmla="*/ 466344 h 1106424"/>
                <a:gd name="connsiteX24" fmla="*/ 1564662 w 1976142"/>
                <a:gd name="connsiteY24" fmla="*/ 475488 h 1106424"/>
                <a:gd name="connsiteX25" fmla="*/ 1473222 w 1976142"/>
                <a:gd name="connsiteY25" fmla="*/ 402336 h 1106424"/>
                <a:gd name="connsiteX26" fmla="*/ 1390926 w 1976142"/>
                <a:gd name="connsiteY26" fmla="*/ 658368 h 1106424"/>
                <a:gd name="connsiteX27" fmla="*/ 1528086 w 1976142"/>
                <a:gd name="connsiteY27" fmla="*/ 676656 h 1106424"/>
                <a:gd name="connsiteX28" fmla="*/ 1573806 w 1976142"/>
                <a:gd name="connsiteY28" fmla="*/ 557784 h 1106424"/>
                <a:gd name="connsiteX29" fmla="*/ 1345206 w 1976142"/>
                <a:gd name="connsiteY29" fmla="*/ 612648 h 1106424"/>
                <a:gd name="connsiteX30" fmla="*/ 1546374 w 1976142"/>
                <a:gd name="connsiteY30" fmla="*/ 841248 h 1106424"/>
                <a:gd name="connsiteX31" fmla="*/ 1665246 w 1976142"/>
                <a:gd name="connsiteY31" fmla="*/ 658368 h 1106424"/>
                <a:gd name="connsiteX32" fmla="*/ 1601238 w 1976142"/>
                <a:gd name="connsiteY32" fmla="*/ 493776 h 1106424"/>
                <a:gd name="connsiteX33" fmla="*/ 1500654 w 1976142"/>
                <a:gd name="connsiteY33" fmla="*/ 448056 h 1106424"/>
                <a:gd name="connsiteX34" fmla="*/ 1464078 w 1976142"/>
                <a:gd name="connsiteY34" fmla="*/ 621792 h 1106424"/>
                <a:gd name="connsiteX35" fmla="*/ 1582950 w 1976142"/>
                <a:gd name="connsiteY35" fmla="*/ 667512 h 1106424"/>
                <a:gd name="connsiteX36" fmla="*/ 1582950 w 1976142"/>
                <a:gd name="connsiteY36" fmla="*/ 411480 h 1106424"/>
                <a:gd name="connsiteX37" fmla="*/ 1445790 w 1976142"/>
                <a:gd name="connsiteY37" fmla="*/ 402336 h 1106424"/>
                <a:gd name="connsiteX38" fmla="*/ 1363494 w 1976142"/>
                <a:gd name="connsiteY38" fmla="*/ 466344 h 1106424"/>
                <a:gd name="connsiteX39" fmla="*/ 1528086 w 1976142"/>
                <a:gd name="connsiteY39" fmla="*/ 813816 h 1106424"/>
                <a:gd name="connsiteX40" fmla="*/ 1765830 w 1976142"/>
                <a:gd name="connsiteY40" fmla="*/ 749808 h 1106424"/>
                <a:gd name="connsiteX41" fmla="*/ 1820694 w 1976142"/>
                <a:gd name="connsiteY41" fmla="*/ 402336 h 1106424"/>
                <a:gd name="connsiteX42" fmla="*/ 1720110 w 1976142"/>
                <a:gd name="connsiteY42" fmla="*/ 384048 h 1106424"/>
                <a:gd name="connsiteX43" fmla="*/ 1692678 w 1976142"/>
                <a:gd name="connsiteY43" fmla="*/ 676656 h 1106424"/>
                <a:gd name="connsiteX44" fmla="*/ 1857270 w 1976142"/>
                <a:gd name="connsiteY44" fmla="*/ 758952 h 1106424"/>
                <a:gd name="connsiteX45" fmla="*/ 1902990 w 1976142"/>
                <a:gd name="connsiteY45" fmla="*/ 640080 h 1106424"/>
                <a:gd name="connsiteX46" fmla="*/ 1592094 w 1976142"/>
                <a:gd name="connsiteY46" fmla="*/ 438912 h 1106424"/>
                <a:gd name="connsiteX47" fmla="*/ 1482366 w 1976142"/>
                <a:gd name="connsiteY47" fmla="*/ 740664 h 1106424"/>
                <a:gd name="connsiteX48" fmla="*/ 1546374 w 1976142"/>
                <a:gd name="connsiteY48" fmla="*/ 786384 h 1106424"/>
                <a:gd name="connsiteX49" fmla="*/ 1619526 w 1976142"/>
                <a:gd name="connsiteY49" fmla="*/ 685800 h 1106424"/>
                <a:gd name="connsiteX50" fmla="*/ 1354350 w 1976142"/>
                <a:gd name="connsiteY50" fmla="*/ 484632 h 1106424"/>
                <a:gd name="connsiteX51" fmla="*/ 1354350 w 1976142"/>
                <a:gd name="connsiteY51" fmla="*/ 832104 h 1106424"/>
                <a:gd name="connsiteX52" fmla="*/ 1482366 w 1976142"/>
                <a:gd name="connsiteY52" fmla="*/ 877824 h 1106424"/>
                <a:gd name="connsiteX53" fmla="*/ 1573806 w 1976142"/>
                <a:gd name="connsiteY53" fmla="*/ 758952 h 1106424"/>
                <a:gd name="connsiteX54" fmla="*/ 1509798 w 1976142"/>
                <a:gd name="connsiteY54" fmla="*/ 530352 h 1106424"/>
                <a:gd name="connsiteX55" fmla="*/ 1445790 w 1976142"/>
                <a:gd name="connsiteY55" fmla="*/ 804672 h 1106424"/>
                <a:gd name="connsiteX56" fmla="*/ 1546374 w 1976142"/>
                <a:gd name="connsiteY56" fmla="*/ 822960 h 1106424"/>
                <a:gd name="connsiteX57" fmla="*/ 1555518 w 1976142"/>
                <a:gd name="connsiteY57" fmla="*/ 640080 h 1106424"/>
                <a:gd name="connsiteX58" fmla="*/ 1189758 w 1976142"/>
                <a:gd name="connsiteY58" fmla="*/ 576072 h 1106424"/>
                <a:gd name="connsiteX59" fmla="*/ 1125750 w 1976142"/>
                <a:gd name="connsiteY59" fmla="*/ 603504 h 1106424"/>
                <a:gd name="connsiteX60" fmla="*/ 1061742 w 1976142"/>
                <a:gd name="connsiteY60" fmla="*/ 612648 h 1106424"/>
                <a:gd name="connsiteX61" fmla="*/ 503958 w 1976142"/>
                <a:gd name="connsiteY61" fmla="*/ 621792 h 1106424"/>
                <a:gd name="connsiteX62" fmla="*/ 339366 w 1976142"/>
                <a:gd name="connsiteY62" fmla="*/ 694944 h 1106424"/>
                <a:gd name="connsiteX63" fmla="*/ 302790 w 1976142"/>
                <a:gd name="connsiteY63" fmla="*/ 722376 h 1106424"/>
                <a:gd name="connsiteX64" fmla="*/ 513102 w 1976142"/>
                <a:gd name="connsiteY64" fmla="*/ 822960 h 1106424"/>
                <a:gd name="connsiteX65" fmla="*/ 394230 w 1976142"/>
                <a:gd name="connsiteY65" fmla="*/ 649224 h 1106424"/>
                <a:gd name="connsiteX66" fmla="*/ 348510 w 1976142"/>
                <a:gd name="connsiteY66" fmla="*/ 694944 h 1106424"/>
                <a:gd name="connsiteX67" fmla="*/ 476526 w 1976142"/>
                <a:gd name="connsiteY67" fmla="*/ 640080 h 1106424"/>
                <a:gd name="connsiteX68" fmla="*/ 366798 w 1976142"/>
                <a:gd name="connsiteY68" fmla="*/ 484632 h 1106424"/>
                <a:gd name="connsiteX69" fmla="*/ 238782 w 1976142"/>
                <a:gd name="connsiteY69" fmla="*/ 475488 h 1106424"/>
                <a:gd name="connsiteX70" fmla="*/ 220494 w 1976142"/>
                <a:gd name="connsiteY70" fmla="*/ 685800 h 1106424"/>
                <a:gd name="connsiteX71" fmla="*/ 321078 w 1976142"/>
                <a:gd name="connsiteY71" fmla="*/ 704088 h 1106424"/>
                <a:gd name="connsiteX72" fmla="*/ 366798 w 1976142"/>
                <a:gd name="connsiteY72" fmla="*/ 530352 h 1106424"/>
                <a:gd name="connsiteX73" fmla="*/ 211350 w 1976142"/>
                <a:gd name="connsiteY73" fmla="*/ 457200 h 1106424"/>
                <a:gd name="connsiteX74" fmla="*/ 129054 w 1976142"/>
                <a:gd name="connsiteY74" fmla="*/ 676656 h 1106424"/>
                <a:gd name="connsiteX75" fmla="*/ 339366 w 1976142"/>
                <a:gd name="connsiteY75" fmla="*/ 813816 h 1106424"/>
                <a:gd name="connsiteX76" fmla="*/ 394230 w 1976142"/>
                <a:gd name="connsiteY76" fmla="*/ 786384 h 1106424"/>
                <a:gd name="connsiteX77" fmla="*/ 348510 w 1976142"/>
                <a:gd name="connsiteY77" fmla="*/ 603504 h 1106424"/>
                <a:gd name="connsiteX78" fmla="*/ 238782 w 1976142"/>
                <a:gd name="connsiteY78" fmla="*/ 585216 h 1106424"/>
                <a:gd name="connsiteX79" fmla="*/ 357654 w 1976142"/>
                <a:gd name="connsiteY79" fmla="*/ 804672 h 1106424"/>
                <a:gd name="connsiteX80" fmla="*/ 467382 w 1976142"/>
                <a:gd name="connsiteY80" fmla="*/ 731520 h 1106424"/>
                <a:gd name="connsiteX81" fmla="*/ 330222 w 1976142"/>
                <a:gd name="connsiteY81" fmla="*/ 530352 h 1106424"/>
                <a:gd name="connsiteX82" fmla="*/ 302790 w 1976142"/>
                <a:gd name="connsiteY82" fmla="*/ 868680 h 1106424"/>
                <a:gd name="connsiteX83" fmla="*/ 394230 w 1976142"/>
                <a:gd name="connsiteY83" fmla="*/ 758952 h 1106424"/>
                <a:gd name="connsiteX84" fmla="*/ 403374 w 1976142"/>
                <a:gd name="connsiteY84" fmla="*/ 795528 h 1106424"/>
                <a:gd name="connsiteX85" fmla="*/ 449094 w 1976142"/>
                <a:gd name="connsiteY85" fmla="*/ 777240 h 1106424"/>
                <a:gd name="connsiteX86" fmla="*/ 412518 w 1976142"/>
                <a:gd name="connsiteY86" fmla="*/ 731520 h 1106424"/>
                <a:gd name="connsiteX87" fmla="*/ 385086 w 1976142"/>
                <a:gd name="connsiteY87" fmla="*/ 804672 h 1106424"/>
                <a:gd name="connsiteX88" fmla="*/ 439950 w 1976142"/>
                <a:gd name="connsiteY88" fmla="*/ 841248 h 1106424"/>
                <a:gd name="connsiteX89" fmla="*/ 449094 w 1976142"/>
                <a:gd name="connsiteY89" fmla="*/ 566928 h 1106424"/>
                <a:gd name="connsiteX90" fmla="*/ 513102 w 1976142"/>
                <a:gd name="connsiteY90" fmla="*/ 466344 h 1106424"/>
                <a:gd name="connsiteX91" fmla="*/ 1016022 w 1976142"/>
                <a:gd name="connsiteY91" fmla="*/ 329184 h 1106424"/>
                <a:gd name="connsiteX92" fmla="*/ 1363494 w 1976142"/>
                <a:gd name="connsiteY92" fmla="*/ 265176 h 1106424"/>
                <a:gd name="connsiteX93" fmla="*/ 1528086 w 1976142"/>
                <a:gd name="connsiteY93" fmla="*/ 274320 h 1106424"/>
                <a:gd name="connsiteX94" fmla="*/ 1518942 w 1976142"/>
                <a:gd name="connsiteY94" fmla="*/ 338328 h 1106424"/>
                <a:gd name="connsiteX95" fmla="*/ 1528086 w 1976142"/>
                <a:gd name="connsiteY95" fmla="*/ 411480 h 1106424"/>
                <a:gd name="connsiteX96" fmla="*/ 1573806 w 1976142"/>
                <a:gd name="connsiteY96" fmla="*/ 576072 h 1106424"/>
                <a:gd name="connsiteX97" fmla="*/ 1592094 w 1976142"/>
                <a:gd name="connsiteY97" fmla="*/ 612648 h 1106424"/>
                <a:gd name="connsiteX98" fmla="*/ 1619526 w 1976142"/>
                <a:gd name="connsiteY98" fmla="*/ 621792 h 1106424"/>
                <a:gd name="connsiteX99" fmla="*/ 1656102 w 1976142"/>
                <a:gd name="connsiteY99" fmla="*/ 685800 h 1106424"/>
                <a:gd name="connsiteX100" fmla="*/ 1710966 w 1976142"/>
                <a:gd name="connsiteY100" fmla="*/ 694944 h 1106424"/>
                <a:gd name="connsiteX101" fmla="*/ 1692678 w 1976142"/>
                <a:gd name="connsiteY101" fmla="*/ 740664 h 1106424"/>
                <a:gd name="connsiteX102" fmla="*/ 1637814 w 1976142"/>
                <a:gd name="connsiteY102" fmla="*/ 758952 h 1106424"/>
                <a:gd name="connsiteX103" fmla="*/ 1564662 w 1976142"/>
                <a:gd name="connsiteY103" fmla="*/ 795528 h 1106424"/>
                <a:gd name="connsiteX104" fmla="*/ 1326918 w 1976142"/>
                <a:gd name="connsiteY104" fmla="*/ 941832 h 1106424"/>
                <a:gd name="connsiteX105" fmla="*/ 1208046 w 1976142"/>
                <a:gd name="connsiteY105" fmla="*/ 969264 h 1106424"/>
                <a:gd name="connsiteX106" fmla="*/ 1052598 w 1976142"/>
                <a:gd name="connsiteY106" fmla="*/ 1033272 h 1106424"/>
                <a:gd name="connsiteX107" fmla="*/ 897150 w 1976142"/>
                <a:gd name="connsiteY107" fmla="*/ 1051560 h 1106424"/>
                <a:gd name="connsiteX108" fmla="*/ 650262 w 1976142"/>
                <a:gd name="connsiteY108" fmla="*/ 1005840 h 1106424"/>
                <a:gd name="connsiteX109" fmla="*/ 522246 w 1976142"/>
                <a:gd name="connsiteY109" fmla="*/ 896112 h 1106424"/>
                <a:gd name="connsiteX110" fmla="*/ 494814 w 1976142"/>
                <a:gd name="connsiteY110" fmla="*/ 859536 h 1106424"/>
                <a:gd name="connsiteX111" fmla="*/ 458238 w 1976142"/>
                <a:gd name="connsiteY111" fmla="*/ 841248 h 1106424"/>
                <a:gd name="connsiteX112" fmla="*/ 275358 w 1976142"/>
                <a:gd name="connsiteY112" fmla="*/ 722376 h 1106424"/>
                <a:gd name="connsiteX113" fmla="*/ 202206 w 1976142"/>
                <a:gd name="connsiteY113" fmla="*/ 694944 h 1106424"/>
                <a:gd name="connsiteX114" fmla="*/ 92478 w 1976142"/>
                <a:gd name="connsiteY114" fmla="*/ 804672 h 1106424"/>
                <a:gd name="connsiteX115" fmla="*/ 174774 w 1976142"/>
                <a:gd name="connsiteY115" fmla="*/ 868680 h 1106424"/>
                <a:gd name="connsiteX116" fmla="*/ 458238 w 1976142"/>
                <a:gd name="connsiteY116" fmla="*/ 795528 h 1106424"/>
                <a:gd name="connsiteX117" fmla="*/ 220494 w 1976142"/>
                <a:gd name="connsiteY117" fmla="*/ 685800 h 1106424"/>
                <a:gd name="connsiteX118" fmla="*/ 247926 w 1976142"/>
                <a:gd name="connsiteY118" fmla="*/ 1014984 h 1106424"/>
                <a:gd name="connsiteX119" fmla="*/ 385086 w 1976142"/>
                <a:gd name="connsiteY119" fmla="*/ 987552 h 1106424"/>
                <a:gd name="connsiteX120" fmla="*/ 412518 w 1976142"/>
                <a:gd name="connsiteY120" fmla="*/ 832104 h 1106424"/>
                <a:gd name="connsiteX121" fmla="*/ 110766 w 1976142"/>
                <a:gd name="connsiteY121" fmla="*/ 658368 h 1106424"/>
                <a:gd name="connsiteX122" fmla="*/ 101622 w 1976142"/>
                <a:gd name="connsiteY122" fmla="*/ 886968 h 1106424"/>
                <a:gd name="connsiteX123" fmla="*/ 211350 w 1976142"/>
                <a:gd name="connsiteY123" fmla="*/ 740664 h 1106424"/>
                <a:gd name="connsiteX124" fmla="*/ 83334 w 1976142"/>
                <a:gd name="connsiteY124" fmla="*/ 923544 h 1106424"/>
                <a:gd name="connsiteX125" fmla="*/ 238782 w 1976142"/>
                <a:gd name="connsiteY125" fmla="*/ 1106424 h 1106424"/>
                <a:gd name="connsiteX126" fmla="*/ 476526 w 1976142"/>
                <a:gd name="connsiteY126" fmla="*/ 960120 h 1106424"/>
                <a:gd name="connsiteX127" fmla="*/ 247926 w 1976142"/>
                <a:gd name="connsiteY127" fmla="*/ 630936 h 1106424"/>
                <a:gd name="connsiteX128" fmla="*/ 202206 w 1976142"/>
                <a:gd name="connsiteY128" fmla="*/ 612648 h 1106424"/>
                <a:gd name="connsiteX129" fmla="*/ 220494 w 1976142"/>
                <a:gd name="connsiteY129" fmla="*/ 941832 h 1106424"/>
                <a:gd name="connsiteX130" fmla="*/ 293646 w 1976142"/>
                <a:gd name="connsiteY130" fmla="*/ 950976 h 1106424"/>
                <a:gd name="connsiteX131" fmla="*/ 330222 w 1976142"/>
                <a:gd name="connsiteY131" fmla="*/ 795528 h 1106424"/>
                <a:gd name="connsiteX132" fmla="*/ 275358 w 1976142"/>
                <a:gd name="connsiteY132" fmla="*/ 795528 h 1106424"/>
                <a:gd name="connsiteX133" fmla="*/ 403374 w 1976142"/>
                <a:gd name="connsiteY133" fmla="*/ 786384 h 1106424"/>
                <a:gd name="connsiteX134" fmla="*/ 485670 w 1976142"/>
                <a:gd name="connsiteY134" fmla="*/ 777240 h 1106424"/>
                <a:gd name="connsiteX135" fmla="*/ 558822 w 1976142"/>
                <a:gd name="connsiteY135" fmla="*/ 768096 h 1106424"/>
                <a:gd name="connsiteX136" fmla="*/ 769134 w 1976142"/>
                <a:gd name="connsiteY136" fmla="*/ 758952 h 1106424"/>
                <a:gd name="connsiteX137" fmla="*/ 906294 w 1976142"/>
                <a:gd name="connsiteY137" fmla="*/ 740664 h 1106424"/>
                <a:gd name="connsiteX138" fmla="*/ 1153182 w 1976142"/>
                <a:gd name="connsiteY138" fmla="*/ 731520 h 1106424"/>
                <a:gd name="connsiteX139" fmla="*/ 1345206 w 1976142"/>
                <a:gd name="connsiteY139" fmla="*/ 713232 h 1106424"/>
                <a:gd name="connsiteX140" fmla="*/ 1436646 w 1976142"/>
                <a:gd name="connsiteY140" fmla="*/ 685800 h 1106424"/>
                <a:gd name="connsiteX141" fmla="*/ 1500654 w 1976142"/>
                <a:gd name="connsiteY141" fmla="*/ 676656 h 1106424"/>
                <a:gd name="connsiteX142" fmla="*/ 1555518 w 1976142"/>
                <a:gd name="connsiteY142" fmla="*/ 658368 h 110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976142" h="1106424">
                  <a:moveTo>
                    <a:pt x="1976142" y="0"/>
                  </a:moveTo>
                  <a:cubicBezTo>
                    <a:pt x="1915182" y="3048"/>
                    <a:pt x="1854131" y="4635"/>
                    <a:pt x="1793262" y="9144"/>
                  </a:cubicBezTo>
                  <a:cubicBezTo>
                    <a:pt x="1771768" y="10736"/>
                    <a:pt x="1749701" y="11472"/>
                    <a:pt x="1729254" y="18288"/>
                  </a:cubicBezTo>
                  <a:cubicBezTo>
                    <a:pt x="1711411" y="24236"/>
                    <a:pt x="1623701" y="86987"/>
                    <a:pt x="1619526" y="91440"/>
                  </a:cubicBezTo>
                  <a:cubicBezTo>
                    <a:pt x="1591172" y="121685"/>
                    <a:pt x="1570758" y="158496"/>
                    <a:pt x="1546374" y="192024"/>
                  </a:cubicBezTo>
                  <a:cubicBezTo>
                    <a:pt x="1516604" y="311103"/>
                    <a:pt x="1530864" y="265985"/>
                    <a:pt x="1509798" y="329184"/>
                  </a:cubicBezTo>
                  <a:cubicBezTo>
                    <a:pt x="1537230" y="347472"/>
                    <a:pt x="1561608" y="371495"/>
                    <a:pt x="1592094" y="384048"/>
                  </a:cubicBezTo>
                  <a:cubicBezTo>
                    <a:pt x="1654628" y="409797"/>
                    <a:pt x="1696349" y="383861"/>
                    <a:pt x="1756686" y="365760"/>
                  </a:cubicBezTo>
                  <a:cubicBezTo>
                    <a:pt x="1762782" y="341376"/>
                    <a:pt x="1787296" y="314515"/>
                    <a:pt x="1774974" y="292608"/>
                  </a:cubicBezTo>
                  <a:cubicBezTo>
                    <a:pt x="1725172" y="204071"/>
                    <a:pt x="1617482" y="211868"/>
                    <a:pt x="1537230" y="201168"/>
                  </a:cubicBezTo>
                  <a:cubicBezTo>
                    <a:pt x="1494558" y="222504"/>
                    <a:pt x="1446468" y="235373"/>
                    <a:pt x="1409214" y="265176"/>
                  </a:cubicBezTo>
                  <a:cubicBezTo>
                    <a:pt x="1376294" y="291512"/>
                    <a:pt x="1425447" y="377889"/>
                    <a:pt x="1436646" y="384048"/>
                  </a:cubicBezTo>
                  <a:cubicBezTo>
                    <a:pt x="1480122" y="407960"/>
                    <a:pt x="1534182" y="402336"/>
                    <a:pt x="1582950" y="411480"/>
                  </a:cubicBezTo>
                  <a:cubicBezTo>
                    <a:pt x="1592094" y="405384"/>
                    <a:pt x="1614138" y="403520"/>
                    <a:pt x="1610382" y="393192"/>
                  </a:cubicBezTo>
                  <a:cubicBezTo>
                    <a:pt x="1572794" y="289824"/>
                    <a:pt x="1528174" y="307863"/>
                    <a:pt x="1436646" y="292608"/>
                  </a:cubicBezTo>
                  <a:cubicBezTo>
                    <a:pt x="1410348" y="392539"/>
                    <a:pt x="1325437" y="603866"/>
                    <a:pt x="1445790" y="694944"/>
                  </a:cubicBezTo>
                  <a:cubicBezTo>
                    <a:pt x="1521487" y="752228"/>
                    <a:pt x="1634766" y="713232"/>
                    <a:pt x="1729254" y="722376"/>
                  </a:cubicBezTo>
                  <a:cubicBezTo>
                    <a:pt x="1788776" y="621933"/>
                    <a:pt x="1972251" y="486934"/>
                    <a:pt x="1811550" y="393192"/>
                  </a:cubicBezTo>
                  <a:cubicBezTo>
                    <a:pt x="1764897" y="365978"/>
                    <a:pt x="1707918" y="362712"/>
                    <a:pt x="1656102" y="347472"/>
                  </a:cubicBezTo>
                  <a:cubicBezTo>
                    <a:pt x="1568750" y="369310"/>
                    <a:pt x="1554311" y="360020"/>
                    <a:pt x="1683534" y="539496"/>
                  </a:cubicBezTo>
                  <a:cubicBezTo>
                    <a:pt x="1705053" y="569384"/>
                    <a:pt x="1750590" y="569976"/>
                    <a:pt x="1784118" y="585216"/>
                  </a:cubicBezTo>
                  <a:cubicBezTo>
                    <a:pt x="1781070" y="539496"/>
                    <a:pt x="1809764" y="477876"/>
                    <a:pt x="1774974" y="448056"/>
                  </a:cubicBezTo>
                  <a:cubicBezTo>
                    <a:pt x="1629840" y="323656"/>
                    <a:pt x="1580083" y="350904"/>
                    <a:pt x="1464078" y="384048"/>
                  </a:cubicBezTo>
                  <a:cubicBezTo>
                    <a:pt x="1479318" y="411480"/>
                    <a:pt x="1486578" y="445235"/>
                    <a:pt x="1509798" y="466344"/>
                  </a:cubicBezTo>
                  <a:cubicBezTo>
                    <a:pt x="1523517" y="478816"/>
                    <a:pt x="1573861" y="491585"/>
                    <a:pt x="1564662" y="475488"/>
                  </a:cubicBezTo>
                  <a:cubicBezTo>
                    <a:pt x="1545296" y="441597"/>
                    <a:pt x="1503702" y="426720"/>
                    <a:pt x="1473222" y="402336"/>
                  </a:cubicBezTo>
                  <a:cubicBezTo>
                    <a:pt x="1372225" y="436002"/>
                    <a:pt x="1298296" y="442231"/>
                    <a:pt x="1390926" y="658368"/>
                  </a:cubicBezTo>
                  <a:cubicBezTo>
                    <a:pt x="1409095" y="700763"/>
                    <a:pt x="1482366" y="670560"/>
                    <a:pt x="1528086" y="676656"/>
                  </a:cubicBezTo>
                  <a:cubicBezTo>
                    <a:pt x="1543326" y="637032"/>
                    <a:pt x="1586590" y="598267"/>
                    <a:pt x="1573806" y="557784"/>
                  </a:cubicBezTo>
                  <a:cubicBezTo>
                    <a:pt x="1521546" y="392295"/>
                    <a:pt x="1358496" y="601256"/>
                    <a:pt x="1345206" y="612648"/>
                  </a:cubicBezTo>
                  <a:cubicBezTo>
                    <a:pt x="1350351" y="705259"/>
                    <a:pt x="1311727" y="930966"/>
                    <a:pt x="1546374" y="841248"/>
                  </a:cubicBezTo>
                  <a:cubicBezTo>
                    <a:pt x="1614285" y="815282"/>
                    <a:pt x="1625622" y="719328"/>
                    <a:pt x="1665246" y="658368"/>
                  </a:cubicBezTo>
                  <a:cubicBezTo>
                    <a:pt x="1643910" y="603504"/>
                    <a:pt x="1637518" y="540134"/>
                    <a:pt x="1601238" y="493776"/>
                  </a:cubicBezTo>
                  <a:cubicBezTo>
                    <a:pt x="1578540" y="464773"/>
                    <a:pt x="1527578" y="422927"/>
                    <a:pt x="1500654" y="448056"/>
                  </a:cubicBezTo>
                  <a:cubicBezTo>
                    <a:pt x="1457389" y="488437"/>
                    <a:pt x="1476270" y="563880"/>
                    <a:pt x="1464078" y="621792"/>
                  </a:cubicBezTo>
                  <a:cubicBezTo>
                    <a:pt x="1503702" y="637032"/>
                    <a:pt x="1541764" y="677809"/>
                    <a:pt x="1582950" y="667512"/>
                  </a:cubicBezTo>
                  <a:cubicBezTo>
                    <a:pt x="1804811" y="612047"/>
                    <a:pt x="1723047" y="490868"/>
                    <a:pt x="1582950" y="411480"/>
                  </a:cubicBezTo>
                  <a:cubicBezTo>
                    <a:pt x="1543084" y="388889"/>
                    <a:pt x="1491510" y="405384"/>
                    <a:pt x="1445790" y="402336"/>
                  </a:cubicBezTo>
                  <a:cubicBezTo>
                    <a:pt x="1418358" y="423672"/>
                    <a:pt x="1369898" y="432187"/>
                    <a:pt x="1363494" y="466344"/>
                  </a:cubicBezTo>
                  <a:cubicBezTo>
                    <a:pt x="1321777" y="688837"/>
                    <a:pt x="1393124" y="696849"/>
                    <a:pt x="1528086" y="813816"/>
                  </a:cubicBezTo>
                  <a:cubicBezTo>
                    <a:pt x="1607334" y="792480"/>
                    <a:pt x="1701133" y="800303"/>
                    <a:pt x="1765830" y="749808"/>
                  </a:cubicBezTo>
                  <a:cubicBezTo>
                    <a:pt x="1910387" y="636983"/>
                    <a:pt x="1963008" y="509071"/>
                    <a:pt x="1820694" y="402336"/>
                  </a:cubicBezTo>
                  <a:cubicBezTo>
                    <a:pt x="1793432" y="381889"/>
                    <a:pt x="1753638" y="390144"/>
                    <a:pt x="1720110" y="384048"/>
                  </a:cubicBezTo>
                  <a:cubicBezTo>
                    <a:pt x="1631412" y="472746"/>
                    <a:pt x="1574924" y="494672"/>
                    <a:pt x="1692678" y="676656"/>
                  </a:cubicBezTo>
                  <a:cubicBezTo>
                    <a:pt x="1726001" y="728155"/>
                    <a:pt x="1802406" y="731520"/>
                    <a:pt x="1857270" y="758952"/>
                  </a:cubicBezTo>
                  <a:cubicBezTo>
                    <a:pt x="1872510" y="719328"/>
                    <a:pt x="1921976" y="678052"/>
                    <a:pt x="1902990" y="640080"/>
                  </a:cubicBezTo>
                  <a:cubicBezTo>
                    <a:pt x="1799482" y="433064"/>
                    <a:pt x="1745025" y="451656"/>
                    <a:pt x="1592094" y="438912"/>
                  </a:cubicBezTo>
                  <a:cubicBezTo>
                    <a:pt x="1556536" y="503563"/>
                    <a:pt x="1448762" y="639851"/>
                    <a:pt x="1482366" y="740664"/>
                  </a:cubicBezTo>
                  <a:cubicBezTo>
                    <a:pt x="1490657" y="765538"/>
                    <a:pt x="1525038" y="771144"/>
                    <a:pt x="1546374" y="786384"/>
                  </a:cubicBezTo>
                  <a:cubicBezTo>
                    <a:pt x="1570758" y="752856"/>
                    <a:pt x="1623792" y="727037"/>
                    <a:pt x="1619526" y="685800"/>
                  </a:cubicBezTo>
                  <a:cubicBezTo>
                    <a:pt x="1600077" y="497794"/>
                    <a:pt x="1485172" y="513703"/>
                    <a:pt x="1354350" y="484632"/>
                  </a:cubicBezTo>
                  <a:cubicBezTo>
                    <a:pt x="1286163" y="629528"/>
                    <a:pt x="1219989" y="673313"/>
                    <a:pt x="1354350" y="832104"/>
                  </a:cubicBezTo>
                  <a:cubicBezTo>
                    <a:pt x="1383619" y="866694"/>
                    <a:pt x="1439694" y="862584"/>
                    <a:pt x="1482366" y="877824"/>
                  </a:cubicBezTo>
                  <a:cubicBezTo>
                    <a:pt x="1512846" y="838200"/>
                    <a:pt x="1561681" y="807450"/>
                    <a:pt x="1573806" y="758952"/>
                  </a:cubicBezTo>
                  <a:cubicBezTo>
                    <a:pt x="1606974" y="626279"/>
                    <a:pt x="1570743" y="603486"/>
                    <a:pt x="1509798" y="530352"/>
                  </a:cubicBezTo>
                  <a:cubicBezTo>
                    <a:pt x="1424848" y="628372"/>
                    <a:pt x="1314599" y="673481"/>
                    <a:pt x="1445790" y="804672"/>
                  </a:cubicBezTo>
                  <a:cubicBezTo>
                    <a:pt x="1469887" y="828769"/>
                    <a:pt x="1512846" y="816864"/>
                    <a:pt x="1546374" y="822960"/>
                  </a:cubicBezTo>
                  <a:cubicBezTo>
                    <a:pt x="1549422" y="762000"/>
                    <a:pt x="1584341" y="693882"/>
                    <a:pt x="1555518" y="640080"/>
                  </a:cubicBezTo>
                  <a:cubicBezTo>
                    <a:pt x="1495403" y="527865"/>
                    <a:pt x="1260021" y="573144"/>
                    <a:pt x="1189758" y="576072"/>
                  </a:cubicBezTo>
                  <a:cubicBezTo>
                    <a:pt x="1168422" y="585216"/>
                    <a:pt x="1148070" y="597127"/>
                    <a:pt x="1125750" y="603504"/>
                  </a:cubicBezTo>
                  <a:cubicBezTo>
                    <a:pt x="1105027" y="609425"/>
                    <a:pt x="1083285" y="612014"/>
                    <a:pt x="1061742" y="612648"/>
                  </a:cubicBezTo>
                  <a:cubicBezTo>
                    <a:pt x="875869" y="618115"/>
                    <a:pt x="689886" y="618744"/>
                    <a:pt x="503958" y="621792"/>
                  </a:cubicBezTo>
                  <a:cubicBezTo>
                    <a:pt x="449094" y="646176"/>
                    <a:pt x="393066" y="668094"/>
                    <a:pt x="339366" y="694944"/>
                  </a:cubicBezTo>
                  <a:cubicBezTo>
                    <a:pt x="325735" y="701760"/>
                    <a:pt x="295974" y="708745"/>
                    <a:pt x="302790" y="722376"/>
                  </a:cubicBezTo>
                  <a:cubicBezTo>
                    <a:pt x="351791" y="820377"/>
                    <a:pt x="424324" y="809302"/>
                    <a:pt x="513102" y="822960"/>
                  </a:cubicBezTo>
                  <a:cubicBezTo>
                    <a:pt x="543887" y="730606"/>
                    <a:pt x="566783" y="718245"/>
                    <a:pt x="394230" y="649224"/>
                  </a:cubicBezTo>
                  <a:cubicBezTo>
                    <a:pt x="374219" y="641220"/>
                    <a:pt x="363750" y="679704"/>
                    <a:pt x="348510" y="694944"/>
                  </a:cubicBezTo>
                  <a:cubicBezTo>
                    <a:pt x="367255" y="710565"/>
                    <a:pt x="507736" y="858553"/>
                    <a:pt x="476526" y="640080"/>
                  </a:cubicBezTo>
                  <a:cubicBezTo>
                    <a:pt x="467556" y="577293"/>
                    <a:pt x="418945" y="520734"/>
                    <a:pt x="366798" y="484632"/>
                  </a:cubicBezTo>
                  <a:cubicBezTo>
                    <a:pt x="331624" y="460281"/>
                    <a:pt x="281454" y="478536"/>
                    <a:pt x="238782" y="475488"/>
                  </a:cubicBezTo>
                  <a:cubicBezTo>
                    <a:pt x="227488" y="512193"/>
                    <a:pt x="168266" y="637589"/>
                    <a:pt x="220494" y="685800"/>
                  </a:cubicBezTo>
                  <a:cubicBezTo>
                    <a:pt x="245534" y="708914"/>
                    <a:pt x="287550" y="697992"/>
                    <a:pt x="321078" y="704088"/>
                  </a:cubicBezTo>
                  <a:cubicBezTo>
                    <a:pt x="336318" y="646176"/>
                    <a:pt x="391119" y="585074"/>
                    <a:pt x="366798" y="530352"/>
                  </a:cubicBezTo>
                  <a:cubicBezTo>
                    <a:pt x="343540" y="478021"/>
                    <a:pt x="260122" y="427187"/>
                    <a:pt x="211350" y="457200"/>
                  </a:cubicBezTo>
                  <a:cubicBezTo>
                    <a:pt x="144813" y="498146"/>
                    <a:pt x="156486" y="603504"/>
                    <a:pt x="129054" y="676656"/>
                  </a:cubicBezTo>
                  <a:cubicBezTo>
                    <a:pt x="199158" y="722376"/>
                    <a:pt x="262030" y="781815"/>
                    <a:pt x="339366" y="813816"/>
                  </a:cubicBezTo>
                  <a:cubicBezTo>
                    <a:pt x="358259" y="821634"/>
                    <a:pt x="393342" y="806811"/>
                    <a:pt x="394230" y="786384"/>
                  </a:cubicBezTo>
                  <a:cubicBezTo>
                    <a:pt x="396959" y="723607"/>
                    <a:pt x="386931" y="653225"/>
                    <a:pt x="348510" y="603504"/>
                  </a:cubicBezTo>
                  <a:cubicBezTo>
                    <a:pt x="325837" y="574163"/>
                    <a:pt x="275358" y="591312"/>
                    <a:pt x="238782" y="585216"/>
                  </a:cubicBezTo>
                  <a:cubicBezTo>
                    <a:pt x="228340" y="679190"/>
                    <a:pt x="198097" y="761714"/>
                    <a:pt x="357654" y="804672"/>
                  </a:cubicBezTo>
                  <a:cubicBezTo>
                    <a:pt x="400101" y="816100"/>
                    <a:pt x="430806" y="755904"/>
                    <a:pt x="467382" y="731520"/>
                  </a:cubicBezTo>
                  <a:cubicBezTo>
                    <a:pt x="421662" y="664464"/>
                    <a:pt x="409529" y="513111"/>
                    <a:pt x="330222" y="530352"/>
                  </a:cubicBezTo>
                  <a:cubicBezTo>
                    <a:pt x="129433" y="574002"/>
                    <a:pt x="265516" y="794132"/>
                    <a:pt x="302790" y="868680"/>
                  </a:cubicBezTo>
                  <a:cubicBezTo>
                    <a:pt x="333270" y="832104"/>
                    <a:pt x="355725" y="786956"/>
                    <a:pt x="394230" y="758952"/>
                  </a:cubicBezTo>
                  <a:cubicBezTo>
                    <a:pt x="404394" y="751560"/>
                    <a:pt x="391452" y="791554"/>
                    <a:pt x="403374" y="795528"/>
                  </a:cubicBezTo>
                  <a:cubicBezTo>
                    <a:pt x="418946" y="800719"/>
                    <a:pt x="433854" y="783336"/>
                    <a:pt x="449094" y="777240"/>
                  </a:cubicBezTo>
                  <a:cubicBezTo>
                    <a:pt x="547245" y="949004"/>
                    <a:pt x="428167" y="737211"/>
                    <a:pt x="412518" y="731520"/>
                  </a:cubicBezTo>
                  <a:cubicBezTo>
                    <a:pt x="388044" y="722620"/>
                    <a:pt x="394230" y="780288"/>
                    <a:pt x="385086" y="804672"/>
                  </a:cubicBezTo>
                  <a:cubicBezTo>
                    <a:pt x="403374" y="816864"/>
                    <a:pt x="431628" y="861591"/>
                    <a:pt x="439950" y="841248"/>
                  </a:cubicBezTo>
                  <a:cubicBezTo>
                    <a:pt x="509537" y="671147"/>
                    <a:pt x="496122" y="660984"/>
                    <a:pt x="449094" y="566928"/>
                  </a:cubicBezTo>
                  <a:cubicBezTo>
                    <a:pt x="470430" y="533400"/>
                    <a:pt x="479528" y="487608"/>
                    <a:pt x="513102" y="466344"/>
                  </a:cubicBezTo>
                  <a:cubicBezTo>
                    <a:pt x="603198" y="409283"/>
                    <a:pt x="939463" y="343287"/>
                    <a:pt x="1016022" y="329184"/>
                  </a:cubicBezTo>
                  <a:lnTo>
                    <a:pt x="1363494" y="265176"/>
                  </a:lnTo>
                  <a:cubicBezTo>
                    <a:pt x="1418358" y="268224"/>
                    <a:pt x="1478367" y="250923"/>
                    <a:pt x="1528086" y="274320"/>
                  </a:cubicBezTo>
                  <a:cubicBezTo>
                    <a:pt x="1547587" y="283497"/>
                    <a:pt x="1518942" y="316775"/>
                    <a:pt x="1518942" y="338328"/>
                  </a:cubicBezTo>
                  <a:cubicBezTo>
                    <a:pt x="1518942" y="362902"/>
                    <a:pt x="1524046" y="387241"/>
                    <a:pt x="1528086" y="411480"/>
                  </a:cubicBezTo>
                  <a:cubicBezTo>
                    <a:pt x="1541592" y="492517"/>
                    <a:pt x="1543745" y="503925"/>
                    <a:pt x="1573806" y="576072"/>
                  </a:cubicBezTo>
                  <a:cubicBezTo>
                    <a:pt x="1579049" y="588655"/>
                    <a:pt x="1582455" y="603009"/>
                    <a:pt x="1592094" y="612648"/>
                  </a:cubicBezTo>
                  <a:cubicBezTo>
                    <a:pt x="1598910" y="619464"/>
                    <a:pt x="1610382" y="618744"/>
                    <a:pt x="1619526" y="621792"/>
                  </a:cubicBezTo>
                  <a:cubicBezTo>
                    <a:pt x="1631718" y="643128"/>
                    <a:pt x="1636913" y="670449"/>
                    <a:pt x="1656102" y="685800"/>
                  </a:cubicBezTo>
                  <a:cubicBezTo>
                    <a:pt x="1670580" y="697382"/>
                    <a:pt x="1700682" y="679518"/>
                    <a:pt x="1710966" y="694944"/>
                  </a:cubicBezTo>
                  <a:cubicBezTo>
                    <a:pt x="1720071" y="708601"/>
                    <a:pt x="1705031" y="729855"/>
                    <a:pt x="1692678" y="740664"/>
                  </a:cubicBezTo>
                  <a:cubicBezTo>
                    <a:pt x="1678170" y="753358"/>
                    <a:pt x="1655533" y="751358"/>
                    <a:pt x="1637814" y="758952"/>
                  </a:cubicBezTo>
                  <a:cubicBezTo>
                    <a:pt x="1612756" y="769691"/>
                    <a:pt x="1586472" y="779171"/>
                    <a:pt x="1564662" y="795528"/>
                  </a:cubicBezTo>
                  <a:cubicBezTo>
                    <a:pt x="1451099" y="880700"/>
                    <a:pt x="1443184" y="906447"/>
                    <a:pt x="1326918" y="941832"/>
                  </a:cubicBezTo>
                  <a:cubicBezTo>
                    <a:pt x="1288014" y="953672"/>
                    <a:pt x="1247670" y="960120"/>
                    <a:pt x="1208046" y="969264"/>
                  </a:cubicBezTo>
                  <a:cubicBezTo>
                    <a:pt x="1155769" y="995403"/>
                    <a:pt x="1111184" y="1022005"/>
                    <a:pt x="1052598" y="1033272"/>
                  </a:cubicBezTo>
                  <a:cubicBezTo>
                    <a:pt x="1001363" y="1043125"/>
                    <a:pt x="948966" y="1045464"/>
                    <a:pt x="897150" y="1051560"/>
                  </a:cubicBezTo>
                  <a:cubicBezTo>
                    <a:pt x="824326" y="1043468"/>
                    <a:pt x="721803" y="1043714"/>
                    <a:pt x="650262" y="1005840"/>
                  </a:cubicBezTo>
                  <a:cubicBezTo>
                    <a:pt x="609208" y="984105"/>
                    <a:pt x="553870" y="931250"/>
                    <a:pt x="522246" y="896112"/>
                  </a:cubicBezTo>
                  <a:cubicBezTo>
                    <a:pt x="512051" y="884784"/>
                    <a:pt x="506385" y="869454"/>
                    <a:pt x="494814" y="859536"/>
                  </a:cubicBezTo>
                  <a:cubicBezTo>
                    <a:pt x="484465" y="850665"/>
                    <a:pt x="469704" y="848619"/>
                    <a:pt x="458238" y="841248"/>
                  </a:cubicBezTo>
                  <a:cubicBezTo>
                    <a:pt x="420406" y="816927"/>
                    <a:pt x="319665" y="738991"/>
                    <a:pt x="275358" y="722376"/>
                  </a:cubicBezTo>
                  <a:lnTo>
                    <a:pt x="202206" y="694944"/>
                  </a:lnTo>
                  <a:cubicBezTo>
                    <a:pt x="156561" y="710159"/>
                    <a:pt x="78082" y="723095"/>
                    <a:pt x="92478" y="804672"/>
                  </a:cubicBezTo>
                  <a:cubicBezTo>
                    <a:pt x="98517" y="838896"/>
                    <a:pt x="147342" y="847344"/>
                    <a:pt x="174774" y="868680"/>
                  </a:cubicBezTo>
                  <a:cubicBezTo>
                    <a:pt x="269262" y="844296"/>
                    <a:pt x="404108" y="876722"/>
                    <a:pt x="458238" y="795528"/>
                  </a:cubicBezTo>
                  <a:cubicBezTo>
                    <a:pt x="570087" y="627754"/>
                    <a:pt x="245242" y="683050"/>
                    <a:pt x="220494" y="685800"/>
                  </a:cubicBezTo>
                  <a:cubicBezTo>
                    <a:pt x="185488" y="790818"/>
                    <a:pt x="81289" y="934998"/>
                    <a:pt x="247926" y="1014984"/>
                  </a:cubicBezTo>
                  <a:cubicBezTo>
                    <a:pt x="289960" y="1035160"/>
                    <a:pt x="339366" y="996696"/>
                    <a:pt x="385086" y="987552"/>
                  </a:cubicBezTo>
                  <a:cubicBezTo>
                    <a:pt x="394230" y="935736"/>
                    <a:pt x="439196" y="877456"/>
                    <a:pt x="412518" y="832104"/>
                  </a:cubicBezTo>
                  <a:cubicBezTo>
                    <a:pt x="327943" y="688327"/>
                    <a:pt x="233941" y="683003"/>
                    <a:pt x="110766" y="658368"/>
                  </a:cubicBezTo>
                  <a:cubicBezTo>
                    <a:pt x="60088" y="696377"/>
                    <a:pt x="-105671" y="804051"/>
                    <a:pt x="101622" y="886968"/>
                  </a:cubicBezTo>
                  <a:cubicBezTo>
                    <a:pt x="158222" y="909608"/>
                    <a:pt x="174774" y="789432"/>
                    <a:pt x="211350" y="740664"/>
                  </a:cubicBezTo>
                  <a:cubicBezTo>
                    <a:pt x="139272" y="678883"/>
                    <a:pt x="-3767" y="522882"/>
                    <a:pt x="83334" y="923544"/>
                  </a:cubicBezTo>
                  <a:cubicBezTo>
                    <a:pt x="100330" y="1001724"/>
                    <a:pt x="186966" y="1045464"/>
                    <a:pt x="238782" y="1106424"/>
                  </a:cubicBezTo>
                  <a:cubicBezTo>
                    <a:pt x="318030" y="1057656"/>
                    <a:pt x="420695" y="1034561"/>
                    <a:pt x="476526" y="960120"/>
                  </a:cubicBezTo>
                  <a:cubicBezTo>
                    <a:pt x="621366" y="767000"/>
                    <a:pt x="337863" y="683158"/>
                    <a:pt x="247926" y="630936"/>
                  </a:cubicBezTo>
                  <a:cubicBezTo>
                    <a:pt x="233731" y="622694"/>
                    <a:pt x="217446" y="618744"/>
                    <a:pt x="202206" y="612648"/>
                  </a:cubicBezTo>
                  <a:cubicBezTo>
                    <a:pt x="169272" y="750971"/>
                    <a:pt x="109896" y="823861"/>
                    <a:pt x="220494" y="941832"/>
                  </a:cubicBezTo>
                  <a:cubicBezTo>
                    <a:pt x="237301" y="959759"/>
                    <a:pt x="269262" y="947928"/>
                    <a:pt x="293646" y="950976"/>
                  </a:cubicBezTo>
                  <a:cubicBezTo>
                    <a:pt x="305838" y="899160"/>
                    <a:pt x="327424" y="848685"/>
                    <a:pt x="330222" y="795528"/>
                  </a:cubicBezTo>
                  <a:cubicBezTo>
                    <a:pt x="332777" y="746992"/>
                    <a:pt x="272803" y="795296"/>
                    <a:pt x="275358" y="795528"/>
                  </a:cubicBezTo>
                  <a:cubicBezTo>
                    <a:pt x="317963" y="799401"/>
                    <a:pt x="360754" y="790090"/>
                    <a:pt x="403374" y="786384"/>
                  </a:cubicBezTo>
                  <a:cubicBezTo>
                    <a:pt x="430871" y="783993"/>
                    <a:pt x="458258" y="780465"/>
                    <a:pt x="485670" y="777240"/>
                  </a:cubicBezTo>
                  <a:cubicBezTo>
                    <a:pt x="510075" y="774369"/>
                    <a:pt x="534299" y="769678"/>
                    <a:pt x="558822" y="768096"/>
                  </a:cubicBezTo>
                  <a:cubicBezTo>
                    <a:pt x="628847" y="763578"/>
                    <a:pt x="699030" y="762000"/>
                    <a:pt x="769134" y="758952"/>
                  </a:cubicBezTo>
                  <a:cubicBezTo>
                    <a:pt x="814854" y="752856"/>
                    <a:pt x="860287" y="743950"/>
                    <a:pt x="906294" y="740664"/>
                  </a:cubicBezTo>
                  <a:cubicBezTo>
                    <a:pt x="988437" y="734797"/>
                    <a:pt x="1070932" y="735632"/>
                    <a:pt x="1153182" y="731520"/>
                  </a:cubicBezTo>
                  <a:cubicBezTo>
                    <a:pt x="1245088" y="726925"/>
                    <a:pt x="1264445" y="723327"/>
                    <a:pt x="1345206" y="713232"/>
                  </a:cubicBezTo>
                  <a:cubicBezTo>
                    <a:pt x="1373836" y="703689"/>
                    <a:pt x="1406243" y="691328"/>
                    <a:pt x="1436646" y="685800"/>
                  </a:cubicBezTo>
                  <a:cubicBezTo>
                    <a:pt x="1457851" y="681945"/>
                    <a:pt x="1479318" y="679704"/>
                    <a:pt x="1500654" y="676656"/>
                  </a:cubicBezTo>
                  <a:lnTo>
                    <a:pt x="1555518" y="658368"/>
                  </a:lnTo>
                </a:path>
              </a:pathLst>
            </a:custGeom>
            <a:noFill/>
            <a:ln w="19050">
              <a:solidFill>
                <a:srgbClr val="DC4C6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51DDBC-58E7-4C71-EBF0-DBD7FB74D394}"/>
              </a:ext>
            </a:extLst>
          </p:cNvPr>
          <p:cNvGrpSpPr/>
          <p:nvPr/>
        </p:nvGrpSpPr>
        <p:grpSpPr>
          <a:xfrm>
            <a:off x="-76292" y="3619954"/>
            <a:ext cx="3334976" cy="1155246"/>
            <a:chOff x="-878932" y="3619954"/>
            <a:chExt cx="4211412" cy="145884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EBF0906-4FE4-F100-2C24-281830D90350}"/>
                </a:ext>
              </a:extLst>
            </p:cNvPr>
            <p:cNvGrpSpPr/>
            <p:nvPr/>
          </p:nvGrpSpPr>
          <p:grpSpPr>
            <a:xfrm>
              <a:off x="-624862" y="3619954"/>
              <a:ext cx="3957342" cy="1458846"/>
              <a:chOff x="8234658" y="3789922"/>
              <a:chExt cx="3957342" cy="1458846"/>
            </a:xfrm>
          </p:grpSpPr>
          <p:pic>
            <p:nvPicPr>
              <p:cNvPr id="15" name="Picture 2">
                <a:extLst>
                  <a:ext uri="{FF2B5EF4-FFF2-40B4-BE49-F238E27FC236}">
                    <a16:creationId xmlns:a16="http://schemas.microsoft.com/office/drawing/2014/main" id="{2247E5CC-152D-743A-6124-D5F3B69613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000"/>
              <a:stretch/>
            </p:blipFill>
            <p:spPr bwMode="auto">
              <a:xfrm>
                <a:off x="10201827" y="3789922"/>
                <a:ext cx="1990173" cy="14588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A4B5CD5-17D3-5951-BFAE-B25192D1575A}"/>
                  </a:ext>
                </a:extLst>
              </p:cNvPr>
              <p:cNvSpPr/>
              <p:nvPr/>
            </p:nvSpPr>
            <p:spPr>
              <a:xfrm>
                <a:off x="8234658" y="3938416"/>
                <a:ext cx="1976142" cy="1106424"/>
              </a:xfrm>
              <a:custGeom>
                <a:avLst/>
                <a:gdLst>
                  <a:gd name="connsiteX0" fmla="*/ 1976142 w 1976142"/>
                  <a:gd name="connsiteY0" fmla="*/ 0 h 1106424"/>
                  <a:gd name="connsiteX1" fmla="*/ 1793262 w 1976142"/>
                  <a:gd name="connsiteY1" fmla="*/ 9144 h 1106424"/>
                  <a:gd name="connsiteX2" fmla="*/ 1729254 w 1976142"/>
                  <a:gd name="connsiteY2" fmla="*/ 18288 h 1106424"/>
                  <a:gd name="connsiteX3" fmla="*/ 1619526 w 1976142"/>
                  <a:gd name="connsiteY3" fmla="*/ 91440 h 1106424"/>
                  <a:gd name="connsiteX4" fmla="*/ 1546374 w 1976142"/>
                  <a:gd name="connsiteY4" fmla="*/ 192024 h 1106424"/>
                  <a:gd name="connsiteX5" fmla="*/ 1509798 w 1976142"/>
                  <a:gd name="connsiteY5" fmla="*/ 329184 h 1106424"/>
                  <a:gd name="connsiteX6" fmla="*/ 1592094 w 1976142"/>
                  <a:gd name="connsiteY6" fmla="*/ 384048 h 1106424"/>
                  <a:gd name="connsiteX7" fmla="*/ 1756686 w 1976142"/>
                  <a:gd name="connsiteY7" fmla="*/ 365760 h 1106424"/>
                  <a:gd name="connsiteX8" fmla="*/ 1774974 w 1976142"/>
                  <a:gd name="connsiteY8" fmla="*/ 292608 h 1106424"/>
                  <a:gd name="connsiteX9" fmla="*/ 1537230 w 1976142"/>
                  <a:gd name="connsiteY9" fmla="*/ 201168 h 1106424"/>
                  <a:gd name="connsiteX10" fmla="*/ 1409214 w 1976142"/>
                  <a:gd name="connsiteY10" fmla="*/ 265176 h 1106424"/>
                  <a:gd name="connsiteX11" fmla="*/ 1436646 w 1976142"/>
                  <a:gd name="connsiteY11" fmla="*/ 384048 h 1106424"/>
                  <a:gd name="connsiteX12" fmla="*/ 1582950 w 1976142"/>
                  <a:gd name="connsiteY12" fmla="*/ 411480 h 1106424"/>
                  <a:gd name="connsiteX13" fmla="*/ 1610382 w 1976142"/>
                  <a:gd name="connsiteY13" fmla="*/ 393192 h 1106424"/>
                  <a:gd name="connsiteX14" fmla="*/ 1436646 w 1976142"/>
                  <a:gd name="connsiteY14" fmla="*/ 292608 h 1106424"/>
                  <a:gd name="connsiteX15" fmla="*/ 1445790 w 1976142"/>
                  <a:gd name="connsiteY15" fmla="*/ 694944 h 1106424"/>
                  <a:gd name="connsiteX16" fmla="*/ 1729254 w 1976142"/>
                  <a:gd name="connsiteY16" fmla="*/ 722376 h 1106424"/>
                  <a:gd name="connsiteX17" fmla="*/ 1811550 w 1976142"/>
                  <a:gd name="connsiteY17" fmla="*/ 393192 h 1106424"/>
                  <a:gd name="connsiteX18" fmla="*/ 1656102 w 1976142"/>
                  <a:gd name="connsiteY18" fmla="*/ 347472 h 1106424"/>
                  <a:gd name="connsiteX19" fmla="*/ 1683534 w 1976142"/>
                  <a:gd name="connsiteY19" fmla="*/ 539496 h 1106424"/>
                  <a:gd name="connsiteX20" fmla="*/ 1784118 w 1976142"/>
                  <a:gd name="connsiteY20" fmla="*/ 585216 h 1106424"/>
                  <a:gd name="connsiteX21" fmla="*/ 1774974 w 1976142"/>
                  <a:gd name="connsiteY21" fmla="*/ 448056 h 1106424"/>
                  <a:gd name="connsiteX22" fmla="*/ 1464078 w 1976142"/>
                  <a:gd name="connsiteY22" fmla="*/ 384048 h 1106424"/>
                  <a:gd name="connsiteX23" fmla="*/ 1509798 w 1976142"/>
                  <a:gd name="connsiteY23" fmla="*/ 466344 h 1106424"/>
                  <a:gd name="connsiteX24" fmla="*/ 1564662 w 1976142"/>
                  <a:gd name="connsiteY24" fmla="*/ 475488 h 1106424"/>
                  <a:gd name="connsiteX25" fmla="*/ 1473222 w 1976142"/>
                  <a:gd name="connsiteY25" fmla="*/ 402336 h 1106424"/>
                  <a:gd name="connsiteX26" fmla="*/ 1390926 w 1976142"/>
                  <a:gd name="connsiteY26" fmla="*/ 658368 h 1106424"/>
                  <a:gd name="connsiteX27" fmla="*/ 1528086 w 1976142"/>
                  <a:gd name="connsiteY27" fmla="*/ 676656 h 1106424"/>
                  <a:gd name="connsiteX28" fmla="*/ 1573806 w 1976142"/>
                  <a:gd name="connsiteY28" fmla="*/ 557784 h 1106424"/>
                  <a:gd name="connsiteX29" fmla="*/ 1345206 w 1976142"/>
                  <a:gd name="connsiteY29" fmla="*/ 612648 h 1106424"/>
                  <a:gd name="connsiteX30" fmla="*/ 1546374 w 1976142"/>
                  <a:gd name="connsiteY30" fmla="*/ 841248 h 1106424"/>
                  <a:gd name="connsiteX31" fmla="*/ 1665246 w 1976142"/>
                  <a:gd name="connsiteY31" fmla="*/ 658368 h 1106424"/>
                  <a:gd name="connsiteX32" fmla="*/ 1601238 w 1976142"/>
                  <a:gd name="connsiteY32" fmla="*/ 493776 h 1106424"/>
                  <a:gd name="connsiteX33" fmla="*/ 1500654 w 1976142"/>
                  <a:gd name="connsiteY33" fmla="*/ 448056 h 1106424"/>
                  <a:gd name="connsiteX34" fmla="*/ 1464078 w 1976142"/>
                  <a:gd name="connsiteY34" fmla="*/ 621792 h 1106424"/>
                  <a:gd name="connsiteX35" fmla="*/ 1582950 w 1976142"/>
                  <a:gd name="connsiteY35" fmla="*/ 667512 h 1106424"/>
                  <a:gd name="connsiteX36" fmla="*/ 1582950 w 1976142"/>
                  <a:gd name="connsiteY36" fmla="*/ 411480 h 1106424"/>
                  <a:gd name="connsiteX37" fmla="*/ 1445790 w 1976142"/>
                  <a:gd name="connsiteY37" fmla="*/ 402336 h 1106424"/>
                  <a:gd name="connsiteX38" fmla="*/ 1363494 w 1976142"/>
                  <a:gd name="connsiteY38" fmla="*/ 466344 h 1106424"/>
                  <a:gd name="connsiteX39" fmla="*/ 1528086 w 1976142"/>
                  <a:gd name="connsiteY39" fmla="*/ 813816 h 1106424"/>
                  <a:gd name="connsiteX40" fmla="*/ 1765830 w 1976142"/>
                  <a:gd name="connsiteY40" fmla="*/ 749808 h 1106424"/>
                  <a:gd name="connsiteX41" fmla="*/ 1820694 w 1976142"/>
                  <a:gd name="connsiteY41" fmla="*/ 402336 h 1106424"/>
                  <a:gd name="connsiteX42" fmla="*/ 1720110 w 1976142"/>
                  <a:gd name="connsiteY42" fmla="*/ 384048 h 1106424"/>
                  <a:gd name="connsiteX43" fmla="*/ 1692678 w 1976142"/>
                  <a:gd name="connsiteY43" fmla="*/ 676656 h 1106424"/>
                  <a:gd name="connsiteX44" fmla="*/ 1857270 w 1976142"/>
                  <a:gd name="connsiteY44" fmla="*/ 758952 h 1106424"/>
                  <a:gd name="connsiteX45" fmla="*/ 1902990 w 1976142"/>
                  <a:gd name="connsiteY45" fmla="*/ 640080 h 1106424"/>
                  <a:gd name="connsiteX46" fmla="*/ 1592094 w 1976142"/>
                  <a:gd name="connsiteY46" fmla="*/ 438912 h 1106424"/>
                  <a:gd name="connsiteX47" fmla="*/ 1482366 w 1976142"/>
                  <a:gd name="connsiteY47" fmla="*/ 740664 h 1106424"/>
                  <a:gd name="connsiteX48" fmla="*/ 1546374 w 1976142"/>
                  <a:gd name="connsiteY48" fmla="*/ 786384 h 1106424"/>
                  <a:gd name="connsiteX49" fmla="*/ 1619526 w 1976142"/>
                  <a:gd name="connsiteY49" fmla="*/ 685800 h 1106424"/>
                  <a:gd name="connsiteX50" fmla="*/ 1354350 w 1976142"/>
                  <a:gd name="connsiteY50" fmla="*/ 484632 h 1106424"/>
                  <a:gd name="connsiteX51" fmla="*/ 1354350 w 1976142"/>
                  <a:gd name="connsiteY51" fmla="*/ 832104 h 1106424"/>
                  <a:gd name="connsiteX52" fmla="*/ 1482366 w 1976142"/>
                  <a:gd name="connsiteY52" fmla="*/ 877824 h 1106424"/>
                  <a:gd name="connsiteX53" fmla="*/ 1573806 w 1976142"/>
                  <a:gd name="connsiteY53" fmla="*/ 758952 h 1106424"/>
                  <a:gd name="connsiteX54" fmla="*/ 1509798 w 1976142"/>
                  <a:gd name="connsiteY54" fmla="*/ 530352 h 1106424"/>
                  <a:gd name="connsiteX55" fmla="*/ 1445790 w 1976142"/>
                  <a:gd name="connsiteY55" fmla="*/ 804672 h 1106424"/>
                  <a:gd name="connsiteX56" fmla="*/ 1546374 w 1976142"/>
                  <a:gd name="connsiteY56" fmla="*/ 822960 h 1106424"/>
                  <a:gd name="connsiteX57" fmla="*/ 1555518 w 1976142"/>
                  <a:gd name="connsiteY57" fmla="*/ 640080 h 1106424"/>
                  <a:gd name="connsiteX58" fmla="*/ 1189758 w 1976142"/>
                  <a:gd name="connsiteY58" fmla="*/ 576072 h 1106424"/>
                  <a:gd name="connsiteX59" fmla="*/ 1125750 w 1976142"/>
                  <a:gd name="connsiteY59" fmla="*/ 603504 h 1106424"/>
                  <a:gd name="connsiteX60" fmla="*/ 1061742 w 1976142"/>
                  <a:gd name="connsiteY60" fmla="*/ 612648 h 1106424"/>
                  <a:gd name="connsiteX61" fmla="*/ 503958 w 1976142"/>
                  <a:gd name="connsiteY61" fmla="*/ 621792 h 1106424"/>
                  <a:gd name="connsiteX62" fmla="*/ 339366 w 1976142"/>
                  <a:gd name="connsiteY62" fmla="*/ 694944 h 1106424"/>
                  <a:gd name="connsiteX63" fmla="*/ 302790 w 1976142"/>
                  <a:gd name="connsiteY63" fmla="*/ 722376 h 1106424"/>
                  <a:gd name="connsiteX64" fmla="*/ 513102 w 1976142"/>
                  <a:gd name="connsiteY64" fmla="*/ 822960 h 1106424"/>
                  <a:gd name="connsiteX65" fmla="*/ 394230 w 1976142"/>
                  <a:gd name="connsiteY65" fmla="*/ 649224 h 1106424"/>
                  <a:gd name="connsiteX66" fmla="*/ 348510 w 1976142"/>
                  <a:gd name="connsiteY66" fmla="*/ 694944 h 1106424"/>
                  <a:gd name="connsiteX67" fmla="*/ 476526 w 1976142"/>
                  <a:gd name="connsiteY67" fmla="*/ 640080 h 1106424"/>
                  <a:gd name="connsiteX68" fmla="*/ 366798 w 1976142"/>
                  <a:gd name="connsiteY68" fmla="*/ 484632 h 1106424"/>
                  <a:gd name="connsiteX69" fmla="*/ 238782 w 1976142"/>
                  <a:gd name="connsiteY69" fmla="*/ 475488 h 1106424"/>
                  <a:gd name="connsiteX70" fmla="*/ 220494 w 1976142"/>
                  <a:gd name="connsiteY70" fmla="*/ 685800 h 1106424"/>
                  <a:gd name="connsiteX71" fmla="*/ 321078 w 1976142"/>
                  <a:gd name="connsiteY71" fmla="*/ 704088 h 1106424"/>
                  <a:gd name="connsiteX72" fmla="*/ 366798 w 1976142"/>
                  <a:gd name="connsiteY72" fmla="*/ 530352 h 1106424"/>
                  <a:gd name="connsiteX73" fmla="*/ 211350 w 1976142"/>
                  <a:gd name="connsiteY73" fmla="*/ 457200 h 1106424"/>
                  <a:gd name="connsiteX74" fmla="*/ 129054 w 1976142"/>
                  <a:gd name="connsiteY74" fmla="*/ 676656 h 1106424"/>
                  <a:gd name="connsiteX75" fmla="*/ 339366 w 1976142"/>
                  <a:gd name="connsiteY75" fmla="*/ 813816 h 1106424"/>
                  <a:gd name="connsiteX76" fmla="*/ 394230 w 1976142"/>
                  <a:gd name="connsiteY76" fmla="*/ 786384 h 1106424"/>
                  <a:gd name="connsiteX77" fmla="*/ 348510 w 1976142"/>
                  <a:gd name="connsiteY77" fmla="*/ 603504 h 1106424"/>
                  <a:gd name="connsiteX78" fmla="*/ 238782 w 1976142"/>
                  <a:gd name="connsiteY78" fmla="*/ 585216 h 1106424"/>
                  <a:gd name="connsiteX79" fmla="*/ 357654 w 1976142"/>
                  <a:gd name="connsiteY79" fmla="*/ 804672 h 1106424"/>
                  <a:gd name="connsiteX80" fmla="*/ 467382 w 1976142"/>
                  <a:gd name="connsiteY80" fmla="*/ 731520 h 1106424"/>
                  <a:gd name="connsiteX81" fmla="*/ 330222 w 1976142"/>
                  <a:gd name="connsiteY81" fmla="*/ 530352 h 1106424"/>
                  <a:gd name="connsiteX82" fmla="*/ 302790 w 1976142"/>
                  <a:gd name="connsiteY82" fmla="*/ 868680 h 1106424"/>
                  <a:gd name="connsiteX83" fmla="*/ 394230 w 1976142"/>
                  <a:gd name="connsiteY83" fmla="*/ 758952 h 1106424"/>
                  <a:gd name="connsiteX84" fmla="*/ 403374 w 1976142"/>
                  <a:gd name="connsiteY84" fmla="*/ 795528 h 1106424"/>
                  <a:gd name="connsiteX85" fmla="*/ 449094 w 1976142"/>
                  <a:gd name="connsiteY85" fmla="*/ 777240 h 1106424"/>
                  <a:gd name="connsiteX86" fmla="*/ 412518 w 1976142"/>
                  <a:gd name="connsiteY86" fmla="*/ 731520 h 1106424"/>
                  <a:gd name="connsiteX87" fmla="*/ 385086 w 1976142"/>
                  <a:gd name="connsiteY87" fmla="*/ 804672 h 1106424"/>
                  <a:gd name="connsiteX88" fmla="*/ 439950 w 1976142"/>
                  <a:gd name="connsiteY88" fmla="*/ 841248 h 1106424"/>
                  <a:gd name="connsiteX89" fmla="*/ 449094 w 1976142"/>
                  <a:gd name="connsiteY89" fmla="*/ 566928 h 1106424"/>
                  <a:gd name="connsiteX90" fmla="*/ 513102 w 1976142"/>
                  <a:gd name="connsiteY90" fmla="*/ 466344 h 1106424"/>
                  <a:gd name="connsiteX91" fmla="*/ 1016022 w 1976142"/>
                  <a:gd name="connsiteY91" fmla="*/ 329184 h 1106424"/>
                  <a:gd name="connsiteX92" fmla="*/ 1363494 w 1976142"/>
                  <a:gd name="connsiteY92" fmla="*/ 265176 h 1106424"/>
                  <a:gd name="connsiteX93" fmla="*/ 1528086 w 1976142"/>
                  <a:gd name="connsiteY93" fmla="*/ 274320 h 1106424"/>
                  <a:gd name="connsiteX94" fmla="*/ 1518942 w 1976142"/>
                  <a:gd name="connsiteY94" fmla="*/ 338328 h 1106424"/>
                  <a:gd name="connsiteX95" fmla="*/ 1528086 w 1976142"/>
                  <a:gd name="connsiteY95" fmla="*/ 411480 h 1106424"/>
                  <a:gd name="connsiteX96" fmla="*/ 1573806 w 1976142"/>
                  <a:gd name="connsiteY96" fmla="*/ 576072 h 1106424"/>
                  <a:gd name="connsiteX97" fmla="*/ 1592094 w 1976142"/>
                  <a:gd name="connsiteY97" fmla="*/ 612648 h 1106424"/>
                  <a:gd name="connsiteX98" fmla="*/ 1619526 w 1976142"/>
                  <a:gd name="connsiteY98" fmla="*/ 621792 h 1106424"/>
                  <a:gd name="connsiteX99" fmla="*/ 1656102 w 1976142"/>
                  <a:gd name="connsiteY99" fmla="*/ 685800 h 1106424"/>
                  <a:gd name="connsiteX100" fmla="*/ 1710966 w 1976142"/>
                  <a:gd name="connsiteY100" fmla="*/ 694944 h 1106424"/>
                  <a:gd name="connsiteX101" fmla="*/ 1692678 w 1976142"/>
                  <a:gd name="connsiteY101" fmla="*/ 740664 h 1106424"/>
                  <a:gd name="connsiteX102" fmla="*/ 1637814 w 1976142"/>
                  <a:gd name="connsiteY102" fmla="*/ 758952 h 1106424"/>
                  <a:gd name="connsiteX103" fmla="*/ 1564662 w 1976142"/>
                  <a:gd name="connsiteY103" fmla="*/ 795528 h 1106424"/>
                  <a:gd name="connsiteX104" fmla="*/ 1326918 w 1976142"/>
                  <a:gd name="connsiteY104" fmla="*/ 941832 h 1106424"/>
                  <a:gd name="connsiteX105" fmla="*/ 1208046 w 1976142"/>
                  <a:gd name="connsiteY105" fmla="*/ 969264 h 1106424"/>
                  <a:gd name="connsiteX106" fmla="*/ 1052598 w 1976142"/>
                  <a:gd name="connsiteY106" fmla="*/ 1033272 h 1106424"/>
                  <a:gd name="connsiteX107" fmla="*/ 897150 w 1976142"/>
                  <a:gd name="connsiteY107" fmla="*/ 1051560 h 1106424"/>
                  <a:gd name="connsiteX108" fmla="*/ 650262 w 1976142"/>
                  <a:gd name="connsiteY108" fmla="*/ 1005840 h 1106424"/>
                  <a:gd name="connsiteX109" fmla="*/ 522246 w 1976142"/>
                  <a:gd name="connsiteY109" fmla="*/ 896112 h 1106424"/>
                  <a:gd name="connsiteX110" fmla="*/ 494814 w 1976142"/>
                  <a:gd name="connsiteY110" fmla="*/ 859536 h 1106424"/>
                  <a:gd name="connsiteX111" fmla="*/ 458238 w 1976142"/>
                  <a:gd name="connsiteY111" fmla="*/ 841248 h 1106424"/>
                  <a:gd name="connsiteX112" fmla="*/ 275358 w 1976142"/>
                  <a:gd name="connsiteY112" fmla="*/ 722376 h 1106424"/>
                  <a:gd name="connsiteX113" fmla="*/ 202206 w 1976142"/>
                  <a:gd name="connsiteY113" fmla="*/ 694944 h 1106424"/>
                  <a:gd name="connsiteX114" fmla="*/ 92478 w 1976142"/>
                  <a:gd name="connsiteY114" fmla="*/ 804672 h 1106424"/>
                  <a:gd name="connsiteX115" fmla="*/ 174774 w 1976142"/>
                  <a:gd name="connsiteY115" fmla="*/ 868680 h 1106424"/>
                  <a:gd name="connsiteX116" fmla="*/ 458238 w 1976142"/>
                  <a:gd name="connsiteY116" fmla="*/ 795528 h 1106424"/>
                  <a:gd name="connsiteX117" fmla="*/ 220494 w 1976142"/>
                  <a:gd name="connsiteY117" fmla="*/ 685800 h 1106424"/>
                  <a:gd name="connsiteX118" fmla="*/ 247926 w 1976142"/>
                  <a:gd name="connsiteY118" fmla="*/ 1014984 h 1106424"/>
                  <a:gd name="connsiteX119" fmla="*/ 385086 w 1976142"/>
                  <a:gd name="connsiteY119" fmla="*/ 987552 h 1106424"/>
                  <a:gd name="connsiteX120" fmla="*/ 412518 w 1976142"/>
                  <a:gd name="connsiteY120" fmla="*/ 832104 h 1106424"/>
                  <a:gd name="connsiteX121" fmla="*/ 110766 w 1976142"/>
                  <a:gd name="connsiteY121" fmla="*/ 658368 h 1106424"/>
                  <a:gd name="connsiteX122" fmla="*/ 101622 w 1976142"/>
                  <a:gd name="connsiteY122" fmla="*/ 886968 h 1106424"/>
                  <a:gd name="connsiteX123" fmla="*/ 211350 w 1976142"/>
                  <a:gd name="connsiteY123" fmla="*/ 740664 h 1106424"/>
                  <a:gd name="connsiteX124" fmla="*/ 83334 w 1976142"/>
                  <a:gd name="connsiteY124" fmla="*/ 923544 h 1106424"/>
                  <a:gd name="connsiteX125" fmla="*/ 238782 w 1976142"/>
                  <a:gd name="connsiteY125" fmla="*/ 1106424 h 1106424"/>
                  <a:gd name="connsiteX126" fmla="*/ 476526 w 1976142"/>
                  <a:gd name="connsiteY126" fmla="*/ 960120 h 1106424"/>
                  <a:gd name="connsiteX127" fmla="*/ 247926 w 1976142"/>
                  <a:gd name="connsiteY127" fmla="*/ 630936 h 1106424"/>
                  <a:gd name="connsiteX128" fmla="*/ 202206 w 1976142"/>
                  <a:gd name="connsiteY128" fmla="*/ 612648 h 1106424"/>
                  <a:gd name="connsiteX129" fmla="*/ 220494 w 1976142"/>
                  <a:gd name="connsiteY129" fmla="*/ 941832 h 1106424"/>
                  <a:gd name="connsiteX130" fmla="*/ 293646 w 1976142"/>
                  <a:gd name="connsiteY130" fmla="*/ 950976 h 1106424"/>
                  <a:gd name="connsiteX131" fmla="*/ 330222 w 1976142"/>
                  <a:gd name="connsiteY131" fmla="*/ 795528 h 1106424"/>
                  <a:gd name="connsiteX132" fmla="*/ 275358 w 1976142"/>
                  <a:gd name="connsiteY132" fmla="*/ 795528 h 1106424"/>
                  <a:gd name="connsiteX133" fmla="*/ 403374 w 1976142"/>
                  <a:gd name="connsiteY133" fmla="*/ 786384 h 1106424"/>
                  <a:gd name="connsiteX134" fmla="*/ 485670 w 1976142"/>
                  <a:gd name="connsiteY134" fmla="*/ 777240 h 1106424"/>
                  <a:gd name="connsiteX135" fmla="*/ 558822 w 1976142"/>
                  <a:gd name="connsiteY135" fmla="*/ 768096 h 1106424"/>
                  <a:gd name="connsiteX136" fmla="*/ 769134 w 1976142"/>
                  <a:gd name="connsiteY136" fmla="*/ 758952 h 1106424"/>
                  <a:gd name="connsiteX137" fmla="*/ 906294 w 1976142"/>
                  <a:gd name="connsiteY137" fmla="*/ 740664 h 1106424"/>
                  <a:gd name="connsiteX138" fmla="*/ 1153182 w 1976142"/>
                  <a:gd name="connsiteY138" fmla="*/ 731520 h 1106424"/>
                  <a:gd name="connsiteX139" fmla="*/ 1345206 w 1976142"/>
                  <a:gd name="connsiteY139" fmla="*/ 713232 h 1106424"/>
                  <a:gd name="connsiteX140" fmla="*/ 1436646 w 1976142"/>
                  <a:gd name="connsiteY140" fmla="*/ 685800 h 1106424"/>
                  <a:gd name="connsiteX141" fmla="*/ 1500654 w 1976142"/>
                  <a:gd name="connsiteY141" fmla="*/ 676656 h 1106424"/>
                  <a:gd name="connsiteX142" fmla="*/ 1555518 w 1976142"/>
                  <a:gd name="connsiteY142" fmla="*/ 658368 h 1106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1976142" h="1106424">
                    <a:moveTo>
                      <a:pt x="1976142" y="0"/>
                    </a:moveTo>
                    <a:cubicBezTo>
                      <a:pt x="1915182" y="3048"/>
                      <a:pt x="1854131" y="4635"/>
                      <a:pt x="1793262" y="9144"/>
                    </a:cubicBezTo>
                    <a:cubicBezTo>
                      <a:pt x="1771768" y="10736"/>
                      <a:pt x="1749701" y="11472"/>
                      <a:pt x="1729254" y="18288"/>
                    </a:cubicBezTo>
                    <a:cubicBezTo>
                      <a:pt x="1711411" y="24236"/>
                      <a:pt x="1623701" y="86987"/>
                      <a:pt x="1619526" y="91440"/>
                    </a:cubicBezTo>
                    <a:cubicBezTo>
                      <a:pt x="1591172" y="121685"/>
                      <a:pt x="1570758" y="158496"/>
                      <a:pt x="1546374" y="192024"/>
                    </a:cubicBezTo>
                    <a:cubicBezTo>
                      <a:pt x="1516604" y="311103"/>
                      <a:pt x="1530864" y="265985"/>
                      <a:pt x="1509798" y="329184"/>
                    </a:cubicBezTo>
                    <a:cubicBezTo>
                      <a:pt x="1537230" y="347472"/>
                      <a:pt x="1561608" y="371495"/>
                      <a:pt x="1592094" y="384048"/>
                    </a:cubicBezTo>
                    <a:cubicBezTo>
                      <a:pt x="1654628" y="409797"/>
                      <a:pt x="1696349" y="383861"/>
                      <a:pt x="1756686" y="365760"/>
                    </a:cubicBezTo>
                    <a:cubicBezTo>
                      <a:pt x="1762782" y="341376"/>
                      <a:pt x="1787296" y="314515"/>
                      <a:pt x="1774974" y="292608"/>
                    </a:cubicBezTo>
                    <a:cubicBezTo>
                      <a:pt x="1725172" y="204071"/>
                      <a:pt x="1617482" y="211868"/>
                      <a:pt x="1537230" y="201168"/>
                    </a:cubicBezTo>
                    <a:cubicBezTo>
                      <a:pt x="1494558" y="222504"/>
                      <a:pt x="1446468" y="235373"/>
                      <a:pt x="1409214" y="265176"/>
                    </a:cubicBezTo>
                    <a:cubicBezTo>
                      <a:pt x="1376294" y="291512"/>
                      <a:pt x="1425447" y="377889"/>
                      <a:pt x="1436646" y="384048"/>
                    </a:cubicBezTo>
                    <a:cubicBezTo>
                      <a:pt x="1480122" y="407960"/>
                      <a:pt x="1534182" y="402336"/>
                      <a:pt x="1582950" y="411480"/>
                    </a:cubicBezTo>
                    <a:cubicBezTo>
                      <a:pt x="1592094" y="405384"/>
                      <a:pt x="1614138" y="403520"/>
                      <a:pt x="1610382" y="393192"/>
                    </a:cubicBezTo>
                    <a:cubicBezTo>
                      <a:pt x="1572794" y="289824"/>
                      <a:pt x="1528174" y="307863"/>
                      <a:pt x="1436646" y="292608"/>
                    </a:cubicBezTo>
                    <a:cubicBezTo>
                      <a:pt x="1410348" y="392539"/>
                      <a:pt x="1325437" y="603866"/>
                      <a:pt x="1445790" y="694944"/>
                    </a:cubicBezTo>
                    <a:cubicBezTo>
                      <a:pt x="1521487" y="752228"/>
                      <a:pt x="1634766" y="713232"/>
                      <a:pt x="1729254" y="722376"/>
                    </a:cubicBezTo>
                    <a:cubicBezTo>
                      <a:pt x="1788776" y="621933"/>
                      <a:pt x="1972251" y="486934"/>
                      <a:pt x="1811550" y="393192"/>
                    </a:cubicBezTo>
                    <a:cubicBezTo>
                      <a:pt x="1764897" y="365978"/>
                      <a:pt x="1707918" y="362712"/>
                      <a:pt x="1656102" y="347472"/>
                    </a:cubicBezTo>
                    <a:cubicBezTo>
                      <a:pt x="1568750" y="369310"/>
                      <a:pt x="1554311" y="360020"/>
                      <a:pt x="1683534" y="539496"/>
                    </a:cubicBezTo>
                    <a:cubicBezTo>
                      <a:pt x="1705053" y="569384"/>
                      <a:pt x="1750590" y="569976"/>
                      <a:pt x="1784118" y="585216"/>
                    </a:cubicBezTo>
                    <a:cubicBezTo>
                      <a:pt x="1781070" y="539496"/>
                      <a:pt x="1809764" y="477876"/>
                      <a:pt x="1774974" y="448056"/>
                    </a:cubicBezTo>
                    <a:cubicBezTo>
                      <a:pt x="1629840" y="323656"/>
                      <a:pt x="1580083" y="350904"/>
                      <a:pt x="1464078" y="384048"/>
                    </a:cubicBezTo>
                    <a:cubicBezTo>
                      <a:pt x="1479318" y="411480"/>
                      <a:pt x="1486578" y="445235"/>
                      <a:pt x="1509798" y="466344"/>
                    </a:cubicBezTo>
                    <a:cubicBezTo>
                      <a:pt x="1523517" y="478816"/>
                      <a:pt x="1573861" y="491585"/>
                      <a:pt x="1564662" y="475488"/>
                    </a:cubicBezTo>
                    <a:cubicBezTo>
                      <a:pt x="1545296" y="441597"/>
                      <a:pt x="1503702" y="426720"/>
                      <a:pt x="1473222" y="402336"/>
                    </a:cubicBezTo>
                    <a:cubicBezTo>
                      <a:pt x="1372225" y="436002"/>
                      <a:pt x="1298296" y="442231"/>
                      <a:pt x="1390926" y="658368"/>
                    </a:cubicBezTo>
                    <a:cubicBezTo>
                      <a:pt x="1409095" y="700763"/>
                      <a:pt x="1482366" y="670560"/>
                      <a:pt x="1528086" y="676656"/>
                    </a:cubicBezTo>
                    <a:cubicBezTo>
                      <a:pt x="1543326" y="637032"/>
                      <a:pt x="1586590" y="598267"/>
                      <a:pt x="1573806" y="557784"/>
                    </a:cubicBezTo>
                    <a:cubicBezTo>
                      <a:pt x="1521546" y="392295"/>
                      <a:pt x="1358496" y="601256"/>
                      <a:pt x="1345206" y="612648"/>
                    </a:cubicBezTo>
                    <a:cubicBezTo>
                      <a:pt x="1350351" y="705259"/>
                      <a:pt x="1311727" y="930966"/>
                      <a:pt x="1546374" y="841248"/>
                    </a:cubicBezTo>
                    <a:cubicBezTo>
                      <a:pt x="1614285" y="815282"/>
                      <a:pt x="1625622" y="719328"/>
                      <a:pt x="1665246" y="658368"/>
                    </a:cubicBezTo>
                    <a:cubicBezTo>
                      <a:pt x="1643910" y="603504"/>
                      <a:pt x="1637518" y="540134"/>
                      <a:pt x="1601238" y="493776"/>
                    </a:cubicBezTo>
                    <a:cubicBezTo>
                      <a:pt x="1578540" y="464773"/>
                      <a:pt x="1527578" y="422927"/>
                      <a:pt x="1500654" y="448056"/>
                    </a:cubicBezTo>
                    <a:cubicBezTo>
                      <a:pt x="1457389" y="488437"/>
                      <a:pt x="1476270" y="563880"/>
                      <a:pt x="1464078" y="621792"/>
                    </a:cubicBezTo>
                    <a:cubicBezTo>
                      <a:pt x="1503702" y="637032"/>
                      <a:pt x="1541764" y="677809"/>
                      <a:pt x="1582950" y="667512"/>
                    </a:cubicBezTo>
                    <a:cubicBezTo>
                      <a:pt x="1804811" y="612047"/>
                      <a:pt x="1723047" y="490868"/>
                      <a:pt x="1582950" y="411480"/>
                    </a:cubicBezTo>
                    <a:cubicBezTo>
                      <a:pt x="1543084" y="388889"/>
                      <a:pt x="1491510" y="405384"/>
                      <a:pt x="1445790" y="402336"/>
                    </a:cubicBezTo>
                    <a:cubicBezTo>
                      <a:pt x="1418358" y="423672"/>
                      <a:pt x="1369898" y="432187"/>
                      <a:pt x="1363494" y="466344"/>
                    </a:cubicBezTo>
                    <a:cubicBezTo>
                      <a:pt x="1321777" y="688837"/>
                      <a:pt x="1393124" y="696849"/>
                      <a:pt x="1528086" y="813816"/>
                    </a:cubicBezTo>
                    <a:cubicBezTo>
                      <a:pt x="1607334" y="792480"/>
                      <a:pt x="1701133" y="800303"/>
                      <a:pt x="1765830" y="749808"/>
                    </a:cubicBezTo>
                    <a:cubicBezTo>
                      <a:pt x="1910387" y="636983"/>
                      <a:pt x="1963008" y="509071"/>
                      <a:pt x="1820694" y="402336"/>
                    </a:cubicBezTo>
                    <a:cubicBezTo>
                      <a:pt x="1793432" y="381889"/>
                      <a:pt x="1753638" y="390144"/>
                      <a:pt x="1720110" y="384048"/>
                    </a:cubicBezTo>
                    <a:cubicBezTo>
                      <a:pt x="1631412" y="472746"/>
                      <a:pt x="1574924" y="494672"/>
                      <a:pt x="1692678" y="676656"/>
                    </a:cubicBezTo>
                    <a:cubicBezTo>
                      <a:pt x="1726001" y="728155"/>
                      <a:pt x="1802406" y="731520"/>
                      <a:pt x="1857270" y="758952"/>
                    </a:cubicBezTo>
                    <a:cubicBezTo>
                      <a:pt x="1872510" y="719328"/>
                      <a:pt x="1921976" y="678052"/>
                      <a:pt x="1902990" y="640080"/>
                    </a:cubicBezTo>
                    <a:cubicBezTo>
                      <a:pt x="1799482" y="433064"/>
                      <a:pt x="1745025" y="451656"/>
                      <a:pt x="1592094" y="438912"/>
                    </a:cubicBezTo>
                    <a:cubicBezTo>
                      <a:pt x="1556536" y="503563"/>
                      <a:pt x="1448762" y="639851"/>
                      <a:pt x="1482366" y="740664"/>
                    </a:cubicBezTo>
                    <a:cubicBezTo>
                      <a:pt x="1490657" y="765538"/>
                      <a:pt x="1525038" y="771144"/>
                      <a:pt x="1546374" y="786384"/>
                    </a:cubicBezTo>
                    <a:cubicBezTo>
                      <a:pt x="1570758" y="752856"/>
                      <a:pt x="1623792" y="727037"/>
                      <a:pt x="1619526" y="685800"/>
                    </a:cubicBezTo>
                    <a:cubicBezTo>
                      <a:pt x="1600077" y="497794"/>
                      <a:pt x="1485172" y="513703"/>
                      <a:pt x="1354350" y="484632"/>
                    </a:cubicBezTo>
                    <a:cubicBezTo>
                      <a:pt x="1286163" y="629528"/>
                      <a:pt x="1219989" y="673313"/>
                      <a:pt x="1354350" y="832104"/>
                    </a:cubicBezTo>
                    <a:cubicBezTo>
                      <a:pt x="1383619" y="866694"/>
                      <a:pt x="1439694" y="862584"/>
                      <a:pt x="1482366" y="877824"/>
                    </a:cubicBezTo>
                    <a:cubicBezTo>
                      <a:pt x="1512846" y="838200"/>
                      <a:pt x="1561681" y="807450"/>
                      <a:pt x="1573806" y="758952"/>
                    </a:cubicBezTo>
                    <a:cubicBezTo>
                      <a:pt x="1606974" y="626279"/>
                      <a:pt x="1570743" y="603486"/>
                      <a:pt x="1509798" y="530352"/>
                    </a:cubicBezTo>
                    <a:cubicBezTo>
                      <a:pt x="1424848" y="628372"/>
                      <a:pt x="1314599" y="673481"/>
                      <a:pt x="1445790" y="804672"/>
                    </a:cubicBezTo>
                    <a:cubicBezTo>
                      <a:pt x="1469887" y="828769"/>
                      <a:pt x="1512846" y="816864"/>
                      <a:pt x="1546374" y="822960"/>
                    </a:cubicBezTo>
                    <a:cubicBezTo>
                      <a:pt x="1549422" y="762000"/>
                      <a:pt x="1584341" y="693882"/>
                      <a:pt x="1555518" y="640080"/>
                    </a:cubicBezTo>
                    <a:cubicBezTo>
                      <a:pt x="1495403" y="527865"/>
                      <a:pt x="1260021" y="573144"/>
                      <a:pt x="1189758" y="576072"/>
                    </a:cubicBezTo>
                    <a:cubicBezTo>
                      <a:pt x="1168422" y="585216"/>
                      <a:pt x="1148070" y="597127"/>
                      <a:pt x="1125750" y="603504"/>
                    </a:cubicBezTo>
                    <a:cubicBezTo>
                      <a:pt x="1105027" y="609425"/>
                      <a:pt x="1083285" y="612014"/>
                      <a:pt x="1061742" y="612648"/>
                    </a:cubicBezTo>
                    <a:cubicBezTo>
                      <a:pt x="875869" y="618115"/>
                      <a:pt x="689886" y="618744"/>
                      <a:pt x="503958" y="621792"/>
                    </a:cubicBezTo>
                    <a:cubicBezTo>
                      <a:pt x="449094" y="646176"/>
                      <a:pt x="393066" y="668094"/>
                      <a:pt x="339366" y="694944"/>
                    </a:cubicBezTo>
                    <a:cubicBezTo>
                      <a:pt x="325735" y="701760"/>
                      <a:pt x="295974" y="708745"/>
                      <a:pt x="302790" y="722376"/>
                    </a:cubicBezTo>
                    <a:cubicBezTo>
                      <a:pt x="351791" y="820377"/>
                      <a:pt x="424324" y="809302"/>
                      <a:pt x="513102" y="822960"/>
                    </a:cubicBezTo>
                    <a:cubicBezTo>
                      <a:pt x="543887" y="730606"/>
                      <a:pt x="566783" y="718245"/>
                      <a:pt x="394230" y="649224"/>
                    </a:cubicBezTo>
                    <a:cubicBezTo>
                      <a:pt x="374219" y="641220"/>
                      <a:pt x="363750" y="679704"/>
                      <a:pt x="348510" y="694944"/>
                    </a:cubicBezTo>
                    <a:cubicBezTo>
                      <a:pt x="367255" y="710565"/>
                      <a:pt x="507736" y="858553"/>
                      <a:pt x="476526" y="640080"/>
                    </a:cubicBezTo>
                    <a:cubicBezTo>
                      <a:pt x="467556" y="577293"/>
                      <a:pt x="418945" y="520734"/>
                      <a:pt x="366798" y="484632"/>
                    </a:cubicBezTo>
                    <a:cubicBezTo>
                      <a:pt x="331624" y="460281"/>
                      <a:pt x="281454" y="478536"/>
                      <a:pt x="238782" y="475488"/>
                    </a:cubicBezTo>
                    <a:cubicBezTo>
                      <a:pt x="227488" y="512193"/>
                      <a:pt x="168266" y="637589"/>
                      <a:pt x="220494" y="685800"/>
                    </a:cubicBezTo>
                    <a:cubicBezTo>
                      <a:pt x="245534" y="708914"/>
                      <a:pt x="287550" y="697992"/>
                      <a:pt x="321078" y="704088"/>
                    </a:cubicBezTo>
                    <a:cubicBezTo>
                      <a:pt x="336318" y="646176"/>
                      <a:pt x="391119" y="585074"/>
                      <a:pt x="366798" y="530352"/>
                    </a:cubicBezTo>
                    <a:cubicBezTo>
                      <a:pt x="343540" y="478021"/>
                      <a:pt x="260122" y="427187"/>
                      <a:pt x="211350" y="457200"/>
                    </a:cubicBezTo>
                    <a:cubicBezTo>
                      <a:pt x="144813" y="498146"/>
                      <a:pt x="156486" y="603504"/>
                      <a:pt x="129054" y="676656"/>
                    </a:cubicBezTo>
                    <a:cubicBezTo>
                      <a:pt x="199158" y="722376"/>
                      <a:pt x="262030" y="781815"/>
                      <a:pt x="339366" y="813816"/>
                    </a:cubicBezTo>
                    <a:cubicBezTo>
                      <a:pt x="358259" y="821634"/>
                      <a:pt x="393342" y="806811"/>
                      <a:pt x="394230" y="786384"/>
                    </a:cubicBezTo>
                    <a:cubicBezTo>
                      <a:pt x="396959" y="723607"/>
                      <a:pt x="386931" y="653225"/>
                      <a:pt x="348510" y="603504"/>
                    </a:cubicBezTo>
                    <a:cubicBezTo>
                      <a:pt x="325837" y="574163"/>
                      <a:pt x="275358" y="591312"/>
                      <a:pt x="238782" y="585216"/>
                    </a:cubicBezTo>
                    <a:cubicBezTo>
                      <a:pt x="228340" y="679190"/>
                      <a:pt x="198097" y="761714"/>
                      <a:pt x="357654" y="804672"/>
                    </a:cubicBezTo>
                    <a:cubicBezTo>
                      <a:pt x="400101" y="816100"/>
                      <a:pt x="430806" y="755904"/>
                      <a:pt x="467382" y="731520"/>
                    </a:cubicBezTo>
                    <a:cubicBezTo>
                      <a:pt x="421662" y="664464"/>
                      <a:pt x="409529" y="513111"/>
                      <a:pt x="330222" y="530352"/>
                    </a:cubicBezTo>
                    <a:cubicBezTo>
                      <a:pt x="129433" y="574002"/>
                      <a:pt x="265516" y="794132"/>
                      <a:pt x="302790" y="868680"/>
                    </a:cubicBezTo>
                    <a:cubicBezTo>
                      <a:pt x="333270" y="832104"/>
                      <a:pt x="355725" y="786956"/>
                      <a:pt x="394230" y="758952"/>
                    </a:cubicBezTo>
                    <a:cubicBezTo>
                      <a:pt x="404394" y="751560"/>
                      <a:pt x="391452" y="791554"/>
                      <a:pt x="403374" y="795528"/>
                    </a:cubicBezTo>
                    <a:cubicBezTo>
                      <a:pt x="418946" y="800719"/>
                      <a:pt x="433854" y="783336"/>
                      <a:pt x="449094" y="777240"/>
                    </a:cubicBezTo>
                    <a:cubicBezTo>
                      <a:pt x="547245" y="949004"/>
                      <a:pt x="428167" y="737211"/>
                      <a:pt x="412518" y="731520"/>
                    </a:cubicBezTo>
                    <a:cubicBezTo>
                      <a:pt x="388044" y="722620"/>
                      <a:pt x="394230" y="780288"/>
                      <a:pt x="385086" y="804672"/>
                    </a:cubicBezTo>
                    <a:cubicBezTo>
                      <a:pt x="403374" y="816864"/>
                      <a:pt x="431628" y="861591"/>
                      <a:pt x="439950" y="841248"/>
                    </a:cubicBezTo>
                    <a:cubicBezTo>
                      <a:pt x="509537" y="671147"/>
                      <a:pt x="496122" y="660984"/>
                      <a:pt x="449094" y="566928"/>
                    </a:cubicBezTo>
                    <a:cubicBezTo>
                      <a:pt x="470430" y="533400"/>
                      <a:pt x="479528" y="487608"/>
                      <a:pt x="513102" y="466344"/>
                    </a:cubicBezTo>
                    <a:cubicBezTo>
                      <a:pt x="603198" y="409283"/>
                      <a:pt x="939463" y="343287"/>
                      <a:pt x="1016022" y="329184"/>
                    </a:cubicBezTo>
                    <a:lnTo>
                      <a:pt x="1363494" y="265176"/>
                    </a:lnTo>
                    <a:cubicBezTo>
                      <a:pt x="1418358" y="268224"/>
                      <a:pt x="1478367" y="250923"/>
                      <a:pt x="1528086" y="274320"/>
                    </a:cubicBezTo>
                    <a:cubicBezTo>
                      <a:pt x="1547587" y="283497"/>
                      <a:pt x="1518942" y="316775"/>
                      <a:pt x="1518942" y="338328"/>
                    </a:cubicBezTo>
                    <a:cubicBezTo>
                      <a:pt x="1518942" y="362902"/>
                      <a:pt x="1524046" y="387241"/>
                      <a:pt x="1528086" y="411480"/>
                    </a:cubicBezTo>
                    <a:cubicBezTo>
                      <a:pt x="1541592" y="492517"/>
                      <a:pt x="1543745" y="503925"/>
                      <a:pt x="1573806" y="576072"/>
                    </a:cubicBezTo>
                    <a:cubicBezTo>
                      <a:pt x="1579049" y="588655"/>
                      <a:pt x="1582455" y="603009"/>
                      <a:pt x="1592094" y="612648"/>
                    </a:cubicBezTo>
                    <a:cubicBezTo>
                      <a:pt x="1598910" y="619464"/>
                      <a:pt x="1610382" y="618744"/>
                      <a:pt x="1619526" y="621792"/>
                    </a:cubicBezTo>
                    <a:cubicBezTo>
                      <a:pt x="1631718" y="643128"/>
                      <a:pt x="1636913" y="670449"/>
                      <a:pt x="1656102" y="685800"/>
                    </a:cubicBezTo>
                    <a:cubicBezTo>
                      <a:pt x="1670580" y="697382"/>
                      <a:pt x="1700682" y="679518"/>
                      <a:pt x="1710966" y="694944"/>
                    </a:cubicBezTo>
                    <a:cubicBezTo>
                      <a:pt x="1720071" y="708601"/>
                      <a:pt x="1705031" y="729855"/>
                      <a:pt x="1692678" y="740664"/>
                    </a:cubicBezTo>
                    <a:cubicBezTo>
                      <a:pt x="1678170" y="753358"/>
                      <a:pt x="1655533" y="751358"/>
                      <a:pt x="1637814" y="758952"/>
                    </a:cubicBezTo>
                    <a:cubicBezTo>
                      <a:pt x="1612756" y="769691"/>
                      <a:pt x="1586472" y="779171"/>
                      <a:pt x="1564662" y="795528"/>
                    </a:cubicBezTo>
                    <a:cubicBezTo>
                      <a:pt x="1451099" y="880700"/>
                      <a:pt x="1443184" y="906447"/>
                      <a:pt x="1326918" y="941832"/>
                    </a:cubicBezTo>
                    <a:cubicBezTo>
                      <a:pt x="1288014" y="953672"/>
                      <a:pt x="1247670" y="960120"/>
                      <a:pt x="1208046" y="969264"/>
                    </a:cubicBezTo>
                    <a:cubicBezTo>
                      <a:pt x="1155769" y="995403"/>
                      <a:pt x="1111184" y="1022005"/>
                      <a:pt x="1052598" y="1033272"/>
                    </a:cubicBezTo>
                    <a:cubicBezTo>
                      <a:pt x="1001363" y="1043125"/>
                      <a:pt x="948966" y="1045464"/>
                      <a:pt x="897150" y="1051560"/>
                    </a:cubicBezTo>
                    <a:cubicBezTo>
                      <a:pt x="824326" y="1043468"/>
                      <a:pt x="721803" y="1043714"/>
                      <a:pt x="650262" y="1005840"/>
                    </a:cubicBezTo>
                    <a:cubicBezTo>
                      <a:pt x="609208" y="984105"/>
                      <a:pt x="553870" y="931250"/>
                      <a:pt x="522246" y="896112"/>
                    </a:cubicBezTo>
                    <a:cubicBezTo>
                      <a:pt x="512051" y="884784"/>
                      <a:pt x="506385" y="869454"/>
                      <a:pt x="494814" y="859536"/>
                    </a:cubicBezTo>
                    <a:cubicBezTo>
                      <a:pt x="484465" y="850665"/>
                      <a:pt x="469704" y="848619"/>
                      <a:pt x="458238" y="841248"/>
                    </a:cubicBezTo>
                    <a:cubicBezTo>
                      <a:pt x="420406" y="816927"/>
                      <a:pt x="319665" y="738991"/>
                      <a:pt x="275358" y="722376"/>
                    </a:cubicBezTo>
                    <a:lnTo>
                      <a:pt x="202206" y="694944"/>
                    </a:lnTo>
                    <a:cubicBezTo>
                      <a:pt x="156561" y="710159"/>
                      <a:pt x="78082" y="723095"/>
                      <a:pt x="92478" y="804672"/>
                    </a:cubicBezTo>
                    <a:cubicBezTo>
                      <a:pt x="98517" y="838896"/>
                      <a:pt x="147342" y="847344"/>
                      <a:pt x="174774" y="868680"/>
                    </a:cubicBezTo>
                    <a:cubicBezTo>
                      <a:pt x="269262" y="844296"/>
                      <a:pt x="404108" y="876722"/>
                      <a:pt x="458238" y="795528"/>
                    </a:cubicBezTo>
                    <a:cubicBezTo>
                      <a:pt x="570087" y="627754"/>
                      <a:pt x="245242" y="683050"/>
                      <a:pt x="220494" y="685800"/>
                    </a:cubicBezTo>
                    <a:cubicBezTo>
                      <a:pt x="185488" y="790818"/>
                      <a:pt x="81289" y="934998"/>
                      <a:pt x="247926" y="1014984"/>
                    </a:cubicBezTo>
                    <a:cubicBezTo>
                      <a:pt x="289960" y="1035160"/>
                      <a:pt x="339366" y="996696"/>
                      <a:pt x="385086" y="987552"/>
                    </a:cubicBezTo>
                    <a:cubicBezTo>
                      <a:pt x="394230" y="935736"/>
                      <a:pt x="439196" y="877456"/>
                      <a:pt x="412518" y="832104"/>
                    </a:cubicBezTo>
                    <a:cubicBezTo>
                      <a:pt x="327943" y="688327"/>
                      <a:pt x="233941" y="683003"/>
                      <a:pt x="110766" y="658368"/>
                    </a:cubicBezTo>
                    <a:cubicBezTo>
                      <a:pt x="60088" y="696377"/>
                      <a:pt x="-105671" y="804051"/>
                      <a:pt x="101622" y="886968"/>
                    </a:cubicBezTo>
                    <a:cubicBezTo>
                      <a:pt x="158222" y="909608"/>
                      <a:pt x="174774" y="789432"/>
                      <a:pt x="211350" y="740664"/>
                    </a:cubicBezTo>
                    <a:cubicBezTo>
                      <a:pt x="139272" y="678883"/>
                      <a:pt x="-3767" y="522882"/>
                      <a:pt x="83334" y="923544"/>
                    </a:cubicBezTo>
                    <a:cubicBezTo>
                      <a:pt x="100330" y="1001724"/>
                      <a:pt x="186966" y="1045464"/>
                      <a:pt x="238782" y="1106424"/>
                    </a:cubicBezTo>
                    <a:cubicBezTo>
                      <a:pt x="318030" y="1057656"/>
                      <a:pt x="420695" y="1034561"/>
                      <a:pt x="476526" y="960120"/>
                    </a:cubicBezTo>
                    <a:cubicBezTo>
                      <a:pt x="621366" y="767000"/>
                      <a:pt x="337863" y="683158"/>
                      <a:pt x="247926" y="630936"/>
                    </a:cubicBezTo>
                    <a:cubicBezTo>
                      <a:pt x="233731" y="622694"/>
                      <a:pt x="217446" y="618744"/>
                      <a:pt x="202206" y="612648"/>
                    </a:cubicBezTo>
                    <a:cubicBezTo>
                      <a:pt x="169272" y="750971"/>
                      <a:pt x="109896" y="823861"/>
                      <a:pt x="220494" y="941832"/>
                    </a:cubicBezTo>
                    <a:cubicBezTo>
                      <a:pt x="237301" y="959759"/>
                      <a:pt x="269262" y="947928"/>
                      <a:pt x="293646" y="950976"/>
                    </a:cubicBezTo>
                    <a:cubicBezTo>
                      <a:pt x="305838" y="899160"/>
                      <a:pt x="327424" y="848685"/>
                      <a:pt x="330222" y="795528"/>
                    </a:cubicBezTo>
                    <a:cubicBezTo>
                      <a:pt x="332777" y="746992"/>
                      <a:pt x="272803" y="795296"/>
                      <a:pt x="275358" y="795528"/>
                    </a:cubicBezTo>
                    <a:cubicBezTo>
                      <a:pt x="317963" y="799401"/>
                      <a:pt x="360754" y="790090"/>
                      <a:pt x="403374" y="786384"/>
                    </a:cubicBezTo>
                    <a:cubicBezTo>
                      <a:pt x="430871" y="783993"/>
                      <a:pt x="458258" y="780465"/>
                      <a:pt x="485670" y="777240"/>
                    </a:cubicBezTo>
                    <a:cubicBezTo>
                      <a:pt x="510075" y="774369"/>
                      <a:pt x="534299" y="769678"/>
                      <a:pt x="558822" y="768096"/>
                    </a:cubicBezTo>
                    <a:cubicBezTo>
                      <a:pt x="628847" y="763578"/>
                      <a:pt x="699030" y="762000"/>
                      <a:pt x="769134" y="758952"/>
                    </a:cubicBezTo>
                    <a:cubicBezTo>
                      <a:pt x="814854" y="752856"/>
                      <a:pt x="860287" y="743950"/>
                      <a:pt x="906294" y="740664"/>
                    </a:cubicBezTo>
                    <a:cubicBezTo>
                      <a:pt x="988437" y="734797"/>
                      <a:pt x="1070932" y="735632"/>
                      <a:pt x="1153182" y="731520"/>
                    </a:cubicBezTo>
                    <a:cubicBezTo>
                      <a:pt x="1245088" y="726925"/>
                      <a:pt x="1264445" y="723327"/>
                      <a:pt x="1345206" y="713232"/>
                    </a:cubicBezTo>
                    <a:cubicBezTo>
                      <a:pt x="1373836" y="703689"/>
                      <a:pt x="1406243" y="691328"/>
                      <a:pt x="1436646" y="685800"/>
                    </a:cubicBezTo>
                    <a:cubicBezTo>
                      <a:pt x="1457851" y="681945"/>
                      <a:pt x="1479318" y="679704"/>
                      <a:pt x="1500654" y="676656"/>
                    </a:cubicBezTo>
                    <a:lnTo>
                      <a:pt x="1555518" y="658368"/>
                    </a:lnTo>
                  </a:path>
                </a:pathLst>
              </a:custGeom>
              <a:noFill/>
              <a:ln w="19050">
                <a:solidFill>
                  <a:srgbClr val="DC4C6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40C5F3E-E2EF-A94A-4566-EAD49787C1D6}"/>
                </a:ext>
              </a:extLst>
            </p:cNvPr>
            <p:cNvSpPr/>
            <p:nvPr/>
          </p:nvSpPr>
          <p:spPr>
            <a:xfrm>
              <a:off x="261370" y="3663634"/>
              <a:ext cx="1242309" cy="132792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A5EEE48-1627-4A86-E86F-372008B163E3}"/>
                </a:ext>
              </a:extLst>
            </p:cNvPr>
            <p:cNvSpPr txBox="1"/>
            <p:nvPr/>
          </p:nvSpPr>
          <p:spPr>
            <a:xfrm>
              <a:off x="1134472" y="3768448"/>
              <a:ext cx="36920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AC0440-CFB6-04CF-F283-03E190AD1723}"/>
                </a:ext>
              </a:extLst>
            </p:cNvPr>
            <p:cNvSpPr txBox="1"/>
            <p:nvPr/>
          </p:nvSpPr>
          <p:spPr>
            <a:xfrm>
              <a:off x="-878932" y="4103467"/>
              <a:ext cx="36920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accent1"/>
                  </a:solidFill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1138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1F74-162D-4500-A8B7-B49A379D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 Template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A96E2-1227-4225-8791-5FB9A27DA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2240"/>
            <a:ext cx="10972800" cy="544576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def my_DandC(problem){</a:t>
            </a:r>
            <a:br>
              <a:rPr lang="en-US" dirty="0"/>
            </a:br>
            <a:r>
              <a:rPr lang="en-US" dirty="0"/>
              <a:t>    // Base Case</a:t>
            </a:r>
          </a:p>
          <a:p>
            <a:pPr marL="0" indent="0">
              <a:buNone/>
            </a:pPr>
            <a:r>
              <a:rPr lang="en-US" dirty="0"/>
              <a:t>    if (</a:t>
            </a:r>
            <a:r>
              <a:rPr lang="en-US" dirty="0" err="1"/>
              <a:t>problem.size</a:t>
            </a:r>
            <a:r>
              <a:rPr lang="en-US" dirty="0"/>
              <a:t>() &lt;= </a:t>
            </a:r>
            <a:r>
              <a:rPr lang="en-US" dirty="0" err="1"/>
              <a:t>small_value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        return solve(problem);  // directly solve (e.g., brute force)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// Divide</a:t>
            </a:r>
          </a:p>
          <a:p>
            <a:pPr marL="0" indent="0">
              <a:buNone/>
            </a:pPr>
            <a:r>
              <a:rPr lang="en-US" dirty="0"/>
              <a:t>    List subproblems = divide(problem);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// Conquer</a:t>
            </a:r>
          </a:p>
          <a:p>
            <a:pPr marL="0" indent="0">
              <a:buNone/>
            </a:pPr>
            <a:r>
              <a:rPr lang="en-US" dirty="0"/>
              <a:t>    solutions = new List();</a:t>
            </a:r>
          </a:p>
          <a:p>
            <a:pPr marL="0" indent="0">
              <a:buNone/>
            </a:pPr>
            <a:r>
              <a:rPr lang="en-US" dirty="0"/>
              <a:t>    for (sub : subproblems){</a:t>
            </a:r>
          </a:p>
          <a:p>
            <a:pPr marL="0" indent="0">
              <a:buNone/>
            </a:pPr>
            <a:r>
              <a:rPr lang="en-US" dirty="0"/>
              <a:t>        subsolution = my_DandC(sub);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solutions.add</a:t>
            </a:r>
            <a:r>
              <a:rPr lang="en-US" dirty="0"/>
              <a:t>(</a:t>
            </a:r>
            <a:r>
              <a:rPr lang="en-US" dirty="0" err="1"/>
              <a:t>subsolution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// Combine</a:t>
            </a:r>
          </a:p>
          <a:p>
            <a:pPr marL="0" indent="0">
              <a:buNone/>
            </a:pPr>
            <a:r>
              <a:rPr lang="en-US" dirty="0"/>
              <a:t>    return combine(solutions);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53B9F-2FEB-4029-B061-C90B385A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10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D51ED2F-C551-D9DD-8B82-3BAD310B77CC}"/>
                  </a:ext>
                </a:extLst>
              </p14:cNvPr>
              <p14:cNvContentPartPr/>
              <p14:nvPr/>
            </p14:nvContentPartPr>
            <p14:xfrm>
              <a:off x="261000" y="1396080"/>
              <a:ext cx="6809400" cy="5079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D51ED2F-C551-D9DD-8B82-3BAD310B77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640" y="1386720"/>
                <a:ext cx="6828120" cy="509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4274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519680" y="1298448"/>
            <a:ext cx="9601200" cy="5257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Base Case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If the list is of length 1 or 0, it’s already sorted, so just return it</a:t>
            </a:r>
          </a:p>
          <a:p>
            <a:pPr lvl="2"/>
            <a:endParaRPr lang="en-US" sz="2600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Divide</a:t>
            </a:r>
            <a:r>
              <a:rPr lang="en-US" b="1" dirty="0"/>
              <a:t>: </a:t>
            </a:r>
          </a:p>
          <a:p>
            <a:pPr lvl="1"/>
            <a:r>
              <a:rPr lang="en-US" dirty="0"/>
              <a:t>Split the list into two “sublists” of (roughly) equal length</a:t>
            </a:r>
          </a:p>
          <a:p>
            <a:pPr lvl="1"/>
            <a:endParaRPr lang="en-US" sz="2600" b="1" dirty="0"/>
          </a:p>
          <a:p>
            <a:r>
              <a:rPr lang="en-US" b="1" dirty="0">
                <a:solidFill>
                  <a:srgbClr val="0070C0"/>
                </a:solidFill>
              </a:rPr>
              <a:t>Conquer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Sort both lists recursively</a:t>
            </a:r>
          </a:p>
          <a:p>
            <a:pPr lvl="1"/>
            <a:endParaRPr lang="en-US" sz="2600" dirty="0">
              <a:solidFill>
                <a:srgbClr val="FF33CC"/>
              </a:solidFill>
            </a:endParaRPr>
          </a:p>
          <a:p>
            <a:r>
              <a:rPr lang="en-US" b="1" dirty="0">
                <a:solidFill>
                  <a:srgbClr val="0070C0"/>
                </a:solidFill>
              </a:rPr>
              <a:t>Combine</a:t>
            </a:r>
            <a:r>
              <a:rPr lang="en-US" b="1" dirty="0"/>
              <a:t>:</a:t>
            </a:r>
          </a:p>
          <a:p>
            <a:pPr lvl="1"/>
            <a:r>
              <a:rPr lang="en-US" b="1" dirty="0"/>
              <a:t>Merge</a:t>
            </a:r>
            <a:r>
              <a:rPr lang="en-US" dirty="0"/>
              <a:t> sorted sublists into one sorted list</a:t>
            </a:r>
          </a:p>
        </p:txBody>
      </p:sp>
      <p:sp>
        <p:nvSpPr>
          <p:cNvPr id="224" name="Slide Number Placeholder 223">
            <a:extLst>
              <a:ext uri="{FF2B5EF4-FFF2-40B4-BE49-F238E27FC236}">
                <a16:creationId xmlns:a16="http://schemas.microsoft.com/office/drawing/2014/main" id="{EFCFBE45-A1F3-4932-85FA-AF898B93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11</a:t>
            </a:fld>
            <a:endParaRPr lang="en-US" dirty="0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FA6038B4-F05D-6F20-8BFC-3AC6EC6FC6E8}"/>
              </a:ext>
            </a:extLst>
          </p:cNvPr>
          <p:cNvSpPr/>
          <p:nvPr/>
        </p:nvSpPr>
        <p:spPr>
          <a:xfrm>
            <a:off x="581660" y="1502728"/>
            <a:ext cx="375920" cy="3759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435895E0-AEA0-0940-5D39-646A13B54670}"/>
              </a:ext>
            </a:extLst>
          </p:cNvPr>
          <p:cNvGrpSpPr/>
          <p:nvPr/>
        </p:nvGrpSpPr>
        <p:grpSpPr>
          <a:xfrm>
            <a:off x="143510" y="2620011"/>
            <a:ext cx="2359660" cy="375920"/>
            <a:chOff x="7866380" y="4321811"/>
            <a:chExt cx="2359660" cy="375920"/>
          </a:xfrm>
        </p:grpSpPr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1AC0146F-1215-033B-474C-1202CBB1382F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6161B0BF-F025-0B80-A6D8-62CD5002CD1C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7E43537C-9288-ABDA-EB6D-AEE370B64291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F761104C-7C02-2944-984D-8E55BD055701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C59D95F4-292C-4129-52CD-0D6A35C64D95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F84B0681-6C9C-F58D-E1FF-80DFEFD8C581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A512511D-0BF2-1BD4-61D9-99C53A707F13}"/>
              </a:ext>
            </a:extLst>
          </p:cNvPr>
          <p:cNvGrpSpPr/>
          <p:nvPr/>
        </p:nvGrpSpPr>
        <p:grpSpPr>
          <a:xfrm>
            <a:off x="8068310" y="455867"/>
            <a:ext cx="2258060" cy="375920"/>
            <a:chOff x="7967980" y="4321811"/>
            <a:chExt cx="2258060" cy="375920"/>
          </a:xfrm>
        </p:grpSpPr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3DCBBB31-B027-E237-6E8F-A785199E188A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E3D01A99-515F-0FD5-8557-F5A51BEBD9F8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712EC17-6C8B-82E7-112A-93F08E4569EA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C62145E-972E-AA98-83BB-11990B5B0A19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5C88493-7B69-E58E-EAEA-116212C7C254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C9C7CE3-7A1C-CF03-CF1E-E5762740CEDA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9E74BD3-16BD-405D-B960-A8F2C73ADA12}"/>
              </a:ext>
            </a:extLst>
          </p:cNvPr>
          <p:cNvGrpSpPr/>
          <p:nvPr/>
        </p:nvGrpSpPr>
        <p:grpSpPr>
          <a:xfrm>
            <a:off x="143510" y="3929254"/>
            <a:ext cx="2359660" cy="375920"/>
            <a:chOff x="7866380" y="4321811"/>
            <a:chExt cx="2359660" cy="37592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EC224A1-B18F-E6A5-748F-A75B1F455D67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8CEEEE7-FC40-57CE-4C6B-E3C2648A6C3D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4FE4E47-C824-4651-08D3-308F39FAFA47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4962A4A-98DB-B15A-FE92-B6E41220439F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26CC13B-3743-C67D-1189-37D1268C0515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40576FB-AFD1-4D3B-05F0-A0B70A599B74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405945E-100C-6B39-5FD1-BBBE0566368B}"/>
              </a:ext>
            </a:extLst>
          </p:cNvPr>
          <p:cNvGrpSpPr/>
          <p:nvPr/>
        </p:nvGrpSpPr>
        <p:grpSpPr>
          <a:xfrm>
            <a:off x="143510" y="6074982"/>
            <a:ext cx="2258060" cy="375920"/>
            <a:chOff x="7967980" y="4321811"/>
            <a:chExt cx="2258060" cy="37592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3690BB-76CB-BAFE-26B3-260B537AE2DA}"/>
                </a:ext>
              </a:extLst>
            </p:cNvPr>
            <p:cNvSpPr/>
            <p:nvPr/>
          </p:nvSpPr>
          <p:spPr>
            <a:xfrm>
              <a:off x="79679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23CC625-C6EE-939F-59C6-8FDBF827024F}"/>
                </a:ext>
              </a:extLst>
            </p:cNvPr>
            <p:cNvSpPr/>
            <p:nvPr/>
          </p:nvSpPr>
          <p:spPr>
            <a:xfrm>
              <a:off x="83439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B4D7055-02F7-A906-4A01-24889BAD2921}"/>
                </a:ext>
              </a:extLst>
            </p:cNvPr>
            <p:cNvSpPr/>
            <p:nvPr/>
          </p:nvSpPr>
          <p:spPr>
            <a:xfrm>
              <a:off x="87223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6CC5D9E-F542-E42E-4C24-9E7DC23692CD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0B29DFD-1138-7F9E-DB14-8EC859E21220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1A2089A-AFB5-4C8F-9B13-2BCC0A93AEAB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9760A4B-C884-D45E-2DBC-75690FDA2811}"/>
              </a:ext>
            </a:extLst>
          </p:cNvPr>
          <p:cNvCxnSpPr>
            <a:cxnSpLocks/>
            <a:stCxn id="101" idx="2"/>
            <a:endCxn id="86" idx="0"/>
          </p:cNvCxnSpPr>
          <p:nvPr/>
        </p:nvCxnSpPr>
        <p:spPr>
          <a:xfrm flipH="1">
            <a:off x="331470" y="5628831"/>
            <a:ext cx="123063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BA8329B-B184-BF44-2E73-57E81568BE4A}"/>
              </a:ext>
            </a:extLst>
          </p:cNvPr>
          <p:cNvGrpSpPr/>
          <p:nvPr/>
        </p:nvGrpSpPr>
        <p:grpSpPr>
          <a:xfrm>
            <a:off x="142240" y="5252911"/>
            <a:ext cx="2359660" cy="375920"/>
            <a:chOff x="7866380" y="4321811"/>
            <a:chExt cx="2359660" cy="375920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79926A6-DCE4-B48F-A5CB-5F011A4C0C72}"/>
                </a:ext>
              </a:extLst>
            </p:cNvPr>
            <p:cNvSpPr/>
            <p:nvPr/>
          </p:nvSpPr>
          <p:spPr>
            <a:xfrm>
              <a:off x="78663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D879902-45E2-374E-6352-92BEFC1772DA}"/>
                </a:ext>
              </a:extLst>
            </p:cNvPr>
            <p:cNvSpPr/>
            <p:nvPr/>
          </p:nvSpPr>
          <p:spPr>
            <a:xfrm>
              <a:off x="82423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AAC80FF-CC9B-8C57-D4EB-B9F52B08CF79}"/>
                </a:ext>
              </a:extLst>
            </p:cNvPr>
            <p:cNvSpPr/>
            <p:nvPr/>
          </p:nvSpPr>
          <p:spPr>
            <a:xfrm>
              <a:off x="862076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F991359-E10F-1CEE-641D-4D6B0901C70B}"/>
                </a:ext>
              </a:extLst>
            </p:cNvPr>
            <p:cNvSpPr/>
            <p:nvPr/>
          </p:nvSpPr>
          <p:spPr>
            <a:xfrm>
              <a:off x="909828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C042204-CC9B-292C-960C-FB3A9E83AD73}"/>
                </a:ext>
              </a:extLst>
            </p:cNvPr>
            <p:cNvSpPr/>
            <p:nvPr/>
          </p:nvSpPr>
          <p:spPr>
            <a:xfrm>
              <a:off x="947420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038750F-0C93-3541-CBB6-23133514AD7D}"/>
                </a:ext>
              </a:extLst>
            </p:cNvPr>
            <p:cNvSpPr/>
            <p:nvPr/>
          </p:nvSpPr>
          <p:spPr>
            <a:xfrm>
              <a:off x="9850120" y="4321811"/>
              <a:ext cx="375920" cy="3759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02132B9-9C9F-E2DC-3604-45581B49A1B6}"/>
              </a:ext>
            </a:extLst>
          </p:cNvPr>
          <p:cNvCxnSpPr>
            <a:cxnSpLocks/>
            <a:stCxn id="97" idx="2"/>
            <a:endCxn id="87" idx="0"/>
          </p:cNvCxnSpPr>
          <p:nvPr/>
        </p:nvCxnSpPr>
        <p:spPr>
          <a:xfrm>
            <a:off x="330200" y="5628831"/>
            <a:ext cx="37719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8AB2DD9-25E5-A2C3-5B30-1A2098D2A7B5}"/>
              </a:ext>
            </a:extLst>
          </p:cNvPr>
          <p:cNvCxnSpPr>
            <a:cxnSpLocks/>
            <a:stCxn id="102" idx="2"/>
            <a:endCxn id="88" idx="0"/>
          </p:cNvCxnSpPr>
          <p:nvPr/>
        </p:nvCxnSpPr>
        <p:spPr>
          <a:xfrm flipH="1">
            <a:off x="1085850" y="5628831"/>
            <a:ext cx="85217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64C6B2E-65E1-999F-AE4C-0C9B90029F04}"/>
              </a:ext>
            </a:extLst>
          </p:cNvPr>
          <p:cNvCxnSpPr>
            <a:cxnSpLocks/>
            <a:stCxn id="99" idx="2"/>
            <a:endCxn id="89" idx="0"/>
          </p:cNvCxnSpPr>
          <p:nvPr/>
        </p:nvCxnSpPr>
        <p:spPr>
          <a:xfrm>
            <a:off x="706120" y="5628831"/>
            <a:ext cx="75565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7BF20938-E610-9740-E5E4-C2A73A8D0BB5}"/>
              </a:ext>
            </a:extLst>
          </p:cNvPr>
          <p:cNvCxnSpPr>
            <a:cxnSpLocks/>
            <a:stCxn id="100" idx="2"/>
            <a:endCxn id="90" idx="0"/>
          </p:cNvCxnSpPr>
          <p:nvPr/>
        </p:nvCxnSpPr>
        <p:spPr>
          <a:xfrm>
            <a:off x="1084580" y="5628831"/>
            <a:ext cx="75311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660D801-269E-358E-2F73-D1FECEE60AAA}"/>
              </a:ext>
            </a:extLst>
          </p:cNvPr>
          <p:cNvCxnSpPr>
            <a:cxnSpLocks/>
            <a:stCxn id="103" idx="2"/>
            <a:endCxn id="91" idx="0"/>
          </p:cNvCxnSpPr>
          <p:nvPr/>
        </p:nvCxnSpPr>
        <p:spPr>
          <a:xfrm flipH="1">
            <a:off x="2213610" y="5628831"/>
            <a:ext cx="100330" cy="4461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6B69B5-DC45-605E-1724-BE10BF31951C}"/>
                  </a:ext>
                </a:extLst>
              </p14:cNvPr>
              <p14:cNvContentPartPr/>
              <p14:nvPr/>
            </p14:nvContentPartPr>
            <p14:xfrm>
              <a:off x="92160" y="1420560"/>
              <a:ext cx="4323600" cy="4990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6B69B5-DC45-605E-1724-BE10BF3195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800" y="1411200"/>
                <a:ext cx="4342320" cy="500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5342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CBAD-23AB-0CC2-48DA-218DAB0B7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In Action!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14DCCF6-BB83-4EE3-BC80-0BFBFF244782}"/>
              </a:ext>
            </a:extLst>
          </p:cNvPr>
          <p:cNvGrpSpPr/>
          <p:nvPr/>
        </p:nvGrpSpPr>
        <p:grpSpPr>
          <a:xfrm>
            <a:off x="2876550" y="2056448"/>
            <a:ext cx="5862824" cy="732853"/>
            <a:chOff x="641350" y="2386266"/>
            <a:chExt cx="5862824" cy="73285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888C230-FD3C-EA40-210A-BFFCADEDCFB4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8F41F6-3204-607E-164A-DCA6BA90C383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076EE9-0D45-1598-39E4-88A91E3187FC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2F75015-E664-CC9C-4594-D28BA01E463F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7EF827-6599-548F-5C3D-8292DB144B00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9FB8D4-ECC1-E1AB-E075-8F7CCE064CB4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BB24EE8-88B6-5BE1-2240-D58005BAE911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96B498-5386-7132-97CB-04CACDCC3646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DF2872-D1C3-4B08-E3E4-EF8CAF741EAB}"/>
                  </a:ext>
                </a:extLst>
              </p:cNvPr>
              <p:cNvSpPr txBox="1"/>
              <p:nvPr/>
            </p:nvSpPr>
            <p:spPr>
              <a:xfrm>
                <a:off x="362391" y="1533228"/>
                <a:ext cx="54305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Sort between indices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𝑙𝑜𝑤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h𝑖𝑔h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DDF2872-D1C3-4B08-E3E4-EF8CAF741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91" y="1533228"/>
                <a:ext cx="5430520" cy="400110"/>
              </a:xfrm>
              <a:prstGeom prst="rect">
                <a:avLst/>
              </a:prstGeom>
              <a:blipFill>
                <a:blip r:embed="rId2"/>
                <a:stretch>
                  <a:fillRect l="-1122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DCC280-7CB1-97D9-0F00-51561B65C832}"/>
                  </a:ext>
                </a:extLst>
              </p:cNvPr>
              <p:cNvSpPr txBox="1"/>
              <p:nvPr/>
            </p:nvSpPr>
            <p:spPr>
              <a:xfrm>
                <a:off x="2804160" y="2813071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DCC280-7CB1-97D9-0F00-51561B65C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160" y="2813071"/>
                <a:ext cx="73285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7521F1-C529-BCFD-8388-55369777A507}"/>
                  </a:ext>
                </a:extLst>
              </p:cNvPr>
              <p:cNvSpPr txBox="1"/>
              <p:nvPr/>
            </p:nvSpPr>
            <p:spPr>
              <a:xfrm>
                <a:off x="8006520" y="2789301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7521F1-C529-BCFD-8388-55369777A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520" y="2789301"/>
                <a:ext cx="732853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88C347-A8D8-2303-74DB-E7D69034D8A2}"/>
                  </a:ext>
                </a:extLst>
              </p:cNvPr>
              <p:cNvSpPr txBox="1"/>
              <p:nvPr/>
            </p:nvSpPr>
            <p:spPr>
              <a:xfrm>
                <a:off x="312257" y="3142831"/>
                <a:ext cx="88527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Base Case: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𝑙𝑜𝑤</m:t>
                    </m:r>
                  </m:oMath>
                </a14:m>
                <a:r>
                  <a:rPr lang="en-US" sz="2000" dirty="0"/>
                  <a:t> ==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</a:rPr>
                      <m:t>h𝑖𝑔h</m:t>
                    </m:r>
                  </m:oMath>
                </a14:m>
                <a:r>
                  <a:rPr lang="en-US" sz="2000" dirty="0"/>
                  <a:t> then that range is already sorted!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88C347-A8D8-2303-74DB-E7D69034D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57" y="3142831"/>
                <a:ext cx="8852729" cy="400110"/>
              </a:xfrm>
              <a:prstGeom prst="rect">
                <a:avLst/>
              </a:prstGeom>
              <a:blipFill>
                <a:blip r:embed="rId5"/>
                <a:stretch>
                  <a:fillRect l="-689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3BBCFA-D348-D5DC-E24C-572F4975723A}"/>
                  </a:ext>
                </a:extLst>
              </p:cNvPr>
              <p:cNvSpPr txBox="1"/>
              <p:nvPr/>
            </p:nvSpPr>
            <p:spPr>
              <a:xfrm>
                <a:off x="312257" y="3539659"/>
                <a:ext cx="10991410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Divide and Conquer: Otherwise call </a:t>
                </a:r>
                <a:r>
                  <a:rPr lang="en-US" sz="2000" dirty="0" err="1"/>
                  <a:t>mergesort</a:t>
                </a:r>
                <a:r>
                  <a:rPr lang="en-US" sz="2000" dirty="0"/>
                  <a:t> on ranges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𝑙𝑜𝑤</m:t>
                        </m:r>
                        <m: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  <m: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  <m: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rgbClr val="FF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+1, </m:t>
                        </m:r>
                        <m:r>
                          <a:rPr lang="en-US" sz="2000" b="0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h𝑖𝑔h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03BBCFA-D348-D5DC-E24C-572F49757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57" y="3539659"/>
                <a:ext cx="10991410" cy="552972"/>
              </a:xfrm>
              <a:prstGeom prst="rect">
                <a:avLst/>
              </a:prstGeom>
              <a:blipFill>
                <a:blip r:embed="rId6"/>
                <a:stretch>
                  <a:fillRect l="-55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3D3C4954-18C7-146E-6B7E-0D9D212CA13A}"/>
              </a:ext>
            </a:extLst>
          </p:cNvPr>
          <p:cNvGrpSpPr/>
          <p:nvPr/>
        </p:nvGrpSpPr>
        <p:grpSpPr>
          <a:xfrm>
            <a:off x="2653030" y="4199677"/>
            <a:ext cx="5862824" cy="732853"/>
            <a:chOff x="641350" y="2386266"/>
            <a:chExt cx="5862824" cy="73285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63E3FFF-3C3A-E76C-6E22-3C2489A65651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4AB53C9-518C-D320-CF21-4B4CD17CFE26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232457-E7F3-9FA4-E6AF-0C289F508761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3C181DA-77E2-6D0D-BF2D-D935A61F7614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31CBE20-1325-540C-60C6-0FE22059A639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A68CC84-471E-C966-DB8A-1C5F1B77A5AB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6BC1D1-46F1-7544-E4DA-77766CBBE52A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03EE08D-8601-013B-E0A7-546F75941260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18A966C-DFAE-60B7-7FC7-6C2EF91E948A}"/>
                  </a:ext>
                </a:extLst>
              </p:cNvPr>
              <p:cNvSpPr txBox="1"/>
              <p:nvPr/>
            </p:nvSpPr>
            <p:spPr>
              <a:xfrm>
                <a:off x="2580640" y="4956300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18A966C-DFAE-60B7-7FC7-6C2EF91E9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640" y="4956300"/>
                <a:ext cx="73285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A7609C9-9931-85A8-6C36-CFBE3621FB43}"/>
                  </a:ext>
                </a:extLst>
              </p:cNvPr>
              <p:cNvSpPr txBox="1"/>
              <p:nvPr/>
            </p:nvSpPr>
            <p:spPr>
              <a:xfrm>
                <a:off x="7783000" y="4932530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A7609C9-9931-85A8-6C36-CFBE3621F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000" y="4932530"/>
                <a:ext cx="732853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13CD170-F635-085C-F3DC-D237BF24ED6B}"/>
                  </a:ext>
                </a:extLst>
              </p:cNvPr>
              <p:cNvSpPr txBox="1"/>
              <p:nvPr/>
            </p:nvSpPr>
            <p:spPr>
              <a:xfrm>
                <a:off x="4288632" y="4969652"/>
                <a:ext cx="1497305" cy="49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13CD170-F635-085C-F3DC-D237BF24E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632" y="4969652"/>
                <a:ext cx="1497305" cy="499945"/>
              </a:xfrm>
              <a:prstGeom prst="rect">
                <a:avLst/>
              </a:prstGeom>
              <a:blipFill>
                <a:blip r:embed="rId9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62BA5EF-5185-5588-EB46-795E3436CCC9}"/>
                  </a:ext>
                </a:extLst>
              </p:cNvPr>
              <p:cNvSpPr txBox="1"/>
              <p:nvPr/>
            </p:nvSpPr>
            <p:spPr>
              <a:xfrm>
                <a:off x="5525770" y="5006774"/>
                <a:ext cx="1497305" cy="49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62BA5EF-5185-5588-EB46-795E3436C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770" y="5006774"/>
                <a:ext cx="1497305" cy="499945"/>
              </a:xfrm>
              <a:prstGeom prst="rect">
                <a:avLst/>
              </a:prstGeom>
              <a:blipFill>
                <a:blip r:embed="rId10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FF4245F-E847-1743-85A7-9C67FC224BB0}"/>
              </a:ext>
            </a:extLst>
          </p:cNvPr>
          <p:cNvCxnSpPr>
            <a:cxnSpLocks/>
          </p:cNvCxnSpPr>
          <p:nvPr/>
        </p:nvCxnSpPr>
        <p:spPr>
          <a:xfrm>
            <a:off x="5584442" y="4002150"/>
            <a:ext cx="0" cy="150457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A963E52-A4AF-852A-B21B-7A42B4E5386D}"/>
              </a:ext>
            </a:extLst>
          </p:cNvPr>
          <p:cNvGrpSpPr/>
          <p:nvPr/>
        </p:nvGrpSpPr>
        <p:grpSpPr>
          <a:xfrm>
            <a:off x="2653030" y="5672099"/>
            <a:ext cx="5862824" cy="732853"/>
            <a:chOff x="641350" y="2386266"/>
            <a:chExt cx="5862824" cy="732853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3B02481-CF61-EF96-5453-7FB12E7F13A4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BFBB41E-AADC-E1A6-BE95-E0C85FDAB6B1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B7869A1-7679-DE17-3E60-8B50A6C4B0A2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E04867C-4660-98C8-256D-C98F0EC9A427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952717D-A7A0-6046-1A59-D0F84BB09A6B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2E4CCB4-9A64-FBB8-098E-EB736A9DC5E9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C588CFB-6886-B3E4-F149-27A460466F7A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3A6B9B3-683B-B245-2120-B6C97C6C0119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EC4A69-2D89-1F59-AFFB-70237FE3AA78}"/>
                  </a:ext>
                </a:extLst>
              </p:cNvPr>
              <p:cNvSpPr txBox="1"/>
              <p:nvPr/>
            </p:nvSpPr>
            <p:spPr>
              <a:xfrm>
                <a:off x="2580640" y="6428722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EC4A69-2D89-1F59-AFFB-70237FE3A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640" y="6428722"/>
                <a:ext cx="73285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C0B620E-FD13-DE0C-5024-743EEDDADFCD}"/>
                  </a:ext>
                </a:extLst>
              </p:cNvPr>
              <p:cNvSpPr txBox="1"/>
              <p:nvPr/>
            </p:nvSpPr>
            <p:spPr>
              <a:xfrm>
                <a:off x="7783000" y="6404952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C0B620E-FD13-DE0C-5024-743EEDDAD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000" y="6404952"/>
                <a:ext cx="732853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014B858A-911D-26ED-6F2B-0FF5014A4F19}"/>
              </a:ext>
            </a:extLst>
          </p:cNvPr>
          <p:cNvSpPr txBox="1"/>
          <p:nvPr/>
        </p:nvSpPr>
        <p:spPr>
          <a:xfrm>
            <a:off x="312257" y="5763351"/>
            <a:ext cx="10991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After Recursion: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18AC23A-0CCF-37AA-7D30-21E5411B24D7}"/>
                  </a:ext>
                </a:extLst>
              </p14:cNvPr>
              <p14:cNvContentPartPr/>
              <p14:nvPr/>
            </p14:nvContentPartPr>
            <p14:xfrm>
              <a:off x="464040" y="1797120"/>
              <a:ext cx="10527120" cy="4641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18AC23A-0CCF-37AA-7D30-21E5411B24D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54680" y="1787760"/>
                <a:ext cx="10545840" cy="466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2136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F328-04B6-E91F-1000-0492DC56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(the combine part)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FF776E-9504-C0D2-67B4-434D98EAE99C}"/>
              </a:ext>
            </a:extLst>
          </p:cNvPr>
          <p:cNvGrpSpPr/>
          <p:nvPr/>
        </p:nvGrpSpPr>
        <p:grpSpPr>
          <a:xfrm>
            <a:off x="2957830" y="1516659"/>
            <a:ext cx="5862824" cy="732853"/>
            <a:chOff x="641350" y="2386266"/>
            <a:chExt cx="5862824" cy="73285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6EB25A-86A2-872F-96C0-79FF2C7F32DE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142F12-2080-CB61-8D64-C197A6CB325F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2AFA11-63FF-C162-E977-EAE405F3B96B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87859EA-E4DB-A2C3-44F9-06E320A84017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2363DB-D76A-72A7-ABE8-0D90E1ACB543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CCD79CE-539B-7DD5-551C-9E0EE3379200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963F99-4075-ED57-903C-7E402901C503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B90353-0F02-1988-D3A5-C06BC70A33DC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BBA4A9-E429-B6AF-1D45-8B0C2ECC9465}"/>
                  </a:ext>
                </a:extLst>
              </p:cNvPr>
              <p:cNvSpPr txBox="1"/>
              <p:nvPr/>
            </p:nvSpPr>
            <p:spPr>
              <a:xfrm>
                <a:off x="2885440" y="2273282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𝑙𝑜𝑤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BBA4A9-E429-B6AF-1D45-8B0C2ECC9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440" y="2273282"/>
                <a:ext cx="73285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3BBD60-3406-5A08-6A23-DC9783E22C44}"/>
                  </a:ext>
                </a:extLst>
              </p:cNvPr>
              <p:cNvSpPr txBox="1"/>
              <p:nvPr/>
            </p:nvSpPr>
            <p:spPr>
              <a:xfrm>
                <a:off x="8087800" y="2249512"/>
                <a:ext cx="7328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h𝑖𝑔h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3BBD60-3406-5A08-6A23-DC9783E22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800" y="2249512"/>
                <a:ext cx="732853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E7CA0072-DA42-358D-2313-C589B2C2A62B}"/>
              </a:ext>
            </a:extLst>
          </p:cNvPr>
          <p:cNvGrpSpPr/>
          <p:nvPr/>
        </p:nvGrpSpPr>
        <p:grpSpPr>
          <a:xfrm>
            <a:off x="2957830" y="3015897"/>
            <a:ext cx="5862824" cy="732853"/>
            <a:chOff x="641350" y="2386266"/>
            <a:chExt cx="5862824" cy="732853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C85D454-719B-702F-2281-4A10415E7000}"/>
                </a:ext>
              </a:extLst>
            </p:cNvPr>
            <p:cNvSpPr/>
            <p:nvPr/>
          </p:nvSpPr>
          <p:spPr>
            <a:xfrm>
              <a:off x="641350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EF5804-408E-6879-D613-7044DEA0BF49}"/>
                </a:ext>
              </a:extLst>
            </p:cNvPr>
            <p:cNvSpPr/>
            <p:nvPr/>
          </p:nvSpPr>
          <p:spPr>
            <a:xfrm>
              <a:off x="1374203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D21588-F912-24DA-B6A5-5E6B9C42EEE5}"/>
                </a:ext>
              </a:extLst>
            </p:cNvPr>
            <p:cNvSpPr/>
            <p:nvPr/>
          </p:nvSpPr>
          <p:spPr>
            <a:xfrm>
              <a:off x="2107056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8C151A5-A2A2-1312-39BF-4FADA5F73B47}"/>
                </a:ext>
              </a:extLst>
            </p:cNvPr>
            <p:cNvSpPr/>
            <p:nvPr/>
          </p:nvSpPr>
          <p:spPr>
            <a:xfrm>
              <a:off x="2839909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7B5ADAB-0AAF-740B-A52A-771577FB164D}"/>
                </a:ext>
              </a:extLst>
            </p:cNvPr>
            <p:cNvSpPr/>
            <p:nvPr/>
          </p:nvSpPr>
          <p:spPr>
            <a:xfrm>
              <a:off x="3572762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43AD86E-0BE4-0ED4-ABD9-55F9BA416BC8}"/>
                </a:ext>
              </a:extLst>
            </p:cNvPr>
            <p:cNvSpPr/>
            <p:nvPr/>
          </p:nvSpPr>
          <p:spPr>
            <a:xfrm>
              <a:off x="4305615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93FE899-1FCC-9493-9EA2-45ABB23DF07B}"/>
                </a:ext>
              </a:extLst>
            </p:cNvPr>
            <p:cNvSpPr/>
            <p:nvPr/>
          </p:nvSpPr>
          <p:spPr>
            <a:xfrm>
              <a:off x="5038468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B47FEB0-46B7-71E2-6A76-89C06FCA5695}"/>
                </a:ext>
              </a:extLst>
            </p:cNvPr>
            <p:cNvSpPr/>
            <p:nvPr/>
          </p:nvSpPr>
          <p:spPr>
            <a:xfrm>
              <a:off x="5771321" y="2386266"/>
              <a:ext cx="732853" cy="732853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BE936E-3286-77C7-957F-5423C8F6B9EE}"/>
                  </a:ext>
                </a:extLst>
              </p:cNvPr>
              <p:cNvSpPr txBox="1"/>
              <p:nvPr/>
            </p:nvSpPr>
            <p:spPr>
              <a:xfrm>
                <a:off x="4726924" y="2249512"/>
                <a:ext cx="1497305" cy="49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ABE936E-3286-77C7-957F-5423C8F6B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924" y="2249512"/>
                <a:ext cx="1497305" cy="499945"/>
              </a:xfrm>
              <a:prstGeom prst="rect">
                <a:avLst/>
              </a:prstGeom>
              <a:blipFill>
                <a:blip r:embed="rId4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992678-C5BD-5105-91BC-B0DCB98849B8}"/>
                  </a:ext>
                </a:extLst>
              </p:cNvPr>
              <p:cNvSpPr txBox="1"/>
              <p:nvPr/>
            </p:nvSpPr>
            <p:spPr>
              <a:xfrm>
                <a:off x="5842003" y="2249511"/>
                <a:ext cx="1497305" cy="49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𝑙𝑜𝑤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h𝑖𝑔h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992678-C5BD-5105-91BC-B0DCB9884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3" y="2249511"/>
                <a:ext cx="1497305" cy="499945"/>
              </a:xfrm>
              <a:prstGeom prst="rect">
                <a:avLst/>
              </a:prstGeom>
              <a:blipFill>
                <a:blip r:embed="rId5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rrow: Right 26">
            <a:extLst>
              <a:ext uri="{FF2B5EF4-FFF2-40B4-BE49-F238E27FC236}">
                <a16:creationId xmlns:a16="http://schemas.microsoft.com/office/drawing/2014/main" id="{C4B62DBB-53B8-EA2D-12CE-AAFE2075A980}"/>
              </a:ext>
            </a:extLst>
          </p:cNvPr>
          <p:cNvSpPr/>
          <p:nvPr/>
        </p:nvSpPr>
        <p:spPr>
          <a:xfrm rot="18941864">
            <a:off x="2246687" y="2188107"/>
            <a:ext cx="1055420" cy="44704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 next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F1982206-BF5B-A2CF-DE7D-8C5F945BC8DA}"/>
              </a:ext>
            </a:extLst>
          </p:cNvPr>
          <p:cNvSpPr/>
          <p:nvPr/>
        </p:nvSpPr>
        <p:spPr>
          <a:xfrm rot="18941864">
            <a:off x="5257217" y="2188107"/>
            <a:ext cx="1055420" cy="44704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 next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866399B5-9CA7-FF10-921D-A115ADA6102E}"/>
              </a:ext>
            </a:extLst>
          </p:cNvPr>
          <p:cNvSpPr/>
          <p:nvPr/>
        </p:nvSpPr>
        <p:spPr>
          <a:xfrm rot="18941864">
            <a:off x="2218888" y="3763798"/>
            <a:ext cx="1055420" cy="44704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 next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40C5B3-F308-4ACC-3D1F-6D7C299211BC}"/>
              </a:ext>
            </a:extLst>
          </p:cNvPr>
          <p:cNvSpPr txBox="1"/>
          <p:nvPr/>
        </p:nvSpPr>
        <p:spPr>
          <a:xfrm>
            <a:off x="49304" y="4568149"/>
            <a:ext cx="76720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Create a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new array to merge into</a:t>
            </a:r>
            <a:r>
              <a:rPr lang="en-US" sz="2000" dirty="0"/>
              <a:t>, and 3 pointers/indices: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L_next</a:t>
            </a:r>
            <a:r>
              <a:rPr lang="en-US" sz="2000" dirty="0"/>
              <a:t>: the smallest “unmerged” thing on the left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R_next</a:t>
            </a:r>
            <a:r>
              <a:rPr lang="en-US" sz="2000" dirty="0"/>
              <a:t>: the smallest “unmerged” thing on the right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M_next</a:t>
            </a:r>
            <a:r>
              <a:rPr lang="en-US" sz="2000" dirty="0"/>
              <a:t>: where the next smallest thing goes in the merged array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073BD5-9BD6-6F1A-701B-4FB3D2049E9F}"/>
              </a:ext>
            </a:extLst>
          </p:cNvPr>
          <p:cNvSpPr txBox="1"/>
          <p:nvPr/>
        </p:nvSpPr>
        <p:spPr>
          <a:xfrm>
            <a:off x="1" y="6046003"/>
            <a:ext cx="695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One-by-one: put the smallest of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L_next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/>
              <a:t>and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R_next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/>
              <a:t>into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M_next</a:t>
            </a:r>
            <a:r>
              <a:rPr lang="en-US" sz="2000" dirty="0"/>
              <a:t>, then advance both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M_next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dirty="0"/>
              <a:t>and whichever of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L/R </a:t>
            </a:r>
            <a:r>
              <a:rPr lang="en-US" sz="2000" dirty="0"/>
              <a:t>was used.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B7AA52C-E646-4B31-BD8E-9CF7BDC7D86E}"/>
                  </a:ext>
                </a:extLst>
              </p14:cNvPr>
              <p14:cNvContentPartPr/>
              <p14:nvPr/>
            </p14:nvContentPartPr>
            <p14:xfrm>
              <a:off x="2427480" y="1846080"/>
              <a:ext cx="5874840" cy="2529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B7AA52C-E646-4B31-BD8E-9CF7BDC7D86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18120" y="1836720"/>
                <a:ext cx="5893560" cy="254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9188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1F74-162D-4500-A8B7-B49A379D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A96E2-1227-4225-8791-5FB9A27DA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1120"/>
            <a:ext cx="10972800" cy="5516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void mergesort(</a:t>
            </a:r>
            <a:r>
              <a:rPr lang="en-US" dirty="0" err="1"/>
              <a:t>myArray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ms_helper</a:t>
            </a:r>
            <a:r>
              <a:rPr lang="en-US" dirty="0"/>
              <a:t>(</a:t>
            </a:r>
            <a:r>
              <a:rPr lang="en-US" dirty="0" err="1"/>
              <a:t>myArray</a:t>
            </a:r>
            <a:r>
              <a:rPr lang="en-US" dirty="0"/>
              <a:t>, 0, </a:t>
            </a:r>
            <a:r>
              <a:rPr lang="en-US" dirty="0" err="1"/>
              <a:t>myArray.length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mshelper</a:t>
            </a:r>
            <a:r>
              <a:rPr lang="en-US" dirty="0"/>
              <a:t>(</a:t>
            </a:r>
            <a:r>
              <a:rPr lang="en-US" dirty="0" err="1"/>
              <a:t>myArray</a:t>
            </a:r>
            <a:r>
              <a:rPr lang="en-US" dirty="0"/>
              <a:t>, low, high){</a:t>
            </a:r>
          </a:p>
          <a:p>
            <a:pPr marL="0" indent="0">
              <a:buNone/>
            </a:pPr>
            <a:r>
              <a:rPr lang="en-US" dirty="0"/>
              <a:t>	if (low == high){return;}  // Base Case</a:t>
            </a:r>
          </a:p>
          <a:p>
            <a:pPr marL="0" indent="0">
              <a:buNone/>
            </a:pPr>
            <a:r>
              <a:rPr lang="en-US" dirty="0"/>
              <a:t>	mid = (</a:t>
            </a:r>
            <a:r>
              <a:rPr lang="en-US" dirty="0" err="1"/>
              <a:t>low+high</a:t>
            </a:r>
            <a:r>
              <a:rPr lang="en-US" dirty="0"/>
              <a:t>)/2;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ms_helper</a:t>
            </a:r>
            <a:r>
              <a:rPr lang="en-US" dirty="0"/>
              <a:t>(low, mid);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ms_helper</a:t>
            </a:r>
            <a:r>
              <a:rPr lang="en-US" dirty="0"/>
              <a:t>(mid+1, high);</a:t>
            </a:r>
          </a:p>
          <a:p>
            <a:pPr marL="0" indent="0">
              <a:buNone/>
            </a:pPr>
            <a:r>
              <a:rPr lang="en-US" dirty="0"/>
              <a:t>	merge(</a:t>
            </a:r>
            <a:r>
              <a:rPr lang="en-US" dirty="0" err="1"/>
              <a:t>myArray</a:t>
            </a:r>
            <a:r>
              <a:rPr lang="en-US" dirty="0"/>
              <a:t>, low, mid, high);	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27835-8A41-4D7F-A2BA-C58F37B18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73CAF94-7C14-CC8E-540A-5A1B5622D6A2}"/>
                  </a:ext>
                </a:extLst>
              </p14:cNvPr>
              <p14:cNvContentPartPr/>
              <p14:nvPr/>
            </p14:nvContentPartPr>
            <p14:xfrm>
              <a:off x="1355040" y="3030840"/>
              <a:ext cx="5512680" cy="2829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73CAF94-7C14-CC8E-540A-5A1B5622D6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5680" y="3021480"/>
                <a:ext cx="5531400" cy="284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2721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55B0-6D93-98AC-8022-6107AB6DD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56235"/>
            <a:ext cx="10515600" cy="1325563"/>
          </a:xfrm>
        </p:spPr>
        <p:txBody>
          <a:bodyPr/>
          <a:lstStyle/>
          <a:p>
            <a:r>
              <a:rPr lang="en-US" dirty="0"/>
              <a:t>Merge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FCFEC-8CB0-8275-D534-1D938B3AD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9280"/>
            <a:ext cx="10515600" cy="62687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void merge(</a:t>
            </a:r>
            <a:r>
              <a:rPr lang="en-US" dirty="0" err="1"/>
              <a:t>myArray</a:t>
            </a:r>
            <a:r>
              <a:rPr lang="en-US" dirty="0"/>
              <a:t>, low, mid, high){</a:t>
            </a:r>
          </a:p>
          <a:p>
            <a:pPr marL="0" indent="0">
              <a:buNone/>
            </a:pPr>
            <a:r>
              <a:rPr lang="en-US" dirty="0"/>
              <a:t>	merged = new int[high-low+1]; // or whatever type is in </a:t>
            </a:r>
            <a:r>
              <a:rPr lang="en-US" dirty="0" err="1"/>
              <a:t>myArray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l_next</a:t>
            </a:r>
            <a:r>
              <a:rPr lang="en-US" dirty="0"/>
              <a:t> = low;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r_next</a:t>
            </a:r>
            <a:r>
              <a:rPr lang="en-US" dirty="0"/>
              <a:t> = high;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m_next</a:t>
            </a:r>
            <a:r>
              <a:rPr lang="en-US" dirty="0"/>
              <a:t> = 0;</a:t>
            </a:r>
          </a:p>
          <a:p>
            <a:pPr marL="0" indent="0">
              <a:buNone/>
            </a:pPr>
            <a:r>
              <a:rPr lang="en-US" dirty="0"/>
              <a:t>	while (</a:t>
            </a:r>
            <a:r>
              <a:rPr lang="en-US" dirty="0" err="1"/>
              <a:t>l_next</a:t>
            </a:r>
            <a:r>
              <a:rPr lang="en-US" dirty="0"/>
              <a:t> &lt;= mid &amp;&amp; </a:t>
            </a:r>
            <a:r>
              <a:rPr lang="en-US" dirty="0" err="1"/>
              <a:t>r_next</a:t>
            </a:r>
            <a:r>
              <a:rPr lang="en-US" dirty="0"/>
              <a:t> &lt;= high){</a:t>
            </a:r>
          </a:p>
          <a:p>
            <a:pPr marL="0" indent="0">
              <a:buNone/>
            </a:pPr>
            <a:r>
              <a:rPr lang="en-US" dirty="0"/>
              <a:t>		if (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l_next</a:t>
            </a:r>
            <a:r>
              <a:rPr lang="en-US" dirty="0"/>
              <a:t>] &lt;=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r_next</a:t>
            </a:r>
            <a:r>
              <a:rPr lang="en-US" dirty="0"/>
              <a:t>]){</a:t>
            </a:r>
          </a:p>
          <a:p>
            <a:pPr marL="0" indent="0">
              <a:buNone/>
            </a:pPr>
            <a:r>
              <a:rPr lang="en-US" dirty="0"/>
              <a:t>			merged[</a:t>
            </a:r>
            <a:r>
              <a:rPr lang="en-US" dirty="0" err="1"/>
              <a:t>m_next</a:t>
            </a:r>
            <a:r>
              <a:rPr lang="en-US" dirty="0"/>
              <a:t>++] 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l_next</a:t>
            </a:r>
            <a:r>
              <a:rPr lang="en-US" dirty="0"/>
              <a:t>++];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	else{</a:t>
            </a:r>
          </a:p>
          <a:p>
            <a:pPr marL="0" indent="0">
              <a:buNone/>
            </a:pPr>
            <a:r>
              <a:rPr lang="en-US" dirty="0"/>
              <a:t>			merged[</a:t>
            </a:r>
            <a:r>
              <a:rPr lang="en-US" dirty="0" err="1"/>
              <a:t>m_next</a:t>
            </a:r>
            <a:r>
              <a:rPr lang="en-US" dirty="0"/>
              <a:t>++] 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r_next</a:t>
            </a:r>
            <a:r>
              <a:rPr lang="en-US" dirty="0"/>
              <a:t>++];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while (</a:t>
            </a:r>
            <a:r>
              <a:rPr lang="en-US" dirty="0" err="1"/>
              <a:t>l_next</a:t>
            </a:r>
            <a:r>
              <a:rPr lang="en-US" dirty="0"/>
              <a:t> &lt;= mid){ merged[</a:t>
            </a:r>
            <a:r>
              <a:rPr lang="en-US" dirty="0" err="1"/>
              <a:t>m_next</a:t>
            </a:r>
            <a:r>
              <a:rPr lang="en-US" dirty="0"/>
              <a:t>++] 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l_next</a:t>
            </a:r>
            <a:r>
              <a:rPr lang="en-US" dirty="0"/>
              <a:t>++]; }</a:t>
            </a:r>
          </a:p>
          <a:p>
            <a:pPr marL="0" indent="0">
              <a:buNone/>
            </a:pPr>
            <a:r>
              <a:rPr lang="en-US" dirty="0"/>
              <a:t>	while (</a:t>
            </a:r>
            <a:r>
              <a:rPr lang="en-US" dirty="0" err="1"/>
              <a:t>r_next</a:t>
            </a:r>
            <a:r>
              <a:rPr lang="en-US" dirty="0"/>
              <a:t> &lt;= high){  merged[</a:t>
            </a:r>
            <a:r>
              <a:rPr lang="en-US" dirty="0" err="1"/>
              <a:t>m_next</a:t>
            </a:r>
            <a:r>
              <a:rPr lang="en-US" dirty="0"/>
              <a:t>++] =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r_next</a:t>
            </a:r>
            <a:r>
              <a:rPr lang="en-US" dirty="0"/>
              <a:t>++]; } </a:t>
            </a:r>
          </a:p>
          <a:p>
            <a:pPr marL="0" indent="0">
              <a:buNone/>
            </a:pPr>
            <a:r>
              <a:rPr lang="en-US" dirty="0"/>
              <a:t>	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&lt;=</a:t>
            </a:r>
            <a:r>
              <a:rPr lang="en-US" dirty="0" err="1"/>
              <a:t>merged.length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++){ </a:t>
            </a:r>
            <a:r>
              <a:rPr lang="en-US" dirty="0" err="1"/>
              <a:t>myArray</a:t>
            </a:r>
            <a:r>
              <a:rPr lang="en-US" dirty="0"/>
              <a:t>[</a:t>
            </a:r>
            <a:r>
              <a:rPr lang="en-US" dirty="0" err="1"/>
              <a:t>i+low</a:t>
            </a:r>
            <a:r>
              <a:rPr lang="en-US" dirty="0"/>
              <a:t>] = merged[</a:t>
            </a:r>
            <a:r>
              <a:rPr lang="en-US" dirty="0" err="1"/>
              <a:t>i</a:t>
            </a:r>
            <a:r>
              <a:rPr lang="en-US" dirty="0"/>
              <a:t>];}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F47CD3-124B-B329-ACA8-E53D69178C0F}"/>
                  </a:ext>
                </a:extLst>
              </p14:cNvPr>
              <p14:cNvContentPartPr/>
              <p14:nvPr/>
            </p14:nvContentPartPr>
            <p14:xfrm>
              <a:off x="817200" y="872640"/>
              <a:ext cx="1177200" cy="5364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F47CD3-124B-B329-ACA8-E53D69178C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7840" y="863280"/>
                <a:ext cx="1195920" cy="538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0148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10972800" cy="5105399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Identify time required to Divide and Combine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Identify all subproblems and their sizes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Use recurrence relation to express recursive running time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Solve and express running time asymptotically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>
                  <a:spcBef>
                    <a:spcPts val="648"/>
                  </a:spcBef>
                </a:pPr>
                <a:r>
                  <a:rPr lang="en-US" b="1" dirty="0">
                    <a:solidFill>
                      <a:srgbClr val="0070C0"/>
                    </a:solidFill>
                  </a:rPr>
                  <a:t>Divide</a:t>
                </a:r>
                <a:r>
                  <a:rPr lang="en-US" b="1" dirty="0"/>
                  <a:t>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comparisons </a:t>
                </a:r>
              </a:p>
              <a:p>
                <a:pPr>
                  <a:spcBef>
                    <a:spcPts val="648"/>
                  </a:spcBef>
                </a:pPr>
                <a:r>
                  <a:rPr lang="en-US" b="1" dirty="0">
                    <a:solidFill>
                      <a:srgbClr val="0070C0"/>
                    </a:solidFill>
                  </a:rPr>
                  <a:t>Conquer</a:t>
                </a:r>
                <a:r>
                  <a:rPr lang="en-US" b="1" dirty="0"/>
                  <a:t>: </a:t>
                </a:r>
                <a:r>
                  <a:rPr lang="en-US" dirty="0"/>
                  <a:t>recursively sort two lists of size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b="1" dirty="0"/>
              </a:p>
              <a:p>
                <a:pPr>
                  <a:spcBef>
                    <a:spcPts val="648"/>
                  </a:spcBef>
                </a:pPr>
                <a:r>
                  <a:rPr lang="en-US" b="1" dirty="0">
                    <a:solidFill>
                      <a:srgbClr val="0070C0"/>
                    </a:solidFill>
                  </a:rPr>
                  <a:t>Combine</a:t>
                </a:r>
                <a:r>
                  <a:rPr lang="en-US" b="1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comparisons</a:t>
                </a:r>
              </a:p>
              <a:p>
                <a:pPr>
                  <a:spcBef>
                    <a:spcPts val="648"/>
                  </a:spcBef>
                </a:pPr>
                <a:r>
                  <a:rPr lang="en-US" b="1" dirty="0"/>
                  <a:t>Recurrence: </a:t>
                </a:r>
                <a:endParaRPr lang="en-US" b="0" i="1" dirty="0">
                  <a:latin typeface="Cambria Math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	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10972800" cy="5105399"/>
              </a:xfrm>
              <a:blipFill>
                <a:blip r:embed="rId2"/>
                <a:stretch>
                  <a:fillRect l="-1000" t="-2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1EEF7-A61B-43A8-8DFB-C2332B28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DBBA6F5-D5F7-1BD9-6AA3-35E60E63FF1F}"/>
                  </a:ext>
                </a:extLst>
              </p14:cNvPr>
              <p14:cNvContentPartPr/>
              <p14:nvPr/>
            </p14:nvContentPartPr>
            <p14:xfrm>
              <a:off x="2083320" y="5758920"/>
              <a:ext cx="2274120" cy="606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DBBA6F5-D5F7-1BD9-6AA3-35E60E63FF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73960" y="5749560"/>
                <a:ext cx="2292840" cy="62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5696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r>
                      <a:rPr lang="en-US" sz="2600" i="1" dirty="0">
                        <a:solidFill>
                          <a:schemeClr val="accent1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comparisons /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492443"/>
              </a:xfrm>
              <a:prstGeom prst="rect">
                <a:avLst/>
              </a:prstGeom>
              <a:blipFill>
                <a:blip r:embed="rId2"/>
                <a:stretch>
                  <a:fillRect t="-15000" b="-325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229600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6579" b="-157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154390" cy="72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r>
                        <a:rPr lang="en-US" sz="2400" i="1"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/>
                        </a:rPr>
                        <m:t> )+</m:t>
                      </m:r>
                      <m:r>
                        <a:rPr lang="en-US" sz="2400" i="1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154390" cy="722442"/>
              </a:xfrm>
              <a:prstGeom prst="rect">
                <a:avLst/>
              </a:prstGeom>
              <a:blipFill>
                <a:blip r:embed="rId5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7143432" y="5686778"/>
                <a:ext cx="3563091" cy="9723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/>
                            </a:rPr>
                            <m:t>𝑖</m:t>
                          </m:r>
                          <m:r>
                            <a:rPr lang="en-US" sz="20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e>
                      </m:nary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𝑛</m:t>
                      </m:r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432" y="5686778"/>
                <a:ext cx="3563091" cy="972317"/>
              </a:xfrm>
              <a:prstGeom prst="rect">
                <a:avLst/>
              </a:prstGeom>
              <a:blipFill>
                <a:blip r:embed="rId6"/>
                <a:stretch>
                  <a:fillRect t="-96104" b="-150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745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74590" cy="564898"/>
              </a:xfrm>
              <a:prstGeom prst="rect">
                <a:avLst/>
              </a:prstGeom>
              <a:blipFill>
                <a:blip r:embed="rId1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74590" cy="564898"/>
              </a:xfrm>
              <a:prstGeom prst="rect">
                <a:avLst/>
              </a:prstGeom>
              <a:blipFill>
                <a:blip r:embed="rId1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74590" cy="564898"/>
              </a:xfrm>
              <a:prstGeom prst="rect">
                <a:avLst/>
              </a:prstGeom>
              <a:blipFill>
                <a:blip r:embed="rId1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74590" cy="564898"/>
              </a:xfrm>
              <a:prstGeom prst="rect">
                <a:avLst/>
              </a:prstGeom>
              <a:blipFill>
                <a:blip r:embed="rId20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74590" cy="564898"/>
              </a:xfrm>
              <a:prstGeom prst="rect">
                <a:avLst/>
              </a:prstGeom>
              <a:blipFill>
                <a:blip r:embed="rId2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74590" cy="564898"/>
              </a:xfrm>
              <a:prstGeom prst="rect">
                <a:avLst/>
              </a:prstGeom>
              <a:blipFill>
                <a:blip r:embed="rId19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27463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94101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</p:spTree>
    <p:extLst>
      <p:ext uri="{BB962C8B-B14F-4D97-AF65-F5344CB8AC3E}">
        <p14:creationId xmlns:p14="http://schemas.microsoft.com/office/powerpoint/2010/main" val="9937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  <p:bldP spid="43" grpId="0"/>
      <p:bldP spid="44" grpId="0" animBg="1"/>
      <p:bldP spid="46" grpId="0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 animBg="1"/>
      <p:bldP spid="58" grpId="0" animBg="1"/>
      <p:bldP spid="59" grpId="0" animBg="1"/>
      <p:bldP spid="60" grpId="0"/>
      <p:bldP spid="61" grpId="0" animBg="1"/>
      <p:bldP spid="62" grpId="0" animBg="1"/>
      <p:bldP spid="63" grpId="0" animBg="1"/>
      <p:bldP spid="64" grpId="0"/>
      <p:bldP spid="66" grpId="0"/>
      <p:bldP spid="67" grpId="0"/>
      <p:bldP spid="68" grpId="0"/>
      <p:bldP spid="70" grpId="0"/>
      <p:bldP spid="71" grpId="0"/>
      <p:bldP spid="72" grpId="0"/>
      <p:bldP spid="74" grpId="0"/>
      <p:bldP spid="75" grpId="0"/>
      <p:bldP spid="77" grpId="0"/>
      <p:bldP spid="78" grpId="0"/>
      <p:bldP spid="80" grpId="0"/>
      <p:bldP spid="8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E5336-958B-F73C-23DD-A712A1D03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EBF59-DF2A-6E9B-261C-F8C2142E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 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895523-78E6-BC2B-D426-8B9B63399B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Worst case running time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In place: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pPr lvl="1"/>
                <a:r>
                  <a:rPr lang="en-US" dirty="0"/>
                  <a:t>We need a second array to merge into</a:t>
                </a:r>
              </a:p>
              <a:p>
                <a:r>
                  <a:rPr lang="en-US" dirty="0"/>
                  <a:t>Adaptive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pPr lvl="1"/>
                <a:r>
                  <a:rPr lang="en-US" dirty="0"/>
                  <a:t>Running time is the same regardless of original list’s order</a:t>
                </a:r>
              </a:p>
              <a:p>
                <a:r>
                  <a:rPr lang="en-US" dirty="0"/>
                  <a:t>Online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pPr lvl="1"/>
                <a:r>
                  <a:rPr lang="en-US" dirty="0"/>
                  <a:t>We need all elements before we can divide</a:t>
                </a:r>
              </a:p>
              <a:p>
                <a:r>
                  <a:rPr lang="en-US" dirty="0"/>
                  <a:t>Stable</a:t>
                </a:r>
              </a:p>
              <a:p>
                <a:pPr lvl="1"/>
                <a:r>
                  <a:rPr lang="en-US" dirty="0"/>
                  <a:t>YES!</a:t>
                </a:r>
              </a:p>
              <a:p>
                <a:pPr lvl="1"/>
                <a:r>
                  <a:rPr lang="en-US" dirty="0"/>
                  <a:t>When merging, and there’s a tie, choose the element from the left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895523-78E6-BC2B-D426-8B9B63399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72722CE-D001-DB75-4E88-BED52AF3BCA1}"/>
                  </a:ext>
                </a:extLst>
              </p14:cNvPr>
              <p14:cNvContentPartPr/>
              <p14:nvPr/>
            </p14:nvContentPartPr>
            <p14:xfrm>
              <a:off x="420840" y="2216520"/>
              <a:ext cx="2427840" cy="3432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72722CE-D001-DB75-4E88-BED52AF3BC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480" y="2207160"/>
                <a:ext cx="2446560" cy="345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9524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Like </a:t>
                </a:r>
                <a:r>
                  <a:rPr lang="en-US" b="0" dirty="0" err="1"/>
                  <a:t>Mergesort</a:t>
                </a:r>
                <a:r>
                  <a:rPr lang="en-US" b="0" dirty="0"/>
                  <a:t>:</a:t>
                </a:r>
              </a:p>
              <a:p>
                <a:pPr lvl="1"/>
                <a:r>
                  <a:rPr lang="en-US" dirty="0"/>
                  <a:t>Divide and conquer</a:t>
                </a:r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run time (kind of…)</a:t>
                </a:r>
              </a:p>
              <a:p>
                <a:r>
                  <a:rPr lang="en-US" dirty="0"/>
                  <a:t>Unlike </a:t>
                </a:r>
                <a:r>
                  <a:rPr lang="en-US" dirty="0" err="1"/>
                  <a:t>Mergesort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Divide step is the “hard” part</a:t>
                </a:r>
              </a:p>
              <a:p>
                <a:pPr lvl="1"/>
                <a:r>
                  <a:rPr lang="en-US" i="1" dirty="0"/>
                  <a:t>Typically</a:t>
                </a:r>
                <a:r>
                  <a:rPr lang="en-US" dirty="0"/>
                  <a:t> faster than </a:t>
                </a:r>
                <a:r>
                  <a:rPr lang="en-US" dirty="0" err="1"/>
                  <a:t>Mergesort</a:t>
                </a:r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B9866A6-C7E0-0420-4522-86AD66892788}"/>
                  </a:ext>
                </a:extLst>
              </p14:cNvPr>
              <p14:cNvContentPartPr/>
              <p14:nvPr/>
            </p14:nvContentPartPr>
            <p14:xfrm>
              <a:off x="1656000" y="2556360"/>
              <a:ext cx="2473920" cy="624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B9866A6-C7E0-0420-4522-86AD668927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6640" y="2547000"/>
                <a:ext cx="2492640" cy="64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491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Idea: pick a </a:t>
                </a:r>
                <a:r>
                  <a:rPr lang="en-US" dirty="0">
                    <a:solidFill>
                      <a:srgbClr val="FF33CC"/>
                    </a:solidFill>
                  </a:rPr>
                  <a:t>pivot </a:t>
                </a:r>
                <a:r>
                  <a:rPr lang="en-US" dirty="0"/>
                  <a:t>element, recursively sort two </a:t>
                </a:r>
                <a:r>
                  <a:rPr lang="en-US" dirty="0" err="1"/>
                  <a:t>sublists</a:t>
                </a:r>
                <a:r>
                  <a:rPr lang="en-US" dirty="0"/>
                  <a:t> around that element</a:t>
                </a: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Divide: </a:t>
                </a:r>
                <a:r>
                  <a:rPr lang="en-US" dirty="0"/>
                  <a:t>select </a:t>
                </a:r>
                <a:r>
                  <a:rPr lang="en-US" dirty="0">
                    <a:solidFill>
                      <a:srgbClr val="FF33CC"/>
                    </a:solidFill>
                  </a:rPr>
                  <a:t>pivot </a:t>
                </a:r>
                <a:r>
                  <a:rPr lang="en-US" dirty="0"/>
                  <a:t>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solidFill>
                      <a:srgbClr val="FF33CC"/>
                    </a:solidFill>
                  </a:rPr>
                  <a:t>Partition(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FF33CC"/>
                    </a:solidFill>
                  </a:rPr>
                  <a:t>)</a:t>
                </a: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Conquer: </a:t>
                </a:r>
                <a:r>
                  <a:rPr lang="en-US" dirty="0"/>
                  <a:t>recursively sort left and right </a:t>
                </a:r>
                <a:r>
                  <a:rPr lang="en-US" dirty="0" err="1"/>
                  <a:t>sublists</a:t>
                </a:r>
                <a:endParaRPr lang="en-US" dirty="0"/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Combine: </a:t>
                </a:r>
                <a:r>
                  <a:rPr lang="en-US" dirty="0"/>
                  <a:t>Nothing!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9237505-8C1B-6BAA-FADE-D53068B06644}"/>
                  </a:ext>
                </a:extLst>
              </p14:cNvPr>
              <p14:cNvContentPartPr/>
              <p14:nvPr/>
            </p14:nvContentPartPr>
            <p14:xfrm>
              <a:off x="1213560" y="2926800"/>
              <a:ext cx="6827760" cy="1611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9237505-8C1B-6BAA-FADE-D53068B066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4200" y="2917440"/>
                <a:ext cx="6846480" cy="162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3612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 (Divide step)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5000" y="1970964"/>
                <a:ext cx="6019800" cy="685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Given: a list, </a:t>
                </a:r>
                <a:r>
                  <a:rPr lang="en-US" dirty="0">
                    <a:solidFill>
                      <a:srgbClr val="FF33CC"/>
                    </a:solidFill>
                  </a:rPr>
                  <a:t>a pivot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endParaRPr lang="en-US" dirty="0">
                  <a:solidFill>
                    <a:srgbClr val="FF33CC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0" y="1970964"/>
                <a:ext cx="6019800" cy="685800"/>
              </a:xfrm>
              <a:blipFill>
                <a:blip r:embed="rId2"/>
                <a:stretch>
                  <a:fillRect l="-2526" t="-4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09800" y="3048000"/>
            <a:ext cx="533400" cy="533400"/>
          </a:xfrm>
          <a:prstGeom prst="rect">
            <a:avLst/>
          </a:prstGeom>
          <a:solidFill>
            <a:srgbClr val="FF3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7169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569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969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7938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11338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4738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8707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12107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5507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9476" y="3048000"/>
            <a:ext cx="533400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/>
              <p:cNvSpPr txBox="1">
                <a:spLocks/>
              </p:cNvSpPr>
              <p:nvPr/>
            </p:nvSpPr>
            <p:spPr>
              <a:xfrm>
                <a:off x="1941394" y="4724400"/>
                <a:ext cx="7659806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Goal: All elements</a:t>
                </a:r>
                <a:r>
                  <a:rPr lang="en-US" dirty="0">
                    <a:solidFill>
                      <a:srgbClr val="FFCC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C000"/>
                        </a:solidFill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C00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on left, all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on right</a:t>
                </a:r>
                <a:endParaRPr lang="en-US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1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394" y="4724400"/>
                <a:ext cx="7659806" cy="685800"/>
              </a:xfrm>
              <a:prstGeom prst="rect">
                <a:avLst/>
              </a:prstGeom>
              <a:blipFill>
                <a:blip r:embed="rId3"/>
                <a:stretch>
                  <a:fillRect l="-1821" t="-11111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ontent Placeholder 2"/>
          <p:cNvSpPr txBox="1">
            <a:spLocks/>
          </p:cNvSpPr>
          <p:nvPr/>
        </p:nvSpPr>
        <p:spPr>
          <a:xfrm>
            <a:off x="1905000" y="2362200"/>
            <a:ext cx="60198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Start: unordered list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09800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77169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569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969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77938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1338" y="5410200"/>
            <a:ext cx="533400" cy="5334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4738" y="5410200"/>
            <a:ext cx="533400" cy="533400"/>
          </a:xfrm>
          <a:prstGeom prst="rect">
            <a:avLst/>
          </a:prstGeom>
          <a:solidFill>
            <a:srgbClr val="FF3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8707" y="5410200"/>
            <a:ext cx="533400" cy="5334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12107" y="5410200"/>
            <a:ext cx="533400" cy="5334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5507" y="5410200"/>
            <a:ext cx="533400" cy="5334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9476" y="5410200"/>
            <a:ext cx="533400" cy="5334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8747246-85FA-CFD8-05B1-C48C8638C39C}"/>
                  </a:ext>
                </a:extLst>
              </p14:cNvPr>
              <p14:cNvContentPartPr/>
              <p14:nvPr/>
            </p14:nvContentPartPr>
            <p14:xfrm>
              <a:off x="1911240" y="2841120"/>
              <a:ext cx="4240440" cy="3383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8747246-85FA-CFD8-05B1-C48C8638C3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01880" y="2831760"/>
                <a:ext cx="4259160" cy="340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6780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293" y="0"/>
            <a:ext cx="10515600" cy="1325563"/>
          </a:xfrm>
        </p:spPr>
        <p:txBody>
          <a:bodyPr/>
          <a:lstStyle/>
          <a:p>
            <a:r>
              <a:rPr lang="en-US" dirty="0"/>
              <a:t>Partition, Procedure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22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2969524" y="2743200"/>
            <a:ext cx="6403076" cy="533400"/>
            <a:chOff x="1445524" y="2895600"/>
            <a:chExt cx="6403076" cy="533400"/>
          </a:xfrm>
        </p:grpSpPr>
        <p:sp>
          <p:nvSpPr>
            <p:cNvPr id="5" name="Rectangle 4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17" name="Down Arrow 16"/>
          <p:cNvSpPr/>
          <p:nvPr/>
        </p:nvSpPr>
        <p:spPr>
          <a:xfrm>
            <a:off x="3636274" y="2324100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>
            <a:off x="8972550" y="2328649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0" indent="0">
                  <a:buNone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0" indent="0">
                  <a:buNone/>
                </a:pPr>
                <a:r>
                  <a:rPr lang="en-US" dirty="0"/>
                  <a:t>Done when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  <a:blipFill>
                <a:blip r:embed="rId2"/>
                <a:stretch>
                  <a:fillRect l="-1634" t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2971513" y="3843551"/>
            <a:ext cx="6403076" cy="533400"/>
            <a:chOff x="1445524" y="2895600"/>
            <a:chExt cx="6403076" cy="533400"/>
          </a:xfrm>
        </p:grpSpPr>
        <p:sp>
          <p:nvSpPr>
            <p:cNvPr id="22" name="Rectangle 21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34" name="Down Arrow 33"/>
          <p:cNvSpPr/>
          <p:nvPr/>
        </p:nvSpPr>
        <p:spPr>
          <a:xfrm>
            <a:off x="4170243" y="3462551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/>
          <p:cNvSpPr/>
          <p:nvPr/>
        </p:nvSpPr>
        <p:spPr>
          <a:xfrm>
            <a:off x="8974539" y="342900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/>
          <p:cNvGrpSpPr/>
          <p:nvPr/>
        </p:nvGrpSpPr>
        <p:grpSpPr>
          <a:xfrm>
            <a:off x="2990563" y="4910351"/>
            <a:ext cx="6403076" cy="533400"/>
            <a:chOff x="1445524" y="2895600"/>
            <a:chExt cx="6403076" cy="533400"/>
          </a:xfrm>
        </p:grpSpPr>
        <p:sp>
          <p:nvSpPr>
            <p:cNvPr id="37" name="Rectangle 36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sp>
        <p:nvSpPr>
          <p:cNvPr id="49" name="Down Arrow 48"/>
          <p:cNvSpPr/>
          <p:nvPr/>
        </p:nvSpPr>
        <p:spPr>
          <a:xfrm>
            <a:off x="5237043" y="4544706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own Arrow 49"/>
          <p:cNvSpPr/>
          <p:nvPr/>
        </p:nvSpPr>
        <p:spPr>
          <a:xfrm>
            <a:off x="8993589" y="449580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/>
          <p:cNvGrpSpPr/>
          <p:nvPr/>
        </p:nvGrpSpPr>
        <p:grpSpPr>
          <a:xfrm>
            <a:off x="2969524" y="6073824"/>
            <a:ext cx="6403076" cy="533400"/>
            <a:chOff x="1445524" y="2895600"/>
            <a:chExt cx="6403076" cy="533400"/>
          </a:xfrm>
        </p:grpSpPr>
        <p:sp>
          <p:nvSpPr>
            <p:cNvPr id="52" name="Rectangle 51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64" name="Down Arrow 63"/>
          <p:cNvSpPr/>
          <p:nvPr/>
        </p:nvSpPr>
        <p:spPr>
          <a:xfrm>
            <a:off x="5216004" y="5708179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Down Arrow 64"/>
          <p:cNvSpPr/>
          <p:nvPr/>
        </p:nvSpPr>
        <p:spPr>
          <a:xfrm>
            <a:off x="8459620" y="5692824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E4F791-9B3B-6E95-775F-E082FEAA7176}"/>
                  </a:ext>
                </a:extLst>
              </p14:cNvPr>
              <p14:cNvContentPartPr/>
              <p14:nvPr/>
            </p14:nvContentPartPr>
            <p14:xfrm>
              <a:off x="3361320" y="2057400"/>
              <a:ext cx="6111720" cy="738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E4F791-9B3B-6E95-775F-E082FEAA71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1960" y="2048040"/>
                <a:ext cx="6130440" cy="75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387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49" grpId="0" animBg="1"/>
      <p:bldP spid="50" grpId="0" animBg="1"/>
      <p:bldP spid="64" grpId="0" animBg="1"/>
      <p:bldP spid="6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23</a:t>
            </a:fld>
            <a:endParaRPr lang="en-US"/>
          </a:p>
        </p:txBody>
      </p:sp>
      <p:grpSp>
        <p:nvGrpSpPr>
          <p:cNvPr id="51" name="Group 50"/>
          <p:cNvGrpSpPr/>
          <p:nvPr/>
        </p:nvGrpSpPr>
        <p:grpSpPr>
          <a:xfrm>
            <a:off x="2649938" y="2667000"/>
            <a:ext cx="6403076" cy="533400"/>
            <a:chOff x="1445524" y="2895600"/>
            <a:chExt cx="6403076" cy="533400"/>
          </a:xfrm>
        </p:grpSpPr>
        <p:sp>
          <p:nvSpPr>
            <p:cNvPr id="52" name="Rectangle 51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64" name="Down Arrow 63"/>
          <p:cNvSpPr/>
          <p:nvPr/>
        </p:nvSpPr>
        <p:spPr>
          <a:xfrm>
            <a:off x="4896418" y="2301355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Down Arrow 64"/>
          <p:cNvSpPr/>
          <p:nvPr/>
        </p:nvSpPr>
        <p:spPr>
          <a:xfrm>
            <a:off x="8140034" y="228600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/>
          <p:cNvGrpSpPr/>
          <p:nvPr/>
        </p:nvGrpSpPr>
        <p:grpSpPr>
          <a:xfrm>
            <a:off x="2649938" y="3758821"/>
            <a:ext cx="6403076" cy="533400"/>
            <a:chOff x="1445524" y="2895600"/>
            <a:chExt cx="6403076" cy="533400"/>
          </a:xfrm>
        </p:grpSpPr>
        <p:sp>
          <p:nvSpPr>
            <p:cNvPr id="67" name="Rectangle 66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79" name="Down Arrow 78"/>
          <p:cNvSpPr/>
          <p:nvPr/>
        </p:nvSpPr>
        <p:spPr>
          <a:xfrm>
            <a:off x="4896418" y="3393176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Down Arrow 79"/>
          <p:cNvSpPr/>
          <p:nvPr/>
        </p:nvSpPr>
        <p:spPr>
          <a:xfrm>
            <a:off x="7585595" y="3377821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/>
          <p:cNvGrpSpPr/>
          <p:nvPr/>
        </p:nvGrpSpPr>
        <p:grpSpPr>
          <a:xfrm>
            <a:off x="2649938" y="4825621"/>
            <a:ext cx="6403076" cy="533400"/>
            <a:chOff x="1445524" y="2895600"/>
            <a:chExt cx="6403076" cy="533400"/>
          </a:xfrm>
        </p:grpSpPr>
        <p:sp>
          <p:nvSpPr>
            <p:cNvPr id="82" name="Rectangle 81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94" name="Down Arrow 93"/>
          <p:cNvSpPr/>
          <p:nvPr/>
        </p:nvSpPr>
        <p:spPr>
          <a:xfrm>
            <a:off x="4896418" y="4459976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Down Arrow 94"/>
          <p:cNvSpPr/>
          <p:nvPr/>
        </p:nvSpPr>
        <p:spPr>
          <a:xfrm>
            <a:off x="7585595" y="4459976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/>
          <p:cNvGrpSpPr/>
          <p:nvPr/>
        </p:nvGrpSpPr>
        <p:grpSpPr>
          <a:xfrm>
            <a:off x="2649938" y="5867400"/>
            <a:ext cx="6403076" cy="533400"/>
            <a:chOff x="1445524" y="2895600"/>
            <a:chExt cx="6403076" cy="533400"/>
          </a:xfrm>
        </p:grpSpPr>
        <p:sp>
          <p:nvSpPr>
            <p:cNvPr id="97" name="Rectangle 96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09" name="Down Arrow 108"/>
          <p:cNvSpPr/>
          <p:nvPr/>
        </p:nvSpPr>
        <p:spPr>
          <a:xfrm>
            <a:off x="5451426" y="5485831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Down Arrow 109"/>
          <p:cNvSpPr/>
          <p:nvPr/>
        </p:nvSpPr>
        <p:spPr>
          <a:xfrm>
            <a:off x="7585595" y="5485831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Content Placeholder 2"/>
              <p:cNvSpPr txBox="1">
                <a:spLocks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0" indent="0">
                  <a:buNone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0" indent="0">
                  <a:buNone/>
                </a:pPr>
                <a:r>
                  <a:rPr lang="en-US" dirty="0"/>
                  <a:t>Done when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</a:p>
            </p:txBody>
          </p:sp>
        </mc:Choice>
        <mc:Fallback xmlns="">
          <p:sp>
            <p:nvSpPr>
              <p:cNvPr id="11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  <a:blipFill>
                <a:blip r:embed="rId2"/>
                <a:stretch>
                  <a:fillRect l="-1634" t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4C0086E7-8C2F-FA6D-FBEB-411A8519EB2F}"/>
              </a:ext>
            </a:extLst>
          </p:cNvPr>
          <p:cNvSpPr txBox="1">
            <a:spLocks/>
          </p:cNvSpPr>
          <p:nvPr/>
        </p:nvSpPr>
        <p:spPr>
          <a:xfrm>
            <a:off x="379293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Partition, Procedure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85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94" grpId="0" animBg="1"/>
      <p:bldP spid="95" grpId="0" animBg="1"/>
      <p:bldP spid="109" grpId="0" animBg="1"/>
      <p:bldP spid="1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grpSp>
        <p:nvGrpSpPr>
          <p:cNvPr id="164" name="Group 163"/>
          <p:cNvGrpSpPr/>
          <p:nvPr/>
        </p:nvGrpSpPr>
        <p:grpSpPr>
          <a:xfrm>
            <a:off x="2649938" y="2827930"/>
            <a:ext cx="6403076" cy="533400"/>
            <a:chOff x="1445524" y="2895600"/>
            <a:chExt cx="6403076" cy="533400"/>
          </a:xfrm>
        </p:grpSpPr>
        <p:sp>
          <p:nvSpPr>
            <p:cNvPr id="165" name="Rectangle 164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77" name="Down Arrow 176"/>
          <p:cNvSpPr/>
          <p:nvPr/>
        </p:nvSpPr>
        <p:spPr>
          <a:xfrm>
            <a:off x="6400227" y="2441812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Down Arrow 177"/>
          <p:cNvSpPr/>
          <p:nvPr/>
        </p:nvSpPr>
        <p:spPr>
          <a:xfrm>
            <a:off x="6526186" y="244693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Content Placeholder 2"/>
              <p:cNvSpPr txBox="1">
                <a:spLocks/>
              </p:cNvSpPr>
              <p:nvPr/>
            </p:nvSpPr>
            <p:spPr>
              <a:xfrm>
                <a:off x="2057400" y="3813412"/>
                <a:ext cx="8257182" cy="12300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Case 1: meet at element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FFC000"/>
                        </a:solidFill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C000"/>
                        </a:solidFill>
                        <a:latin typeface="Cambria Math"/>
                      </a:rPr>
                      <m:t>𝑝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	</a:t>
                </a:r>
                <a:r>
                  <a:rPr lang="en-US" dirty="0"/>
                  <a:t>Swap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>
                    <a:solidFill>
                      <a:srgbClr val="FFC000"/>
                    </a:solidFill>
                  </a:rPr>
                  <a:t>pointer position </a:t>
                </a:r>
                <a:r>
                  <a:rPr lang="en-US" dirty="0"/>
                  <a:t>(2 in this case)</a:t>
                </a:r>
              </a:p>
            </p:txBody>
          </p:sp>
        </mc:Choice>
        <mc:Fallback xmlns="">
          <p:sp>
            <p:nvSpPr>
              <p:cNvPr id="17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3813412"/>
                <a:ext cx="8257182" cy="1230004"/>
              </a:xfrm>
              <a:prstGeom prst="rect">
                <a:avLst/>
              </a:prstGeom>
              <a:blipFill>
                <a:blip r:embed="rId2"/>
                <a:stretch>
                  <a:fillRect l="-1536" t="-6186" b="-4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0" name="Group 179"/>
          <p:cNvGrpSpPr/>
          <p:nvPr/>
        </p:nvGrpSpPr>
        <p:grpSpPr>
          <a:xfrm>
            <a:off x="2639420" y="5334000"/>
            <a:ext cx="6403076" cy="533400"/>
            <a:chOff x="1445524" y="2895600"/>
            <a:chExt cx="6403076" cy="533400"/>
          </a:xfrm>
        </p:grpSpPr>
        <p:sp>
          <p:nvSpPr>
            <p:cNvPr id="181" name="Rectangle 180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93" name="Down Arrow 192"/>
          <p:cNvSpPr/>
          <p:nvPr/>
        </p:nvSpPr>
        <p:spPr>
          <a:xfrm>
            <a:off x="6416723" y="4947882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Down Arrow 193"/>
          <p:cNvSpPr/>
          <p:nvPr/>
        </p:nvSpPr>
        <p:spPr>
          <a:xfrm>
            <a:off x="6542682" y="4953000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/>
              <p:cNvSpPr txBox="1">
                <a:spLocks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0" indent="0">
                  <a:buNone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0" indent="0">
                  <a:buNone/>
                </a:pPr>
                <a:r>
                  <a:rPr lang="en-US" dirty="0"/>
                  <a:t>Done when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</a:p>
            </p:txBody>
          </p:sp>
        </mc:Choice>
        <mc:Fallback xmlns="">
          <p:sp>
            <p:nvSpPr>
              <p:cNvPr id="3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  <a:blipFill>
                <a:blip r:embed="rId3"/>
                <a:stretch>
                  <a:fillRect l="-1634" t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D196EAA-752A-A93B-2999-105C81B29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93" y="0"/>
            <a:ext cx="10515600" cy="1325563"/>
          </a:xfrm>
        </p:spPr>
        <p:txBody>
          <a:bodyPr/>
          <a:lstStyle/>
          <a:p>
            <a:r>
              <a:rPr lang="en-US" dirty="0"/>
              <a:t>Partition, Procedure</a:t>
            </a:r>
          </a:p>
        </p:txBody>
      </p:sp>
    </p:spTree>
    <p:extLst>
      <p:ext uri="{BB962C8B-B14F-4D97-AF65-F5344CB8AC3E}">
        <p14:creationId xmlns:p14="http://schemas.microsoft.com/office/powerpoint/2010/main" val="319611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/>
      <p:bldP spid="193" grpId="0" animBg="1"/>
      <p:bldP spid="19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p:grpSp>
        <p:nvGrpSpPr>
          <p:cNvPr id="164" name="Group 163"/>
          <p:cNvGrpSpPr/>
          <p:nvPr/>
        </p:nvGrpSpPr>
        <p:grpSpPr>
          <a:xfrm>
            <a:off x="2649938" y="2824518"/>
            <a:ext cx="6403076" cy="533400"/>
            <a:chOff x="1445524" y="2895600"/>
            <a:chExt cx="6403076" cy="533400"/>
          </a:xfrm>
        </p:grpSpPr>
        <p:sp>
          <p:nvSpPr>
            <p:cNvPr id="165" name="Rectangle 164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77" name="Down Arrow 176"/>
          <p:cNvSpPr/>
          <p:nvPr/>
        </p:nvSpPr>
        <p:spPr>
          <a:xfrm>
            <a:off x="6926236" y="2438400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Down Arrow 177"/>
          <p:cNvSpPr/>
          <p:nvPr/>
        </p:nvSpPr>
        <p:spPr>
          <a:xfrm>
            <a:off x="7052195" y="2443518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Content Placeholder 2"/>
              <p:cNvSpPr txBox="1">
                <a:spLocks/>
              </p:cNvSpPr>
              <p:nvPr/>
            </p:nvSpPr>
            <p:spPr>
              <a:xfrm>
                <a:off x="2057400" y="3810000"/>
                <a:ext cx="8257182" cy="12300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Case 2: meet at element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	</a:t>
                </a:r>
                <a:r>
                  <a:rPr lang="en-US" dirty="0"/>
                  <a:t>Swap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>
                    <a:solidFill>
                      <a:srgbClr val="FFC000"/>
                    </a:solidFill>
                  </a:rPr>
                  <a:t>value to the left </a:t>
                </a:r>
                <a:r>
                  <a:rPr lang="en-US" dirty="0"/>
                  <a:t>(2 in this case)</a:t>
                </a:r>
              </a:p>
            </p:txBody>
          </p:sp>
        </mc:Choice>
        <mc:Fallback xmlns="">
          <p:sp>
            <p:nvSpPr>
              <p:cNvPr id="17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3810000"/>
                <a:ext cx="8257182" cy="1230004"/>
              </a:xfrm>
              <a:prstGeom prst="rect">
                <a:avLst/>
              </a:prstGeom>
              <a:blipFill>
                <a:blip r:embed="rId2"/>
                <a:stretch>
                  <a:fillRect l="-1536" t="-6186" b="-3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0" name="Group 179"/>
          <p:cNvGrpSpPr/>
          <p:nvPr/>
        </p:nvGrpSpPr>
        <p:grpSpPr>
          <a:xfrm>
            <a:off x="2639420" y="5330588"/>
            <a:ext cx="6403076" cy="533400"/>
            <a:chOff x="1445524" y="2895600"/>
            <a:chExt cx="6403076" cy="533400"/>
          </a:xfrm>
        </p:grpSpPr>
        <p:sp>
          <p:nvSpPr>
            <p:cNvPr id="181" name="Rectangle 180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93" name="Down Arrow 192"/>
          <p:cNvSpPr/>
          <p:nvPr/>
        </p:nvSpPr>
        <p:spPr>
          <a:xfrm>
            <a:off x="6915718" y="4944470"/>
            <a:ext cx="266700" cy="3810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Down Arrow 193"/>
          <p:cNvSpPr/>
          <p:nvPr/>
        </p:nvSpPr>
        <p:spPr>
          <a:xfrm>
            <a:off x="7041677" y="4949588"/>
            <a:ext cx="266700" cy="3810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/>
              <p:cNvSpPr txBox="1">
                <a:spLocks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0" indent="0">
                  <a:buNone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0" indent="0">
                  <a:buNone/>
                </a:pPr>
                <a:r>
                  <a:rPr lang="en-US" dirty="0"/>
                  <a:t>Done when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</a:p>
            </p:txBody>
          </p:sp>
        </mc:Choice>
        <mc:Fallback xmlns="">
          <p:sp>
            <p:nvSpPr>
              <p:cNvPr id="3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093" y="990600"/>
                <a:ext cx="7774109" cy="1572904"/>
              </a:xfrm>
              <a:prstGeom prst="rect">
                <a:avLst/>
              </a:prstGeom>
              <a:blipFill>
                <a:blip r:embed="rId3"/>
                <a:stretch>
                  <a:fillRect l="-1634" t="-5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FDFDB077-B10F-EDCC-4F41-BD481BF34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93" y="0"/>
            <a:ext cx="10515600" cy="1325563"/>
          </a:xfrm>
        </p:spPr>
        <p:txBody>
          <a:bodyPr/>
          <a:lstStyle/>
          <a:p>
            <a:r>
              <a:rPr lang="en-US" dirty="0"/>
              <a:t>Partition, Procedure</a:t>
            </a:r>
          </a:p>
        </p:txBody>
      </p:sp>
    </p:spTree>
    <p:extLst>
      <p:ext uri="{BB962C8B-B14F-4D97-AF65-F5344CB8AC3E}">
        <p14:creationId xmlns:p14="http://schemas.microsoft.com/office/powerpoint/2010/main" val="396964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/>
      <p:bldP spid="193" grpId="0" animBg="1"/>
      <p:bldP spid="19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Put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FF33CC"/>
                    </a:solidFill>
                  </a:rPr>
                  <a:t> </a:t>
                </a:r>
                <a:r>
                  <a:rPr lang="en-US" dirty="0"/>
                  <a:t>at beginning of list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Put a pointer (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) just after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and a pointer (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) at the end of the list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While </a:t>
                </a:r>
                <a:r>
                  <a:rPr lang="en-US" dirty="0">
                    <a:solidFill>
                      <a:srgbClr val="FFC000"/>
                    </a:solidFill>
                  </a:rPr>
                  <a:t>Begin </a:t>
                </a:r>
                <a:r>
                  <a:rPr lang="en-US" dirty="0"/>
                  <a:t>&lt; </a:t>
                </a:r>
                <a:r>
                  <a:rPr lang="en-US" dirty="0">
                    <a:solidFill>
                      <a:srgbClr val="0070C0"/>
                    </a:solidFill>
                  </a:rPr>
                  <a:t>End: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&lt; </m:t>
                    </m:r>
                    <m:r>
                      <a:rPr lang="en-US" i="1" dirty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, move</a:t>
                </a:r>
                <a:r>
                  <a:rPr lang="en-US" dirty="0">
                    <a:solidFill>
                      <a:srgbClr val="FFC000"/>
                    </a:solidFill>
                  </a:rPr>
                  <a:t> Begin</a:t>
                </a:r>
                <a:r>
                  <a:rPr lang="en-US" dirty="0"/>
                  <a:t> right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US" dirty="0"/>
                  <a:t>Else swap </a:t>
                </a:r>
                <a:r>
                  <a:rPr lang="en-US" dirty="0">
                    <a:solidFill>
                      <a:srgbClr val="FFC000"/>
                    </a:solidFill>
                  </a:rPr>
                  <a:t>Begin</a:t>
                </a:r>
                <a:r>
                  <a:rPr lang="en-US" dirty="0"/>
                  <a:t> value with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value, move </a:t>
                </a:r>
                <a:r>
                  <a:rPr lang="en-US" dirty="0">
                    <a:solidFill>
                      <a:srgbClr val="0070C0"/>
                    </a:solidFill>
                  </a:rPr>
                  <a:t>End</a:t>
                </a:r>
                <a:r>
                  <a:rPr lang="en-US" dirty="0"/>
                  <a:t> Left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pointers meet at element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FFC000"/>
                        </a:solidFill>
                        <a:latin typeface="Cambria Math"/>
                      </a:rPr>
                      <m:t>&lt;</m:t>
                    </m:r>
                    <m:r>
                      <a:rPr lang="en-US" i="1" dirty="0">
                        <a:solidFill>
                          <a:srgbClr val="FFC00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: Swap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>
                    <a:solidFill>
                      <a:srgbClr val="FFC000"/>
                    </a:solidFill>
                  </a:rPr>
                  <a:t>pointer position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Else If pointers meet at element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: </a:t>
                </a:r>
                <a:r>
                  <a:rPr lang="en-US" dirty="0"/>
                  <a:t>Swap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33CC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>
                    <a:solidFill>
                      <a:srgbClr val="FFC000"/>
                    </a:solidFill>
                  </a:rPr>
                  <a:t>value to the left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153400" y="6015693"/>
            <a:ext cx="1673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Run time?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982200" y="6015693"/>
                <a:ext cx="10283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6015693"/>
                <a:ext cx="1028358" cy="523220"/>
              </a:xfrm>
              <a:prstGeom prst="rect">
                <a:avLst/>
              </a:prstGeom>
              <a:blipFill>
                <a:blip r:embed="rId3"/>
                <a:stretch>
                  <a:fillRect r="-2439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875A0D4-DD19-ED74-C18B-7469C971C129}"/>
                  </a:ext>
                </a:extLst>
              </p14:cNvPr>
              <p14:cNvContentPartPr/>
              <p14:nvPr/>
            </p14:nvContentPartPr>
            <p14:xfrm>
              <a:off x="479160" y="1542960"/>
              <a:ext cx="931680" cy="3744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875A0D4-DD19-ED74-C18B-7469C971C1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9800" y="1533600"/>
                <a:ext cx="950400" cy="376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349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Conquer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2514600" y="5229710"/>
            <a:ext cx="8229600" cy="68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Recursively sort </a:t>
            </a:r>
            <a:r>
              <a:rPr lang="en-US" dirty="0">
                <a:solidFill>
                  <a:srgbClr val="FFC000"/>
                </a:solidFill>
              </a:rPr>
              <a:t>Left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Right</a:t>
            </a:r>
            <a:r>
              <a:rPr lang="en-US" dirty="0"/>
              <a:t> </a:t>
            </a:r>
            <a:r>
              <a:rPr lang="en-US" dirty="0" err="1"/>
              <a:t>sublists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27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04910" y="1447800"/>
            <a:ext cx="6403076" cy="533400"/>
            <a:chOff x="1445524" y="2895600"/>
            <a:chExt cx="6403076" cy="533400"/>
          </a:xfrm>
        </p:grpSpPr>
        <p:sp>
          <p:nvSpPr>
            <p:cNvPr id="6" name="Rectangle 5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sp>
        <p:nvSpPr>
          <p:cNvPr id="18" name="Right Brace 17"/>
          <p:cNvSpPr/>
          <p:nvPr/>
        </p:nvSpPr>
        <p:spPr>
          <a:xfrm rot="5400000">
            <a:off x="4246480" y="339634"/>
            <a:ext cx="451798" cy="3734939"/>
          </a:xfrm>
          <a:prstGeom prst="rightBrac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76618" y="2433000"/>
                <a:ext cx="26434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All elements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/>
                      </a:rPr>
                      <m:t>&lt;</m:t>
                    </m:r>
                    <m:r>
                      <a:rPr lang="en-US" sz="2800" i="1" dirty="0">
                        <a:latin typeface="Cambria Math"/>
                      </a:rPr>
                      <m:t>𝑝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618" y="2433000"/>
                <a:ext cx="2643481" cy="523220"/>
              </a:xfrm>
              <a:prstGeom prst="rect">
                <a:avLst/>
              </a:prstGeom>
              <a:blipFill>
                <a:blip r:embed="rId2"/>
                <a:stretch>
                  <a:fillRect l="-4306" t="-14634" b="-29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/>
          <p:cNvSpPr/>
          <p:nvPr/>
        </p:nvSpPr>
        <p:spPr>
          <a:xfrm rot="5400000">
            <a:off x="7720885" y="1145894"/>
            <a:ext cx="451797" cy="2122410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885579" y="2354868"/>
                <a:ext cx="264348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All elements </a:t>
                </a:r>
                <a14:m>
                  <m:oMath xmlns:m="http://schemas.openxmlformats.org/officeDocument/2006/math">
                    <m:r>
                      <a:rPr lang="en-US" sz="2800" dirty="0">
                        <a:latin typeface="Cambria Math"/>
                      </a:rPr>
                      <m:t>&gt;</m:t>
                    </m:r>
                    <m:r>
                      <a:rPr lang="en-US" sz="2800" i="1" dirty="0">
                        <a:latin typeface="Cambria Math"/>
                      </a:rPr>
                      <m:t>𝑝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579" y="2354868"/>
                <a:ext cx="2643481" cy="523220"/>
              </a:xfrm>
              <a:prstGeom prst="rect">
                <a:avLst/>
              </a:prstGeom>
              <a:blipFill>
                <a:blip r:embed="rId3"/>
                <a:stretch>
                  <a:fillRect l="-4306" t="-9302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4742915" y="3264090"/>
            <a:ext cx="3818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Exactly where it belongs!</a:t>
            </a:r>
          </a:p>
        </p:txBody>
      </p:sp>
      <p:cxnSp>
        <p:nvCxnSpPr>
          <p:cNvPr id="24" name="Straight Arrow Connector 23"/>
          <p:cNvCxnSpPr>
            <a:stCxn id="22" idx="0"/>
            <a:endCxn id="13" idx="2"/>
          </p:cNvCxnSpPr>
          <p:nvPr/>
        </p:nvCxnSpPr>
        <p:spPr>
          <a:xfrm flipH="1" flipV="1">
            <a:off x="6606548" y="1981200"/>
            <a:ext cx="45704" cy="1282890"/>
          </a:xfrm>
          <a:prstGeom prst="straightConnector1">
            <a:avLst/>
          </a:prstGeom>
          <a:ln w="38100">
            <a:solidFill>
              <a:srgbClr val="FF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821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Run Time (Best)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43434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Then we divide in half each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19228" y="2438400"/>
            <a:ext cx="6403076" cy="533400"/>
            <a:chOff x="1445524" y="2895600"/>
            <a:chExt cx="6403076" cy="533400"/>
          </a:xfrm>
        </p:grpSpPr>
        <p:sp>
          <p:nvSpPr>
            <p:cNvPr id="6" name="Rectangle 5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619228" y="3581400"/>
            <a:ext cx="6403076" cy="533400"/>
            <a:chOff x="1445524" y="2895600"/>
            <a:chExt cx="6403076" cy="533400"/>
          </a:xfrm>
        </p:grpSpPr>
        <p:sp>
          <p:nvSpPr>
            <p:cNvPr id="19" name="Rectangle 18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FF99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=2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  <a:blipFill>
                <a:blip r:embed="rId2"/>
                <a:stretch>
                  <a:fillRect b="-3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ontent Placeholder 2"/>
          <p:cNvSpPr txBox="1">
            <a:spLocks/>
          </p:cNvSpPr>
          <p:nvPr/>
        </p:nvSpPr>
        <p:spPr>
          <a:xfrm>
            <a:off x="2133600" y="1752601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the </a:t>
            </a:r>
            <a:r>
              <a:rPr lang="en-US" dirty="0">
                <a:solidFill>
                  <a:srgbClr val="FF33CC"/>
                </a:solidFill>
              </a:rPr>
              <a:t>pivot</a:t>
            </a:r>
            <a:r>
              <a:rPr lang="en-US" dirty="0"/>
              <a:t> is always the median: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func>
                        <m:func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func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6ED5724-E87C-E94F-E9B3-DF8B46B8DFCD}"/>
                  </a:ext>
                </a:extLst>
              </p14:cNvPr>
              <p14:cNvContentPartPr/>
              <p14:nvPr/>
            </p14:nvContentPartPr>
            <p14:xfrm>
              <a:off x="2596320" y="1794240"/>
              <a:ext cx="6434280" cy="15004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6ED5724-E87C-E94F-E9B3-DF8B46B8DF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86960" y="1784880"/>
                <a:ext cx="6453000" cy="151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659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Run Time (Worst)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9366" y="43053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Then we shorten by 1 each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19228" y="2438400"/>
            <a:ext cx="6403076" cy="533400"/>
            <a:chOff x="1445524" y="2895600"/>
            <a:chExt cx="6403076" cy="533400"/>
          </a:xfrm>
        </p:grpSpPr>
        <p:sp>
          <p:nvSpPr>
            <p:cNvPr id="6" name="Rectangle 5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619228" y="3581400"/>
            <a:ext cx="6403076" cy="533400"/>
            <a:chOff x="1445524" y="2895600"/>
            <a:chExt cx="6403076" cy="533400"/>
          </a:xfrm>
        </p:grpSpPr>
        <p:sp>
          <p:nvSpPr>
            <p:cNvPr id="19" name="Rectangle 18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99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ontent Placeholder 2"/>
          <p:cNvSpPr txBox="1">
            <a:spLocks/>
          </p:cNvSpPr>
          <p:nvPr/>
        </p:nvSpPr>
        <p:spPr>
          <a:xfrm>
            <a:off x="2133600" y="1752601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the pivot is always at the extreme: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614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Run Time (Worst)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971531" y="12954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1295400"/>
                <a:ext cx="822960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4419602" y="5105400"/>
                <a:ext cx="3429001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2" y="5105400"/>
                <a:ext cx="3429001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Box 41"/>
              <p:cNvSpPr txBox="1">
                <a:spLocks noChangeArrowheads="1"/>
              </p:cNvSpPr>
              <p:nvPr/>
            </p:nvSpPr>
            <p:spPr bwMode="auto">
              <a:xfrm>
                <a:off x="1913274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274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Box 41"/>
              <p:cNvSpPr txBox="1">
                <a:spLocks noChangeArrowheads="1"/>
              </p:cNvSpPr>
              <p:nvPr/>
            </p:nvSpPr>
            <p:spPr bwMode="auto">
              <a:xfrm>
                <a:off x="1913274" y="3006229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𝑛</m:t>
                      </m:r>
                      <m:r>
                        <a:rPr lang="en-US" sz="2800" i="1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274" y="3006229"/>
                <a:ext cx="1333500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/>
          <p:cNvSpPr/>
          <p:nvPr/>
        </p:nvSpPr>
        <p:spPr>
          <a:xfrm rot="16200000">
            <a:off x="2208366" y="4104544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2217572" y="4863723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7572" y="4863723"/>
                <a:ext cx="71663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/>
          <p:cNvCxnSpPr>
            <a:stCxn id="35" idx="2"/>
            <a:endCxn id="37" idx="0"/>
          </p:cNvCxnSpPr>
          <p:nvPr/>
        </p:nvCxnSpPr>
        <p:spPr>
          <a:xfrm>
            <a:off x="2580024" y="2590803"/>
            <a:ext cx="0" cy="415429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 Box 41"/>
              <p:cNvSpPr txBox="1">
                <a:spLocks noChangeArrowheads="1"/>
              </p:cNvSpPr>
              <p:nvPr/>
            </p:nvSpPr>
            <p:spPr bwMode="auto">
              <a:xfrm>
                <a:off x="1905000" y="3888355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𝑛</m:t>
                      </m:r>
                      <m:r>
                        <a:rPr lang="en-US" sz="2800" i="1"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3888355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/>
          <p:cNvCxnSpPr>
            <a:stCxn id="37" idx="2"/>
            <a:endCxn id="68" idx="0"/>
          </p:cNvCxnSpPr>
          <p:nvPr/>
        </p:nvCxnSpPr>
        <p:spPr>
          <a:xfrm flipH="1">
            <a:off x="2571750" y="3463429"/>
            <a:ext cx="8274" cy="42492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3201144" y="1981200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144" y="1981200"/>
                <a:ext cx="3745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3238500" y="2898184"/>
                <a:ext cx="778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2898184"/>
                <a:ext cx="77854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3238500" y="3747623"/>
                <a:ext cx="7785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−2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3747623"/>
                <a:ext cx="77854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3180176" y="4722991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0176" y="4722991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ight Brace 75"/>
          <p:cNvSpPr/>
          <p:nvPr/>
        </p:nvSpPr>
        <p:spPr>
          <a:xfrm>
            <a:off x="3810000" y="1981200"/>
            <a:ext cx="533400" cy="35052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ontent Placeholder 2"/>
              <p:cNvSpPr txBox="1">
                <a:spLocks/>
              </p:cNvSpPr>
              <p:nvPr/>
            </p:nvSpPr>
            <p:spPr>
              <a:xfrm>
                <a:off x="4326343" y="3390900"/>
                <a:ext cx="5373617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=1+2+3+…+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343" y="3390900"/>
                <a:ext cx="5373617" cy="6858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ontent Placeholder 2"/>
              <p:cNvSpPr txBox="1">
                <a:spLocks/>
              </p:cNvSpPr>
              <p:nvPr/>
            </p:nvSpPr>
            <p:spPr>
              <a:xfrm>
                <a:off x="3617986" y="4002655"/>
                <a:ext cx="5373617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8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986" y="4002655"/>
                <a:ext cx="5373617" cy="685800"/>
              </a:xfrm>
              <a:prstGeom prst="rect">
                <a:avLst/>
              </a:prstGeom>
              <a:blipFill>
                <a:blip r:embed="rId13"/>
                <a:stretch>
                  <a:fillRect b="-4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51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 animBg="1"/>
      <p:bldP spid="37" grpId="0" animBg="1"/>
      <p:bldP spid="43" grpId="0"/>
      <p:bldP spid="48" grpId="0" animBg="1"/>
      <p:bldP spid="68" grpId="0" animBg="1"/>
      <p:bldP spid="72" grpId="0"/>
      <p:bldP spid="73" grpId="0"/>
      <p:bldP spid="74" grpId="0"/>
      <p:bldP spid="75" grpId="0"/>
      <p:bldP spid="76" grpId="0" animBg="1"/>
      <p:bldP spid="77" grpId="0"/>
      <p:bldP spid="7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Quicksort on a (nearly)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5676" y="4260851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 we shorten by 1 each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619228" y="2438400"/>
            <a:ext cx="6403076" cy="533400"/>
            <a:chOff x="1445524" y="2895600"/>
            <a:chExt cx="6403076" cy="533400"/>
          </a:xfrm>
        </p:grpSpPr>
        <p:sp>
          <p:nvSpPr>
            <p:cNvPr id="6" name="Rectangle 5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619228" y="3581400"/>
            <a:ext cx="6403076" cy="533400"/>
            <a:chOff x="1445524" y="2895600"/>
            <a:chExt cx="6403076" cy="533400"/>
          </a:xfrm>
        </p:grpSpPr>
        <p:sp>
          <p:nvSpPr>
            <p:cNvPr id="19" name="Rectangle 18"/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solidFill>
              <a:srgbClr val="FF99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105400"/>
                <a:ext cx="8229600" cy="685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ontent Placeholder 2"/>
          <p:cNvSpPr txBox="1">
            <a:spLocks/>
          </p:cNvSpPr>
          <p:nvPr/>
        </p:nvSpPr>
        <p:spPr>
          <a:xfrm>
            <a:off x="2133600" y="1752601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First element always yields unbalanced pivot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/>
              <p:cNvSpPr txBox="1">
                <a:spLocks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31" y="5943600"/>
                <a:ext cx="82296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823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makes a good Pivot?</a:t>
            </a:r>
          </a:p>
          <a:p>
            <a:pPr lvl="1"/>
            <a:r>
              <a:rPr lang="en-US" dirty="0"/>
              <a:t>Roughly even split between left and right</a:t>
            </a:r>
          </a:p>
          <a:p>
            <a:pPr lvl="1"/>
            <a:r>
              <a:rPr lang="en-US" dirty="0"/>
              <a:t>Ideally: median</a:t>
            </a:r>
          </a:p>
          <a:p>
            <a:r>
              <a:rPr lang="en-US" dirty="0"/>
              <a:t>There are ways to find the median in linear time, but it’s complicated and slow and you’re better off using </a:t>
            </a:r>
            <a:r>
              <a:rPr lang="en-US" dirty="0" err="1"/>
              <a:t>mergesort</a:t>
            </a:r>
            <a:endParaRPr lang="en-US" dirty="0"/>
          </a:p>
          <a:p>
            <a:r>
              <a:rPr lang="en-US" dirty="0"/>
              <a:t>In Practice:</a:t>
            </a:r>
          </a:p>
          <a:p>
            <a:pPr lvl="1"/>
            <a:r>
              <a:rPr lang="en-US" dirty="0"/>
              <a:t>Pick a random value as a pivot</a:t>
            </a:r>
          </a:p>
          <a:p>
            <a:pPr lvl="1"/>
            <a:r>
              <a:rPr lang="en-US" dirty="0"/>
              <a:t>Pick the middle of 3 random values as the pivot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1DFC655-0ECE-414E-E274-365D99665EF3}"/>
                  </a:ext>
                </a:extLst>
              </p14:cNvPr>
              <p14:cNvContentPartPr/>
              <p14:nvPr/>
            </p14:nvContentPartPr>
            <p14:xfrm>
              <a:off x="2307600" y="2063520"/>
              <a:ext cx="3653640" cy="3389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1DFC655-0ECE-414E-E274-365D99665E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98240" y="2054160"/>
                <a:ext cx="3672360" cy="340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6666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D8608-2504-743C-86F1-72C308611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A42D7-01D6-CE56-F5A1-3744AC657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 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6D3322-3F80-5D45-0053-1B26325A3B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Worst case running time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but “almost always”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practice </a:t>
                </a:r>
              </a:p>
              <a:p>
                <a:pPr lvl="1"/>
                <a:r>
                  <a:rPr lang="en-US" dirty="0"/>
                  <a:t>Better constants than merge sort</a:t>
                </a:r>
              </a:p>
              <a:p>
                <a:r>
                  <a:rPr lang="en-US" dirty="0"/>
                  <a:t>In place:</a:t>
                </a:r>
              </a:p>
              <a:p>
                <a:pPr lvl="1"/>
                <a:r>
                  <a:rPr lang="en-US" dirty="0"/>
                  <a:t>Kinda…</a:t>
                </a:r>
              </a:p>
              <a:p>
                <a:pPr lvl="1"/>
                <a:r>
                  <a:rPr lang="en-US" dirty="0"/>
                  <a:t>We swap within the given array, but do so using recursion, so we need space for the stack frames</a:t>
                </a:r>
              </a:p>
              <a:p>
                <a:pPr lvl="1"/>
                <a:r>
                  <a:rPr lang="en-US" dirty="0"/>
                  <a:t>Different textbooks disagree on whether call-stack space “counts” </a:t>
                </a:r>
              </a:p>
              <a:p>
                <a:r>
                  <a:rPr lang="en-US" dirty="0"/>
                  <a:t>Adaptive</a:t>
                </a:r>
              </a:p>
              <a:p>
                <a:pPr lvl="1"/>
                <a:r>
                  <a:rPr lang="en-US" dirty="0"/>
                  <a:t>NO! </a:t>
                </a:r>
              </a:p>
              <a:p>
                <a:r>
                  <a:rPr lang="en-US" dirty="0"/>
                  <a:t>Online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pPr lvl="1"/>
                <a:r>
                  <a:rPr lang="en-US" dirty="0"/>
                  <a:t>We need all elements before we can divide</a:t>
                </a:r>
              </a:p>
              <a:p>
                <a:r>
                  <a:rPr lang="en-US" dirty="0"/>
                  <a:t>Stable</a:t>
                </a:r>
              </a:p>
              <a:p>
                <a:pPr lvl="1"/>
                <a:r>
                  <a:rPr lang="en-US" dirty="0"/>
                  <a:t>NO!</a:t>
                </a:r>
              </a:p>
              <a:p>
                <a:pPr lvl="1"/>
                <a:r>
                  <a:rPr lang="en-US" dirty="0"/>
                  <a:t>Partition procedure may rearrange tied elements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6D3322-3F80-5D45-0053-1B26325A3B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8D617A-58FB-A20E-75C2-463A34F80660}"/>
                  </a:ext>
                </a:extLst>
              </p14:cNvPr>
              <p14:cNvContentPartPr/>
              <p14:nvPr/>
            </p14:nvContentPartPr>
            <p14:xfrm>
              <a:off x="556200" y="1469520"/>
              <a:ext cx="4437000" cy="4357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8D617A-58FB-A20E-75C2-463A34F806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6840" y="1460160"/>
                <a:ext cx="4455720" cy="437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7902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2805-7B6A-7120-068C-6B36E1969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81986-260B-F5AF-0B69-24B48EC9DC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Recall our definition of the sorting problem:</a:t>
                </a:r>
              </a:p>
              <a:p>
                <a:pPr lvl="1"/>
                <a:r>
                  <a:rPr lang="en-US" dirty="0"/>
                  <a:t>Input:</a:t>
                </a:r>
              </a:p>
              <a:p>
                <a:pPr lvl="2"/>
                <a:r>
                  <a:rPr lang="en-US" dirty="0"/>
                  <a:t>An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of items</a:t>
                </a:r>
              </a:p>
              <a:p>
                <a:pPr lvl="2"/>
                <a:r>
                  <a:rPr lang="en-US" dirty="0"/>
                  <a:t>A comparison function for these items</a:t>
                </a:r>
              </a:p>
              <a:p>
                <a:pPr lvl="3"/>
                <a:r>
                  <a:rPr lang="en-US" dirty="0"/>
                  <a:t>Given two items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we can determine whether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</a:t>
                </a:r>
              </a:p>
              <a:p>
                <a:pPr lvl="2"/>
                <a:r>
                  <a:rPr lang="en-US" dirty="0"/>
                  <a:t>A permutation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such that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Under this definition, it is impossible to write an algorithm faster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asymptotically.</a:t>
                </a:r>
              </a:p>
              <a:p>
                <a:r>
                  <a:rPr lang="en-US" dirty="0"/>
                  <a:t>Observation:</a:t>
                </a:r>
              </a:p>
              <a:p>
                <a:pPr lvl="1"/>
                <a:r>
                  <a:rPr lang="en-US" dirty="0"/>
                  <a:t>Sometimes there might be ways to determine the position of values without comparisons!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81986-260B-F5AF-0B69-24B48EC9D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565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B34BBEB-0F3D-B396-3A82-15EB38D43B3D}"/>
                  </a:ext>
                </a:extLst>
              </p14:cNvPr>
              <p14:cNvContentPartPr/>
              <p14:nvPr/>
            </p14:nvContentPartPr>
            <p14:xfrm>
              <a:off x="7629120" y="3600360"/>
              <a:ext cx="408960" cy="18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B34BBEB-0F3D-B396-3A82-15EB38D43B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19760" y="3591000"/>
                <a:ext cx="427680" cy="3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74051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0443D-CC80-4223-4973-783A2799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“Linear Time” Sorting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058D8-9EE1-AE68-B68A-9A002CD5E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Useable when you are able to make additional assumptions about the contents of your list (beyond the ability to compare)</a:t>
                </a:r>
              </a:p>
              <a:p>
                <a:pPr lvl="1"/>
                <a:r>
                  <a:rPr lang="en-US" dirty="0"/>
                  <a:t>Examples:</a:t>
                </a:r>
              </a:p>
              <a:p>
                <a:pPr lvl="2"/>
                <a:r>
                  <a:rPr lang="en-US" dirty="0"/>
                  <a:t>The list contains only positive integers less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number of distinct values in the list is much smaller than the length of the list</a:t>
                </a:r>
              </a:p>
              <a:p>
                <a:r>
                  <a:rPr lang="en-US" dirty="0"/>
                  <a:t>The running time expression will always have a term other than the list’s length to account for this assumption</a:t>
                </a:r>
              </a:p>
              <a:p>
                <a:pPr lvl="1"/>
                <a:r>
                  <a:rPr lang="en-US" dirty="0"/>
                  <a:t>Examples:</a:t>
                </a:r>
              </a:p>
              <a:p>
                <a:pPr lvl="2"/>
                <a:r>
                  <a:rPr lang="en-US" dirty="0"/>
                  <a:t>Running time might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the range/count of values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058D8-9EE1-AE68-B68A-9A002CD5E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A63C1B0-A960-D815-EC8A-4141F13AF595}"/>
                  </a:ext>
                </a:extLst>
              </p14:cNvPr>
              <p14:cNvContentPartPr/>
              <p14:nvPr/>
            </p14:nvContentPartPr>
            <p14:xfrm>
              <a:off x="3659400" y="3407400"/>
              <a:ext cx="3601440" cy="2109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A63C1B0-A960-D815-EC8A-4141F13AF5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50040" y="3398040"/>
                <a:ext cx="3620160" cy="212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41174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BucketSort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E04AAD-4854-7E00-900E-93F7F0ADE0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Assumes the array contains integers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(or some other small range)</a:t>
                </a:r>
              </a:p>
              <a:p>
                <a:r>
                  <a:rPr lang="en-US" dirty="0"/>
                  <a:t>Idea:</a:t>
                </a:r>
              </a:p>
              <a:p>
                <a:pPr lvl="1"/>
                <a:r>
                  <a:rPr lang="en-US" dirty="0"/>
                  <a:t>Use each value as an index into an array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 the item into the “bucket” at that index (e.g. linked list)</a:t>
                </a:r>
              </a:p>
              <a:p>
                <a:pPr lvl="1"/>
                <a:r>
                  <a:rPr lang="en-US" dirty="0"/>
                  <a:t>Get sorted array by “appending” all the buckets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E04AAD-4854-7E00-900E-93F7F0ADE0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7AF8E09-4807-2868-A48C-6127E71A25DA}"/>
              </a:ext>
            </a:extLst>
          </p:cNvPr>
          <p:cNvGrpSpPr/>
          <p:nvPr/>
        </p:nvGrpSpPr>
        <p:grpSpPr>
          <a:xfrm>
            <a:off x="5029200" y="4971363"/>
            <a:ext cx="2133600" cy="1817195"/>
            <a:chOff x="4876800" y="4493526"/>
            <a:chExt cx="2133600" cy="18171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7195B6B-8F20-1E06-FD24-55448A14BC22}"/>
                </a:ext>
              </a:extLst>
            </p:cNvPr>
            <p:cNvSpPr/>
            <p:nvPr/>
          </p:nvSpPr>
          <p:spPr>
            <a:xfrm>
              <a:off x="6477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  <a:p>
              <a:pPr algn="ctr"/>
              <a:r>
                <a:rPr lang="en-US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CDDC84-F1EE-993E-EAE5-3B0A4221D133}"/>
                </a:ext>
              </a:extLst>
            </p:cNvPr>
            <p:cNvSpPr/>
            <p:nvPr/>
          </p:nvSpPr>
          <p:spPr>
            <a:xfrm>
              <a:off x="59436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BDC5BF-A788-9BB0-473D-1600DF77A3F1}"/>
                </a:ext>
              </a:extLst>
            </p:cNvPr>
            <p:cNvSpPr txBox="1"/>
            <p:nvPr/>
          </p:nvSpPr>
          <p:spPr>
            <a:xfrm>
              <a:off x="49926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D68542-BB28-5946-6762-7C4484D3871E}"/>
                </a:ext>
              </a:extLst>
            </p:cNvPr>
            <p:cNvSpPr txBox="1"/>
            <p:nvPr/>
          </p:nvSpPr>
          <p:spPr>
            <a:xfrm>
              <a:off x="55260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F4183B-2334-683F-82D4-12D377A07121}"/>
                </a:ext>
              </a:extLst>
            </p:cNvPr>
            <p:cNvSpPr txBox="1"/>
            <p:nvPr/>
          </p:nvSpPr>
          <p:spPr>
            <a:xfrm>
              <a:off x="6060026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7C120CA-55FF-AB22-BBE5-BF9068E1A493}"/>
                </a:ext>
              </a:extLst>
            </p:cNvPr>
            <p:cNvSpPr txBox="1"/>
            <p:nvPr/>
          </p:nvSpPr>
          <p:spPr>
            <a:xfrm>
              <a:off x="6569800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FA4C3E8-9EFE-C9A8-7B7A-F47C950A259C}"/>
                </a:ext>
              </a:extLst>
            </p:cNvPr>
            <p:cNvSpPr/>
            <p:nvPr/>
          </p:nvSpPr>
          <p:spPr>
            <a:xfrm>
              <a:off x="5410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  <a:p>
              <a:pPr algn="ctr"/>
              <a:r>
                <a:rPr lang="en-US" dirty="0">
                  <a:solidFill>
                    <a:srgbClr val="FF00FF"/>
                  </a:solidFill>
                </a:rPr>
                <a:t>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62214D-E46D-80EC-D18F-6101DF8377CD}"/>
                </a:ext>
              </a:extLst>
            </p:cNvPr>
            <p:cNvSpPr/>
            <p:nvPr/>
          </p:nvSpPr>
          <p:spPr>
            <a:xfrm>
              <a:off x="48768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rgbClr val="0070C0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rgbClr val="FF00FF"/>
                  </a:solidFill>
                </a:rPr>
                <a:t>0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8D2429C-A2C3-D78D-86E9-11CE8E41D125}"/>
              </a:ext>
            </a:extLst>
          </p:cNvPr>
          <p:cNvGrpSpPr/>
          <p:nvPr/>
        </p:nvGrpSpPr>
        <p:grpSpPr>
          <a:xfrm>
            <a:off x="11911" y="5514575"/>
            <a:ext cx="4386191" cy="365386"/>
            <a:chOff x="1445524" y="2895600"/>
            <a:chExt cx="6403076" cy="533400"/>
          </a:xfrm>
          <a:solidFill>
            <a:schemeClr val="bg1"/>
          </a:solidFill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8991133-53D2-21F2-29C3-E98E7709EE01}"/>
                </a:ext>
              </a:extLst>
            </p:cNvPr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30D66B8-A5F7-07FF-D312-C7AC75751DF1}"/>
                </a:ext>
              </a:extLst>
            </p:cNvPr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E9E219E-11BF-685D-A6D4-EF356E8C2FA7}"/>
                </a:ext>
              </a:extLst>
            </p:cNvPr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D87A812-EAA0-D443-7950-C573364609A0}"/>
                </a:ext>
              </a:extLst>
            </p:cNvPr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0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1707F78-BE73-72CA-F6DC-1515ECE148EE}"/>
                </a:ext>
              </a:extLst>
            </p:cNvPr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61E9614-6CC2-15BD-1F3E-2BE8C9109E3A}"/>
                </a:ext>
              </a:extLst>
            </p:cNvPr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12D61F4-D525-E70B-DDA3-1CA9C95D238A}"/>
                </a:ext>
              </a:extLst>
            </p:cNvPr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9D0A8A3-E471-716C-E1E2-84F388209D08}"/>
                </a:ext>
              </a:extLst>
            </p:cNvPr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1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9E38520-A7FB-159F-9CCA-D3E7AF2DAAAB}"/>
                </a:ext>
              </a:extLst>
            </p:cNvPr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5A47277-D855-F580-7023-1EC9C825E2D6}"/>
                </a:ext>
              </a:extLst>
            </p:cNvPr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71D4AD6-315C-B84D-7071-065DA90CB2D5}"/>
                </a:ext>
              </a:extLst>
            </p:cNvPr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2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60F3EF-76FE-B40C-1312-CAA6D43CD06D}"/>
                </a:ext>
              </a:extLst>
            </p:cNvPr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C37DF3F-683D-C0A4-0917-907B958B84E0}"/>
              </a:ext>
            </a:extLst>
          </p:cNvPr>
          <p:cNvGrpSpPr/>
          <p:nvPr/>
        </p:nvGrpSpPr>
        <p:grpSpPr>
          <a:xfrm>
            <a:off x="7782872" y="5527885"/>
            <a:ext cx="4386191" cy="365386"/>
            <a:chOff x="1445524" y="2895600"/>
            <a:chExt cx="6403076" cy="533400"/>
          </a:xfrm>
          <a:solidFill>
            <a:schemeClr val="bg1"/>
          </a:solidFill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68E7DD3-EF08-978F-A4CC-F110D4874DFC}"/>
                </a:ext>
              </a:extLst>
            </p:cNvPr>
            <p:cNvSpPr/>
            <p:nvPr/>
          </p:nvSpPr>
          <p:spPr>
            <a:xfrm>
              <a:off x="14455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9B22446-6F01-32A0-2BB0-AEAB907E04D5}"/>
                </a:ext>
              </a:extLst>
            </p:cNvPr>
            <p:cNvSpPr/>
            <p:nvPr/>
          </p:nvSpPr>
          <p:spPr>
            <a:xfrm>
              <a:off x="1978924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0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02ABD29-384B-723C-6187-14C726F98BDC}"/>
                </a:ext>
              </a:extLst>
            </p:cNvPr>
            <p:cNvSpPr/>
            <p:nvPr/>
          </p:nvSpPr>
          <p:spPr>
            <a:xfrm>
              <a:off x="25128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0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E9E328F-376B-9281-6918-22FBE538C2AE}"/>
                </a:ext>
              </a:extLst>
            </p:cNvPr>
            <p:cNvSpPr/>
            <p:nvPr/>
          </p:nvSpPr>
          <p:spPr>
            <a:xfrm>
              <a:off x="30462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29300FB-CEAE-D3F3-1EEE-A6D4FA6E9460}"/>
                </a:ext>
              </a:extLst>
            </p:cNvPr>
            <p:cNvSpPr/>
            <p:nvPr/>
          </p:nvSpPr>
          <p:spPr>
            <a:xfrm>
              <a:off x="3579693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B050"/>
                  </a:solidFill>
                </a:rPr>
                <a:t>0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84D1EB2-7C2B-B887-349D-881E6E9E1109}"/>
                </a:ext>
              </a:extLst>
            </p:cNvPr>
            <p:cNvSpPr/>
            <p:nvPr/>
          </p:nvSpPr>
          <p:spPr>
            <a:xfrm>
              <a:off x="41136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1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41EB973-F099-2F63-CFFA-6B4FE1504307}"/>
                </a:ext>
              </a:extLst>
            </p:cNvPr>
            <p:cNvSpPr/>
            <p:nvPr/>
          </p:nvSpPr>
          <p:spPr>
            <a:xfrm>
              <a:off x="46470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16FC5AC-9509-45B7-F650-CED6211C8830}"/>
                </a:ext>
              </a:extLst>
            </p:cNvPr>
            <p:cNvSpPr/>
            <p:nvPr/>
          </p:nvSpPr>
          <p:spPr>
            <a:xfrm>
              <a:off x="5180462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25304CE-B1AA-C3A7-6873-7110DE44C16E}"/>
                </a:ext>
              </a:extLst>
            </p:cNvPr>
            <p:cNvSpPr/>
            <p:nvPr/>
          </p:nvSpPr>
          <p:spPr>
            <a:xfrm>
              <a:off x="57144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07EFFBC-9B46-C790-EF65-9D92153F102F}"/>
                </a:ext>
              </a:extLst>
            </p:cNvPr>
            <p:cNvSpPr/>
            <p:nvPr/>
          </p:nvSpPr>
          <p:spPr>
            <a:xfrm>
              <a:off x="62478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FF"/>
                  </a:solidFill>
                </a:rPr>
                <a:t>2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624E2DD-4DD7-4825-D30E-BEAB32059351}"/>
                </a:ext>
              </a:extLst>
            </p:cNvPr>
            <p:cNvSpPr/>
            <p:nvPr/>
          </p:nvSpPr>
          <p:spPr>
            <a:xfrm>
              <a:off x="6781231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3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FEDECB3-6B8A-6D9C-D63C-0945F37563C3}"/>
                </a:ext>
              </a:extLst>
            </p:cNvPr>
            <p:cNvSpPr/>
            <p:nvPr/>
          </p:nvSpPr>
          <p:spPr>
            <a:xfrm>
              <a:off x="7315200" y="2895600"/>
              <a:ext cx="533400" cy="5334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3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1DC3E660-9E6E-B53B-EBBB-B31CCC11C4A0}"/>
              </a:ext>
            </a:extLst>
          </p:cNvPr>
          <p:cNvSpPr/>
          <p:nvPr/>
        </p:nvSpPr>
        <p:spPr>
          <a:xfrm>
            <a:off x="4520023" y="5341155"/>
            <a:ext cx="449486" cy="772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13A20324-3B66-FEF7-4AD8-FE7A0460A6BD}"/>
              </a:ext>
            </a:extLst>
          </p:cNvPr>
          <p:cNvSpPr/>
          <p:nvPr/>
        </p:nvSpPr>
        <p:spPr>
          <a:xfrm>
            <a:off x="7219147" y="5404803"/>
            <a:ext cx="449486" cy="772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5FDB45B-63BD-A98A-2E76-74CCF2135A93}"/>
                  </a:ext>
                </a:extLst>
              </p14:cNvPr>
              <p14:cNvContentPartPr/>
              <p14:nvPr/>
            </p14:nvContentPartPr>
            <p14:xfrm>
              <a:off x="239760" y="2005200"/>
              <a:ext cx="9279360" cy="3417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5FDB45B-63BD-A98A-2E76-74CCF2135A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400" y="1995840"/>
                <a:ext cx="9298080" cy="343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13389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691A-165A-A4B2-5211-40C5459F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BucketSort</a:t>
            </a:r>
            <a:r>
              <a:rPr lang="en-US" dirty="0"/>
              <a:t>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Create array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buckets</a:t>
                </a:r>
              </a:p>
              <a:p>
                <a:pPr lvl="1"/>
                <a:r>
                  <a:rPr lang="en-US" dirty="0"/>
                  <a:t>Either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depending on some things…</a:t>
                </a:r>
              </a:p>
              <a:p>
                <a:r>
                  <a:rPr lang="en-US" dirty="0"/>
                  <a:t>Insert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things into buckets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Empty buckets into an array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Overall: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When is this better than </a:t>
                </a:r>
                <a:r>
                  <a:rPr lang="en-US" dirty="0" err="1"/>
                  <a:t>mergesort</a:t>
                </a:r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14DF67-DA68-82C1-2B10-9C3511C76D54}"/>
                  </a:ext>
                </a:extLst>
              </p14:cNvPr>
              <p14:cNvContentPartPr/>
              <p14:nvPr/>
            </p14:nvContentPartPr>
            <p14:xfrm>
              <a:off x="1090800" y="2048040"/>
              <a:ext cx="4526280" cy="3542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14DF67-DA68-82C1-2B10-9C3511C76D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1440" y="2038680"/>
                <a:ext cx="4545000" cy="356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89972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8172-18DF-BF9D-15EE-737B44C9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</a:t>
            </a:r>
            <a:r>
              <a:rPr lang="en-US" dirty="0" err="1"/>
              <a:t>BucketSort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1C77C-A95B-025D-AC30-300859213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In-Place?</a:t>
            </a:r>
          </a:p>
          <a:p>
            <a:pPr lvl="1"/>
            <a:r>
              <a:rPr lang="en-US" dirty="0"/>
              <a:t>No</a:t>
            </a:r>
          </a:p>
          <a:p>
            <a:r>
              <a:rPr lang="en-US" dirty="0"/>
              <a:t>Adaptive?</a:t>
            </a:r>
          </a:p>
          <a:p>
            <a:pPr lvl="1"/>
            <a:r>
              <a:rPr lang="en-US" dirty="0"/>
              <a:t>No</a:t>
            </a:r>
          </a:p>
          <a:p>
            <a:r>
              <a:rPr lang="en-US" dirty="0"/>
              <a:t>Stable?</a:t>
            </a:r>
          </a:p>
          <a:p>
            <a:pPr lvl="1"/>
            <a:r>
              <a:rPr lang="en-US" dirty="0"/>
              <a:t>Yes! </a:t>
            </a:r>
          </a:p>
        </p:txBody>
      </p:sp>
    </p:spTree>
    <p:extLst>
      <p:ext uri="{BB962C8B-B14F-4D97-AF65-F5344CB8AC3E}">
        <p14:creationId xmlns:p14="http://schemas.microsoft.com/office/powerpoint/2010/main" val="30281155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1293363" y="5249289"/>
            <a:ext cx="318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 each element into a “bucket” according to its 1’s place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0506CD8-5A21-1B48-F376-2B0346B1442F}"/>
              </a:ext>
            </a:extLst>
          </p:cNvPr>
          <p:cNvGrpSpPr/>
          <p:nvPr/>
        </p:nvGrpSpPr>
        <p:grpSpPr>
          <a:xfrm>
            <a:off x="503842" y="3666399"/>
            <a:ext cx="8561464" cy="849868"/>
            <a:chOff x="1752600" y="2743200"/>
            <a:chExt cx="8561464" cy="84986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68EBC18-C202-3D7E-B926-33134979DB44}"/>
                </a:ext>
              </a:extLst>
            </p:cNvPr>
            <p:cNvGrpSpPr/>
            <p:nvPr/>
          </p:nvGrpSpPr>
          <p:grpSpPr>
            <a:xfrm>
              <a:off x="1752600" y="2743200"/>
              <a:ext cx="4268338" cy="849868"/>
              <a:chOff x="2361062" y="2743200"/>
              <a:chExt cx="4268338" cy="84986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07EEFA4-C5F7-5449-AE1D-C9DCD31AEE37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B772C34B-AE61-051B-E7C0-BD7A0E92C086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103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FA76D77E-9B08-5B17-CAB0-434AA7692468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801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4E195B0-311A-9164-AE6C-6CC2E9E46C94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401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5E96D355-24F5-F191-E3B1-402061B50FD0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323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1B07A61B-7381-B0A9-3D0B-7C9945E1349D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255</a:t>
                  </a: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FDB9E96C-7F87-6C59-7CAB-3D0C04C4A4B9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823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39CFBAD-84A8-D35F-518F-ACA2E84658C4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999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D65DD80-C4D2-3900-188B-E4A300D3349C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101</a:t>
                  </a:r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35E1F1-0254-0DDD-5734-F8739BDEB8E2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38B4C1-48B3-8D43-57B3-DF798D570F2D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CE153C-97D2-2FDC-4F4B-FEDFBB49AE98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2625EF-4B40-86AC-DBF7-AEC4DBAC7920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C37B8A-61E0-DCA9-F6F9-F99C03E50FC5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1485CC-79A7-5233-BFC5-0C022EE87F6C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272925-512C-C00B-7B35-8DB56343F758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C30E54D-BCBB-11D5-CD6E-F0AA8FE92BDD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CAA4EA5-FE3D-8D40-0A90-42A1D5AC8ECF}"/>
                </a:ext>
              </a:extLst>
            </p:cNvPr>
            <p:cNvGrpSpPr/>
            <p:nvPr/>
          </p:nvGrpSpPr>
          <p:grpSpPr>
            <a:xfrm>
              <a:off x="6020939" y="2743200"/>
              <a:ext cx="4293125" cy="849868"/>
              <a:chOff x="2361062" y="2743200"/>
              <a:chExt cx="4293125" cy="849868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028159C-F314-68E3-297B-5DE73893EACE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A954409E-4BAF-A95F-544D-B8DF8CE93CEE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113</a:t>
                  </a: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245B0D8C-0166-3B37-5CF9-01E6616C1DC7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901</a:t>
                  </a: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D8757A04-74EC-52A0-17F3-20B1DEECB0C4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555</a:t>
                  </a: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9D5D8644-3F22-4B90-4575-591E69E6DD1D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512</a:t>
                  </a: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D0FB66AC-257C-A3A7-72A2-9BAA64032154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245</a:t>
                  </a: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B64146E2-4504-A8F1-99F9-D44753821034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800</a:t>
                  </a:r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24994ADB-06A8-D4BC-7DB5-3CC06E91FA0C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018</a:t>
                  </a:r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A8740905-608B-1F49-6E88-49046DEDE13C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121</a:t>
                  </a: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A4ED3AF-CE5A-B2A9-1793-8C8C2A1B881B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00116F0-E2BC-4A94-3A2F-68B14E3D9D6D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8EB4907-B83A-178C-0854-3A1D1D6D8064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10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29C78F-1BB3-E0F4-23B0-F89C42A85941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11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1155CF0-8F3F-B2B6-B4CE-818EC30457F9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12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ABAEC95-3AA8-1977-949A-53F10027BACC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13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F7C5BDB-74C7-EEA9-FD7A-108150ED3D0B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14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C38C609-4A48-7161-25E6-18F44C5174A4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15</a:t>
                </a:r>
              </a:p>
            </p:txBody>
          </p:sp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4BEB531-3711-E388-CD9E-744269DCB5F9}"/>
              </a:ext>
            </a:extLst>
          </p:cNvPr>
          <p:cNvGrpSpPr/>
          <p:nvPr/>
        </p:nvGrpSpPr>
        <p:grpSpPr>
          <a:xfrm>
            <a:off x="6639080" y="4886764"/>
            <a:ext cx="5334000" cy="1817195"/>
            <a:chOff x="4876800" y="4493526"/>
            <a:chExt cx="5334000" cy="1817195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4D98CC9-1ECA-8EC1-D4F2-F5356BD5D74D}"/>
                </a:ext>
              </a:extLst>
            </p:cNvPr>
            <p:cNvSpPr/>
            <p:nvPr/>
          </p:nvSpPr>
          <p:spPr>
            <a:xfrm>
              <a:off x="96774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A885E00-B68C-F785-3E08-00904AF4E605}"/>
                </a:ext>
              </a:extLst>
            </p:cNvPr>
            <p:cNvSpPr/>
            <p:nvPr/>
          </p:nvSpPr>
          <p:spPr>
            <a:xfrm>
              <a:off x="9144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E53BF7D-9B29-0146-38F4-473D33D31363}"/>
                </a:ext>
              </a:extLst>
            </p:cNvPr>
            <p:cNvSpPr/>
            <p:nvPr/>
          </p:nvSpPr>
          <p:spPr>
            <a:xfrm>
              <a:off x="86106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6DF8AFB-0BE2-6403-A1E2-1E8D871B2345}"/>
                </a:ext>
              </a:extLst>
            </p:cNvPr>
            <p:cNvSpPr/>
            <p:nvPr/>
          </p:nvSpPr>
          <p:spPr>
            <a:xfrm>
              <a:off x="8077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989718A-7D33-FB9B-C348-2CC0497D6E02}"/>
                </a:ext>
              </a:extLst>
            </p:cNvPr>
            <p:cNvSpPr/>
            <p:nvPr/>
          </p:nvSpPr>
          <p:spPr>
            <a:xfrm>
              <a:off x="75438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C242C9B-09A4-6117-C57D-D24450AC01BE}"/>
                </a:ext>
              </a:extLst>
            </p:cNvPr>
            <p:cNvSpPr/>
            <p:nvPr/>
          </p:nvSpPr>
          <p:spPr>
            <a:xfrm>
              <a:off x="70104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15C1621-566D-4D9B-4062-CF55647D2ACB}"/>
                </a:ext>
              </a:extLst>
            </p:cNvPr>
            <p:cNvSpPr/>
            <p:nvPr/>
          </p:nvSpPr>
          <p:spPr>
            <a:xfrm>
              <a:off x="6477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7A6F8BB-D41D-CFC2-3B83-378EB0BEE6B6}"/>
                </a:ext>
              </a:extLst>
            </p:cNvPr>
            <p:cNvSpPr/>
            <p:nvPr/>
          </p:nvSpPr>
          <p:spPr>
            <a:xfrm>
              <a:off x="59436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861BB88-9666-9EB5-3623-B2DCEF4360DA}"/>
                </a:ext>
              </a:extLst>
            </p:cNvPr>
            <p:cNvSpPr txBox="1"/>
            <p:nvPr/>
          </p:nvSpPr>
          <p:spPr>
            <a:xfrm>
              <a:off x="49926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DD2ED4B-3174-CE5F-9623-8FFD23B19965}"/>
                </a:ext>
              </a:extLst>
            </p:cNvPr>
            <p:cNvSpPr txBox="1"/>
            <p:nvPr/>
          </p:nvSpPr>
          <p:spPr>
            <a:xfrm>
              <a:off x="55260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3A5957B-0255-9C64-F7B4-05DAE01FEE43}"/>
                </a:ext>
              </a:extLst>
            </p:cNvPr>
            <p:cNvSpPr txBox="1"/>
            <p:nvPr/>
          </p:nvSpPr>
          <p:spPr>
            <a:xfrm>
              <a:off x="6060026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81CAD29-B3DF-A849-5CE5-4BF69DD53C73}"/>
                </a:ext>
              </a:extLst>
            </p:cNvPr>
            <p:cNvSpPr txBox="1"/>
            <p:nvPr/>
          </p:nvSpPr>
          <p:spPr>
            <a:xfrm>
              <a:off x="6569800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B99E5E6-92D5-F305-7AAD-325721A03303}"/>
                </a:ext>
              </a:extLst>
            </p:cNvPr>
            <p:cNvSpPr txBox="1"/>
            <p:nvPr/>
          </p:nvSpPr>
          <p:spPr>
            <a:xfrm>
              <a:off x="7103200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4D8D65B-6701-8B3A-6DF6-D98B1ED9EBFF}"/>
                </a:ext>
              </a:extLst>
            </p:cNvPr>
            <p:cNvSpPr txBox="1"/>
            <p:nvPr/>
          </p:nvSpPr>
          <p:spPr>
            <a:xfrm>
              <a:off x="7602444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BC08D99-04C9-E62B-494D-3A181488A7AA}"/>
                </a:ext>
              </a:extLst>
            </p:cNvPr>
            <p:cNvSpPr txBox="1"/>
            <p:nvPr/>
          </p:nvSpPr>
          <p:spPr>
            <a:xfrm>
              <a:off x="819419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F614A99-7467-E672-9DB1-AF5A3A8C5BA4}"/>
                </a:ext>
              </a:extLst>
            </p:cNvPr>
            <p:cNvSpPr txBox="1"/>
            <p:nvPr/>
          </p:nvSpPr>
          <p:spPr>
            <a:xfrm>
              <a:off x="8727595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764E1B5-6D75-87C0-89E3-5D3ABC709EDB}"/>
                </a:ext>
              </a:extLst>
            </p:cNvPr>
            <p:cNvSpPr/>
            <p:nvPr/>
          </p:nvSpPr>
          <p:spPr>
            <a:xfrm>
              <a:off x="5410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9EB4A83-5E3A-A769-DCFB-123F8F10F4A7}"/>
                </a:ext>
              </a:extLst>
            </p:cNvPr>
            <p:cNvSpPr/>
            <p:nvPr/>
          </p:nvSpPr>
          <p:spPr>
            <a:xfrm>
              <a:off x="48768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C96E0C1-A550-56EC-FD72-2C4BC9F7C7F9}"/>
                </a:ext>
              </a:extLst>
            </p:cNvPr>
            <p:cNvSpPr txBox="1"/>
            <p:nvPr/>
          </p:nvSpPr>
          <p:spPr>
            <a:xfrm>
              <a:off x="926962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CBA1B4E-2801-0FFF-09AA-4BDE9E2E2705}"/>
                </a:ext>
              </a:extLst>
            </p:cNvPr>
            <p:cNvSpPr txBox="1"/>
            <p:nvPr/>
          </p:nvSpPr>
          <p:spPr>
            <a:xfrm>
              <a:off x="981180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rot="5400000">
            <a:off x="4443829" y="4592010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2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1308984" y="5534047"/>
            <a:ext cx="318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 each element into a “bucket” according to its 10’s place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4BEB531-3711-E388-CD9E-744269DCB5F9}"/>
              </a:ext>
            </a:extLst>
          </p:cNvPr>
          <p:cNvGrpSpPr/>
          <p:nvPr/>
        </p:nvGrpSpPr>
        <p:grpSpPr>
          <a:xfrm>
            <a:off x="452562" y="3381872"/>
            <a:ext cx="5334000" cy="1817195"/>
            <a:chOff x="4876800" y="4493526"/>
            <a:chExt cx="5334000" cy="1817195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4D98CC9-1ECA-8EC1-D4F2-F5356BD5D74D}"/>
                </a:ext>
              </a:extLst>
            </p:cNvPr>
            <p:cNvSpPr/>
            <p:nvPr/>
          </p:nvSpPr>
          <p:spPr>
            <a:xfrm>
              <a:off x="96774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A885E00-B68C-F785-3E08-00904AF4E605}"/>
                </a:ext>
              </a:extLst>
            </p:cNvPr>
            <p:cNvSpPr/>
            <p:nvPr/>
          </p:nvSpPr>
          <p:spPr>
            <a:xfrm>
              <a:off x="9144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E53BF7D-9B29-0146-38F4-473D33D31363}"/>
                </a:ext>
              </a:extLst>
            </p:cNvPr>
            <p:cNvSpPr/>
            <p:nvPr/>
          </p:nvSpPr>
          <p:spPr>
            <a:xfrm>
              <a:off x="86106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6DF8AFB-0BE2-6403-A1E2-1E8D871B2345}"/>
                </a:ext>
              </a:extLst>
            </p:cNvPr>
            <p:cNvSpPr/>
            <p:nvPr/>
          </p:nvSpPr>
          <p:spPr>
            <a:xfrm>
              <a:off x="8077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989718A-7D33-FB9B-C348-2CC0497D6E02}"/>
                </a:ext>
              </a:extLst>
            </p:cNvPr>
            <p:cNvSpPr/>
            <p:nvPr/>
          </p:nvSpPr>
          <p:spPr>
            <a:xfrm>
              <a:off x="75438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C242C9B-09A4-6117-C57D-D24450AC01BE}"/>
                </a:ext>
              </a:extLst>
            </p:cNvPr>
            <p:cNvSpPr/>
            <p:nvPr/>
          </p:nvSpPr>
          <p:spPr>
            <a:xfrm>
              <a:off x="70104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15C1621-566D-4D9B-4062-CF55647D2ACB}"/>
                </a:ext>
              </a:extLst>
            </p:cNvPr>
            <p:cNvSpPr/>
            <p:nvPr/>
          </p:nvSpPr>
          <p:spPr>
            <a:xfrm>
              <a:off x="64770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7A6F8BB-D41D-CFC2-3B83-378EB0BEE6B6}"/>
                </a:ext>
              </a:extLst>
            </p:cNvPr>
            <p:cNvSpPr/>
            <p:nvPr/>
          </p:nvSpPr>
          <p:spPr>
            <a:xfrm>
              <a:off x="59436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861BB88-9666-9EB5-3623-B2DCEF4360DA}"/>
                </a:ext>
              </a:extLst>
            </p:cNvPr>
            <p:cNvSpPr txBox="1"/>
            <p:nvPr/>
          </p:nvSpPr>
          <p:spPr>
            <a:xfrm>
              <a:off x="49926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DD2ED4B-3174-CE5F-9623-8FFD23B19965}"/>
                </a:ext>
              </a:extLst>
            </p:cNvPr>
            <p:cNvSpPr txBox="1"/>
            <p:nvPr/>
          </p:nvSpPr>
          <p:spPr>
            <a:xfrm>
              <a:off x="5526057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3A5957B-0255-9C64-F7B4-05DAE01FEE43}"/>
                </a:ext>
              </a:extLst>
            </p:cNvPr>
            <p:cNvSpPr txBox="1"/>
            <p:nvPr/>
          </p:nvSpPr>
          <p:spPr>
            <a:xfrm>
              <a:off x="6060026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81CAD29-B3DF-A849-5CE5-4BF69DD53C73}"/>
                </a:ext>
              </a:extLst>
            </p:cNvPr>
            <p:cNvSpPr txBox="1"/>
            <p:nvPr/>
          </p:nvSpPr>
          <p:spPr>
            <a:xfrm>
              <a:off x="6569800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B99E5E6-92D5-F305-7AAD-325721A03303}"/>
                </a:ext>
              </a:extLst>
            </p:cNvPr>
            <p:cNvSpPr txBox="1"/>
            <p:nvPr/>
          </p:nvSpPr>
          <p:spPr>
            <a:xfrm>
              <a:off x="7103200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4D8D65B-6701-8B3A-6DF6-D98B1ED9EBFF}"/>
                </a:ext>
              </a:extLst>
            </p:cNvPr>
            <p:cNvSpPr txBox="1"/>
            <p:nvPr/>
          </p:nvSpPr>
          <p:spPr>
            <a:xfrm>
              <a:off x="7602444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BC08D99-04C9-E62B-494D-3A181488A7AA}"/>
                </a:ext>
              </a:extLst>
            </p:cNvPr>
            <p:cNvSpPr txBox="1"/>
            <p:nvPr/>
          </p:nvSpPr>
          <p:spPr>
            <a:xfrm>
              <a:off x="819419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F614A99-7467-E672-9DB1-AF5A3A8C5BA4}"/>
                </a:ext>
              </a:extLst>
            </p:cNvPr>
            <p:cNvSpPr txBox="1"/>
            <p:nvPr/>
          </p:nvSpPr>
          <p:spPr>
            <a:xfrm>
              <a:off x="8727595" y="594081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764E1B5-6D75-87C0-89E3-5D3ABC709EDB}"/>
                </a:ext>
              </a:extLst>
            </p:cNvPr>
            <p:cNvSpPr/>
            <p:nvPr/>
          </p:nvSpPr>
          <p:spPr>
            <a:xfrm>
              <a:off x="5410200" y="4494663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69EB4A83-5E3A-A769-DCFB-123F8F10F4A7}"/>
                </a:ext>
              </a:extLst>
            </p:cNvPr>
            <p:cNvSpPr/>
            <p:nvPr/>
          </p:nvSpPr>
          <p:spPr>
            <a:xfrm>
              <a:off x="4876800" y="4493526"/>
              <a:ext cx="533400" cy="14434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C96E0C1-A550-56EC-FD72-2C4BC9F7C7F9}"/>
                </a:ext>
              </a:extLst>
            </p:cNvPr>
            <p:cNvSpPr txBox="1"/>
            <p:nvPr/>
          </p:nvSpPr>
          <p:spPr>
            <a:xfrm>
              <a:off x="926962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CBA1B4E-2801-0FFF-09AA-4BDE9E2E2705}"/>
                </a:ext>
              </a:extLst>
            </p:cNvPr>
            <p:cNvSpPr txBox="1"/>
            <p:nvPr/>
          </p:nvSpPr>
          <p:spPr>
            <a:xfrm>
              <a:off x="9811805" y="59413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rot="5400000">
            <a:off x="4551618" y="5289479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03E7495-E90F-2D2E-2DC8-D7DB5BFCCBEB}"/>
              </a:ext>
            </a:extLst>
          </p:cNvPr>
          <p:cNvGrpSpPr/>
          <p:nvPr/>
        </p:nvGrpSpPr>
        <p:grpSpPr>
          <a:xfrm>
            <a:off x="6401447" y="4683760"/>
            <a:ext cx="5334000" cy="1969595"/>
            <a:chOff x="4876800" y="4572000"/>
            <a:chExt cx="5334000" cy="19695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61D6AA-7881-F709-2A3E-E335A463EA74}"/>
                </a:ext>
              </a:extLst>
            </p:cNvPr>
            <p:cNvSpPr/>
            <p:nvPr/>
          </p:nvSpPr>
          <p:spPr>
            <a:xfrm>
              <a:off x="96774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2CC28F-B99B-5CE7-2FB0-4AAFD47CDE15}"/>
                </a:ext>
              </a:extLst>
            </p:cNvPr>
            <p:cNvSpPr/>
            <p:nvPr/>
          </p:nvSpPr>
          <p:spPr>
            <a:xfrm>
              <a:off x="9144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66A1E3-10C4-8F36-8163-DECE62BFF72C}"/>
                </a:ext>
              </a:extLst>
            </p:cNvPr>
            <p:cNvSpPr/>
            <p:nvPr/>
          </p:nvSpPr>
          <p:spPr>
            <a:xfrm>
              <a:off x="86106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EFCA7D-7C8B-740A-99B9-440328E85B88}"/>
                </a:ext>
              </a:extLst>
            </p:cNvPr>
            <p:cNvSpPr/>
            <p:nvPr/>
          </p:nvSpPr>
          <p:spPr>
            <a:xfrm>
              <a:off x="8077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5C9FB0-7648-B3B8-1167-E8E5A5704B01}"/>
                </a:ext>
              </a:extLst>
            </p:cNvPr>
            <p:cNvSpPr/>
            <p:nvPr/>
          </p:nvSpPr>
          <p:spPr>
            <a:xfrm>
              <a:off x="75438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8BC752-BDCA-AD13-4233-89889A8DAC63}"/>
                </a:ext>
              </a:extLst>
            </p:cNvPr>
            <p:cNvSpPr/>
            <p:nvPr/>
          </p:nvSpPr>
          <p:spPr>
            <a:xfrm>
              <a:off x="70104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678187-148C-0105-9D7E-192A22C6E036}"/>
                </a:ext>
              </a:extLst>
            </p:cNvPr>
            <p:cNvSpPr/>
            <p:nvPr/>
          </p:nvSpPr>
          <p:spPr>
            <a:xfrm>
              <a:off x="6477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EEE52B-4C01-5D72-A987-4A97F4C6D2D2}"/>
                </a:ext>
              </a:extLst>
            </p:cNvPr>
            <p:cNvSpPr/>
            <p:nvPr/>
          </p:nvSpPr>
          <p:spPr>
            <a:xfrm>
              <a:off x="59436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79D00F-9272-7C1E-9D41-A93C338DF723}"/>
                </a:ext>
              </a:extLst>
            </p:cNvPr>
            <p:cNvSpPr txBox="1"/>
            <p:nvPr/>
          </p:nvSpPr>
          <p:spPr>
            <a:xfrm>
              <a:off x="49926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767DD9-39BB-8683-09BF-F85099F5390E}"/>
                </a:ext>
              </a:extLst>
            </p:cNvPr>
            <p:cNvSpPr txBox="1"/>
            <p:nvPr/>
          </p:nvSpPr>
          <p:spPr>
            <a:xfrm>
              <a:off x="55260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561B223-FD8D-5A03-DA6E-247DED224AB8}"/>
                </a:ext>
              </a:extLst>
            </p:cNvPr>
            <p:cNvSpPr txBox="1"/>
            <p:nvPr/>
          </p:nvSpPr>
          <p:spPr>
            <a:xfrm>
              <a:off x="6060026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FA6309-8B37-CE8D-E7E5-E5E79AF811D3}"/>
                </a:ext>
              </a:extLst>
            </p:cNvPr>
            <p:cNvSpPr txBox="1"/>
            <p:nvPr/>
          </p:nvSpPr>
          <p:spPr>
            <a:xfrm>
              <a:off x="6569800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759F879-D7EC-6511-A722-BA8C1D510326}"/>
                </a:ext>
              </a:extLst>
            </p:cNvPr>
            <p:cNvSpPr txBox="1"/>
            <p:nvPr/>
          </p:nvSpPr>
          <p:spPr>
            <a:xfrm>
              <a:off x="7103200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1D13815-BC06-EB0C-3AC3-4EEE8B2BE084}"/>
                </a:ext>
              </a:extLst>
            </p:cNvPr>
            <p:cNvSpPr txBox="1"/>
            <p:nvPr/>
          </p:nvSpPr>
          <p:spPr>
            <a:xfrm>
              <a:off x="7602444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813CA8-C813-EE49-18B2-760E4527EEAE}"/>
                </a:ext>
              </a:extLst>
            </p:cNvPr>
            <p:cNvSpPr txBox="1"/>
            <p:nvPr/>
          </p:nvSpPr>
          <p:spPr>
            <a:xfrm>
              <a:off x="819419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EFF9DF0-151C-22B5-5D2E-5DF190627837}"/>
                </a:ext>
              </a:extLst>
            </p:cNvPr>
            <p:cNvSpPr txBox="1"/>
            <p:nvPr/>
          </p:nvSpPr>
          <p:spPr>
            <a:xfrm>
              <a:off x="8727595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45609D8-F348-FC00-0758-0607BF897D4D}"/>
                </a:ext>
              </a:extLst>
            </p:cNvPr>
            <p:cNvSpPr/>
            <p:nvPr/>
          </p:nvSpPr>
          <p:spPr>
            <a:xfrm>
              <a:off x="5410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8EA6627-C543-2DA1-2142-39B063E1F82B}"/>
                </a:ext>
              </a:extLst>
            </p:cNvPr>
            <p:cNvSpPr/>
            <p:nvPr/>
          </p:nvSpPr>
          <p:spPr>
            <a:xfrm>
              <a:off x="4876800" y="4574274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8ECA832-35E5-A9A8-F60B-961FEC7432B8}"/>
                </a:ext>
              </a:extLst>
            </p:cNvPr>
            <p:cNvSpPr txBox="1"/>
            <p:nvPr/>
          </p:nvSpPr>
          <p:spPr>
            <a:xfrm>
              <a:off x="926962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FB00CFA-F0FE-1E0A-4521-EB59CC8578C4}"/>
                </a:ext>
              </a:extLst>
            </p:cNvPr>
            <p:cNvSpPr txBox="1"/>
            <p:nvPr/>
          </p:nvSpPr>
          <p:spPr>
            <a:xfrm>
              <a:off x="981180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366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1308984" y="5534047"/>
            <a:ext cx="3184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Place each element into a “bucket” according to its 100’s place</a:t>
            </a:r>
          </a:p>
        </p:txBody>
      </p: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rot="5400000">
            <a:off x="4551618" y="5289479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03E7495-E90F-2D2E-2DC8-D7DB5BFCCBEB}"/>
              </a:ext>
            </a:extLst>
          </p:cNvPr>
          <p:cNvGrpSpPr/>
          <p:nvPr/>
        </p:nvGrpSpPr>
        <p:grpSpPr>
          <a:xfrm>
            <a:off x="184190" y="3418440"/>
            <a:ext cx="5334000" cy="1969595"/>
            <a:chOff x="4876800" y="4572000"/>
            <a:chExt cx="5334000" cy="19695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61D6AA-7881-F709-2A3E-E335A463EA74}"/>
                </a:ext>
              </a:extLst>
            </p:cNvPr>
            <p:cNvSpPr/>
            <p:nvPr/>
          </p:nvSpPr>
          <p:spPr>
            <a:xfrm>
              <a:off x="96774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2CC28F-B99B-5CE7-2FB0-4AAFD47CDE15}"/>
                </a:ext>
              </a:extLst>
            </p:cNvPr>
            <p:cNvSpPr/>
            <p:nvPr/>
          </p:nvSpPr>
          <p:spPr>
            <a:xfrm>
              <a:off x="9144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66A1E3-10C4-8F36-8163-DECE62BFF72C}"/>
                </a:ext>
              </a:extLst>
            </p:cNvPr>
            <p:cNvSpPr/>
            <p:nvPr/>
          </p:nvSpPr>
          <p:spPr>
            <a:xfrm>
              <a:off x="86106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EFCA7D-7C8B-740A-99B9-440328E85B88}"/>
                </a:ext>
              </a:extLst>
            </p:cNvPr>
            <p:cNvSpPr/>
            <p:nvPr/>
          </p:nvSpPr>
          <p:spPr>
            <a:xfrm>
              <a:off x="8077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5C9FB0-7648-B3B8-1167-E8E5A5704B01}"/>
                </a:ext>
              </a:extLst>
            </p:cNvPr>
            <p:cNvSpPr/>
            <p:nvPr/>
          </p:nvSpPr>
          <p:spPr>
            <a:xfrm>
              <a:off x="75438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8BC752-BDCA-AD13-4233-89889A8DAC63}"/>
                </a:ext>
              </a:extLst>
            </p:cNvPr>
            <p:cNvSpPr/>
            <p:nvPr/>
          </p:nvSpPr>
          <p:spPr>
            <a:xfrm>
              <a:off x="70104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678187-148C-0105-9D7E-192A22C6E036}"/>
                </a:ext>
              </a:extLst>
            </p:cNvPr>
            <p:cNvSpPr/>
            <p:nvPr/>
          </p:nvSpPr>
          <p:spPr>
            <a:xfrm>
              <a:off x="6477000" y="4572000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EEE52B-4C01-5D72-A987-4A97F4C6D2D2}"/>
                </a:ext>
              </a:extLst>
            </p:cNvPr>
            <p:cNvSpPr/>
            <p:nvPr/>
          </p:nvSpPr>
          <p:spPr>
            <a:xfrm>
              <a:off x="59436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779D00F-9272-7C1E-9D41-A93C338DF723}"/>
                </a:ext>
              </a:extLst>
            </p:cNvPr>
            <p:cNvSpPr txBox="1"/>
            <p:nvPr/>
          </p:nvSpPr>
          <p:spPr>
            <a:xfrm>
              <a:off x="49926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7767DD9-39BB-8683-09BF-F85099F5390E}"/>
                </a:ext>
              </a:extLst>
            </p:cNvPr>
            <p:cNvSpPr txBox="1"/>
            <p:nvPr/>
          </p:nvSpPr>
          <p:spPr>
            <a:xfrm>
              <a:off x="5526057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561B223-FD8D-5A03-DA6E-247DED224AB8}"/>
                </a:ext>
              </a:extLst>
            </p:cNvPr>
            <p:cNvSpPr txBox="1"/>
            <p:nvPr/>
          </p:nvSpPr>
          <p:spPr>
            <a:xfrm>
              <a:off x="6060026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FA6309-8B37-CE8D-E7E5-E5E79AF811D3}"/>
                </a:ext>
              </a:extLst>
            </p:cNvPr>
            <p:cNvSpPr txBox="1"/>
            <p:nvPr/>
          </p:nvSpPr>
          <p:spPr>
            <a:xfrm>
              <a:off x="6569800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759F879-D7EC-6511-A722-BA8C1D510326}"/>
                </a:ext>
              </a:extLst>
            </p:cNvPr>
            <p:cNvSpPr txBox="1"/>
            <p:nvPr/>
          </p:nvSpPr>
          <p:spPr>
            <a:xfrm>
              <a:off x="7103200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1D13815-BC06-EB0C-3AC3-4EEE8B2BE084}"/>
                </a:ext>
              </a:extLst>
            </p:cNvPr>
            <p:cNvSpPr txBox="1"/>
            <p:nvPr/>
          </p:nvSpPr>
          <p:spPr>
            <a:xfrm>
              <a:off x="7602444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4813CA8-C813-EE49-18B2-760E4527EEAE}"/>
                </a:ext>
              </a:extLst>
            </p:cNvPr>
            <p:cNvSpPr txBox="1"/>
            <p:nvPr/>
          </p:nvSpPr>
          <p:spPr>
            <a:xfrm>
              <a:off x="819419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EFF9DF0-151C-22B5-5D2E-5DF190627837}"/>
                </a:ext>
              </a:extLst>
            </p:cNvPr>
            <p:cNvSpPr txBox="1"/>
            <p:nvPr/>
          </p:nvSpPr>
          <p:spPr>
            <a:xfrm>
              <a:off x="8727595" y="61716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45609D8-F348-FC00-0758-0607BF897D4D}"/>
                </a:ext>
              </a:extLst>
            </p:cNvPr>
            <p:cNvSpPr/>
            <p:nvPr/>
          </p:nvSpPr>
          <p:spPr>
            <a:xfrm>
              <a:off x="5410200" y="4573137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8EA6627-C543-2DA1-2142-39B063E1F82B}"/>
                </a:ext>
              </a:extLst>
            </p:cNvPr>
            <p:cNvSpPr/>
            <p:nvPr/>
          </p:nvSpPr>
          <p:spPr>
            <a:xfrm>
              <a:off x="4876800" y="4574274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8ECA832-35E5-A9A8-F60B-961FEC7432B8}"/>
                </a:ext>
              </a:extLst>
            </p:cNvPr>
            <p:cNvSpPr txBox="1"/>
            <p:nvPr/>
          </p:nvSpPr>
          <p:spPr>
            <a:xfrm>
              <a:off x="926962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FB00CFA-F0FE-1E0A-4521-EB59CC8578C4}"/>
                </a:ext>
              </a:extLst>
            </p:cNvPr>
            <p:cNvSpPr txBox="1"/>
            <p:nvPr/>
          </p:nvSpPr>
          <p:spPr>
            <a:xfrm>
              <a:off x="9811805" y="617226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65A8A20-D2B5-DB28-F722-367EBB815E4D}"/>
              </a:ext>
            </a:extLst>
          </p:cNvPr>
          <p:cNvGrpSpPr/>
          <p:nvPr/>
        </p:nvGrpSpPr>
        <p:grpSpPr>
          <a:xfrm>
            <a:off x="6390963" y="4659805"/>
            <a:ext cx="5334000" cy="1969595"/>
            <a:chOff x="5181600" y="4659805"/>
            <a:chExt cx="5334000" cy="196959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532373-E7B4-2EFC-071E-679598070FDA}"/>
                </a:ext>
              </a:extLst>
            </p:cNvPr>
            <p:cNvSpPr/>
            <p:nvPr/>
          </p:nvSpPr>
          <p:spPr>
            <a:xfrm>
              <a:off x="99822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409103-ADAF-06A2-3DA9-520F41B67426}"/>
                </a:ext>
              </a:extLst>
            </p:cNvPr>
            <p:cNvSpPr/>
            <p:nvPr/>
          </p:nvSpPr>
          <p:spPr>
            <a:xfrm>
              <a:off x="9448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8D6195-37CE-2DE2-F382-E40AC4FBDE19}"/>
                </a:ext>
              </a:extLst>
            </p:cNvPr>
            <p:cNvSpPr/>
            <p:nvPr/>
          </p:nvSpPr>
          <p:spPr>
            <a:xfrm>
              <a:off x="89154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B8B052-6C9D-2F21-F4AF-137DC87A16BA}"/>
                </a:ext>
              </a:extLst>
            </p:cNvPr>
            <p:cNvSpPr/>
            <p:nvPr/>
          </p:nvSpPr>
          <p:spPr>
            <a:xfrm>
              <a:off x="8382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543091-F86D-2A7A-62E0-72FB4EED00AE}"/>
                </a:ext>
              </a:extLst>
            </p:cNvPr>
            <p:cNvSpPr/>
            <p:nvPr/>
          </p:nvSpPr>
          <p:spPr>
            <a:xfrm>
              <a:off x="78486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C54B84-6150-A55B-306C-B25020DE0933}"/>
                </a:ext>
              </a:extLst>
            </p:cNvPr>
            <p:cNvSpPr/>
            <p:nvPr/>
          </p:nvSpPr>
          <p:spPr>
            <a:xfrm>
              <a:off x="73152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7E5AF8-DF4B-8B5D-AB02-D32DC607F5ED}"/>
                </a:ext>
              </a:extLst>
            </p:cNvPr>
            <p:cNvSpPr/>
            <p:nvPr/>
          </p:nvSpPr>
          <p:spPr>
            <a:xfrm>
              <a:off x="6781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CA04DA-BEA9-9BAE-DFD0-5184E85AC645}"/>
                </a:ext>
              </a:extLst>
            </p:cNvPr>
            <p:cNvSpPr/>
            <p:nvPr/>
          </p:nvSpPr>
          <p:spPr>
            <a:xfrm>
              <a:off x="62484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1202EA-0602-9D72-2829-CA336835836D}"/>
                </a:ext>
              </a:extLst>
            </p:cNvPr>
            <p:cNvSpPr txBox="1"/>
            <p:nvPr/>
          </p:nvSpPr>
          <p:spPr>
            <a:xfrm>
              <a:off x="52974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4CB3AD-2265-62FA-CBAC-A400A269E0EC}"/>
                </a:ext>
              </a:extLst>
            </p:cNvPr>
            <p:cNvSpPr txBox="1"/>
            <p:nvPr/>
          </p:nvSpPr>
          <p:spPr>
            <a:xfrm>
              <a:off x="58308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A289862-1676-90BB-B64A-F5E3668714B1}"/>
                </a:ext>
              </a:extLst>
            </p:cNvPr>
            <p:cNvSpPr txBox="1"/>
            <p:nvPr/>
          </p:nvSpPr>
          <p:spPr>
            <a:xfrm>
              <a:off x="6364826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D5DA25-C681-B9C5-0B11-EE530F27373E}"/>
                </a:ext>
              </a:extLst>
            </p:cNvPr>
            <p:cNvSpPr txBox="1"/>
            <p:nvPr/>
          </p:nvSpPr>
          <p:spPr>
            <a:xfrm>
              <a:off x="6874600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34D126E-A428-30BC-F5BE-FDB235FDBB28}"/>
                </a:ext>
              </a:extLst>
            </p:cNvPr>
            <p:cNvSpPr txBox="1"/>
            <p:nvPr/>
          </p:nvSpPr>
          <p:spPr>
            <a:xfrm>
              <a:off x="7408000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0968AA-7F88-E791-E5F7-88DF4401112E}"/>
                </a:ext>
              </a:extLst>
            </p:cNvPr>
            <p:cNvSpPr txBox="1"/>
            <p:nvPr/>
          </p:nvSpPr>
          <p:spPr>
            <a:xfrm>
              <a:off x="7907244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929E61-DF41-C186-5CC6-BCCC84AE1B02}"/>
                </a:ext>
              </a:extLst>
            </p:cNvPr>
            <p:cNvSpPr txBox="1"/>
            <p:nvPr/>
          </p:nvSpPr>
          <p:spPr>
            <a:xfrm>
              <a:off x="849899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6E14B2A-1E62-4CA1-FAB8-3A2E770A1080}"/>
                </a:ext>
              </a:extLst>
            </p:cNvPr>
            <p:cNvSpPr txBox="1"/>
            <p:nvPr/>
          </p:nvSpPr>
          <p:spPr>
            <a:xfrm>
              <a:off x="9032395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F70415-63E3-60D2-602A-0723249F2C7A}"/>
                </a:ext>
              </a:extLst>
            </p:cNvPr>
            <p:cNvSpPr/>
            <p:nvPr/>
          </p:nvSpPr>
          <p:spPr>
            <a:xfrm>
              <a:off x="5715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D808591-0946-6151-BEE9-DCB1F69336F4}"/>
                </a:ext>
              </a:extLst>
            </p:cNvPr>
            <p:cNvSpPr/>
            <p:nvPr/>
          </p:nvSpPr>
          <p:spPr>
            <a:xfrm>
              <a:off x="5181600" y="4662079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55CB3EC-A71F-D8CE-A8B0-81A8F228A734}"/>
                </a:ext>
              </a:extLst>
            </p:cNvPr>
            <p:cNvSpPr txBox="1"/>
            <p:nvPr/>
          </p:nvSpPr>
          <p:spPr>
            <a:xfrm>
              <a:off x="957442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480DEBB-C234-71D7-F3E1-DA086A8B5893}"/>
                </a:ext>
              </a:extLst>
            </p:cNvPr>
            <p:cNvSpPr txBox="1"/>
            <p:nvPr/>
          </p:nvSpPr>
          <p:spPr>
            <a:xfrm>
              <a:off x="1011660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232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D522-A643-E0F7-0203-D79E5BF4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4AAD-4854-7E00-900E-93F7F0AD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42" y="1517901"/>
            <a:ext cx="11668760" cy="4351338"/>
          </a:xfrm>
        </p:spPr>
        <p:txBody>
          <a:bodyPr/>
          <a:lstStyle/>
          <a:p>
            <a:r>
              <a:rPr lang="en-US" dirty="0"/>
              <a:t>Radix: The base of a number system</a:t>
            </a:r>
          </a:p>
          <a:p>
            <a:pPr lvl="1"/>
            <a:r>
              <a:rPr lang="en-US" dirty="0"/>
              <a:t>We’ll use base 10, most implementations will use larger bases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dirty="0" err="1"/>
              <a:t>BucketSort</a:t>
            </a:r>
            <a:r>
              <a:rPr lang="en-US" dirty="0"/>
              <a:t> by each digit, one at a time, from least significant to most significant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143260-887A-82E5-E7F0-D8C587242AE1}"/>
              </a:ext>
            </a:extLst>
          </p:cNvPr>
          <p:cNvSpPr txBox="1"/>
          <p:nvPr/>
        </p:nvSpPr>
        <p:spPr>
          <a:xfrm>
            <a:off x="7438723" y="4078344"/>
            <a:ext cx="3507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Convert back into an array</a:t>
            </a:r>
          </a:p>
        </p:txBody>
      </p:sp>
      <p:sp>
        <p:nvSpPr>
          <p:cNvPr id="120" name="Arrow: Bent-Up 119">
            <a:extLst>
              <a:ext uri="{FF2B5EF4-FFF2-40B4-BE49-F238E27FC236}">
                <a16:creationId xmlns:a16="http://schemas.microsoft.com/office/drawing/2014/main" id="{F8C1EBBC-2D29-3947-2D55-152820918DA0}"/>
              </a:ext>
            </a:extLst>
          </p:cNvPr>
          <p:cNvSpPr/>
          <p:nvPr/>
        </p:nvSpPr>
        <p:spPr>
          <a:xfrm flipV="1">
            <a:off x="6027125" y="3877228"/>
            <a:ext cx="1128451" cy="132556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65A8A20-D2B5-DB28-F722-367EBB815E4D}"/>
              </a:ext>
            </a:extLst>
          </p:cNvPr>
          <p:cNvGrpSpPr/>
          <p:nvPr/>
        </p:nvGrpSpPr>
        <p:grpSpPr>
          <a:xfrm>
            <a:off x="34961" y="3418440"/>
            <a:ext cx="5334000" cy="1969595"/>
            <a:chOff x="5181600" y="4659805"/>
            <a:chExt cx="5334000" cy="196959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532373-E7B4-2EFC-071E-679598070FDA}"/>
                </a:ext>
              </a:extLst>
            </p:cNvPr>
            <p:cNvSpPr/>
            <p:nvPr/>
          </p:nvSpPr>
          <p:spPr>
            <a:xfrm>
              <a:off x="99822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901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999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9409103-ADAF-06A2-3DA9-520F41B67426}"/>
                </a:ext>
              </a:extLst>
            </p:cNvPr>
            <p:cNvSpPr/>
            <p:nvPr/>
          </p:nvSpPr>
          <p:spPr>
            <a:xfrm>
              <a:off x="9448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800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823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8D6195-37CE-2DE2-F382-E40AC4FBDE19}"/>
                </a:ext>
              </a:extLst>
            </p:cNvPr>
            <p:cNvSpPr/>
            <p:nvPr/>
          </p:nvSpPr>
          <p:spPr>
            <a:xfrm>
              <a:off x="89154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B8B052-6C9D-2F21-F4AF-137DC87A16BA}"/>
                </a:ext>
              </a:extLst>
            </p:cNvPr>
            <p:cNvSpPr/>
            <p:nvPr/>
          </p:nvSpPr>
          <p:spPr>
            <a:xfrm>
              <a:off x="8382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543091-F86D-2A7A-62E0-72FB4EED00AE}"/>
                </a:ext>
              </a:extLst>
            </p:cNvPr>
            <p:cNvSpPr/>
            <p:nvPr/>
          </p:nvSpPr>
          <p:spPr>
            <a:xfrm>
              <a:off x="78486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512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555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C54B84-6150-A55B-306C-B25020DE0933}"/>
                </a:ext>
              </a:extLst>
            </p:cNvPr>
            <p:cNvSpPr/>
            <p:nvPr/>
          </p:nvSpPr>
          <p:spPr>
            <a:xfrm>
              <a:off x="73152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401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7E5AF8-DF4B-8B5D-AB02-D32DC607F5ED}"/>
                </a:ext>
              </a:extLst>
            </p:cNvPr>
            <p:cNvSpPr/>
            <p:nvPr/>
          </p:nvSpPr>
          <p:spPr>
            <a:xfrm>
              <a:off x="6781800" y="4659805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323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9CA04DA-BEA9-9BAE-DFD0-5184E85AC645}"/>
                </a:ext>
              </a:extLst>
            </p:cNvPr>
            <p:cNvSpPr/>
            <p:nvPr/>
          </p:nvSpPr>
          <p:spPr>
            <a:xfrm>
              <a:off x="62484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245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255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F1202EA-0602-9D72-2829-CA336835836D}"/>
                </a:ext>
              </a:extLst>
            </p:cNvPr>
            <p:cNvSpPr txBox="1"/>
            <p:nvPr/>
          </p:nvSpPr>
          <p:spPr>
            <a:xfrm>
              <a:off x="52974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0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4CB3AD-2265-62FA-CBAC-A400A269E0EC}"/>
                </a:ext>
              </a:extLst>
            </p:cNvPr>
            <p:cNvSpPr txBox="1"/>
            <p:nvPr/>
          </p:nvSpPr>
          <p:spPr>
            <a:xfrm>
              <a:off x="5830857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A289862-1676-90BB-B64A-F5E3668714B1}"/>
                </a:ext>
              </a:extLst>
            </p:cNvPr>
            <p:cNvSpPr txBox="1"/>
            <p:nvPr/>
          </p:nvSpPr>
          <p:spPr>
            <a:xfrm>
              <a:off x="6364826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D5DA25-C681-B9C5-0B11-EE530F27373E}"/>
                </a:ext>
              </a:extLst>
            </p:cNvPr>
            <p:cNvSpPr txBox="1"/>
            <p:nvPr/>
          </p:nvSpPr>
          <p:spPr>
            <a:xfrm>
              <a:off x="6874600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34D126E-A428-30BC-F5BE-FDB235FDBB28}"/>
                </a:ext>
              </a:extLst>
            </p:cNvPr>
            <p:cNvSpPr txBox="1"/>
            <p:nvPr/>
          </p:nvSpPr>
          <p:spPr>
            <a:xfrm>
              <a:off x="7408000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0968AA-7F88-E791-E5F7-88DF4401112E}"/>
                </a:ext>
              </a:extLst>
            </p:cNvPr>
            <p:cNvSpPr txBox="1"/>
            <p:nvPr/>
          </p:nvSpPr>
          <p:spPr>
            <a:xfrm>
              <a:off x="7907244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929E61-DF41-C186-5CC6-BCCC84AE1B02}"/>
                </a:ext>
              </a:extLst>
            </p:cNvPr>
            <p:cNvSpPr txBox="1"/>
            <p:nvPr/>
          </p:nvSpPr>
          <p:spPr>
            <a:xfrm>
              <a:off x="849899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6E14B2A-1E62-4CA1-FAB8-3A2E770A1080}"/>
                </a:ext>
              </a:extLst>
            </p:cNvPr>
            <p:cNvSpPr txBox="1"/>
            <p:nvPr/>
          </p:nvSpPr>
          <p:spPr>
            <a:xfrm>
              <a:off x="9032395" y="625949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7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F70415-63E3-60D2-602A-0723249F2C7A}"/>
                </a:ext>
              </a:extLst>
            </p:cNvPr>
            <p:cNvSpPr/>
            <p:nvPr/>
          </p:nvSpPr>
          <p:spPr>
            <a:xfrm>
              <a:off x="5715000" y="4660942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101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103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113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121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D808591-0946-6151-BEE9-DCB1F69336F4}"/>
                </a:ext>
              </a:extLst>
            </p:cNvPr>
            <p:cNvSpPr/>
            <p:nvPr/>
          </p:nvSpPr>
          <p:spPr>
            <a:xfrm>
              <a:off x="5181600" y="4662079"/>
              <a:ext cx="533400" cy="15958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018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55CB3EC-A71F-D8CE-A8B0-81A8F228A734}"/>
                </a:ext>
              </a:extLst>
            </p:cNvPr>
            <p:cNvSpPr txBox="1"/>
            <p:nvPr/>
          </p:nvSpPr>
          <p:spPr>
            <a:xfrm>
              <a:off x="957442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8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480DEBB-C234-71D7-F3E1-DA086A8B5893}"/>
                </a:ext>
              </a:extLst>
            </p:cNvPr>
            <p:cNvSpPr txBox="1"/>
            <p:nvPr/>
          </p:nvSpPr>
          <p:spPr>
            <a:xfrm>
              <a:off x="10116605" y="6260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33CC"/>
                  </a:solidFill>
                </a:rPr>
                <a:t>9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68934FF-C8AB-D781-D815-713828A58097}"/>
              </a:ext>
            </a:extLst>
          </p:cNvPr>
          <p:cNvGrpSpPr/>
          <p:nvPr/>
        </p:nvGrpSpPr>
        <p:grpSpPr>
          <a:xfrm>
            <a:off x="503842" y="5962559"/>
            <a:ext cx="8561464" cy="849868"/>
            <a:chOff x="1752600" y="2743200"/>
            <a:chExt cx="8561464" cy="84986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6C8016D-7B0B-A436-E8B1-2B87C5834C4D}"/>
                </a:ext>
              </a:extLst>
            </p:cNvPr>
            <p:cNvGrpSpPr/>
            <p:nvPr/>
          </p:nvGrpSpPr>
          <p:grpSpPr>
            <a:xfrm>
              <a:off x="1752600" y="2743200"/>
              <a:ext cx="4268338" cy="849868"/>
              <a:chOff x="2361062" y="2743200"/>
              <a:chExt cx="4268338" cy="849868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5755D94F-2867-A4B9-F6AC-E9F1886F3771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A514DDEF-0799-B04F-5B56-64D468AAAEE6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018</a:t>
                  </a: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AAB3906E-2D52-9AD8-0556-772ABCB5C5D9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811</a:t>
                  </a: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DF0407A3-97AC-D294-9073-A3C5C3C52C0D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103</a:t>
                  </a: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5B1E89E9-CD9C-EDED-9F75-F613D3AB91A0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113</a:t>
                  </a:r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4CEFA199-8AEF-A65C-B1DF-DB1BD53B7D4B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121</a:t>
                  </a: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72314B16-133A-0F38-E912-090D0B52981D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245</a:t>
                  </a:r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1F53B560-510C-CE26-6FD0-9126FC5E6EE5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255</a:t>
                  </a: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96B9D8C3-45D5-97A3-0477-A8C14C88AA95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323</a:t>
                  </a:r>
                </a:p>
              </p:txBody>
            </p:sp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D59D340-F86D-62B2-AE74-933A408B6C2B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0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4369803-FF3D-71C4-321A-534AEA695271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8CF6890-2735-7463-9DA0-D55F9D0A85CA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2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DE0E5BC-B5BB-CFC8-BC80-B3CEBD2B4439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3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A6340E6-115E-DFF8-F7E4-8EBA440A3683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4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8B0F7F2-8B83-8BD0-81C0-AA08A21A6314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5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B3C70A-1F9D-1759-D960-6B5816CDF9D2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6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DA49A2D-6D5E-1096-7255-84F4793E32CE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7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D413D70-40DF-D119-7511-B9F9F3C5A188}"/>
                </a:ext>
              </a:extLst>
            </p:cNvPr>
            <p:cNvGrpSpPr/>
            <p:nvPr/>
          </p:nvGrpSpPr>
          <p:grpSpPr>
            <a:xfrm>
              <a:off x="6020939" y="2743200"/>
              <a:ext cx="4293125" cy="849868"/>
              <a:chOff x="2361062" y="2743200"/>
              <a:chExt cx="4293125" cy="84986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04D5F06-57C0-9561-8DFB-97B713327871}"/>
                  </a:ext>
                </a:extLst>
              </p:cNvPr>
              <p:cNvGrpSpPr/>
              <p:nvPr/>
            </p:nvGrpSpPr>
            <p:grpSpPr>
              <a:xfrm>
                <a:off x="2361062" y="2743200"/>
                <a:ext cx="4268338" cy="533400"/>
                <a:chOff x="1445524" y="2971800"/>
                <a:chExt cx="4268338" cy="533400"/>
              </a:xfrm>
            </p:grpSpPr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550AB95D-A4E6-71A1-23FE-1422E35E9DB0}"/>
                    </a:ext>
                  </a:extLst>
                </p:cNvPr>
                <p:cNvSpPr/>
                <p:nvPr/>
              </p:nvSpPr>
              <p:spPr>
                <a:xfrm>
                  <a:off x="14455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401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6244BB98-1673-3E2D-1F18-41CA51F31C20}"/>
                    </a:ext>
                  </a:extLst>
                </p:cNvPr>
                <p:cNvSpPr/>
                <p:nvPr/>
              </p:nvSpPr>
              <p:spPr>
                <a:xfrm>
                  <a:off x="1978924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512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EF048AD2-88EF-B37F-B639-FCDFE3693E59}"/>
                    </a:ext>
                  </a:extLst>
                </p:cNvPr>
                <p:cNvSpPr/>
                <p:nvPr/>
              </p:nvSpPr>
              <p:spPr>
                <a:xfrm>
                  <a:off x="25128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555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999EC23D-1356-7C68-7368-D59878A983F4}"/>
                    </a:ext>
                  </a:extLst>
                </p:cNvPr>
                <p:cNvSpPr/>
                <p:nvPr/>
              </p:nvSpPr>
              <p:spPr>
                <a:xfrm>
                  <a:off x="3046293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800</a:t>
                  </a: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1497E028-C52E-675E-3CD6-CCD3F28302F7}"/>
                    </a:ext>
                  </a:extLst>
                </p:cNvPr>
                <p:cNvSpPr/>
                <p:nvPr/>
              </p:nvSpPr>
              <p:spPr>
                <a:xfrm>
                  <a:off x="3579693" y="2971800"/>
                  <a:ext cx="533400" cy="533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801</a:t>
                  </a: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13F32CD9-19E1-834C-26B7-A8F3D2CEE006}"/>
                    </a:ext>
                  </a:extLst>
                </p:cNvPr>
                <p:cNvSpPr/>
                <p:nvPr/>
              </p:nvSpPr>
              <p:spPr>
                <a:xfrm>
                  <a:off x="41136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823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F675C80F-5B7A-BBA8-130A-B3CF5AD7FC84}"/>
                    </a:ext>
                  </a:extLst>
                </p:cNvPr>
                <p:cNvSpPr/>
                <p:nvPr/>
              </p:nvSpPr>
              <p:spPr>
                <a:xfrm>
                  <a:off x="46470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901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D19F6413-A167-1DFB-2A37-A3D51542BA28}"/>
                    </a:ext>
                  </a:extLst>
                </p:cNvPr>
                <p:cNvSpPr/>
                <p:nvPr/>
              </p:nvSpPr>
              <p:spPr>
                <a:xfrm>
                  <a:off x="5180462" y="2971800"/>
                  <a:ext cx="533400" cy="5334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999</a:t>
                  </a: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13F22D5-36EF-BD52-DD4A-012D7F9C3B19}"/>
                  </a:ext>
                </a:extLst>
              </p:cNvPr>
              <p:cNvSpPr txBox="1"/>
              <p:nvPr/>
            </p:nvSpPr>
            <p:spPr>
              <a:xfrm>
                <a:off x="25005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8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08AE7A7-92D6-4BF5-76F1-0BA807B9981D}"/>
                  </a:ext>
                </a:extLst>
              </p:cNvPr>
              <p:cNvSpPr txBox="1"/>
              <p:nvPr/>
            </p:nvSpPr>
            <p:spPr>
              <a:xfrm>
                <a:off x="3033945" y="322373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9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B441F66-DC45-EE7B-7A4B-9574148133B9}"/>
                  </a:ext>
                </a:extLst>
              </p:cNvPr>
              <p:cNvSpPr txBox="1"/>
              <p:nvPr/>
            </p:nvSpPr>
            <p:spPr>
              <a:xfrm>
                <a:off x="3567914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10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19A5E20-A9BA-2C6A-A149-F0F458A67F9C}"/>
                  </a:ext>
                </a:extLst>
              </p:cNvPr>
              <p:cNvSpPr txBox="1"/>
              <p:nvPr/>
            </p:nvSpPr>
            <p:spPr>
              <a:xfrm>
                <a:off x="4077688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11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419C7F8-2A62-E3D0-DAE0-473ABBD1B157}"/>
                  </a:ext>
                </a:extLst>
              </p:cNvPr>
              <p:cNvSpPr txBox="1"/>
              <p:nvPr/>
            </p:nvSpPr>
            <p:spPr>
              <a:xfrm>
                <a:off x="4611088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12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3815E93-ACC1-5FFF-BD91-42D18964DD18}"/>
                  </a:ext>
                </a:extLst>
              </p:cNvPr>
              <p:cNvSpPr txBox="1"/>
              <p:nvPr/>
            </p:nvSpPr>
            <p:spPr>
              <a:xfrm>
                <a:off x="5110332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13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B69515A-5AB2-AE1D-CB3B-DA3BB84E0EBD}"/>
                  </a:ext>
                </a:extLst>
              </p:cNvPr>
              <p:cNvSpPr txBox="1"/>
              <p:nvPr/>
            </p:nvSpPr>
            <p:spPr>
              <a:xfrm>
                <a:off x="5702083" y="3223736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14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1D7BE6C-86B0-F51C-9E53-5ED83D0CFDAD}"/>
                  </a:ext>
                </a:extLst>
              </p:cNvPr>
              <p:cNvSpPr txBox="1"/>
              <p:nvPr/>
            </p:nvSpPr>
            <p:spPr>
              <a:xfrm>
                <a:off x="6235483" y="3223158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33CC"/>
                    </a:solidFill>
                  </a:rPr>
                  <a:t>15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4051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691A-165A-A4B2-5211-40C5459F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RadixSort</a:t>
            </a:r>
            <a:r>
              <a:rPr lang="en-US" dirty="0"/>
              <a:t> Running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Suppose largest value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Choose a radix (base of representation)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BucketSort</a:t>
                </a:r>
                <a:r>
                  <a:rPr lang="en-US" dirty="0"/>
                  <a:t>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things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buckets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Repeat once per each digit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func>
                  </m:oMath>
                </a14:m>
                <a:r>
                  <a:rPr lang="en-US" dirty="0"/>
                  <a:t> iterations</a:t>
                </a:r>
              </a:p>
              <a:p>
                <a:r>
                  <a:rPr lang="en-US" dirty="0"/>
                  <a:t>Overall: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In practice, you can select the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to optimize running time</a:t>
                </a:r>
              </a:p>
              <a:p>
                <a:r>
                  <a:rPr lang="en-US" dirty="0"/>
                  <a:t>When is this better than </a:t>
                </a:r>
                <a:r>
                  <a:rPr lang="en-US" dirty="0" err="1"/>
                  <a:t>mergesort</a:t>
                </a:r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9708F3-E299-035E-25B6-51CE18AF3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976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36244</TotalTime>
  <Words>3317</Words>
  <Application>Microsoft Office PowerPoint</Application>
  <PresentationFormat>Widescreen</PresentationFormat>
  <Paragraphs>1139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Calibri Light</vt:lpstr>
      <vt:lpstr>Calibri</vt:lpstr>
      <vt:lpstr>Cambria Math</vt:lpstr>
      <vt:lpstr>Aptos</vt:lpstr>
      <vt:lpstr>Symbol</vt:lpstr>
      <vt:lpstr>Arial</vt:lpstr>
      <vt:lpstr>Office Theme</vt:lpstr>
      <vt:lpstr>CSE 332 Winter 2026 Lecture 13: Sorting 2</vt:lpstr>
      <vt:lpstr>Sorting Definition</vt:lpstr>
      <vt:lpstr>Properties To Consider</vt:lpstr>
      <vt:lpstr>Insertion Sort</vt:lpstr>
      <vt:lpstr>Insertion Sort Properties</vt:lpstr>
      <vt:lpstr>Heap Sort</vt:lpstr>
      <vt:lpstr>Heap Sort Properties</vt:lpstr>
      <vt:lpstr>Divide And Conquer Sorting</vt:lpstr>
      <vt:lpstr>Divide and Conquer</vt:lpstr>
      <vt:lpstr>Divide and Conquer Template Pseudocode</vt:lpstr>
      <vt:lpstr>Merge Sort</vt:lpstr>
      <vt:lpstr>Merge Sort In Action!</vt:lpstr>
      <vt:lpstr>Merge (the combine part)</vt:lpstr>
      <vt:lpstr>Merge Sort Pseudocode</vt:lpstr>
      <vt:lpstr>Merge Pseudocode</vt:lpstr>
      <vt:lpstr>Analyzing Merge Sort</vt:lpstr>
      <vt:lpstr>PowerPoint Presentation</vt:lpstr>
      <vt:lpstr>Merge Sort Properties</vt:lpstr>
      <vt:lpstr>Quicksort</vt:lpstr>
      <vt:lpstr>Quicksort</vt:lpstr>
      <vt:lpstr>Partition (Divide step)</vt:lpstr>
      <vt:lpstr>Partition, Procedure</vt:lpstr>
      <vt:lpstr>PowerPoint Presentation</vt:lpstr>
      <vt:lpstr>Partition, Procedure</vt:lpstr>
      <vt:lpstr>Partition, Procedure</vt:lpstr>
      <vt:lpstr>Partition Summary</vt:lpstr>
      <vt:lpstr>Conquer</vt:lpstr>
      <vt:lpstr>Quicksort Run Time (Best)</vt:lpstr>
      <vt:lpstr>Quicksort Run Time (Worst)</vt:lpstr>
      <vt:lpstr>Quicksort Run Time (Worst)</vt:lpstr>
      <vt:lpstr>Quicksort on a (nearly) Sorted List</vt:lpstr>
      <vt:lpstr>Good Pivot</vt:lpstr>
      <vt:lpstr>Quick Sort Properties</vt:lpstr>
      <vt:lpstr>Improving Running time</vt:lpstr>
      <vt:lpstr>“Linear Time” Sorting Algorithms</vt:lpstr>
      <vt:lpstr>BucketSort</vt:lpstr>
      <vt:lpstr>BucketSort Running Time</vt:lpstr>
      <vt:lpstr>Properties of BucketSort</vt:lpstr>
      <vt:lpstr>RadixSort</vt:lpstr>
      <vt:lpstr>RadixSort</vt:lpstr>
      <vt:lpstr>RadixSort</vt:lpstr>
      <vt:lpstr>RadixSort</vt:lpstr>
      <vt:lpstr>RadixSort Running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Nathan Brunelle</cp:lastModifiedBy>
  <cp:revision>135</cp:revision>
  <dcterms:created xsi:type="dcterms:W3CDTF">2023-09-26T20:08:20Z</dcterms:created>
  <dcterms:modified xsi:type="dcterms:W3CDTF">2026-02-04T23:22:50Z</dcterms:modified>
</cp:coreProperties>
</file>