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7" r:id="rId2"/>
    <p:sldId id="314" r:id="rId3"/>
    <p:sldId id="337" r:id="rId4"/>
    <p:sldId id="315" r:id="rId5"/>
    <p:sldId id="316" r:id="rId6"/>
    <p:sldId id="317" r:id="rId7"/>
    <p:sldId id="318" r:id="rId8"/>
    <p:sldId id="319" r:id="rId9"/>
    <p:sldId id="320" r:id="rId10"/>
    <p:sldId id="321" r:id="rId11"/>
    <p:sldId id="338" r:id="rId12"/>
    <p:sldId id="339" r:id="rId13"/>
    <p:sldId id="340" r:id="rId14"/>
    <p:sldId id="302" r:id="rId15"/>
    <p:sldId id="303" r:id="rId16"/>
    <p:sldId id="304" r:id="rId17"/>
    <p:sldId id="305" r:id="rId18"/>
    <p:sldId id="306" r:id="rId19"/>
    <p:sldId id="307" r:id="rId20"/>
    <p:sldId id="308" r:id="rId21"/>
    <p:sldId id="309" r:id="rId22"/>
    <p:sldId id="311" r:id="rId23"/>
    <p:sldId id="310" r:id="rId24"/>
    <p:sldId id="312" r:id="rId25"/>
    <p:sldId id="313"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FF"/>
    <a:srgbClr val="FF9900"/>
    <a:srgbClr val="FF9797"/>
    <a:srgbClr val="FF6464"/>
    <a:srgbClr val="FF99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01" autoAdjust="0"/>
  </p:normalViewPr>
  <p:slideViewPr>
    <p:cSldViewPr snapToGrid="0">
      <p:cViewPr varScale="1">
        <p:scale>
          <a:sx n="73" d="100"/>
          <a:sy n="73" d="100"/>
        </p:scale>
        <p:origin x="404"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27T19:40:08.084"/>
    </inkml:context>
    <inkml:brush xml:id="br0">
      <inkml:brushProperty name="width" value="0.05292" units="cm"/>
      <inkml:brushProperty name="height" value="0.05292" units="cm"/>
      <inkml:brushProperty name="color" value="#FF0000"/>
    </inkml:brush>
  </inkml:definitions>
  <inkml:trace contextRef="#ctx0" brushRef="#br0">18086 11387 0,'0'0'0,"17"0"0,8 17 0,26 26 16,52 34 0,42 25-1,34-17-15,26-26 0,68-25 16,94 0-1</inkml:trace>
  <inkml:trace contextRef="#ctx0" brushRef="#br0" timeOffset="3190.14">25844 11490 0,'34'0'0,"137"17"0,153-17 15,60-9-15</inkml:trace>
  <inkml:trace contextRef="#ctx0" brushRef="#br0" timeOffset="14164.26">13340 12842 0,'0'0'0,"9"-9"0,33 1 16,35-1-1,60 43 1,93 9-1,69-1-15,42-8 0,77-17 32,-16 0-32</inkml:trace>
  <inkml:trace contextRef="#ctx0" brushRef="#br0" timeOffset="16883.93">11505 14339 0,'0'0'0,"0"0"0,0 0 15,0 0 1,0 0-1,0 8-15,0 1 16,0-1 0,0 1-16,0-9 15,0 0 1,9 8-16,16 9 16,44 9-1,59 8-15,76-9 16,95-42-1,128-59-15,-26-9 16</inkml:trace>
  <inkml:trace contextRef="#ctx0" brushRef="#br0" timeOffset="23805.64">4899 11200 0,'0'0'0,"0"0"0,0 0 15,0 0 1,0 0-16,0 0 31,0 0-15,17 9-16,17 8 15,35 17 1,50 0-16,35-9 16,68-16-1,34-1-15,51 1 16,51-9-1,18 8-15,68-8 16,85-8 0,26-18-16,25 18 15,-162 25 1</inkml:trace>
  <inkml:trace contextRef="#ctx0" brushRef="#br0" timeOffset="31639.99">12589 10163 0,'0'0'0,"0"0"0,0 0 16,0 0-1,0 0 1,9 8-16,-1 9 15,9 9 1,-8 8-16,-1 34 16,1 34-1,-1 26-15,-16-9 0,-9 8 32,0 18-32,8-9 15,1-34 1,8-43-16,0-25 15,0-25 1</inkml:trace>
  <inkml:trace contextRef="#ctx0" brushRef="#br0" timeOffset="32702.86">12299 10307 0,'0'0'0,"0"0"0,0 0 0,0 0 16,0 0-1,17 9-15,0-1 16,26 1-16,25-1 31,43-16-15,17 8-1,26-9-15,25-8 16,17 0-16,35 9 16,16-9-1,26 8-15,-8 9 16,-18 0 0,9-8-16,9-1 15,-26 9 1,-34 0-16,-18 0 15,-24 9 1,-27 8-16,-33 0 16,-18 0-1,-17 8-15,-17-8 16,-25 0 0,0-8-16,-9-1 15,0 9 1,0 0-16,0 0 15,0 0 1,0 9-16,-8 8 16,-1 17-1,1 17-15,-18 26 16,1 25 0,-1 8-16,-8 9 15,-9 9 1,9 8-1,-8-8-15,8-18 16,0-16-16,8-26 16,9-26-1,0-16-15,-8-18 16,8 1 0,0-9-16,0-9 15,0 1 1,0-1-16,-9-8 15,0 0 1,-25-8 0,-17-18-16,-34-16 15,-18-1 1,-25-8-16,-8 9 16,-61-1-16,-16 18 15,-17 16 1,-35 9-1,-17 0-15,1 0 16,-27-8-16,10-1 16,-1 1-16,0-9 31,-8 0-31,-68 0 16</inkml:trace>
  <inkml:trace contextRef="#ctx0" brushRef="#br0" timeOffset="46475.17">7570 14253 0,'0'0'0,"0"0"0,-8 0 0,-1 0 32,1-8-17,-9-1-15,0 1 16,0 8-1,0 0-15,8 0 16,9 0 0,0 0-16,9-9 15,50-8 1,112-17-16,102-8 16,77-1-1,34 1-15</inkml:trace>
  <inkml:trace contextRef="#ctx0" brushRef="#br0" timeOffset="66866.91">7058 12901 0,'0'0'0,"-8"-8"0,-1-1 16,1 9-1,-1 0-15,9 0 16,-8 0 0,-1 0-1,1 0-15,8 0 16,-9 0-1,1 9-15,-18 25 16,0 42 0,-16 35-16,8 16 15,8-24-15,0-35 16,9-9 0,0-16-16,0-1 15,0-16 1,0 8-1,0 0-15,0 8 16,8 9 0,1-8-16,8 8 15,0-9 1,0-16-16,0-1 16,17 1-1,0-9-15,17 0 16,0 0-16,26 0 15,34-9 1,8 1 0,26-1-16,26-16 15,8-1 1,26 1-16,17 8 16,8 0-16,0 0 15,26 0 1,0 8-1,26 9-15,17 0 16,8 0-16,0 0 16,17 9-1,-17-1 1,1 9-16,-1 0 16,-17 0-16,0 18 15,0-1 1,-17 0-1,-34-17-15,-17 0 16,-26-9 0,-8-8-16,-17 0 15,-35-8-15,-8-18 16,-17 1-16,-17-1 16,-9 1-1,-25-1 1,-18 1-1,1-1-15,-1-8 16,10-42 0,7-52-16,18-51 15,8-25-15,1-17 16,7-8-16,-7 50 16,-10 34-1,-7 43-15,-10 26 31,-16 16-31,-9 9 0,-8 17 32,-1 0-32,1 9 15,-18-1 1,-8 9-16,-43 0 16,-34 9-1,-25 16-15,-18 9 16,-8-8-1,9-9 1,-1-17-16,-8-9 16,8-25-1,1-17-15,-9-8 0,-34 8 16,-18 0 0,-59 8-16,-8 1 15,-10 8-15,-16 0 16,-17 0 15,-51 0-31,25 17 16,-17-9-1,0 1-15,-9-9 0,-8-9 16,17 1-16,-25-1 31,-26-8-15,-17 17-16,25 0 15</inkml:trace>
</inkml:ink>
</file>

<file path=ppt/ink/ink2.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27T19:42:03.010"/>
    </inkml:context>
    <inkml:brush xml:id="br0">
      <inkml:brushProperty name="width" value="0.05292" units="cm"/>
      <inkml:brushProperty name="height" value="0.05292" units="cm"/>
      <inkml:brushProperty name="color" value="#FF0000"/>
    </inkml:brush>
  </inkml:definitions>
  <inkml:trace contextRef="#ctx0" brushRef="#br0">9875 6659 0,'0'0'0,"0"0"0,0 0 16,-9 0-1,1 0-15,-18 0 16,-33 9 0,-44 8-16,-8 17 31,17 17-31,9 34 16,0 34-16,-18 59 15,35 18-15,42-26 16,35-8-1,42-26-15,9-60 16,25-50 0,69-52-16,33-50 15,1-35 1,17-42 0,-26-26-16,-51 1 15,-42-1-15,-44 9 16,-50 9-1,-60-10-15,-69 18 16,-76 34 0,-103 68-16,-60 51 15</inkml:trace>
  <inkml:trace contextRef="#ctx0" brushRef="#br0" timeOffset="885.3">13869 6446 0,'0'0'0,"-8"0"0,-9 9 16,-17 16-16,-26 26 16,0 34-1,-17 43 1,-8 34-16,8 8 15,9 17 1,17-9-16,-1 27 16,35 7-16,43-50 15,25-1 1,43-33 0,17-60-16,8-51 15,27-68 1,7-60-16,-25-59 15,-34-51 1,-60-17-16,-76 17 16,-61 34-16,-68 34 15,-119-9 1</inkml:trace>
  <inkml:trace contextRef="#ctx0" brushRef="#br0" timeOffset="2830.48">18512 7025 0,'0'0'0,"0"0"0,0 0 31,0 0-31,-8 0 16,-1 17-16,-25 8 15,-26 26 1,-25 43 0,8 16-1,0 9-15,9 17 16,25-8-16,35 0 16,25-18-1,43-25-15,42-17 16,18-42-1,25-52-15,25-42 16,-25-42 0,-16-35-16,-36-17 15,-41 9 1,-27-8-16,-42 16 16,-51 18-1,-52-1-15,-25 26 16,0 17-1,-119-60-15</inkml:trace>
  <inkml:trace contextRef="#ctx0" brushRef="#br0" timeOffset="3480.29">22626 6599 0,'0'0'0,"-17"0"0,-51 26 16,-35 17-1,9 8-15,9 8 0,-34 35 16,-35 50 0,0 26-1,35-17 1,34-8-16,33-18 15,61 1 1,59-9-16,77-25 16,69-43-1,16-51-15,-25-60 16,-26-25 0,-34-25-16,-42-35 15,-44-17 1,-59-42-16,-76-8 15,-78-1 1,-102 26-16,-85 25 16</inkml:trace>
</inkml:ink>
</file>

<file path=ppt/ink/ink3.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27T19:42:28.400"/>
    </inkml:context>
    <inkml:brush xml:id="br0">
      <inkml:brushProperty name="width" value="0.05292" units="cm"/>
      <inkml:brushProperty name="height" value="0.05292" units="cm"/>
      <inkml:brushProperty name="color" value="#FF0000"/>
    </inkml:brush>
  </inkml:definitions>
  <inkml:trace contextRef="#ctx0" brushRef="#br0">2774 6200 0,'0'0'0,"136"8"0,146 9 31,68 26-31</inkml:trace>
  <inkml:trace contextRef="#ctx0" brushRef="#br0" timeOffset="751.47">2287 9831 0,'0'0'0,"0"0"0,17-8 16,111-18 0,111-42-16,103-102 31,16-26-15</inkml:trace>
  <inkml:trace contextRef="#ctx0" brushRef="#br0" timeOffset="1446.47">2322 13539 0,'0'0'0,"0"0"0,8 0 16,18 9-16,42 16 31,60 18-31,247-26 15,44-17 1</inkml:trace>
  <inkml:trace contextRef="#ctx0" brushRef="#br0" timeOffset="18551.89">12589 6106 0,'0'0'0,"17"0"0,111 0 31,26 0-31,8-8 16,103 8-1,59-9-15,94 18 0,43-1 16,17-8 15,60-34-31,-129 0 16</inkml:trace>
</inkml:ink>
</file>

<file path=ppt/ink/ink4.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27T19:43:19.484"/>
    </inkml:context>
    <inkml:brush xml:id="br0">
      <inkml:brushProperty name="width" value="0.05292" units="cm"/>
      <inkml:brushProperty name="height" value="0.05292" units="cm"/>
      <inkml:brushProperty name="color" value="#FF0000"/>
    </inkml:brush>
  </inkml:definitions>
  <inkml:trace contextRef="#ctx0" brushRef="#br0">12418 6497 0,'-8'0'0,"-1"0"0,1 0 16,-1 0 0,9 0-16,0 0 15,0-8 1,26-1-16,34 1 31,119 8-31,145 8 16,103 1-16,111 8 15,-52 8-15,-102 9 32</inkml:trace>
  <inkml:trace contextRef="#ctx0" brushRef="#br0" timeOffset="1690.06">8407 5979 0,'0'0'0,"0"0"31,8 0-31,61 8 16,50 1-1,129-1-15,59 1 16,26-1 0,128 9-16,-52-8 15</inkml:trace>
  <inkml:trace contextRef="#ctx0" brushRef="#br0" timeOffset="4972.14">7161 11132 0,'17'0'0,"137"-17"0,144-25 16,86-9-1,52 0-15,67-17 16,-93 17-1</inkml:trace>
  <inkml:trace contextRef="#ctx0" brushRef="#br0" timeOffset="7343.31">7553 11030 0,'0'0'0,"-8"26"16,-1 16 0,1 26-16,-1 0 15,1 17 1,-1 17-1,-16 18-15,-1-10 16,0-16-16,-8-9 16,0-9-16,17-16 31,17-9-31,0-9 16,17-8-1,26 0-15,25-8 16,26-9-1,17-17-15,25-17 16,1-9 0,-9-8-16,26-8 0,25 8 15,-8 0 1,25 8 0,17 9-1,-8 9-15,9-1 16,-10 9-16,18 17 15,0 0-15,-17 0 16,8 0 0,-8-8-16,43 8 31,16 8-31,9 1 16,1-1-16,7-8 15,-8 9-15,-17-9 16,9-9-1,0-8-15,-1 0 16,-8 0 0,-25 9-1,-9-1-15,-18 9 16,-41-8 0,-1 8-1,-17-9-15,-34 1 16,-26-18-1,-34 1-15,-8-1 0,-9-8 32,0-8-32,0-18 0,9-16 15,8-35 1,9-8 0,0 0-1,0 0-15,-9-17 0,-17 17 31,-9 42-31,1 9 16,-17 17 0,-1 9-16,-8 8 15,-8 0-15,-1 0 16,-17 8 0,-25 1-1,-26 8-15,1 0 16,-10 8-1,-16 1-15,-43-9 0,-9 0 32,1-9-32,-52-8 15,-9 0 1,1 17-16,-43 0 16,-17 9-1,-26-9-15,-17 0 0,9 0 31,-17 0-31,-9-9 16,-17-16 0,-34-1-16,-17 9 15,-9 17 1,-42 9-16,-52-18 16,-8 9-1,-51-8-15,-154-35 16,290 1-1</inkml:trace>
</inkml:ink>
</file>

<file path=ppt/ink/ink5.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27T19:46:24.033"/>
    </inkml:context>
    <inkml:brush xml:id="br0">
      <inkml:brushProperty name="width" value="0.05292" units="cm"/>
      <inkml:brushProperty name="height" value="0.05292" units="cm"/>
      <inkml:brushProperty name="color" value="#FF0000"/>
    </inkml:brush>
  </inkml:definitions>
  <inkml:trace contextRef="#ctx0" brushRef="#br0">6879 10392 0,'0'0'0,"0"0"0,0 0 15,0 0-15,9 0 16,25 17-1,26 9-15,85 25 16,111-8 0,170-60-16,104-26 15,-1-8 1,60-17-16,-171 34 16</inkml:trace>
  <inkml:trace contextRef="#ctx0" brushRef="#br0" timeOffset="11067.82">11019 12714 0,'111'-8'0,"307"-18"0,222-8 16,145 17-1,43 9 1,-401-1-16</inkml:trace>
  <inkml:trace contextRef="#ctx0" brushRef="#br0" timeOffset="18148.93">10737 14611 0,'0'0'0,"0"0"0,0 0 0,0 0 15,8 0 1,27 8 0,93 1-1,102-1 1,77-8-16,95-17 0,41 9 16,-50 8-1</inkml:trace>
  <inkml:trace contextRef="#ctx0" brushRef="#br0" timeOffset="90326.98">18546 11404 0,'0'0'0,"0"0"0,0 0 15,0 0 1,0 0 0,0 0-1,0 0-15,0-8 16,0 8 0,0-9-1,-8 1-15,-1-1 16,1 1-16,-1-1 15,-25 1 1,-17-9-16,-17 0 16,-35 8-1,9 1-15,0 25 16,-16 17 0,-18 25-1,-1 1-15,44-9 16,34-17-1,17-8-15,8-18 16,1-25 0,-18-17-16,9-8 15,0-1-15,-1 9 16,18 8 0,0 9-1,9 17-15,-1 0 16,-8 17-1,-8 17-15,-1 9 16,-8 0 0,17-1-16,0-8 15,0-8-15,8-1 16,9-8 0,0 9-16,26 16 15,33 18 1,18 16-1,68 26-15,94 34 16,94 17 0</inkml:trace>
  <inkml:trace contextRef="#ctx0" brushRef="#br0" timeOffset="109280.91">18811 10716 0,'0'0'0,"0"8"0,-9 9 16,1 9 0,-18-1-16,-16 1 15,16-18 1</inkml:trace>
  <inkml:trace contextRef="#ctx0" brushRef="#br0" timeOffset="110016.59">18495 11387 0,'0'0'0,"0"0"0,-8 0 15,-1 0 1,-8 0-16,-17 9 15,-17 16 1,-60 27 0,-43 16-1,18 8-15,8-16 0,17-9 16,17-17-16,34-9 16,26-16-1,17-1 1,8-16-1,1-26-15,-9-51 0,34 8 32,17 26-32,-9 26 15,-16 8 1,0 8-16,-9 9 0,-18 0 16,-33 17-16,-34 43 15,-18 33 16,1 18-31,25-1 16,35-8 0,33-17-16,43-25 15,69-1 1,101-25-16,27-17 16,93-8-1</inkml:trace>
  <inkml:trace contextRef="#ctx0" brushRef="#br0" timeOffset="113158.35">17462 14075 0,'0'0'0,"0"0"0,0 0 31,0 0-15,0 0-16,-8 0 15,-1 0 1,1 0 0,-18 0-16,-16 8 15,-35 9 1,-43 17-16,-33 9 16,-1 16-1,-17 18-15,18-17 16,25-18-1,17-16-15,34-9 16,34-34 0,9-26-16,17-67 15,9-27 1,8 27-16,0 42 16,0 25-1,0 18-15,0 8 16,0 17-1,-9 8-15,-34 26 16,-34 51 0,-25 43-16,-17 8 15,25-25-15,51-43 16,17-17 0,35-9-1,34-8-15,-9-25 16</inkml:trace>
  <inkml:trace contextRef="#ctx0" brushRef="#br0" timeOffset="139552.56">5983 14075 0,'0'0'0,"0"0"0,0-9 15,0 1 1,0 8-16,0 0 15,0 0-15,0 0 16,0 0 0,0 0-1,0 0-15,9 0 16,-1-9 0,18 1-16,33-9 15,18 8 1,26-8-16,16 0 31,-25 9-31,26 8 0,67 0 16,-7 0-1,-1-26-15,60-25 16,17-8 0,8-9-16,-16 8 15,-1 1 1,-50 25-16,8 8 15,16 9 1,10-8-16,25-1 16,-34 9-1,-26 0-15,-17-8 16,-59 8-16,-43 0 31,-18 17-31,-24 0 16,-10 0-1,-8 0-15,-8 0 16,-18 8 0,-8 9-16,-34 17 0,-43-8 15,-34-18 1,-26-8 0,-8-25-16,-34-1 15,-43 9 1,0 0-1,-9 9-15,10 16 0,-10 1 32,-17 8-32,-25 34 15,-17 8-15,0 9 32,17 9-32,8-1 0,9-16 15,0-1 1,8-8-16,60-8 15,26-9 1,-9 0-16,43 8 16,26-8-1,16-8-15,26-18 16,18 1-16,16-9 16,17 0-1,9 0-15,9 0 16,8 0-1,17 0 1,43 0 0,42-9-16,77-8 15,9 0 1,42-17-16,44 0 16,-10 9-1,1-1-15,25 9 16,17-8-1,52 8-15,8 0 0,-26 0 32,94-17-32,26-9 15,-77 1 1,-51-9-16,26 17 0,-9 8 31,-60 18-31,-94-1 16,-145 9-1</inkml:trace>
</inkml:ink>
</file>

<file path=ppt/ink/ink6.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27T19:57:12.104"/>
    </inkml:context>
    <inkml:brush xml:id="br0">
      <inkml:brushProperty name="width" value="0.05292" units="cm"/>
      <inkml:brushProperty name="height" value="0.05292" units="cm"/>
      <inkml:brushProperty name="color" value="#FF0000"/>
    </inkml:brush>
  </inkml:definitions>
  <inkml:trace contextRef="#ctx0" brushRef="#br0">11002 7475 0,'0'0'0,"8"-8"0,9-1 15,9 1 1,-1-9-16,-8 8 15,0 1 1,9 8-16,17 0 16,42 8-1,26-8 1,60-8-16,25-18 16,52-8-1,25-8-15,-9-1 16,18 1-1,25-1-15,69-8 16</inkml:trace>
  <inkml:trace contextRef="#ctx0" brushRef="#br0" timeOffset="19201.77">8228 7101 0,'0'0'0,"-9"9"0,1 8 16,-1 0-1,1 8-15,-1-8 16,9 0 0,0 0-16,17 0 15,60 9 1,85-9-16,9-17 16,-103 0-1</inkml:trace>
  <inkml:trace contextRef="#ctx0" brushRef="#br0" timeOffset="19864.72">12009 7365 0,'0'0'0,"0"0"0,8 0 16,35 17-1,85 17-15,43-17 16,33-26-1,35-16 1,86-18-16</inkml:trace>
  <inkml:trace contextRef="#ctx0" brushRef="#br0" timeOffset="33472.43">7135 7586 0,'0'0'0,"9"-9"0,59 1 16,69-1 0,67 1-16,61-9 15,0 0 1,59 17-16,60 17 15</inkml:trace>
</inkml:ink>
</file>

<file path=ppt/ink/ink7.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27T19:52:59.936"/>
    </inkml:context>
    <inkml:brush xml:id="br0">
      <inkml:brushProperty name="width" value="0.05292" units="cm"/>
      <inkml:brushProperty name="height" value="0.05292" units="cm"/>
      <inkml:brushProperty name="color" value="#FF0000"/>
    </inkml:brush>
  </inkml:definitions>
  <inkml:trace contextRef="#ctx0" brushRef="#br0">6717 4065 0,'9'0'0,"67"17"0,69 9 0,675-69 15,-539 9-15,-24 0 0,92-8 16</inkml:trace>
  <inkml:trace contextRef="#ctx0" brushRef="#br0" timeOffset="12676.49">5258 7637 0,'17'-8'0,"34"-10"0,9 1 15,42-8-15,77 8 16,-17 8 0,1 18-1,50 16 1,-17 9-16,77 1 0,9-10 15,68 1 17,51 16-32</inkml:trace>
  <inkml:trace contextRef="#ctx0" brushRef="#br0" timeOffset="14615.62">16899 7331 0,'0'0'0,"0"0"0,0 0 16,0 0 0,0 0-1,0 0 1,17 8-16,77 26 15,60-8-15,59-9 16,60 0-16,17-9 16,18 1-1,93 8 1,68 8-16,18 9 16,-78 9-16</inkml:trace>
  <inkml:trace contextRef="#ctx0" brushRef="#br0" timeOffset="28500.22">10959 8496 0,'0'0'0,"8"0"0,35 17 0,51 17 16,34 0-1,0-8-15,26 8 16,42 0-16,77 8 31,34-16-31,103 16 16,153 1 0,112-26-16,-249-17 15</inkml:trace>
  <inkml:trace contextRef="#ctx0" brushRef="#br0" timeOffset="40166.94">14066 9780 0,'0'0'0,"0"0"0,0 0 16,0 0 0,0 0-16,0 0 15,17 9 1,59 8-16,121 8 0,102-25 31,93-17-31,86-8 16,77 8-1,-137 0-15</inkml:trace>
  <inkml:trace contextRef="#ctx0" brushRef="#br0" timeOffset="62317.93">3900 6472 0,'0'0'0,"0"0"0,0 0 16,0 0-16,-8-9 16,-1-16-1,-25-18 1,-17-8-16,0 0 15,0 17 1,16 0 0,1 17-16,17 0 0,0 9 31,0 8-31,9 0 16,-18 17-16,0 8 15,-8 26 1,0 34-1,0 26-15,17 8 16,8 9 0,-8-1-16,0-25 15,9-17 1,-1-17-16,9-8 16,0-18-1,0 1-15,9-18 16,-1 1-1,35-9-15,51-17 0,34-9 32,-26 1-32,-68-1 15</inkml:trace>
  <inkml:trace contextRef="#ctx0" brushRef="#br0" timeOffset="208260.78">24436 6200 0,'0'0'0,"0"0"0,25 0 16,52-9-1,51 9 1,9 9-16,25 8 16,0 17-1,-43 0 1,-25 8-16,-43 9 0,-16 9 16,-44 33-1,-51 69 1,-34 8-1,9-34-15,8-25 0,26-18 16,8-25 15,26-17-31,17-17 16,0-8-16,17-1 0,9-8 31,25 9-31,0-1 16,-8-16-1,-17 8-15,-1-9 16,-8 1 0,-8-1-16,-9 18 15,-34 33 1,-43 35-16,-8 17 16,-9-9-1,34-26-15,34-25 16,18 0-16,33 17 15,52 34 1,60 26 0,34-1-1,-43-16-15,-43 8 0,-25 43 16,-60 25 0,-171 93-1,-85 27 1</inkml:trace>
</inkml:ink>
</file>

<file path=ppt/ink/ink8.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27T19:54:38.735"/>
    </inkml:context>
    <inkml:brush xml:id="br0">
      <inkml:brushProperty name="width" value="0.05292" units="cm"/>
      <inkml:brushProperty name="height" value="0.05292" units="cm"/>
      <inkml:brushProperty name="color" value="#FF0000"/>
    </inkml:brush>
  </inkml:definitions>
  <inkml:trace contextRef="#ctx0" brushRef="#br0">7767 4771 0,'17'0'0,"51"17"15,43 0-15,-17 0 32,-9 0-17,43 0-15,69 17 16,-35 0-16,-17-17 16,26-8-1,-43-1 1,-52-16-16,-33-1 15,-17 1 1,-1-1-16,-16 9 16</inkml:trace>
  <inkml:trace contextRef="#ctx0" brushRef="#br0" timeOffset="302.64">8791 4635 0,'0'0'0,"0"0"0,0 0 16,34 0 0,34-9-16,52 9 15,-9 0 1,-51 9-16,8 8 16,9 8-1,-26 1-15,-34-9 16,-26 17-1,-76 68 1,-120 60-16,26-26 16,68-17-1,17-43-15,60-42 16,26-25 0</inkml:trace>
  <inkml:trace contextRef="#ctx0" brushRef="#br0" timeOffset="679.95">16950 4805 0,'0'0'0</inkml:trace>
  <inkml:trace contextRef="#ctx0" brushRef="#br0" timeOffset="1012.72">16925 4575 0,'0'0'0,"0"0"0,0 0 0,25 17 31,27 0-31,16 17 16,43 9-1,-17-9-15,-9 0 16,26 9 0,-9-9-16,-16 0 15,-1 0 1,-17-9-16,-33-16 15,-10-1 1,-8-16-16,0-9 16,-8 8-1</inkml:trace>
  <inkml:trace contextRef="#ctx0" brushRef="#br0" timeOffset="1277.57">17744 4652 0,'0'0'0,"9"8"0,33 26 16,18 17-1,43 26-15,25-9 16,-35-25 0,-16-9-16,-34-26 15,-17 1 1,-18-1-1,-25-16-15,-68-9 16,-163-9-16,-76 52 16,-26 42-1,-34 8-15</inkml:trace>
  <inkml:trace contextRef="#ctx0" brushRef="#br0" timeOffset="9109">26672 3155 0,'0'0'0,"0"0"0,0 0 15,0 0 1,0 0-16,0 0 16,0 0-1,0 0-15,34-8 16,119-1-16,61-8 31,42 0-31,17 0 16,0-17-1,94-8-15</inkml:trace>
  <inkml:trace contextRef="#ctx0" brushRef="#br0" timeOffset="10355.09">30273 3300 0,'18'-9'0,"67"9"0,120 9 16,68-1-1,51 9-15,69-8 16,-1-1-1</inkml:trace>
  <inkml:trace contextRef="#ctx0" brushRef="#br0" timeOffset="23484.01">1314 11711 0,'0'0'0,"0"0"0,0 0 16,35 8-16,67 1 15,17-18 1,61-25-16,59 0 15,59-17 1</inkml:trace>
  <inkml:trace contextRef="#ctx0" brushRef="#br0" timeOffset="24330.07">17454 11906 0,'0'0'0,"0"0"0,0-8 15,8-1 1,10 1-16,-1 8 16,0 0-1,25 8-15,52 18 16,86-1 0,84-8-16,43-25 15,43-18 1</inkml:trace>
  <inkml:trace contextRef="#ctx0" brushRef="#br0" timeOffset="28452.8">4976 12502 0,'0'0'0,"0"0"15,0 8-15,0 1 16,0-1 0,8 9-16,35 9 15,77-1 1,33-8 0,112-42-16,93-18 15,-25 1-15,34-9 16</inkml:trace>
  <inkml:trace contextRef="#ctx0" brushRef="#br0" timeOffset="31030.71">5761 13054 0,'9'0'0,"33"0"0,27 0 0,16 9 15,51-1 1,61 1 0,102-26-16,76-9 15,9-8-15</inkml:trace>
  <inkml:trace contextRef="#ctx0" brushRef="#br0" timeOffset="38818.31">21252 12459 0,'0'0'0,"0"0"0,60 0 31,93 0-31,27-8 16,24-9 0,10 8-16,67 1 15</inkml:trace>
  <inkml:trace contextRef="#ctx0" brushRef="#br0" timeOffset="43143.34">22293 13292 0,'0'0'0,"0"0"0,43 0 16,102 9-16,43-18 15,51 1 1,8 16-16,43 86 16,77 59-1</inkml:trace>
  <inkml:trace contextRef="#ctx0" brushRef="#br0" timeOffset="54254.85">4771 7637 0,'0'0'0,"26"-8"0,68-44 15,162-126 1,-17 8 0,-197 144-16</inkml:trace>
</inkml:ink>
</file>

<file path=ppt/ink/ink9.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27T19:55:51.691"/>
    </inkml:context>
    <inkml:brush xml:id="br0">
      <inkml:brushProperty name="width" value="0.05292" units="cm"/>
      <inkml:brushProperty name="height" value="0.05292" units="cm"/>
      <inkml:brushProperty name="color" value="#FF0000"/>
    </inkml:brush>
  </inkml:definitions>
  <inkml:trace contextRef="#ctx0" brushRef="#br0">9337 4303 0,'0'0'0,"34"9"0,43-1 0,43 1 15,33-1 1,52-8-16,85-17 31,60-17-15,34 0-16,-8 9 0,-26-18 31,17-16-31</inkml:trace>
  <inkml:trace contextRef="#ctx0" brushRef="#br0" timeOffset="3791.04">18000 4422 0,'0'0'0,"0"0"0</inkml:trace>
  <inkml:trace contextRef="#ctx0" brushRef="#br0" timeOffset="4770.58">18546 4065 0,'0'0'0,"0"0"0,0 0 15,0 0 1,0 0 0,-8 9-16,-9-1 15,-34 1 1,-35-1-1,-16 1-15,8-18 16,51 9 0,9 0-1,9 17-15,-1 9 16,-25 16-16,0 26 16,-1 9-1,1 50 1,8 35-16,18-9 15,25 0 1,0 34-16,0-25 16,8-18-16,-16 9 15,-18-8 1,1-17 0,-10-18-16,-7-8 15,-1 0 1,9-34-16,17-17 15,0-17-15,8-8 16,9-1 0,0 1-16,0-1 15,26 9 1,17 0-16,25 17 16,26-8-1,51-9 1,85-17-16,-33-26 15,-138 1 1</inkml:trace>
  <inkml:trace contextRef="#ctx0" brushRef="#br0" timeOffset="9485.73">17241 6838 0,'0'0'0,"8"0"0,18 17 16,16 0-16,18 8 15,17 9-15,0-8 32,0-18-32,8 1 15,-8-18-15,-26 1 16,-17-1 0,-8-8-1,-9 9-15</inkml:trace>
  <inkml:trace contextRef="#ctx0" brushRef="#br0" timeOffset="9747.46">17497 6889 0,'0'0'0,"0"0"15,25 17-15,35 0 0,25 25 16,9 9-1,-17-8-15,-9-1 16,9 1 0,-26-18-16,-8 1 15,-17-1 1,-1-8 0,-16 34-1,-35 51-15,1-34 16</inkml:trace>
  <inkml:trace contextRef="#ctx0" brushRef="#br0" timeOffset="14882.44">1212 8709 0,'0'0'0,"0"0"0,0 0 16,0 0-1,0-9 1,0-8-1,0-42 1,-17-10-16,8 18 16,-8 17-1,-8 17-15,16 0 16,1 0 0,8 9-16,0 8 15,0 0 1,0 0-16,0 0 15,0 0 1,0 0-16,8 0 0,69 8 16,42 18-1,78 16 1,25 1 0,34-9-16,34-8 15,51-18 1,60-25-16,43-17 15,51-26 1,52 18-16,33 25 16,43 34-1,34 8-15,17 1 16,69-9 0,-18 0-16,9 34 15,17-17 1,-324-34-16</inkml:trace>
  <inkml:trace contextRef="#ctx0" brushRef="#br0" timeOffset="22231.92">18546 8173 0,'0'0'0,"-8"0"16,-18 0-16,-42-9 16,-26-8-1,-8 0 1,16 9-16,18 8 15,-34 0 1,-9 8-16,25-8 16,1 0-1,17 17-15,17 17 16,-1 43 0,10 59-1,16 51-15,-8 85 0,0-51 16,8-93-1,1 33 1,-1-16-16,9-43 16,-9-8-16,9 33 31,0 1-31,0-43 16,0-17-16,8-26 15,-8 1 1,0-1-1,0-16-15,9-1 16,8-8-16,17 9 16,25 16-1,61 18-15,85 8 16,51-8 0,93 8-1</inkml:trace>
  <inkml:trace contextRef="#ctx0" brushRef="#br0" timeOffset="24495.29">17113 11294 0,'0'0'0,"0"0"0,0 0 15,25-17-15,52-26 16,0 1 0,76-1-16,180-25 15</inkml:trace>
</inkml:ink>
</file>

<file path=ppt/ink/ink10.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27T20:00:23.952"/>
    </inkml:context>
    <inkml:brush xml:id="br0">
      <inkml:brushProperty name="width" value="0.05292" units="cm"/>
      <inkml:brushProperty name="height" value="0.05292" units="cm"/>
      <inkml:brushProperty name="color" value="#FF0000"/>
    </inkml:brush>
  </inkml:definitions>
  <inkml:trace contextRef="#ctx0" brushRef="#br0">2509 8105 0,'0'0'0,"0"-9"0,17 1 15,26-18-15,25 1 16,-8 8 0,34 0-1,25 8-15,35 9 16,34 26 0,59 25-16,78 0 0,84-43 31,35-25-31,-68-17 15</inkml:trace>
  <inkml:trace contextRef="#ctx0" brushRef="#br0" timeOffset="27000.75">1212 9100 0,'0'0'0,"0"0"0,0 0 16,0 0-1,0 0-15,0-9 16,0 1-1,34-1-15,51-16 16,35 8 0,25 8-16,34 9 15,52 9 1,50 25-16,52 8 16,34 1-1,103-26-15,-61-9 16</inkml:trace>
  <inkml:trace contextRef="#ctx0" brushRef="#br0" timeOffset="49824.75">19972 8998 0,'17'0'0,"77"0"0,162-9 15,60 9-15,34 26 16</inkml:trace>
</inkml:ink>
</file>

<file path=ppt/ink/ink11.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27T20:03:29.580"/>
    </inkml:context>
    <inkml:brush xml:id="br0">
      <inkml:brushProperty name="width" value="0.05292" units="cm"/>
      <inkml:brushProperty name="height" value="0.05292" units="cm"/>
      <inkml:brushProperty name="color" value="#FF0000"/>
    </inkml:brush>
  </inkml:definitions>
  <inkml:trace contextRef="#ctx0" brushRef="#br0">10959 14024 0,'0'0'0,"0"0"0,0 0 16,17 0-1,43 17-15,68-9 16,8 9-1,18 0-15,76 0 16,-16 0 0,59-8-1,34-1-15,-25-8 16,144 9 0,-33 16-16,-86 18 0,154 16 15,-51-7 1</inkml:trace>
</inkml:ink>
</file>

<file path=ppt/ink/ink12.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27T20:04:43.507"/>
    </inkml:context>
    <inkml:brush xml:id="br0">
      <inkml:brushProperty name="width" value="0.05292" units="cm"/>
      <inkml:brushProperty name="height" value="0.05292" units="cm"/>
      <inkml:brushProperty name="color" value="#FF0000"/>
    </inkml:brush>
  </inkml:definitions>
  <inkml:trace contextRef="#ctx0" brushRef="#br0">3499 10971 0,'0'0'0,"0"0"0,0 0 16,0 0-16,0 0 16,-8 0-1,-9 0 1,0 17-1,-17 17 1,-52 42-16,-8 1 16,-8-9-1,-1 8-15,35-16 16,25 0-16,18-18 0,8-8 16,0 9 15,8-9-31,1 17 15,8 0 1,0-9-16,17 1 16,17-1-1,17 9-15,0 9 16,1 16 0,-18 35-16,-26-9 15,-25-9 1,-34 1-16,-9 0 15,17-26 1,18-17-16,8-26 16,8 1-1,1-18-15,8 1 16,0-9 0,0 0-16,0 0 15,0-9 1,0 1-16,0 8 15,0 0 1,8 8-16,9 18 16,9 16-1,-9 43-15,-26 77 16,-8 50 0,-8-58-16,16-18 15,26 34 1,69-9-16,42-50 15,0-60-15,162-17 16,171-51 0,-60-43-1</inkml:trace>
</inkml:ink>
</file>

<file path=ppt/ink/ink13.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62.13592" units="1/cm"/>
          <inkml:channelProperty channel="Y" name="resolution" value="62.42775" units="1/cm"/>
          <inkml:channelProperty channel="T" name="resolution" value="1" units="1/dev"/>
        </inkml:channelProperties>
      </inkml:inkSource>
      <inkml:timestamp xml:id="ts0" timeString="2026-05-27T20:05:25.126"/>
    </inkml:context>
    <inkml:brush xml:id="br0">
      <inkml:brushProperty name="width" value="0.05292" units="cm"/>
      <inkml:brushProperty name="height" value="0.05292" units="cm"/>
      <inkml:brushProperty name="color" value="#FF0000"/>
    </inkml:brush>
    <inkml:context xml:id="ctx1">
      <inkml:inkSource xml:id="inkSrc1">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1" timeString="2026-05-27T20:05:59.988"/>
    </inkml:context>
  </inkml:definitions>
  <inkml:trace contextRef="#ctx0" brushRef="#br0">4392 13952 0</inkml:trace>
  <inkml:trace contextRef="#ctx1" brushRef="#br0">3013 8088 0,'0'0'0,"0"0"0,0 0 0,102-9 0,-42 1 0,-9-18 16,0-16-1,52-35-15,42-8 16,-9 0 0,-25 17-1,17 0 1,35 25-16,-18 9 0,25 26 31,78 8-31,17 17 0,16 0 16,44 0-1,7 0 1,44 17-16,-1-8 16,10-18-1,7 9-15,52 17 16,-9-17-1,-25 0-15,8-17 0,-51-17 16</inkml:trace>
  <inkml:trace contextRef="#ctx1" brushRef="#br0" timeOffset="15790.94">8936 12833 0,'0'0'0,"60"9"0,145 25 16,213-17 0,171-77-16,128-59 15,102-25-15,-392 76 16</inkml:trace>
</inkml:ink>
</file>

<file path=ppt/ink/ink14.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27T20:06:50.219"/>
    </inkml:context>
    <inkml:brush xml:id="br0">
      <inkml:brushProperty name="width" value="0.05292" units="cm"/>
      <inkml:brushProperty name="height" value="0.05292" units="cm"/>
      <inkml:brushProperty name="color" value="#FF0000"/>
    </inkml:brush>
  </inkml:definitions>
  <inkml:trace contextRef="#ctx0" brushRef="#br0">6802 10214 0,'0'0'0,"0"0"0,0 0 0,0-17 16,0 8-16,9 1 0,16-1 16,78 1-1,76-9-15,60 8 16,43 9 0,59 17-16,60-8 15,35-1 1,67 18-16,-93-1 15</inkml:trace>
  <inkml:trace contextRef="#ctx0" brushRef="#br0" timeOffset="15577.17">5753 13165 0,'0'0'0,"-26"8"0,-25 9 16,-9 9-16,-8 8 31,-18 25-15,1 10-16,-26 7 15,-8 52 1,42 59-16,26-34 15,25 34 1,9 17-16,8-42 16,18 8-1,25 17-15,34-60 16,43-50 0,9-26-16,42-26 15,68-50 1,-50-94-16,-44-34 15,9-17 1,-25-60-16,-43-17 16,-43-8-1,-51 26-15,-77 8 16,-77-1 0,-76-16-16</inkml:trace>
  <inkml:trace contextRef="#ctx0" brushRef="#br0" timeOffset="17682.46">6077 15487 0,'0'0'0,"0"0"0,0 0 16,-9 0-16,-16-9 16,-26 1-1,-18-9-15,-33 8 31,-9 9-31,0 9 0,0 8 16,0 17 0,-17 25-1,0 26-15,-9 51 16,18 34-16,25-8 16,26 42-1,25-17 1,43-68-1,43 26-15,51 25 16,42-17-16,35-51 16,0-34-16,16-17 15,35-42 17,-25-52-32,-10-110 15,-16-60-15,-69-76 16,-42-25-1,-68 24 1,-52-67-16,-51 43 16,-60 41-16,-68 27 0,-68 25 31</inkml:trace>
  <inkml:trace contextRef="#ctx0" brushRef="#br0" timeOffset="22555.23">10652 13522 0,'0'0'0,"0"0"16,0 0-16,-9-8 15,1-1 1,-1 1-16,0-1 16,-25 1-1,-8-9-15,-27 0 16,-33 8 0,0 9-16,-18 26 15,-17 16 1,9 9-16,0 9 15,0 16 1,-17 26-16,0 0 16,0 0-16,9-17 15,33-17 1,26 0-16,18-8 16,16 0-1,9 16 1,17 9-16,17 0 15,25 9 1,27 25-16,16-17 16,34 0-16,9-17 15,17-9 1,26-8-16,8-8 16,9-9-1,16-8-15,35-9 16,0 0-1,43-17 1,-1-17-16,-8-9 16,-8-8-16,0-8 15,-1 8 1,1 0-16,-1 8 16,1 9-1,-18 17 1,9 0-16,17 9 15,-17-9-15,-17-17 16,-34-9 0,-1-16-1,-24-1-15,-44-16 16,-8-18-16,-8-34 16,-10-8-1,-16 0 1,-17-25-16,-9-18 15,-17 9-15,-42 17 32,-43-25-32,-52-27 15,-25 27-15,-51 16 16,-43 9-16,-8 0 16,-69 0-1,-60 26 1,-8 42-1,-76 25-15,-70 35 0,-24 25 16,-61 51 0,-33 25-16,33-8 15,197-25 1</inkml:trace>
  <inkml:trace contextRef="#ctx0" brushRef="#br0" timeOffset="26412.95">14757 16218 0,'0'0'0,"-17"0"0,-26 0 0,-8 9 0,0 8 15,0-9 17,-9 9-32,-43 0 15,-50 17-15,-78 0 0,-42 0 32,17 0-17,51 9-15,77 8 16,9 0-1,51-9-15,33-16 16,44-9 0,25 0-16,-8-9 15</inkml:trace>
  <inkml:trace contextRef="#ctx0" brushRef="#br0" timeOffset="26643.13">13664 16252 0,'0'0'0,"-8"0"0,-9 9 16,-26 8-16,-59 17 16,-43-9-1,0 9-15,-1 9 16,10-1 0,33-8-1,44-8-15,25 16 16,51 52-1,102 59-15,163 42 16,110 10 0,-33-52-16</inkml:trace>
  <inkml:trace contextRef="#ctx0" brushRef="#br0" timeOffset="49744.07">6359 12289 0,'0'0'0,"-9"0"0,0 0 0,1 0 31,-1 0-31,9 0 16,0 0-16,0 0 16,17 25-1,103 9 1,179-8 0,110-26-16,86-9 15,77-16-15,85 33 0,-230 9 16</inkml:trace>
  <inkml:trace contextRef="#ctx0" brushRef="#br0" timeOffset="54077.83">3098 13437 0,'0'0'0,"0"0"0,0 0 16,0 0-1,9 9 1,42 16-16,111 18 16,103 8-16,161 0 15,104-17 1,33-26-16,-145 1 16</inkml:trace>
</inkml:ink>
</file>

<file path=ppt/ink/ink15.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27T20:08:01.866"/>
    </inkml:context>
    <inkml:brush xml:id="br0">
      <inkml:brushProperty name="width" value="0.05292" units="cm"/>
      <inkml:brushProperty name="height" value="0.05292" units="cm"/>
      <inkml:brushProperty name="color" value="#FF0000"/>
    </inkml:brush>
  </inkml:definitions>
  <inkml:trace contextRef="#ctx0" brushRef="#br0">6034 3402 0,'0'0'0,"0"0"0,0 0 15,9 8-15,16 26 16,35 26 0,25 16-16,52 9 15,93 0 1,146-16-16,145-44 16,68-33-1,68-9-15,85-1 16,-8 10-1,69 42-15,59 9 16,-436-26 0</inkml:trace>
  <inkml:trace contextRef="#ctx0" brushRef="#br0" timeOffset="5340.42">2859 6557 0,'0'0'0,"0"0"0,0-9 0,17 1 16,26-1-1,17-8 1,25-8-16,9-1 15,17 9 1,43-8-16,42 8 16,68 0-1,52 8-15,77 18 16,68-9 0,85 0-16,51-26 15,18-8 1,-197 9-16</inkml:trace>
  <inkml:trace contextRef="#ctx0" brushRef="#br0" timeOffset="14700.84">3235 9499 0,'0'0'0,"0"0"0,0 0 16,0 0-1,17 17-15,51 9 16,77 17 0,77-18-1,51 1-15,60-9 16,26-17 0,84 8-16,27 18 15,-78 8-15</inkml:trace>
</inkml:ink>
</file>

<file path=ppt/ink/ink16.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27T20:08:57.568"/>
    </inkml:context>
    <inkml:brush xml:id="br0">
      <inkml:brushProperty name="width" value="0.05292" units="cm"/>
      <inkml:brushProperty name="height" value="0.05292" units="cm"/>
      <inkml:brushProperty name="color" value="#FF0000"/>
    </inkml:brush>
  </inkml:definitions>
  <inkml:trace contextRef="#ctx0" brushRef="#br0">10609 6387 0,'0'0'0,"34"0"0,43 8 31,8 1-31,94-1 16,60-8-1,103-8-15,33-1 16,-42 9 0,128 17-16,68 34 15,-119 0 1</inkml:trace>
  <inkml:trace contextRef="#ctx0" brushRef="#br0" timeOffset="9456.94">2774 7629 0,'0'0'0,"0"0"0,0 0 31,0 0-31,0 0 16,8 17-16,35 8 16,68 35-16,60 16 15,136 9 1,60-25-1,0-26 1,85-9-16,52-8 0,34 0 16,33 0-1,1 9 1,-154-1 0</inkml:trace>
  <inkml:trace contextRef="#ctx0" brushRef="#br0" timeOffset="50617.71">11761 9244 0,'0'0'0,"0"0"0,17 9 16,26 8-16,8 0 0,-17-9 15,26 1 1,42-9 0,26 0-16,0 0 31,0-9-31,94-8 15,34 0-15,60 9 0,51-9 16,-8-9 15,59-8-31,68-8 16,52-9-16,0 17 0,25 8 31,-153 9-15</inkml:trace>
  <inkml:trace contextRef="#ctx0" brushRef="#br0" timeOffset="58975.38">8859 10324 0,'0'0'0,"0"0"16,0 0 0,17 17-16,0 0 15,18 17 1,41 9-16,35 0 15,60 8 1,77-9-16,76-16 16,60-9-1,17-9-15,60 1 16,68-1 0,-119 18-1</inkml:trace>
  <inkml:trace contextRef="#ctx0" brushRef="#br0" timeOffset="115446.6">17701 12638 0,'0'0'0,"0"0"0,0 0 0,0 0 16,-8-9-1,-1 1-15,1-1 16,-1 1 0,1-9-16,8 0 15,51-26 1,120-33-16,170-1 15,129 9 1,50 59-16,35 52 16,-17 17-1,-129-1 1</inkml:trace>
</inkml:ink>
</file>

<file path=ppt/ink/ink17.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27T20:12:13.489"/>
    </inkml:context>
    <inkml:brush xml:id="br0">
      <inkml:brushProperty name="width" value="0.05292" units="cm"/>
      <inkml:brushProperty name="height" value="0.05292" units="cm"/>
      <inkml:brushProperty name="color" value="#FF0000"/>
    </inkml:brush>
  </inkml:definitions>
  <inkml:trace contextRef="#ctx0" brushRef="#br0">2364 6336 0,'0'0'0,"9"0"0,16 8 16,69-16-16,60-9 15,76-34 1,52-9-16,0 26 16,68 9-1,34 25 1,59 25-16,95 18 15,51-9-15,-171-9 16</inkml:trace>
  <inkml:trace contextRef="#ctx0" brushRef="#br0" timeOffset="23772.18">3303 11668 0,'0'0'0,"0"0"0,0 0 16,43 17-16,59 9 15,60-18 16,94-8-31,69 17 16,93-17-16,103 0 0,-112 26 31</inkml:trace>
  <inkml:trace contextRef="#ctx0" brushRef="#br0" timeOffset="38082.18">7724 14730 0,'0'0'0,"0"0"0,9 0 0,16 8 16,44 1-1,59-9-15,76-26 32,52-16-32,43-18 15,68 9-15,0 17 16,-8 34-16,59 17 16,17-8-1,-42 8-15</inkml:trace>
  <inkml:trace contextRef="#ctx0" brushRef="#br0" timeOffset="69584.86">2834 15682 0,'0'0'0,"0"0"0,0 0 15,0 0 1,0 0-16,0 0 16,0 0-16,0 0 15,0 0 1,0 0-1,0 0-15,17 0 16,68 0 0,52 0-16,93 0 15,43 0 1,34 9-16,43-9 16,26 8-16,127 18 15,61 8-15,-155-9 16</inkml:trace>
  <inkml:trace contextRef="#ctx0" brushRef="#br0" timeOffset="83386.97">7391 16660 0,'0'0'0,"0"0"0,0 0 16,0 0 0,0 0-16,9 0 15,42 0 1,94-8-16,68-1 16,78-8-1,93 9-15,17 8 16,17 8-1,69 18-15,59 25 16,-128 0 0</inkml:trace>
  <inkml:trace contextRef="#ctx0" brushRef="#br0" timeOffset="94483.36">14578 16507 0,'0'0'0,"8"-8"0,9-1 16,9 1-16,8-1 16,26 9-1,25 17-15,26 26 16,9 8 0,42 8-16,43-8 15,34-25 1,85-18-16,86 1 15,-26-1 1</inkml:trace>
</inkml:ink>
</file>

<file path=ppt/ink/ink18.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27T20:14:37.608"/>
    </inkml:context>
    <inkml:brush xml:id="br0">
      <inkml:brushProperty name="width" value="0.05292" units="cm"/>
      <inkml:brushProperty name="height" value="0.05292" units="cm"/>
      <inkml:brushProperty name="color" value="#FF0000"/>
    </inkml:brush>
  </inkml:definitions>
  <inkml:trace contextRef="#ctx0" brushRef="#br0">3081 6557 0,'0'0'0,"0"0"0,17 0 0,205-17 0,-26 8 15,9-25-15,9-8 16,16-1 0,0-8-16,27 9 15,24-1 1,44 9-16,67-8 15,95-1 1,33-25 0,-110 0-16</inkml:trace>
  <inkml:trace contextRef="#ctx0" brushRef="#br0" timeOffset="8452.4">3679 9244 0,'0'0'16,"34"0"-16,43-8 0,68-1 15,51-8 1,17 0-16,52 0 0,42 17 31,-8 26-31,59 16 16</inkml:trace>
  <inkml:trace contextRef="#ctx0" brushRef="#br0" timeOffset="16680.37">3184 10903 0,'0'0'0,"0"0"0,17 17 16,0 0-16,8 8 16,1-8-1,51-8 1,110-26-1,-24-9-15,50-8 16,35 0 0,67 17-16,35 0 0,-25 0 15,170 17 1,-86 26 0</inkml:trace>
  <inkml:trace contextRef="#ctx0" brushRef="#br0" timeOffset="36659.71">6546 12459 0,'0'0'0,"0"0"0,0 0 16,0 0-16,17 0 15,26-8 1,42 8-16,43 0 15,77-9 1,85-8-16,52-8 16,33-1-1,9 0-15,-8 1 16</inkml:trace>
  <inkml:trace contextRef="#ctx0" brushRef="#br0" timeOffset="39218.21">14612 12459 0,'0'0'0,"17"-8"0,17-1 16,34-8 0,35 0-1,33 17 1,18 0-16,17 0 0,51 0 15,42 9 1,69-1 0,25 1-1,18 8-15,85-17 0,85-26 32,103-17-32,76-25 15,-33 0-15,-274 26 16</inkml:trace>
  <inkml:trace contextRef="#ctx0" brushRef="#br0" timeOffset="56626.16">22413 12425 0,'8'-8'0,"18"-1"0,8-8 16,0 0-16,0 17 15,26 17 1,25 34-1,78 60-15,93 59 16,34-26-16,60-8 16</inkml:trace>
  <inkml:trace contextRef="#ctx0" brushRef="#br0" timeOffset="88562.9">25050 14168 0,'0'0'0,"0"9"0,17 25 16,17-9 0,9 1-16,17 8 15,34-8 1,42-1-16,43-8 15,52-17 1,102-8-16,76 8 16,27 25-1,-52 1-15,-17-1 16</inkml:trace>
  <inkml:trace contextRef="#ctx0" brushRef="#br0" timeOffset="89992.52">4515 15240 0,'0'0'0,"0"0"0,0 0 31,0 17-15,9 9-16,42 16 16,60 1-1,94-1 1,93-33-16,155-52 15,110-33-15,-153-1 16</inkml:trace>
  <inkml:trace contextRef="#ctx0" brushRef="#br0" timeOffset="103294.11">20492 15317 0,'0'0'0,"0"0"0,0 0 16,0 0-16,9 0 15,17 8 1,16 9-16,61 0 15,110 17 1,69 0-16,93 0 16,129 0-1,76-8-15,-162-1 16</inkml:trace>
  <inkml:trace contextRef="#ctx0" brushRef="#br0" timeOffset="107330.69">6649 16830 0,'0'0'0,"0"0"16,0 0-16,34 0 16,51 0-1,52-8-15,59-1 16,77 1 0,52 8-16,42 17 15,-9-9 1,9-25-16</inkml:trace>
  <inkml:trace contextRef="#ctx0" brushRef="#br0" timeOffset="109229.45">18179 16754 0,'0'0'0,"0"0"0,0 0 16,0 0-1,0 0 1,0 0-1,0 0-15,26-9 16,34 1 0,59-9-16,78 0 15,76 8 1,77 9-16,51 0 16,68 17-1,77-17-15,180 17 16,-291 9-16</inkml:trace>
</inkml:ink>
</file>

<file path=ppt/ink/ink19.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27T20:17:01.854"/>
    </inkml:context>
    <inkml:brush xml:id="br0">
      <inkml:brushProperty name="width" value="0.05292" units="cm"/>
      <inkml:brushProperty name="height" value="0.05292" units="cm"/>
      <inkml:brushProperty name="color" value="#FF0000"/>
    </inkml:brush>
  </inkml:definitions>
  <inkml:trace contextRef="#ctx0" brushRef="#br0">3243 3912 0,'0'0'0,"0"0"0,0 0 16,17 0-16,35 0 0,50-8 0,77-1 15,69 1 1,33 16-16,18 1 16,60-1-1,50-16-15,52-1 16,43 18 0,33-1-1,10 18-15,7 8 16,27 8-16,8-8 15,-171-8 1</inkml:trace>
  <inkml:trace contextRef="#ctx0" brushRef="#br0" timeOffset="9253.67">3098 6523 0,'0'-9'0,"34"1"0,35-9 15,59-9-15,59 1 16,52-9-1,60 0-15,60 0 16,16 17 0</inkml:trace>
  <inkml:trace contextRef="#ctx0" brushRef="#br0" timeOffset="11064.12">6393 6336 0,'0'0'0,"0"0"0,0 0 0,0 0 16,17-9 15,25 1-31,44-1 15,42 1 1,51-1-16,77-8 16,94 17-1,43 9-15,50-1 16,95 9-16,-120 0 16</inkml:trace>
  <inkml:trace contextRef="#ctx0" brushRef="#br0" timeOffset="44444.57">3132 7254 0,'0'0'0,"0"9"0,-8 33 15,-1 9 1,1 9-1,8-9 1,-9 0-16,1 8 0,-1-16 16,1 0-16,8-1 15,0 1 17,0-1-32,17-8 15,25-8 1,10-9-16,7-17 15,35-9 1,17-16-16,9 8 16,-9 0-1,8 8-15,26 9 16,17 0 0,0 9-16,26-9 15,26 8 1,-1 1-16,0-9 15,-16 17 1,25 8-16,25 9 16,18 0-1,8 0-15,8-8 16,18-1 0,-9-8-16,9-8 15,0-1 1,-18-8-16,-24-8 15,-10-1 1,-17 1 0,1-1-16,-9 1 15,-34 8-15,-26-9 16,-34 1 0,-26 8-16,-16-9 15,-27 1 1,-16-1-16,-17 1 15,-1-1 1,-16 1-16,-1-18 16,1 1-1,-18-26 1,1-17-16,-1-34 16,9 50-16</inkml:trace>
  <inkml:trace contextRef="#ctx0" brushRef="#br0" timeOffset="56132.24">24470 7731 0,'0'0'0,"0"0"0,0 0 16,0 0-1,0 0-15,0 17 16,8 0-1,-8 0 1,0 0-16,0-9 16,0 1-16,0-1 15,0-8 1,17-8-16,60-9 16,85-17-1,9 0 1,111 0-16,68 8 15,8 26-15,69 26 16,68-1 0,-86-16-16</inkml:trace>
  <inkml:trace contextRef="#ctx0" brushRef="#br0" timeOffset="68500.62">6751 12144 0,'0'0'15,"0"0"-15,26 0 16,25 0 0,43 0-16,25 0 15,43 0 1,35 0-16,84 0 16,52-8-1,34-1-15,60-8 16,8-8-1,18-9-15,-52 0 16</inkml:trace>
  <inkml:trace contextRef="#ctx0" brushRef="#br0" timeOffset="119726.9">15346 15291 0,'0'0'0,"0"0"0,17 0 0,26-8 16,25-18 0,26 0-16,-9 1 15,0 8 1,26 0-16,26 17 16,0 0-1,-1 17-15,26 17 16,26 17-1,8 0-15,26 0 16,-17-8 0,8-9-1,26-9-15,0 9 16,26 0 0,8 0-16,9 0 15,51-8 1,34-9-16,0-9 15,25 9-15,-33-8 16,-44 8 0,35 8-1,9 1-15,8 8 16,51 8-16,9-8 16,34-8-1,8-26-15,-25-26 16,-51-8-1</inkml:trace>
</inkml:ink>
</file>

<file path=ppt/ink/ink20.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27T20:19:58.403"/>
    </inkml:context>
    <inkml:brush xml:id="br0">
      <inkml:brushProperty name="width" value="0.05292" units="cm"/>
      <inkml:brushProperty name="height" value="0.05292" units="cm"/>
      <inkml:brushProperty name="color" value="#FF0000"/>
    </inkml:brush>
  </inkml:definitions>
  <inkml:trace contextRef="#ctx0" brushRef="#br0">6085 4193 0,'0'0'0,"0"0"0,26-9 0,42-8 16,26 9 0,9 8-16,-10 17 15,36 25 1,101 18-1,163 8 1,110-17-16,95-51 0,42-60 16,111-16-16,60-18 31,-393 26-15</inkml:trace>
  <inkml:trace contextRef="#ctx0" brushRef="#br0" timeOffset="5252.54">13161 6804 0,'0'0'0,"43"-9"0,76-25 15,77-34 1,18-17-1,8 0-15,17-9 16,51 9-16,43 17 16,110 34-1,104 34 1,110 9-16,-230-1 16</inkml:trace>
  <inkml:trace contextRef="#ctx0" brushRef="#br0" timeOffset="14954.28">9346 11923 0,'0'0'0,"0"0"0,8 0 16,1 9-16,-1-9 31,-8 0-31,9 0 15,-9 0 1,8 0-16,-8 0 16,18 17-1,33 0 1,51 0-16,60 0 16,52 0-1,50-9-15,44 1 16,110-18-1,137-33-15,93-35 16,1 52 0,-240 42-16</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A8D94-701F-50B7-FF63-23914498359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F1BD39A-A942-599F-149A-747401D5460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F35134E-8798-2A87-98AE-0B134785D2DF}"/>
              </a:ext>
            </a:extLst>
          </p:cNvPr>
          <p:cNvSpPr>
            <a:spLocks noGrp="1"/>
          </p:cNvSpPr>
          <p:nvPr>
            <p:ph type="dt" sz="half" idx="10"/>
          </p:nvPr>
        </p:nvSpPr>
        <p:spPr/>
        <p:txBody>
          <a:bodyPr/>
          <a:lstStyle/>
          <a:p>
            <a:fld id="{28421D02-69CC-42C9-85CE-4F8B68ED22B8}" type="datetimeFigureOut">
              <a:rPr lang="en-US" smtClean="0"/>
              <a:t>5/22/2026</a:t>
            </a:fld>
            <a:endParaRPr lang="en-US"/>
          </a:p>
        </p:txBody>
      </p:sp>
      <p:sp>
        <p:nvSpPr>
          <p:cNvPr id="5" name="Footer Placeholder 4">
            <a:extLst>
              <a:ext uri="{FF2B5EF4-FFF2-40B4-BE49-F238E27FC236}">
                <a16:creationId xmlns:a16="http://schemas.microsoft.com/office/drawing/2014/main" id="{E46803DE-E5A1-A42D-17E0-52D8A15FEE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08009D-BD52-D020-26A4-CCFF2596A0F5}"/>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16753084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D3513-3DBF-F295-0635-A76FAD8F751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83A398C-CAEC-53AA-8A8B-28B4B6EFE84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42AEDF-9628-E07A-C6FB-A23F1B37D36C}"/>
              </a:ext>
            </a:extLst>
          </p:cNvPr>
          <p:cNvSpPr>
            <a:spLocks noGrp="1"/>
          </p:cNvSpPr>
          <p:nvPr>
            <p:ph type="dt" sz="half" idx="10"/>
          </p:nvPr>
        </p:nvSpPr>
        <p:spPr/>
        <p:txBody>
          <a:bodyPr/>
          <a:lstStyle/>
          <a:p>
            <a:fld id="{28421D02-69CC-42C9-85CE-4F8B68ED22B8}" type="datetimeFigureOut">
              <a:rPr lang="en-US" smtClean="0"/>
              <a:t>5/22/2026</a:t>
            </a:fld>
            <a:endParaRPr lang="en-US"/>
          </a:p>
        </p:txBody>
      </p:sp>
      <p:sp>
        <p:nvSpPr>
          <p:cNvPr id="5" name="Footer Placeholder 4">
            <a:extLst>
              <a:ext uri="{FF2B5EF4-FFF2-40B4-BE49-F238E27FC236}">
                <a16:creationId xmlns:a16="http://schemas.microsoft.com/office/drawing/2014/main" id="{59AD4231-DF5D-E75E-40A2-4490E38647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461DB8-8E9A-0329-3CC7-DD8BE3960F1C}"/>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057280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B190C-5088-0FD4-FA3D-07D222B9FA3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EE2422D-2D16-CCA8-2A1C-E13A1E0646C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56C9900-661D-64EA-83FB-0318C266A8D4}"/>
              </a:ext>
            </a:extLst>
          </p:cNvPr>
          <p:cNvSpPr>
            <a:spLocks noGrp="1"/>
          </p:cNvSpPr>
          <p:nvPr>
            <p:ph type="dt" sz="half" idx="10"/>
          </p:nvPr>
        </p:nvSpPr>
        <p:spPr/>
        <p:txBody>
          <a:bodyPr/>
          <a:lstStyle/>
          <a:p>
            <a:fld id="{28421D02-69CC-42C9-85CE-4F8B68ED22B8}" type="datetimeFigureOut">
              <a:rPr lang="en-US" smtClean="0"/>
              <a:t>5/22/2026</a:t>
            </a:fld>
            <a:endParaRPr lang="en-US"/>
          </a:p>
        </p:txBody>
      </p:sp>
      <p:sp>
        <p:nvSpPr>
          <p:cNvPr id="5" name="Footer Placeholder 4">
            <a:extLst>
              <a:ext uri="{FF2B5EF4-FFF2-40B4-BE49-F238E27FC236}">
                <a16:creationId xmlns:a16="http://schemas.microsoft.com/office/drawing/2014/main" id="{6CAF216F-818C-AE83-8D4F-42EC3C9423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1494A3-F80F-EC41-DDC0-726FC63A831E}"/>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11959102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BF6897-8ADC-82FB-24C1-148BB152CAE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2607461-A71F-ECE6-AE85-5EA3DB5E18D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BD9E8EA-550B-F0DB-2472-AE2D0456E7C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FBA28DD-EC75-9F30-A7D3-C90A8D02DC59}"/>
              </a:ext>
            </a:extLst>
          </p:cNvPr>
          <p:cNvSpPr>
            <a:spLocks noGrp="1"/>
          </p:cNvSpPr>
          <p:nvPr>
            <p:ph type="dt" sz="half" idx="10"/>
          </p:nvPr>
        </p:nvSpPr>
        <p:spPr/>
        <p:txBody>
          <a:bodyPr/>
          <a:lstStyle/>
          <a:p>
            <a:fld id="{28421D02-69CC-42C9-85CE-4F8B68ED22B8}" type="datetimeFigureOut">
              <a:rPr lang="en-US" smtClean="0"/>
              <a:t>5/22/2026</a:t>
            </a:fld>
            <a:endParaRPr lang="en-US"/>
          </a:p>
        </p:txBody>
      </p:sp>
      <p:sp>
        <p:nvSpPr>
          <p:cNvPr id="6" name="Footer Placeholder 5">
            <a:extLst>
              <a:ext uri="{FF2B5EF4-FFF2-40B4-BE49-F238E27FC236}">
                <a16:creationId xmlns:a16="http://schemas.microsoft.com/office/drawing/2014/main" id="{4B3D4F3C-0167-D8D5-E58E-83645CE37A4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496DDF0-EBE9-4CB3-A532-8F8C26FCF3A1}"/>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6216489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EBC21-07E8-90D6-8FD3-4B7809D3558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8688B1-01DC-A6B4-1C44-C73416EC04F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E4004C5-4EEE-C9A3-0FFF-B154F5B9A8C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5C95CA1-99E7-80CC-FF66-5C2F2590466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621CBD4-5851-D78F-5249-59CDD8C9BC7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092F86E-5D21-865D-53AE-77B5C57EAC92}"/>
              </a:ext>
            </a:extLst>
          </p:cNvPr>
          <p:cNvSpPr>
            <a:spLocks noGrp="1"/>
          </p:cNvSpPr>
          <p:nvPr>
            <p:ph type="dt" sz="half" idx="10"/>
          </p:nvPr>
        </p:nvSpPr>
        <p:spPr/>
        <p:txBody>
          <a:bodyPr/>
          <a:lstStyle/>
          <a:p>
            <a:fld id="{28421D02-69CC-42C9-85CE-4F8B68ED22B8}" type="datetimeFigureOut">
              <a:rPr lang="en-US" smtClean="0"/>
              <a:t>5/22/2026</a:t>
            </a:fld>
            <a:endParaRPr lang="en-US"/>
          </a:p>
        </p:txBody>
      </p:sp>
      <p:sp>
        <p:nvSpPr>
          <p:cNvPr id="8" name="Footer Placeholder 7">
            <a:extLst>
              <a:ext uri="{FF2B5EF4-FFF2-40B4-BE49-F238E27FC236}">
                <a16:creationId xmlns:a16="http://schemas.microsoft.com/office/drawing/2014/main" id="{D7F5E5A8-7D51-605B-E276-A7A5B93FE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F9E01F4-D4D9-E56F-9035-05E605811E6D}"/>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2741871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3237B-2CFD-F0AF-D3E6-2FDD100A8F4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D614118-0522-CF53-601D-265A3261E4BE}"/>
              </a:ext>
            </a:extLst>
          </p:cNvPr>
          <p:cNvSpPr>
            <a:spLocks noGrp="1"/>
          </p:cNvSpPr>
          <p:nvPr>
            <p:ph type="dt" sz="half" idx="10"/>
          </p:nvPr>
        </p:nvSpPr>
        <p:spPr/>
        <p:txBody>
          <a:bodyPr/>
          <a:lstStyle/>
          <a:p>
            <a:fld id="{28421D02-69CC-42C9-85CE-4F8B68ED22B8}" type="datetimeFigureOut">
              <a:rPr lang="en-US" smtClean="0"/>
              <a:t>5/22/2026</a:t>
            </a:fld>
            <a:endParaRPr lang="en-US"/>
          </a:p>
        </p:txBody>
      </p:sp>
      <p:sp>
        <p:nvSpPr>
          <p:cNvPr id="4" name="Footer Placeholder 3">
            <a:extLst>
              <a:ext uri="{FF2B5EF4-FFF2-40B4-BE49-F238E27FC236}">
                <a16:creationId xmlns:a16="http://schemas.microsoft.com/office/drawing/2014/main" id="{3ACC46D9-B22E-C768-B35E-20DA33956A5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65D07EE-0E9C-EC8E-BAC0-7B8C9EFB5AEE}"/>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7696162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7BA0918-E285-61F1-EDAF-6B7FD149CC5D}"/>
              </a:ext>
            </a:extLst>
          </p:cNvPr>
          <p:cNvSpPr>
            <a:spLocks noGrp="1"/>
          </p:cNvSpPr>
          <p:nvPr>
            <p:ph type="dt" sz="half" idx="10"/>
          </p:nvPr>
        </p:nvSpPr>
        <p:spPr/>
        <p:txBody>
          <a:bodyPr/>
          <a:lstStyle/>
          <a:p>
            <a:fld id="{28421D02-69CC-42C9-85CE-4F8B68ED22B8}" type="datetimeFigureOut">
              <a:rPr lang="en-US" smtClean="0"/>
              <a:t>5/22/2026</a:t>
            </a:fld>
            <a:endParaRPr lang="en-US"/>
          </a:p>
        </p:txBody>
      </p:sp>
      <p:sp>
        <p:nvSpPr>
          <p:cNvPr id="3" name="Footer Placeholder 2">
            <a:extLst>
              <a:ext uri="{FF2B5EF4-FFF2-40B4-BE49-F238E27FC236}">
                <a16:creationId xmlns:a16="http://schemas.microsoft.com/office/drawing/2014/main" id="{AEAFD855-6290-493F-81E4-A89E8DDEDE5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ECBAA96-146F-BEF1-15D5-935C1B8E9FE2}"/>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759843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91D78-E109-DF5D-A589-413429D2AE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0E91868-FB59-5D14-1BCA-C7C43F068CB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2A2F535-BC7E-F5E2-864B-461F8404D0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CFCF40-365C-13EE-4DB1-CC7C58586C55}"/>
              </a:ext>
            </a:extLst>
          </p:cNvPr>
          <p:cNvSpPr>
            <a:spLocks noGrp="1"/>
          </p:cNvSpPr>
          <p:nvPr>
            <p:ph type="dt" sz="half" idx="10"/>
          </p:nvPr>
        </p:nvSpPr>
        <p:spPr/>
        <p:txBody>
          <a:bodyPr/>
          <a:lstStyle/>
          <a:p>
            <a:fld id="{28421D02-69CC-42C9-85CE-4F8B68ED22B8}" type="datetimeFigureOut">
              <a:rPr lang="en-US" smtClean="0"/>
              <a:t>5/22/2026</a:t>
            </a:fld>
            <a:endParaRPr lang="en-US"/>
          </a:p>
        </p:txBody>
      </p:sp>
      <p:sp>
        <p:nvSpPr>
          <p:cNvPr id="6" name="Footer Placeholder 5">
            <a:extLst>
              <a:ext uri="{FF2B5EF4-FFF2-40B4-BE49-F238E27FC236}">
                <a16:creationId xmlns:a16="http://schemas.microsoft.com/office/drawing/2014/main" id="{C1858AA7-3077-1807-CEB8-2C0F27B4C6F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0F74C30-07C1-3F35-E57B-30BFA71ABAC4}"/>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535316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81C30-49BA-398C-2DF8-B0736590C2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5C7B813-1595-60AF-F5B3-A0DAE665365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06402F2-AF70-21FD-1449-18CBF4C170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E1982EC-DE32-4452-40AB-762F386AF589}"/>
              </a:ext>
            </a:extLst>
          </p:cNvPr>
          <p:cNvSpPr>
            <a:spLocks noGrp="1"/>
          </p:cNvSpPr>
          <p:nvPr>
            <p:ph type="dt" sz="half" idx="10"/>
          </p:nvPr>
        </p:nvSpPr>
        <p:spPr/>
        <p:txBody>
          <a:bodyPr/>
          <a:lstStyle/>
          <a:p>
            <a:fld id="{28421D02-69CC-42C9-85CE-4F8B68ED22B8}" type="datetimeFigureOut">
              <a:rPr lang="en-US" smtClean="0"/>
              <a:t>5/22/2026</a:t>
            </a:fld>
            <a:endParaRPr lang="en-US"/>
          </a:p>
        </p:txBody>
      </p:sp>
      <p:sp>
        <p:nvSpPr>
          <p:cNvPr id="6" name="Footer Placeholder 5">
            <a:extLst>
              <a:ext uri="{FF2B5EF4-FFF2-40B4-BE49-F238E27FC236}">
                <a16:creationId xmlns:a16="http://schemas.microsoft.com/office/drawing/2014/main" id="{0EE76A50-D174-12CE-9CCD-74569685B79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CD79484-4128-5F97-59B5-3CF00D561C01}"/>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40112338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C0788-F665-F0AA-D34E-18CDC381E38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2D25BE1-D418-6610-B976-595A42D78D3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6C710E-4740-E186-8004-9F098E4B8AA8}"/>
              </a:ext>
            </a:extLst>
          </p:cNvPr>
          <p:cNvSpPr>
            <a:spLocks noGrp="1"/>
          </p:cNvSpPr>
          <p:nvPr>
            <p:ph type="dt" sz="half" idx="10"/>
          </p:nvPr>
        </p:nvSpPr>
        <p:spPr/>
        <p:txBody>
          <a:bodyPr/>
          <a:lstStyle/>
          <a:p>
            <a:fld id="{28421D02-69CC-42C9-85CE-4F8B68ED22B8}" type="datetimeFigureOut">
              <a:rPr lang="en-US" smtClean="0"/>
              <a:t>5/22/2026</a:t>
            </a:fld>
            <a:endParaRPr lang="en-US"/>
          </a:p>
        </p:txBody>
      </p:sp>
      <p:sp>
        <p:nvSpPr>
          <p:cNvPr id="5" name="Footer Placeholder 4">
            <a:extLst>
              <a:ext uri="{FF2B5EF4-FFF2-40B4-BE49-F238E27FC236}">
                <a16:creationId xmlns:a16="http://schemas.microsoft.com/office/drawing/2014/main" id="{63D57D91-6BF0-5F67-0BAA-BA3B5985E8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4EB95B-64CF-ED1B-895D-0C15FB84A947}"/>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18960711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C6B0D1A-0325-047A-3C56-DB7DC37D1F0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42D4EC8-DF7A-722B-0985-B7E8ED8800C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9F5D96-5B5D-A0E1-6B7E-F894B33DE4BE}"/>
              </a:ext>
            </a:extLst>
          </p:cNvPr>
          <p:cNvSpPr>
            <a:spLocks noGrp="1"/>
          </p:cNvSpPr>
          <p:nvPr>
            <p:ph type="dt" sz="half" idx="10"/>
          </p:nvPr>
        </p:nvSpPr>
        <p:spPr/>
        <p:txBody>
          <a:bodyPr/>
          <a:lstStyle/>
          <a:p>
            <a:fld id="{28421D02-69CC-42C9-85CE-4F8B68ED22B8}" type="datetimeFigureOut">
              <a:rPr lang="en-US" smtClean="0"/>
              <a:t>5/22/2026</a:t>
            </a:fld>
            <a:endParaRPr lang="en-US"/>
          </a:p>
        </p:txBody>
      </p:sp>
      <p:sp>
        <p:nvSpPr>
          <p:cNvPr id="5" name="Footer Placeholder 4">
            <a:extLst>
              <a:ext uri="{FF2B5EF4-FFF2-40B4-BE49-F238E27FC236}">
                <a16:creationId xmlns:a16="http://schemas.microsoft.com/office/drawing/2014/main" id="{0841E58B-FD1B-5158-9002-DB7909020E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26E6E6-5DB2-B08C-E98E-4CE4CABABD3F}"/>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3809401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EFDEBFE-9C54-D45A-111D-948735AB4A2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5AF582E-F84E-411A-7F7A-D8EF87E1F51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DCE3F9-A152-FD27-1D1D-64A1C313F37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421D02-69CC-42C9-85CE-4F8B68ED22B8}" type="datetimeFigureOut">
              <a:rPr lang="en-US" smtClean="0"/>
              <a:t>5/22/2026</a:t>
            </a:fld>
            <a:endParaRPr lang="en-US"/>
          </a:p>
        </p:txBody>
      </p:sp>
      <p:sp>
        <p:nvSpPr>
          <p:cNvPr id="5" name="Footer Placeholder 4">
            <a:extLst>
              <a:ext uri="{FF2B5EF4-FFF2-40B4-BE49-F238E27FC236}">
                <a16:creationId xmlns:a16="http://schemas.microsoft.com/office/drawing/2014/main" id="{955F318D-9BE5-6E4A-1795-F02EED65F83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404FB82-C81E-722D-F23A-4047C60DBFC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A6B0C1-9E0A-4C4A-808A-34C0E77FF2FF}" type="slidenum">
              <a:rPr lang="en-US" smtClean="0"/>
              <a:t>‹#›</a:t>
            </a:fld>
            <a:endParaRPr lang="en-US"/>
          </a:p>
        </p:txBody>
      </p:sp>
    </p:spTree>
    <p:extLst>
      <p:ext uri="{BB962C8B-B14F-4D97-AF65-F5344CB8AC3E}">
        <p14:creationId xmlns:p14="http://schemas.microsoft.com/office/powerpoint/2010/main" val="16716214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cs.uw.edu/332"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customXml" Target="../ink/ink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customXml" Target="../ink/ink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customXml" Target="../ink/ink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customXml" Target="../ink/ink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customXml" Target="../ink/ink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customXml" Target="../ink/ink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customXml" Target="../ink/ink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customXml" Target="../ink/ink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customXml" Target="../ink/ink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customXml" Target="../ink/ink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customXml" Target="../ink/ink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customXml" Target="../ink/ink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customXml" Target="../ink/ink14.xml"/><Relationship Id="rId2" Type="http://schemas.openxmlformats.org/officeDocument/2006/relationships/image" Target="../media/image14.jpe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customXml" Target="../ink/ink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customXml" Target="../ink/ink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customXml" Target="../ink/ink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customXml" Target="../ink/ink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customXml" Target="../ink/ink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customXml" Target="../ink/ink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2029F-F4C6-FDAD-6A00-4E30C8EE848F}"/>
              </a:ext>
            </a:extLst>
          </p:cNvPr>
          <p:cNvSpPr>
            <a:spLocks noGrp="1"/>
          </p:cNvSpPr>
          <p:nvPr>
            <p:ph type="ctrTitle"/>
          </p:nvPr>
        </p:nvSpPr>
        <p:spPr>
          <a:xfrm>
            <a:off x="1210887" y="1138988"/>
            <a:ext cx="9770225" cy="2387600"/>
          </a:xfrm>
        </p:spPr>
        <p:txBody>
          <a:bodyPr>
            <a:normAutofit fontScale="90000"/>
          </a:bodyPr>
          <a:lstStyle/>
          <a:p>
            <a:r>
              <a:rPr lang="en-US" dirty="0"/>
              <a:t>CSE 332 Spring 2026</a:t>
            </a:r>
            <a:br>
              <a:rPr lang="en-US" dirty="0"/>
            </a:br>
            <a:r>
              <a:rPr lang="en-US" dirty="0"/>
              <a:t>Lecture 24: Concurrency 3 – </a:t>
            </a:r>
            <a:br>
              <a:rPr lang="en-US" dirty="0"/>
            </a:br>
            <a:r>
              <a:rPr lang="en-US" dirty="0"/>
              <a:t>Deadlock and Wisdom</a:t>
            </a:r>
          </a:p>
        </p:txBody>
      </p:sp>
      <p:sp>
        <p:nvSpPr>
          <p:cNvPr id="3" name="Subtitle 2">
            <a:extLst>
              <a:ext uri="{FF2B5EF4-FFF2-40B4-BE49-F238E27FC236}">
                <a16:creationId xmlns:a16="http://schemas.microsoft.com/office/drawing/2014/main" id="{AB96019E-F067-13A3-DC5B-9F49CCFEF437}"/>
              </a:ext>
            </a:extLst>
          </p:cNvPr>
          <p:cNvSpPr>
            <a:spLocks noGrp="1"/>
          </p:cNvSpPr>
          <p:nvPr>
            <p:ph type="subTitle" idx="1"/>
          </p:nvPr>
        </p:nvSpPr>
        <p:spPr/>
        <p:txBody>
          <a:bodyPr/>
          <a:lstStyle/>
          <a:p>
            <a:r>
              <a:rPr lang="en-US" dirty="0"/>
              <a:t>Nathan Brunelle</a:t>
            </a:r>
          </a:p>
          <a:p>
            <a:r>
              <a:rPr lang="en-US" dirty="0">
                <a:hlinkClick r:id="rId2"/>
              </a:rPr>
              <a:t>http://www.cs.uw.edu/332</a:t>
            </a:r>
            <a:endParaRPr lang="en-US" dirty="0"/>
          </a:p>
          <a:p>
            <a:endParaRPr lang="en-US" dirty="0"/>
          </a:p>
          <a:p>
            <a:endParaRPr lang="en-US" dirty="0"/>
          </a:p>
        </p:txBody>
      </p:sp>
    </p:spTree>
    <p:extLst>
      <p:ext uri="{BB962C8B-B14F-4D97-AF65-F5344CB8AC3E}">
        <p14:creationId xmlns:p14="http://schemas.microsoft.com/office/powerpoint/2010/main" val="3973303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BED13-22A1-8328-2908-CCDB1D5CC9B6}"/>
              </a:ext>
            </a:extLst>
          </p:cNvPr>
          <p:cNvSpPr>
            <a:spLocks noGrp="1"/>
          </p:cNvSpPr>
          <p:nvPr>
            <p:ph type="title"/>
          </p:nvPr>
        </p:nvSpPr>
        <p:spPr/>
        <p:txBody>
          <a:bodyPr/>
          <a:lstStyle/>
          <a:p>
            <a:r>
              <a:rPr lang="en-US" dirty="0"/>
              <a:t>Deadlock</a:t>
            </a:r>
          </a:p>
        </p:txBody>
      </p:sp>
      <p:sp>
        <p:nvSpPr>
          <p:cNvPr id="3" name="Content Placeholder 2">
            <a:extLst>
              <a:ext uri="{FF2B5EF4-FFF2-40B4-BE49-F238E27FC236}">
                <a16:creationId xmlns:a16="http://schemas.microsoft.com/office/drawing/2014/main" id="{4F0910F9-037F-8B63-FA98-ED21F813EFEA}"/>
              </a:ext>
            </a:extLst>
          </p:cNvPr>
          <p:cNvSpPr>
            <a:spLocks noGrp="1"/>
          </p:cNvSpPr>
          <p:nvPr>
            <p:ph idx="1"/>
          </p:nvPr>
        </p:nvSpPr>
        <p:spPr/>
        <p:txBody>
          <a:bodyPr/>
          <a:lstStyle/>
          <a:p>
            <a:r>
              <a:rPr lang="en-US" dirty="0"/>
              <a:t>Occurs when two or more threads are mutually blocking each other</a:t>
            </a:r>
          </a:p>
          <a:p>
            <a:r>
              <a:rPr lang="en-US" dirty="0"/>
              <a:t>T1 is blocked by T2, which is blocked by T3, …, Tn is blocked by T1</a:t>
            </a:r>
          </a:p>
          <a:p>
            <a:pPr lvl="1"/>
            <a:r>
              <a:rPr lang="en-US" dirty="0"/>
              <a:t>A cycle of blocking</a:t>
            </a:r>
          </a:p>
          <a:p>
            <a:pPr lvl="1"/>
            <a:endParaRPr lang="en-US" dirty="0"/>
          </a:p>
          <a:p>
            <a:r>
              <a:rPr lang="en-US" dirty="0"/>
              <a:t>Three requirements for deadlock:</a:t>
            </a:r>
          </a:p>
          <a:p>
            <a:pPr lvl="1"/>
            <a:r>
              <a:rPr lang="en-US" dirty="0"/>
              <a:t>Multiple threads each need to acquire </a:t>
            </a:r>
            <a:r>
              <a:rPr lang="en-US" b="1" dirty="0"/>
              <a:t>multiple locks</a:t>
            </a:r>
          </a:p>
          <a:p>
            <a:pPr lvl="1"/>
            <a:r>
              <a:rPr lang="en-US" dirty="0"/>
              <a:t>The locks need to be </a:t>
            </a:r>
            <a:r>
              <a:rPr lang="en-US" b="1" dirty="0"/>
              <a:t>held at the same time </a:t>
            </a:r>
            <a:r>
              <a:rPr lang="en-US" dirty="0"/>
              <a:t>by the threads</a:t>
            </a:r>
          </a:p>
          <a:p>
            <a:pPr lvl="1"/>
            <a:r>
              <a:rPr lang="en-US" dirty="0"/>
              <a:t>The locks may be </a:t>
            </a:r>
            <a:r>
              <a:rPr lang="en-US" b="1" dirty="0"/>
              <a:t>acquired in multiple orders</a:t>
            </a:r>
          </a:p>
        </p:txBody>
      </p:sp>
    </p:spTree>
    <p:extLst>
      <p:ext uri="{BB962C8B-B14F-4D97-AF65-F5344CB8AC3E}">
        <p14:creationId xmlns:p14="http://schemas.microsoft.com/office/powerpoint/2010/main" val="41427121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57806B-AA09-E3BC-9439-4A90F231A845}"/>
              </a:ext>
            </a:extLst>
          </p:cNvPr>
          <p:cNvSpPr>
            <a:spLocks noGrp="1"/>
          </p:cNvSpPr>
          <p:nvPr>
            <p:ph type="title"/>
          </p:nvPr>
        </p:nvSpPr>
        <p:spPr/>
        <p:txBody>
          <a:bodyPr/>
          <a:lstStyle/>
          <a:p>
            <a:r>
              <a:rPr lang="en-US" dirty="0"/>
              <a:t>Analog Example – Need the Trident to Write, Need the Dinosaur to Speak</a:t>
            </a:r>
          </a:p>
        </p:txBody>
      </p:sp>
      <p:sp>
        <p:nvSpPr>
          <p:cNvPr id="3" name="Text Placeholder 2">
            <a:extLst>
              <a:ext uri="{FF2B5EF4-FFF2-40B4-BE49-F238E27FC236}">
                <a16:creationId xmlns:a16="http://schemas.microsoft.com/office/drawing/2014/main" id="{8A3FC2DB-42D2-D392-C86B-4DA2D8013478}"/>
              </a:ext>
            </a:extLst>
          </p:cNvPr>
          <p:cNvSpPr>
            <a:spLocks noGrp="1"/>
          </p:cNvSpPr>
          <p:nvPr>
            <p:ph type="body" idx="1"/>
          </p:nvPr>
        </p:nvSpPr>
        <p:spPr/>
        <p:txBody>
          <a:bodyPr/>
          <a:lstStyle/>
          <a:p>
            <a:r>
              <a:rPr lang="en-US" u="sng" dirty="0"/>
              <a:t>Nathan</a:t>
            </a:r>
          </a:p>
        </p:txBody>
      </p:sp>
      <p:sp>
        <p:nvSpPr>
          <p:cNvPr id="4" name="Content Placeholder 3">
            <a:extLst>
              <a:ext uri="{FF2B5EF4-FFF2-40B4-BE49-F238E27FC236}">
                <a16:creationId xmlns:a16="http://schemas.microsoft.com/office/drawing/2014/main" id="{29C49F5F-E0C1-4C63-DA47-E3CA354E9CA6}"/>
              </a:ext>
            </a:extLst>
          </p:cNvPr>
          <p:cNvSpPr>
            <a:spLocks noGrp="1"/>
          </p:cNvSpPr>
          <p:nvPr>
            <p:ph sz="half" idx="2"/>
          </p:nvPr>
        </p:nvSpPr>
        <p:spPr/>
        <p:txBody>
          <a:bodyPr/>
          <a:lstStyle/>
          <a:p>
            <a:pPr marL="0" indent="0">
              <a:buNone/>
            </a:pPr>
            <a:r>
              <a:rPr lang="en-US" b="1" dirty="0"/>
              <a:t>Acquire the Trident</a:t>
            </a:r>
          </a:p>
          <a:p>
            <a:pPr marL="0" indent="0">
              <a:buNone/>
            </a:pPr>
            <a:r>
              <a:rPr lang="en-US" dirty="0"/>
              <a:t>Write your first name in the box</a:t>
            </a:r>
          </a:p>
          <a:p>
            <a:pPr marL="0" indent="0">
              <a:buNone/>
            </a:pPr>
            <a:r>
              <a:rPr lang="en-US" b="1" dirty="0"/>
              <a:t>Acquire the Dinosaur</a:t>
            </a:r>
          </a:p>
          <a:p>
            <a:pPr marL="0" indent="0">
              <a:buNone/>
            </a:pPr>
            <a:r>
              <a:rPr lang="en-US" dirty="0"/>
              <a:t>Write your last name in the box while calling out each letter</a:t>
            </a:r>
          </a:p>
          <a:p>
            <a:pPr marL="0" indent="0">
              <a:buNone/>
            </a:pPr>
            <a:r>
              <a:rPr lang="en-US" b="1" dirty="0"/>
              <a:t>Release the Dinosaur</a:t>
            </a:r>
          </a:p>
          <a:p>
            <a:pPr marL="0" indent="0">
              <a:buNone/>
            </a:pPr>
            <a:r>
              <a:rPr lang="en-US" b="1" dirty="0"/>
              <a:t>Release the Trident</a:t>
            </a:r>
          </a:p>
          <a:p>
            <a:pPr marL="0" indent="0">
              <a:buNone/>
            </a:pPr>
            <a:endParaRPr lang="en-US" dirty="0"/>
          </a:p>
          <a:p>
            <a:pPr marL="0" indent="0">
              <a:buNone/>
            </a:pPr>
            <a:endParaRPr lang="en-US" dirty="0"/>
          </a:p>
          <a:p>
            <a:pPr marL="0" indent="0">
              <a:buNone/>
            </a:pPr>
            <a:endParaRPr lang="en-US" dirty="0"/>
          </a:p>
        </p:txBody>
      </p:sp>
      <p:sp>
        <p:nvSpPr>
          <p:cNvPr id="5" name="Text Placeholder 4">
            <a:extLst>
              <a:ext uri="{FF2B5EF4-FFF2-40B4-BE49-F238E27FC236}">
                <a16:creationId xmlns:a16="http://schemas.microsoft.com/office/drawing/2014/main" id="{B9BD5885-92D3-99C5-CC0A-7A9133BAF205}"/>
              </a:ext>
            </a:extLst>
          </p:cNvPr>
          <p:cNvSpPr>
            <a:spLocks noGrp="1"/>
          </p:cNvSpPr>
          <p:nvPr>
            <p:ph type="body" sz="quarter" idx="3"/>
          </p:nvPr>
        </p:nvSpPr>
        <p:spPr/>
        <p:txBody>
          <a:bodyPr/>
          <a:lstStyle/>
          <a:p>
            <a:r>
              <a:rPr lang="en-US" u="sng" dirty="0"/>
              <a:t>Volunteer</a:t>
            </a:r>
          </a:p>
        </p:txBody>
      </p:sp>
      <p:sp>
        <p:nvSpPr>
          <p:cNvPr id="6" name="Content Placeholder 5">
            <a:extLst>
              <a:ext uri="{FF2B5EF4-FFF2-40B4-BE49-F238E27FC236}">
                <a16:creationId xmlns:a16="http://schemas.microsoft.com/office/drawing/2014/main" id="{99FA7DC8-21A2-0233-AA56-2E62F17B38AB}"/>
              </a:ext>
            </a:extLst>
          </p:cNvPr>
          <p:cNvSpPr>
            <a:spLocks noGrp="1"/>
          </p:cNvSpPr>
          <p:nvPr>
            <p:ph sz="quarter" idx="4"/>
          </p:nvPr>
        </p:nvSpPr>
        <p:spPr/>
        <p:txBody>
          <a:bodyPr/>
          <a:lstStyle/>
          <a:p>
            <a:pPr marL="0" indent="0">
              <a:buNone/>
            </a:pPr>
            <a:r>
              <a:rPr lang="en-US" b="1" dirty="0"/>
              <a:t>Acquire the Dinosaur</a:t>
            </a:r>
          </a:p>
          <a:p>
            <a:pPr marL="0" indent="0">
              <a:buNone/>
            </a:pPr>
            <a:r>
              <a:rPr lang="en-US" dirty="0"/>
              <a:t>say your first name</a:t>
            </a:r>
          </a:p>
          <a:p>
            <a:pPr marL="0" indent="0">
              <a:buNone/>
            </a:pPr>
            <a:r>
              <a:rPr lang="en-US" b="1" dirty="0"/>
              <a:t>Acquire the Trident</a:t>
            </a:r>
          </a:p>
          <a:p>
            <a:pPr marL="0" indent="0">
              <a:buNone/>
            </a:pPr>
            <a:r>
              <a:rPr lang="en-US" dirty="0"/>
              <a:t>Write your name in the box while calling out each letter </a:t>
            </a:r>
          </a:p>
          <a:p>
            <a:pPr marL="0" indent="0">
              <a:buNone/>
            </a:pPr>
            <a:r>
              <a:rPr lang="en-US" b="1" dirty="0"/>
              <a:t>Release the Trident</a:t>
            </a:r>
          </a:p>
          <a:p>
            <a:pPr marL="0" indent="0">
              <a:buNone/>
            </a:pPr>
            <a:r>
              <a:rPr lang="en-US" b="1" dirty="0"/>
              <a:t>Release the Dinosaur</a:t>
            </a:r>
          </a:p>
        </p:txBody>
      </p:sp>
    </p:spTree>
    <p:extLst>
      <p:ext uri="{BB962C8B-B14F-4D97-AF65-F5344CB8AC3E}">
        <p14:creationId xmlns:p14="http://schemas.microsoft.com/office/powerpoint/2010/main" val="26552570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AB745-D356-74D1-E331-F346B65979EE}"/>
              </a:ext>
            </a:extLst>
          </p:cNvPr>
          <p:cNvSpPr>
            <a:spLocks noGrp="1"/>
          </p:cNvSpPr>
          <p:nvPr>
            <p:ph type="title"/>
          </p:nvPr>
        </p:nvSpPr>
        <p:spPr/>
        <p:txBody>
          <a:bodyPr/>
          <a:lstStyle/>
          <a:p>
            <a:r>
              <a:rPr lang="en-US" dirty="0"/>
              <a:t>Bank Account</a:t>
            </a:r>
          </a:p>
        </p:txBody>
      </p:sp>
      <p:sp>
        <p:nvSpPr>
          <p:cNvPr id="3" name="Content Placeholder 2">
            <a:extLst>
              <a:ext uri="{FF2B5EF4-FFF2-40B4-BE49-F238E27FC236}">
                <a16:creationId xmlns:a16="http://schemas.microsoft.com/office/drawing/2014/main" id="{7C1628D0-6B82-E387-27DA-5147E3588812}"/>
              </a:ext>
            </a:extLst>
          </p:cNvPr>
          <p:cNvSpPr>
            <a:spLocks noGrp="1"/>
          </p:cNvSpPr>
          <p:nvPr>
            <p:ph idx="1"/>
          </p:nvPr>
        </p:nvSpPr>
        <p:spPr/>
        <p:txBody>
          <a:bodyPr>
            <a:normAutofit lnSpcReduction="10000"/>
          </a:bodyPr>
          <a:lstStyle/>
          <a:p>
            <a:pPr marL="0" indent="0">
              <a:buNone/>
            </a:pPr>
            <a:r>
              <a:rPr lang="en-US" dirty="0"/>
              <a:t>class </a:t>
            </a:r>
            <a:r>
              <a:rPr lang="en-US" dirty="0" err="1"/>
              <a:t>BankAccount</a:t>
            </a:r>
            <a:r>
              <a:rPr lang="en-US" dirty="0"/>
              <a:t> { </a:t>
            </a:r>
          </a:p>
          <a:p>
            <a:pPr marL="0" indent="0">
              <a:buNone/>
            </a:pPr>
            <a:r>
              <a:rPr lang="en-US" dirty="0"/>
              <a:t>	… </a:t>
            </a:r>
          </a:p>
          <a:p>
            <a:pPr marL="0" indent="0">
              <a:buNone/>
            </a:pPr>
            <a:r>
              <a:rPr lang="en-US" dirty="0"/>
              <a:t>	synchronized void withdraw(int amt) {…} </a:t>
            </a:r>
          </a:p>
          <a:p>
            <a:pPr marL="0" indent="0">
              <a:buNone/>
            </a:pPr>
            <a:r>
              <a:rPr lang="en-US" dirty="0"/>
              <a:t>	synchronized void deposit(int amt) {…} </a:t>
            </a:r>
          </a:p>
          <a:p>
            <a:pPr marL="0" indent="0">
              <a:buNone/>
            </a:pPr>
            <a:r>
              <a:rPr lang="en-US" dirty="0"/>
              <a:t>	synchronized void </a:t>
            </a:r>
            <a:r>
              <a:rPr lang="en-US" dirty="0" err="1"/>
              <a:t>transferTo</a:t>
            </a:r>
            <a:r>
              <a:rPr lang="en-US" dirty="0"/>
              <a:t>(int amt, </a:t>
            </a:r>
            <a:r>
              <a:rPr lang="en-US" dirty="0" err="1"/>
              <a:t>BankAccount</a:t>
            </a:r>
            <a:r>
              <a:rPr lang="en-US" dirty="0"/>
              <a:t> a) {</a:t>
            </a:r>
          </a:p>
          <a:p>
            <a:pPr marL="0" indent="0">
              <a:buNone/>
            </a:pPr>
            <a:r>
              <a:rPr lang="en-US" dirty="0"/>
              <a:t>		 </a:t>
            </a:r>
            <a:r>
              <a:rPr lang="en-US" dirty="0" err="1"/>
              <a:t>this.withdraw</a:t>
            </a:r>
            <a:r>
              <a:rPr lang="en-US" dirty="0"/>
              <a:t>(amt); </a:t>
            </a:r>
          </a:p>
          <a:p>
            <a:pPr marL="0" indent="0">
              <a:buNone/>
            </a:pPr>
            <a:r>
              <a:rPr lang="en-US" dirty="0"/>
              <a:t>		</a:t>
            </a:r>
            <a:r>
              <a:rPr lang="en-US" dirty="0" err="1"/>
              <a:t>a.deposit</a:t>
            </a:r>
            <a:r>
              <a:rPr lang="en-US" dirty="0"/>
              <a:t>(amt); </a:t>
            </a:r>
          </a:p>
          <a:p>
            <a:pPr marL="0" indent="0">
              <a:buNone/>
            </a:pPr>
            <a:r>
              <a:rPr lang="en-US" dirty="0"/>
              <a:t>	} </a:t>
            </a:r>
          </a:p>
          <a:p>
            <a:pPr marL="0" indent="0">
              <a:buNone/>
            </a:pPr>
            <a:r>
              <a:rPr lang="en-US" dirty="0"/>
              <a:t>} </a:t>
            </a:r>
          </a:p>
        </p:txBody>
      </p:sp>
      <mc:AlternateContent xmlns:mc="http://schemas.openxmlformats.org/markup-compatibility/2006">
        <mc:Choice xmlns:p14="http://schemas.microsoft.com/office/powerpoint/2010/main" Requires="p14">
          <p:contentPart p14:bwMode="auto" r:id="rId2">
            <p14:nvContentPartPr>
              <p14:cNvPr id="5" name="Ink 4">
                <a:extLst>
                  <a:ext uri="{FF2B5EF4-FFF2-40B4-BE49-F238E27FC236}">
                    <a16:creationId xmlns:a16="http://schemas.microsoft.com/office/drawing/2014/main" id="{15E5D2AE-26D4-E5BB-F632-3D8ADAA75F23}"/>
                  </a:ext>
                </a:extLst>
              </p14:cNvPr>
              <p14:cNvContentPartPr/>
              <p14:nvPr/>
            </p14:nvContentPartPr>
            <p14:xfrm>
              <a:off x="1763640" y="3658680"/>
              <a:ext cx="7869240" cy="1577160"/>
            </p14:xfrm>
          </p:contentPart>
        </mc:Choice>
        <mc:Fallback>
          <p:pic>
            <p:nvPicPr>
              <p:cNvPr id="5" name="Ink 4">
                <a:extLst>
                  <a:ext uri="{FF2B5EF4-FFF2-40B4-BE49-F238E27FC236}">
                    <a16:creationId xmlns:a16="http://schemas.microsoft.com/office/drawing/2014/main" id="{15E5D2AE-26D4-E5BB-F632-3D8ADAA75F23}"/>
                  </a:ext>
                </a:extLst>
              </p:cNvPr>
              <p:cNvPicPr/>
              <p:nvPr/>
            </p:nvPicPr>
            <p:blipFill>
              <a:blip r:embed="rId3"/>
              <a:stretch>
                <a:fillRect/>
              </a:stretch>
            </p:blipFill>
            <p:spPr>
              <a:xfrm>
                <a:off x="1754280" y="3649320"/>
                <a:ext cx="7887960" cy="1595880"/>
              </a:xfrm>
              <a:prstGeom prst="rect">
                <a:avLst/>
              </a:prstGeom>
            </p:spPr>
          </p:pic>
        </mc:Fallback>
      </mc:AlternateContent>
    </p:spTree>
    <p:extLst>
      <p:ext uri="{BB962C8B-B14F-4D97-AF65-F5344CB8AC3E}">
        <p14:creationId xmlns:p14="http://schemas.microsoft.com/office/powerpoint/2010/main" val="22244901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704874-7598-75F3-A2CC-FBE80781CD1C}"/>
              </a:ext>
            </a:extLst>
          </p:cNvPr>
          <p:cNvSpPr>
            <a:spLocks noGrp="1"/>
          </p:cNvSpPr>
          <p:nvPr>
            <p:ph type="title"/>
          </p:nvPr>
        </p:nvSpPr>
        <p:spPr/>
        <p:txBody>
          <a:bodyPr/>
          <a:lstStyle/>
          <a:p>
            <a:r>
              <a:rPr lang="en-US" dirty="0"/>
              <a:t>Deadlock Example – Locking Order</a:t>
            </a:r>
          </a:p>
        </p:txBody>
      </p:sp>
      <p:grpSp>
        <p:nvGrpSpPr>
          <p:cNvPr id="9" name="Group 8" descr="Consider that we have 2 threads. Thread 1 is trying to transfer 1 dollar from account x to account y. Thread 2 is trying to transfer 1 dollar from account y to account x;">
            <a:extLst>
              <a:ext uri="{FF2B5EF4-FFF2-40B4-BE49-F238E27FC236}">
                <a16:creationId xmlns:a16="http://schemas.microsoft.com/office/drawing/2014/main" id="{845DF299-0AB6-D627-167F-B54B828E9E41}"/>
              </a:ext>
            </a:extLst>
          </p:cNvPr>
          <p:cNvGrpSpPr/>
          <p:nvPr/>
        </p:nvGrpSpPr>
        <p:grpSpPr>
          <a:xfrm>
            <a:off x="3478179" y="1865651"/>
            <a:ext cx="5899502" cy="1163320"/>
            <a:chOff x="3478179" y="1865651"/>
            <a:chExt cx="5899502" cy="1163320"/>
          </a:xfrm>
        </p:grpSpPr>
        <p:sp>
          <p:nvSpPr>
            <p:cNvPr id="4" name="Rectangle 3">
              <a:extLst>
                <a:ext uri="{FF2B5EF4-FFF2-40B4-BE49-F238E27FC236}">
                  <a16:creationId xmlns:a16="http://schemas.microsoft.com/office/drawing/2014/main" id="{65D818AA-EFE4-7F48-8EF7-33057CEB31CC}"/>
                </a:ext>
              </a:extLst>
            </p:cNvPr>
            <p:cNvSpPr/>
            <p:nvPr/>
          </p:nvSpPr>
          <p:spPr>
            <a:xfrm>
              <a:off x="3478179" y="2172832"/>
              <a:ext cx="2165657" cy="85613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err="1">
                  <a:solidFill>
                    <a:schemeClr val="tx1"/>
                  </a:solidFill>
                </a:rPr>
                <a:t>x.transferTo</a:t>
              </a:r>
              <a:r>
                <a:rPr lang="en-US" dirty="0">
                  <a:solidFill>
                    <a:schemeClr val="tx1"/>
                  </a:solidFill>
                </a:rPr>
                <a:t>(1,y);</a:t>
              </a:r>
            </a:p>
          </p:txBody>
        </p:sp>
        <p:sp>
          <p:nvSpPr>
            <p:cNvPr id="5" name="TextBox 4">
              <a:extLst>
                <a:ext uri="{FF2B5EF4-FFF2-40B4-BE49-F238E27FC236}">
                  <a16:creationId xmlns:a16="http://schemas.microsoft.com/office/drawing/2014/main" id="{8EFBA55D-D713-BF6A-8ED2-33DA599C57B9}"/>
                </a:ext>
              </a:extLst>
            </p:cNvPr>
            <p:cNvSpPr txBox="1"/>
            <p:nvPr/>
          </p:nvSpPr>
          <p:spPr>
            <a:xfrm>
              <a:off x="3478180" y="1865651"/>
              <a:ext cx="1076128" cy="369332"/>
            </a:xfrm>
            <a:prstGeom prst="rect">
              <a:avLst/>
            </a:prstGeom>
            <a:noFill/>
          </p:spPr>
          <p:txBody>
            <a:bodyPr wrap="none" rtlCol="0">
              <a:spAutoFit/>
            </a:bodyPr>
            <a:lstStyle/>
            <a:p>
              <a:r>
                <a:rPr lang="en-US" dirty="0"/>
                <a:t>Thread 1:</a:t>
              </a:r>
            </a:p>
          </p:txBody>
        </p:sp>
        <p:sp>
          <p:nvSpPr>
            <p:cNvPr id="6" name="Rectangle 5">
              <a:extLst>
                <a:ext uri="{FF2B5EF4-FFF2-40B4-BE49-F238E27FC236}">
                  <a16:creationId xmlns:a16="http://schemas.microsoft.com/office/drawing/2014/main" id="{519B78A1-0032-E1E0-0BA8-5D5E4C8B0F5B}"/>
                </a:ext>
              </a:extLst>
            </p:cNvPr>
            <p:cNvSpPr/>
            <p:nvPr/>
          </p:nvSpPr>
          <p:spPr>
            <a:xfrm>
              <a:off x="6548167" y="2172832"/>
              <a:ext cx="2829514" cy="85613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err="1">
                  <a:solidFill>
                    <a:schemeClr val="tx1"/>
                  </a:solidFill>
                </a:rPr>
                <a:t>y.transferTo</a:t>
              </a:r>
              <a:r>
                <a:rPr lang="en-US" dirty="0">
                  <a:solidFill>
                    <a:schemeClr val="tx1"/>
                  </a:solidFill>
                </a:rPr>
                <a:t>(1,x);</a:t>
              </a:r>
            </a:p>
          </p:txBody>
        </p:sp>
        <p:sp>
          <p:nvSpPr>
            <p:cNvPr id="7" name="TextBox 6">
              <a:extLst>
                <a:ext uri="{FF2B5EF4-FFF2-40B4-BE49-F238E27FC236}">
                  <a16:creationId xmlns:a16="http://schemas.microsoft.com/office/drawing/2014/main" id="{EB8721B4-28B3-5EE4-95FD-F71534E5B6AC}"/>
                </a:ext>
              </a:extLst>
            </p:cNvPr>
            <p:cNvSpPr txBox="1"/>
            <p:nvPr/>
          </p:nvSpPr>
          <p:spPr>
            <a:xfrm>
              <a:off x="6878320" y="1865651"/>
              <a:ext cx="1076128" cy="369332"/>
            </a:xfrm>
            <a:prstGeom prst="rect">
              <a:avLst/>
            </a:prstGeom>
            <a:noFill/>
          </p:spPr>
          <p:txBody>
            <a:bodyPr wrap="none" rtlCol="0">
              <a:spAutoFit/>
            </a:bodyPr>
            <a:lstStyle/>
            <a:p>
              <a:r>
                <a:rPr lang="en-US" dirty="0"/>
                <a:t>Thread 2:</a:t>
              </a:r>
            </a:p>
          </p:txBody>
        </p:sp>
      </p:grpSp>
      <p:grpSp>
        <p:nvGrpSpPr>
          <p:cNvPr id="10" name="Group 9" descr="Thread 1 will need to acquire locks in the following order:&#10;acquire lock for account x because transferTo is synchronized&#10;acquire lock for account y because deposit is synchronized&#10;release lock for account y after deposit&#10;release lock for account x at end of transferTo&#10;&#10;Thread 2 will need to acquire locks in the following order:&#10;acquire lock for account y because transferTo is synchronized&#10;acquire lock for account x because deposit is synchronized&#10;release lock for account x after deposit&#10;release lock for account y at end of transferTo&#10;&#10;&#10;">
            <a:extLst>
              <a:ext uri="{FF2B5EF4-FFF2-40B4-BE49-F238E27FC236}">
                <a16:creationId xmlns:a16="http://schemas.microsoft.com/office/drawing/2014/main" id="{78001FD6-EDE9-E678-3E8E-B6EE0887CCC0}"/>
              </a:ext>
            </a:extLst>
          </p:cNvPr>
          <p:cNvGrpSpPr/>
          <p:nvPr/>
        </p:nvGrpSpPr>
        <p:grpSpPr>
          <a:xfrm>
            <a:off x="355600" y="3437614"/>
            <a:ext cx="11804258" cy="3267985"/>
            <a:chOff x="355600" y="3437614"/>
            <a:chExt cx="11804258" cy="3267985"/>
          </a:xfrm>
        </p:grpSpPr>
        <p:sp>
          <p:nvSpPr>
            <p:cNvPr id="8" name="Rectangle 7">
              <a:extLst>
                <a:ext uri="{FF2B5EF4-FFF2-40B4-BE49-F238E27FC236}">
                  <a16:creationId xmlns:a16="http://schemas.microsoft.com/office/drawing/2014/main" id="{DF26526B-ABE2-8331-53E8-2718273955D5}"/>
                </a:ext>
              </a:extLst>
            </p:cNvPr>
            <p:cNvSpPr/>
            <p:nvPr/>
          </p:nvSpPr>
          <p:spPr>
            <a:xfrm>
              <a:off x="355600" y="3437614"/>
              <a:ext cx="5902129" cy="3267985"/>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b="1" dirty="0">
                  <a:solidFill>
                    <a:schemeClr val="tx1"/>
                  </a:solidFill>
                </a:rPr>
                <a:t>acquire lock for account x</a:t>
              </a:r>
              <a:r>
                <a:rPr lang="en-US" dirty="0">
                  <a:solidFill>
                    <a:schemeClr val="tx1"/>
                  </a:solidFill>
                </a:rPr>
                <a:t> b/c </a:t>
              </a:r>
              <a:r>
                <a:rPr lang="en-US" dirty="0" err="1">
                  <a:solidFill>
                    <a:schemeClr val="tx1"/>
                  </a:solidFill>
                </a:rPr>
                <a:t>transferTo</a:t>
              </a:r>
              <a:r>
                <a:rPr lang="en-US" dirty="0">
                  <a:solidFill>
                    <a:schemeClr val="tx1"/>
                  </a:solidFill>
                </a:rPr>
                <a:t> is synchronized</a:t>
              </a:r>
            </a:p>
            <a:p>
              <a:pPr marL="0" indent="0">
                <a:buNone/>
              </a:pPr>
              <a:r>
                <a:rPr lang="en-US" b="1" dirty="0">
                  <a:solidFill>
                    <a:schemeClr val="tx1"/>
                  </a:solidFill>
                </a:rPr>
                <a:t>acquire lock for account y</a:t>
              </a:r>
              <a:r>
                <a:rPr lang="en-US" dirty="0">
                  <a:solidFill>
                    <a:schemeClr val="tx1"/>
                  </a:solidFill>
                </a:rPr>
                <a:t> b/c deposit is synchronized</a:t>
              </a:r>
            </a:p>
            <a:p>
              <a:pPr marL="0" indent="0">
                <a:buNone/>
              </a:pPr>
              <a:r>
                <a:rPr lang="en-US" b="1" dirty="0">
                  <a:solidFill>
                    <a:schemeClr val="tx1"/>
                  </a:solidFill>
                </a:rPr>
                <a:t>release lock for account y</a:t>
              </a:r>
              <a:r>
                <a:rPr lang="en-US" dirty="0">
                  <a:solidFill>
                    <a:schemeClr val="tx1"/>
                  </a:solidFill>
                </a:rPr>
                <a:t> after deposit</a:t>
              </a:r>
            </a:p>
            <a:p>
              <a:pPr marL="0" indent="0">
                <a:buNone/>
              </a:pPr>
              <a:r>
                <a:rPr lang="en-US" b="1" dirty="0">
                  <a:solidFill>
                    <a:schemeClr val="tx1"/>
                  </a:solidFill>
                </a:rPr>
                <a:t>release lock for account x </a:t>
              </a:r>
              <a:r>
                <a:rPr lang="en-US" dirty="0">
                  <a:solidFill>
                    <a:schemeClr val="tx1"/>
                  </a:solidFill>
                </a:rPr>
                <a:t>at end of </a:t>
              </a:r>
              <a:r>
                <a:rPr lang="en-US" dirty="0" err="1">
                  <a:solidFill>
                    <a:schemeClr val="tx1"/>
                  </a:solidFill>
                </a:rPr>
                <a:t>transferTo</a:t>
              </a:r>
              <a:endParaRPr lang="en-US" b="1" dirty="0">
                <a:solidFill>
                  <a:schemeClr val="tx1"/>
                </a:solidFill>
              </a:endParaRPr>
            </a:p>
          </p:txBody>
        </p:sp>
        <p:sp>
          <p:nvSpPr>
            <p:cNvPr id="3" name="Rectangle 2">
              <a:extLst>
                <a:ext uri="{FF2B5EF4-FFF2-40B4-BE49-F238E27FC236}">
                  <a16:creationId xmlns:a16="http://schemas.microsoft.com/office/drawing/2014/main" id="{275182F8-642A-68C5-38B4-4E1AD6C388B6}"/>
                </a:ext>
              </a:extLst>
            </p:cNvPr>
            <p:cNvSpPr/>
            <p:nvPr/>
          </p:nvSpPr>
          <p:spPr>
            <a:xfrm>
              <a:off x="6257729" y="3437614"/>
              <a:ext cx="5902129" cy="3267985"/>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b="1" dirty="0">
                  <a:solidFill>
                    <a:schemeClr val="tx1"/>
                  </a:solidFill>
                </a:rPr>
                <a:t>acquire lock for account y</a:t>
              </a:r>
              <a:r>
                <a:rPr lang="en-US" dirty="0">
                  <a:solidFill>
                    <a:schemeClr val="tx1"/>
                  </a:solidFill>
                </a:rPr>
                <a:t> b/c </a:t>
              </a:r>
              <a:r>
                <a:rPr lang="en-US" dirty="0" err="1">
                  <a:solidFill>
                    <a:schemeClr val="tx1"/>
                  </a:solidFill>
                </a:rPr>
                <a:t>transferTo</a:t>
              </a:r>
              <a:r>
                <a:rPr lang="en-US" dirty="0">
                  <a:solidFill>
                    <a:schemeClr val="tx1"/>
                  </a:solidFill>
                </a:rPr>
                <a:t> is synchronized</a:t>
              </a:r>
            </a:p>
            <a:p>
              <a:pPr marL="0" indent="0">
                <a:buNone/>
              </a:pPr>
              <a:r>
                <a:rPr lang="en-US" b="1" dirty="0">
                  <a:solidFill>
                    <a:schemeClr val="tx1"/>
                  </a:solidFill>
                </a:rPr>
                <a:t>acquire lock for account x</a:t>
              </a:r>
              <a:r>
                <a:rPr lang="en-US" dirty="0">
                  <a:solidFill>
                    <a:schemeClr val="tx1"/>
                  </a:solidFill>
                </a:rPr>
                <a:t> b/c deposit is synchronized</a:t>
              </a:r>
            </a:p>
            <a:p>
              <a:pPr marL="0" indent="0">
                <a:buNone/>
              </a:pPr>
              <a:r>
                <a:rPr lang="en-US" b="1" dirty="0">
                  <a:solidFill>
                    <a:schemeClr val="tx1"/>
                  </a:solidFill>
                </a:rPr>
                <a:t>release lock for account x</a:t>
              </a:r>
              <a:r>
                <a:rPr lang="en-US" dirty="0">
                  <a:solidFill>
                    <a:schemeClr val="tx1"/>
                  </a:solidFill>
                </a:rPr>
                <a:t> after deposit</a:t>
              </a:r>
            </a:p>
            <a:p>
              <a:pPr marL="0" indent="0">
                <a:buNone/>
              </a:pPr>
              <a:r>
                <a:rPr lang="en-US" b="1" dirty="0">
                  <a:solidFill>
                    <a:schemeClr val="tx1"/>
                  </a:solidFill>
                </a:rPr>
                <a:t>release lock for account y</a:t>
              </a:r>
              <a:r>
                <a:rPr lang="en-US" dirty="0">
                  <a:solidFill>
                    <a:schemeClr val="tx1"/>
                  </a:solidFill>
                </a:rPr>
                <a:t> at end of </a:t>
              </a:r>
              <a:r>
                <a:rPr lang="en-US" dirty="0" err="1">
                  <a:solidFill>
                    <a:schemeClr val="tx1"/>
                  </a:solidFill>
                </a:rPr>
                <a:t>transferTo</a:t>
              </a:r>
              <a:endParaRPr lang="en-US" dirty="0">
                <a:solidFill>
                  <a:schemeClr val="tx1"/>
                </a:solidFill>
              </a:endParaRPr>
            </a:p>
          </p:txBody>
        </p:sp>
      </p:grpSp>
      <mc:AlternateContent xmlns:mc="http://schemas.openxmlformats.org/markup-compatibility/2006">
        <mc:Choice xmlns:p14="http://schemas.microsoft.com/office/powerpoint/2010/main" Requires="p14">
          <p:contentPart p14:bwMode="auto" r:id="rId2">
            <p14:nvContentPartPr>
              <p14:cNvPr id="12" name="Ink 11">
                <a:extLst>
                  <a:ext uri="{FF2B5EF4-FFF2-40B4-BE49-F238E27FC236}">
                    <a16:creationId xmlns:a16="http://schemas.microsoft.com/office/drawing/2014/main" id="{FAA8565A-C21D-EECD-F4E4-00F5F2AA0D63}"/>
                  </a:ext>
                </a:extLst>
              </p14:cNvPr>
              <p14:cNvContentPartPr/>
              <p14:nvPr/>
            </p14:nvContentPartPr>
            <p14:xfrm>
              <a:off x="3275280" y="2228760"/>
              <a:ext cx="4980960" cy="793440"/>
            </p14:xfrm>
          </p:contentPart>
        </mc:Choice>
        <mc:Fallback>
          <p:pic>
            <p:nvPicPr>
              <p:cNvPr id="12" name="Ink 11">
                <a:extLst>
                  <a:ext uri="{FF2B5EF4-FFF2-40B4-BE49-F238E27FC236}">
                    <a16:creationId xmlns:a16="http://schemas.microsoft.com/office/drawing/2014/main" id="{FAA8565A-C21D-EECD-F4E4-00F5F2AA0D63}"/>
                  </a:ext>
                </a:extLst>
              </p:cNvPr>
              <p:cNvPicPr/>
              <p:nvPr/>
            </p:nvPicPr>
            <p:blipFill>
              <a:blip r:embed="rId3"/>
              <a:stretch>
                <a:fillRect/>
              </a:stretch>
            </p:blipFill>
            <p:spPr>
              <a:xfrm>
                <a:off x="3265920" y="2219400"/>
                <a:ext cx="4999680" cy="812160"/>
              </a:xfrm>
              <a:prstGeom prst="rect">
                <a:avLst/>
              </a:prstGeom>
            </p:spPr>
          </p:pic>
        </mc:Fallback>
      </mc:AlternateContent>
    </p:spTree>
    <p:extLst>
      <p:ext uri="{BB962C8B-B14F-4D97-AF65-F5344CB8AC3E}">
        <p14:creationId xmlns:p14="http://schemas.microsoft.com/office/powerpoint/2010/main" val="28708582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704874-7598-75F3-A2CC-FBE80781CD1C}"/>
              </a:ext>
            </a:extLst>
          </p:cNvPr>
          <p:cNvSpPr>
            <a:spLocks noGrp="1"/>
          </p:cNvSpPr>
          <p:nvPr>
            <p:ph type="title"/>
          </p:nvPr>
        </p:nvSpPr>
        <p:spPr/>
        <p:txBody>
          <a:bodyPr/>
          <a:lstStyle/>
          <a:p>
            <a:r>
              <a:rPr lang="en-US" dirty="0"/>
              <a:t>Deadlock Example – Deadlock Interleaving</a:t>
            </a:r>
          </a:p>
        </p:txBody>
      </p:sp>
      <p:grpSp>
        <p:nvGrpSpPr>
          <p:cNvPr id="14" name="Group 13" descr="The following interleaving results in deadlock:&#10;&#10;Thread 1 acquires the lock for x&#10;Thread 2 acquires the lock for y&#10;Thread 1 acquires the lock for y&#10;Thread 2 acquires the lock for x">
            <a:extLst>
              <a:ext uri="{FF2B5EF4-FFF2-40B4-BE49-F238E27FC236}">
                <a16:creationId xmlns:a16="http://schemas.microsoft.com/office/drawing/2014/main" id="{50C50177-2F70-EDE7-0CA9-14BCAAEFDB9C}"/>
              </a:ext>
            </a:extLst>
          </p:cNvPr>
          <p:cNvGrpSpPr/>
          <p:nvPr/>
        </p:nvGrpSpPr>
        <p:grpSpPr>
          <a:xfrm>
            <a:off x="355600" y="3437614"/>
            <a:ext cx="11804258" cy="3267985"/>
            <a:chOff x="355600" y="3437614"/>
            <a:chExt cx="11804258" cy="3267985"/>
          </a:xfrm>
        </p:grpSpPr>
        <p:sp>
          <p:nvSpPr>
            <p:cNvPr id="8" name="Rectangle 7">
              <a:extLst>
                <a:ext uri="{FF2B5EF4-FFF2-40B4-BE49-F238E27FC236}">
                  <a16:creationId xmlns:a16="http://schemas.microsoft.com/office/drawing/2014/main" id="{DF26526B-ABE2-8331-53E8-2718273955D5}"/>
                </a:ext>
              </a:extLst>
            </p:cNvPr>
            <p:cNvSpPr/>
            <p:nvPr/>
          </p:nvSpPr>
          <p:spPr>
            <a:xfrm>
              <a:off x="355600" y="3437614"/>
              <a:ext cx="5902129" cy="3267985"/>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b="1" dirty="0">
                  <a:solidFill>
                    <a:schemeClr val="tx1"/>
                  </a:solidFill>
                </a:rPr>
                <a:t>acquire lock for account x</a:t>
              </a:r>
              <a:r>
                <a:rPr lang="en-US" dirty="0">
                  <a:solidFill>
                    <a:schemeClr val="tx1"/>
                  </a:solidFill>
                </a:rPr>
                <a:t> b/c </a:t>
              </a:r>
              <a:r>
                <a:rPr lang="en-US" dirty="0" err="1">
                  <a:solidFill>
                    <a:schemeClr val="tx1"/>
                  </a:solidFill>
                </a:rPr>
                <a:t>transferTo</a:t>
              </a:r>
              <a:r>
                <a:rPr lang="en-US" dirty="0">
                  <a:solidFill>
                    <a:schemeClr val="tx1"/>
                  </a:solidFill>
                </a:rPr>
                <a:t> is synchronized</a:t>
              </a:r>
            </a:p>
            <a:p>
              <a:endParaRPr lang="en-US" dirty="0">
                <a:solidFill>
                  <a:schemeClr val="tx1"/>
                </a:solidFill>
              </a:endParaRPr>
            </a:p>
            <a:p>
              <a:pPr marL="0" indent="0">
                <a:buNone/>
              </a:pPr>
              <a:r>
                <a:rPr lang="en-US" b="1" dirty="0">
                  <a:solidFill>
                    <a:schemeClr val="tx1"/>
                  </a:solidFill>
                </a:rPr>
                <a:t>acquire lock for account y</a:t>
              </a:r>
              <a:r>
                <a:rPr lang="en-US" dirty="0">
                  <a:solidFill>
                    <a:schemeClr val="tx1"/>
                  </a:solidFill>
                </a:rPr>
                <a:t> b/c deposit is synchronized</a:t>
              </a:r>
            </a:p>
            <a:p>
              <a:pPr marL="0" indent="0">
                <a:buNone/>
              </a:pPr>
              <a:endParaRPr lang="en-US" b="1" dirty="0">
                <a:solidFill>
                  <a:schemeClr val="tx1"/>
                </a:solidFill>
              </a:endParaRPr>
            </a:p>
            <a:p>
              <a:pPr marL="0" indent="0">
                <a:buNone/>
              </a:pPr>
              <a:r>
                <a:rPr lang="en-US" b="1" dirty="0">
                  <a:solidFill>
                    <a:schemeClr val="tx1"/>
                  </a:solidFill>
                </a:rPr>
                <a:t>release lock for account y</a:t>
              </a:r>
              <a:r>
                <a:rPr lang="en-US" dirty="0">
                  <a:solidFill>
                    <a:schemeClr val="tx1"/>
                  </a:solidFill>
                </a:rPr>
                <a:t> after </a:t>
              </a:r>
              <a:r>
                <a:rPr lang="en-US" dirty="0" err="1">
                  <a:solidFill>
                    <a:schemeClr val="tx1"/>
                  </a:solidFill>
                </a:rPr>
                <a:t>depost</a:t>
              </a:r>
              <a:endParaRPr lang="en-US" dirty="0">
                <a:solidFill>
                  <a:schemeClr val="tx1"/>
                </a:solidFill>
              </a:endParaRPr>
            </a:p>
            <a:p>
              <a:pPr marL="0" indent="0">
                <a:buNone/>
              </a:pPr>
              <a:endParaRPr lang="en-US" dirty="0">
                <a:solidFill>
                  <a:schemeClr val="tx1"/>
                </a:solidFill>
              </a:endParaRPr>
            </a:p>
            <a:p>
              <a:pPr marL="0" indent="0">
                <a:buNone/>
              </a:pPr>
              <a:r>
                <a:rPr lang="en-US" b="1" dirty="0">
                  <a:solidFill>
                    <a:schemeClr val="tx1"/>
                  </a:solidFill>
                </a:rPr>
                <a:t>release lock for account x </a:t>
              </a:r>
              <a:r>
                <a:rPr lang="en-US" dirty="0">
                  <a:solidFill>
                    <a:schemeClr val="tx1"/>
                  </a:solidFill>
                </a:rPr>
                <a:t>at end of </a:t>
              </a:r>
              <a:r>
                <a:rPr lang="en-US" dirty="0" err="1">
                  <a:solidFill>
                    <a:schemeClr val="tx1"/>
                  </a:solidFill>
                </a:rPr>
                <a:t>transferTo</a:t>
              </a:r>
              <a:endParaRPr lang="en-US" b="1" dirty="0">
                <a:solidFill>
                  <a:schemeClr val="tx1"/>
                </a:solidFill>
              </a:endParaRPr>
            </a:p>
          </p:txBody>
        </p:sp>
        <p:sp>
          <p:nvSpPr>
            <p:cNvPr id="3" name="Rectangle 2">
              <a:extLst>
                <a:ext uri="{FF2B5EF4-FFF2-40B4-BE49-F238E27FC236}">
                  <a16:creationId xmlns:a16="http://schemas.microsoft.com/office/drawing/2014/main" id="{275182F8-642A-68C5-38B4-4E1AD6C388B6}"/>
                </a:ext>
              </a:extLst>
            </p:cNvPr>
            <p:cNvSpPr/>
            <p:nvPr/>
          </p:nvSpPr>
          <p:spPr>
            <a:xfrm>
              <a:off x="6257729" y="3437614"/>
              <a:ext cx="5902129" cy="3267985"/>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b="1" dirty="0">
                <a:solidFill>
                  <a:schemeClr val="tx1"/>
                </a:solidFill>
              </a:endParaRPr>
            </a:p>
            <a:p>
              <a:r>
                <a:rPr lang="en-US" b="1" dirty="0">
                  <a:solidFill>
                    <a:schemeClr val="tx1"/>
                  </a:solidFill>
                </a:rPr>
                <a:t>acquire lock for account y</a:t>
              </a:r>
              <a:r>
                <a:rPr lang="en-US" dirty="0">
                  <a:solidFill>
                    <a:schemeClr val="tx1"/>
                  </a:solidFill>
                </a:rPr>
                <a:t> b/c </a:t>
              </a:r>
              <a:r>
                <a:rPr lang="en-US" dirty="0" err="1">
                  <a:solidFill>
                    <a:schemeClr val="tx1"/>
                  </a:solidFill>
                </a:rPr>
                <a:t>transferTo</a:t>
              </a:r>
              <a:r>
                <a:rPr lang="en-US" dirty="0">
                  <a:solidFill>
                    <a:schemeClr val="tx1"/>
                  </a:solidFill>
                </a:rPr>
                <a:t> is synchronized</a:t>
              </a:r>
            </a:p>
            <a:p>
              <a:pPr marL="0" indent="0">
                <a:buNone/>
              </a:pPr>
              <a:endParaRPr lang="en-US" b="1" dirty="0">
                <a:solidFill>
                  <a:schemeClr val="tx1"/>
                </a:solidFill>
              </a:endParaRPr>
            </a:p>
            <a:p>
              <a:pPr marL="0" indent="0">
                <a:buNone/>
              </a:pPr>
              <a:r>
                <a:rPr lang="en-US" b="1" dirty="0">
                  <a:solidFill>
                    <a:schemeClr val="tx1"/>
                  </a:solidFill>
                </a:rPr>
                <a:t>acquire lock for account x</a:t>
              </a:r>
              <a:r>
                <a:rPr lang="en-US" dirty="0">
                  <a:solidFill>
                    <a:schemeClr val="tx1"/>
                  </a:solidFill>
                </a:rPr>
                <a:t> b/c deposit is synchronized</a:t>
              </a:r>
            </a:p>
            <a:p>
              <a:pPr marL="0" indent="0">
                <a:buNone/>
              </a:pPr>
              <a:endParaRPr lang="en-US" dirty="0">
                <a:solidFill>
                  <a:schemeClr val="tx1"/>
                </a:solidFill>
              </a:endParaRPr>
            </a:p>
            <a:p>
              <a:pPr marL="0" indent="0">
                <a:buNone/>
              </a:pPr>
              <a:r>
                <a:rPr lang="en-US" b="1" dirty="0">
                  <a:solidFill>
                    <a:schemeClr val="tx1"/>
                  </a:solidFill>
                </a:rPr>
                <a:t>release lock for account x</a:t>
              </a:r>
              <a:r>
                <a:rPr lang="en-US" dirty="0">
                  <a:solidFill>
                    <a:schemeClr val="tx1"/>
                  </a:solidFill>
                </a:rPr>
                <a:t> after deposit</a:t>
              </a:r>
            </a:p>
            <a:p>
              <a:pPr marL="0" indent="0">
                <a:buNone/>
              </a:pPr>
              <a:endParaRPr lang="en-US" dirty="0">
                <a:solidFill>
                  <a:schemeClr val="tx1"/>
                </a:solidFill>
              </a:endParaRPr>
            </a:p>
            <a:p>
              <a:pPr marL="0" indent="0">
                <a:buNone/>
              </a:pPr>
              <a:r>
                <a:rPr lang="en-US" b="1" dirty="0">
                  <a:solidFill>
                    <a:schemeClr val="tx1"/>
                  </a:solidFill>
                </a:rPr>
                <a:t>release lock for account y</a:t>
              </a:r>
              <a:r>
                <a:rPr lang="en-US" dirty="0">
                  <a:solidFill>
                    <a:schemeClr val="tx1"/>
                  </a:solidFill>
                </a:rPr>
                <a:t> at end of </a:t>
              </a:r>
              <a:r>
                <a:rPr lang="en-US" dirty="0" err="1">
                  <a:solidFill>
                    <a:schemeClr val="tx1"/>
                  </a:solidFill>
                </a:rPr>
                <a:t>transferTo</a:t>
              </a:r>
              <a:endParaRPr lang="en-US" dirty="0">
                <a:solidFill>
                  <a:schemeClr val="tx1"/>
                </a:solidFill>
              </a:endParaRPr>
            </a:p>
          </p:txBody>
        </p:sp>
      </p:grpSp>
      <p:grpSp>
        <p:nvGrpSpPr>
          <p:cNvPr id="9" name="Group 8" descr="Consider that we have 2 threads. Thread 1 is trying to transfer 1 dollar from account x to account y. Thread 2 is trying to transfer 1 dollar from account y to account x;">
            <a:extLst>
              <a:ext uri="{FF2B5EF4-FFF2-40B4-BE49-F238E27FC236}">
                <a16:creationId xmlns:a16="http://schemas.microsoft.com/office/drawing/2014/main" id="{03EBD216-3781-2977-73B0-C4DB91A5B723}"/>
              </a:ext>
            </a:extLst>
          </p:cNvPr>
          <p:cNvGrpSpPr/>
          <p:nvPr/>
        </p:nvGrpSpPr>
        <p:grpSpPr>
          <a:xfrm>
            <a:off x="3478179" y="1865651"/>
            <a:ext cx="5899502" cy="1163320"/>
            <a:chOff x="3478179" y="1865651"/>
            <a:chExt cx="5899502" cy="1163320"/>
          </a:xfrm>
        </p:grpSpPr>
        <p:sp>
          <p:nvSpPr>
            <p:cNvPr id="10" name="Rectangle 9">
              <a:extLst>
                <a:ext uri="{FF2B5EF4-FFF2-40B4-BE49-F238E27FC236}">
                  <a16:creationId xmlns:a16="http://schemas.microsoft.com/office/drawing/2014/main" id="{B470148F-4F03-FC2C-B98C-9B39CE2C20D6}"/>
                </a:ext>
              </a:extLst>
            </p:cNvPr>
            <p:cNvSpPr/>
            <p:nvPr/>
          </p:nvSpPr>
          <p:spPr>
            <a:xfrm>
              <a:off x="3478179" y="2172832"/>
              <a:ext cx="2165657" cy="85613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err="1">
                  <a:solidFill>
                    <a:schemeClr val="tx1"/>
                  </a:solidFill>
                </a:rPr>
                <a:t>x.transferTo</a:t>
              </a:r>
              <a:r>
                <a:rPr lang="en-US" dirty="0">
                  <a:solidFill>
                    <a:schemeClr val="tx1"/>
                  </a:solidFill>
                </a:rPr>
                <a:t>(1,y);</a:t>
              </a:r>
            </a:p>
          </p:txBody>
        </p:sp>
        <p:sp>
          <p:nvSpPr>
            <p:cNvPr id="11" name="TextBox 10">
              <a:extLst>
                <a:ext uri="{FF2B5EF4-FFF2-40B4-BE49-F238E27FC236}">
                  <a16:creationId xmlns:a16="http://schemas.microsoft.com/office/drawing/2014/main" id="{D69097FB-1EA7-B1A8-94FA-0F5BA012F65E}"/>
                </a:ext>
              </a:extLst>
            </p:cNvPr>
            <p:cNvSpPr txBox="1"/>
            <p:nvPr/>
          </p:nvSpPr>
          <p:spPr>
            <a:xfrm>
              <a:off x="3478180" y="1865651"/>
              <a:ext cx="1076128" cy="369332"/>
            </a:xfrm>
            <a:prstGeom prst="rect">
              <a:avLst/>
            </a:prstGeom>
            <a:noFill/>
          </p:spPr>
          <p:txBody>
            <a:bodyPr wrap="none" rtlCol="0">
              <a:spAutoFit/>
            </a:bodyPr>
            <a:lstStyle/>
            <a:p>
              <a:r>
                <a:rPr lang="en-US" dirty="0"/>
                <a:t>Thread 1:</a:t>
              </a:r>
            </a:p>
          </p:txBody>
        </p:sp>
        <p:sp>
          <p:nvSpPr>
            <p:cNvPr id="12" name="Rectangle 11">
              <a:extLst>
                <a:ext uri="{FF2B5EF4-FFF2-40B4-BE49-F238E27FC236}">
                  <a16:creationId xmlns:a16="http://schemas.microsoft.com/office/drawing/2014/main" id="{358216B1-9290-9BF5-2A35-CB8C0DE87933}"/>
                </a:ext>
              </a:extLst>
            </p:cNvPr>
            <p:cNvSpPr/>
            <p:nvPr/>
          </p:nvSpPr>
          <p:spPr>
            <a:xfrm>
              <a:off x="6548167" y="2172832"/>
              <a:ext cx="2829514" cy="85613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err="1">
                  <a:solidFill>
                    <a:schemeClr val="tx1"/>
                  </a:solidFill>
                </a:rPr>
                <a:t>y.transferTo</a:t>
              </a:r>
              <a:r>
                <a:rPr lang="en-US" dirty="0">
                  <a:solidFill>
                    <a:schemeClr val="tx1"/>
                  </a:solidFill>
                </a:rPr>
                <a:t>(1,x);</a:t>
              </a:r>
            </a:p>
          </p:txBody>
        </p:sp>
        <p:sp>
          <p:nvSpPr>
            <p:cNvPr id="13" name="TextBox 12">
              <a:extLst>
                <a:ext uri="{FF2B5EF4-FFF2-40B4-BE49-F238E27FC236}">
                  <a16:creationId xmlns:a16="http://schemas.microsoft.com/office/drawing/2014/main" id="{3918B957-4021-7D25-B236-BFE7D8499A94}"/>
                </a:ext>
              </a:extLst>
            </p:cNvPr>
            <p:cNvSpPr txBox="1"/>
            <p:nvPr/>
          </p:nvSpPr>
          <p:spPr>
            <a:xfrm>
              <a:off x="6878320" y="1865651"/>
              <a:ext cx="1076128" cy="369332"/>
            </a:xfrm>
            <a:prstGeom prst="rect">
              <a:avLst/>
            </a:prstGeom>
            <a:noFill/>
          </p:spPr>
          <p:txBody>
            <a:bodyPr wrap="none" rtlCol="0">
              <a:spAutoFit/>
            </a:bodyPr>
            <a:lstStyle/>
            <a:p>
              <a:r>
                <a:rPr lang="en-US" dirty="0"/>
                <a:t>Thread 2:</a:t>
              </a:r>
            </a:p>
          </p:txBody>
        </p:sp>
      </p:grpSp>
    </p:spTree>
    <p:extLst>
      <p:ext uri="{BB962C8B-B14F-4D97-AF65-F5344CB8AC3E}">
        <p14:creationId xmlns:p14="http://schemas.microsoft.com/office/powerpoint/2010/main" val="23169663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F6E02C-5673-38D6-4439-D43D5A72E8ED}"/>
              </a:ext>
            </a:extLst>
          </p:cNvPr>
          <p:cNvSpPr>
            <a:spLocks noGrp="1"/>
          </p:cNvSpPr>
          <p:nvPr>
            <p:ph type="title"/>
          </p:nvPr>
        </p:nvSpPr>
        <p:spPr/>
        <p:txBody>
          <a:bodyPr/>
          <a:lstStyle/>
          <a:p>
            <a:r>
              <a:rPr lang="en-US" dirty="0"/>
              <a:t>Resolving Deadlocks</a:t>
            </a:r>
          </a:p>
        </p:txBody>
      </p:sp>
      <p:sp>
        <p:nvSpPr>
          <p:cNvPr id="3" name="Content Placeholder 2">
            <a:extLst>
              <a:ext uri="{FF2B5EF4-FFF2-40B4-BE49-F238E27FC236}">
                <a16:creationId xmlns:a16="http://schemas.microsoft.com/office/drawing/2014/main" id="{B0A0BB86-88A0-A30B-3F0C-216BDA9EB984}"/>
              </a:ext>
            </a:extLst>
          </p:cNvPr>
          <p:cNvSpPr>
            <a:spLocks noGrp="1"/>
          </p:cNvSpPr>
          <p:nvPr>
            <p:ph idx="1"/>
          </p:nvPr>
        </p:nvSpPr>
        <p:spPr/>
        <p:txBody>
          <a:bodyPr>
            <a:normAutofit lnSpcReduction="10000"/>
          </a:bodyPr>
          <a:lstStyle/>
          <a:p>
            <a:r>
              <a:rPr lang="en-US" dirty="0"/>
              <a:t>Option 1: Address the “multiple locks” requirement</a:t>
            </a:r>
          </a:p>
          <a:p>
            <a:pPr lvl="1"/>
            <a:r>
              <a:rPr lang="en-US" dirty="0"/>
              <a:t>Have a coarser lock granularity</a:t>
            </a:r>
          </a:p>
          <a:p>
            <a:pPr lvl="1"/>
            <a:r>
              <a:rPr lang="en-US" dirty="0"/>
              <a:t>E.g. one lock for ALL bank accounts</a:t>
            </a:r>
          </a:p>
          <a:p>
            <a:r>
              <a:rPr lang="en-US" dirty="0"/>
              <a:t>Option 2: Address the “held at the same time” requirement</a:t>
            </a:r>
          </a:p>
          <a:p>
            <a:pPr lvl="1"/>
            <a:r>
              <a:rPr lang="en-US" dirty="0"/>
              <a:t>Have a finer critical section so that only one lock is needed at a time</a:t>
            </a:r>
          </a:p>
          <a:p>
            <a:pPr lvl="1"/>
            <a:r>
              <a:rPr lang="en-US" dirty="0"/>
              <a:t>E.g. instead of a synchronized </a:t>
            </a:r>
            <a:r>
              <a:rPr lang="en-US" dirty="0" err="1"/>
              <a:t>transferTo</a:t>
            </a:r>
            <a:r>
              <a:rPr lang="en-US" dirty="0"/>
              <a:t>, have the withdraw and deposit steps locked separately</a:t>
            </a:r>
          </a:p>
          <a:p>
            <a:r>
              <a:rPr lang="en-US" dirty="0"/>
              <a:t>Option 3: Address the “acquired in multiple orders” requirement</a:t>
            </a:r>
          </a:p>
          <a:p>
            <a:pPr lvl="1"/>
            <a:r>
              <a:rPr lang="en-US" dirty="0"/>
              <a:t>Force the threads to always acquire the locks in the same order</a:t>
            </a:r>
          </a:p>
          <a:p>
            <a:pPr lvl="1"/>
            <a:r>
              <a:rPr lang="en-US" dirty="0"/>
              <a:t>E.g. make </a:t>
            </a:r>
            <a:r>
              <a:rPr lang="en-US" dirty="0" err="1"/>
              <a:t>transferTo</a:t>
            </a:r>
            <a:r>
              <a:rPr lang="en-US" dirty="0"/>
              <a:t> acquire both locks before doing either the withdraw or deposit, make sure both threads agree on the order to </a:t>
            </a:r>
            <a:r>
              <a:rPr lang="en-US" dirty="0" err="1"/>
              <a:t>aquire</a:t>
            </a:r>
            <a:endParaRPr lang="en-US" dirty="0"/>
          </a:p>
          <a:p>
            <a:pPr lvl="1"/>
            <a:endParaRPr lang="en-US" dirty="0"/>
          </a:p>
        </p:txBody>
      </p:sp>
      <mc:AlternateContent xmlns:mc="http://schemas.openxmlformats.org/markup-compatibility/2006">
        <mc:Choice xmlns:p14="http://schemas.microsoft.com/office/powerpoint/2010/main" Requires="p14">
          <p:contentPart p14:bwMode="auto" r:id="rId2">
            <p14:nvContentPartPr>
              <p14:cNvPr id="5" name="Ink 4">
                <a:extLst>
                  <a:ext uri="{FF2B5EF4-FFF2-40B4-BE49-F238E27FC236}">
                    <a16:creationId xmlns:a16="http://schemas.microsoft.com/office/drawing/2014/main" id="{EC9E9D13-3A8C-88EE-3007-8D58C25DA6D1}"/>
                  </a:ext>
                </a:extLst>
              </p14:cNvPr>
              <p14:cNvContentPartPr/>
              <p14:nvPr/>
            </p14:nvContentPartPr>
            <p14:xfrm>
              <a:off x="823320" y="2173680"/>
              <a:ext cx="4916520" cy="2734560"/>
            </p14:xfrm>
          </p:contentPart>
        </mc:Choice>
        <mc:Fallback>
          <p:pic>
            <p:nvPicPr>
              <p:cNvPr id="5" name="Ink 4">
                <a:extLst>
                  <a:ext uri="{FF2B5EF4-FFF2-40B4-BE49-F238E27FC236}">
                    <a16:creationId xmlns:a16="http://schemas.microsoft.com/office/drawing/2014/main" id="{EC9E9D13-3A8C-88EE-3007-8D58C25DA6D1}"/>
                  </a:ext>
                </a:extLst>
              </p:cNvPr>
              <p:cNvPicPr/>
              <p:nvPr/>
            </p:nvPicPr>
            <p:blipFill>
              <a:blip r:embed="rId3"/>
              <a:stretch>
                <a:fillRect/>
              </a:stretch>
            </p:blipFill>
            <p:spPr>
              <a:xfrm>
                <a:off x="813960" y="2164320"/>
                <a:ext cx="4935240" cy="2753280"/>
              </a:xfrm>
              <a:prstGeom prst="rect">
                <a:avLst/>
              </a:prstGeom>
            </p:spPr>
          </p:pic>
        </mc:Fallback>
      </mc:AlternateContent>
    </p:spTree>
    <p:extLst>
      <p:ext uri="{BB962C8B-B14F-4D97-AF65-F5344CB8AC3E}">
        <p14:creationId xmlns:p14="http://schemas.microsoft.com/office/powerpoint/2010/main" val="42893935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AB745-D356-74D1-E331-F346B65979EE}"/>
              </a:ext>
            </a:extLst>
          </p:cNvPr>
          <p:cNvSpPr>
            <a:spLocks noGrp="1"/>
          </p:cNvSpPr>
          <p:nvPr>
            <p:ph type="title"/>
          </p:nvPr>
        </p:nvSpPr>
        <p:spPr/>
        <p:txBody>
          <a:bodyPr/>
          <a:lstStyle/>
          <a:p>
            <a:r>
              <a:rPr lang="en-US" dirty="0"/>
              <a:t>Option 1: Coarser Locking</a:t>
            </a:r>
          </a:p>
        </p:txBody>
      </p:sp>
      <p:sp>
        <p:nvSpPr>
          <p:cNvPr id="3" name="Content Placeholder 2">
            <a:extLst>
              <a:ext uri="{FF2B5EF4-FFF2-40B4-BE49-F238E27FC236}">
                <a16:creationId xmlns:a16="http://schemas.microsoft.com/office/drawing/2014/main" id="{7C1628D0-6B82-E387-27DA-5147E3588812}"/>
              </a:ext>
            </a:extLst>
          </p:cNvPr>
          <p:cNvSpPr>
            <a:spLocks noGrp="1"/>
          </p:cNvSpPr>
          <p:nvPr>
            <p:ph idx="1"/>
          </p:nvPr>
        </p:nvSpPr>
        <p:spPr/>
        <p:txBody>
          <a:bodyPr>
            <a:normAutofit fontScale="77500" lnSpcReduction="20000"/>
          </a:bodyPr>
          <a:lstStyle/>
          <a:p>
            <a:pPr marL="0" indent="0">
              <a:buNone/>
            </a:pPr>
            <a:r>
              <a:rPr lang="en-US" dirty="0">
                <a:solidFill>
                  <a:srgbClr val="FF0000"/>
                </a:solidFill>
              </a:rPr>
              <a:t>static final Object BANK = new Object();</a:t>
            </a:r>
          </a:p>
          <a:p>
            <a:pPr marL="0" indent="0">
              <a:buNone/>
            </a:pPr>
            <a:r>
              <a:rPr lang="en-US" dirty="0"/>
              <a:t>class </a:t>
            </a:r>
            <a:r>
              <a:rPr lang="en-US" dirty="0" err="1"/>
              <a:t>BankAccount</a:t>
            </a:r>
            <a:r>
              <a:rPr lang="en-US" dirty="0"/>
              <a:t> { </a:t>
            </a:r>
          </a:p>
          <a:p>
            <a:pPr marL="0" indent="0">
              <a:buNone/>
            </a:pPr>
            <a:r>
              <a:rPr lang="en-US" dirty="0"/>
              <a:t>	… </a:t>
            </a:r>
          </a:p>
          <a:p>
            <a:pPr marL="0" indent="0">
              <a:buNone/>
            </a:pPr>
            <a:r>
              <a:rPr lang="en-US" dirty="0"/>
              <a:t>	synchronized void withdraw(int amt) {…} </a:t>
            </a:r>
          </a:p>
          <a:p>
            <a:pPr marL="0" indent="0">
              <a:buNone/>
            </a:pPr>
            <a:r>
              <a:rPr lang="en-US" dirty="0"/>
              <a:t>	synchronized void deposit(int amt) {…} </a:t>
            </a:r>
          </a:p>
          <a:p>
            <a:pPr marL="0" indent="0">
              <a:buNone/>
            </a:pPr>
            <a:r>
              <a:rPr lang="en-US" dirty="0"/>
              <a:t>	void </a:t>
            </a:r>
            <a:r>
              <a:rPr lang="en-US" dirty="0" err="1"/>
              <a:t>transferTo</a:t>
            </a:r>
            <a:r>
              <a:rPr lang="en-US" dirty="0"/>
              <a:t>(int amt, </a:t>
            </a:r>
            <a:r>
              <a:rPr lang="en-US" dirty="0" err="1"/>
              <a:t>BankAccount</a:t>
            </a:r>
            <a:r>
              <a:rPr lang="en-US" dirty="0"/>
              <a:t> a) {</a:t>
            </a:r>
          </a:p>
          <a:p>
            <a:pPr marL="0" indent="0">
              <a:buNone/>
            </a:pPr>
            <a:r>
              <a:rPr lang="en-US" dirty="0"/>
              <a:t>		</a:t>
            </a:r>
            <a:r>
              <a:rPr lang="en-US" dirty="0">
                <a:solidFill>
                  <a:srgbClr val="FF0000"/>
                </a:solidFill>
              </a:rPr>
              <a:t>synchronized(BANK){</a:t>
            </a:r>
          </a:p>
          <a:p>
            <a:pPr marL="0" indent="0">
              <a:buNone/>
            </a:pPr>
            <a:r>
              <a:rPr lang="en-US" dirty="0"/>
              <a:t>			</a:t>
            </a:r>
            <a:r>
              <a:rPr lang="en-US" dirty="0" err="1"/>
              <a:t>this.withdraw</a:t>
            </a:r>
            <a:r>
              <a:rPr lang="en-US" dirty="0"/>
              <a:t>(amt); </a:t>
            </a:r>
          </a:p>
          <a:p>
            <a:pPr marL="0" indent="0">
              <a:buNone/>
            </a:pPr>
            <a:r>
              <a:rPr lang="en-US" dirty="0"/>
              <a:t>			</a:t>
            </a:r>
            <a:r>
              <a:rPr lang="en-US" dirty="0" err="1"/>
              <a:t>a.deposit</a:t>
            </a:r>
            <a:r>
              <a:rPr lang="en-US" dirty="0"/>
              <a:t>(amt);</a:t>
            </a:r>
          </a:p>
          <a:p>
            <a:pPr marL="0" indent="0">
              <a:buNone/>
            </a:pPr>
            <a:r>
              <a:rPr lang="en-US" dirty="0"/>
              <a:t>		</a:t>
            </a:r>
            <a:r>
              <a:rPr lang="en-US" dirty="0">
                <a:solidFill>
                  <a:srgbClr val="FF0000"/>
                </a:solidFill>
              </a:rPr>
              <a:t>}</a:t>
            </a:r>
            <a:r>
              <a:rPr lang="en-US" dirty="0"/>
              <a:t> </a:t>
            </a:r>
          </a:p>
          <a:p>
            <a:pPr marL="0" indent="0">
              <a:buNone/>
            </a:pPr>
            <a:r>
              <a:rPr lang="en-US" dirty="0"/>
              <a:t>	} </a:t>
            </a:r>
          </a:p>
          <a:p>
            <a:pPr marL="0" indent="0">
              <a:buNone/>
            </a:pPr>
            <a:r>
              <a:rPr lang="en-US" dirty="0"/>
              <a:t>} </a:t>
            </a:r>
          </a:p>
        </p:txBody>
      </p:sp>
      <mc:AlternateContent xmlns:mc="http://schemas.openxmlformats.org/markup-compatibility/2006">
        <mc:Choice xmlns:p14="http://schemas.microsoft.com/office/powerpoint/2010/main" Requires="p14">
          <p:contentPart p14:bwMode="auto" r:id="rId2">
            <p14:nvContentPartPr>
              <p14:cNvPr id="5" name="Ink 4">
                <a:extLst>
                  <a:ext uri="{FF2B5EF4-FFF2-40B4-BE49-F238E27FC236}">
                    <a16:creationId xmlns:a16="http://schemas.microsoft.com/office/drawing/2014/main" id="{4BD43012-8BA7-0D6F-D5E2-E2BE46E19ECF}"/>
                  </a:ext>
                </a:extLst>
              </p14:cNvPr>
              <p14:cNvContentPartPr/>
              <p14:nvPr/>
            </p14:nvContentPartPr>
            <p14:xfrm>
              <a:off x="2577960" y="2152440"/>
              <a:ext cx="3017520" cy="2253600"/>
            </p14:xfrm>
          </p:contentPart>
        </mc:Choice>
        <mc:Fallback>
          <p:pic>
            <p:nvPicPr>
              <p:cNvPr id="5" name="Ink 4">
                <a:extLst>
                  <a:ext uri="{FF2B5EF4-FFF2-40B4-BE49-F238E27FC236}">
                    <a16:creationId xmlns:a16="http://schemas.microsoft.com/office/drawing/2014/main" id="{4BD43012-8BA7-0D6F-D5E2-E2BE46E19ECF}"/>
                  </a:ext>
                </a:extLst>
              </p:cNvPr>
              <p:cNvPicPr/>
              <p:nvPr/>
            </p:nvPicPr>
            <p:blipFill>
              <a:blip r:embed="rId3"/>
              <a:stretch>
                <a:fillRect/>
              </a:stretch>
            </p:blipFill>
            <p:spPr>
              <a:xfrm>
                <a:off x="2568600" y="2143080"/>
                <a:ext cx="3036240" cy="2272320"/>
              </a:xfrm>
              <a:prstGeom prst="rect">
                <a:avLst/>
              </a:prstGeom>
            </p:spPr>
          </p:pic>
        </mc:Fallback>
      </mc:AlternateContent>
    </p:spTree>
    <p:extLst>
      <p:ext uri="{BB962C8B-B14F-4D97-AF65-F5344CB8AC3E}">
        <p14:creationId xmlns:p14="http://schemas.microsoft.com/office/powerpoint/2010/main" val="21352216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AB745-D356-74D1-E331-F346B65979EE}"/>
              </a:ext>
            </a:extLst>
          </p:cNvPr>
          <p:cNvSpPr>
            <a:spLocks noGrp="1"/>
          </p:cNvSpPr>
          <p:nvPr>
            <p:ph type="title"/>
          </p:nvPr>
        </p:nvSpPr>
        <p:spPr/>
        <p:txBody>
          <a:bodyPr/>
          <a:lstStyle/>
          <a:p>
            <a:r>
              <a:rPr lang="en-US" dirty="0"/>
              <a:t>Option 2: Finer Critical Section</a:t>
            </a:r>
          </a:p>
        </p:txBody>
      </p:sp>
      <p:sp>
        <p:nvSpPr>
          <p:cNvPr id="3" name="Content Placeholder 2">
            <a:extLst>
              <a:ext uri="{FF2B5EF4-FFF2-40B4-BE49-F238E27FC236}">
                <a16:creationId xmlns:a16="http://schemas.microsoft.com/office/drawing/2014/main" id="{7C1628D0-6B82-E387-27DA-5147E3588812}"/>
              </a:ext>
            </a:extLst>
          </p:cNvPr>
          <p:cNvSpPr>
            <a:spLocks noGrp="1"/>
          </p:cNvSpPr>
          <p:nvPr>
            <p:ph idx="1"/>
          </p:nvPr>
        </p:nvSpPr>
        <p:spPr>
          <a:xfrm>
            <a:off x="838200" y="1825624"/>
            <a:ext cx="10515600" cy="5113655"/>
          </a:xfrm>
        </p:spPr>
        <p:txBody>
          <a:bodyPr>
            <a:normAutofit fontScale="85000" lnSpcReduction="20000"/>
          </a:bodyPr>
          <a:lstStyle/>
          <a:p>
            <a:pPr marL="0" indent="0">
              <a:buNone/>
            </a:pPr>
            <a:r>
              <a:rPr lang="en-US" dirty="0"/>
              <a:t>class </a:t>
            </a:r>
            <a:r>
              <a:rPr lang="en-US" dirty="0" err="1"/>
              <a:t>BankAccount</a:t>
            </a:r>
            <a:r>
              <a:rPr lang="en-US" dirty="0"/>
              <a:t> { </a:t>
            </a:r>
          </a:p>
          <a:p>
            <a:pPr marL="0" indent="0">
              <a:buNone/>
            </a:pPr>
            <a:r>
              <a:rPr lang="en-US" dirty="0"/>
              <a:t>	… </a:t>
            </a:r>
          </a:p>
          <a:p>
            <a:pPr marL="0" indent="0">
              <a:buNone/>
            </a:pPr>
            <a:r>
              <a:rPr lang="en-US" dirty="0"/>
              <a:t>	synchronized void withdraw(int amt) {…} </a:t>
            </a:r>
          </a:p>
          <a:p>
            <a:pPr marL="0" indent="0">
              <a:buNone/>
            </a:pPr>
            <a:r>
              <a:rPr lang="en-US" dirty="0"/>
              <a:t>	synchronized void deposit(int amt) {…} </a:t>
            </a:r>
          </a:p>
          <a:p>
            <a:pPr marL="0" indent="0">
              <a:buNone/>
            </a:pPr>
            <a:r>
              <a:rPr lang="en-US" dirty="0"/>
              <a:t>	void </a:t>
            </a:r>
            <a:r>
              <a:rPr lang="en-US" dirty="0" err="1"/>
              <a:t>transferTo</a:t>
            </a:r>
            <a:r>
              <a:rPr lang="en-US" dirty="0"/>
              <a:t>(int amt, </a:t>
            </a:r>
            <a:r>
              <a:rPr lang="en-US" dirty="0" err="1"/>
              <a:t>BankAccount</a:t>
            </a:r>
            <a:r>
              <a:rPr lang="en-US" dirty="0"/>
              <a:t> a) {</a:t>
            </a:r>
          </a:p>
          <a:p>
            <a:pPr marL="0" indent="0">
              <a:buNone/>
            </a:pPr>
            <a:r>
              <a:rPr lang="en-US" dirty="0"/>
              <a:t>		synchronized(this){</a:t>
            </a:r>
          </a:p>
          <a:p>
            <a:pPr marL="0" indent="0">
              <a:buNone/>
            </a:pPr>
            <a:r>
              <a:rPr lang="en-US" dirty="0"/>
              <a:t>			</a:t>
            </a:r>
            <a:r>
              <a:rPr lang="en-US" dirty="0" err="1"/>
              <a:t>this.withdraw</a:t>
            </a:r>
            <a:r>
              <a:rPr lang="en-US" dirty="0"/>
              <a:t>(amt); </a:t>
            </a:r>
          </a:p>
          <a:p>
            <a:pPr marL="0" indent="0">
              <a:buNone/>
            </a:pPr>
            <a:r>
              <a:rPr lang="en-US" dirty="0"/>
              <a:t>		}</a:t>
            </a:r>
          </a:p>
          <a:p>
            <a:pPr marL="0" indent="0">
              <a:buNone/>
            </a:pPr>
            <a:r>
              <a:rPr lang="en-US" dirty="0"/>
              <a:t>		synchronized(a){</a:t>
            </a:r>
          </a:p>
          <a:p>
            <a:pPr marL="0" indent="0">
              <a:buNone/>
            </a:pPr>
            <a:r>
              <a:rPr lang="en-US" dirty="0"/>
              <a:t>			</a:t>
            </a:r>
            <a:r>
              <a:rPr lang="en-US" dirty="0" err="1"/>
              <a:t>a.deposit</a:t>
            </a:r>
            <a:r>
              <a:rPr lang="en-US" dirty="0"/>
              <a:t>(amt);</a:t>
            </a:r>
          </a:p>
          <a:p>
            <a:pPr marL="0" indent="0">
              <a:buNone/>
            </a:pPr>
            <a:r>
              <a:rPr lang="en-US" dirty="0"/>
              <a:t>		} </a:t>
            </a:r>
          </a:p>
          <a:p>
            <a:pPr marL="0" indent="0">
              <a:buNone/>
            </a:pPr>
            <a:r>
              <a:rPr lang="en-US" dirty="0"/>
              <a:t>	} </a:t>
            </a:r>
          </a:p>
          <a:p>
            <a:pPr marL="0" indent="0">
              <a:buNone/>
            </a:pPr>
            <a:r>
              <a:rPr lang="en-US" dirty="0"/>
              <a:t>} </a:t>
            </a:r>
          </a:p>
        </p:txBody>
      </p:sp>
      <mc:AlternateContent xmlns:mc="http://schemas.openxmlformats.org/markup-compatibility/2006">
        <mc:Choice xmlns:p14="http://schemas.microsoft.com/office/powerpoint/2010/main" Requires="p14">
          <p:contentPart p14:bwMode="auto" r:id="rId2">
            <p14:nvContentPartPr>
              <p14:cNvPr id="5" name="Ink 4">
                <a:extLst>
                  <a:ext uri="{FF2B5EF4-FFF2-40B4-BE49-F238E27FC236}">
                    <a16:creationId xmlns:a16="http://schemas.microsoft.com/office/drawing/2014/main" id="{50F43D66-999D-ACDC-A95A-0A18D030D035}"/>
                  </a:ext>
                </a:extLst>
              </p14:cNvPr>
              <p14:cNvContentPartPr/>
              <p14:nvPr/>
            </p14:nvContentPartPr>
            <p14:xfrm>
              <a:off x="1693080" y="3713760"/>
              <a:ext cx="5079240" cy="1555560"/>
            </p14:xfrm>
          </p:contentPart>
        </mc:Choice>
        <mc:Fallback>
          <p:pic>
            <p:nvPicPr>
              <p:cNvPr id="5" name="Ink 4">
                <a:extLst>
                  <a:ext uri="{FF2B5EF4-FFF2-40B4-BE49-F238E27FC236}">
                    <a16:creationId xmlns:a16="http://schemas.microsoft.com/office/drawing/2014/main" id="{50F43D66-999D-ACDC-A95A-0A18D030D035}"/>
                  </a:ext>
                </a:extLst>
              </p:cNvPr>
              <p:cNvPicPr/>
              <p:nvPr/>
            </p:nvPicPr>
            <p:blipFill>
              <a:blip r:embed="rId3"/>
              <a:stretch>
                <a:fillRect/>
              </a:stretch>
            </p:blipFill>
            <p:spPr>
              <a:xfrm>
                <a:off x="1683720" y="3704400"/>
                <a:ext cx="5097960" cy="1574280"/>
              </a:xfrm>
              <a:prstGeom prst="rect">
                <a:avLst/>
              </a:prstGeom>
            </p:spPr>
          </p:pic>
        </mc:Fallback>
      </mc:AlternateContent>
    </p:spTree>
    <p:extLst>
      <p:ext uri="{BB962C8B-B14F-4D97-AF65-F5344CB8AC3E}">
        <p14:creationId xmlns:p14="http://schemas.microsoft.com/office/powerpoint/2010/main" val="2721836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AB745-D356-74D1-E331-F346B65979EE}"/>
              </a:ext>
            </a:extLst>
          </p:cNvPr>
          <p:cNvSpPr>
            <a:spLocks noGrp="1"/>
          </p:cNvSpPr>
          <p:nvPr>
            <p:ph type="title"/>
          </p:nvPr>
        </p:nvSpPr>
        <p:spPr>
          <a:xfrm>
            <a:off x="838200" y="-193675"/>
            <a:ext cx="10515600" cy="1325563"/>
          </a:xfrm>
        </p:spPr>
        <p:txBody>
          <a:bodyPr/>
          <a:lstStyle/>
          <a:p>
            <a:r>
              <a:rPr lang="en-US" dirty="0"/>
              <a:t>Option 3: First Get All Locks In A Fixed Order</a:t>
            </a:r>
          </a:p>
        </p:txBody>
      </p:sp>
      <p:sp>
        <p:nvSpPr>
          <p:cNvPr id="3" name="Content Placeholder 2">
            <a:extLst>
              <a:ext uri="{FF2B5EF4-FFF2-40B4-BE49-F238E27FC236}">
                <a16:creationId xmlns:a16="http://schemas.microsoft.com/office/drawing/2014/main" id="{7C1628D0-6B82-E387-27DA-5147E3588812}"/>
              </a:ext>
            </a:extLst>
          </p:cNvPr>
          <p:cNvSpPr>
            <a:spLocks noGrp="1"/>
          </p:cNvSpPr>
          <p:nvPr>
            <p:ph idx="1"/>
          </p:nvPr>
        </p:nvSpPr>
        <p:spPr>
          <a:xfrm>
            <a:off x="838200" y="751840"/>
            <a:ext cx="10515600" cy="6187439"/>
          </a:xfrm>
        </p:spPr>
        <p:txBody>
          <a:bodyPr>
            <a:normAutofit fontScale="62500" lnSpcReduction="20000"/>
          </a:bodyPr>
          <a:lstStyle/>
          <a:p>
            <a:pPr marL="0" indent="0">
              <a:buNone/>
            </a:pPr>
            <a:r>
              <a:rPr lang="en-US" dirty="0"/>
              <a:t>class </a:t>
            </a:r>
            <a:r>
              <a:rPr lang="en-US" dirty="0" err="1"/>
              <a:t>BankAccount</a:t>
            </a:r>
            <a:r>
              <a:rPr lang="en-US" dirty="0"/>
              <a:t> { </a:t>
            </a:r>
          </a:p>
          <a:p>
            <a:pPr marL="0" indent="0">
              <a:buNone/>
            </a:pPr>
            <a:r>
              <a:rPr lang="en-US" dirty="0"/>
              <a:t>	… </a:t>
            </a:r>
          </a:p>
          <a:p>
            <a:pPr marL="0" indent="0">
              <a:buNone/>
            </a:pPr>
            <a:r>
              <a:rPr lang="en-US" dirty="0"/>
              <a:t>	synchronized void withdraw(int amt) {…} </a:t>
            </a:r>
          </a:p>
          <a:p>
            <a:pPr marL="0" indent="0">
              <a:buNone/>
            </a:pPr>
            <a:r>
              <a:rPr lang="en-US" dirty="0"/>
              <a:t>	synchronized void deposit(int amt) {…} </a:t>
            </a:r>
          </a:p>
          <a:p>
            <a:pPr marL="0" indent="0">
              <a:buNone/>
            </a:pPr>
            <a:r>
              <a:rPr lang="en-US" dirty="0"/>
              <a:t>	void </a:t>
            </a:r>
            <a:r>
              <a:rPr lang="en-US" dirty="0" err="1"/>
              <a:t>transferTo</a:t>
            </a:r>
            <a:r>
              <a:rPr lang="en-US" dirty="0"/>
              <a:t>(int amt, </a:t>
            </a:r>
            <a:r>
              <a:rPr lang="en-US" dirty="0" err="1"/>
              <a:t>BankAccount</a:t>
            </a:r>
            <a:r>
              <a:rPr lang="en-US" dirty="0"/>
              <a:t> a) {</a:t>
            </a:r>
          </a:p>
          <a:p>
            <a:pPr marL="0" indent="0">
              <a:buNone/>
            </a:pPr>
            <a:r>
              <a:rPr lang="en-US" dirty="0"/>
              <a:t>		if (</a:t>
            </a:r>
            <a:r>
              <a:rPr lang="en-US" dirty="0" err="1"/>
              <a:t>this.acctNum</a:t>
            </a:r>
            <a:r>
              <a:rPr lang="en-US" dirty="0"/>
              <a:t> &lt; </a:t>
            </a:r>
            <a:r>
              <a:rPr lang="en-US" dirty="0" err="1"/>
              <a:t>a.acctNum</a:t>
            </a:r>
            <a:r>
              <a:rPr lang="en-US" dirty="0"/>
              <a:t>){</a:t>
            </a:r>
          </a:p>
          <a:p>
            <a:pPr marL="0" indent="0">
              <a:buNone/>
            </a:pPr>
            <a:r>
              <a:rPr lang="en-US" dirty="0"/>
              <a:t>			synchronized(this){</a:t>
            </a:r>
          </a:p>
          <a:p>
            <a:pPr marL="0" indent="0">
              <a:buNone/>
            </a:pPr>
            <a:r>
              <a:rPr lang="en-US" dirty="0"/>
              <a:t>				synchronized(a){ </a:t>
            </a:r>
          </a:p>
          <a:p>
            <a:pPr marL="0" indent="0">
              <a:buNone/>
            </a:pPr>
            <a:r>
              <a:rPr lang="en-US" dirty="0"/>
              <a:t>					</a:t>
            </a:r>
            <a:r>
              <a:rPr lang="en-US" dirty="0" err="1"/>
              <a:t>this.withdraw</a:t>
            </a:r>
            <a:r>
              <a:rPr lang="en-US" dirty="0"/>
              <a:t>(amt); </a:t>
            </a:r>
          </a:p>
          <a:p>
            <a:pPr marL="0" indent="0">
              <a:buNone/>
            </a:pPr>
            <a:r>
              <a:rPr lang="en-US" dirty="0"/>
              <a:t>					</a:t>
            </a:r>
            <a:r>
              <a:rPr lang="en-US" dirty="0" err="1"/>
              <a:t>a.deposit</a:t>
            </a:r>
            <a:r>
              <a:rPr lang="en-US" dirty="0"/>
              <a:t>(amt);</a:t>
            </a:r>
          </a:p>
          <a:p>
            <a:pPr marL="0" indent="0">
              <a:buNone/>
            </a:pPr>
            <a:r>
              <a:rPr lang="en-US" dirty="0"/>
              <a:t>		} } }</a:t>
            </a:r>
          </a:p>
          <a:p>
            <a:pPr marL="0" indent="0">
              <a:buNone/>
            </a:pPr>
            <a:r>
              <a:rPr lang="en-US" dirty="0"/>
              <a:t>		else {</a:t>
            </a:r>
          </a:p>
          <a:p>
            <a:pPr marL="0" indent="0">
              <a:buNone/>
            </a:pPr>
            <a:r>
              <a:rPr lang="en-US" dirty="0"/>
              <a:t>			synchronized(a){</a:t>
            </a:r>
          </a:p>
          <a:p>
            <a:pPr marL="0" indent="0">
              <a:buNone/>
            </a:pPr>
            <a:r>
              <a:rPr lang="en-US" dirty="0"/>
              <a:t>				synchronized(this){ </a:t>
            </a:r>
          </a:p>
          <a:p>
            <a:pPr marL="0" indent="0">
              <a:buNone/>
            </a:pPr>
            <a:r>
              <a:rPr lang="en-US" dirty="0"/>
              <a:t>					</a:t>
            </a:r>
            <a:r>
              <a:rPr lang="en-US" dirty="0" err="1"/>
              <a:t>this.withdraw</a:t>
            </a:r>
            <a:r>
              <a:rPr lang="en-US" dirty="0"/>
              <a:t>(amt); </a:t>
            </a:r>
          </a:p>
          <a:p>
            <a:pPr marL="0" indent="0">
              <a:buNone/>
            </a:pPr>
            <a:r>
              <a:rPr lang="en-US" dirty="0"/>
              <a:t>					</a:t>
            </a:r>
            <a:r>
              <a:rPr lang="en-US" dirty="0" err="1"/>
              <a:t>a.deposit</a:t>
            </a:r>
            <a:r>
              <a:rPr lang="en-US" dirty="0"/>
              <a:t>(amt);</a:t>
            </a:r>
          </a:p>
          <a:p>
            <a:pPr marL="0" indent="0">
              <a:buNone/>
            </a:pPr>
            <a:r>
              <a:rPr lang="en-US" dirty="0"/>
              <a:t>		} } }		</a:t>
            </a:r>
          </a:p>
          <a:p>
            <a:pPr marL="0" indent="0">
              <a:buNone/>
            </a:pPr>
            <a:r>
              <a:rPr lang="en-US" dirty="0"/>
              <a:t>	} </a:t>
            </a:r>
          </a:p>
          <a:p>
            <a:pPr marL="0" indent="0">
              <a:buNone/>
            </a:pPr>
            <a:r>
              <a:rPr lang="en-US" dirty="0"/>
              <a:t>} </a:t>
            </a:r>
          </a:p>
        </p:txBody>
      </p:sp>
      <mc:AlternateContent xmlns:mc="http://schemas.openxmlformats.org/markup-compatibility/2006">
        <mc:Choice xmlns:p14="http://schemas.microsoft.com/office/powerpoint/2010/main" Requires="p14">
          <p:contentPart p14:bwMode="auto" r:id="rId2">
            <p14:nvContentPartPr>
              <p14:cNvPr id="5" name="Ink 4">
                <a:extLst>
                  <a:ext uri="{FF2B5EF4-FFF2-40B4-BE49-F238E27FC236}">
                    <a16:creationId xmlns:a16="http://schemas.microsoft.com/office/drawing/2014/main" id="{8CE53AFD-76EA-8FC3-7F97-4BAB65518652}"/>
                  </a:ext>
                </a:extLst>
              </p14:cNvPr>
              <p14:cNvContentPartPr/>
              <p14:nvPr/>
            </p14:nvContentPartPr>
            <p14:xfrm>
              <a:off x="2568600" y="2556360"/>
              <a:ext cx="2289600" cy="174960"/>
            </p14:xfrm>
          </p:contentPart>
        </mc:Choice>
        <mc:Fallback>
          <p:pic>
            <p:nvPicPr>
              <p:cNvPr id="5" name="Ink 4">
                <a:extLst>
                  <a:ext uri="{FF2B5EF4-FFF2-40B4-BE49-F238E27FC236}">
                    <a16:creationId xmlns:a16="http://schemas.microsoft.com/office/drawing/2014/main" id="{8CE53AFD-76EA-8FC3-7F97-4BAB65518652}"/>
                  </a:ext>
                </a:extLst>
              </p:cNvPr>
              <p:cNvPicPr/>
              <p:nvPr/>
            </p:nvPicPr>
            <p:blipFill>
              <a:blip r:embed="rId3"/>
              <a:stretch>
                <a:fillRect/>
              </a:stretch>
            </p:blipFill>
            <p:spPr>
              <a:xfrm>
                <a:off x="2559240" y="2547000"/>
                <a:ext cx="2308320" cy="193680"/>
              </a:xfrm>
              <a:prstGeom prst="rect">
                <a:avLst/>
              </a:prstGeom>
            </p:spPr>
          </p:pic>
        </mc:Fallback>
      </mc:AlternateContent>
    </p:spTree>
    <p:extLst>
      <p:ext uri="{BB962C8B-B14F-4D97-AF65-F5344CB8AC3E}">
        <p14:creationId xmlns:p14="http://schemas.microsoft.com/office/powerpoint/2010/main" val="42188615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3D2AF2-DFD3-8539-00FA-95664C7E11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98814A-5918-24A8-D360-DE88FE810DDC}"/>
              </a:ext>
            </a:extLst>
          </p:cNvPr>
          <p:cNvSpPr>
            <a:spLocks noGrp="1"/>
          </p:cNvSpPr>
          <p:nvPr>
            <p:ph type="title"/>
          </p:nvPr>
        </p:nvSpPr>
        <p:spPr/>
        <p:txBody>
          <a:bodyPr/>
          <a:lstStyle/>
          <a:p>
            <a:r>
              <a:rPr lang="en-US" dirty="0"/>
              <a:t>Option 3 Requirements</a:t>
            </a:r>
          </a:p>
        </p:txBody>
      </p:sp>
      <p:sp>
        <p:nvSpPr>
          <p:cNvPr id="3" name="Content Placeholder 2">
            <a:extLst>
              <a:ext uri="{FF2B5EF4-FFF2-40B4-BE49-F238E27FC236}">
                <a16:creationId xmlns:a16="http://schemas.microsoft.com/office/drawing/2014/main" id="{6D225FCF-674D-1494-3F5F-8F7FD86C949F}"/>
              </a:ext>
            </a:extLst>
          </p:cNvPr>
          <p:cNvSpPr>
            <a:spLocks noGrp="1"/>
          </p:cNvSpPr>
          <p:nvPr>
            <p:ph idx="1"/>
          </p:nvPr>
        </p:nvSpPr>
        <p:spPr/>
        <p:txBody>
          <a:bodyPr>
            <a:normAutofit/>
          </a:bodyPr>
          <a:lstStyle/>
          <a:p>
            <a:r>
              <a:rPr lang="en-US" dirty="0"/>
              <a:t>To acquire the locks in a fixed order you need ALL of:</a:t>
            </a:r>
          </a:p>
          <a:p>
            <a:pPr lvl="1"/>
            <a:r>
              <a:rPr lang="en-US" dirty="0"/>
              <a:t>A field that all locks share and that is comparable</a:t>
            </a:r>
          </a:p>
          <a:p>
            <a:pPr lvl="1"/>
            <a:r>
              <a:rPr lang="en-US" dirty="0"/>
              <a:t>This field must be unique across all locks</a:t>
            </a:r>
          </a:p>
          <a:p>
            <a:pPr lvl="1"/>
            <a:r>
              <a:rPr lang="en-US" dirty="0"/>
              <a:t>The field must not be able to change (must be immutable)</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F88FE58C-32D9-2751-CADD-2A280C0BBAC1}"/>
                  </a:ext>
                </a:extLst>
              </p14:cNvPr>
              <p14:cNvContentPartPr/>
              <p14:nvPr/>
            </p14:nvContentPartPr>
            <p14:xfrm>
              <a:off x="1201320" y="1423800"/>
              <a:ext cx="7998480" cy="2115720"/>
            </p14:xfrm>
          </p:contentPart>
        </mc:Choice>
        <mc:Fallback>
          <p:pic>
            <p:nvPicPr>
              <p:cNvPr id="4" name="Ink 3">
                <a:extLst>
                  <a:ext uri="{FF2B5EF4-FFF2-40B4-BE49-F238E27FC236}">
                    <a16:creationId xmlns:a16="http://schemas.microsoft.com/office/drawing/2014/main" id="{F88FE58C-32D9-2751-CADD-2A280C0BBAC1}"/>
                  </a:ext>
                </a:extLst>
              </p:cNvPr>
              <p:cNvPicPr/>
              <p:nvPr/>
            </p:nvPicPr>
            <p:blipFill>
              <a:blip r:embed="rId3"/>
              <a:stretch>
                <a:fillRect/>
              </a:stretch>
            </p:blipFill>
            <p:spPr>
              <a:xfrm>
                <a:off x="1191960" y="1414440"/>
                <a:ext cx="8017200" cy="2134440"/>
              </a:xfrm>
              <a:prstGeom prst="rect">
                <a:avLst/>
              </a:prstGeom>
            </p:spPr>
          </p:pic>
        </mc:Fallback>
      </mc:AlternateContent>
    </p:spTree>
    <p:extLst>
      <p:ext uri="{BB962C8B-B14F-4D97-AF65-F5344CB8AC3E}">
        <p14:creationId xmlns:p14="http://schemas.microsoft.com/office/powerpoint/2010/main" val="35698740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0EE150-801C-E9BA-3EBA-0759554DB8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5DB35B-4601-1517-F477-BF160F0ADB50}"/>
              </a:ext>
            </a:extLst>
          </p:cNvPr>
          <p:cNvSpPr>
            <a:spLocks noGrp="1"/>
          </p:cNvSpPr>
          <p:nvPr>
            <p:ph type="title"/>
          </p:nvPr>
        </p:nvSpPr>
        <p:spPr/>
        <p:txBody>
          <a:bodyPr/>
          <a:lstStyle/>
          <a:p>
            <a:r>
              <a:rPr lang="en-US" dirty="0"/>
              <a:t>Option 3: Non-Unique</a:t>
            </a:r>
          </a:p>
        </p:txBody>
      </p:sp>
      <p:sp>
        <p:nvSpPr>
          <p:cNvPr id="11" name="TextBox 10">
            <a:extLst>
              <a:ext uri="{FF2B5EF4-FFF2-40B4-BE49-F238E27FC236}">
                <a16:creationId xmlns:a16="http://schemas.microsoft.com/office/drawing/2014/main" id="{BB1F58D3-CEEA-5BF3-269C-0B4205665C0C}"/>
              </a:ext>
            </a:extLst>
          </p:cNvPr>
          <p:cNvSpPr txBox="1"/>
          <p:nvPr/>
        </p:nvSpPr>
        <p:spPr>
          <a:xfrm>
            <a:off x="8630194" y="658574"/>
            <a:ext cx="3276090" cy="369332"/>
          </a:xfrm>
          <a:prstGeom prst="rect">
            <a:avLst/>
          </a:prstGeom>
          <a:noFill/>
          <a:ln>
            <a:solidFill>
              <a:schemeClr val="tx1"/>
            </a:solidFill>
          </a:ln>
        </p:spPr>
        <p:txBody>
          <a:bodyPr wrap="none" rtlCol="0">
            <a:spAutoFit/>
          </a:bodyPr>
          <a:lstStyle/>
          <a:p>
            <a:r>
              <a:rPr lang="en-US" dirty="0"/>
              <a:t>Suppose </a:t>
            </a:r>
            <a:r>
              <a:rPr lang="en-US" dirty="0" err="1"/>
              <a:t>x.acctNum</a:t>
            </a:r>
            <a:r>
              <a:rPr lang="en-US" dirty="0"/>
              <a:t> == </a:t>
            </a:r>
            <a:r>
              <a:rPr lang="en-US" dirty="0" err="1"/>
              <a:t>y.accNum</a:t>
            </a:r>
            <a:endParaRPr lang="en-US" dirty="0"/>
          </a:p>
        </p:txBody>
      </p:sp>
      <p:grpSp>
        <p:nvGrpSpPr>
          <p:cNvPr id="9" name="Group 8" descr="Consider that we have 2 threads. Thread 1 is trying to transfer 1 dollar from account x to account y. Thread 2 is trying to transfer 1 dollar from account y to account x;">
            <a:extLst>
              <a:ext uri="{FF2B5EF4-FFF2-40B4-BE49-F238E27FC236}">
                <a16:creationId xmlns:a16="http://schemas.microsoft.com/office/drawing/2014/main" id="{96108880-CA61-9FBE-2F5A-CEE8DB464D8D}"/>
              </a:ext>
            </a:extLst>
          </p:cNvPr>
          <p:cNvGrpSpPr/>
          <p:nvPr/>
        </p:nvGrpSpPr>
        <p:grpSpPr>
          <a:xfrm>
            <a:off x="3478179" y="1247342"/>
            <a:ext cx="5899502" cy="1163320"/>
            <a:chOff x="3478179" y="1865651"/>
            <a:chExt cx="5899502" cy="1163320"/>
          </a:xfrm>
        </p:grpSpPr>
        <p:sp>
          <p:nvSpPr>
            <p:cNvPr id="4" name="Rectangle 3">
              <a:extLst>
                <a:ext uri="{FF2B5EF4-FFF2-40B4-BE49-F238E27FC236}">
                  <a16:creationId xmlns:a16="http://schemas.microsoft.com/office/drawing/2014/main" id="{76BB4082-3598-34D7-BDFE-FC6C3C2BA0DF}"/>
                </a:ext>
              </a:extLst>
            </p:cNvPr>
            <p:cNvSpPr/>
            <p:nvPr/>
          </p:nvSpPr>
          <p:spPr>
            <a:xfrm>
              <a:off x="3478179" y="2172832"/>
              <a:ext cx="2165657" cy="85613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err="1">
                  <a:solidFill>
                    <a:schemeClr val="tx1"/>
                  </a:solidFill>
                </a:rPr>
                <a:t>x.transferTo</a:t>
              </a:r>
              <a:r>
                <a:rPr lang="en-US" dirty="0">
                  <a:solidFill>
                    <a:schemeClr val="tx1"/>
                  </a:solidFill>
                </a:rPr>
                <a:t>(1,y);</a:t>
              </a:r>
            </a:p>
          </p:txBody>
        </p:sp>
        <p:sp>
          <p:nvSpPr>
            <p:cNvPr id="5" name="TextBox 4">
              <a:extLst>
                <a:ext uri="{FF2B5EF4-FFF2-40B4-BE49-F238E27FC236}">
                  <a16:creationId xmlns:a16="http://schemas.microsoft.com/office/drawing/2014/main" id="{D09348D1-E4FE-27FB-6F32-E5594A53955E}"/>
                </a:ext>
              </a:extLst>
            </p:cNvPr>
            <p:cNvSpPr txBox="1"/>
            <p:nvPr/>
          </p:nvSpPr>
          <p:spPr>
            <a:xfrm>
              <a:off x="3478180" y="1865651"/>
              <a:ext cx="1076128" cy="369332"/>
            </a:xfrm>
            <a:prstGeom prst="rect">
              <a:avLst/>
            </a:prstGeom>
            <a:noFill/>
          </p:spPr>
          <p:txBody>
            <a:bodyPr wrap="none" rtlCol="0">
              <a:spAutoFit/>
            </a:bodyPr>
            <a:lstStyle/>
            <a:p>
              <a:r>
                <a:rPr lang="en-US" dirty="0"/>
                <a:t>Thread 1:</a:t>
              </a:r>
            </a:p>
          </p:txBody>
        </p:sp>
        <p:sp>
          <p:nvSpPr>
            <p:cNvPr id="6" name="Rectangle 5">
              <a:extLst>
                <a:ext uri="{FF2B5EF4-FFF2-40B4-BE49-F238E27FC236}">
                  <a16:creationId xmlns:a16="http://schemas.microsoft.com/office/drawing/2014/main" id="{B37A567D-FF22-3614-0DBD-BD6AC17C5C7C}"/>
                </a:ext>
              </a:extLst>
            </p:cNvPr>
            <p:cNvSpPr/>
            <p:nvPr/>
          </p:nvSpPr>
          <p:spPr>
            <a:xfrm>
              <a:off x="6548167" y="2172832"/>
              <a:ext cx="2829514" cy="85613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err="1">
                  <a:solidFill>
                    <a:schemeClr val="tx1"/>
                  </a:solidFill>
                </a:rPr>
                <a:t>y.transferTo</a:t>
              </a:r>
              <a:r>
                <a:rPr lang="en-US" dirty="0">
                  <a:solidFill>
                    <a:schemeClr val="tx1"/>
                  </a:solidFill>
                </a:rPr>
                <a:t>(1,x);</a:t>
              </a:r>
            </a:p>
          </p:txBody>
        </p:sp>
        <p:sp>
          <p:nvSpPr>
            <p:cNvPr id="7" name="TextBox 6">
              <a:extLst>
                <a:ext uri="{FF2B5EF4-FFF2-40B4-BE49-F238E27FC236}">
                  <a16:creationId xmlns:a16="http://schemas.microsoft.com/office/drawing/2014/main" id="{BFDD68ED-8EC2-9198-ACCC-98997232438C}"/>
                </a:ext>
              </a:extLst>
            </p:cNvPr>
            <p:cNvSpPr txBox="1"/>
            <p:nvPr/>
          </p:nvSpPr>
          <p:spPr>
            <a:xfrm>
              <a:off x="6878320" y="1865651"/>
              <a:ext cx="1076128" cy="369332"/>
            </a:xfrm>
            <a:prstGeom prst="rect">
              <a:avLst/>
            </a:prstGeom>
            <a:noFill/>
          </p:spPr>
          <p:txBody>
            <a:bodyPr wrap="none" rtlCol="0">
              <a:spAutoFit/>
            </a:bodyPr>
            <a:lstStyle/>
            <a:p>
              <a:r>
                <a:rPr lang="en-US" dirty="0"/>
                <a:t>Thread 2:</a:t>
              </a:r>
            </a:p>
          </p:txBody>
        </p:sp>
      </p:grpSp>
      <p:grpSp>
        <p:nvGrpSpPr>
          <p:cNvPr id="10" name="Group 9" descr="if the account number of account x is equal to that of y, the threads will either both enter the if case or both enter the else case. Either way, they will be acquiring the locks in the opposite orders from each other.">
            <a:extLst>
              <a:ext uri="{FF2B5EF4-FFF2-40B4-BE49-F238E27FC236}">
                <a16:creationId xmlns:a16="http://schemas.microsoft.com/office/drawing/2014/main" id="{881DDD6B-5814-CA4A-41F5-6BB447CB3C24}"/>
              </a:ext>
            </a:extLst>
          </p:cNvPr>
          <p:cNvGrpSpPr/>
          <p:nvPr/>
        </p:nvGrpSpPr>
        <p:grpSpPr>
          <a:xfrm>
            <a:off x="355600" y="2238103"/>
            <a:ext cx="11804258" cy="4467497"/>
            <a:chOff x="355600" y="3437614"/>
            <a:chExt cx="11804258" cy="3267985"/>
          </a:xfrm>
        </p:grpSpPr>
        <p:sp>
          <p:nvSpPr>
            <p:cNvPr id="8" name="Rectangle 7">
              <a:extLst>
                <a:ext uri="{FF2B5EF4-FFF2-40B4-BE49-F238E27FC236}">
                  <a16:creationId xmlns:a16="http://schemas.microsoft.com/office/drawing/2014/main" id="{53CCC83E-1789-A1FA-AD54-8DD254A18D4A}"/>
                </a:ext>
              </a:extLst>
            </p:cNvPr>
            <p:cNvSpPr/>
            <p:nvPr/>
          </p:nvSpPr>
          <p:spPr>
            <a:xfrm>
              <a:off x="355600" y="3437614"/>
              <a:ext cx="5902129" cy="3267985"/>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dirty="0">
                  <a:solidFill>
                    <a:schemeClr val="tx1"/>
                  </a:solidFill>
                </a:rPr>
                <a:t>if(</a:t>
              </a:r>
              <a:r>
                <a:rPr kumimoji="0" lang="en-US" sz="1800" b="0" i="0" u="none" strike="noStrike" kern="1200" cap="none" spc="0" normalizeH="0" baseline="0" noProof="0" dirty="0" err="1">
                  <a:ln>
                    <a:noFill/>
                  </a:ln>
                  <a:solidFill>
                    <a:schemeClr val="tx1"/>
                  </a:solidFill>
                  <a:effectLst/>
                  <a:uLnTx/>
                  <a:uFillTx/>
                  <a:latin typeface="Calibri" panose="020F0502020204030204"/>
                  <a:ea typeface="+mn-ea"/>
                  <a:cs typeface="+mn-cs"/>
                </a:rPr>
                <a:t>this.acctNum</a:t>
              </a:r>
              <a:r>
                <a:rPr kumimoji="0" lang="en-US" sz="1800" b="0" i="0" u="none" strike="noStrike" kern="1200" cap="none" spc="0" normalizeH="0" baseline="0" noProof="0" dirty="0">
                  <a:ln>
                    <a:noFill/>
                  </a:ln>
                  <a:solidFill>
                    <a:schemeClr val="tx1"/>
                  </a:solidFill>
                  <a:effectLst/>
                  <a:uLnTx/>
                  <a:uFillTx/>
                  <a:latin typeface="Calibri" panose="020F0502020204030204"/>
                  <a:ea typeface="+mn-ea"/>
                  <a:cs typeface="+mn-cs"/>
                </a:rPr>
                <a:t> &lt; </a:t>
              </a:r>
              <a:r>
                <a:rPr kumimoji="0" lang="en-US" sz="1800" b="0" i="0" u="none" strike="noStrike" kern="1200" cap="none" spc="0" normalizeH="0" baseline="0" noProof="0" dirty="0" err="1">
                  <a:ln>
                    <a:noFill/>
                  </a:ln>
                  <a:solidFill>
                    <a:schemeClr val="tx1"/>
                  </a:solidFill>
                  <a:effectLst/>
                  <a:uLnTx/>
                  <a:uFillTx/>
                  <a:latin typeface="Calibri" panose="020F0502020204030204"/>
                  <a:ea typeface="+mn-ea"/>
                  <a:cs typeface="+mn-cs"/>
                </a:rPr>
                <a:t>a.acctNum</a:t>
              </a:r>
              <a:r>
                <a:rPr kumimoji="0" lang="en-US" sz="1800" b="0" i="0" u="none" strike="noStrike" kern="1200" cap="none" spc="0" normalizeH="0" baseline="0" noProof="0" dirty="0">
                  <a:ln>
                    <a:noFill/>
                  </a:ln>
                  <a:solidFill>
                    <a:schemeClr val="tx1"/>
                  </a:solidFill>
                  <a:effectLst/>
                  <a:uLnTx/>
                  <a:uFillTx/>
                  <a:latin typeface="Calibri" panose="020F0502020204030204"/>
                  <a:ea typeface="+mn-ea"/>
                  <a:cs typeface="+mn-cs"/>
                </a:rPr>
                <a:t>){ </a:t>
              </a:r>
              <a:r>
                <a:rPr kumimoji="0" lang="en-US" sz="1800" b="1" i="0" u="none" strike="noStrike" kern="1200" cap="none" spc="0" normalizeH="0" baseline="0" noProof="0" dirty="0">
                  <a:ln>
                    <a:noFill/>
                  </a:ln>
                  <a:solidFill>
                    <a:schemeClr val="tx1"/>
                  </a:solidFill>
                  <a:effectLst/>
                  <a:uLnTx/>
                  <a:uFillTx/>
                  <a:latin typeface="Calibri" panose="020F0502020204030204"/>
                  <a:ea typeface="+mn-ea"/>
                  <a:cs typeface="+mn-cs"/>
                </a:rPr>
                <a:t>// this condition is false</a:t>
              </a:r>
            </a:p>
            <a:p>
              <a:r>
                <a:rPr lang="en-US" dirty="0">
                  <a:solidFill>
                    <a:schemeClr val="tx1"/>
                  </a:solidFill>
                  <a:latin typeface="Calibri" panose="020F0502020204030204"/>
                </a:rPr>
                <a:t>    </a:t>
              </a:r>
              <a:r>
                <a:rPr lang="en-US" dirty="0">
                  <a:solidFill>
                    <a:schemeClr val="tx1"/>
                  </a:solidFill>
                </a:rPr>
                <a:t>synchronized(this){</a:t>
              </a:r>
            </a:p>
            <a:p>
              <a:r>
                <a:rPr lang="en-US" dirty="0">
                  <a:solidFill>
                    <a:schemeClr val="tx1"/>
                  </a:solidFill>
                </a:rPr>
                <a:t>        synchronized(a){ </a:t>
              </a:r>
            </a:p>
            <a:p>
              <a:r>
                <a:rPr lang="en-US" dirty="0">
                  <a:solidFill>
                    <a:schemeClr val="tx1"/>
                  </a:solidFill>
                </a:rPr>
                <a:t>            </a:t>
              </a:r>
              <a:r>
                <a:rPr lang="en-US" dirty="0" err="1">
                  <a:solidFill>
                    <a:schemeClr val="tx1"/>
                  </a:solidFill>
                </a:rPr>
                <a:t>this.withdraw</a:t>
              </a:r>
              <a:r>
                <a:rPr lang="en-US" dirty="0">
                  <a:solidFill>
                    <a:schemeClr val="tx1"/>
                  </a:solidFill>
                </a:rPr>
                <a:t>(amt); </a:t>
              </a:r>
            </a:p>
            <a:p>
              <a:r>
                <a:rPr lang="en-US" dirty="0">
                  <a:solidFill>
                    <a:schemeClr val="tx1"/>
                  </a:solidFill>
                </a:rPr>
                <a:t>            </a:t>
              </a:r>
              <a:r>
                <a:rPr lang="en-US" dirty="0" err="1">
                  <a:solidFill>
                    <a:schemeClr val="tx1"/>
                  </a:solidFill>
                </a:rPr>
                <a:t>a.deposit</a:t>
              </a:r>
              <a:r>
                <a:rPr lang="en-US" dirty="0">
                  <a:solidFill>
                    <a:schemeClr val="tx1"/>
                  </a:solidFill>
                </a:rPr>
                <a:t>(amt);</a:t>
              </a:r>
            </a:p>
            <a:p>
              <a:r>
                <a:rPr lang="en-US" dirty="0">
                  <a:solidFill>
                    <a:schemeClr val="tx1"/>
                  </a:solidFill>
                </a:rPr>
                <a:t>} } } </a:t>
              </a:r>
            </a:p>
            <a:p>
              <a:r>
                <a:rPr lang="en-US" dirty="0">
                  <a:solidFill>
                    <a:schemeClr val="tx1"/>
                  </a:solidFill>
                </a:rPr>
                <a:t>else{ </a:t>
              </a:r>
              <a:r>
                <a:rPr lang="en-US" b="1" dirty="0">
                  <a:solidFill>
                    <a:schemeClr val="tx1"/>
                  </a:solidFill>
                </a:rPr>
                <a:t>// so we acquire the locks in this order</a:t>
              </a:r>
            </a:p>
            <a:p>
              <a:r>
                <a:rPr lang="en-US" dirty="0">
                  <a:solidFill>
                    <a:schemeClr val="tx1"/>
                  </a:solidFill>
                </a:rPr>
                <a:t>    synchronized(a){</a:t>
              </a:r>
            </a:p>
            <a:p>
              <a:r>
                <a:rPr lang="en-US" dirty="0">
                  <a:solidFill>
                    <a:schemeClr val="tx1"/>
                  </a:solidFill>
                </a:rPr>
                <a:t>        synchronized(this){ </a:t>
              </a:r>
            </a:p>
            <a:p>
              <a:r>
                <a:rPr lang="en-US" dirty="0">
                  <a:solidFill>
                    <a:schemeClr val="tx1"/>
                  </a:solidFill>
                </a:rPr>
                <a:t>            </a:t>
              </a:r>
              <a:r>
                <a:rPr lang="en-US" dirty="0" err="1">
                  <a:solidFill>
                    <a:schemeClr val="tx1"/>
                  </a:solidFill>
                </a:rPr>
                <a:t>this.withdraw</a:t>
              </a:r>
              <a:r>
                <a:rPr lang="en-US" dirty="0">
                  <a:solidFill>
                    <a:schemeClr val="tx1"/>
                  </a:solidFill>
                </a:rPr>
                <a:t>(amt); </a:t>
              </a:r>
            </a:p>
            <a:p>
              <a:r>
                <a:rPr lang="en-US" dirty="0">
                  <a:solidFill>
                    <a:schemeClr val="tx1"/>
                  </a:solidFill>
                </a:rPr>
                <a:t>            </a:t>
              </a:r>
              <a:r>
                <a:rPr lang="en-US" dirty="0" err="1">
                  <a:solidFill>
                    <a:schemeClr val="tx1"/>
                  </a:solidFill>
                </a:rPr>
                <a:t>a.deposit</a:t>
              </a:r>
              <a:r>
                <a:rPr lang="en-US" dirty="0">
                  <a:solidFill>
                    <a:schemeClr val="tx1"/>
                  </a:solidFill>
                </a:rPr>
                <a:t>(amt);</a:t>
              </a:r>
            </a:p>
            <a:p>
              <a:r>
                <a:rPr lang="en-US" dirty="0">
                  <a:solidFill>
                    <a:schemeClr val="tx1"/>
                  </a:solidFill>
                </a:rPr>
                <a:t>} } }</a:t>
              </a:r>
            </a:p>
            <a:p>
              <a:endParaRPr lang="en-US" dirty="0">
                <a:solidFill>
                  <a:schemeClr val="tx1"/>
                </a:solidFill>
              </a:endParaRPr>
            </a:p>
            <a:p>
              <a:r>
                <a:rPr lang="en-US" b="1" dirty="0">
                  <a:solidFill>
                    <a:schemeClr val="tx1"/>
                  </a:solidFill>
                </a:rPr>
                <a:t>// y acquired first, x acquired second</a:t>
              </a:r>
            </a:p>
          </p:txBody>
        </p:sp>
        <p:sp>
          <p:nvSpPr>
            <p:cNvPr id="3" name="Rectangle 2">
              <a:extLst>
                <a:ext uri="{FF2B5EF4-FFF2-40B4-BE49-F238E27FC236}">
                  <a16:creationId xmlns:a16="http://schemas.microsoft.com/office/drawing/2014/main" id="{CB2BB3A7-FD00-0D3B-3D5A-B62330C75A02}"/>
                </a:ext>
              </a:extLst>
            </p:cNvPr>
            <p:cNvSpPr/>
            <p:nvPr/>
          </p:nvSpPr>
          <p:spPr>
            <a:xfrm>
              <a:off x="6257729" y="3437614"/>
              <a:ext cx="5902129" cy="3267985"/>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dirty="0">
                  <a:solidFill>
                    <a:schemeClr val="tx1"/>
                  </a:solidFill>
                </a:rPr>
                <a:t>if(</a:t>
              </a:r>
              <a:r>
                <a:rPr lang="en-US" dirty="0" err="1">
                  <a:solidFill>
                    <a:schemeClr val="tx1"/>
                  </a:solidFill>
                </a:rPr>
                <a:t>this.acctNum</a:t>
              </a:r>
              <a:r>
                <a:rPr lang="en-US" dirty="0">
                  <a:solidFill>
                    <a:schemeClr val="tx1"/>
                  </a:solidFill>
                </a:rPr>
                <a:t> &lt; </a:t>
              </a:r>
              <a:r>
                <a:rPr lang="en-US" dirty="0" err="1">
                  <a:solidFill>
                    <a:schemeClr val="tx1"/>
                  </a:solidFill>
                </a:rPr>
                <a:t>a.acctNum</a:t>
              </a:r>
              <a:r>
                <a:rPr lang="en-US" dirty="0">
                  <a:solidFill>
                    <a:schemeClr val="tx1"/>
                  </a:solidFill>
                </a:rPr>
                <a:t>){ </a:t>
              </a:r>
              <a:r>
                <a:rPr lang="en-US" b="1" dirty="0">
                  <a:solidFill>
                    <a:schemeClr val="tx1"/>
                  </a:solidFill>
                </a:rPr>
                <a:t>// this condition is false</a:t>
              </a:r>
            </a:p>
            <a:p>
              <a:r>
                <a:rPr lang="en-US" dirty="0">
                  <a:solidFill>
                    <a:schemeClr val="tx1"/>
                  </a:solidFill>
                </a:rPr>
                <a:t>    synchronized(this){</a:t>
              </a:r>
            </a:p>
            <a:p>
              <a:r>
                <a:rPr lang="en-US" dirty="0">
                  <a:solidFill>
                    <a:schemeClr val="tx1"/>
                  </a:solidFill>
                </a:rPr>
                <a:t>        synchronized(a){ </a:t>
              </a:r>
            </a:p>
            <a:p>
              <a:r>
                <a:rPr lang="en-US" dirty="0">
                  <a:solidFill>
                    <a:schemeClr val="tx1"/>
                  </a:solidFill>
                </a:rPr>
                <a:t>            </a:t>
              </a:r>
              <a:r>
                <a:rPr lang="en-US" dirty="0" err="1">
                  <a:solidFill>
                    <a:schemeClr val="tx1"/>
                  </a:solidFill>
                </a:rPr>
                <a:t>this.withdraw</a:t>
              </a:r>
              <a:r>
                <a:rPr lang="en-US" dirty="0">
                  <a:solidFill>
                    <a:schemeClr val="tx1"/>
                  </a:solidFill>
                </a:rPr>
                <a:t>(amt); </a:t>
              </a:r>
            </a:p>
            <a:p>
              <a:r>
                <a:rPr lang="en-US" dirty="0">
                  <a:solidFill>
                    <a:schemeClr val="tx1"/>
                  </a:solidFill>
                </a:rPr>
                <a:t>            </a:t>
              </a:r>
              <a:r>
                <a:rPr lang="en-US" dirty="0" err="1">
                  <a:solidFill>
                    <a:schemeClr val="tx1"/>
                  </a:solidFill>
                </a:rPr>
                <a:t>a.deposit</a:t>
              </a:r>
              <a:r>
                <a:rPr lang="en-US" dirty="0">
                  <a:solidFill>
                    <a:schemeClr val="tx1"/>
                  </a:solidFill>
                </a:rPr>
                <a:t>(amt);</a:t>
              </a:r>
            </a:p>
            <a:p>
              <a:r>
                <a:rPr lang="en-US" dirty="0">
                  <a:solidFill>
                    <a:schemeClr val="tx1"/>
                  </a:solidFill>
                </a:rPr>
                <a:t>} } } </a:t>
              </a:r>
            </a:p>
            <a:p>
              <a:r>
                <a:rPr lang="en-US" dirty="0">
                  <a:solidFill>
                    <a:schemeClr val="tx1"/>
                  </a:solidFill>
                </a:rPr>
                <a:t>else{ </a:t>
              </a:r>
              <a:r>
                <a:rPr lang="en-US" b="1" dirty="0">
                  <a:solidFill>
                    <a:schemeClr val="tx1"/>
                  </a:solidFill>
                </a:rPr>
                <a:t>// so we acquire the locks in this order</a:t>
              </a:r>
            </a:p>
            <a:p>
              <a:r>
                <a:rPr lang="en-US" dirty="0">
                  <a:solidFill>
                    <a:schemeClr val="tx1"/>
                  </a:solidFill>
                </a:rPr>
                <a:t>    synchronized(a){</a:t>
              </a:r>
            </a:p>
            <a:p>
              <a:r>
                <a:rPr lang="en-US" dirty="0">
                  <a:solidFill>
                    <a:schemeClr val="tx1"/>
                  </a:solidFill>
                </a:rPr>
                <a:t>        synchronized(this){ </a:t>
              </a:r>
            </a:p>
            <a:p>
              <a:r>
                <a:rPr lang="en-US" dirty="0">
                  <a:solidFill>
                    <a:schemeClr val="tx1"/>
                  </a:solidFill>
                </a:rPr>
                <a:t>            </a:t>
              </a:r>
              <a:r>
                <a:rPr lang="en-US" dirty="0" err="1">
                  <a:solidFill>
                    <a:schemeClr val="tx1"/>
                  </a:solidFill>
                </a:rPr>
                <a:t>this.withdraw</a:t>
              </a:r>
              <a:r>
                <a:rPr lang="en-US" dirty="0">
                  <a:solidFill>
                    <a:schemeClr val="tx1"/>
                  </a:solidFill>
                </a:rPr>
                <a:t>(amt); </a:t>
              </a:r>
            </a:p>
            <a:p>
              <a:r>
                <a:rPr lang="en-US" dirty="0">
                  <a:solidFill>
                    <a:schemeClr val="tx1"/>
                  </a:solidFill>
                </a:rPr>
                <a:t>            </a:t>
              </a:r>
              <a:r>
                <a:rPr lang="en-US" dirty="0" err="1">
                  <a:solidFill>
                    <a:schemeClr val="tx1"/>
                  </a:solidFill>
                </a:rPr>
                <a:t>a.deposit</a:t>
              </a:r>
              <a:r>
                <a:rPr lang="en-US" dirty="0">
                  <a:solidFill>
                    <a:schemeClr val="tx1"/>
                  </a:solidFill>
                </a:rPr>
                <a:t>(amt);</a:t>
              </a:r>
            </a:p>
            <a:p>
              <a:r>
                <a:rPr lang="en-US" dirty="0">
                  <a:solidFill>
                    <a:schemeClr val="tx1"/>
                  </a:solidFill>
                </a:rPr>
                <a:t>} } }</a:t>
              </a:r>
            </a:p>
            <a:p>
              <a:endParaRPr lang="en-US" dirty="0">
                <a:solidFill>
                  <a:schemeClr val="tx1"/>
                </a:solidFill>
              </a:endParaRPr>
            </a:p>
            <a:p>
              <a:r>
                <a:rPr lang="en-US" b="1" dirty="0">
                  <a:solidFill>
                    <a:schemeClr val="tx1"/>
                  </a:solidFill>
                </a:rPr>
                <a:t>// x acquired first, y acquired second</a:t>
              </a:r>
            </a:p>
          </p:txBody>
        </p:sp>
      </p:grpSp>
      <mc:AlternateContent xmlns:mc="http://schemas.openxmlformats.org/markup-compatibility/2006">
        <mc:Choice xmlns:p14="http://schemas.microsoft.com/office/powerpoint/2010/main" Requires="p14">
          <p:contentPart p14:bwMode="auto" r:id="rId2">
            <p14:nvContentPartPr>
              <p14:cNvPr id="13" name="Ink 12">
                <a:extLst>
                  <a:ext uri="{FF2B5EF4-FFF2-40B4-BE49-F238E27FC236}">
                    <a16:creationId xmlns:a16="http://schemas.microsoft.com/office/drawing/2014/main" id="{EB6E9F02-9F12-622B-CEAA-C5F796422141}"/>
                  </a:ext>
                </a:extLst>
              </p14:cNvPr>
              <p14:cNvContentPartPr/>
              <p14:nvPr/>
            </p14:nvContentPartPr>
            <p14:xfrm>
              <a:off x="473040" y="1083960"/>
              <a:ext cx="11034000" cy="3790440"/>
            </p14:xfrm>
          </p:contentPart>
        </mc:Choice>
        <mc:Fallback>
          <p:pic>
            <p:nvPicPr>
              <p:cNvPr id="13" name="Ink 12">
                <a:extLst>
                  <a:ext uri="{FF2B5EF4-FFF2-40B4-BE49-F238E27FC236}">
                    <a16:creationId xmlns:a16="http://schemas.microsoft.com/office/drawing/2014/main" id="{EB6E9F02-9F12-622B-CEAA-C5F796422141}"/>
                  </a:ext>
                </a:extLst>
              </p:cNvPr>
              <p:cNvPicPr/>
              <p:nvPr/>
            </p:nvPicPr>
            <p:blipFill>
              <a:blip r:embed="rId3"/>
              <a:stretch>
                <a:fillRect/>
              </a:stretch>
            </p:blipFill>
            <p:spPr>
              <a:xfrm>
                <a:off x="463680" y="1074600"/>
                <a:ext cx="11052720" cy="3809160"/>
              </a:xfrm>
              <a:prstGeom prst="rect">
                <a:avLst/>
              </a:prstGeom>
            </p:spPr>
          </p:pic>
        </mc:Fallback>
      </mc:AlternateContent>
    </p:spTree>
    <p:extLst>
      <p:ext uri="{BB962C8B-B14F-4D97-AF65-F5344CB8AC3E}">
        <p14:creationId xmlns:p14="http://schemas.microsoft.com/office/powerpoint/2010/main" val="13325072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8C0E45-E8BA-4719-DDDE-8D7CBC244A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9F653A-5C5F-6604-19C8-EB984C344B2D}"/>
              </a:ext>
            </a:extLst>
          </p:cNvPr>
          <p:cNvSpPr>
            <a:spLocks noGrp="1"/>
          </p:cNvSpPr>
          <p:nvPr>
            <p:ph type="title"/>
          </p:nvPr>
        </p:nvSpPr>
        <p:spPr>
          <a:xfrm>
            <a:off x="838200" y="8072"/>
            <a:ext cx="10515600" cy="1325563"/>
          </a:xfrm>
        </p:spPr>
        <p:txBody>
          <a:bodyPr/>
          <a:lstStyle/>
          <a:p>
            <a:r>
              <a:rPr lang="en-US" dirty="0"/>
              <a:t>Option 3: Mutable</a:t>
            </a:r>
          </a:p>
        </p:txBody>
      </p:sp>
      <p:sp>
        <p:nvSpPr>
          <p:cNvPr id="12" name="TextBox 11">
            <a:extLst>
              <a:ext uri="{FF2B5EF4-FFF2-40B4-BE49-F238E27FC236}">
                <a16:creationId xmlns:a16="http://schemas.microsoft.com/office/drawing/2014/main" id="{EE8DF591-1074-BFB4-8C91-CDAE845F6177}"/>
              </a:ext>
            </a:extLst>
          </p:cNvPr>
          <p:cNvSpPr txBox="1"/>
          <p:nvPr/>
        </p:nvSpPr>
        <p:spPr>
          <a:xfrm>
            <a:off x="8630194" y="658574"/>
            <a:ext cx="3160673" cy="369332"/>
          </a:xfrm>
          <a:prstGeom prst="rect">
            <a:avLst/>
          </a:prstGeom>
          <a:noFill/>
          <a:ln>
            <a:solidFill>
              <a:schemeClr val="tx1"/>
            </a:solidFill>
          </a:ln>
        </p:spPr>
        <p:txBody>
          <a:bodyPr wrap="none" rtlCol="0">
            <a:spAutoFit/>
          </a:bodyPr>
          <a:lstStyle/>
          <a:p>
            <a:r>
              <a:rPr lang="en-US" dirty="0"/>
              <a:t>Suppose </a:t>
            </a:r>
            <a:r>
              <a:rPr lang="en-US" dirty="0" err="1"/>
              <a:t>x.acctNum</a:t>
            </a:r>
            <a:r>
              <a:rPr lang="en-US" dirty="0"/>
              <a:t> &lt; </a:t>
            </a:r>
            <a:r>
              <a:rPr lang="en-US" dirty="0" err="1"/>
              <a:t>y.accNum</a:t>
            </a:r>
            <a:endParaRPr lang="en-US" dirty="0"/>
          </a:p>
        </p:txBody>
      </p:sp>
      <p:grpSp>
        <p:nvGrpSpPr>
          <p:cNvPr id="9" name="Group 8" descr="Consider that we have 2 threads. Thread 1 is trying to transfer 1 dollar from account x to account y. Thread 2 first swaps the account numbers of x and y, then transfers 1 dollar from account y to account x;">
            <a:extLst>
              <a:ext uri="{FF2B5EF4-FFF2-40B4-BE49-F238E27FC236}">
                <a16:creationId xmlns:a16="http://schemas.microsoft.com/office/drawing/2014/main" id="{F5976711-42BF-79C1-1872-07050B3919DF}"/>
              </a:ext>
            </a:extLst>
          </p:cNvPr>
          <p:cNvGrpSpPr/>
          <p:nvPr/>
        </p:nvGrpSpPr>
        <p:grpSpPr>
          <a:xfrm>
            <a:off x="3478177" y="1102713"/>
            <a:ext cx="5899504" cy="1638875"/>
            <a:chOff x="3478177" y="1865651"/>
            <a:chExt cx="5899504" cy="1088151"/>
          </a:xfrm>
        </p:grpSpPr>
        <p:sp>
          <p:nvSpPr>
            <p:cNvPr id="4" name="Rectangle 3">
              <a:extLst>
                <a:ext uri="{FF2B5EF4-FFF2-40B4-BE49-F238E27FC236}">
                  <a16:creationId xmlns:a16="http://schemas.microsoft.com/office/drawing/2014/main" id="{8DA3D168-ECBB-46BD-7515-0C1DF2A80192}"/>
                </a:ext>
              </a:extLst>
            </p:cNvPr>
            <p:cNvSpPr/>
            <p:nvPr/>
          </p:nvSpPr>
          <p:spPr>
            <a:xfrm>
              <a:off x="3478177" y="2097663"/>
              <a:ext cx="2165657" cy="85613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err="1">
                  <a:solidFill>
                    <a:schemeClr val="tx1"/>
                  </a:solidFill>
                </a:rPr>
                <a:t>x.transferTo</a:t>
              </a:r>
              <a:r>
                <a:rPr lang="en-US" dirty="0">
                  <a:solidFill>
                    <a:schemeClr val="tx1"/>
                  </a:solidFill>
                </a:rPr>
                <a:t>(1,y);</a:t>
              </a:r>
            </a:p>
          </p:txBody>
        </p:sp>
        <p:sp>
          <p:nvSpPr>
            <p:cNvPr id="5" name="TextBox 4">
              <a:extLst>
                <a:ext uri="{FF2B5EF4-FFF2-40B4-BE49-F238E27FC236}">
                  <a16:creationId xmlns:a16="http://schemas.microsoft.com/office/drawing/2014/main" id="{CFE62B2D-7C42-DC97-D7E1-5908705D76A8}"/>
                </a:ext>
              </a:extLst>
            </p:cNvPr>
            <p:cNvSpPr txBox="1"/>
            <p:nvPr/>
          </p:nvSpPr>
          <p:spPr>
            <a:xfrm>
              <a:off x="3478180" y="1865651"/>
              <a:ext cx="1076128" cy="369332"/>
            </a:xfrm>
            <a:prstGeom prst="rect">
              <a:avLst/>
            </a:prstGeom>
            <a:noFill/>
          </p:spPr>
          <p:txBody>
            <a:bodyPr wrap="none" rtlCol="0">
              <a:spAutoFit/>
            </a:bodyPr>
            <a:lstStyle/>
            <a:p>
              <a:r>
                <a:rPr lang="en-US" dirty="0"/>
                <a:t>Thread 1:</a:t>
              </a:r>
            </a:p>
          </p:txBody>
        </p:sp>
        <p:sp>
          <p:nvSpPr>
            <p:cNvPr id="6" name="Rectangle 5">
              <a:extLst>
                <a:ext uri="{FF2B5EF4-FFF2-40B4-BE49-F238E27FC236}">
                  <a16:creationId xmlns:a16="http://schemas.microsoft.com/office/drawing/2014/main" id="{28CDF8CF-1D20-084F-E108-20863EC2D68A}"/>
                </a:ext>
              </a:extLst>
            </p:cNvPr>
            <p:cNvSpPr/>
            <p:nvPr/>
          </p:nvSpPr>
          <p:spPr>
            <a:xfrm>
              <a:off x="6548167" y="2097663"/>
              <a:ext cx="2829514" cy="85613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temp = </a:t>
              </a:r>
              <a:r>
                <a:rPr lang="en-US" dirty="0" err="1">
                  <a:solidFill>
                    <a:schemeClr val="tx1"/>
                  </a:solidFill>
                </a:rPr>
                <a:t>y.acctNum</a:t>
              </a:r>
              <a:r>
                <a:rPr lang="en-US" dirty="0">
                  <a:solidFill>
                    <a:schemeClr val="tx1"/>
                  </a:solidFill>
                </a:rPr>
                <a:t>;</a:t>
              </a:r>
            </a:p>
            <a:p>
              <a:r>
                <a:rPr lang="en-US" dirty="0" err="1">
                  <a:solidFill>
                    <a:schemeClr val="tx1"/>
                  </a:solidFill>
                </a:rPr>
                <a:t>y.acctNum</a:t>
              </a:r>
              <a:r>
                <a:rPr lang="en-US" dirty="0">
                  <a:solidFill>
                    <a:schemeClr val="tx1"/>
                  </a:solidFill>
                </a:rPr>
                <a:t> = </a:t>
              </a:r>
              <a:r>
                <a:rPr lang="en-US" dirty="0" err="1">
                  <a:solidFill>
                    <a:schemeClr val="tx1"/>
                  </a:solidFill>
                </a:rPr>
                <a:t>x.acctNum</a:t>
              </a:r>
              <a:r>
                <a:rPr lang="en-US" dirty="0">
                  <a:solidFill>
                    <a:schemeClr val="tx1"/>
                  </a:solidFill>
                </a:rPr>
                <a:t>;</a:t>
              </a:r>
            </a:p>
            <a:p>
              <a:r>
                <a:rPr lang="en-US" dirty="0" err="1">
                  <a:solidFill>
                    <a:schemeClr val="tx1"/>
                  </a:solidFill>
                </a:rPr>
                <a:t>x.acctNum</a:t>
              </a:r>
              <a:r>
                <a:rPr lang="en-US" dirty="0">
                  <a:solidFill>
                    <a:schemeClr val="tx1"/>
                  </a:solidFill>
                </a:rPr>
                <a:t> = temp;</a:t>
              </a:r>
            </a:p>
            <a:p>
              <a:r>
                <a:rPr lang="en-US" dirty="0" err="1">
                  <a:solidFill>
                    <a:schemeClr val="tx1"/>
                  </a:solidFill>
                </a:rPr>
                <a:t>y.transferTo</a:t>
              </a:r>
              <a:r>
                <a:rPr lang="en-US" dirty="0">
                  <a:solidFill>
                    <a:schemeClr val="tx1"/>
                  </a:solidFill>
                </a:rPr>
                <a:t>(1,x);</a:t>
              </a:r>
            </a:p>
          </p:txBody>
        </p:sp>
        <p:sp>
          <p:nvSpPr>
            <p:cNvPr id="7" name="TextBox 6">
              <a:extLst>
                <a:ext uri="{FF2B5EF4-FFF2-40B4-BE49-F238E27FC236}">
                  <a16:creationId xmlns:a16="http://schemas.microsoft.com/office/drawing/2014/main" id="{B4440A64-C53C-C633-EA19-81F912EC1CCF}"/>
                </a:ext>
              </a:extLst>
            </p:cNvPr>
            <p:cNvSpPr txBox="1"/>
            <p:nvPr/>
          </p:nvSpPr>
          <p:spPr>
            <a:xfrm>
              <a:off x="6878320" y="1865651"/>
              <a:ext cx="1076128" cy="369332"/>
            </a:xfrm>
            <a:prstGeom prst="rect">
              <a:avLst/>
            </a:prstGeom>
            <a:noFill/>
          </p:spPr>
          <p:txBody>
            <a:bodyPr wrap="none" rtlCol="0">
              <a:spAutoFit/>
            </a:bodyPr>
            <a:lstStyle/>
            <a:p>
              <a:r>
                <a:rPr lang="en-US" dirty="0"/>
                <a:t>Thread 2:</a:t>
              </a:r>
            </a:p>
          </p:txBody>
        </p:sp>
      </p:grpSp>
      <p:grpSp>
        <p:nvGrpSpPr>
          <p:cNvPr id="10" name="Group 9" descr="Consider the following interleaving:&#10;&#10;Thread 1 first compares the account numbers of x and y, determining that x has the smaller account number. &#10;&#10;Next Thread 2 swaps the account numbers of x and y, then compares the account numbers, determining that y has the smaller account number. Thread 2 then acquires the lock for account y.&#10;&#10;Next Thread 1 acquires the lock for account x.&#10;&#10;At this point each thread's next step is to synchronize on the other account's lock, which is being held by the other thread, so we have deadlock.">
            <a:extLst>
              <a:ext uri="{FF2B5EF4-FFF2-40B4-BE49-F238E27FC236}">
                <a16:creationId xmlns:a16="http://schemas.microsoft.com/office/drawing/2014/main" id="{48A6B904-6B40-C602-6988-4050BB1BFE88}"/>
              </a:ext>
            </a:extLst>
          </p:cNvPr>
          <p:cNvGrpSpPr/>
          <p:nvPr/>
        </p:nvGrpSpPr>
        <p:grpSpPr>
          <a:xfrm>
            <a:off x="355600" y="2646886"/>
            <a:ext cx="11804258" cy="4058714"/>
            <a:chOff x="355600" y="3437614"/>
            <a:chExt cx="11804258" cy="3267985"/>
          </a:xfrm>
        </p:grpSpPr>
        <p:sp>
          <p:nvSpPr>
            <p:cNvPr id="8" name="Rectangle 7">
              <a:extLst>
                <a:ext uri="{FF2B5EF4-FFF2-40B4-BE49-F238E27FC236}">
                  <a16:creationId xmlns:a16="http://schemas.microsoft.com/office/drawing/2014/main" id="{021419D4-304A-560A-EE31-782B7CB8C370}"/>
                </a:ext>
              </a:extLst>
            </p:cNvPr>
            <p:cNvSpPr/>
            <p:nvPr/>
          </p:nvSpPr>
          <p:spPr>
            <a:xfrm>
              <a:off x="355600" y="3437614"/>
              <a:ext cx="5902129" cy="3267985"/>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dirty="0">
                  <a:solidFill>
                    <a:schemeClr val="tx1"/>
                  </a:solidFill>
                </a:rPr>
                <a:t>if(</a:t>
              </a:r>
              <a:r>
                <a:rPr kumimoji="0" lang="en-US" sz="1800" b="0" i="0" u="none" strike="noStrike" kern="1200" cap="none" spc="0" normalizeH="0" baseline="0" noProof="0" dirty="0" err="1">
                  <a:ln>
                    <a:noFill/>
                  </a:ln>
                  <a:solidFill>
                    <a:schemeClr val="tx1"/>
                  </a:solidFill>
                  <a:effectLst/>
                  <a:uLnTx/>
                  <a:uFillTx/>
                  <a:latin typeface="Calibri" panose="020F0502020204030204"/>
                  <a:ea typeface="+mn-ea"/>
                  <a:cs typeface="+mn-cs"/>
                </a:rPr>
                <a:t>this.acctNum</a:t>
              </a:r>
              <a:r>
                <a:rPr kumimoji="0" lang="en-US" sz="1800" b="0" i="0" u="none" strike="noStrike" kern="1200" cap="none" spc="0" normalizeH="0" baseline="0" noProof="0" dirty="0">
                  <a:ln>
                    <a:noFill/>
                  </a:ln>
                  <a:solidFill>
                    <a:schemeClr val="tx1"/>
                  </a:solidFill>
                  <a:effectLst/>
                  <a:uLnTx/>
                  <a:uFillTx/>
                  <a:latin typeface="Calibri" panose="020F0502020204030204"/>
                  <a:ea typeface="+mn-ea"/>
                  <a:cs typeface="+mn-cs"/>
                </a:rPr>
                <a:t> &lt; </a:t>
              </a:r>
              <a:r>
                <a:rPr kumimoji="0" lang="en-US" sz="1800" b="0" i="0" u="none" strike="noStrike" kern="1200" cap="none" spc="0" normalizeH="0" baseline="0" noProof="0" dirty="0" err="1">
                  <a:ln>
                    <a:noFill/>
                  </a:ln>
                  <a:solidFill>
                    <a:schemeClr val="tx1"/>
                  </a:solidFill>
                  <a:effectLst/>
                  <a:uLnTx/>
                  <a:uFillTx/>
                  <a:latin typeface="Calibri" panose="020F0502020204030204"/>
                  <a:ea typeface="+mn-ea"/>
                  <a:cs typeface="+mn-cs"/>
                </a:rPr>
                <a:t>a.acctNum</a:t>
              </a:r>
              <a:r>
                <a:rPr kumimoji="0" lang="en-US" sz="1800" b="0" i="0" u="none" strike="noStrike" kern="1200" cap="none" spc="0" normalizeH="0" baseline="0" noProof="0" dirty="0">
                  <a:ln>
                    <a:noFill/>
                  </a:ln>
                  <a:solidFill>
                    <a:schemeClr val="tx1"/>
                  </a:solidFill>
                  <a:effectLst/>
                  <a:uLnTx/>
                  <a:uFillTx/>
                  <a:latin typeface="Calibri" panose="020F0502020204030204"/>
                  <a:ea typeface="+mn-ea"/>
                  <a:cs typeface="+mn-cs"/>
                </a:rPr>
                <a:t>){</a:t>
              </a:r>
            </a:p>
            <a:p>
              <a:endParaRPr kumimoji="0" lang="en-US" sz="1800" b="1" i="0" u="none" strike="noStrike" kern="1200" cap="none" spc="0" normalizeH="0" baseline="0" noProof="0" dirty="0">
                <a:ln>
                  <a:noFill/>
                </a:ln>
                <a:solidFill>
                  <a:schemeClr val="tx1"/>
                </a:solidFill>
                <a:effectLst/>
                <a:uLnTx/>
                <a:uFillTx/>
                <a:latin typeface="Calibri" panose="020F0502020204030204"/>
                <a:ea typeface="+mn-ea"/>
                <a:cs typeface="+mn-cs"/>
              </a:endParaRPr>
            </a:p>
            <a:p>
              <a:endParaRPr lang="en-US" b="1" dirty="0">
                <a:solidFill>
                  <a:schemeClr val="tx1"/>
                </a:solidFill>
                <a:latin typeface="Calibri" panose="020F0502020204030204"/>
              </a:endParaRPr>
            </a:p>
            <a:p>
              <a:endParaRPr kumimoji="0" lang="en-US" sz="1800" b="1" i="0" u="none" strike="noStrike" kern="1200" cap="none" spc="0" normalizeH="0" baseline="0" noProof="0" dirty="0">
                <a:ln>
                  <a:noFill/>
                </a:ln>
                <a:solidFill>
                  <a:schemeClr val="tx1"/>
                </a:solidFill>
                <a:effectLst/>
                <a:uLnTx/>
                <a:uFillTx/>
                <a:latin typeface="Calibri" panose="020F0502020204030204"/>
                <a:ea typeface="+mn-ea"/>
                <a:cs typeface="+mn-cs"/>
              </a:endParaRPr>
            </a:p>
            <a:p>
              <a:r>
                <a:rPr lang="en-US" dirty="0">
                  <a:solidFill>
                    <a:schemeClr val="tx1"/>
                  </a:solidFill>
                  <a:latin typeface="Calibri" panose="020F0502020204030204"/>
                </a:rPr>
                <a:t>    </a:t>
              </a:r>
            </a:p>
            <a:p>
              <a:endParaRPr lang="en-US" dirty="0">
                <a:solidFill>
                  <a:schemeClr val="tx1"/>
                </a:solidFill>
                <a:latin typeface="Calibri" panose="020F0502020204030204"/>
              </a:endParaRPr>
            </a:p>
            <a:p>
              <a:r>
                <a:rPr lang="en-US" dirty="0">
                  <a:solidFill>
                    <a:schemeClr val="tx1"/>
                  </a:solidFill>
                </a:rPr>
                <a:t>synchronized(this){</a:t>
              </a:r>
            </a:p>
            <a:p>
              <a:r>
                <a:rPr lang="en-US" dirty="0">
                  <a:solidFill>
                    <a:schemeClr val="tx1"/>
                  </a:solidFill>
                </a:rPr>
                <a:t>        </a:t>
              </a:r>
            </a:p>
            <a:p>
              <a:endParaRPr lang="en-US" dirty="0">
                <a:solidFill>
                  <a:schemeClr val="tx1"/>
                </a:solidFill>
              </a:endParaRPr>
            </a:p>
            <a:p>
              <a:endParaRPr lang="en-US" dirty="0">
                <a:solidFill>
                  <a:schemeClr val="tx1"/>
                </a:solidFill>
              </a:endParaRPr>
            </a:p>
            <a:p>
              <a:r>
                <a:rPr lang="en-US" dirty="0">
                  <a:solidFill>
                    <a:schemeClr val="tx1"/>
                  </a:solidFill>
                </a:rPr>
                <a:t>    synchronized(a){ </a:t>
              </a:r>
            </a:p>
            <a:p>
              <a:r>
                <a:rPr lang="en-US" dirty="0">
                  <a:solidFill>
                    <a:schemeClr val="tx1"/>
                  </a:solidFill>
                </a:rPr>
                <a:t>            … } } } </a:t>
              </a:r>
            </a:p>
            <a:p>
              <a:r>
                <a:rPr lang="en-US" dirty="0">
                  <a:solidFill>
                    <a:schemeClr val="tx1"/>
                  </a:solidFill>
                </a:rPr>
                <a:t>else{</a:t>
              </a:r>
              <a:r>
                <a:rPr lang="en-US" b="1" dirty="0">
                  <a:solidFill>
                    <a:schemeClr val="tx1"/>
                  </a:solidFill>
                </a:rPr>
                <a:t>…</a:t>
              </a:r>
              <a:r>
                <a:rPr lang="en-US" dirty="0">
                  <a:solidFill>
                    <a:schemeClr val="tx1"/>
                  </a:solidFill>
                </a:rPr>
                <a:t>}</a:t>
              </a:r>
            </a:p>
            <a:p>
              <a:r>
                <a:rPr lang="en-US" b="1" dirty="0">
                  <a:solidFill>
                    <a:schemeClr val="tx1"/>
                  </a:solidFill>
                </a:rPr>
                <a:t>// x acquired first, y acquired second</a:t>
              </a:r>
            </a:p>
          </p:txBody>
        </p:sp>
        <p:sp>
          <p:nvSpPr>
            <p:cNvPr id="3" name="Rectangle 2">
              <a:extLst>
                <a:ext uri="{FF2B5EF4-FFF2-40B4-BE49-F238E27FC236}">
                  <a16:creationId xmlns:a16="http://schemas.microsoft.com/office/drawing/2014/main" id="{F278A3BE-5953-9944-298B-5ECC2C6A7789}"/>
                </a:ext>
              </a:extLst>
            </p:cNvPr>
            <p:cNvSpPr/>
            <p:nvPr/>
          </p:nvSpPr>
          <p:spPr>
            <a:xfrm>
              <a:off x="6257729" y="3437614"/>
              <a:ext cx="5902129" cy="3267985"/>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dirty="0">
                <a:solidFill>
                  <a:schemeClr val="tx1"/>
                </a:solidFill>
              </a:endParaRPr>
            </a:p>
            <a:p>
              <a:r>
                <a:rPr lang="en-US" dirty="0">
                  <a:solidFill>
                    <a:schemeClr val="tx1"/>
                  </a:solidFill>
                </a:rPr>
                <a:t>temp = </a:t>
              </a:r>
              <a:r>
                <a:rPr lang="en-US" dirty="0" err="1">
                  <a:solidFill>
                    <a:schemeClr val="tx1"/>
                  </a:solidFill>
                </a:rPr>
                <a:t>y.acctNum</a:t>
              </a:r>
              <a:r>
                <a:rPr lang="en-US" dirty="0">
                  <a:solidFill>
                    <a:schemeClr val="tx1"/>
                  </a:solidFill>
                </a:rPr>
                <a:t>;</a:t>
              </a:r>
            </a:p>
            <a:p>
              <a:r>
                <a:rPr lang="en-US" dirty="0" err="1">
                  <a:solidFill>
                    <a:schemeClr val="tx1"/>
                  </a:solidFill>
                </a:rPr>
                <a:t>y.acctNum</a:t>
              </a:r>
              <a:r>
                <a:rPr lang="en-US" dirty="0">
                  <a:solidFill>
                    <a:schemeClr val="tx1"/>
                  </a:solidFill>
                </a:rPr>
                <a:t> = </a:t>
              </a:r>
              <a:r>
                <a:rPr lang="en-US" dirty="0" err="1">
                  <a:solidFill>
                    <a:schemeClr val="tx1"/>
                  </a:solidFill>
                </a:rPr>
                <a:t>x.acctNum</a:t>
              </a:r>
              <a:r>
                <a:rPr lang="en-US" dirty="0">
                  <a:solidFill>
                    <a:schemeClr val="tx1"/>
                  </a:solidFill>
                </a:rPr>
                <a:t>;</a:t>
              </a:r>
            </a:p>
            <a:p>
              <a:r>
                <a:rPr lang="en-US" dirty="0" err="1">
                  <a:solidFill>
                    <a:schemeClr val="tx1"/>
                  </a:solidFill>
                </a:rPr>
                <a:t>x.acctNum</a:t>
              </a:r>
              <a:r>
                <a:rPr lang="en-US" dirty="0">
                  <a:solidFill>
                    <a:schemeClr val="tx1"/>
                  </a:solidFill>
                </a:rPr>
                <a:t> = temp; </a:t>
              </a:r>
              <a:r>
                <a:rPr lang="en-US" b="1" dirty="0">
                  <a:solidFill>
                    <a:schemeClr val="tx1"/>
                  </a:solidFill>
                </a:rPr>
                <a:t>// now </a:t>
              </a:r>
              <a:r>
                <a:rPr lang="en-US" b="1" dirty="0" err="1">
                  <a:solidFill>
                    <a:schemeClr val="tx1"/>
                  </a:solidFill>
                </a:rPr>
                <a:t>x.acctNum</a:t>
              </a:r>
              <a:r>
                <a:rPr lang="en-US" b="1" dirty="0">
                  <a:solidFill>
                    <a:schemeClr val="tx1"/>
                  </a:solidFill>
                </a:rPr>
                <a:t> &gt; </a:t>
              </a:r>
              <a:r>
                <a:rPr lang="en-US" b="1" dirty="0" err="1">
                  <a:solidFill>
                    <a:schemeClr val="tx1"/>
                  </a:solidFill>
                </a:rPr>
                <a:t>y.accNum</a:t>
              </a:r>
              <a:endParaRPr lang="en-US" b="1" dirty="0">
                <a:solidFill>
                  <a:schemeClr val="tx1"/>
                </a:solidFill>
              </a:endParaRPr>
            </a:p>
            <a:p>
              <a:r>
                <a:rPr lang="en-US" dirty="0">
                  <a:solidFill>
                    <a:schemeClr val="tx1"/>
                  </a:solidFill>
                </a:rPr>
                <a:t>if(</a:t>
              </a:r>
              <a:r>
                <a:rPr lang="en-US" dirty="0" err="1">
                  <a:solidFill>
                    <a:schemeClr val="tx1"/>
                  </a:solidFill>
                </a:rPr>
                <a:t>this.acctNum</a:t>
              </a:r>
              <a:r>
                <a:rPr lang="en-US" dirty="0">
                  <a:solidFill>
                    <a:schemeClr val="tx1"/>
                  </a:solidFill>
                </a:rPr>
                <a:t> &lt; </a:t>
              </a:r>
              <a:r>
                <a:rPr lang="en-US" dirty="0" err="1">
                  <a:solidFill>
                    <a:schemeClr val="tx1"/>
                  </a:solidFill>
                </a:rPr>
                <a:t>a.acctNum</a:t>
              </a:r>
              <a:r>
                <a:rPr lang="en-US" dirty="0">
                  <a:solidFill>
                    <a:schemeClr val="tx1"/>
                  </a:solidFill>
                </a:rPr>
                <a:t>){</a:t>
              </a:r>
            </a:p>
            <a:p>
              <a:r>
                <a:rPr lang="en-US" dirty="0">
                  <a:solidFill>
                    <a:schemeClr val="tx1"/>
                  </a:solidFill>
                </a:rPr>
                <a:t>    synchronized(this){</a:t>
              </a:r>
            </a:p>
            <a:p>
              <a:r>
                <a:rPr lang="en-US" dirty="0">
                  <a:solidFill>
                    <a:schemeClr val="tx1"/>
                  </a:solidFill>
                </a:rPr>
                <a:t>        </a:t>
              </a:r>
            </a:p>
            <a:p>
              <a:r>
                <a:rPr lang="en-US" dirty="0">
                  <a:solidFill>
                    <a:schemeClr val="tx1"/>
                  </a:solidFill>
                </a:rPr>
                <a:t>        synchronized(a){ </a:t>
              </a:r>
            </a:p>
            <a:p>
              <a:r>
                <a:rPr lang="en-US" dirty="0">
                  <a:solidFill>
                    <a:schemeClr val="tx1"/>
                  </a:solidFill>
                </a:rPr>
                <a:t>            … } } } </a:t>
              </a:r>
            </a:p>
            <a:p>
              <a:r>
                <a:rPr lang="en-US" dirty="0">
                  <a:solidFill>
                    <a:schemeClr val="tx1"/>
                  </a:solidFill>
                </a:rPr>
                <a:t>else{</a:t>
              </a:r>
              <a:r>
                <a:rPr lang="en-US" b="1" dirty="0">
                  <a:solidFill>
                    <a:schemeClr val="tx1"/>
                  </a:solidFill>
                </a:rPr>
                <a:t>…</a:t>
              </a:r>
              <a:r>
                <a:rPr lang="en-US" dirty="0">
                  <a:solidFill>
                    <a:schemeClr val="tx1"/>
                  </a:solidFill>
                </a:rPr>
                <a:t>}</a:t>
              </a:r>
              <a:endParaRPr lang="en-US" b="1" dirty="0">
                <a:solidFill>
                  <a:schemeClr val="tx1"/>
                </a:solidFill>
              </a:endParaRPr>
            </a:p>
            <a:p>
              <a:endParaRPr lang="en-US" b="1" dirty="0">
                <a:solidFill>
                  <a:schemeClr val="tx1"/>
                </a:solidFill>
              </a:endParaRPr>
            </a:p>
            <a:p>
              <a:endParaRPr lang="en-US" b="1" dirty="0">
                <a:solidFill>
                  <a:schemeClr val="tx1"/>
                </a:solidFill>
              </a:endParaRPr>
            </a:p>
            <a:p>
              <a:endParaRPr lang="en-US" b="1" dirty="0">
                <a:solidFill>
                  <a:schemeClr val="tx1"/>
                </a:solidFill>
              </a:endParaRPr>
            </a:p>
            <a:p>
              <a:r>
                <a:rPr lang="en-US" b="1" dirty="0">
                  <a:solidFill>
                    <a:schemeClr val="tx1"/>
                  </a:solidFill>
                </a:rPr>
                <a:t>// y acquired first, x acquired second</a:t>
              </a:r>
            </a:p>
          </p:txBody>
        </p:sp>
      </p:grpSp>
      <mc:AlternateContent xmlns:mc="http://schemas.openxmlformats.org/markup-compatibility/2006">
        <mc:Choice xmlns:p14="http://schemas.microsoft.com/office/powerpoint/2010/main" Requires="p14">
          <p:contentPart p14:bwMode="auto" r:id="rId2">
            <p14:nvContentPartPr>
              <p14:cNvPr id="13" name="Ink 12">
                <a:extLst>
                  <a:ext uri="{FF2B5EF4-FFF2-40B4-BE49-F238E27FC236}">
                    <a16:creationId xmlns:a16="http://schemas.microsoft.com/office/drawing/2014/main" id="{842FDA4B-EB93-0D12-7739-C8CBEDFC3020}"/>
                  </a:ext>
                </a:extLst>
              </p14:cNvPr>
              <p14:cNvContentPartPr/>
              <p14:nvPr/>
            </p14:nvContentPartPr>
            <p14:xfrm>
              <a:off x="405720" y="1463400"/>
              <a:ext cx="6271200" cy="2602800"/>
            </p14:xfrm>
          </p:contentPart>
        </mc:Choice>
        <mc:Fallback>
          <p:pic>
            <p:nvPicPr>
              <p:cNvPr id="13" name="Ink 12">
                <a:extLst>
                  <a:ext uri="{FF2B5EF4-FFF2-40B4-BE49-F238E27FC236}">
                    <a16:creationId xmlns:a16="http://schemas.microsoft.com/office/drawing/2014/main" id="{842FDA4B-EB93-0D12-7739-C8CBEDFC3020}"/>
                  </a:ext>
                </a:extLst>
              </p:cNvPr>
              <p:cNvPicPr/>
              <p:nvPr/>
            </p:nvPicPr>
            <p:blipFill>
              <a:blip r:embed="rId3"/>
              <a:stretch>
                <a:fillRect/>
              </a:stretch>
            </p:blipFill>
            <p:spPr>
              <a:xfrm>
                <a:off x="396360" y="1454040"/>
                <a:ext cx="6289920" cy="2621520"/>
              </a:xfrm>
              <a:prstGeom prst="rect">
                <a:avLst/>
              </a:prstGeom>
            </p:spPr>
          </p:pic>
        </mc:Fallback>
      </mc:AlternateContent>
    </p:spTree>
    <p:extLst>
      <p:ext uri="{BB962C8B-B14F-4D97-AF65-F5344CB8AC3E}">
        <p14:creationId xmlns:p14="http://schemas.microsoft.com/office/powerpoint/2010/main" val="35235549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668F22-9A08-0993-D878-46864D92F1FB}"/>
              </a:ext>
            </a:extLst>
          </p:cNvPr>
          <p:cNvSpPr>
            <a:spLocks noGrp="1"/>
          </p:cNvSpPr>
          <p:nvPr>
            <p:ph type="title"/>
          </p:nvPr>
        </p:nvSpPr>
        <p:spPr/>
        <p:txBody>
          <a:bodyPr/>
          <a:lstStyle/>
          <a:p>
            <a:r>
              <a:rPr lang="en-US" dirty="0"/>
              <a:t>Parallel Code Conventional Wisdom</a:t>
            </a:r>
          </a:p>
        </p:txBody>
      </p:sp>
      <p:sp>
        <p:nvSpPr>
          <p:cNvPr id="3" name="Content Placeholder 2">
            <a:extLst>
              <a:ext uri="{FF2B5EF4-FFF2-40B4-BE49-F238E27FC236}">
                <a16:creationId xmlns:a16="http://schemas.microsoft.com/office/drawing/2014/main" id="{38032497-4370-4006-0BE4-92CEAB21A8F6}"/>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35144485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15F9FC-FCC2-7595-4DA6-972C382C3A6F}"/>
              </a:ext>
            </a:extLst>
          </p:cNvPr>
          <p:cNvSpPr>
            <a:spLocks noGrp="1"/>
          </p:cNvSpPr>
          <p:nvPr>
            <p:ph type="title"/>
          </p:nvPr>
        </p:nvSpPr>
        <p:spPr/>
        <p:txBody>
          <a:bodyPr/>
          <a:lstStyle/>
          <a:p>
            <a:r>
              <a:rPr lang="en-US" dirty="0"/>
              <a:t>Memory Categories</a:t>
            </a:r>
          </a:p>
        </p:txBody>
      </p:sp>
      <p:sp>
        <p:nvSpPr>
          <p:cNvPr id="3" name="Content Placeholder 2">
            <a:extLst>
              <a:ext uri="{FF2B5EF4-FFF2-40B4-BE49-F238E27FC236}">
                <a16:creationId xmlns:a16="http://schemas.microsoft.com/office/drawing/2014/main" id="{754EF2E3-1391-65DE-BDE7-03579C50B3AD}"/>
              </a:ext>
            </a:extLst>
          </p:cNvPr>
          <p:cNvSpPr>
            <a:spLocks noGrp="1"/>
          </p:cNvSpPr>
          <p:nvPr>
            <p:ph idx="1"/>
          </p:nvPr>
        </p:nvSpPr>
        <p:spPr/>
        <p:txBody>
          <a:bodyPr/>
          <a:lstStyle/>
          <a:p>
            <a:pPr marL="0" indent="0">
              <a:buNone/>
            </a:pPr>
            <a:r>
              <a:rPr lang="en-US" dirty="0"/>
              <a:t>All memory must fit one of three categories:</a:t>
            </a:r>
          </a:p>
          <a:p>
            <a:pPr marL="514350" indent="-514350">
              <a:buFont typeface="+mj-lt"/>
              <a:buAutoNum type="arabicPeriod"/>
            </a:pPr>
            <a:r>
              <a:rPr lang="en-US" dirty="0"/>
              <a:t>Thread Local: Each thread has its own copy</a:t>
            </a:r>
          </a:p>
          <a:p>
            <a:pPr marL="514350" indent="-514350">
              <a:buFont typeface="+mj-lt"/>
              <a:buAutoNum type="arabicPeriod"/>
            </a:pPr>
            <a:r>
              <a:rPr lang="en-US" dirty="0"/>
              <a:t>Shared and Immutable: There is just one copy, but nothing will ever write to it</a:t>
            </a:r>
          </a:p>
          <a:p>
            <a:pPr marL="514350" indent="-514350">
              <a:buFont typeface="+mj-lt"/>
              <a:buAutoNum type="arabicPeriod"/>
            </a:pPr>
            <a:r>
              <a:rPr lang="en-US" dirty="0"/>
              <a:t>Shared and Mutable: There is just one copy, it may change</a:t>
            </a:r>
          </a:p>
          <a:p>
            <a:pPr lvl="1"/>
            <a:r>
              <a:rPr lang="en-US" dirty="0">
                <a:solidFill>
                  <a:srgbClr val="FF0000"/>
                </a:solidFill>
              </a:rPr>
              <a:t>Requires Synchronization!</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B2467DBD-0607-70E8-CDC2-F36C109F0690}"/>
                  </a:ext>
                </a:extLst>
              </p14:cNvPr>
              <p14:cNvContentPartPr/>
              <p14:nvPr/>
            </p14:nvContentPartPr>
            <p14:xfrm>
              <a:off x="436320" y="2877840"/>
              <a:ext cx="7125840" cy="425880"/>
            </p14:xfrm>
          </p:contentPart>
        </mc:Choice>
        <mc:Fallback>
          <p:pic>
            <p:nvPicPr>
              <p:cNvPr id="4" name="Ink 3">
                <a:extLst>
                  <a:ext uri="{FF2B5EF4-FFF2-40B4-BE49-F238E27FC236}">
                    <a16:creationId xmlns:a16="http://schemas.microsoft.com/office/drawing/2014/main" id="{B2467DBD-0607-70E8-CDC2-F36C109F0690}"/>
                  </a:ext>
                </a:extLst>
              </p:cNvPr>
              <p:cNvPicPr/>
              <p:nvPr/>
            </p:nvPicPr>
            <p:blipFill>
              <a:blip r:embed="rId3"/>
              <a:stretch>
                <a:fillRect/>
              </a:stretch>
            </p:blipFill>
            <p:spPr>
              <a:xfrm>
                <a:off x="426960" y="2868480"/>
                <a:ext cx="7144560" cy="444600"/>
              </a:xfrm>
              <a:prstGeom prst="rect">
                <a:avLst/>
              </a:prstGeom>
            </p:spPr>
          </p:pic>
        </mc:Fallback>
      </mc:AlternateContent>
    </p:spTree>
    <p:extLst>
      <p:ext uri="{BB962C8B-B14F-4D97-AF65-F5344CB8AC3E}">
        <p14:creationId xmlns:p14="http://schemas.microsoft.com/office/powerpoint/2010/main" val="37914963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06891D-8375-FE99-21C6-EBE114E1584A}"/>
              </a:ext>
            </a:extLst>
          </p:cNvPr>
          <p:cNvSpPr>
            <a:spLocks noGrp="1"/>
          </p:cNvSpPr>
          <p:nvPr>
            <p:ph type="title"/>
          </p:nvPr>
        </p:nvSpPr>
        <p:spPr/>
        <p:txBody>
          <a:bodyPr/>
          <a:lstStyle/>
          <a:p>
            <a:r>
              <a:rPr lang="en-US" dirty="0"/>
              <a:t>Thread Local Memory</a:t>
            </a:r>
          </a:p>
        </p:txBody>
      </p:sp>
      <p:sp>
        <p:nvSpPr>
          <p:cNvPr id="3" name="Content Placeholder 2">
            <a:extLst>
              <a:ext uri="{FF2B5EF4-FFF2-40B4-BE49-F238E27FC236}">
                <a16:creationId xmlns:a16="http://schemas.microsoft.com/office/drawing/2014/main" id="{D4715F66-6709-670F-93F3-2247BD9C7F2E}"/>
              </a:ext>
            </a:extLst>
          </p:cNvPr>
          <p:cNvSpPr>
            <a:spLocks noGrp="1"/>
          </p:cNvSpPr>
          <p:nvPr>
            <p:ph idx="1"/>
          </p:nvPr>
        </p:nvSpPr>
        <p:spPr/>
        <p:txBody>
          <a:bodyPr/>
          <a:lstStyle/>
          <a:p>
            <a:r>
              <a:rPr lang="en-US" dirty="0"/>
              <a:t>Whenever possible, avoid sharing resources</a:t>
            </a:r>
          </a:p>
          <a:p>
            <a:r>
              <a:rPr lang="en-US" dirty="0"/>
              <a:t>Dodges all race conditions, since no other threads can touch it!</a:t>
            </a:r>
          </a:p>
          <a:p>
            <a:pPr lvl="1"/>
            <a:r>
              <a:rPr lang="en-US" dirty="0"/>
              <a:t>No synchronization necessary! (Remember </a:t>
            </a:r>
            <a:r>
              <a:rPr lang="en-US" dirty="0" err="1"/>
              <a:t>Ahmdal’s</a:t>
            </a:r>
            <a:r>
              <a:rPr lang="en-US" dirty="0"/>
              <a:t> law)</a:t>
            </a:r>
          </a:p>
          <a:p>
            <a:r>
              <a:rPr lang="en-US" dirty="0"/>
              <a:t>Use whenever threads do not need to communicate using the resource</a:t>
            </a:r>
          </a:p>
          <a:p>
            <a:pPr lvl="1"/>
            <a:r>
              <a:rPr lang="en-US" dirty="0"/>
              <a:t>E.g., each thread should have its own Random object</a:t>
            </a:r>
          </a:p>
          <a:p>
            <a:r>
              <a:rPr lang="en-US" dirty="0"/>
              <a:t>In most cases, most objects should be in this category</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A13703B2-9A93-8731-DEAA-579CD290CD23}"/>
                  </a:ext>
                </a:extLst>
              </p14:cNvPr>
              <p14:cNvContentPartPr/>
              <p14:nvPr/>
            </p14:nvContentPartPr>
            <p14:xfrm>
              <a:off x="3945240" y="5048640"/>
              <a:ext cx="1367640" cy="107640"/>
            </p14:xfrm>
          </p:contentPart>
        </mc:Choice>
        <mc:Fallback>
          <p:pic>
            <p:nvPicPr>
              <p:cNvPr id="4" name="Ink 3">
                <a:extLst>
                  <a:ext uri="{FF2B5EF4-FFF2-40B4-BE49-F238E27FC236}">
                    <a16:creationId xmlns:a16="http://schemas.microsoft.com/office/drawing/2014/main" id="{A13703B2-9A93-8731-DEAA-579CD290CD23}"/>
                  </a:ext>
                </a:extLst>
              </p:cNvPr>
              <p:cNvPicPr/>
              <p:nvPr/>
            </p:nvPicPr>
            <p:blipFill>
              <a:blip r:embed="rId3"/>
              <a:stretch>
                <a:fillRect/>
              </a:stretch>
            </p:blipFill>
            <p:spPr>
              <a:xfrm>
                <a:off x="3935880" y="5039280"/>
                <a:ext cx="1386360" cy="126360"/>
              </a:xfrm>
              <a:prstGeom prst="rect">
                <a:avLst/>
              </a:prstGeom>
            </p:spPr>
          </p:pic>
        </mc:Fallback>
      </mc:AlternateContent>
    </p:spTree>
    <p:extLst>
      <p:ext uri="{BB962C8B-B14F-4D97-AF65-F5344CB8AC3E}">
        <p14:creationId xmlns:p14="http://schemas.microsoft.com/office/powerpoint/2010/main" val="18395423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B2544-9CC0-FB0D-054C-7DA324CACF61}"/>
              </a:ext>
            </a:extLst>
          </p:cNvPr>
          <p:cNvSpPr>
            <a:spLocks noGrp="1"/>
          </p:cNvSpPr>
          <p:nvPr>
            <p:ph type="title"/>
          </p:nvPr>
        </p:nvSpPr>
        <p:spPr/>
        <p:txBody>
          <a:bodyPr/>
          <a:lstStyle/>
          <a:p>
            <a:r>
              <a:rPr lang="en-US" dirty="0"/>
              <a:t>Immutable Objects</a:t>
            </a:r>
          </a:p>
        </p:txBody>
      </p:sp>
      <p:sp>
        <p:nvSpPr>
          <p:cNvPr id="3" name="Content Placeholder 2">
            <a:extLst>
              <a:ext uri="{FF2B5EF4-FFF2-40B4-BE49-F238E27FC236}">
                <a16:creationId xmlns:a16="http://schemas.microsoft.com/office/drawing/2014/main" id="{13290D9C-3674-310D-619B-0737288B397B}"/>
              </a:ext>
            </a:extLst>
          </p:cNvPr>
          <p:cNvSpPr>
            <a:spLocks noGrp="1"/>
          </p:cNvSpPr>
          <p:nvPr>
            <p:ph idx="1"/>
          </p:nvPr>
        </p:nvSpPr>
        <p:spPr/>
        <p:txBody>
          <a:bodyPr/>
          <a:lstStyle/>
          <a:p>
            <a:r>
              <a:rPr lang="en-US" dirty="0"/>
              <a:t>Whenever possible, avoid changing objects</a:t>
            </a:r>
          </a:p>
          <a:p>
            <a:pPr lvl="1"/>
            <a:r>
              <a:rPr lang="en-US" dirty="0"/>
              <a:t>If you need to change an object, instead make a new object with the modifications</a:t>
            </a:r>
          </a:p>
          <a:p>
            <a:r>
              <a:rPr lang="en-US" dirty="0"/>
              <a:t>Parallel reads are not data races</a:t>
            </a:r>
          </a:p>
          <a:p>
            <a:pPr lvl="1"/>
            <a:r>
              <a:rPr lang="en-US" dirty="0"/>
              <a:t>If an object is never written to, no synchronization necessary!</a:t>
            </a:r>
          </a:p>
          <a:p>
            <a:r>
              <a:rPr lang="en-US" dirty="0"/>
              <a:t>Many programmers over-use mutation, minimizing it improves parallelism</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8344745F-697B-C2AD-32B3-67A5B6519394}"/>
                  </a:ext>
                </a:extLst>
              </p14:cNvPr>
              <p14:cNvContentPartPr/>
              <p14:nvPr/>
            </p14:nvContentPartPr>
            <p14:xfrm>
              <a:off x="1026360" y="3949560"/>
              <a:ext cx="553320" cy="1099440"/>
            </p14:xfrm>
          </p:contentPart>
        </mc:Choice>
        <mc:Fallback>
          <p:pic>
            <p:nvPicPr>
              <p:cNvPr id="4" name="Ink 3">
                <a:extLst>
                  <a:ext uri="{FF2B5EF4-FFF2-40B4-BE49-F238E27FC236}">
                    <a16:creationId xmlns:a16="http://schemas.microsoft.com/office/drawing/2014/main" id="{8344745F-697B-C2AD-32B3-67A5B6519394}"/>
                  </a:ext>
                </a:extLst>
              </p:cNvPr>
              <p:cNvPicPr/>
              <p:nvPr/>
            </p:nvPicPr>
            <p:blipFill>
              <a:blip r:embed="rId3"/>
              <a:stretch>
                <a:fillRect/>
              </a:stretch>
            </p:blipFill>
            <p:spPr>
              <a:xfrm>
                <a:off x="1017000" y="3940200"/>
                <a:ext cx="572040" cy="1118160"/>
              </a:xfrm>
              <a:prstGeom prst="rect">
                <a:avLst/>
              </a:prstGeom>
            </p:spPr>
          </p:pic>
        </mc:Fallback>
      </mc:AlternateContent>
    </p:spTree>
    <p:extLst>
      <p:ext uri="{BB962C8B-B14F-4D97-AF65-F5344CB8AC3E}">
        <p14:creationId xmlns:p14="http://schemas.microsoft.com/office/powerpoint/2010/main" val="38494267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D68A4-910D-48CC-0436-66F2F2FFF9C9}"/>
              </a:ext>
            </a:extLst>
          </p:cNvPr>
          <p:cNvSpPr>
            <a:spLocks noGrp="1"/>
          </p:cNvSpPr>
          <p:nvPr>
            <p:ph type="title"/>
          </p:nvPr>
        </p:nvSpPr>
        <p:spPr/>
        <p:txBody>
          <a:bodyPr/>
          <a:lstStyle/>
          <a:p>
            <a:r>
              <a:rPr lang="en-US" dirty="0"/>
              <a:t>Shared and Mutable Objects</a:t>
            </a:r>
          </a:p>
        </p:txBody>
      </p:sp>
      <p:sp>
        <p:nvSpPr>
          <p:cNvPr id="3" name="Content Placeholder 2">
            <a:extLst>
              <a:ext uri="{FF2B5EF4-FFF2-40B4-BE49-F238E27FC236}">
                <a16:creationId xmlns:a16="http://schemas.microsoft.com/office/drawing/2014/main" id="{FE21BC2D-B37B-2C4D-BE10-5A3797639341}"/>
              </a:ext>
            </a:extLst>
          </p:cNvPr>
          <p:cNvSpPr>
            <a:spLocks noGrp="1"/>
          </p:cNvSpPr>
          <p:nvPr>
            <p:ph idx="1"/>
          </p:nvPr>
        </p:nvSpPr>
        <p:spPr/>
        <p:txBody>
          <a:bodyPr/>
          <a:lstStyle/>
          <a:p>
            <a:r>
              <a:rPr lang="en-US" dirty="0"/>
              <a:t>For everything else, use locks</a:t>
            </a:r>
          </a:p>
          <a:p>
            <a:r>
              <a:rPr lang="en-US" dirty="0"/>
              <a:t>Avoid all data races</a:t>
            </a:r>
          </a:p>
          <a:p>
            <a:pPr lvl="1"/>
            <a:r>
              <a:rPr lang="en-US" dirty="0"/>
              <a:t>Every read and write should be projected with a lock, even if it “seems safe”</a:t>
            </a:r>
          </a:p>
          <a:p>
            <a:pPr lvl="1"/>
            <a:r>
              <a:rPr lang="en-US" dirty="0"/>
              <a:t>Almost every Java/C program with a data race is wrong</a:t>
            </a:r>
          </a:p>
          <a:p>
            <a:r>
              <a:rPr lang="en-US" dirty="0"/>
              <a:t>Even without data races, it still may be incorrect</a:t>
            </a:r>
          </a:p>
          <a:p>
            <a:pPr lvl="1"/>
            <a:r>
              <a:rPr lang="en-US" dirty="0"/>
              <a:t>Watch for bad </a:t>
            </a:r>
            <a:r>
              <a:rPr lang="en-US" dirty="0" err="1"/>
              <a:t>interleavings</a:t>
            </a:r>
            <a:r>
              <a:rPr lang="en-US" dirty="0"/>
              <a:t> as well!</a:t>
            </a:r>
          </a:p>
          <a:p>
            <a:endParaRPr lang="en-US" dirty="0"/>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1FDE9BFD-E416-BF28-8A02-F8DBD620F0EE}"/>
                  </a:ext>
                </a:extLst>
              </p14:cNvPr>
              <p14:cNvContentPartPr/>
              <p14:nvPr/>
            </p14:nvContentPartPr>
            <p14:xfrm>
              <a:off x="1084680" y="2712600"/>
              <a:ext cx="3297240" cy="2310480"/>
            </p14:xfrm>
          </p:contentPart>
        </mc:Choice>
        <mc:Fallback>
          <p:pic>
            <p:nvPicPr>
              <p:cNvPr id="4" name="Ink 3">
                <a:extLst>
                  <a:ext uri="{FF2B5EF4-FFF2-40B4-BE49-F238E27FC236}">
                    <a16:creationId xmlns:a16="http://schemas.microsoft.com/office/drawing/2014/main" id="{1FDE9BFD-E416-BF28-8A02-F8DBD620F0EE}"/>
                  </a:ext>
                </a:extLst>
              </p:cNvPr>
              <p:cNvPicPr/>
              <p:nvPr/>
            </p:nvPicPr>
            <p:blipFill>
              <a:blip r:embed="rId3"/>
              <a:stretch>
                <a:fillRect/>
              </a:stretch>
            </p:blipFill>
            <p:spPr>
              <a:xfrm>
                <a:off x="1075320" y="2703240"/>
                <a:ext cx="3315960" cy="2329200"/>
              </a:xfrm>
              <a:prstGeom prst="rect">
                <a:avLst/>
              </a:prstGeom>
            </p:spPr>
          </p:pic>
        </mc:Fallback>
      </mc:AlternateContent>
    </p:spTree>
    <p:extLst>
      <p:ext uri="{BB962C8B-B14F-4D97-AF65-F5344CB8AC3E}">
        <p14:creationId xmlns:p14="http://schemas.microsoft.com/office/powerpoint/2010/main" val="14703522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30955C-25A9-B2A3-AFBC-4B1D253E009F}"/>
              </a:ext>
            </a:extLst>
          </p:cNvPr>
          <p:cNvSpPr>
            <a:spLocks noGrp="1"/>
          </p:cNvSpPr>
          <p:nvPr>
            <p:ph type="title"/>
          </p:nvPr>
        </p:nvSpPr>
        <p:spPr/>
        <p:txBody>
          <a:bodyPr/>
          <a:lstStyle/>
          <a:p>
            <a:r>
              <a:rPr lang="en-US" dirty="0"/>
              <a:t>Consistent Locking</a:t>
            </a:r>
          </a:p>
        </p:txBody>
      </p:sp>
      <p:sp>
        <p:nvSpPr>
          <p:cNvPr id="3" name="Content Placeholder 2">
            <a:extLst>
              <a:ext uri="{FF2B5EF4-FFF2-40B4-BE49-F238E27FC236}">
                <a16:creationId xmlns:a16="http://schemas.microsoft.com/office/drawing/2014/main" id="{DDABE940-22B3-5589-4120-B555EBEC9A80}"/>
              </a:ext>
            </a:extLst>
          </p:cNvPr>
          <p:cNvSpPr>
            <a:spLocks noGrp="1"/>
          </p:cNvSpPr>
          <p:nvPr>
            <p:ph idx="1"/>
          </p:nvPr>
        </p:nvSpPr>
        <p:spPr/>
        <p:txBody>
          <a:bodyPr/>
          <a:lstStyle/>
          <a:p>
            <a:r>
              <a:rPr lang="en-US" dirty="0"/>
              <a:t>For each location needing synchronization, have a lock that is always held when reading or writing the location</a:t>
            </a:r>
          </a:p>
          <a:p>
            <a:r>
              <a:rPr lang="en-US" dirty="0"/>
              <a:t>The same lock can (and often should) “guard” multiple fields/objects</a:t>
            </a:r>
          </a:p>
          <a:p>
            <a:pPr lvl="1"/>
            <a:r>
              <a:rPr lang="en-US" dirty="0"/>
              <a:t>Clearly document what each lock guards!</a:t>
            </a:r>
          </a:p>
          <a:p>
            <a:pPr lvl="1"/>
            <a:r>
              <a:rPr lang="en-US" dirty="0"/>
              <a:t>In Java, the lock should usually be the object itself (i.e. “this”)</a:t>
            </a:r>
          </a:p>
          <a:p>
            <a:r>
              <a:rPr lang="en-US" dirty="0"/>
              <a:t>Have a mapping between memory locations and lock objects and stick to it!</a:t>
            </a:r>
          </a:p>
        </p:txBody>
      </p:sp>
      <p:grpSp>
        <p:nvGrpSpPr>
          <p:cNvPr id="7" name="Group 6" descr="An example of one lock guarding one object. Any time that object is used (read-to or written-from) we must acquire that lock.">
            <a:extLst>
              <a:ext uri="{FF2B5EF4-FFF2-40B4-BE49-F238E27FC236}">
                <a16:creationId xmlns:a16="http://schemas.microsoft.com/office/drawing/2014/main" id="{7A87A4D8-4A99-738E-BBBF-E1469A82DE79}"/>
              </a:ext>
            </a:extLst>
          </p:cNvPr>
          <p:cNvGrpSpPr/>
          <p:nvPr/>
        </p:nvGrpSpPr>
        <p:grpSpPr>
          <a:xfrm>
            <a:off x="1916116" y="4957128"/>
            <a:ext cx="396240" cy="1189514"/>
            <a:chOff x="1916116" y="4957128"/>
            <a:chExt cx="396240" cy="1189514"/>
          </a:xfrm>
        </p:grpSpPr>
        <p:sp>
          <p:nvSpPr>
            <p:cNvPr id="25" name="Oval 24">
              <a:extLst>
                <a:ext uri="{FF2B5EF4-FFF2-40B4-BE49-F238E27FC236}">
                  <a16:creationId xmlns:a16="http://schemas.microsoft.com/office/drawing/2014/main" id="{C4D660FD-E3EA-5857-DED0-2FF6289614CF}"/>
                </a:ext>
              </a:extLst>
            </p:cNvPr>
            <p:cNvSpPr/>
            <p:nvPr/>
          </p:nvSpPr>
          <p:spPr>
            <a:xfrm>
              <a:off x="1916116" y="4957128"/>
              <a:ext cx="396240" cy="39624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 descr="Lock Icon Stock Illustration - Download Image Now - Lock, Locking, Icon -  iStock">
              <a:extLst>
                <a:ext uri="{FF2B5EF4-FFF2-40B4-BE49-F238E27FC236}">
                  <a16:creationId xmlns:a16="http://schemas.microsoft.com/office/drawing/2014/main" id="{710A18DC-401F-68BA-C1EC-52F5FFF2285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4302" t="10872" r="23580" b="10491"/>
            <a:stretch/>
          </p:blipFill>
          <p:spPr bwMode="auto">
            <a:xfrm>
              <a:off x="1916116" y="5600542"/>
              <a:ext cx="361938" cy="546100"/>
            </a:xfrm>
            <a:prstGeom prst="rect">
              <a:avLst/>
            </a:prstGeom>
            <a:noFill/>
            <a:extLst>
              <a:ext uri="{909E8E84-426E-40DD-AFC4-6F175D3DCCD1}">
                <a14:hiddenFill xmlns:a14="http://schemas.microsoft.com/office/drawing/2010/main">
                  <a:solidFill>
                    <a:srgbClr val="FFFFFF"/>
                  </a:solidFill>
                </a14:hiddenFill>
              </a:ext>
            </a:extLst>
          </p:spPr>
        </p:pic>
        <p:cxnSp>
          <p:nvCxnSpPr>
            <p:cNvPr id="28" name="Straight Connector 27">
              <a:extLst>
                <a:ext uri="{FF2B5EF4-FFF2-40B4-BE49-F238E27FC236}">
                  <a16:creationId xmlns:a16="http://schemas.microsoft.com/office/drawing/2014/main" id="{C75ACF62-48CF-8852-F989-3128D30DBD3B}"/>
                </a:ext>
              </a:extLst>
            </p:cNvPr>
            <p:cNvCxnSpPr>
              <a:cxnSpLocks/>
              <a:stCxn id="25" idx="4"/>
              <a:endCxn id="26" idx="0"/>
            </p:cNvCxnSpPr>
            <p:nvPr/>
          </p:nvCxnSpPr>
          <p:spPr>
            <a:xfrm flipH="1">
              <a:off x="2097085" y="5353368"/>
              <a:ext cx="17151" cy="247174"/>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9" name="Group 8" descr="We could also have one lock protecting multiple objects. In this case using any one of those several objects requires acquiring that one lock.">
            <a:extLst>
              <a:ext uri="{FF2B5EF4-FFF2-40B4-BE49-F238E27FC236}">
                <a16:creationId xmlns:a16="http://schemas.microsoft.com/office/drawing/2014/main" id="{3553AE39-E20D-7DBB-436A-A56392393721}"/>
              </a:ext>
            </a:extLst>
          </p:cNvPr>
          <p:cNvGrpSpPr/>
          <p:nvPr/>
        </p:nvGrpSpPr>
        <p:grpSpPr>
          <a:xfrm>
            <a:off x="3393440" y="5024120"/>
            <a:ext cx="1584960" cy="1235234"/>
            <a:chOff x="3393440" y="5024120"/>
            <a:chExt cx="1584960" cy="1235234"/>
          </a:xfrm>
        </p:grpSpPr>
        <p:sp>
          <p:nvSpPr>
            <p:cNvPr id="4" name="Oval 3">
              <a:extLst>
                <a:ext uri="{FF2B5EF4-FFF2-40B4-BE49-F238E27FC236}">
                  <a16:creationId xmlns:a16="http://schemas.microsoft.com/office/drawing/2014/main" id="{981577DD-8FD9-9AD9-885F-3D517938C6E5}"/>
                </a:ext>
              </a:extLst>
            </p:cNvPr>
            <p:cNvSpPr/>
            <p:nvPr/>
          </p:nvSpPr>
          <p:spPr>
            <a:xfrm>
              <a:off x="3393440" y="5069840"/>
              <a:ext cx="396240" cy="39624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21DA4BCB-B840-E23A-D909-CCF2B6BB9715}"/>
                </a:ext>
              </a:extLst>
            </p:cNvPr>
            <p:cNvSpPr/>
            <p:nvPr/>
          </p:nvSpPr>
          <p:spPr>
            <a:xfrm>
              <a:off x="4582160" y="5024120"/>
              <a:ext cx="396240" cy="39624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1306CE46-E52A-8089-5737-93BA6D4D0C96}"/>
                </a:ext>
              </a:extLst>
            </p:cNvPr>
            <p:cNvSpPr/>
            <p:nvPr/>
          </p:nvSpPr>
          <p:spPr>
            <a:xfrm>
              <a:off x="3987800" y="5069840"/>
              <a:ext cx="396240" cy="39624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Lock Icon Stock Illustration - Download Image Now - Lock, Locking, Icon -  iStock">
              <a:extLst>
                <a:ext uri="{FF2B5EF4-FFF2-40B4-BE49-F238E27FC236}">
                  <a16:creationId xmlns:a16="http://schemas.microsoft.com/office/drawing/2014/main" id="{12BF3E40-7798-000B-70F0-ABC980897BB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4302" t="10872" r="23580" b="10491"/>
            <a:stretch/>
          </p:blipFill>
          <p:spPr bwMode="auto">
            <a:xfrm>
              <a:off x="3987800" y="5713254"/>
              <a:ext cx="361938" cy="546100"/>
            </a:xfrm>
            <a:prstGeom prst="rect">
              <a:avLst/>
            </a:prstGeom>
            <a:noFill/>
            <a:extLst>
              <a:ext uri="{909E8E84-426E-40DD-AFC4-6F175D3DCCD1}">
                <a14:hiddenFill xmlns:a14="http://schemas.microsoft.com/office/drawing/2010/main">
                  <a:solidFill>
                    <a:srgbClr val="FFFFFF"/>
                  </a:solidFill>
                </a14:hiddenFill>
              </a:ext>
            </a:extLst>
          </p:spPr>
        </p:pic>
        <p:cxnSp>
          <p:nvCxnSpPr>
            <p:cNvPr id="8" name="Straight Connector 7">
              <a:extLst>
                <a:ext uri="{FF2B5EF4-FFF2-40B4-BE49-F238E27FC236}">
                  <a16:creationId xmlns:a16="http://schemas.microsoft.com/office/drawing/2014/main" id="{49B28564-6754-5437-B662-DB42C2261A4C}"/>
                </a:ext>
              </a:extLst>
            </p:cNvPr>
            <p:cNvCxnSpPr>
              <a:cxnSpLocks/>
              <a:stCxn id="4" idx="4"/>
              <a:endCxn id="1026" idx="0"/>
            </p:cNvCxnSpPr>
            <p:nvPr/>
          </p:nvCxnSpPr>
          <p:spPr>
            <a:xfrm>
              <a:off x="3591560" y="5466080"/>
              <a:ext cx="577209" cy="24717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B33DC13-B389-D700-8088-2E7A18BAA99C}"/>
                </a:ext>
              </a:extLst>
            </p:cNvPr>
            <p:cNvCxnSpPr>
              <a:cxnSpLocks/>
              <a:stCxn id="6" idx="4"/>
              <a:endCxn id="1026" idx="0"/>
            </p:cNvCxnSpPr>
            <p:nvPr/>
          </p:nvCxnSpPr>
          <p:spPr>
            <a:xfrm flipH="1">
              <a:off x="4168769" y="5466080"/>
              <a:ext cx="17151" cy="247174"/>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B4507CB1-7832-EEB4-B6A5-C67E1913F643}"/>
                </a:ext>
              </a:extLst>
            </p:cNvPr>
            <p:cNvCxnSpPr>
              <a:cxnSpLocks/>
              <a:stCxn id="5" idx="4"/>
              <a:endCxn id="1026" idx="0"/>
            </p:cNvCxnSpPr>
            <p:nvPr/>
          </p:nvCxnSpPr>
          <p:spPr>
            <a:xfrm flipH="1">
              <a:off x="4168769" y="5420360"/>
              <a:ext cx="611511" cy="292894"/>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1" name="Group 10">
            <a:extLst>
              <a:ext uri="{FF2B5EF4-FFF2-40B4-BE49-F238E27FC236}">
                <a16:creationId xmlns:a16="http://schemas.microsoft.com/office/drawing/2014/main" id="{551F9428-FE46-3CC6-774F-C8E248003A8C}"/>
              </a:ext>
              <a:ext uri="{C183D7F6-B498-43B3-948B-1728B52AA6E4}">
                <adec:decorative xmlns:adec="http://schemas.microsoft.com/office/drawing/2017/decorative" val="1"/>
              </a:ext>
            </a:extLst>
          </p:cNvPr>
          <p:cNvGrpSpPr/>
          <p:nvPr/>
        </p:nvGrpSpPr>
        <p:grpSpPr>
          <a:xfrm>
            <a:off x="6003931" y="4911408"/>
            <a:ext cx="1584960" cy="1235234"/>
            <a:chOff x="6003931" y="4911408"/>
            <a:chExt cx="1584960" cy="1235234"/>
          </a:xfrm>
        </p:grpSpPr>
        <p:sp>
          <p:nvSpPr>
            <p:cNvPr id="16" name="Oval 15">
              <a:extLst>
                <a:ext uri="{FF2B5EF4-FFF2-40B4-BE49-F238E27FC236}">
                  <a16:creationId xmlns:a16="http://schemas.microsoft.com/office/drawing/2014/main" id="{2D000D68-FFF8-4EFD-3C14-C45241A874C9}"/>
                </a:ext>
              </a:extLst>
            </p:cNvPr>
            <p:cNvSpPr/>
            <p:nvPr/>
          </p:nvSpPr>
          <p:spPr>
            <a:xfrm>
              <a:off x="6003931" y="4957128"/>
              <a:ext cx="396240" cy="39624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52533211-2389-E0D6-BD14-CA40BEB073C4}"/>
                </a:ext>
              </a:extLst>
            </p:cNvPr>
            <p:cNvSpPr/>
            <p:nvPr/>
          </p:nvSpPr>
          <p:spPr>
            <a:xfrm>
              <a:off x="7192651" y="4911408"/>
              <a:ext cx="396240" cy="39624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2" descr="Lock Icon Stock Illustration - Download Image Now - Lock, Locking, Icon -  iStock">
              <a:extLst>
                <a:ext uri="{FF2B5EF4-FFF2-40B4-BE49-F238E27FC236}">
                  <a16:creationId xmlns:a16="http://schemas.microsoft.com/office/drawing/2014/main" id="{19673F94-4B64-11B3-33A6-4DBBD8B7778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4302" t="10872" r="23580" b="10491"/>
            <a:stretch/>
          </p:blipFill>
          <p:spPr bwMode="auto">
            <a:xfrm>
              <a:off x="6598291" y="5600542"/>
              <a:ext cx="361938" cy="546100"/>
            </a:xfrm>
            <a:prstGeom prst="rect">
              <a:avLst/>
            </a:prstGeom>
            <a:noFill/>
            <a:extLst>
              <a:ext uri="{909E8E84-426E-40DD-AFC4-6F175D3DCCD1}">
                <a14:hiddenFill xmlns:a14="http://schemas.microsoft.com/office/drawing/2010/main">
                  <a:solidFill>
                    <a:srgbClr val="FFFFFF"/>
                  </a:solidFill>
                </a14:hiddenFill>
              </a:ext>
            </a:extLst>
          </p:spPr>
        </p:pic>
        <p:cxnSp>
          <p:nvCxnSpPr>
            <p:cNvPr id="20" name="Straight Connector 19">
              <a:extLst>
                <a:ext uri="{FF2B5EF4-FFF2-40B4-BE49-F238E27FC236}">
                  <a16:creationId xmlns:a16="http://schemas.microsoft.com/office/drawing/2014/main" id="{03237DFB-6235-79F0-97A7-B6D83CC0FEA2}"/>
                </a:ext>
              </a:extLst>
            </p:cNvPr>
            <p:cNvCxnSpPr>
              <a:cxnSpLocks/>
              <a:stCxn id="16" idx="4"/>
              <a:endCxn id="19" idx="0"/>
            </p:cNvCxnSpPr>
            <p:nvPr/>
          </p:nvCxnSpPr>
          <p:spPr>
            <a:xfrm>
              <a:off x="6202051" y="5353368"/>
              <a:ext cx="577209" cy="247174"/>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AF8FA8E0-58BD-1596-FB94-73B07082C10E}"/>
                </a:ext>
              </a:extLst>
            </p:cNvPr>
            <p:cNvCxnSpPr>
              <a:cxnSpLocks/>
              <a:stCxn id="17" idx="4"/>
              <a:endCxn id="19" idx="0"/>
            </p:cNvCxnSpPr>
            <p:nvPr/>
          </p:nvCxnSpPr>
          <p:spPr>
            <a:xfrm flipH="1">
              <a:off x="6779260" y="5307648"/>
              <a:ext cx="611511" cy="292894"/>
            </a:xfrm>
            <a:prstGeom prst="line">
              <a:avLst/>
            </a:prstGeom>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p14="http://schemas.microsoft.com/office/powerpoint/2010/main" Requires="p14">
          <p:contentPart p14:bwMode="auto" r:id="rId3">
            <p14:nvContentPartPr>
              <p14:cNvPr id="12" name="Ink 11">
                <a:extLst>
                  <a:ext uri="{FF2B5EF4-FFF2-40B4-BE49-F238E27FC236}">
                    <a16:creationId xmlns:a16="http://schemas.microsoft.com/office/drawing/2014/main" id="{68E9F604-9FBC-A76E-5F7C-5623DFD703BC}"/>
                  </a:ext>
                </a:extLst>
              </p14:cNvPr>
              <p14:cNvContentPartPr/>
              <p14:nvPr/>
            </p14:nvContentPartPr>
            <p14:xfrm>
              <a:off x="1115280" y="3649320"/>
              <a:ext cx="4274280" cy="2599920"/>
            </p14:xfrm>
          </p:contentPart>
        </mc:Choice>
        <mc:Fallback>
          <p:pic>
            <p:nvPicPr>
              <p:cNvPr id="12" name="Ink 11">
                <a:extLst>
                  <a:ext uri="{FF2B5EF4-FFF2-40B4-BE49-F238E27FC236}">
                    <a16:creationId xmlns:a16="http://schemas.microsoft.com/office/drawing/2014/main" id="{68E9F604-9FBC-A76E-5F7C-5623DFD703BC}"/>
                  </a:ext>
                </a:extLst>
              </p:cNvPr>
              <p:cNvPicPr/>
              <p:nvPr/>
            </p:nvPicPr>
            <p:blipFill>
              <a:blip r:embed="rId4"/>
              <a:stretch>
                <a:fillRect/>
              </a:stretch>
            </p:blipFill>
            <p:spPr>
              <a:xfrm>
                <a:off x="1105920" y="3639960"/>
                <a:ext cx="4293000" cy="2618640"/>
              </a:xfrm>
              <a:prstGeom prst="rect">
                <a:avLst/>
              </a:prstGeom>
            </p:spPr>
          </p:pic>
        </mc:Fallback>
      </mc:AlternateContent>
    </p:spTree>
    <p:extLst>
      <p:ext uri="{BB962C8B-B14F-4D97-AF65-F5344CB8AC3E}">
        <p14:creationId xmlns:p14="http://schemas.microsoft.com/office/powerpoint/2010/main" val="35662847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67CE9F-71A4-091E-38F4-0E9AC18DD935}"/>
              </a:ext>
            </a:extLst>
          </p:cNvPr>
          <p:cNvSpPr>
            <a:spLocks noGrp="1"/>
          </p:cNvSpPr>
          <p:nvPr>
            <p:ph type="title"/>
          </p:nvPr>
        </p:nvSpPr>
        <p:spPr/>
        <p:txBody>
          <a:bodyPr/>
          <a:lstStyle/>
          <a:p>
            <a:r>
              <a:rPr lang="en-US" dirty="0"/>
              <a:t>Lock Granularity</a:t>
            </a:r>
          </a:p>
        </p:txBody>
      </p:sp>
      <p:sp>
        <p:nvSpPr>
          <p:cNvPr id="3" name="Content Placeholder 2">
            <a:extLst>
              <a:ext uri="{FF2B5EF4-FFF2-40B4-BE49-F238E27FC236}">
                <a16:creationId xmlns:a16="http://schemas.microsoft.com/office/drawing/2014/main" id="{11D0479E-F96C-37FB-4532-C0B632D59348}"/>
              </a:ext>
            </a:extLst>
          </p:cNvPr>
          <p:cNvSpPr>
            <a:spLocks noGrp="1"/>
          </p:cNvSpPr>
          <p:nvPr>
            <p:ph idx="1"/>
          </p:nvPr>
        </p:nvSpPr>
        <p:spPr/>
        <p:txBody>
          <a:bodyPr/>
          <a:lstStyle/>
          <a:p>
            <a:r>
              <a:rPr lang="en-US" dirty="0"/>
              <a:t>Coarse Grained: Fewer locks guarding more things each</a:t>
            </a:r>
          </a:p>
          <a:p>
            <a:pPr lvl="1"/>
            <a:r>
              <a:rPr lang="en-US" dirty="0"/>
              <a:t>One lock for an entire data structure</a:t>
            </a:r>
          </a:p>
          <a:p>
            <a:pPr lvl="1"/>
            <a:r>
              <a:rPr lang="en-US" dirty="0"/>
              <a:t>One lock shared by multiple objects (e.g. one lock for all bank accounts)</a:t>
            </a:r>
          </a:p>
          <a:p>
            <a:r>
              <a:rPr lang="en-US" dirty="0"/>
              <a:t>Fine Grained: More locks guarding fewer things each</a:t>
            </a:r>
          </a:p>
          <a:p>
            <a:pPr lvl="1"/>
            <a:r>
              <a:rPr lang="en-US" dirty="0"/>
              <a:t>One lock per data structure location (e.g. array index)</a:t>
            </a:r>
          </a:p>
          <a:p>
            <a:pPr lvl="1"/>
            <a:r>
              <a:rPr lang="en-US" dirty="0"/>
              <a:t>One lock per object or per field in one object (e.g. one lock for each account)</a:t>
            </a:r>
          </a:p>
          <a:p>
            <a:r>
              <a:rPr lang="en-US" dirty="0"/>
              <a:t>Note: there’s really a continuum between them…</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74C507DF-909F-7232-3BF5-F764B23A52EC}"/>
                  </a:ext>
                </a:extLst>
              </p14:cNvPr>
              <p14:cNvContentPartPr/>
              <p14:nvPr/>
            </p14:nvContentPartPr>
            <p14:xfrm>
              <a:off x="1029240" y="1224720"/>
              <a:ext cx="3395520" cy="2275200"/>
            </p14:xfrm>
          </p:contentPart>
        </mc:Choice>
        <mc:Fallback>
          <p:pic>
            <p:nvPicPr>
              <p:cNvPr id="4" name="Ink 3">
                <a:extLst>
                  <a:ext uri="{FF2B5EF4-FFF2-40B4-BE49-F238E27FC236}">
                    <a16:creationId xmlns:a16="http://schemas.microsoft.com/office/drawing/2014/main" id="{74C507DF-909F-7232-3BF5-F764B23A52EC}"/>
                  </a:ext>
                </a:extLst>
              </p:cNvPr>
              <p:cNvPicPr/>
              <p:nvPr/>
            </p:nvPicPr>
            <p:blipFill>
              <a:blip r:embed="rId3"/>
              <a:stretch>
                <a:fillRect/>
              </a:stretch>
            </p:blipFill>
            <p:spPr>
              <a:xfrm>
                <a:off x="1019880" y="1215360"/>
                <a:ext cx="3414240" cy="2293920"/>
              </a:xfrm>
              <a:prstGeom prst="rect">
                <a:avLst/>
              </a:prstGeom>
            </p:spPr>
          </p:pic>
        </mc:Fallback>
      </mc:AlternateContent>
    </p:spTree>
    <p:extLst>
      <p:ext uri="{BB962C8B-B14F-4D97-AF65-F5344CB8AC3E}">
        <p14:creationId xmlns:p14="http://schemas.microsoft.com/office/powerpoint/2010/main" val="3626139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04CA6-1854-5021-AEEB-6D4AA75E491A}"/>
              </a:ext>
            </a:extLst>
          </p:cNvPr>
          <p:cNvSpPr>
            <a:spLocks noGrp="1"/>
          </p:cNvSpPr>
          <p:nvPr>
            <p:ph type="title"/>
          </p:nvPr>
        </p:nvSpPr>
        <p:spPr/>
        <p:txBody>
          <a:bodyPr/>
          <a:lstStyle/>
          <a:p>
            <a:r>
              <a:rPr lang="en-US" dirty="0"/>
              <a:t>Example: Separate Chaining </a:t>
            </a:r>
            <a:r>
              <a:rPr lang="en-US" dirty="0" err="1"/>
              <a:t>Hashtable</a:t>
            </a:r>
            <a:endParaRPr lang="en-US" dirty="0"/>
          </a:p>
        </p:txBody>
      </p:sp>
      <p:sp>
        <p:nvSpPr>
          <p:cNvPr id="3" name="Content Placeholder 2">
            <a:extLst>
              <a:ext uri="{FF2B5EF4-FFF2-40B4-BE49-F238E27FC236}">
                <a16:creationId xmlns:a16="http://schemas.microsoft.com/office/drawing/2014/main" id="{14C75089-EBD9-F387-17F4-29696B6BFC47}"/>
              </a:ext>
            </a:extLst>
          </p:cNvPr>
          <p:cNvSpPr>
            <a:spLocks noGrp="1"/>
          </p:cNvSpPr>
          <p:nvPr>
            <p:ph idx="1"/>
          </p:nvPr>
        </p:nvSpPr>
        <p:spPr/>
        <p:txBody>
          <a:bodyPr/>
          <a:lstStyle/>
          <a:p>
            <a:r>
              <a:rPr lang="en-US" dirty="0"/>
              <a:t>Coarse-grained: One lock for the entire </a:t>
            </a:r>
            <a:r>
              <a:rPr lang="en-US" dirty="0" err="1"/>
              <a:t>hashtable</a:t>
            </a:r>
            <a:r>
              <a:rPr lang="en-US" dirty="0"/>
              <a:t> </a:t>
            </a:r>
          </a:p>
          <a:p>
            <a:r>
              <a:rPr lang="en-US" dirty="0"/>
              <a:t>Fine-grained: One lock for each bucket </a:t>
            </a:r>
          </a:p>
          <a:p>
            <a:r>
              <a:rPr lang="en-US" dirty="0"/>
              <a:t>Which supports more parallelism in insert and find?</a:t>
            </a:r>
          </a:p>
          <a:p>
            <a:r>
              <a:rPr lang="en-US" dirty="0"/>
              <a:t>Which makes rehashing easier?</a:t>
            </a:r>
          </a:p>
          <a:p>
            <a:r>
              <a:rPr lang="en-US" dirty="0"/>
              <a:t>What happens if you want to have a size field?</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76545992-79AF-E778-B92F-123165635113}"/>
                  </a:ext>
                </a:extLst>
              </p14:cNvPr>
              <p14:cNvContentPartPr/>
              <p14:nvPr/>
            </p14:nvContentPartPr>
            <p14:xfrm>
              <a:off x="998640" y="2299320"/>
              <a:ext cx="6458760" cy="2250720"/>
            </p14:xfrm>
          </p:contentPart>
        </mc:Choice>
        <mc:Fallback>
          <p:pic>
            <p:nvPicPr>
              <p:cNvPr id="4" name="Ink 3">
                <a:extLst>
                  <a:ext uri="{FF2B5EF4-FFF2-40B4-BE49-F238E27FC236}">
                    <a16:creationId xmlns:a16="http://schemas.microsoft.com/office/drawing/2014/main" id="{76545992-79AF-E778-B92F-123165635113}"/>
                  </a:ext>
                </a:extLst>
              </p:cNvPr>
              <p:cNvPicPr/>
              <p:nvPr/>
            </p:nvPicPr>
            <p:blipFill>
              <a:blip r:embed="rId3"/>
              <a:stretch>
                <a:fillRect/>
              </a:stretch>
            </p:blipFill>
            <p:spPr>
              <a:xfrm>
                <a:off x="989280" y="2289960"/>
                <a:ext cx="6477480" cy="2269440"/>
              </a:xfrm>
              <a:prstGeom prst="rect">
                <a:avLst/>
              </a:prstGeom>
            </p:spPr>
          </p:pic>
        </mc:Fallback>
      </mc:AlternateContent>
    </p:spTree>
    <p:extLst>
      <p:ext uri="{BB962C8B-B14F-4D97-AF65-F5344CB8AC3E}">
        <p14:creationId xmlns:p14="http://schemas.microsoft.com/office/powerpoint/2010/main" val="24502497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C1A01-CF23-81CE-05E5-CE64EE39AB47}"/>
              </a:ext>
            </a:extLst>
          </p:cNvPr>
          <p:cNvSpPr>
            <a:spLocks noGrp="1"/>
          </p:cNvSpPr>
          <p:nvPr>
            <p:ph type="title"/>
          </p:nvPr>
        </p:nvSpPr>
        <p:spPr/>
        <p:txBody>
          <a:bodyPr/>
          <a:lstStyle/>
          <a:p>
            <a:r>
              <a:rPr lang="en-US" dirty="0"/>
              <a:t>Lock Granularity Tradeoffs</a:t>
            </a:r>
          </a:p>
        </p:txBody>
      </p:sp>
      <p:sp>
        <p:nvSpPr>
          <p:cNvPr id="3" name="Content Placeholder 2">
            <a:extLst>
              <a:ext uri="{FF2B5EF4-FFF2-40B4-BE49-F238E27FC236}">
                <a16:creationId xmlns:a16="http://schemas.microsoft.com/office/drawing/2014/main" id="{A7168F36-3486-B957-F723-92EF8DB083C5}"/>
              </a:ext>
            </a:extLst>
          </p:cNvPr>
          <p:cNvSpPr>
            <a:spLocks noGrp="1"/>
          </p:cNvSpPr>
          <p:nvPr>
            <p:ph idx="1"/>
          </p:nvPr>
        </p:nvSpPr>
        <p:spPr/>
        <p:txBody>
          <a:bodyPr>
            <a:normAutofit fontScale="92500"/>
          </a:bodyPr>
          <a:lstStyle/>
          <a:p>
            <a:r>
              <a:rPr lang="en-US" dirty="0"/>
              <a:t>Coarse-Grained Locking:</a:t>
            </a:r>
          </a:p>
          <a:p>
            <a:pPr lvl="1"/>
            <a:r>
              <a:rPr lang="en-US" dirty="0"/>
              <a:t>Simpler to implement and avoid race conditions</a:t>
            </a:r>
          </a:p>
          <a:p>
            <a:pPr lvl="1"/>
            <a:r>
              <a:rPr lang="en-US" dirty="0"/>
              <a:t>Faster/easier to implement operations that access multiple locations (because all guarded by the same lock) </a:t>
            </a:r>
          </a:p>
          <a:p>
            <a:pPr lvl="1"/>
            <a:r>
              <a:rPr lang="en-US" dirty="0"/>
              <a:t>Much easier for operations that modify data-structure shape</a:t>
            </a:r>
          </a:p>
          <a:p>
            <a:r>
              <a:rPr lang="en-US" dirty="0"/>
              <a:t>Fine-Grained Locking:</a:t>
            </a:r>
          </a:p>
          <a:p>
            <a:pPr lvl="1"/>
            <a:r>
              <a:rPr lang="en-US" dirty="0"/>
              <a:t>More simultaneous access (performance when coarse grained would lead to unnecessary blocking) </a:t>
            </a:r>
          </a:p>
          <a:p>
            <a:pPr lvl="1"/>
            <a:r>
              <a:rPr lang="en-US" dirty="0"/>
              <a:t>Can make multi-location operations more difficult: say, rotations in an AVL tree</a:t>
            </a:r>
          </a:p>
          <a:p>
            <a:r>
              <a:rPr lang="en-US" dirty="0"/>
              <a:t>Guideline:</a:t>
            </a:r>
          </a:p>
          <a:p>
            <a:pPr lvl="1"/>
            <a:r>
              <a:rPr lang="en-US" dirty="0"/>
              <a:t>Start with coarse-grained, make finer only as necessary to improve performance</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FD3550D2-4A1D-5398-B0AC-C02BC35C3F7A}"/>
                  </a:ext>
                </a:extLst>
              </p14:cNvPr>
              <p14:cNvContentPartPr/>
              <p14:nvPr/>
            </p14:nvContentPartPr>
            <p14:xfrm>
              <a:off x="851040" y="2213640"/>
              <a:ext cx="5184000" cy="3818160"/>
            </p14:xfrm>
          </p:contentPart>
        </mc:Choice>
        <mc:Fallback>
          <p:pic>
            <p:nvPicPr>
              <p:cNvPr id="4" name="Ink 3">
                <a:extLst>
                  <a:ext uri="{FF2B5EF4-FFF2-40B4-BE49-F238E27FC236}">
                    <a16:creationId xmlns:a16="http://schemas.microsoft.com/office/drawing/2014/main" id="{FD3550D2-4A1D-5398-B0AC-C02BC35C3F7A}"/>
                  </a:ext>
                </a:extLst>
              </p:cNvPr>
              <p:cNvPicPr/>
              <p:nvPr/>
            </p:nvPicPr>
            <p:blipFill>
              <a:blip r:embed="rId3"/>
              <a:stretch>
                <a:fillRect/>
              </a:stretch>
            </p:blipFill>
            <p:spPr>
              <a:xfrm>
                <a:off x="841680" y="2204280"/>
                <a:ext cx="5202720" cy="3836880"/>
              </a:xfrm>
              <a:prstGeom prst="rect">
                <a:avLst/>
              </a:prstGeom>
            </p:spPr>
          </p:pic>
        </mc:Fallback>
      </mc:AlternateContent>
    </p:spTree>
    <p:extLst>
      <p:ext uri="{BB962C8B-B14F-4D97-AF65-F5344CB8AC3E}">
        <p14:creationId xmlns:p14="http://schemas.microsoft.com/office/powerpoint/2010/main" val="652732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3DF02-FA78-B96F-86DD-2652C9EA6FEE}"/>
              </a:ext>
            </a:extLst>
          </p:cNvPr>
          <p:cNvSpPr>
            <a:spLocks noGrp="1"/>
          </p:cNvSpPr>
          <p:nvPr>
            <p:ph type="title"/>
          </p:nvPr>
        </p:nvSpPr>
        <p:spPr/>
        <p:txBody>
          <a:bodyPr/>
          <a:lstStyle/>
          <a:p>
            <a:r>
              <a:rPr lang="en-US" dirty="0"/>
              <a:t>Similar But Separate Issue: Critical Section Granularity</a:t>
            </a:r>
          </a:p>
        </p:txBody>
      </p:sp>
      <p:sp>
        <p:nvSpPr>
          <p:cNvPr id="3" name="Content Placeholder 2">
            <a:extLst>
              <a:ext uri="{FF2B5EF4-FFF2-40B4-BE49-F238E27FC236}">
                <a16:creationId xmlns:a16="http://schemas.microsoft.com/office/drawing/2014/main" id="{6A8E8E75-4589-EA1E-4DF3-1CA20E41FE27}"/>
              </a:ext>
            </a:extLst>
          </p:cNvPr>
          <p:cNvSpPr>
            <a:spLocks noGrp="1"/>
          </p:cNvSpPr>
          <p:nvPr>
            <p:ph idx="1"/>
          </p:nvPr>
        </p:nvSpPr>
        <p:spPr/>
        <p:txBody>
          <a:bodyPr/>
          <a:lstStyle/>
          <a:p>
            <a:r>
              <a:rPr lang="en-US" dirty="0"/>
              <a:t>Coarse-grained</a:t>
            </a:r>
          </a:p>
          <a:p>
            <a:pPr lvl="1"/>
            <a:r>
              <a:rPr lang="en-US" dirty="0"/>
              <a:t>For every method that needs a lock, put the entire method body in a lock</a:t>
            </a:r>
          </a:p>
          <a:p>
            <a:r>
              <a:rPr lang="en-US" dirty="0"/>
              <a:t>Fine-grained</a:t>
            </a:r>
          </a:p>
          <a:p>
            <a:pPr lvl="1"/>
            <a:r>
              <a:rPr lang="en-US" dirty="0"/>
              <a:t>Keep the lock only for the sections of code where it’s necessary</a:t>
            </a:r>
          </a:p>
          <a:p>
            <a:r>
              <a:rPr lang="en-US" dirty="0"/>
              <a:t>Guideline:</a:t>
            </a:r>
          </a:p>
          <a:p>
            <a:pPr lvl="1"/>
            <a:r>
              <a:rPr lang="en-US" dirty="0"/>
              <a:t>Try to structure code so that expensive operations (like I/O) can be done outside of your critical section</a:t>
            </a:r>
          </a:p>
          <a:p>
            <a:pPr lvl="1"/>
            <a:r>
              <a:rPr lang="en-US" dirty="0"/>
              <a:t>E.g., if you’re trying to print all the values in a shared tree, copy items into an array inside your critical section, then print the array’s contents outside.</a:t>
            </a:r>
          </a:p>
          <a:p>
            <a:pPr lvl="2"/>
            <a:r>
              <a:rPr lang="en-US" dirty="0"/>
              <a:t>Lock the tree when traversing it, the array is thread-local so printing happens in parallel</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A9A9AE2A-6C49-FF19-5C9E-D5BD891C30D8}"/>
                  </a:ext>
                </a:extLst>
              </p14:cNvPr>
              <p14:cNvContentPartPr/>
              <p14:nvPr/>
            </p14:nvContentPartPr>
            <p14:xfrm>
              <a:off x="1109160" y="2167560"/>
              <a:ext cx="8889480" cy="3891600"/>
            </p14:xfrm>
          </p:contentPart>
        </mc:Choice>
        <mc:Fallback>
          <p:pic>
            <p:nvPicPr>
              <p:cNvPr id="4" name="Ink 3">
                <a:extLst>
                  <a:ext uri="{FF2B5EF4-FFF2-40B4-BE49-F238E27FC236}">
                    <a16:creationId xmlns:a16="http://schemas.microsoft.com/office/drawing/2014/main" id="{A9A9AE2A-6C49-FF19-5C9E-D5BD891C30D8}"/>
                  </a:ext>
                </a:extLst>
              </p:cNvPr>
              <p:cNvPicPr/>
              <p:nvPr/>
            </p:nvPicPr>
            <p:blipFill>
              <a:blip r:embed="rId3"/>
              <a:stretch>
                <a:fillRect/>
              </a:stretch>
            </p:blipFill>
            <p:spPr>
              <a:xfrm>
                <a:off x="1099800" y="2158200"/>
                <a:ext cx="8908200" cy="3910320"/>
              </a:xfrm>
              <a:prstGeom prst="rect">
                <a:avLst/>
              </a:prstGeom>
            </p:spPr>
          </p:pic>
        </mc:Fallback>
      </mc:AlternateContent>
    </p:spTree>
    <p:extLst>
      <p:ext uri="{BB962C8B-B14F-4D97-AF65-F5344CB8AC3E}">
        <p14:creationId xmlns:p14="http://schemas.microsoft.com/office/powerpoint/2010/main" val="40565175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DD581-6E2B-54C1-90F9-E93A6CB5F51C}"/>
              </a:ext>
            </a:extLst>
          </p:cNvPr>
          <p:cNvSpPr>
            <a:spLocks noGrp="1"/>
          </p:cNvSpPr>
          <p:nvPr>
            <p:ph type="title"/>
          </p:nvPr>
        </p:nvSpPr>
        <p:spPr/>
        <p:txBody>
          <a:bodyPr/>
          <a:lstStyle/>
          <a:p>
            <a:r>
              <a:rPr lang="en-US" dirty="0"/>
              <a:t>Atomicity</a:t>
            </a:r>
          </a:p>
        </p:txBody>
      </p:sp>
      <p:sp>
        <p:nvSpPr>
          <p:cNvPr id="3" name="Content Placeholder 2">
            <a:extLst>
              <a:ext uri="{FF2B5EF4-FFF2-40B4-BE49-F238E27FC236}">
                <a16:creationId xmlns:a16="http://schemas.microsoft.com/office/drawing/2014/main" id="{BDA661FC-6A57-8CB3-802A-294E8FE1CCA2}"/>
              </a:ext>
            </a:extLst>
          </p:cNvPr>
          <p:cNvSpPr>
            <a:spLocks noGrp="1"/>
          </p:cNvSpPr>
          <p:nvPr>
            <p:ph idx="1"/>
          </p:nvPr>
        </p:nvSpPr>
        <p:spPr/>
        <p:txBody>
          <a:bodyPr/>
          <a:lstStyle/>
          <a:p>
            <a:r>
              <a:rPr lang="en-US" dirty="0"/>
              <a:t>Atomic: indivisible</a:t>
            </a:r>
          </a:p>
          <a:p>
            <a:r>
              <a:rPr lang="en-US" dirty="0"/>
              <a:t>Atomic operation: one that should be thought of as a single step</a:t>
            </a:r>
          </a:p>
          <a:p>
            <a:r>
              <a:rPr lang="en-US" dirty="0"/>
              <a:t>Some sequences of operations should behave as if they are one unit</a:t>
            </a:r>
          </a:p>
          <a:p>
            <a:pPr lvl="1"/>
            <a:r>
              <a:rPr lang="en-US" dirty="0"/>
              <a:t>Between two operations you may need to avoid exposing an intermediate state</a:t>
            </a:r>
          </a:p>
          <a:p>
            <a:pPr lvl="1"/>
            <a:r>
              <a:rPr lang="en-US" dirty="0"/>
              <a:t>Usually ADT operations should be atomic </a:t>
            </a:r>
          </a:p>
          <a:p>
            <a:pPr lvl="2"/>
            <a:r>
              <a:rPr lang="en-US" dirty="0"/>
              <a:t>You don’t want another thread trying to do an insert while another thread is rotating the AVL tree</a:t>
            </a:r>
          </a:p>
          <a:p>
            <a:r>
              <a:rPr lang="en-US" dirty="0"/>
              <a:t>Think first in terms of what operations need to be atomic</a:t>
            </a:r>
          </a:p>
          <a:p>
            <a:pPr lvl="1"/>
            <a:r>
              <a:rPr lang="en-US" dirty="0"/>
              <a:t>Design critical sections and locking granularity based on these decisions</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022F7C30-8395-17D8-C46C-16CF10A76F45}"/>
                  </a:ext>
                </a:extLst>
              </p14:cNvPr>
              <p14:cNvContentPartPr/>
              <p14:nvPr/>
            </p14:nvContentPartPr>
            <p14:xfrm>
              <a:off x="1106280" y="1399320"/>
              <a:ext cx="8695440" cy="4323240"/>
            </p14:xfrm>
          </p:contentPart>
        </mc:Choice>
        <mc:Fallback>
          <p:pic>
            <p:nvPicPr>
              <p:cNvPr id="4" name="Ink 3">
                <a:extLst>
                  <a:ext uri="{FF2B5EF4-FFF2-40B4-BE49-F238E27FC236}">
                    <a16:creationId xmlns:a16="http://schemas.microsoft.com/office/drawing/2014/main" id="{022F7C30-8395-17D8-C46C-16CF10A76F45}"/>
                  </a:ext>
                </a:extLst>
              </p:cNvPr>
              <p:cNvPicPr/>
              <p:nvPr/>
            </p:nvPicPr>
            <p:blipFill>
              <a:blip r:embed="rId3"/>
              <a:stretch>
                <a:fillRect/>
              </a:stretch>
            </p:blipFill>
            <p:spPr>
              <a:xfrm>
                <a:off x="1096920" y="1389960"/>
                <a:ext cx="8714160" cy="4341960"/>
              </a:xfrm>
              <a:prstGeom prst="rect">
                <a:avLst/>
              </a:prstGeom>
            </p:spPr>
          </p:pic>
        </mc:Fallback>
      </mc:AlternateContent>
    </p:spTree>
    <p:extLst>
      <p:ext uri="{BB962C8B-B14F-4D97-AF65-F5344CB8AC3E}">
        <p14:creationId xmlns:p14="http://schemas.microsoft.com/office/powerpoint/2010/main" val="24934695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51513-6257-4293-7965-2B7E9E3AD1BD}"/>
              </a:ext>
            </a:extLst>
          </p:cNvPr>
          <p:cNvSpPr>
            <a:spLocks noGrp="1"/>
          </p:cNvSpPr>
          <p:nvPr>
            <p:ph type="title"/>
          </p:nvPr>
        </p:nvSpPr>
        <p:spPr/>
        <p:txBody>
          <a:bodyPr/>
          <a:lstStyle/>
          <a:p>
            <a:r>
              <a:rPr lang="en-US" dirty="0"/>
              <a:t>Use Pre-Tested Code</a:t>
            </a:r>
          </a:p>
        </p:txBody>
      </p:sp>
      <p:sp>
        <p:nvSpPr>
          <p:cNvPr id="3" name="Content Placeholder 2">
            <a:extLst>
              <a:ext uri="{FF2B5EF4-FFF2-40B4-BE49-F238E27FC236}">
                <a16:creationId xmlns:a16="http://schemas.microsoft.com/office/drawing/2014/main" id="{0632C62B-845C-D299-42D4-0CD1A84A5023}"/>
              </a:ext>
            </a:extLst>
          </p:cNvPr>
          <p:cNvSpPr>
            <a:spLocks noGrp="1"/>
          </p:cNvSpPr>
          <p:nvPr>
            <p:ph idx="1"/>
          </p:nvPr>
        </p:nvSpPr>
        <p:spPr/>
        <p:txBody>
          <a:bodyPr/>
          <a:lstStyle/>
          <a:p>
            <a:r>
              <a:rPr lang="en-US" dirty="0"/>
              <a:t>Whenever possible, use built-in libraries!</a:t>
            </a:r>
          </a:p>
          <a:p>
            <a:r>
              <a:rPr lang="en-US" dirty="0"/>
              <a:t>Other people have already invested tons of effort into making things both efficient and correct, use their work when you can!</a:t>
            </a:r>
          </a:p>
          <a:p>
            <a:pPr lvl="1"/>
            <a:r>
              <a:rPr lang="en-US" dirty="0"/>
              <a:t>Especially true for concurrent data structures</a:t>
            </a:r>
          </a:p>
          <a:p>
            <a:pPr lvl="1"/>
            <a:r>
              <a:rPr lang="en-US" dirty="0"/>
              <a:t>Use thread-safe data structures when available</a:t>
            </a:r>
          </a:p>
          <a:p>
            <a:pPr lvl="2"/>
            <a:r>
              <a:rPr lang="en-US" dirty="0"/>
              <a:t>E.g. Java as </a:t>
            </a:r>
            <a:r>
              <a:rPr lang="en-US" dirty="0" err="1"/>
              <a:t>ConcurrentHashMap</a:t>
            </a:r>
            <a:endParaRPr lang="en-US" dirty="0"/>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D71F5F8E-024F-C7C6-E1BC-CF42599B1A41}"/>
                  </a:ext>
                </a:extLst>
              </p14:cNvPr>
              <p14:cNvContentPartPr/>
              <p14:nvPr/>
            </p14:nvContentPartPr>
            <p14:xfrm>
              <a:off x="2190600" y="1475640"/>
              <a:ext cx="3890520" cy="2856960"/>
            </p14:xfrm>
          </p:contentPart>
        </mc:Choice>
        <mc:Fallback>
          <p:pic>
            <p:nvPicPr>
              <p:cNvPr id="4" name="Ink 3">
                <a:extLst>
                  <a:ext uri="{FF2B5EF4-FFF2-40B4-BE49-F238E27FC236}">
                    <a16:creationId xmlns:a16="http://schemas.microsoft.com/office/drawing/2014/main" id="{D71F5F8E-024F-C7C6-E1BC-CF42599B1A41}"/>
                  </a:ext>
                </a:extLst>
              </p:cNvPr>
              <p:cNvPicPr/>
              <p:nvPr/>
            </p:nvPicPr>
            <p:blipFill>
              <a:blip r:embed="rId3"/>
              <a:stretch>
                <a:fillRect/>
              </a:stretch>
            </p:blipFill>
            <p:spPr>
              <a:xfrm>
                <a:off x="2181240" y="1466280"/>
                <a:ext cx="3909240" cy="2875680"/>
              </a:xfrm>
              <a:prstGeom prst="rect">
                <a:avLst/>
              </a:prstGeom>
            </p:spPr>
          </p:pic>
        </mc:Fallback>
      </mc:AlternateContent>
    </p:spTree>
    <p:extLst>
      <p:ext uri="{BB962C8B-B14F-4D97-AF65-F5344CB8AC3E}">
        <p14:creationId xmlns:p14="http://schemas.microsoft.com/office/powerpoint/2010/main" val="3706517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40300</TotalTime>
  <Words>2055</Words>
  <Application>Microsoft Office PowerPoint</Application>
  <PresentationFormat>Widescreen</PresentationFormat>
  <Paragraphs>285</Paragraphs>
  <Slides>25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Calibri</vt:lpstr>
      <vt:lpstr>Calibri Light</vt:lpstr>
      <vt:lpstr>Office Theme</vt:lpstr>
      <vt:lpstr>CSE 332 Spring 2026 Lecture 24: Concurrency 3 –  Deadlock and Wisdom</vt:lpstr>
      <vt:lpstr>Deadlock</vt:lpstr>
      <vt:lpstr>Analog Example – Need the Trident to Write, Need the Dinosaur to Speak</vt:lpstr>
      <vt:lpstr>Bank Account</vt:lpstr>
      <vt:lpstr>Deadlock Example – Locking Order</vt:lpstr>
      <vt:lpstr>Deadlock Example – Deadlock Interleaving</vt:lpstr>
      <vt:lpstr>Resolving Deadlocks</vt:lpstr>
      <vt:lpstr>Option 1: Coarser Locking</vt:lpstr>
      <vt:lpstr>Option 2: Finer Critical Section</vt:lpstr>
      <vt:lpstr>Option 3: First Get All Locks In A Fixed Order</vt:lpstr>
      <vt:lpstr>Option 3 Requirements</vt:lpstr>
      <vt:lpstr>Option 3: Non-Unique</vt:lpstr>
      <vt:lpstr>Option 3: Mutable</vt:lpstr>
      <vt:lpstr>Parallel Code Conventional Wisdom</vt:lpstr>
      <vt:lpstr>Memory Categories</vt:lpstr>
      <vt:lpstr>Thread Local Memory</vt:lpstr>
      <vt:lpstr>Immutable Objects</vt:lpstr>
      <vt:lpstr>Shared and Mutable Objects</vt:lpstr>
      <vt:lpstr>Consistent Locking</vt:lpstr>
      <vt:lpstr>Lock Granularity</vt:lpstr>
      <vt:lpstr>Example: Separate Chaining Hashtable</vt:lpstr>
      <vt:lpstr>Lock Granularity Tradeoffs</vt:lpstr>
      <vt:lpstr>Similar But Separate Issue: Critical Section Granularity</vt:lpstr>
      <vt:lpstr>Atomicity</vt:lpstr>
      <vt:lpstr>Use Pre-Tested Code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 332 Autumn 2023 Lecture 8: Dictionaries, BSTs</dc:title>
  <dc:creator>Nathan Brunelle</dc:creator>
  <cp:lastModifiedBy>Nathan Brunelle</cp:lastModifiedBy>
  <cp:revision>333</cp:revision>
  <dcterms:created xsi:type="dcterms:W3CDTF">2023-10-13T16:06:42Z</dcterms:created>
  <dcterms:modified xsi:type="dcterms:W3CDTF">2026-05-27T20:29:04Z</dcterms:modified>
</cp:coreProperties>
</file>