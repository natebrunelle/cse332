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3" r:id="rId4"/>
    <p:sldId id="268" r:id="rId5"/>
    <p:sldId id="279" r:id="rId6"/>
    <p:sldId id="285" r:id="rId7"/>
    <p:sldId id="271" r:id="rId8"/>
    <p:sldId id="288" r:id="rId9"/>
    <p:sldId id="272" r:id="rId10"/>
    <p:sldId id="289" r:id="rId11"/>
    <p:sldId id="468" r:id="rId12"/>
    <p:sldId id="290" r:id="rId13"/>
    <p:sldId id="469" r:id="rId14"/>
    <p:sldId id="291" r:id="rId15"/>
    <p:sldId id="292" r:id="rId16"/>
    <p:sldId id="293" r:id="rId17"/>
    <p:sldId id="470" r:id="rId18"/>
    <p:sldId id="294" r:id="rId19"/>
    <p:sldId id="471" r:id="rId20"/>
    <p:sldId id="295" r:id="rId21"/>
    <p:sldId id="296" r:id="rId22"/>
    <p:sldId id="297" r:id="rId23"/>
    <p:sldId id="472" r:id="rId24"/>
    <p:sldId id="298" r:id="rId25"/>
    <p:sldId id="300" r:id="rId26"/>
    <p:sldId id="299" r:id="rId27"/>
    <p:sldId id="301" r:id="rId28"/>
    <p:sldId id="473" r:id="rId29"/>
    <p:sldId id="302" r:id="rId30"/>
    <p:sldId id="474" r:id="rId31"/>
    <p:sldId id="303" r:id="rId32"/>
    <p:sldId id="475" r:id="rId33"/>
    <p:sldId id="305" r:id="rId34"/>
    <p:sldId id="476" r:id="rId35"/>
    <p:sldId id="47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85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34:23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21209 6183 0,'0'0'0,"0"0"16,0 0-16,0 0 0,0 0 0,0 0 16,0 0-16,0 0 15,0 0 1,0 0-16,0 0 16,0 0-1,17 8-15,52 18 16,42-1-1,8 1-15,-25-9 16,0-9 0,85 9-16,-8-8 15,-9 8 1,86 0-16,-27-9 16,18 1-16,17-1 15,52-16 1,-1 8-16,-8 0 15,16 0 1,-41-9 0,50 18-16,-25 16 15,42 9-15</inkml:trace>
  <inkml:trace contextRef="#ctx0" brushRef="#br0" timeOffset="3116.01">10421 7637 0,'0'0'0,"0"0"0,0 0 0,0 0 16,0 0-1,0 0-15,0 0 16,9-8 0,25-10-1,34-7-15,52-9 16,-18-9-16,-51 26 15,-25 0 1,8 0 0,17 17-16,26 0 15,25 0 1,18 0-16,-35 9 16,-34-1-16,9 1 15,34 8 1,34 0-1,9 0-15,-52-9 16,-8 1-16,68-1 16,34 1-1,-42-18 1,-9-16-16,111-1 16,-77 9-1,-17 0-15,94 0 16,-68 9-1,-43 8-15,102 0 16,-59-9 0,-9-8-16,86-8 15,-86 8 1,25-17-16,44 8 16,-35 1-16,60 8 15,-59 0 1,7-9-16,27 1 15,-26 8 1,51 0-16,-43-9 16,35 1-1,16-1 1,26 1-16,9 8 0,0-9 31,34 9-31,-69 0 16,103 9-1,-8 25-15,-52-17 16,111 8-16,-51 1 16,-51 8-1,171 8 1,-61 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37:34.1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3115 4950 0,'0'0'0,"0"0"0,-17 0 0,-17 0 16,-17 0-16,8 0 15,26 0 1,0 0-16,0 0 16,-9 0-1,-8 0-15,-34-9 16,-26 1 0,-34-9-16,34 17 15,51 8 1,18 1-1,8-9-15,0 0 16,0 17 0,0 25-16,0 52 15,-1 25-15,1-9 16,17 18 0,-17 67-1,9-16-15,-1 0 16,1 59-1,-9-51-15,8 8 16,-17 10 0,-16-35-16,-9 42 0,8-33 15,-8-60 1,-18 17 0,18-8-16,0-18 15,25-25 1,9-34-1,9-8-15,-1-9 16,1 0 0,8-9-16,0 1 0,8 8 31,43 8-31,52 9 0,16 17 31,-33 0-31,-1 0 16,60 9-1,34 17-15,112 67 16</inkml:trace>
  <inkml:trace contextRef="#ctx0" brushRef="#br0" timeOffset="4797.85">4805 6565 0,'0'0'0,"0"0"0,0 0 0,0 0 16,0 0 0,0 0-16,0 0 15,0 26-15,0 25 16,0 26-1,0 25 1,9-9-16,-9-16 16,17 16-1,0 1-15,0-18 16,0-16 0,9-18-16,8-16 15,17-9-15,43-17 16,51-17-1,17-26-15,9 1 16,8 8 0,-8 0-1,8 8-15,9 18 16,-43 8 0,8 25-16,-7 18 15,-44-9-15,-42-9 16,-26-16-1,-17-1 1,-9 1-16,-8-18 16,18-16-1,-1-77-15,25-77 0,44-135 16</inkml:trace>
  <inkml:trace contextRef="#ctx0" brushRef="#br0" timeOffset="10278.36">10959 7161 0,'0'0'0,"0"0"0,25 0 16,35 0-1,17-9-15,17 1 32,0-1-17,25 1-15,35-9 16,17 17-16,51-9 0,51-25 15,34-17 1,17-25 0,77-1-1,-8 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39:16.3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4618 0,'0'0'0,"0"0"0,0 0 0,0 0 0,0 0 15,0 0-15,0 0 16,-17-9 0,-26-8-1,-42 0-15,-34 17 16,25 0 0,34 17-16,-42 26 15,-18 16 1,-16 18-16,8 0 15,34 16 1,-17 35-16,-9-1 16,26-25-1,0-8-15,18-1 16,33-8 0,34 26-16,26-9 15,35 0 1,33 9-16,17-18 15,1 1-15,51-1 16,33-16 0,-7-26-16,7-26 15,10-8 1,-1-17 0,34-8-16,-68-35 15,-51 1 1,35-26-16,-27-17 15,-25 0-15,-17-9 16,-26-8 0,-34-8-1,-34-27-15,-9-7 16,-8-1 0,-26-16-16,-16-1 15,7 18-15,1 25 31,-26-1-31,-51-7 0,-34 16 16,-52 43 0,-25 26-1,-17 33-15,34 26 16,171 0 0</inkml:trace>
  <inkml:trace contextRef="#ctx0" brushRef="#br0" timeOffset="1096.06">15610 4975 0,'0'0'0,"0"0"0,-8 0 0,-1 9 16,1-1 0,-1-8-16,-16 0 15,-27 0 1,-7 17-16,-1 0 15,-8 0 1,-9 17-16,-8 0 16,-18 9-1,9 16 1,0 26-16,18 9 16,16-9-1,26-9-15,0 9 16,16 18-16,18 16 15,18-9 1,-1-33 0,17 8-16,34 0 15,34 0-15,35 0 16,42-17 0,18-17-16,-27-26 15,18-16 1,8-26-16,-25-17 15,-17-17 1,-18 0-16,-16-9 16,-26 1-1,-9-35 1,-17-25-16,-34 17 16,-25 9-1,-35-52-15,-34-25 16,-68 25-16,-51 9 15,-51-8 1,-60 8-16,-35 42 16,-16 43-1,68 60 1,-26 67-16</inkml:trace>
  <inkml:trace contextRef="#ctx0" brushRef="#br0" timeOffset="21613.82">6683 15818 0,'0'0'0,"0"0"0,0 0 0,0 0 16,0 0-1,-9 0-15,1 0 16,-18 0-16,1 9 16,-18 8-1,-8 8-15,-9 18 16,-8 8 0,8 8-1,-8 1-15,16-1 16,1 1-1,17-17-15,8 8 16,-16 17-16,-1 25 16,-8-8-1,17-8-15,8-9 16,9 17 0,0-17-16,9-9 15,8-16 1,0-9-1,0-9-15,17 1 16,0-1 0,0 9-16,8 0 15,1-8-15,8 0 16,9-1 0,25 1-1,0-1-15,9-16 16,8-1-1,-8 1-15,9-1 16,16-8 0,0 0-16,9 0 15,9-8-15,-18-18 16,9-8 0,9-8-1,-1-18-15,-8 0 16,-43 1-16,9-1 15,0 1 1,-17 16 0,-17 9-16,-18 0 15,1-8-15,-18-9 32,-25-17-32,-17-9 15,-9 1 1,-16 16-16,-44-8 15,-25 17-15,-25 9 16,-35 25 0,-43 25-16,-8 26 15,-17 17-15,-94 43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41:25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20202 9023 0,'0'0'0,"0"0"0,0 0 0,-273 230 0,162-162 0,51-26 0,26 1 31,9-1-31,8-8 16,0-8 0,-1-9-16,18-8 15</inkml:trace>
  <inkml:trace contextRef="#ctx0" brushRef="#br0" timeOffset="778.27">19229 9431 0,'-17'-8'0,"0"-1"0,0 9 15,8 0-15,-8 0 16,-8-8 0,-1-1-16,-25 9 15,-9 17 1,-17 9-16,1 25 16,7 0-16,18 9 15,0 8 1,17 8-16,17 26 15,51 9 1,34-1-16,43-25 16,9-34-1,42-17 1,43-17-16,-35-34 16,1-25-1,25-18-15,-51-16 16,-42-1-1,-9 1-15,-35 16 16,-42 1 0,-34-26-16,-76-17 15,-112 8 1,-137 26-16,-42 25 16</inkml:trace>
  <inkml:trace contextRef="#ctx0" brushRef="#br0" timeOffset="53932.15">19084 8326 0,'0'0'0,"0"0"0,0 0 0,0 0 16,0 0-16,0 0 16,0 0-1,0-9-15,0 1 16,0-9-16,0 17 31,0 0-31,0 0 16,0 0-1,0 0-15,0 0 16,0 0-16,0 0 16,-8 8-1,-1 1 1,1-1-16,-10 9 16,-16 9-1,-8 8-15,-1 8 16,0 1-1,1-1-15,-1 1 16,9 0-16,8-9 16,18 8-1,16 18-15,35-1 16,42-8 0,-16-17-16,7-17 15,52-25-15,-25-18 31,-26-8-31,-9 9 16,-25-9-16,-26 8 16,-17-16-16,-43-18 15,-42 1 1,-52 7 0,-59 27-1,25 16-15,111 9 16</inkml:trace>
  <inkml:trace contextRef="#ctx0" brushRef="#br0" timeOffset="56486.34">23420 8734 0,'0'0'0,"0"0"0,0 0 0,0 0 15,-9 0 1,-8 0 0,-8-8-16,-9-1 15,-9 9 1,-25-8-16,-26 16 15,17 9 1,26 0-16,-1 17 16,-16 9-1,-17 16 1,8 18-16,34-9 0,18-17 16,16-9-1,18 9 1,42 9-16,0-9 15,35-9 1,67-8-16,-16-17 16,-43-25-1,-18-9-15,18-17 16,-17 0 0,-43 0-16,-34-26 15,-25-16-15,-52-26 16,-85-26-1,-52 9 1,-84-17-16</inkml:trace>
  <inkml:trace contextRef="#ctx0" brushRef="#br0" timeOffset="72522.08">19084 5477 0,'0'0'15,"0"0"-15,0 0 0,0 0 16,26 0-1,68 0 1,42-9-16,-42-8 16,-43 0-16,9 0 15,25 17 1,1 9 0,-27 8-16,-7-9 15,-27 9 1,-25 51-16,-34 68 15,-26-8 1,18-43 0,-18 9-16,-42 42 15,-9-26-15,42-50 16,27-43 0,25-17-16,25-51 15,26-17-15,52-77 16,7-84-1,-50 75 1,-26 18-16,0-34 16,0 43-1,9 50-15,-17 35 16,-1 16 0,1 9-16,-1 9 15,9 33-15,17 69 31,0 8-31,18 59 16,7 86-16,-24-94 0,7-59 16,1 33-1,-9-33 1,-25-43 0,-1-26-16,-8-8 15,-25-42 1,-52-26-16,-26-34 15,-25-51 1,-25-60-16,16 51 16,18 43-1,25 9-15,51 50 16,34 26 0</inkml:trace>
  <inkml:trace contextRef="#ctx0" brushRef="#br0" timeOffset="80713.75">21696 6540 0,'0'0'15,"0"0"-15,0 0 0,0 0 16,-9 0-16,-33 0 16,-95 102-1,-8 85-15,85 26 16,9 127-1</inkml:trace>
  <inkml:trace contextRef="#ctx0" brushRef="#br0" timeOffset="83787.48">15841 6906 0,'0'0'0,"0"0"0,0-9 16,25-8-1,52-17-15,26-8 16,-9 16-1,-35 18-15,-25 8 16,-8 0 0,-9 17-16,0 17 15,9 34-15,-18 0 16,-25 8 0,-34 18-1,-17-1-15,25-33 16,18-26-1,7-9-15,18-8 16,26 0-16,25 9 16,154 25-1,43 0-15,42 17 16</inkml:trace>
  <inkml:trace contextRef="#ctx0" brushRef="#br0" timeOffset="91481.23">15696 8572 0,'0'0'0,"-9"0"0,-8 18 0,-8-1 15,-27 0-15,-24 17 16,-1 25-16,26 52 31,8 25-31,26-51 16,8-17-1,1 8-15,-1 9 16,9-17-16,0-34 16,0-8-1,26-9 1,93 0-16,35-9 15,-86-16 1,9-9-16,136-9 0,-16 1 31,-129 16-31,137-16 0,34 8 32,-162 17-32,34 0 15,93 17-15,-41 8 16,-95 1-1,0-1 1,94 9-16,26 0 16,-86-25-1,-59-1-15,-17-8 16,-9 0 0,-9-8-16,9-9 15,-8-17-15,8-26 16,0-59-1,-8-42 1,-1-1-16,9-118 16</inkml:trace>
  <inkml:trace contextRef="#ctx0" brushRef="#br0" timeOffset="101510.42">20168 9389 0,'0'0'0,"0"0"0,0 0 15,0 0-15,0 0 16,0 0 0,0 0-16,0 0 15,0 0 1,0 0-1,0-9-15,0 1 16,0-1 0,-8-8-16,-10 0 15,-7 0-15,-18 0 32,1 0-32,-27 0 15,-25 0 1,18 0-16,41 17 15,-7 0 1,-27 0-16,-16 0 16,17 0-1,-9 0-15,-8 0 16,16 0 0,27 9-16,8-1 0,8 9 31,-8 0-31,-9 9 15,-8 8 1,0 8-16,8 18 16,9 8-1,0-8-15,17-1 16,0-8 0,8 0-16,9 9 15,9-1 1,16 1-16,26-1 15,-8-16 1,8-9-16,35 17 16,16-9-1,9-16-15,-9-1 16,-33-16 0,25-9-16,25 0 15,9-9 1,-8-16-16,-44-1 15,10 1 1,8-18-16,-18 1 16,-16-1-1,-17-8-15,-17-8 16,-9-18 0,-17 1-16,-35-26 15,-24-1 1,-18 1-16,-26 0 15,-25 0 1,-25 17-16,-61 26 16,-33 33-1,8 52-15,-85 42 16</inkml:trace>
  <inkml:trace contextRef="#ctx0" brushRef="#br0" timeOffset="105308.23">15363 7433 0,'0'0'0,"0"0"15,0 0-15,-9 0 16,-16 17-16,-35 25 15,-42 43 1,-52 26 0,-42 25-16,-43 94 15,-43 59-15,-34 77 16,-8 76 0,0 17-16,25 9 15,9-17 1,-35-18-1,-8 18-15,1 8 16,-10-25-16,26-17 16,60-86-1,86-93-15,67-84 16,52-61 0,34-33-16,17-43 15</inkml:trace>
  <inkml:trace contextRef="#ctx0" brushRef="#br0" timeOffset="106497.34">15602 6940 0,'25'8'0,"78"18"0,76 33 16,17 18-1,35 16-15,42 26 16,-25 26-1,16 34-15,1 25 16,25 51 0,17 25-16,-17 10 15,69 58-15,-9 9 16,-9 18 0,-17 24-1,-33-16-15,67 42 16,1 0-1,-44-16-15,78 41 16,-9-33-16,-17-17 16,0 0-1,-26-35 1,-33-33-16,7-26 16,-41-51-16,-27-42 15,-16-26 1,-69-42-1,-26-26-15,-16-26 16,-52-25 0,-17-17-16,-25-17 15,-18-25-15,1-1 16,-1 1 0,-16-18-16,-18-25 15,-42-25 1,-26-26-16,-17 0 15,-51-9 1,-68-17-16,-52 26 16,-77 43-1,-50 16 1,-35 9-16,-17 9 16,-8-18-16,16 1 15,-33-26 1,-43 0-1,-26 0-15,-34-17 16,-26 0 0,-16-9-16,25-8 15,-34-8-15,8-1 16,-16 17 0,-61 9-1,60 0-15,-16-8 16,16 8-16,26 8 15,17 1 1,85 16 0,18 1-16,102 8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43:45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17770 7552 0,'17'8'0,"26"9"0,59 0 0,145 0 15,18 1 1,8-18-16,17 8 16,-25-8-1,-18 0 1,27 0-16,101 0 15</inkml:trace>
  <inkml:trace contextRef="#ctx0" brushRef="#br0" timeOffset="545.25">22874 9287 0,'0'0'0,"0"0"0,0 0 0,51-9 16,120 9-16,85 0 31,85-17-31,69 0 16,-9 17-16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45:27.6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12214 13335 0,'0'0'0,"0"0"0,0 0 0,-9 0 0,-17 0 16,9 0-16,-8 17 15,-35 9 1,-34 16-16,-17 9 16,-17 26-1,34-1 1,34 1-16,1-1 15,-10-8-15,18-17 16,17-8 0,8-18-16,18-16 15</inkml:trace>
  <inkml:trace contextRef="#ctx0" brushRef="#br0" timeOffset="1147.24">11266 14075 0,'0'0'0,"0"0"16,-8 0-1,-1-9-15,-17 1 0,-25-9 16,0 0-1,8 17-15,-16 0 16,-44 0 0,-8 17-16,-17 25 31,17 26-31,-17 34 16,-17 26-16,-17 8 0,25 17 15,44-8 1,-10-1-1,18-8 1,16 9 0,18-17-16,26-35 0,25-8 31,25 17-31,35 9 16,8-9-1,-8-34-15,68 0 16,68-26-16,-16-67 15,67-52 1,-25-16-16,-60 16 16,77-42-1,-68-17 1,-60 0-16,0 9 16,-26 7-1,-25-16-15,-43 9 16,-26 16-1,-42-8-15,-9 9 0,-16-1 16,-61 1 0,-17 41-1,1 27 1,-120 25-16,-103 8 16</inkml:trace>
  <inkml:trace contextRef="#ctx0" brushRef="#br0" timeOffset="1918.55">9875 15376 0,'0'0'0,"0"0"0,0 0 0,0 0 16,0 0 0,0 0-16,0 0 15,0 0 1,0 0-16,0 0 16,0 0-1,0 0-15,0 0 16,0 0-16,8 17 15,10 0 1,7 9-16,18-1 16,34-16-1,42-9 1,-34-17-16,9-17 16,69-34-16,118-86 15</inkml:trace>
  <inkml:trace contextRef="#ctx0" brushRef="#br0" timeOffset="2205.17">10993 14772 0,'0'0'0,"0"0"0,-9 9 0,1 33 16,-1 77-1,-8 77 1,9 34-16,-1 93 15</inkml:trace>
  <inkml:trace contextRef="#ctx0" brushRef="#br0" timeOffset="38949.44">15841 8887 0,'0'0'0,"0"0"0,0 9 0,-342 331 16,257-221-16,34 25 0,25-41 0,9-10 15,0 35-15,17 8 16,0-43 0,17-33-16,94 8 15,43-26-15,-60-59 16,93-76 0,52-26-16,-119 42 31,-9 1-31,94-86 15,-26-25 1,-102 85-16,-35-9 16,-24-16-16,-27-1 15,-51 9 1,-68 43 0,-34 25-16,-103 42 15,44 26 1,186-8-16</inkml:trace>
  <inkml:trace contextRef="#ctx0" brushRef="#br0" timeOffset="39550.83">14014 10716 0,'-17'0'0,"-17"0"0,-34 0 0,8 17 15,17 17 1,-42 17-16,-51 68 15,-10 34 1,36-26-16,33 9 16,25 35-1,35-18-15,26-51 16,34-9 0,42 9-16,26-17 15,-34-51 1,8-51-16,103-42 15,8-26 1,-76-43-16,16-42 16,1 9-16,-43-1 15,-43 0 1,-34 43-16,-34 43 16,-60-18-1,26 43-15</inkml:trace>
  <inkml:trace contextRef="#ctx0" brushRef="#br0" timeOffset="40165.87">11505 13105 0,'-8'17'0,"-9"60"0,-26 33 0,-8-16 15,-18 51 1,10 42-16,33-60 16,17-33-1,35 50-15,34 18 16,8-60 0,-25-51-16,25-25 15,103-52 1,-1-67-16,-59-10 15,34-58 1,18-69-16,-61 52 16,-34-1-1,-42-8-15,-52 68 16,-76 25-16,-154-76 16</inkml:trace>
  <inkml:trace contextRef="#ctx0" brushRef="#br0" timeOffset="44181.59">15841 6565 0,'0'0'0,"0"0"0,0-8 0,0-1 31,0 1-31,0-1 16,0 1 0,0-1-1,0 1-15,25-1 16,35 1-1,34 8-15,17 0 16,-43 8 0,-25 1-16,-9 8 15,9 0-15,-1 0 16,-16 0 0,-17 0-16,-1 0 15,-16 8 1,-1 10-1,-8-1-15,-34 8 16,-17-8 0,8-8-16,0-1 15,9-16-15,17-1 16,17 1 0,0-9-16,17 0 15,0 0 1,25 17-1,18 25-15,25 1 16,-8 8-16,-17 0 16,-9 8-1,-17 26 1,-34 17-16,-60 9 16,-51-1-16,-43-16 15,-136 25 1</inkml:trace>
  <inkml:trace contextRef="#ctx0" brushRef="#br0" timeOffset="47546.86">21542 6565 0,'0'0'0,"0"0"15,-17 0-15,-43 9 16,-8 50-16,8 86 16,35-26-1,25-85-15</inkml:trace>
  <inkml:trace contextRef="#ctx0" brushRef="#br1" timeOffset="67500.8">14663 6999 0,'0'0'0,"-8"0"16,-10 0 0,-24 9-16,-27 16 15,-24 35 1,-27 8-16,-8 17 16,-8 8-1,-35 52-15,-8 25 16,-1 9-16,-59 59 15,-17 17 1,-17 26 0,-17 33-16,0 26 15,34-25-15,25-26 16,-42 77 0,-8-9-1,7 9-15,27-1 0,25-24 31,-51 41-31,51-42 16,9-8 0,-1 17-16,1-26 15,-35 0-15,26-34 32,18-34-32,33-50 15,26-27-15,-9 1 16,9-26-1,34-43-15,34-16 16,9 25 0,8 9-16,43-60 15</inkml:trace>
  <inkml:trace contextRef="#ctx0" brushRef="#br1" timeOffset="69271.91">14757 6872 0,'0'0'0,"0"0"0,8 0 31,35-9-15,34-16-16,25-1 15,9-16 1,51-18-16,60-8 15,-59-9-15,-1 1 0,43-1 32,-52 9-17,1 9-15,-1 8 16,-25 17 0,-25 8-16,-26 9 0,17 17 15,-1 17 1,-16 17-1,0 9-15,17 50 16,-9 43 0,1 17-16,25 35 15,17 24 1,25 18-16,-16-1 16,25 18-16,34 34 31,-34-35-31,9 35 15,34 25 1,-51-51-16,25 43 16,34 0-1,-51-60-15,18 25 16,16 18 0,-34-26-16,-8 34 15,25-25 1,-17-34-16,9 8 15,25-9 1,-17-16-16,26-9 16,26 26-1,-18-26-15,-17 8 16,-16 9 0,-35-42-16,8 0 15,1 8 1,-35-43-16,-25-16 15,17 16 1,-8-7-16,-9-27 16,-1 1-1,-7-1-15,-18-8 16,-17-8 0,0-18-16,1 1 15,-10-1 1,1-16-16,-17 0 15,-1-9 1,-8-9-16,-8 1 16,-1-18-1,1 1-15,-1-1 16,1-16 0,-9-1-16,0 1 15,0-1-15,0 1 16,-9 8-1,-8 0 1,-17-9-16,-17 9 16,-43-8-16,-42-1 15,-9 1 1,-52-9-16,-25 17 16,-25 8-1,-35 1 1,-8 16-16,-51 26 15,16 9-15,-25 16 16,-42-8 0,33-8-16,-8-9 15,-34 0 1,34-25-16,9-9 16,-52 0-1,9 0 1,25 0-16,-8 0 15,-51-9 1,17 1-16,17 8 16,-35-17-1,-8-9-15,-8-8 16,51 0-16,-26 0 31,-25-8-31,8 8 16,-8 0-16,42 0 15,-25 0 1,-26-9-16,17-8 16,-17 0-16,34-8 31,-16 8-31,50 17 0</inkml:trace>
  <inkml:trace contextRef="#ctx0" brushRef="#br1" timeOffset="78279.95">13673 6523 0,'0'0'0,"0"0"0,0-9 15,0 1 1,17-1-16,0-8 16,0-8-1,17-18 1,0 1-16,1-18 15,7 1 1,9-1-16,-8 18 16,0 8-16,0 0 15,-1-9 1,-8-16-16,9-1 16,25-16-1,9-9-15,0 8 16,-9 17-1,0 9 1,-8 0-16,9-17 16,24-34-1,18-8-15,-8 8 16,-9 25-16,-9 18 16,9-1-1,17-8 1,8-25-16,1-1 15,-26 17 1,8 9-16,1 9 16,16-1-16,9-16 15,-17-1 1,17 1 0,26-9-16,-1 17 15,1 8-15,8 18 16,-8 16-1,16 1-15,10 8 16,7-9 0,10 9-1,-1 0-15,-8 8 16,0 9 0,-9 0-16,0 0 15,-8 0 1,-9 18-16,-8 7 15,-1 1 1,26 16-16,-16 1 16,-18 8-1,-9 17-15,-8-9 0,-17-8 32,-17 0-32,0 0 15,-9 0-15,1 0 16,-10 9-1,-7-1-15,-10-8 16,1 9-16,-17-18 31,8 1-31,-8-1 16,-1-16 0,-7 0-16,-1-1 15,-9 1-15,1-1 16,-9-8-1,0 0-15,9 9 16,-9-9-16,0-9 31,-9 1-31,9-1 16,1-8 0,-10 0-16</inkml:trace>
  <inkml:trace contextRef="#ctx0" brushRef="#br1" timeOffset="78885.28">21636 4167 0,'0'0'0,"0"0"16,0 0-16,0 0 16,0 0-1,0 0-15,0 0 16,0 26 0,26 25-16,8 25 15,17 1 1,26 8-1,17 8-15,0 9 16,8 26-16,-25-9 16,-26-25-1,-8-18-15,-9-8 16,-9-17 0,-16 9-16,0-18 15,-1-8 1,-25 0-1,-26 0-15,-59 9 16,-94 8-16,-1-26 16,35-50-1,9-18-15,93 18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48:21.02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13869 9295 0,'-8'0'0,"-18"26"0,-17 16 15,-8 18 1,-34 25-1,-52 26-15,-16 8 16,-1 0 0,-8 17-16,-34 34 15,8 0 1,-17 17-16,-25 17 16,-9 34-1,0 0-15,17-17 16,-9 1-1,9 7-15,18 18 16,-27-1 0,1 1-16,-9 8 15,51-17 1,43 1-16,-17-1 16,17-17-16,34-51 15,8 25 1,1-16-1,42-68-15,9-35 16,25-16 0,18-43-16</inkml:trace>
  <inkml:trace contextRef="#ctx0" brushRef="#br0" timeOffset="1771.31">14211 8862 0,'0'0'0,"0"8"16,0 18-16,17 16 15,51 26 1,34 17-16,18-8 16,-18-9-1,35 17-15,68 34 16,-43-17-1,9 9-15,59 25 16,-34 0-16,-8 8 16,17 9-1,17 17 1,0 18-16,-43-27 16,17 35-16,43 25 15,-51-34 1,0 0-16,17 9 15,-26-9 1,0 0 0,9 17-16,-26 9 15,-8-9 1,16 8-16,-33-16 16,-43-9-1,17 9-15,0-18 16,-9 1-1,1-26-15,-27-26 16,-7 1-16,8 0 16,-1-18-1,-24-33-15,-10-26 16,-16-9 0,-1-16-16,-16-1 15,-1-16 1,1-1-16,0 1 15,-1-1 1,-8 1-16,0-9 31,0 0-31,0 0 16,0 0-16,0 0 0,-8 0 31,-10 0-15,-16 0-16,-25 0 15,-18 8 1,-17 9-16,-9-8 0,1 8 16,-34-9-16,-1 9 31,-8-8-31,-43 8 16,-8-9-1,-9 9-15,-43 9 16,1-9-1,-1 8-15,-8-8 16,-17 17-16,-17 0 31,-9 17-31,-8-8 16,17-9-16,-17-9 0,-18-8 16,1-8 15,-17-18-31,16-8 15,-33 9 1,8-1-16,17-8 16,-8 9-1,16-1-15,1 1 16,25-1 0,26-8-16,0 9 15,8-1 1,1 18-16,16-1 15,1 9 1,25 9-16,8-1 16,35-8-1,-17 18-15,17-1 16,59-9 0,9 1-16,17-9 15,9 0 1,8-9-16,9 1 15,17-9 1,17 0-16,-1 0 16,10 0-1,8 0-15,0 0 16,8 0-16,1 0 16,8 0-1,0 0-15,0 0 16,0 0-1,0 0 1,0 0-16,0 0 16,0 0-1</inkml:trace>
  <inkml:trace contextRef="#ctx0" brushRef="#br0" timeOffset="79694.24">28199 7739 0,'0'0'0,"0"0"15,0 0-15,-8 0 16,-1 0 0,-16 0-16,-18 9 15,-34 16 1,-8 18-16,8 25 15,-8 25-15,-1 9 32,10 0-32,7 26 15,27-9 1,25-17-16,17-8 16,8 25-16,35 0 15,17-9-15,-18-25 16,18-25-1,34-9-15,42-9 16,-8-8 0,26-25-1,68-26-15,-51-34 16,-9-43 0,17-33-1,-51 16 1,-17 1-16,-34-26 15,-26-1 1,-25 1-16,-18 0 16,-25-17-16,-43 9 15,-25 25 1,-26 25-16,-8 9 16,-9 25-1,-43 9-15,-145-8 16</inkml:trace>
  <inkml:trace contextRef="#ctx0" brushRef="#br0" timeOffset="80484.44">28242 8130 0,'0'0'0,"0"0"0,0 0 16,0 0-1,9-8-15,8-1 16,17 1-16,0 8 31,9 0-31,8 0 16,0 8-1,9 9-15,-9-8 16,-8-1-16,-18 1 16,-8-1-1,-8 1 1,-1-1-16,-25 9 15,-25 0 1,-52 17-16,17-8 0,26-1 16,0 1-1,16-18 1,18 1-16,0-1 16,17 1-1,0 8 1,17 0-16,18 8 15,7 1 1,1-1-16,-17 1 16,-1-1-16,-8-8 15,-8 0-15,-1 0 16,-8 9 0,-17 8-16,-25 9 15,-44 8 1,-16 8-1,51-25 1</inkml:trace>
  <inkml:trace contextRef="#ctx0" brushRef="#br0" timeOffset="80917.72">28899 8955 0,'0'0'0,"34"9"0,35 25 15,25 25 1,0 9-16,-26 0 16,0 17-1,17 34-15,1-8 16,-1-9 0,-34-59-16</inkml:trace>
  <inkml:trace contextRef="#ctx0" brushRef="#br0" timeOffset="81746.56">31007 9780 0,'0'0'0,"0"0"16,-8-8 0,-9-1-16,-17 1 15,-9 8 1,-17-9-16,-25 18 15,-17 16 1,-9 9-16,0 9 16,-34 42-1,8 8-15,26 9 16,9 9 0,8 16-16,8 10 15,35-35 1,34-17-16,26 0 15,33 8 1,18-8-16,60 0 16,84-8-1,1-52-15,34-33 16,-8-35 0,-9-25-16,17-17 15,-77 9 1,-26-18-1,-16-25-15,-43 17 0,-26 0 16,-26-9 0,-33 18-1,-43-18 1,-52 18-16,-16 8 16,-35 0-16,-25 17 15,8 34 1,9 8-16,17 26 15,77 9 1</inkml:trace>
  <inkml:trace contextRef="#ctx0" brushRef="#br0" timeOffset="82332.67">31007 10333 0,'0'0'0,"0"0"0,-8-9 16,-1 1 0,-16-9-16,-18-9 15,0 9-15,9 0 16,-8 17 0,7 0-1,1 0-15,0 9 16,17 8-16,0 0 15,17 0 1,9 17-16,25 0 16,25 0-1,1-17 1,0-9-16,8 1 16,-8-9-16,-9 0 15,-25 0 1,-9 0-1,-9 0-15,1 0 16,-1 0 0,-8 0-16,-8 25 15,-18 44 1,1 24-16,-9 9 16,17 0-16,-1 26 15,18-9 1,0-60-1</inkml:trace>
  <inkml:trace contextRef="#ctx0" brushRef="#br0" timeOffset="84640.87">27756 8794 0,'0'0'0,"0"0"0,0 0 0,0 0 16,0 0-1,0 0 1,0 0 0,0 0-16,0 0 15,-9 0 1,1 8-16,-1 1 15,-17 8 1,-25 8-16,-17 18 16,0 16-16,-9-8 31,0 9-31,0 16 16,0 1-16,-8 8 0,-9 0 15,9-17 1,17-17-16,16-8 31,10-1-31,8-16 16,16-1-1,10-8-15</inkml:trace>
  <inkml:trace contextRef="#ctx0" brushRef="#br0" timeOffset="85412.34">25844 9738 0,'0'0'0,"0"0"16,-9 0-1,-8 0-15,-17 17 16,-9 0 0,-8 17-16,-9 0 15,-25 34 1,-9 25 0,9 9-16,-9 17 15,0 34 1,34 1-16,18-10 15,16-16 1,26 8-16,9-9 16,33-25-16,35-8 15,43-1 1,-1-16 0,43-17-16,60-18 15,-34-33-15,25-35 16,-25-8-16,-9-17 31,1 0-31,-27-17 16,-33-26-1,-52 1 1,-25-9-16,-18-17 16,-8-34-1,-25 0-15,-26-9 16,-35 0-16,-25 1 15,-8 16 1,0 35 0,-9 8-16,0 8 15,-9 26-15,18 0 0,68 42 16</inkml:trace>
  <inkml:trace contextRef="#ctx0" brushRef="#br0" timeOffset="85777.03">26322 10316 0,'0'0'0,"0"0"0,0 0 16,0 0-1,-9 0-15,-8 25 16,-26 18-16,9 33 16,0 27-1,17-1 1,9-60-16</inkml:trace>
  <inkml:trace contextRef="#ctx0" brushRef="#br0" timeOffset="121070.79">30316 11115 0,'0'0'0,"-8"0"16,-35 9-1,-42 16-15,-18 18 0,-16 16 16,-44 26 0,1 18-1,34 16 1,9 8-16,-1-33 16,18-26-1,-9 8-15,68-42 16</inkml:trace>
  <inkml:trace contextRef="#ctx0" brushRef="#br0" timeOffset="121950.2">28840 11974 0,'0'0'0,"0"0"15,-17 9-15,-26 16 16,-34 9-1,-17 9-15,0-1 16,35-8 0,-10 9-16,-33 25 15,-9 17 1,-17 17-16,-9 26 16,18 16-1,-1 9-15,35 0 16,25 0-1,26-25-15,26-17 16,25 8 0,51 0-1,34-17-15,60-17 16,43-51-16,26-34 16,8-43-1,-9-25-15,1-17 16,-35-8-1,-42-18-15,-9-33 16,-51 7 0,-60 10-16,-34-35 15,-43 18-15,-59 16 16,-44 18 0,-41 42-1,-129 8-15</inkml:trace>
  <inkml:trace contextRef="#ctx0" brushRef="#br0" timeOffset="122712.65">28310 12561 0,'0'0'0,"0"0"0,0 0 0,0 0 15,0 0 1,-8 0 0,-18 17-16,-8 0 0,-9 17 31,-16 17-31,8 17 15,8-8 1,17-1-16,18 9 16,16-8-1,18 8 1,34-9-16,-1-8 16,18-17-16,17-8 15,0-18 1,-17 1-16,-9-18 15,-8 1-15,-26-9 16,-9 8 0,-16-8-1,0 0-15,-18-8 16,-17-1 0,-33 1-16,-44 8 0,-8 17 31,9 17-31,51-9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3:56:13.30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24529 13292 0,'0'0'0,"0"0"0,0 0 15,0 0 1,9 9-16,8 8 16,26 26-16,34 16 31,25-8-16,-8 9-15,-34 8 16,59 42 0,69 18-16,-52-43 0,-67-43 31,-35-16-31</inkml:trace>
  <inkml:trace contextRef="#ctx0" brushRef="#br0" timeOffset="879.24">26766 14075 0,'0'0'0,"0"0"16,-9-9-16,1 1 15,-1-9 1,0-9-16,-33-8 16,-27 0-1,-7 9 1,-10 8-16,1-9 16,17 9-1,25 0-15,26 17 16,-9 0-1,-8 0-15,-17 0 16,-26 17 0,0 0-16,1 9 15,-1 8 1,0 8-16,26 9 16,17 26-16,-1 16 15,1 10 1,9 16-16,8 0 15,17 8 1,8 9-16,1-8 16,25-9-1,60 34-15,68 9 16,-34-52 0,17-33-1,77-1-15,-34-50 16,42-26-1,-16-17-15,-27-34 16,69-26-16,-94-8 16,-16-17-1,33-26-15,-34-8 16,-43 0 0,-50 0-1,-18-8-15,-51-1 16,-43 1-16,-85 7 15,-17 27 1,-35 42-16,-16 42 16,-69 35-1,-102 8 1</inkml:trace>
  <inkml:trace contextRef="#ctx0" brushRef="#br0" timeOffset="1556.18">26586 14611 0,'0'0'0,"0"0"15,0 0-15,0 0 16,0 0 0,0 0-16,0 0 15,9 8 1,-1 9-16,1 0 16,-1 17-1,1 9-15,0 8 16,-9-9-1,-18 1-15,-24-9 16,-18-9 0,0-8-16,9-8 15,0-18 1,17-8-16,17 0 16,17 0-1,0 9-15,17-9 16,0 0-1,26 8-15,8 9 16,8 9 0,-16 8-16,-17 0 15,8 17 1,26 0-16,8 8 16,0 1-1,-25-18-15</inkml:trace>
  <inkml:trace contextRef="#ctx0" brushRef="#br0" timeOffset="1894.14">27209 14900 0,'0'0'0,"-17"0"0,-25 8 15,-1 9-15,9 0 16,17 0 0,17 17-16,25 0 15,1 0 1,17 0-1,25-8-15,17-9 16,-25-26 0,-17-8-16,-9-34 15,-26-34 1,-59-34-16,-120-127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01:23.72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24290 12459 0,'0'0'16,"0"0"-16,0 0 16,0 0-16,18 0 15,-1 0 1,0 0-16,8 0 15,1 0 1,-18 0-16,1-8 16,-1-1-1,10-8-15,-1-17 16,-9-26 0,1-25-1,-1 0-15,1 0 16,-1 0-1,-8-25-15,0-26 16,0 8-16,0 9 16,0-26-1,0-8 1,0 0-16,0 0 16,0 0-16,0 0 15,0 8 1,-25 1-16,-35-18 15,-60 9 1,-8 17-16,52 51 16,16 9-1,-43-18-15,-76 9 16,43 25-16,59 35 31,-68-9-31,-52 25 16,69 18-1,26 16-15,-35 9 16,-16 9-16,33-18 16,69-16-1,17 0-15,17-1 16,8-8-16,35-17 16,59-17-1,18-9-15,-35-8 31,-25 9-31,-18-1 16,1 9-16,-18 0 16,1 17-1,0 0-15,-1 9 16,-16 8-16,-18 8 16,-59 35-1,-43 25-15,17 8 31,42 1-31,-25 17 16,9-9 0,25-26-16,18-16 15,25-9 1,34 8-16,25 1 16,146 33-1,51 1-15,43 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02:56.0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6623 15869 0,'0'0'0,"0"0"16,-17 0-16,-17 17 15,-26 0 1,0 0-16,9 0 16,0-8-1,17-1 1,8 1-16,9-1 16,9 1-16,-1-1 15,1 1 1,-1-1-1,1 9-15,-1 0 16,9 0-16,0 0 16,0 0-1,0 0 1,0 0-16,0 0 16,0 9-1,-9 17-15,1 33 16,-1 9-1,1 9-15,-1-9 16,1-17 0,8-9-16,8-8 15,9 0-15,9-8 32,8-9-32,9-9 15,17 1 1,-1-18-16,1 1 15,34-1-15,25-8 16,18-8 0,8-18-16,17 1 15,26-1 1,-17 1-16,16 8 16,35 0-1,-25 17-15,8 0 16,-1 8-1,1 9-15,0-8 16,-34 8-16,-1 8 16,1 1-1,-34-1-15,-26 1 32,0 8-32,8 0 15,-8-9-15,0-16 16,-26-1-16,-25-8 15,8 9 1,9-1 0,-9-16-16,-25-1 15,-17 9 1,-1 0 0,-16 0-16,-1-8 15,-8-9-15,-8-17 16,-18-17-1,1-17-15,-9-34 16,-1-26 0,10-25-1,16 0-15,9-9 16,34-25 0,52-119-16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04:50.8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20501 11549 0,'0'0'0,"0"0"0,0 0 0,0 0 16,-9 0-16,1-8 15,-1-1 1,1 1-16,-1-1 15,-16 1 1,-18-9-16,-8 8 16,17 9-1,8 0-15,0 17 0,-42 17 32,-68 43-32,-18 25 15,43-26 1,60 1-16,0 16 15,-1 26 1,18 0-16,26-34 16,8-34-16,8 9 15,9 8 1,60 9 0,85-9-16,-34-34 15,9-60 1,76-16-16,-68 8 15,-25-17 1,33-26-16,10-34 16,-44 9-1,-51 26-15,-33 8 16,-18 8-16,-17-16 16,-26-1-1,-25 9 1,-52 0-16,1 17 15,-9 34 1,-60 34-16,-136 43 16</inkml:trace>
  <inkml:trace contextRef="#ctx0" brushRef="#br0" timeOffset="979.65">20800 11864 0,'0'0'0,"0"0"16,-9 0 0,1 0-1,8 0-15,0 0 16,-9 0-16,-25 8 15,-17 1 1,-18-1 0,18 1-16,-9-1 15,-8 9 1,0 0-16,17 9 16,8-1-1,9 9-15,8 0 16,9 9-1,0-9-15,9-9 16,8-8-16,0-8 16,25-9-1,52-26-15,34-33 16,-9 8 0,-33 0-1,-35 17-15,-9 17 16,-16 0-1,0 8-15,-1 9 16,-8 0 0,0 9-16,-8 16 15,-10 43 1,-16 43-16,-17-1 16,17-25-1,-9 9-15,9 0 16,26-9-1,8-51-15</inkml:trace>
  <inkml:trace contextRef="#ctx0" brushRef="#br0" timeOffset="1680.82">19562 12459 0,'0'0'0,"-8"0"0,-1 17 31,-17 0-15,1 9-16,-18 16 15,-34 26 1,-34 26-16,-25 25 15,-1 8-15,-8 1 16,26-26 0,42-9-16,34-16 15,18-34 1,8-18-16,8-16 16</inkml:trace>
  <inkml:trace contextRef="#ctx0" brushRef="#br0" timeOffset="2185.76">18214 13361 0,'0'0'0,"-17"0"16,-18 8-16,-7 18 15,-10 16 1,-16 26 0,-26 26-16,0 25 15,18 0 1,7-17-16,18 0 15,34-17-15,43-9 16,50-16 0,10-26-16,50-34 15,78-34-15,-52-17 16,-26-17 0,10-26-16,-18 1 31,-26-9-31,-25 8 15,-34 18-15,-18-9 16,-16-17 0,-26 0-1,-9 25-15,-34 9 16,-34 0-16,43 42 16</inkml:trace>
  <inkml:trace contextRef="#ctx0" brushRef="#br0" timeOffset="2728.77">18043 13616 0,'0'0'0,"0"0"0,8 0 0,27 0 31,-1 0-15,17 0-16,9 0 16,8 0-1,-8 0-15,-18 0 16,1 0 0,0 0-16,-1 0 15,-16 0-15,0 0 16,-18 8-1,1 9 1,-18 0-16,-8 26 16,-26 25-1,-33 17-15,-1-9 16,-9-8-16,1-8 16,17-9-1,34-9 1,25-25-16</inkml:trace>
  <inkml:trace contextRef="#ctx0" brushRef="#br0" timeOffset="3696.26">17522 14543 0,'0'0'0,"0"0"0,-8 8 15,-1 9 1,-8 26-1,-26 33-15,-25 26 16,-9-8 0,9-9-16,0-17 15,-1-9-15,27-16 16,16-18 0,18-16-1</inkml:trace>
  <inkml:trace contextRef="#ctx0" brushRef="#br0" timeOffset="4249.89">17036 14653 0,'0'0'0,"-9"0"16,-8 0-16,0 9 16,-9 8-1,-25 17-15,-17 25 16,-9 26-1,17 0-15,1-17 16,7 9-16,10 8 16,25 17-1,17 0 1,17-17-16,8-17 16,27 0-16,16-8 15,0-18 1,26-8-1,60-17-15,-1-17 16,-33-25 0,8-9-16,8-34 15,-8-34 1,-34 0-16,-42 17 16,-18 0-16,-17-1 15,-34-7 1,-17 16-1,-26 9-15,-34 17 16,51 34 0</inkml:trace>
  <inkml:trace contextRef="#ctx0" brushRef="#br0" timeOffset="4870.35">17164 15146 0,'0'0'0,"0"0"0,0 0 16,0 0-1,0 0-15,0 0 16,-9 0 0,-16 17-16,-18 0 15,9 9 1,8-1-16,9 1 16,0 0-16,17-9 15,0 0 1,17 0-16,0 0 15,9 0 1,-1 0 0,1 0-16,0 17 15,-1 0 1,1 8-16,-18 1 16,1-9-16,-18 8 15,-25 9 1,-26 9-16,18-18 15,8-16 1,25-18 0</inkml:trace>
  <inkml:trace contextRef="#ctx0" brushRef="#br0" timeOffset="5108.34">17019 14993 0,'0'0'0,"0"0"16,0 0-16,17 17 16,8 9-16,44 25 15,25 8 1,51-8-1,94-25-15,128-26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05:16.48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3918 9244 0,'0'0'15,"0"0"-15,-9-8 16,0-9-1,-8-9 1,-8 1-16,-1-1 16,-8 9-1,-9 0-15,1 9 16,-18 8 0,0 8-16,9 18 15,0 16 1,8 35-16,0 33 15,1 26 1,8-8-16,17 0 16,-1 8-1,1-17-15,0-9 16,0-16 0,-8-1-16,-1 1 15,0-17 1,1-9-16,-1-9 15,1-16 1,-1-1-16,0-16 16,9-1-1,0-8-15,17-8 16,9 8-16,25 8 16,43 9-1,42 9 1,120 16-16,120 26 15</inkml:trace>
  <inkml:trace contextRef="#ctx0" brushRef="#br0" timeOffset="59080.36">3918 10979 0,'0'0'0,"0"0"0,0 0 16,0 0-16,-18-8 31,-24-1-31,-26 1 16,-26-9-1,0 8 1,25 9-16,35 17 16,9 9-16,-1 33 15,-8 43 1,17 0-16,8 51 0,-8 60 31,-8-26-31,-1 51 16,-8-17-1,-9-8-15,9 25 16,17-76 0,17 8-16,-8 17 15,-1-77 1,0-50-16,1 8 16,-1 0-1,1-8-15,8-9 16,8-9-1,18-8-15,17 0 16,-18-25 0,44-1-16,110 1 15,9-18 1,68 26-16,136 26 16</inkml:trace>
  <inkml:trace contextRef="#ctx0" brushRef="#br0" timeOffset="90334.03">6734 12646 0,'0'0'0,"-8"-8"0,-1-9 16,-8 0-16,0 0 0,8 0 16,-25 0-1,-34 8 1,-43 26-16,-17 34 16,34 0-16,34 26 15,1-1 1,-10 1-1,-8 8-15,-8 68 16,25 0-16,35-34 31,42 51-31,60 34 16,-9-76 0,68-69-1,78-16-15,16-94 16,52-85-16,-111 17 15,-95 25 1,18-67-16,-25-10 16,-69-7-1,-35-26-15,-50 17 0,-111 8 32,-103-25-32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10:23.5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5497 7101 0,'0'0'0,"0"0"16,0 0-16,0 0 16,0 0-1,0 0-15,0 0 16,0 0 0,0 26-16,0 33 15,8 43 1,-16 9-16,8-43 15,0-17 1,0-9-16,0 1 16,0-17-1,0-1-15,0 1 16,8-9 0,1-9-16,25 9 15,34-8 1,43-9-16,0 0 15,-34-9 1,8-8-16,35 0 16,25 9-1,-26 8-15,-25 0 16,8 17 0,9 8-16,-25-8 15,-18 0 1,-17 0-16,-17-8 15,-8-1 1,-9-16 0,0-9-16,9-26 15,16-85 1,35-161-16</inkml:trace>
  <inkml:trace contextRef="#ctx0" brushRef="#br0" timeOffset="1483.91">8219 7101 0,'0'0'0,"0"0"16,-8 17-1,-9 17 1,-18 43-16,-7 25 16,-9-9-1,16-25-15,-16 9 16,0 17-1,17-18-15,17-16 16,8-18 0,9 1-16,17-9 15,0-9 1,26 1-16,34 8 16,-17-17-1,-1 0-15,52 8 16,43-8-1,-18-8-15,10-9 16,58-17 0,-24-9-16,-44 9 15,35 0 1,8-8-16,-68 8 16,-60 0-1,-8 8-15,-9 1 16,-8-1-1,8-8-15,0-17 16,0-17 0,-17-25-16,-8 33 15</inkml:trace>
  <inkml:trace contextRef="#ctx0" brushRef="#br0" timeOffset="4039.75">14723 7765 0,'0'0'0,"0"0"0,0 0 0,0 0 16,0 0 0,0 0-16,0 0 31,8 0-31,35 0 16,25-9-16,26 1 0,26-1 31,25-8-16,34-8-15,9 8 16,51-9-16,42-8 16,27 0-1,24 17 1,27 25-16,59 26 16,26-8-1,-60-26-15</inkml:trace>
  <inkml:trace contextRef="#ctx0" brushRef="#br0" timeOffset="14528.06">7903 8615 0,'0'0'0,"0"0"0,0 0 15,-8 17-15,-1 0 16,1 9 0,-9 16-16,-9 18 15,9 8 1,0 0 0,17 0-16,0-9 15,0 1-15,0-18 16,0-16-1,8 8-15,10 0 16,16-9 0,34 1-16,26-18 0,34-16 31,8-1-31,18-8 16,17-8-1,17 8-15,8-9 16,9 1-16,8 16 15,-25 9 1,8 9-16,17-1 0,-16-8 31,-9 0-15,8 0-16,-17-8 0,-25-1 31,8 1-31,0-1 16,-34 1-1,-17 8-15,-17 0 16,-9 0 0,1-9-16,8 1 15,-1-9 1,10-9-16,-9 1 16,-17-9-1,-18 0-15,-8 0 16,-16 17-1,-10 0-15,-8 0 16,-8 8 0,-1 1-16,1-1 15,8-25 1,0 17-16</inkml:trace>
  <inkml:trace contextRef="#ctx0" brushRef="#br0" timeOffset="24098.03">16908 8181 0,'0'0'0,"-9"9"16,1 8-16,-1 25 16,-8 1-16,0 8 15,0 0-15,0 0 31,8 8-31,9-8 16,0-16 0,17-1-16,0 8 15,1-16-15,7-1 16,26 9-16,18-8 31,24-9-31,18 0 16,0-17-1,26 0-15,51 0 16,-9-9 0,17 1-16,18 8 15,-27 17-15,10 8 16,-18 9 0,-25 17-16,-1 17 15,18 0 1,-43-17-16,-51-17 15,-9-8 1,9-1-16,-17-8 16,-18-8-1,-16-1-15,-1 1 16,1-18-16,8 1 31,17-26-31,1-26 16,7-16-1,-16-18-15,0-8 16,-9-59 0,17-154-16</inkml:trace>
  <inkml:trace contextRef="#ctx0" brushRef="#br0" timeOffset="28906.41">4455 9295 0,'0'0'0,"-8"-8"0,-1-1 0,-16 1 16,-10-1-16,-33 1 16,-34-1-1,8-8 1,43 9-16,-9-1 16,-34-8-1,-8 0-15,16-8 16,-8-1-1,18-8-15,33 17 16,17 0-16,1 17 31,-1 9-31,-17 25 16,-8 17 0,0 51-16,0 93 15,8 10-15,17 67 16,9 17-1,17-17 1,9 94-16,-1-26 16,-8 0-1,0 34-15,9-85 0,0 35 16,-9-61 0,8-25-1,1-8-15,-1-68 16,9 42-1,-8-17-15,-1-77 16,1-8-16,-1 26 31,1-1-31,-18-24 16,1-35 0,-1-26-16,-8 1 15,0-1-15,9-16 16,-1-1-16,9-16 15,0-1-15,0 1 32,17-1-17,17 1-15,77-26 16,111 0 0,188 8-16,-1 9 15</inkml:trace>
  <inkml:trace contextRef="#ctx0" brushRef="#br0" timeOffset="37894.55">2834 15461 0,'0'0'0,"0"0"15,0 0-15,0 0 16,0 0-1,0-8-15,0-1 16,-9 1 0,-25-1-16,-17 9 15,-9 17 1,0 0 0,-8 17-16,-9 9 15,26-1 1,8 18-16,9 84 15,9 18-15,7-60 16,10-9 0,42 78-1,120 33-15,-1-85 16,69-68 0,154 17-16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14:53.80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4174 10324 0,'0'0'0,"-9"34"0,-8 60 16,0 0 0,8-18-1,1-16-15,-9-26 16,8-9-1,-8-8-15,0 0 16,0 0 0,8-8-16,9-1 15,0 1 1,18-1-16,16 1 16,17-1-16,17 1 15,-8-1 1,-9 1-1,-25-9-15,42-9 16,77 9 0,17 0-16,-59 0 15,-1 0 1,103-8-16,-34 8 16,-60-9-16,68 9 15,17 0 1,-68-17-16,17 0 15,69 0 1,-69 0 0,-77 9-16,26-1 15,17 9 1,-26 9-16,-17-1 16,-25 1-1,-17-1-15,-9-8 16,-9 0-16,1 0 15,-9 0-15,0-8 16,0-9 0,17-51-1,0 17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17:23.14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6162 5596 0,'0'0'0,"0"0"16,0 0-1,0 0-15,0 0 16,-8 25 0,-1 26-1,-8 26-15,0-9 16,8-17-1,9 0-15,-8 0 16,8 9-16,0-9 16,0-9-1,0-16-15,0-9 16,8 0-16,27-9 16,59-8-1,25-17 1,-34 0-16,18-8 15,33-1 1,26 9-16,-33 17 16,41 0-1,69 0 1,-17 17-16,34 0 0,-42-8 31,33 8-31,-17 0 16,1 8-1,25 18 1,-43-1-16,43 9 16,-59-17-16,-27-8 15,52-1 1,-51-8-16,-17 0 16,33-8-1,-50-1-15,-43-8 0,25 0 31,-8 9-31,-25-18 16,-18 1-16,-17 8 16,-17 0-1,-17 0 1,-8 0-16,-1 0 16,-8-9-1,0-8-15,17-42 16,9-43-1,0 42-15</inkml:trace>
  <inkml:trace contextRef="#ctx0" brushRef="#br0" timeOffset="5714.91">16379 5494 0,'0'0'0,"0"17"0,0 59 15,-9 43-15,0-16 16,1-27 0,8 9-16,0 0 15,8 9 1,-8-9-1,0-26-15,0-16 16,0-18-16,0 1 16,18-9-1,24 0 1,27-9-16,24 1 16,18-1-1,-51-16-15,8-1 16,43 1-1,51-9-15,-16 8 16,-44 9 0,52 0-16,33 9 15,-24-1-15,7 18 16,44-1 0,-27 1-1,27 8-15,-26-17 16,25-9-1,43 9-15,-34-8 0,8-9 32,-50 8-32,7-16 15,61 8-15,-77 0 16,-9-9 0,43 1-1,-69-1-15,-25-8 16,26 0-1,8 0-15,-9 0 0,-67 9 16,-35-1-16,-9 1 16,-8 8-1,-8-9 1,-1 1 0,10-18-1,-10-50-15,-8-52 16,0-144-1</inkml:trace>
  <inkml:trace contextRef="#ctx0" brushRef="#br0" timeOffset="28481.82">10182 6727 0,'0'0'0,"0"0"0,0 0 16,-8 17-1,-1 26 1,1 25-16,-9 0 16,8-26-16,-8 1 15,0 25 1,8 25-1,9 1-15,26-18 16,17 9 0,8-17-16,0-25 15,-8-18 1,25-8-16,60 9 16,26-9-16,-43-8 15,17-1 1,85-8-16,-34 9 15,9-1 1,59 9-16,-33-8 16,42 8-1,-26 8 1,52-8-16,0 0 0,16 0 31,35 9-31,-85-9 16,179 0-1,-26-17-15,-145-17 16,213-26 0,-17 18-16,-136-1 0,51 9 31,69 9-31,-69-9 16,-86 17-1,78 8-15,-69 1 16,51-1-1,-25-8-15,-60-8 16,-8-1 0,-52-8-16,17 0 15,-85 9 1,-51-1-16,0-17 16,0-8-1,-9-25-15,9-69 16,59-152-1</inkml:trace>
  <inkml:trace contextRef="#ctx0" brushRef="#br0" timeOffset="32266.56">28840 7884 0,'0'0'0,"42"0"15,112 25 1,-9-8-1,9 0 1,85 9-16,-18-9 16,70 17-16,93 0 15</inkml:trace>
  <inkml:trace contextRef="#ctx0" brushRef="#br0" timeOffset="62882.67">2868 11796 0,'0'0'0,"0"0"0,0 0 16,0 0 0,0 0-1,8 8 1,1 9-16,-18 9 15,1 33-15,-9 69 16,8 25 0,1-60-1,8-16-15,0 8 16,0-8-16,0-9 16,0-26-1,0-16 1,0-18-16,0 1 15,34-1-15,51-8 16,26-17 0,-17 0-1,-34 0-15,42-8 0,77-1 32,-25 9-32,-43 0 15,51 17 1,34 0-16,-68 9 15,17-1-15,69 18 16,-61-1 0,-76-8-1,-17 9-15,8 8 16,-25-9 0,-17-16-16,-18-1 15,1-8 1,-18-17-16,1-34 0,8-25 15,-9-86 1,1-42 0,16-94-16</inkml:trace>
  <inkml:trace contextRef="#ctx0" brushRef="#br0" timeOffset="136474.57">3252 14832 0,'-9'0'0,"-8"25"16,-17 18-16,-9 16 0,1-8 31,-9-17-31,16-8 16,1-18-16,17 1 15,17-1-15,9-8 31,16 0-31,44-42 16,24-60 0,-16-9-16,-26 1 15,26-69-15,17-25 16,9 25 0,8-50-1,-18 33-15,-33 18 16,8-35-1,-8 68-15,-17 69 16,-9 16 0,-17 18-16,-8 25 15,-1 8 1,-25 26-16,-68 162 0,-69 161 16,-290-221-1,444-93-15,-8 42 16,-1-17-1,1-9 1,-1-16 0,9-18-16,0 1 15,0-26-15,0-43 0,9-16 32,8-26-17,34-60-15,26 0 16,0 52-1,-9 42-15,0 17 16,-8 8 0,-26 18-16,-8 8 0,-1 0 15,-8 17 1,9 8 0,0 86-16,-9 93 15,8 43 1,61 33-1,59 52-15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7T00:20:16.2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3883 5009 0,'0'0'0,"0"0"0,-8-8 0,-103-1 0,51 43 0,-8 26 16,-9 8-1,17 0-15,18 0 31,-10-9-31,-16 9 0,-9 9 32,9 16-32,17 1 15,17-9 1,17-25-16,0-18 16,0 9-1,-1 26-15,18-1 16,0 1-1,18-1 1,16-8-16,17-8 16,9-9-1,-18-26-15,18 9 16,42 0 0,9-8-16,9-9 15,-26-9-15,0 1 16,34 8-1,8 0 1,-8-9-16,-25 1 16,25-9-16,17 8 15,-17 9 1,-26-8-16,18-9 16,33-9-1,-8-8-15,-8 9 16,8-18-1,43 1 1,-34-1-16,-18-8 16,18 9-1,8 8-15,-26 0 16,1 0-16,42 0 16,-17 8-1,-34-8-15,43 0 16,0-8-1,-35 8 1,1 8-16,51 1 16,-35-1-16,-8 9 15,52-8 1,-27-1-16,-16 1 16,59-1-1,-42-8-15,0 9 16,34-1-1,-43 9-15,-9 9 16,52-1 0,-25 1-1,7-1-15,44 1 16,-52-9-16,9-9 16,51 9-16,-52 9 15,18-1 1,0 1-1,-9 16 1,43 9-16,-34-8 16,0-1-1,8 1-15,1-1 0,25 1 32,-34-1-32,-9 1 15,26 16-15,8-8 16,26 0-1,-59-8-15,42-9 16,-9-8-16,1-9 31,16 0-31,-34 0 16,18-9 0,-52 1-16,0-10 15,9 1 1,-51 9-16,-18-18 15,9-8 1,-8-8-16,-18-1 16,1-8-1,-27-17-15,-16 9 16,8-26-16,9-17 16,-9 0-1,-16 0 1,-10 17-16,-16-9 15,-18-8-15,1 8 16,-18 9-16,-16 9 31,-18-1-31,-17 9 16,-8 9 0,-17-18-16,-26 1 15,0 8-15,-17 17 16,-17 17-16,-9 0 31,-25 8-31,-17 1 16,8 7-1,-17 10-15,0-9 0,-34 0 16,-8 0-16,-1 8 31,1 1-15,-18-1-16,9 1 15,26-1 1,-18 1-16,1-1 16,-9 9-1,-1-8-15,1-1 16,-8 9 0,-9-8-16,17-1 15,0-8 1,0 0-16,-18 0 15,1 9 1,9-1-16,-1 1 16,1-1-1,-1-8 1,0 0-16,-8 0 16,9 17-1,-1 0-15,-8 9 16,-9-1-16,1 1 15,8-1 1,-18 1-16,-7 8 16,25-9-1,-9 9-15,-17 9 16,0-1 0,9-8-16,0 9 15,-9-1 1,-25 9-1,8 9-15,9 8 16,0 9-16,8-9 16,-59-9-1</inkml:trace>
  <inkml:trace contextRef="#ctx0" brushRef="#br0" timeOffset="4499.29">3807 6021 0,'0'0'0,"-9"0"16,-17 0-16,1 0 16,-18 9-1,-25 8-15,0 0 16,16 8 0,18-8-16,0-8 15,-9 8 1,-8 0-16,-26 17 15,-8 25 1,0 9-16,-1-8 16,27-1-1,7 1-15,18-9 16,0 0 0,0 17-16,0 0 15,17 9 1,17-18-16,0-8 15,0-8 1,8-1-16,1-8 16,8 0-1,9 0-15,16 17 16,18 9 0,8-18-16,18 9 15,-1-8 1,-25-18-16,-1 9 15,27 0 1,8-8-16,25 8 16,-8-9-1,-26-8-15,18 0 16,8 9 0,17-1-16,-9-7 15,-16-10 1,33-8-1,9 9-15,-17-1 16,-34 9-16,9-8 16,25-1-1,17 1-15,-17-9 16,8-9 0,27-8-16,-10 9 15,-8-9 1,-8 0-16,17 8 15,-18-8 1,-16 0-16,8 0 16,25 17-1,-8-9 1,-17 9-16,9 0 16,17 9-16,-18-1 15,-16-8 1,25 0-16,8 9 15,-8-9 1,-8 8-16,34-8 16,-9 9-1,0-9-15,17 0 16,9-9 0,0-8-16,0 9 15,-18-9 1,18 0-16,25 8 15,-25 1 1,-9-1-16,35 1 16,-44 8-1,1 0 1,34 8-16,-34 1 16,-26 8-1,25 8-15,-7 1 16,-18-1-16,25-7 15,10 16 1,-27-17 0,-8 0-16,43 8 15,-34-8-15,-9 0 16,26 9 0,-9-18-1,-26 1-15,26-9 16,26-9-1,-34 1-15,-9-1 16,43-16-16,-35-1 16,-33-16-16,-1-9 31,-8-1-31,-17 1 16,-8 17-1,-27 0-15,-16 0 16,-17 0-1,-1 9-15,-16-1 16,-1 1-16,1-26 16,-18-9-1,-16-8 1,-10 9-16,-16 8 16,-17-9-1,-9 9-15,-8 9 16,-18-9-16,1 0 15,-9 0 1,-8-9 0,16 9-16,-8 0 15,-8 0-15,-9 8 16,8 9 0,-16 9-1,-10-1-15,-7 1 16,-1-1-1,9 1-15,-17 8 16,8 0-16,1 0 16,-18 8-1,0 9 1,-8 0-16,-9 0 16,9 0-16,0 0 15,-17 0 1,16 17-1,1 0-15,-26 0 16,35 9-16,-10-18 16,-33 9-1,17-8 1,16 8-16,-33-9 16,8 1-1,17 8-15,1-17 16,7 0-1,1 0-15,0-9 16,-9 9-16,-17 9 16,9 8-1,-17-17 1,-35-9-16,9 9 16,-17 9-1,-8-1-15,-27 9 16,1 0-16,9 17 15,-10 9-15,1-9 32,-34-9-32,-1-8 15,-24 0 1,16 9-16,25-9 16,-16-8-1,17-1-15,17-25 16,42 0-1,43-26-15,-8-16 16,-94-43 0</inkml:trace>
  <inkml:trace contextRef="#ctx0" brushRef="#br0" timeOffset="14927.6">4455 8709 0,'0'0'0,"0"0"15,0 0-15,0 0 0,0 0 31,-8 0-31,-9 0 0,-9 0 32,-8 0-32,17 17 15,0 0-15,0 8 16,17 26 0,0 43-1,17-1 1,-9-16-16,1-26 15,8 17-15,0 8 16,0 1 0,-8-9-16,-1-17 15,1-9 1,8-7-16,0-10 16,8 1-1,1-1-15,8-8 16,0 0-1,0 0-15,1 0 16,16 0 0,0 0-16,9-8 15,-9-1-15,26 1 0,25-9 32,18 8-17,-1 1-15,-8-9 16,17 0-1,34 0-15,-17 0 16,0 8 0,52-8-16,-27 17 15,-16-8 1,42 8-16,1 8 16,-44 1-1,44 8-15,-10 0 16,1-9-1,68 1-15,-68-1 16,0 1 0,42-1-16,-42 1 15,34 8 1,-34-17 0,-52-9-16,26 1 15,-8-18 1,-35 9-16,-59-8 15,-17-1-15,-9 1 16,-8-1 0,-1-8-16,9-17 15,1-17 1,-1-34 0,8-25-16,-16 42 15</inkml:trace>
  <inkml:trace contextRef="#ctx0" brushRef="#br0" timeOffset="23186.36">11437 9168 0,'-9'0'0,"-8"0"0,-8 8 15,-10 1 1,-7 8-16,-18 0 15,-17 17 1,9 17 0,25 8-16,9 9 15,-9 9 1,1 0-16,8-18 16,0 1-1,16 16-15,10 9 16,16 9-16,10-18 15,7-8 1,-8-8-16,26-9 16,25 0-1,26 8 1,17 9-16,-26-17 16,1-16-16,42-1 15,42-26 1,-33-16-16,17-26 15,50-9 1,-50 0-16,-9 1 16,26-18-1,-9-8-15,-42 0 16,-44-17 0,10-8-1,-27-1-15,-16 1 16,-34-18-1,-26 1-15,-26 7 16,-51-16-16,-51-8 16,-34 33-1,-43 9 1,-34 17-16,-43 43 16,0 25-1,-34 68-15,-42 34 16</inkml:trace>
  <inkml:trace contextRef="#ctx0" brushRef="#br0" timeOffset="28837.72">14757 9219 0,'0'0'0,"0"0"0,0-9 15,0 1 1,0-9 0,0 0-1,0 0-15,0 8 16,-9 1 0,1 8-16,-1 0 15,-16 0 1,-18 8-16,0 9 15,1 9 1,-27 16-16,-24 26 0,24 17 16,18 9-1,0 17 1,0-18-16,-1 9 16,18 0-1,17 0-15,9 0 16,16-8-16,18 8 15,-1-9 1,18 10-16,42-10 31,61-8-31,-18-42 16,-9-18 0,35-16-16,16-26 15,-50-26-15,-18-42 31,35-25-31,-1-27 16,-16-24-16,-26-9 16,-34-9-1,-26 1-15,-34-1 16,-43-8-16,-42 25 16,-43 26-16,-43 9 31,-85 33-31,-94 26 0</inkml:trace>
  <inkml:trace contextRef="#ctx0" brushRef="#br0" timeOffset="55522.12">22336 12272 0,'0'0'0,"0"0"16,0 0-16,0 0 16,0 0-1,0 0-15,0 0 16,0 0 0,-9 25-16,-8 26 15,-8 35 1,-1 16-16,1 0 15,7-26 1,10-25-16,8-17 16,0-8-16,0-1 15,17 1 1,9-9 0,16-9-16,18 1 15,17-1 1,34-16-16,25-18 15,18-16 1,0-9 0,-35 17-16,1 0 15,-18 17-15,-25 17 16,-17 0 0,-18 8-16,-16 1 15,-1-1 1,-7 1-16,-10-1 15,1-8 1,-9 0-16,0 0 16,8-25-1,52-103-15,85-170 16</inkml:trace>
  <inkml:trace contextRef="#ctx0" brushRef="#br0" timeOffset="60639.65">7272 13539 0,'0'0'0,"0"0"0,0 0 16,0 0-16,0 0 15,0 0 1,0 0-16,0 9 15,0 8 1,0 0 0,0 8-16,8 1 15,1-9 1,-1-9-16,1 1 16,-1-1-1,1 1 1,0-1-16,-9-8 0,8 9 31,9-1-31,0 1 16,26-1-16,25 1 15,-17-1 1,-17-16-16,18 8 16,25 0-1,8 0-15,0-9 16,1 9-16,-10-8 15,-24 8 1,-27 0-16,1 0 31,-9 0-31,-9 0 0,1 0 16,-1 0 0,1 0-1,0-9-15,-1 1 16,1-1-1,-1-8 1,1-8-16,-1-9 16,9-34-1,9-43-15,-9 52 16</inkml:trace>
  <inkml:trace contextRef="#ctx0" brushRef="#br0" timeOffset="63245.54">17906 13258 0,'0'0'0,"0"0"0,0 0 16,0 0-16,0 0 16,0 0-1,-8 26-15,-1 16 16,1 18 0,-1 8-16,1 0 31,-1-8-31,1-1 15,-1-16-15,1-9 16,-1-9 0,0 1-16,9-18 15,0 1 1,0-1-16,0 9 16,18 0-1,-1 0-15,17 0 16,8 0-16,18 9 15,34-1 1,26-8 0,8-8-16,8 8 15,52 17-15,8 0 16,43-9 0,17 9-16,17 0 15,-17-8 1,0 16-16,18 18 15,-61 0 1,-25-1 0,-26-8-16,-68-17 15,-43-8 1,-17-18-16,-8 1 16,-18-1-1,1-16-15,-1-35 16,-16-42-1,-18-43-15,-17-50 16,18-18 0,33 1-1,44-111-15</inkml:trace>
  <inkml:trace contextRef="#ctx0" brushRef="#br0" timeOffset="67346.49">18077 14500 0,'0'0'0,"-9"0"0,1 0 16,-9 0-16,-51 17 15,-43 0 1,-26 9 0,9 16-1,0 1 1,-26 25-16,18 0 15,42-17-15,51-26 16,18-8-16,8-8 16,0-9-1,-1-26-15,1-25 32,9-8-32,8-1 15,0 18-15,0 8 0,0 17 16,0 8-1,-9 9-15,-8 9 32,-34 16-17,-9 26-15,1 17 16,7 0-16,18 9 0,26-18 16,16-8 15,43 9-31,18-9 15,93 0 1,179 34-16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4.png"/><Relationship Id="rId18" Type="http://schemas.openxmlformats.org/officeDocument/2006/relationships/image" Target="../media/image170.png"/><Relationship Id="rId3" Type="http://schemas.openxmlformats.org/officeDocument/2006/relationships/image" Target="../media/image210.png"/><Relationship Id="rId21" Type="http://schemas.openxmlformats.org/officeDocument/2006/relationships/image" Target="../media/image41.png"/><Relationship Id="rId7" Type="http://schemas.openxmlformats.org/officeDocument/2006/relationships/image" Target="../media/image610.png"/><Relationship Id="rId12" Type="http://schemas.openxmlformats.org/officeDocument/2006/relationships/image" Target="../media/image1110.png"/><Relationship Id="rId17" Type="http://schemas.openxmlformats.org/officeDocument/2006/relationships/image" Target="../media/image160.png"/><Relationship Id="rId2" Type="http://schemas.openxmlformats.org/officeDocument/2006/relationships/image" Target="../media/image25.png"/><Relationship Id="rId16" Type="http://schemas.openxmlformats.org/officeDocument/2006/relationships/image" Target="../media/image150.png"/><Relationship Id="rId20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24" Type="http://schemas.openxmlformats.org/officeDocument/2006/relationships/image" Target="../media/image711.png"/><Relationship Id="rId5" Type="http://schemas.openxmlformats.org/officeDocument/2006/relationships/image" Target="../media/image410.png"/><Relationship Id="rId15" Type="http://schemas.openxmlformats.org/officeDocument/2006/relationships/image" Target="../media/image140.png"/><Relationship Id="rId23" Type="http://schemas.openxmlformats.org/officeDocument/2006/relationships/image" Target="../media/image611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Relationship Id="rId14" Type="http://schemas.openxmlformats.org/officeDocument/2006/relationships/image" Target="../media/image130.png"/><Relationship Id="rId22" Type="http://schemas.openxmlformats.org/officeDocument/2006/relationships/image" Target="../media/image5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4.png"/><Relationship Id="rId18" Type="http://schemas.openxmlformats.org/officeDocument/2006/relationships/image" Target="../media/image170.png"/><Relationship Id="rId3" Type="http://schemas.openxmlformats.org/officeDocument/2006/relationships/image" Target="../media/image210.png"/><Relationship Id="rId21" Type="http://schemas.openxmlformats.org/officeDocument/2006/relationships/image" Target="../media/image41.png"/><Relationship Id="rId7" Type="http://schemas.openxmlformats.org/officeDocument/2006/relationships/image" Target="../media/image610.png"/><Relationship Id="rId12" Type="http://schemas.openxmlformats.org/officeDocument/2006/relationships/image" Target="../media/image1110.png"/><Relationship Id="rId17" Type="http://schemas.openxmlformats.org/officeDocument/2006/relationships/image" Target="../media/image160.png"/><Relationship Id="rId2" Type="http://schemas.openxmlformats.org/officeDocument/2006/relationships/image" Target="../media/image85.png"/><Relationship Id="rId16" Type="http://schemas.openxmlformats.org/officeDocument/2006/relationships/image" Target="../media/image150.png"/><Relationship Id="rId20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24" Type="http://schemas.openxmlformats.org/officeDocument/2006/relationships/image" Target="../media/image711.png"/><Relationship Id="rId5" Type="http://schemas.openxmlformats.org/officeDocument/2006/relationships/image" Target="../media/image410.png"/><Relationship Id="rId15" Type="http://schemas.openxmlformats.org/officeDocument/2006/relationships/image" Target="../media/image140.png"/><Relationship Id="rId23" Type="http://schemas.openxmlformats.org/officeDocument/2006/relationships/image" Target="../media/image611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Relationship Id="rId14" Type="http://schemas.openxmlformats.org/officeDocument/2006/relationships/image" Target="../media/image130.png"/><Relationship Id="rId22" Type="http://schemas.openxmlformats.org/officeDocument/2006/relationships/image" Target="../media/image5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0.png"/><Relationship Id="rId21" Type="http://schemas.openxmlformats.org/officeDocument/2006/relationships/image" Target="../media/image1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108.png"/><Relationship Id="rId16" Type="http://schemas.openxmlformats.org/officeDocument/2006/relationships/image" Target="../media/image37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14.png"/><Relationship Id="rId5" Type="http://schemas.openxmlformats.org/officeDocument/2006/relationships/image" Target="../media/image260.png"/><Relationship Id="rId15" Type="http://schemas.openxmlformats.org/officeDocument/2006/relationships/image" Target="../media/image36.png"/><Relationship Id="rId23" Type="http://schemas.openxmlformats.org/officeDocument/2006/relationships/image" Target="../media/image13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15.png"/><Relationship Id="rId3" Type="http://schemas.openxmlformats.org/officeDocument/2006/relationships/image" Target="../media/image240.png"/><Relationship Id="rId21" Type="http://schemas.openxmlformats.org/officeDocument/2006/relationships/image" Target="../media/image1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customXml" Target="../ink/ink10.xml"/><Relationship Id="rId16" Type="http://schemas.openxmlformats.org/officeDocument/2006/relationships/image" Target="../media/image37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14.png"/><Relationship Id="rId5" Type="http://schemas.openxmlformats.org/officeDocument/2006/relationships/image" Target="../media/image260.png"/><Relationship Id="rId15" Type="http://schemas.openxmlformats.org/officeDocument/2006/relationships/image" Target="../media/image36.png"/><Relationship Id="rId23" Type="http://schemas.openxmlformats.org/officeDocument/2006/relationships/image" Target="../media/image13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9" Type="http://schemas.openxmlformats.org/officeDocument/2006/relationships/image" Target="../media/image82.png"/><Relationship Id="rId21" Type="http://schemas.openxmlformats.org/officeDocument/2006/relationships/image" Target="../media/image64.png"/><Relationship Id="rId34" Type="http://schemas.openxmlformats.org/officeDocument/2006/relationships/image" Target="../media/image77.png"/><Relationship Id="rId42" Type="http://schemas.openxmlformats.org/officeDocument/2006/relationships/image" Target="../media/image171.png"/><Relationship Id="rId7" Type="http://schemas.openxmlformats.org/officeDocument/2006/relationships/image" Target="../media/image50.png"/><Relationship Id="rId2" Type="http://schemas.openxmlformats.org/officeDocument/2006/relationships/image" Target="../media/image115.png"/><Relationship Id="rId16" Type="http://schemas.openxmlformats.org/officeDocument/2006/relationships/image" Target="../media/image59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40" Type="http://schemas.openxmlformats.org/officeDocument/2006/relationships/image" Target="../media/image83.png"/><Relationship Id="rId45" Type="http://schemas.openxmlformats.org/officeDocument/2006/relationships/image" Target="../media/image88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36" Type="http://schemas.openxmlformats.org/officeDocument/2006/relationships/image" Target="../media/image79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4.png"/><Relationship Id="rId44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86.png"/><Relationship Id="rId8" Type="http://schemas.openxmlformats.org/officeDocument/2006/relationships/image" Target="../media/image51.png"/><Relationship Id="rId3" Type="http://schemas.openxmlformats.org/officeDocument/2006/relationships/image" Target="../media/image151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46" Type="http://schemas.openxmlformats.org/officeDocument/2006/relationships/image" Target="../media/image161.png"/><Relationship Id="rId20" Type="http://schemas.openxmlformats.org/officeDocument/2006/relationships/image" Target="../media/image63.png"/><Relationship Id="rId41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9" Type="http://schemas.openxmlformats.org/officeDocument/2006/relationships/image" Target="../media/image82.png"/><Relationship Id="rId21" Type="http://schemas.openxmlformats.org/officeDocument/2006/relationships/image" Target="../media/image64.png"/><Relationship Id="rId34" Type="http://schemas.openxmlformats.org/officeDocument/2006/relationships/image" Target="../media/image77.png"/><Relationship Id="rId42" Type="http://schemas.openxmlformats.org/officeDocument/2006/relationships/image" Target="../media/image171.png"/><Relationship Id="rId7" Type="http://schemas.openxmlformats.org/officeDocument/2006/relationships/image" Target="../media/image50.png"/><Relationship Id="rId2" Type="http://schemas.openxmlformats.org/officeDocument/2006/relationships/image" Target="../media/image151.png"/><Relationship Id="rId16" Type="http://schemas.openxmlformats.org/officeDocument/2006/relationships/image" Target="../media/image59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40" Type="http://schemas.openxmlformats.org/officeDocument/2006/relationships/image" Target="../media/image83.png"/><Relationship Id="rId45" Type="http://schemas.openxmlformats.org/officeDocument/2006/relationships/image" Target="../media/image88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36" Type="http://schemas.openxmlformats.org/officeDocument/2006/relationships/image" Target="../media/image79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4.png"/><Relationship Id="rId44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86.png"/><Relationship Id="rId8" Type="http://schemas.openxmlformats.org/officeDocument/2006/relationships/image" Target="../media/image51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46" Type="http://schemas.openxmlformats.org/officeDocument/2006/relationships/image" Target="../media/image161.png"/><Relationship Id="rId20" Type="http://schemas.openxmlformats.org/officeDocument/2006/relationships/image" Target="../media/image63.png"/><Relationship Id="rId41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9" Type="http://schemas.openxmlformats.org/officeDocument/2006/relationships/image" Target="../media/image20.png"/><Relationship Id="rId21" Type="http://schemas.openxmlformats.org/officeDocument/2006/relationships/image" Target="../media/image78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7" Type="http://schemas.openxmlformats.org/officeDocument/2006/relationships/image" Target="../media/image94.png"/><Relationship Id="rId2" Type="http://schemas.openxmlformats.org/officeDocument/2006/relationships/image" Target="../media/image123.png"/><Relationship Id="rId16" Type="http://schemas.openxmlformats.org/officeDocument/2006/relationships/image" Target="../media/image103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06.png"/><Relationship Id="rId32" Type="http://schemas.openxmlformats.org/officeDocument/2006/relationships/image" Target="../media/image19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45" Type="http://schemas.openxmlformats.org/officeDocument/2006/relationships/image" Target="../media/image121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80.png"/><Relationship Id="rId28" Type="http://schemas.openxmlformats.org/officeDocument/2006/relationships/image" Target="../media/image107.png"/><Relationship Id="rId36" Type="http://schemas.openxmlformats.org/officeDocument/2006/relationships/image" Target="../media/image112.png"/><Relationship Id="rId10" Type="http://schemas.openxmlformats.org/officeDocument/2006/relationships/image" Target="../media/image9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4" Type="http://schemas.openxmlformats.org/officeDocument/2006/relationships/image" Target="../media/image120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111.png"/><Relationship Id="rId43" Type="http://schemas.openxmlformats.org/officeDocument/2006/relationships/image" Target="../media/image119.png"/><Relationship Id="rId8" Type="http://schemas.openxmlformats.org/officeDocument/2006/relationships/image" Target="../media/image95.png"/><Relationship Id="rId3" Type="http://schemas.openxmlformats.org/officeDocument/2006/relationships/image" Target="../media/image18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82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Relationship Id="rId46" Type="http://schemas.openxmlformats.org/officeDocument/2006/relationships/image" Target="../media/image122.png"/><Relationship Id="rId20" Type="http://schemas.openxmlformats.org/officeDocument/2006/relationships/image" Target="../media/image77.png"/><Relationship Id="rId41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9" Type="http://schemas.openxmlformats.org/officeDocument/2006/relationships/image" Target="../media/image20.png"/><Relationship Id="rId21" Type="http://schemas.openxmlformats.org/officeDocument/2006/relationships/image" Target="../media/image78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7" Type="http://schemas.openxmlformats.org/officeDocument/2006/relationships/image" Target="../media/image94.png"/><Relationship Id="rId2" Type="http://schemas.openxmlformats.org/officeDocument/2006/relationships/image" Target="../media/image18.png"/><Relationship Id="rId16" Type="http://schemas.openxmlformats.org/officeDocument/2006/relationships/image" Target="../media/image103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06.png"/><Relationship Id="rId32" Type="http://schemas.openxmlformats.org/officeDocument/2006/relationships/image" Target="../media/image19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45" Type="http://schemas.openxmlformats.org/officeDocument/2006/relationships/image" Target="../media/image121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80.png"/><Relationship Id="rId28" Type="http://schemas.openxmlformats.org/officeDocument/2006/relationships/image" Target="../media/image107.png"/><Relationship Id="rId36" Type="http://schemas.openxmlformats.org/officeDocument/2006/relationships/image" Target="../media/image112.png"/><Relationship Id="rId10" Type="http://schemas.openxmlformats.org/officeDocument/2006/relationships/image" Target="../media/image9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4" Type="http://schemas.openxmlformats.org/officeDocument/2006/relationships/image" Target="../media/image120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111.png"/><Relationship Id="rId43" Type="http://schemas.openxmlformats.org/officeDocument/2006/relationships/image" Target="../media/image119.png"/><Relationship Id="rId8" Type="http://schemas.openxmlformats.org/officeDocument/2006/relationships/image" Target="../media/image95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82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Relationship Id="rId46" Type="http://schemas.openxmlformats.org/officeDocument/2006/relationships/image" Target="../media/image122.png"/><Relationship Id="rId20" Type="http://schemas.openxmlformats.org/officeDocument/2006/relationships/image" Target="../media/image77.png"/><Relationship Id="rId41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9: AVL Trees pt.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9110336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9110336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6865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5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4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37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2835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1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99167" r="-22397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99167" r="-13986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99167" r="-976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468E-2A60-489B-E1DA-978D05AA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D3BB-6320-6788-1CFA-3AF70EDA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get a better worst case running time?</a:t>
            </a:r>
          </a:p>
          <a:p>
            <a:pPr lvl="1"/>
            <a:r>
              <a:rPr lang="en-US" dirty="0"/>
              <a:t>Add rules about the shape of our BST</a:t>
            </a:r>
          </a:p>
          <a:p>
            <a:r>
              <a:rPr lang="en-US" dirty="0"/>
              <a:t>AVL Tree</a:t>
            </a:r>
          </a:p>
          <a:p>
            <a:pPr lvl="1"/>
            <a:r>
              <a:rPr lang="en-US" dirty="0"/>
              <a:t>A BST with some shape rules</a:t>
            </a:r>
          </a:p>
          <a:p>
            <a:pPr lvl="2"/>
            <a:r>
              <a:rPr lang="en-US" dirty="0"/>
              <a:t>Algorithms need to change to accommodate those</a:t>
            </a:r>
          </a:p>
        </p:txBody>
      </p:sp>
    </p:spTree>
    <p:extLst>
      <p:ext uri="{BB962C8B-B14F-4D97-AF65-F5344CB8AC3E}">
        <p14:creationId xmlns:p14="http://schemas.microsoft.com/office/powerpoint/2010/main" val="262488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296A-CD42-45E7-98AD-FD7A3DA1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912D5-9A57-CAC1-DDCB-41C25F19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Search tree that maintains that the left and right subtrees of every node have heights that differ by at most one.</a:t>
            </a:r>
          </a:p>
          <a:p>
            <a:pPr lvl="1"/>
            <a:r>
              <a:rPr lang="en-US" dirty="0"/>
              <a:t>height of left subtree and height of right subtree off by at most 1</a:t>
            </a:r>
          </a:p>
          <a:p>
            <a:pPr lvl="1"/>
            <a:r>
              <a:rPr lang="en-US" dirty="0"/>
              <a:t>Not too weak (ensures trees are short)</a:t>
            </a:r>
          </a:p>
          <a:p>
            <a:pPr lvl="1"/>
            <a:r>
              <a:rPr lang="en-US" dirty="0"/>
              <a:t>Not too strong (works for any number of nodes)</a:t>
            </a:r>
          </a:p>
          <a:p>
            <a:pPr lvl="1"/>
            <a:endParaRPr lang="en-US" dirty="0"/>
          </a:p>
          <a:p>
            <a:r>
              <a:rPr lang="en-US" dirty="0"/>
              <a:t>Idea of AVL Tree:</a:t>
            </a:r>
          </a:p>
          <a:p>
            <a:pPr lvl="1"/>
            <a:r>
              <a:rPr lang="en-US" dirty="0"/>
              <a:t>When you insert/delete nodes, if tree is “out of balance” then modify the tree</a:t>
            </a:r>
          </a:p>
          <a:p>
            <a:pPr lvl="1"/>
            <a:r>
              <a:rPr lang="en-US" dirty="0"/>
              <a:t>Modification = “rotation”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6D29CD-DE40-3ACA-79C8-E03174F3EE25}"/>
                  </a:ext>
                </a:extLst>
              </p14:cNvPr>
              <p14:cNvContentPartPr/>
              <p14:nvPr/>
            </p14:nvContentPartPr>
            <p14:xfrm>
              <a:off x="3751560" y="2225880"/>
              <a:ext cx="5484960" cy="523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6D29CD-DE40-3ACA-79C8-E03174F3EE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2200" y="2216520"/>
                <a:ext cx="5503680" cy="54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6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(Same as BST)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648-E67F-3270-9ABE-65A9508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into an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C7C8-A176-31A9-28EA-8DF97A71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out the same way as BST:</a:t>
            </a:r>
          </a:p>
          <a:p>
            <a:pPr lvl="1"/>
            <a:r>
              <a:rPr lang="en-US" dirty="0"/>
              <a:t>“Find” where the new node should go</a:t>
            </a:r>
          </a:p>
          <a:p>
            <a:pPr lvl="1"/>
            <a:r>
              <a:rPr lang="en-US" dirty="0"/>
              <a:t>Put it in the right place (it will be a leaf)</a:t>
            </a:r>
          </a:p>
          <a:p>
            <a:r>
              <a:rPr lang="en-US" dirty="0"/>
              <a:t>Next check the balance</a:t>
            </a:r>
          </a:p>
          <a:p>
            <a:pPr lvl="1"/>
            <a:r>
              <a:rPr lang="en-US" dirty="0"/>
              <a:t>If the tree is still balanced, you’re done!</a:t>
            </a:r>
          </a:p>
          <a:p>
            <a:pPr lvl="1"/>
            <a:r>
              <a:rPr lang="en-US" dirty="0"/>
              <a:t>Otherwise we need to do rotations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5D1DC1-FF5D-E060-9177-C4650D6D5803}"/>
                  </a:ext>
                </a:extLst>
              </p14:cNvPr>
              <p14:cNvContentPartPr/>
              <p14:nvPr/>
            </p14:nvContentPartPr>
            <p14:xfrm>
              <a:off x="636120" y="1769760"/>
              <a:ext cx="4286520" cy="141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5D1DC1-FF5D-E060-9177-C4650D6D58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760" y="1760400"/>
                <a:ext cx="4305240" cy="143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87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(for BST)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Note: Insert happens only at the leaves!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A50DD6F-0942-C18C-5488-ACCEB05B3E55}"/>
                  </a:ext>
                </a:extLst>
              </p14:cNvPr>
              <p14:cNvContentPartPr/>
              <p14:nvPr/>
            </p14:nvContentPartPr>
            <p14:xfrm>
              <a:off x="1047600" y="1555200"/>
              <a:ext cx="5005800" cy="4666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A50DD6F-0942-C18C-5488-ACCEB05B3E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8240" y="1545840"/>
                <a:ext cx="5024520" cy="468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09937D-E5F3-D019-530B-7A92F0280754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3CF9AB-9F73-CE56-ECC0-821520B6D007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E641959-57F1-A5D6-D64A-7E1F2F411725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0B26C9B-5408-C183-74CF-17A2C191F54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D87951-98E5-8B68-5B32-53881174B3CA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A231894-7ABB-1CCE-DB1B-2CCA89E0F42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9A67541-A9FD-4C8C-787E-BADB8E57B97C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8408EF0-E522-19E4-0E14-56CE513DC7E2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93B0A94-C79F-9A6D-40B4-69747128026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1099560-4C15-3239-2340-87B6716CD622}"/>
                    </a:ext>
                  </a:extLst>
                </p:cNvPr>
                <p:cNvCxnSpPr>
                  <a:cxnSpLocks/>
                  <a:stCxn id="34" idx="3"/>
                  <a:endCxn id="35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5851001-F32E-C7EA-CA0A-E7DA8D38ACEB}"/>
                    </a:ext>
                  </a:extLst>
                </p:cNvPr>
                <p:cNvCxnSpPr>
                  <a:cxnSpLocks/>
                  <a:stCxn id="34" idx="5"/>
                  <a:endCxn id="36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CA0DEC1-6E23-A49D-1D6D-2BC63400A91A}"/>
                    </a:ext>
                  </a:extLst>
                </p:cNvPr>
                <p:cNvCxnSpPr>
                  <a:stCxn id="37" idx="7"/>
                  <a:endCxn id="35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9BB1F9E-86E7-0890-9EF8-C42D04BFD1CD}"/>
                    </a:ext>
                  </a:extLst>
                </p:cNvPr>
                <p:cNvCxnSpPr>
                  <a:cxnSpLocks/>
                  <a:stCxn id="39" idx="7"/>
                  <a:endCxn id="37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015FB79-7546-7518-3DA4-4F5FF4D0F4CE}"/>
                    </a:ext>
                  </a:extLst>
                </p:cNvPr>
                <p:cNvCxnSpPr>
                  <a:stCxn id="38" idx="1"/>
                  <a:endCxn id="36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1223B37-4E68-3E4C-7455-07D7569E4B65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991FAB1-8E77-1558-030F-17257C90BEC0}"/>
                  </a:ext>
                </a:extLst>
              </p:cNvPr>
              <p:cNvCxnSpPr>
                <a:cxnSpLocks/>
                <a:stCxn id="32" idx="1"/>
                <a:endCxn id="35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AA47EE7-C232-A1F3-F15F-0E1E9ECAF9EE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FF8B556-BF39-9168-1287-2F7A38F0A6BA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AEDB08B-C0DB-02A2-6E90-BE3FB91E8ED7}"/>
                </a:ext>
              </a:extLst>
            </p:cNvPr>
            <p:cNvCxnSpPr>
              <a:cxnSpLocks/>
              <a:stCxn id="27" idx="1"/>
              <a:endCxn id="37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030A45F-F212-B052-04BA-2ED658B17A52}"/>
                </a:ext>
              </a:extLst>
            </p:cNvPr>
            <p:cNvCxnSpPr>
              <a:cxnSpLocks/>
              <a:stCxn id="28" idx="1"/>
              <a:endCxn id="32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B5BB2C-C995-66C0-066C-703968B60074}"/>
                  </a:ext>
                </a:extLst>
              </p14:cNvPr>
              <p14:cNvContentPartPr/>
              <p14:nvPr/>
            </p14:nvContentPartPr>
            <p14:xfrm>
              <a:off x="3582720" y="1818720"/>
              <a:ext cx="5340240" cy="3818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B5BB2C-C995-66C0-066C-703968B600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3360" y="1809360"/>
                <a:ext cx="5358960" cy="38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776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6F52-940E-3CF6-DCEC-9BFF1F44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5B5E-908E-2E9A-81E0-629FBD96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FD81B-FA7A-8DA2-5D7B-C665E4CCB281}"/>
              </a:ext>
            </a:extLst>
          </p:cNvPr>
          <p:cNvSpPr/>
          <p:nvPr/>
        </p:nvSpPr>
        <p:spPr>
          <a:xfrm>
            <a:off x="7564477" y="3377512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1E3274-51BB-E66B-0CD7-27B350D10D99}"/>
              </a:ext>
            </a:extLst>
          </p:cNvPr>
          <p:cNvGrpSpPr/>
          <p:nvPr/>
        </p:nvGrpSpPr>
        <p:grpSpPr>
          <a:xfrm>
            <a:off x="4342023" y="2047599"/>
            <a:ext cx="5126504" cy="2762801"/>
            <a:chOff x="8079280" y="365125"/>
            <a:chExt cx="5126504" cy="27628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0F659C4-8E8B-EA36-7FFE-45FFBFF7F56C}"/>
                </a:ext>
              </a:extLst>
            </p:cNvPr>
            <p:cNvGrpSpPr/>
            <p:nvPr/>
          </p:nvGrpSpPr>
          <p:grpSpPr>
            <a:xfrm>
              <a:off x="8079280" y="365125"/>
              <a:ext cx="5126504" cy="2762801"/>
              <a:chOff x="5413263" y="1203158"/>
              <a:chExt cx="5126504" cy="27628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901272D-3C57-6E7E-0A73-099B05260DF4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5126504" cy="2762801"/>
                <a:chOff x="131609" y="2379747"/>
                <a:chExt cx="5126504" cy="276280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20DD643D-8074-4CD7-3561-D30C508340A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3117EDA-6C26-7232-22DA-913A8DCB0D0A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9138A1F0-BBD3-C707-C3CC-F2421A9D206E}"/>
                    </a:ext>
                  </a:extLst>
                </p:cNvPr>
                <p:cNvSpPr/>
                <p:nvPr/>
              </p:nvSpPr>
              <p:spPr>
                <a:xfrm>
                  <a:off x="4033091" y="3007475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6BC7139-AFF8-9F8C-DAB4-CC2A33200DBD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901981B-4A40-D690-F49C-49B97B730D6E}"/>
                    </a:ext>
                  </a:extLst>
                </p:cNvPr>
                <p:cNvSpPr/>
                <p:nvPr/>
              </p:nvSpPr>
              <p:spPr>
                <a:xfrm>
                  <a:off x="464560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FA723CE6-2573-8F11-E9F8-DA5A6925155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82F5A7-3B6A-9253-847C-E93128F2C738}"/>
                    </a:ext>
                  </a:extLst>
                </p:cNvPr>
                <p:cNvCxnSpPr>
                  <a:cxnSpLocks/>
                  <a:stCxn id="34" idx="3"/>
                  <a:endCxn id="35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A2747B6-2890-3F25-A4CD-28DB7C57621B}"/>
                    </a:ext>
                  </a:extLst>
                </p:cNvPr>
                <p:cNvCxnSpPr>
                  <a:cxnSpLocks/>
                  <a:stCxn id="34" idx="5"/>
                  <a:endCxn id="36" idx="1"/>
                </p:cNvCxnSpPr>
                <p:nvPr/>
              </p:nvCxnSpPr>
              <p:spPr>
                <a:xfrm>
                  <a:off x="2782174" y="2902558"/>
                  <a:ext cx="134061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CA8864D-982B-6EB2-1432-A89DAD59894C}"/>
                    </a:ext>
                  </a:extLst>
                </p:cNvPr>
                <p:cNvCxnSpPr>
                  <a:stCxn id="37" idx="7"/>
                  <a:endCxn id="35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D34001AB-C974-4F95-9D1E-A9C16EB0926D}"/>
                    </a:ext>
                  </a:extLst>
                </p:cNvPr>
                <p:cNvCxnSpPr>
                  <a:cxnSpLocks/>
                  <a:stCxn id="39" idx="7"/>
                  <a:endCxn id="37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938CAE1-D8F3-D13D-5594-C68FE536B16E}"/>
                    </a:ext>
                  </a:extLst>
                </p:cNvPr>
                <p:cNvCxnSpPr>
                  <a:stCxn id="38" idx="1"/>
                  <a:endCxn id="36" idx="5"/>
                </p:cNvCxnSpPr>
                <p:nvPr/>
              </p:nvCxnSpPr>
              <p:spPr>
                <a:xfrm flipH="1" flipV="1">
                  <a:off x="455590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814BCFE-AA3F-F010-2BB1-D8D17F9DC387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3B2D1C1-3DE2-3821-E50F-9BECF811CE6F}"/>
                  </a:ext>
                </a:extLst>
              </p:cNvPr>
              <p:cNvCxnSpPr>
                <a:cxnSpLocks/>
                <a:stCxn id="32" idx="1"/>
                <a:endCxn id="35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66D0AD8-F69D-C8C3-237B-BB1AD5515A81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0B2189-9130-1957-B824-54401AD8333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46064FE-7CB9-49D7-3A1C-A9FE8B49895F}"/>
                </a:ext>
              </a:extLst>
            </p:cNvPr>
            <p:cNvCxnSpPr>
              <a:cxnSpLocks/>
              <a:stCxn id="27" idx="1"/>
              <a:endCxn id="37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21176D-8989-3FE7-5CB7-58A513589E3D}"/>
                </a:ext>
              </a:extLst>
            </p:cNvPr>
            <p:cNvCxnSpPr>
              <a:cxnSpLocks/>
              <a:stCxn id="28" idx="1"/>
              <a:endCxn id="32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38343-5867-64D7-946C-EF86DF480B35}"/>
              </a:ext>
            </a:extLst>
          </p:cNvPr>
          <p:cNvCxnSpPr>
            <a:cxnSpLocks/>
            <a:stCxn id="24" idx="7"/>
            <a:endCxn id="36" idx="3"/>
          </p:cNvCxnSpPr>
          <p:nvPr/>
        </p:nvCxnSpPr>
        <p:spPr>
          <a:xfrm flipV="1">
            <a:off x="8087288" y="3198138"/>
            <a:ext cx="245917" cy="269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8C5A5E-CFE5-8495-192C-D33E941ECDC1}"/>
              </a:ext>
            </a:extLst>
          </p:cNvPr>
          <p:cNvSpPr txBox="1"/>
          <p:nvPr/>
        </p:nvSpPr>
        <p:spPr>
          <a:xfrm>
            <a:off x="259619" y="1502479"/>
            <a:ext cx="40880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Is the tree still balanced?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To confirm we only need to check nodes in the path from root to the new node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Why? We assume the tree was balanced before the insert, so unchanged subtrees cannot be unbalanced.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FEE5C8-2DE7-8238-2F56-0A734A5B0AB9}"/>
              </a:ext>
            </a:extLst>
          </p:cNvPr>
          <p:cNvSpPr txBox="1"/>
          <p:nvPr/>
        </p:nvSpPr>
        <p:spPr>
          <a:xfrm>
            <a:off x="7095701" y="30655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49CDD-8BAA-6EAA-9BFF-D0457B03EA09}"/>
              </a:ext>
            </a:extLst>
          </p:cNvPr>
          <p:cNvSpPr txBox="1"/>
          <p:nvPr/>
        </p:nvSpPr>
        <p:spPr>
          <a:xfrm>
            <a:off x="8856016" y="3018113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168B7-7F9F-4731-D091-CD61BBA36FEB}"/>
              </a:ext>
            </a:extLst>
          </p:cNvPr>
          <p:cNvSpPr txBox="1"/>
          <p:nvPr/>
        </p:nvSpPr>
        <p:spPr>
          <a:xfrm>
            <a:off x="8044388" y="2367840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4D255-B0DA-B88A-41E1-7FAD320FDE57}"/>
              </a:ext>
            </a:extLst>
          </p:cNvPr>
          <p:cNvSpPr txBox="1"/>
          <p:nvPr/>
        </p:nvSpPr>
        <p:spPr>
          <a:xfrm>
            <a:off x="5294096" y="240946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A20FD-F08B-B5C7-027F-1E4C8F9E3F77}"/>
              </a:ext>
            </a:extLst>
          </p:cNvPr>
          <p:cNvSpPr txBox="1"/>
          <p:nvPr/>
        </p:nvSpPr>
        <p:spPr>
          <a:xfrm>
            <a:off x="6289297" y="173196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8DCAC0-8409-7717-BEBA-704AEAACB6A8}"/>
                  </a:ext>
                </a:extLst>
              </p14:cNvPr>
              <p14:cNvContentPartPr/>
              <p14:nvPr/>
            </p14:nvContentPartPr>
            <p14:xfrm>
              <a:off x="6397200" y="2718720"/>
              <a:ext cx="2424600" cy="62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8DCAC0-8409-7717-BEBA-704AEAACB6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7840" y="2709360"/>
                <a:ext cx="2443320" cy="6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40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A20C27-94E3-EF82-B066-C6C9318383F2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51145B-4143-BFCB-7640-8FD8DDFF7D48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A3938F-B46C-93BC-ED09-2F255984F82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7675288-6037-34B7-9E5C-D6D7949784B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704ECC7-9CA7-1E83-E3A9-2656F12C935F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20E0282-7434-FCEC-F4C6-75332C51EE8D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6EAA6EF-5E4C-14CF-6468-FF1412C45416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648D38D-39F5-CD24-C125-A3F92C192133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B5CC251-E35B-0E4A-E608-C8D59CFA39B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57813C4-9171-1F70-AB27-FB5B3EBADCFE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81CB6E9-1646-FA1B-F36F-61E19B529632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64BECAB9-FB3B-AF93-8D29-10B949671677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FE59C21-08AC-00A0-4ADA-A7361360A9F3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2642F43-8430-EC8F-D864-873EE7842B1A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DD00EA-A418-BE18-C681-27FFFB3C4A1E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A12A2BC-B31E-4941-BFBF-ADA0D02D45AF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19C799-DA8A-2F26-DC27-7578D35C4651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28692A-BCEB-ADDA-8859-370CE004120D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1A7374-71FD-FD69-A95F-94455213B14E}"/>
                </a:ext>
              </a:extLst>
            </p:cNvPr>
            <p:cNvCxnSpPr>
              <a:cxnSpLocks/>
              <a:stCxn id="6" idx="1"/>
              <a:endCxn id="16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A6DE27-BF70-6AE9-235C-E0A675DF8B03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339FBD-2729-91F7-8373-BCC1A5AEC0D8}"/>
                  </a:ext>
                </a:extLst>
              </p14:cNvPr>
              <p14:cNvContentPartPr/>
              <p14:nvPr/>
            </p14:nvContentPartPr>
            <p14:xfrm>
              <a:off x="2746800" y="1368360"/>
              <a:ext cx="5783040" cy="459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339FBD-2729-91F7-8373-BCC1A5AEC0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7440" y="1359000"/>
                <a:ext cx="5801760" cy="461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51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7E70-D17D-D866-00C4-3E471D6D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C1B1-1EDA-0D70-620F-76D7F0DE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84D685-3C5A-DFCC-FD9E-A3557DEAD208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1B81EF1-4EE0-0E4F-AA0B-4E646FD70BB1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316C8A5-E614-A18D-1E31-2A8C6ACB2022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61506BA-81D6-87FC-45BC-BAE68D7D9831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5DD679B-FF3B-8732-AEF2-84DE62180D45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E1CD13F-89E0-9E46-50B0-5C78B75D3B4F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B3E01904-EB60-AC2B-3718-3B153B59DD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141C11-7AD8-BB59-4DB0-0E765428FD3B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D8329FA6-0339-F61B-DDAF-5A9D59A0873E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64737FC-CEAB-3214-DD78-CC6BCFC54324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8CFC023-ED33-8A4F-B8B0-6B0CA03D9F1C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58C331F5-5F4C-BB24-525E-A01A22B8E7AA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B67B905-8023-F4DA-728A-79D29976BD60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896D9D5-326A-A4BB-7667-615AA5AAB5C2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2678937-A9CA-611A-BA0E-95190A5E32D2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E1FAB65-F1B6-348E-55ED-A0E8D10D552A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BF0446-4C38-A40C-3183-60278E0FF1D4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CBDBC95-030A-0967-275E-FA96BAC19171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66925F-FE5F-28BB-28D6-6B571E3311D0}"/>
                </a:ext>
              </a:extLst>
            </p:cNvPr>
            <p:cNvCxnSpPr>
              <a:cxnSpLocks/>
              <a:stCxn id="6" idx="1"/>
              <a:endCxn id="16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88F8956-7450-19A6-4D80-97EEE76B123B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D171A023-2013-7C28-1E00-3DBBCC975D23}"/>
              </a:ext>
            </a:extLst>
          </p:cNvPr>
          <p:cNvSpPr/>
          <p:nvPr/>
        </p:nvSpPr>
        <p:spPr>
          <a:xfrm>
            <a:off x="3640992" y="4933432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3E766-CFE4-84E6-AB9C-83F80789E291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>
          <a:xfrm flipV="1">
            <a:off x="4163803" y="4720700"/>
            <a:ext cx="267920" cy="302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540CE8-BA79-6BA3-00AA-FDDA8B62CB62}"/>
              </a:ext>
            </a:extLst>
          </p:cNvPr>
          <p:cNvSpPr txBox="1"/>
          <p:nvPr/>
        </p:nvSpPr>
        <p:spPr>
          <a:xfrm>
            <a:off x="6289297" y="173196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76F824-BBAC-6C0F-E3D5-B57911FC92B3}"/>
              </a:ext>
            </a:extLst>
          </p:cNvPr>
          <p:cNvSpPr txBox="1"/>
          <p:nvPr/>
        </p:nvSpPr>
        <p:spPr>
          <a:xfrm>
            <a:off x="7178520" y="2376429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7CD296-D7EC-7DA8-8ACA-BC84E4848A70}"/>
              </a:ext>
            </a:extLst>
          </p:cNvPr>
          <p:cNvSpPr txBox="1"/>
          <p:nvPr/>
        </p:nvSpPr>
        <p:spPr>
          <a:xfrm>
            <a:off x="5337021" y="239525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CBC2C-2970-795B-91B6-169C34DA8757}"/>
              </a:ext>
            </a:extLst>
          </p:cNvPr>
          <p:cNvSpPr txBox="1"/>
          <p:nvPr/>
        </p:nvSpPr>
        <p:spPr>
          <a:xfrm>
            <a:off x="4559586" y="312739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B12F48-5858-EC57-6EE8-47A3FCCAEA98}"/>
              </a:ext>
            </a:extLst>
          </p:cNvPr>
          <p:cNvSpPr txBox="1"/>
          <p:nvPr/>
        </p:nvSpPr>
        <p:spPr>
          <a:xfrm>
            <a:off x="3783339" y="385953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9644E3-29DB-59A7-4081-9BDBE45A6ECD}"/>
              </a:ext>
            </a:extLst>
          </p:cNvPr>
          <p:cNvSpPr txBox="1"/>
          <p:nvPr/>
        </p:nvSpPr>
        <p:spPr>
          <a:xfrm>
            <a:off x="3106619" y="459167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7BE476-CA4B-6452-C11B-6276E8BFBA8E}"/>
              </a:ext>
            </a:extLst>
          </p:cNvPr>
          <p:cNvSpPr txBox="1"/>
          <p:nvPr/>
        </p:nvSpPr>
        <p:spPr>
          <a:xfrm>
            <a:off x="4431722" y="4961006"/>
            <a:ext cx="122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B4967E-9FA1-355A-E304-2DFFE063FCE2}"/>
              </a:ext>
            </a:extLst>
          </p:cNvPr>
          <p:cNvSpPr txBox="1"/>
          <p:nvPr/>
        </p:nvSpPr>
        <p:spPr>
          <a:xfrm>
            <a:off x="5675586" y="3905381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AC04C0-7D22-0594-C2D3-51E504D49A04}"/>
              </a:ext>
            </a:extLst>
          </p:cNvPr>
          <p:cNvSpPr txBox="1"/>
          <p:nvPr/>
        </p:nvSpPr>
        <p:spPr>
          <a:xfrm>
            <a:off x="6373640" y="3113055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EDCD3C-CAEA-96E7-4ED8-19D9CCCE6513}"/>
              </a:ext>
            </a:extLst>
          </p:cNvPr>
          <p:cNvSpPr txBox="1"/>
          <p:nvPr/>
        </p:nvSpPr>
        <p:spPr>
          <a:xfrm>
            <a:off x="259619" y="1234628"/>
            <a:ext cx="40880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 Balanced!</a:t>
            </a:r>
          </a:p>
          <a:p>
            <a:r>
              <a:rPr lang="en-US" sz="2400" dirty="0">
                <a:solidFill>
                  <a:srgbClr val="C00000"/>
                </a:solidFill>
              </a:rPr>
              <a:t>Node 9 is the “problem node” Left and right children of node 9 are different by 2.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Idea: “shorten” the left subtree, “lengthen” the right</a:t>
            </a:r>
          </a:p>
        </p:txBody>
      </p:sp>
    </p:spTree>
    <p:extLst>
      <p:ext uri="{BB962C8B-B14F-4D97-AF65-F5344CB8AC3E}">
        <p14:creationId xmlns:p14="http://schemas.microsoft.com/office/powerpoint/2010/main" val="189757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86EDC3-E416-05CF-9067-F30AA73EF314}"/>
              </a:ext>
            </a:extLst>
          </p:cNvPr>
          <p:cNvSpPr/>
          <p:nvPr/>
        </p:nvSpPr>
        <p:spPr>
          <a:xfrm>
            <a:off x="3634272" y="4929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DDBCDF-B0E8-9E3D-618B-C5949394660A}"/>
              </a:ext>
            </a:extLst>
          </p:cNvPr>
          <p:cNvCxnSpPr>
            <a:cxnSpLocks/>
            <a:stCxn id="3" idx="7"/>
            <a:endCxn id="45" idx="3"/>
          </p:cNvCxnSpPr>
          <p:nvPr/>
        </p:nvCxnSpPr>
        <p:spPr>
          <a:xfrm flipV="1">
            <a:off x="4157083" y="4720700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>
            <a:off x="5691768" y="1025131"/>
            <a:ext cx="1919157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7445333" y="663181"/>
            <a:ext cx="47803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</a:t>
            </a:r>
          </a:p>
          <a:p>
            <a:r>
              <a:rPr lang="en-US" dirty="0">
                <a:solidFill>
                  <a:srgbClr val="FF0000"/>
                </a:solidFill>
              </a:rPr>
              <a:t>Take the subtree starting with the problem node,</a:t>
            </a:r>
          </a:p>
          <a:p>
            <a:r>
              <a:rPr lang="en-US" dirty="0">
                <a:solidFill>
                  <a:srgbClr val="FF0000"/>
                </a:solidFill>
              </a:rPr>
              <a:t>“Rotate” that tree to the right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733F92-11CD-5111-7D00-6232BBC3E73A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D2AF4A6-4D89-1783-6181-E32934CFF5AC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3C35221-1551-0D95-4C4E-31EB65B01FA1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4D850BE-CEF1-9E8A-F61D-6A75E110BF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C64D0A1-366D-B24D-FF5C-8FCE0550DE07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267B3C8-CF39-D972-D499-9B466E3823DE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C524C98-F5EC-5235-543A-3DE282D01080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627DA89-CC89-5735-2F3D-1D6FDB0871B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6D11AC06-F107-E470-6719-E5EF9432BECC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94ECF9E-B94A-29E8-FF3E-B4E8FB25E852}"/>
                    </a:ext>
                  </a:extLst>
                </p:cNvPr>
                <p:cNvCxnSpPr>
                  <a:cxnSpLocks/>
                  <a:stCxn id="40" idx="3"/>
                  <a:endCxn id="41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86165BC-A4F3-4267-136E-7BD1A73A2C6D}"/>
                    </a:ext>
                  </a:extLst>
                </p:cNvPr>
                <p:cNvCxnSpPr>
                  <a:cxnSpLocks/>
                  <a:stCxn id="40" idx="5"/>
                  <a:endCxn id="42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6B6B665-BDEE-47DB-3C75-935F780313D8}"/>
                    </a:ext>
                  </a:extLst>
                </p:cNvPr>
                <p:cNvCxnSpPr>
                  <a:stCxn id="43" idx="7"/>
                  <a:endCxn id="41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D852F46-B979-52F6-E71D-FAF66FE1C2D6}"/>
                    </a:ext>
                  </a:extLst>
                </p:cNvPr>
                <p:cNvCxnSpPr>
                  <a:cxnSpLocks/>
                  <a:stCxn id="45" idx="7"/>
                  <a:endCxn id="43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5382030-36B7-D8B2-23CF-5E65197EE9CC}"/>
                    </a:ext>
                  </a:extLst>
                </p:cNvPr>
                <p:cNvCxnSpPr>
                  <a:stCxn id="44" idx="1"/>
                  <a:endCxn id="42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DC1F8CA-D134-02B9-8C5E-5669AEFDE40A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D3D65B-D98F-3587-4AE2-40AAC38105E7}"/>
                  </a:ext>
                </a:extLst>
              </p:cNvPr>
              <p:cNvCxnSpPr>
                <a:cxnSpLocks/>
                <a:stCxn id="38" idx="1"/>
                <a:endCxn id="41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47DF7D-077F-F394-C67E-662BC972EC19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2400DA-713E-E427-658F-8DA98C8225CE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B30EAD-7061-219B-8773-2928FEFF31F6}"/>
                </a:ext>
              </a:extLst>
            </p:cNvPr>
            <p:cNvCxnSpPr>
              <a:cxnSpLocks/>
              <a:stCxn id="33" idx="1"/>
              <a:endCxn id="43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8AFBD25-F6C3-4DFD-B3CE-0BF40BF4A6B2}"/>
                </a:ext>
              </a:extLst>
            </p:cNvPr>
            <p:cNvCxnSpPr>
              <a:cxnSpLocks/>
              <a:stCxn id="34" idx="1"/>
              <a:endCxn id="38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35FEF3-F674-260A-FAF7-FCA2C2A5EF54}"/>
              </a:ext>
            </a:extLst>
          </p:cNvPr>
          <p:cNvSpPr txBox="1"/>
          <p:nvPr/>
        </p:nvSpPr>
        <p:spPr>
          <a:xfrm>
            <a:off x="5337021" y="239525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2BBBE-77ED-6466-47E4-E36D59B76F26}"/>
              </a:ext>
            </a:extLst>
          </p:cNvPr>
          <p:cNvSpPr txBox="1"/>
          <p:nvPr/>
        </p:nvSpPr>
        <p:spPr>
          <a:xfrm>
            <a:off x="7151968" y="2390638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A3C7D1-91B5-13FE-1A1C-1208576E7949}"/>
                  </a:ext>
                </a:extLst>
              </p14:cNvPr>
              <p14:cNvContentPartPr/>
              <p14:nvPr/>
            </p14:nvContentPartPr>
            <p14:xfrm>
              <a:off x="3134160" y="2675880"/>
              <a:ext cx="8326800" cy="2863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A3C7D1-91B5-13FE-1A1C-1208576E79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4800" y="2666520"/>
                <a:ext cx="8345520" cy="28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992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785856-F7D1-1BE1-9B43-95957522BAE1}"/>
              </a:ext>
            </a:extLst>
          </p:cNvPr>
          <p:cNvSpPr/>
          <p:nvPr/>
        </p:nvSpPr>
        <p:spPr>
          <a:xfrm>
            <a:off x="3580150" y="422722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F1625-A24E-B7B0-B1AC-C8E0AA472E32}"/>
              </a:ext>
            </a:extLst>
          </p:cNvPr>
          <p:cNvCxnSpPr>
            <a:cxnSpLocks/>
            <a:stCxn id="24" idx="7"/>
            <a:endCxn id="31" idx="3"/>
          </p:cNvCxnSpPr>
          <p:nvPr/>
        </p:nvCxnSpPr>
        <p:spPr>
          <a:xfrm flipV="1">
            <a:off x="4102961" y="4018515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2C9481F-D7BC-8ABC-11A8-B4300A0C0DB3}"/>
              </a:ext>
            </a:extLst>
          </p:cNvPr>
          <p:cNvSpPr/>
          <p:nvPr/>
        </p:nvSpPr>
        <p:spPr>
          <a:xfrm>
            <a:off x="5922824" y="2052895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A91F7B-A613-0646-466D-43229D2C4A7A}"/>
              </a:ext>
            </a:extLst>
          </p:cNvPr>
          <p:cNvSpPr/>
          <p:nvPr/>
        </p:nvSpPr>
        <p:spPr>
          <a:xfrm>
            <a:off x="7153615" y="26753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714349-EA9A-CCD0-2ABA-2B6D452F9BF1}"/>
              </a:ext>
            </a:extLst>
          </p:cNvPr>
          <p:cNvSpPr/>
          <p:nvPr/>
        </p:nvSpPr>
        <p:spPr>
          <a:xfrm>
            <a:off x="4976644" y="27650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73B59CC-F80F-4B37-754E-66C6371FECF2}"/>
              </a:ext>
            </a:extLst>
          </p:cNvPr>
          <p:cNvSpPr/>
          <p:nvPr/>
        </p:nvSpPr>
        <p:spPr>
          <a:xfrm>
            <a:off x="7766126" y="33654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AC67DE9-1785-5DC7-A02E-6284D5D2A787}"/>
              </a:ext>
            </a:extLst>
          </p:cNvPr>
          <p:cNvSpPr/>
          <p:nvPr/>
        </p:nvSpPr>
        <p:spPr>
          <a:xfrm>
            <a:off x="4287901" y="34957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EE4E21-1B14-9375-2511-1BC1E65A2337}"/>
              </a:ext>
            </a:extLst>
          </p:cNvPr>
          <p:cNvCxnSpPr>
            <a:cxnSpLocks/>
            <a:stCxn id="27" idx="3"/>
            <a:endCxn id="29" idx="7"/>
          </p:cNvCxnSpPr>
          <p:nvPr/>
        </p:nvCxnSpPr>
        <p:spPr>
          <a:xfrm flipH="1">
            <a:off x="5499455" y="2575706"/>
            <a:ext cx="513069" cy="279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275A34-A9F7-C85C-BB55-634C2014360D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6445635" y="2575706"/>
            <a:ext cx="797680" cy="189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58A8A7-DA91-BFC7-267E-EE1ADC2AFAD1}"/>
              </a:ext>
            </a:extLst>
          </p:cNvPr>
          <p:cNvCxnSpPr>
            <a:cxnSpLocks/>
            <a:stCxn id="31" idx="7"/>
            <a:endCxn id="29" idx="3"/>
          </p:cNvCxnSpPr>
          <p:nvPr/>
        </p:nvCxnSpPr>
        <p:spPr>
          <a:xfrm flipV="1">
            <a:off x="4810712" y="3287838"/>
            <a:ext cx="255632" cy="297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43DD9D-DC3F-D4C3-E8E4-F8B734534E7A}"/>
              </a:ext>
            </a:extLst>
          </p:cNvPr>
          <p:cNvCxnSpPr>
            <a:stCxn id="30" idx="1"/>
            <a:endCxn id="28" idx="5"/>
          </p:cNvCxnSpPr>
          <p:nvPr/>
        </p:nvCxnSpPr>
        <p:spPr>
          <a:xfrm flipH="1" flipV="1">
            <a:off x="7676426" y="3198138"/>
            <a:ext cx="179400" cy="256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4B4E082-BB37-0C81-B004-42FD2C72E8FE}"/>
              </a:ext>
            </a:extLst>
          </p:cNvPr>
          <p:cNvSpPr/>
          <p:nvPr/>
        </p:nvSpPr>
        <p:spPr>
          <a:xfrm>
            <a:off x="6460050" y="3364665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44E3A4-71E3-012A-3763-6DB759ED05E2}"/>
              </a:ext>
            </a:extLst>
          </p:cNvPr>
          <p:cNvCxnSpPr>
            <a:cxnSpLocks/>
            <a:stCxn id="36" idx="7"/>
            <a:endCxn id="28" idx="3"/>
          </p:cNvCxnSpPr>
          <p:nvPr/>
        </p:nvCxnSpPr>
        <p:spPr>
          <a:xfrm flipV="1">
            <a:off x="6982861" y="3198138"/>
            <a:ext cx="260454" cy="256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736EB0C-D686-901A-6CDA-A53FEEA51789}"/>
              </a:ext>
            </a:extLst>
          </p:cNvPr>
          <p:cNvSpPr/>
          <p:nvPr/>
        </p:nvSpPr>
        <p:spPr>
          <a:xfrm>
            <a:off x="5665098" y="3490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D91E44A-41B0-649E-E8D4-175EB89A8E5C}"/>
              </a:ext>
            </a:extLst>
          </p:cNvPr>
          <p:cNvSpPr/>
          <p:nvPr/>
        </p:nvSpPr>
        <p:spPr>
          <a:xfrm>
            <a:off x="7139078" y="419259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84D818-7216-A412-CF36-4301D0D15CB8}"/>
              </a:ext>
            </a:extLst>
          </p:cNvPr>
          <p:cNvCxnSpPr>
            <a:cxnSpLocks/>
            <a:stCxn id="38" idx="1"/>
            <a:endCxn id="29" idx="5"/>
          </p:cNvCxnSpPr>
          <p:nvPr/>
        </p:nvCxnSpPr>
        <p:spPr>
          <a:xfrm flipH="1" flipV="1">
            <a:off x="5499455" y="3287838"/>
            <a:ext cx="255343" cy="292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BF1CD2-9993-6FB5-B8A1-B746AB10DD80}"/>
              </a:ext>
            </a:extLst>
          </p:cNvPr>
          <p:cNvCxnSpPr>
            <a:cxnSpLocks/>
            <a:stCxn id="39" idx="1"/>
            <a:endCxn id="36" idx="5"/>
          </p:cNvCxnSpPr>
          <p:nvPr/>
        </p:nvCxnSpPr>
        <p:spPr>
          <a:xfrm flipH="1" flipV="1">
            <a:off x="6982861" y="3887476"/>
            <a:ext cx="245917" cy="394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8A7DE07-5484-68E4-9D71-0213507A7CD5}"/>
              </a:ext>
            </a:extLst>
          </p:cNvPr>
          <p:cNvSpPr/>
          <p:nvPr/>
        </p:nvSpPr>
        <p:spPr>
          <a:xfrm>
            <a:off x="8402719" y="419259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E89871-2215-25E8-8732-EAC76B4C17C0}"/>
              </a:ext>
            </a:extLst>
          </p:cNvPr>
          <p:cNvCxnSpPr>
            <a:cxnSpLocks/>
            <a:stCxn id="30" idx="5"/>
            <a:endCxn id="42" idx="1"/>
          </p:cNvCxnSpPr>
          <p:nvPr/>
        </p:nvCxnSpPr>
        <p:spPr>
          <a:xfrm>
            <a:off x="8288937" y="3888218"/>
            <a:ext cx="203482" cy="394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2BE693-5C0B-82A9-1244-AA550969F22A}"/>
              </a:ext>
            </a:extLst>
          </p:cNvPr>
          <p:cNvSpPr txBox="1"/>
          <p:nvPr/>
        </p:nvSpPr>
        <p:spPr>
          <a:xfrm>
            <a:off x="4605823" y="246707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5EE67-720F-9860-1328-5A83BD762D1E}"/>
              </a:ext>
            </a:extLst>
          </p:cNvPr>
          <p:cNvSpPr txBox="1"/>
          <p:nvPr/>
        </p:nvSpPr>
        <p:spPr>
          <a:xfrm>
            <a:off x="7074742" y="241090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</p:spTree>
    <p:extLst>
      <p:ext uri="{BB962C8B-B14F-4D97-AF65-F5344CB8AC3E}">
        <p14:creationId xmlns:p14="http://schemas.microsoft.com/office/powerpoint/2010/main" val="12446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720" y="1334280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Make the left child the new root</a:t>
                </a:r>
              </a:p>
              <a:p>
                <a:r>
                  <a:rPr lang="en-US" dirty="0"/>
                  <a:t>Make the old root the right child of the new</a:t>
                </a:r>
              </a:p>
              <a:p>
                <a:r>
                  <a:rPr lang="en-US" dirty="0"/>
                  <a:t>Make the new root’s right subtree the old root’s left subtree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720" y="1334280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B4030AF-5825-D74C-DA31-D0A6EDBD943C}"/>
              </a:ext>
            </a:extLst>
          </p:cNvPr>
          <p:cNvGrpSpPr/>
          <p:nvPr/>
        </p:nvGrpSpPr>
        <p:grpSpPr>
          <a:xfrm>
            <a:off x="726067" y="3306616"/>
            <a:ext cx="10238566" cy="3546164"/>
            <a:chOff x="726067" y="3306616"/>
            <a:chExt cx="10238566" cy="354616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EE3BEE-6549-5A90-A178-CB843F41D093}"/>
                </a:ext>
              </a:extLst>
            </p:cNvPr>
            <p:cNvGrpSpPr/>
            <p:nvPr/>
          </p:nvGrpSpPr>
          <p:grpSpPr>
            <a:xfrm>
              <a:off x="7578756" y="3549819"/>
              <a:ext cx="3385877" cy="2496093"/>
              <a:chOff x="7175930" y="136853"/>
              <a:chExt cx="3385877" cy="2496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62564D-E372-F50C-5980-C112EF7ECA4D}"/>
                  </a:ext>
                </a:extLst>
              </p:cNvPr>
              <p:cNvCxnSpPr>
                <a:cxnSpLocks/>
                <a:stCxn id="36" idx="3"/>
                <a:endCxn id="35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9A738FD-1682-5EB7-685E-AE958F861694}"/>
                  </a:ext>
                </a:extLst>
              </p:cNvPr>
              <p:cNvCxnSpPr>
                <a:cxnSpLocks/>
                <a:stCxn id="34" idx="3"/>
                <a:endCxn id="37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69BC999-CE86-9682-91DC-E9C0F86021D7}"/>
                  </a:ext>
                </a:extLst>
              </p:cNvPr>
              <p:cNvCxnSpPr>
                <a:cxnSpLocks/>
                <a:stCxn id="36" idx="5"/>
                <a:endCxn id="34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1A19D79-2582-DF96-4EE4-A322DE8F4EFA}"/>
                  </a:ext>
                </a:extLst>
              </p:cNvPr>
              <p:cNvCxnSpPr>
                <a:cxnSpLocks/>
                <a:stCxn id="38" idx="0"/>
                <a:endCxn id="34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/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946C4ED-4422-1E95-01CC-240395B3A549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>
              <a:xfrm flipH="1" flipV="1">
                <a:off x="7482185" y="1751989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88549AC5-13F6-C0FF-FEBC-7A399516549C}"/>
                </a:ext>
              </a:extLst>
            </p:cNvPr>
            <p:cNvSpPr/>
            <p:nvPr/>
          </p:nvSpPr>
          <p:spPr>
            <a:xfrm>
              <a:off x="5315019" y="4410070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Right Rotation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CBA3C8-A102-5ECE-C2C8-45E18D336C3D}"/>
                </a:ext>
              </a:extLst>
            </p:cNvPr>
            <p:cNvGrpSpPr/>
            <p:nvPr/>
          </p:nvGrpSpPr>
          <p:grpSpPr>
            <a:xfrm>
              <a:off x="726067" y="3438938"/>
              <a:ext cx="3585521" cy="3413842"/>
              <a:chOff x="726067" y="3227705"/>
              <a:chExt cx="3585521" cy="3413842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FDCD005-FB82-BD66-A847-A2A9C4AA4C48}"/>
                  </a:ext>
                </a:extLst>
              </p:cNvPr>
              <p:cNvGrpSpPr/>
              <p:nvPr/>
            </p:nvGrpSpPr>
            <p:grpSpPr>
              <a:xfrm>
                <a:off x="726067" y="3344160"/>
                <a:ext cx="3585521" cy="3297387"/>
                <a:chOff x="7048051" y="131613"/>
                <a:chExt cx="3585521" cy="329738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B7B1586-83AD-014F-F29B-ED7281AEF95D}"/>
                    </a:ext>
                  </a:extLst>
                </p:cNvPr>
                <p:cNvCxnSpPr>
                  <a:cxnSpLocks/>
                  <a:stCxn id="6" idx="3"/>
                  <a:endCxn id="5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1A6ADD7-48CD-EBB0-0667-39AD6203B8F4}"/>
                    </a:ext>
                  </a:extLst>
                </p:cNvPr>
                <p:cNvCxnSpPr>
                  <a:cxnSpLocks/>
                  <a:stCxn id="6" idx="5"/>
                  <a:endCxn id="7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816D49-A49E-3DD3-C079-EE0D995FB3A7}"/>
                    </a:ext>
                  </a:extLst>
                </p:cNvPr>
                <p:cNvCxnSpPr>
                  <a:cxnSpLocks/>
                  <a:stCxn id="6" idx="7"/>
                  <a:endCxn id="4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6498DDE-3587-8F96-6A1C-4AB53C4EC313}"/>
                    </a:ext>
                  </a:extLst>
                </p:cNvPr>
                <p:cNvCxnSpPr>
                  <a:cxnSpLocks/>
                  <a:stCxn id="8" idx="0"/>
                  <a:endCxn id="4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E83608A-477E-6324-E54F-86966C47F633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H="1" flipV="1">
                  <a:off x="7354306" y="2548043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/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/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/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/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/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8A0BC-99DD-A525-FF55-BF07C66E8E1F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2801570" y="3306616"/>
              <a:ext cx="0" cy="24877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90FAE4-8945-885A-FA99-43E388C6C473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9137711" y="3306616"/>
              <a:ext cx="0" cy="243203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819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DD5E-9DDB-5763-6B4C-9F1EFEFA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FEE1-4BE2-B8DE-244F-76CF1114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4722-1D4D-3B59-1B6A-B7AFE1C00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720" y="13342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b=</a:t>
            </a:r>
            <a:r>
              <a:rPr lang="en-US" sz="2400" dirty="0" err="1">
                <a:latin typeface="Consolas" panose="020B0609020204030204" pitchFamily="49" charset="0"/>
              </a:rPr>
              <a:t>a.left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a.left</a:t>
            </a:r>
            <a:r>
              <a:rPr lang="en-US" sz="2400" dirty="0">
                <a:latin typeface="Consolas" panose="020B0609020204030204" pitchFamily="49" charset="0"/>
              </a:rPr>
              <a:t>=</a:t>
            </a:r>
            <a:r>
              <a:rPr lang="en-US" sz="2400" dirty="0" err="1">
                <a:latin typeface="Consolas" panose="020B0609020204030204" pitchFamily="49" charset="0"/>
              </a:rPr>
              <a:t>b.right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b.right</a:t>
            </a:r>
            <a:r>
              <a:rPr lang="en-US" sz="24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return b</a:t>
            </a:r>
            <a:endParaRPr lang="en-US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972530-5EA9-0DF7-C5E6-E3DB88C96AE9}"/>
                  </a:ext>
                </a:extLst>
              </p:cNvPr>
              <p:cNvSpPr txBox="1"/>
              <p:nvPr/>
            </p:nvSpPr>
            <p:spPr>
              <a:xfrm>
                <a:off x="4470400" y="1952606"/>
                <a:ext cx="20281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972530-5EA9-0DF7-C5E6-E3DB88C96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00" y="1952606"/>
                <a:ext cx="2028119" cy="369332"/>
              </a:xfrm>
              <a:prstGeom prst="rect">
                <a:avLst/>
              </a:prstGeom>
              <a:blipFill>
                <a:blip r:embed="rId2"/>
                <a:stretch>
                  <a:fillRect l="-240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9D904FA-8132-7FE2-73BA-4C223C63CB86}"/>
              </a:ext>
            </a:extLst>
          </p:cNvPr>
          <p:cNvGrpSpPr/>
          <p:nvPr/>
        </p:nvGrpSpPr>
        <p:grpSpPr>
          <a:xfrm>
            <a:off x="726067" y="3306616"/>
            <a:ext cx="10238566" cy="3546164"/>
            <a:chOff x="726067" y="3306616"/>
            <a:chExt cx="10238566" cy="35461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A71EC8-87CD-07FC-DF72-FA5BB26C0BA7}"/>
                </a:ext>
              </a:extLst>
            </p:cNvPr>
            <p:cNvGrpSpPr/>
            <p:nvPr/>
          </p:nvGrpSpPr>
          <p:grpSpPr>
            <a:xfrm>
              <a:off x="7578756" y="3549819"/>
              <a:ext cx="3385877" cy="2496093"/>
              <a:chOff x="7175930" y="136853"/>
              <a:chExt cx="3385877" cy="2496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E3EF443C-E28F-F7E2-AA3B-27A49987C135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Isosceles Triangle 57">
                    <a:extLst>
                      <a:ext uri="{FF2B5EF4-FFF2-40B4-BE49-F238E27FC236}">
                        <a16:creationId xmlns:a16="http://schemas.microsoft.com/office/drawing/2014/main" id="{0948FF72-11DB-43A2-82A8-5493E597E680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D0738021-596E-C172-73AA-748EDED89660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Isosceles Triangle 59">
                    <a:extLst>
                      <a:ext uri="{FF2B5EF4-FFF2-40B4-BE49-F238E27FC236}">
                        <a16:creationId xmlns:a16="http://schemas.microsoft.com/office/drawing/2014/main" id="{D53F2101-54FC-A479-6067-C1A73E4F700C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Isosceles Triangle 60">
                    <a:extLst>
                      <a:ext uri="{FF2B5EF4-FFF2-40B4-BE49-F238E27FC236}">
                        <a16:creationId xmlns:a16="http://schemas.microsoft.com/office/drawing/2014/main" id="{ED43F4C4-8A2A-55DA-53C4-49CCA59155FC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C44E90D-09CB-15C7-CF7C-6B9A14336ED2}"/>
                  </a:ext>
                </a:extLst>
              </p:cNvPr>
              <p:cNvCxnSpPr>
                <a:cxnSpLocks/>
                <a:stCxn id="59" idx="3"/>
                <a:endCxn id="58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7BB03F3-B2A4-A8F7-583B-00086D53601B}"/>
                  </a:ext>
                </a:extLst>
              </p:cNvPr>
              <p:cNvCxnSpPr>
                <a:cxnSpLocks/>
                <a:stCxn id="57" idx="3"/>
                <a:endCxn id="60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973C07C-E2C6-167D-5CDD-09A3363272D8}"/>
                  </a:ext>
                </a:extLst>
              </p:cNvPr>
              <p:cNvCxnSpPr>
                <a:cxnSpLocks/>
                <a:stCxn id="59" idx="5"/>
                <a:endCxn id="57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796EDB7-F80E-2220-A35F-021B43CE2C68}"/>
                  </a:ext>
                </a:extLst>
              </p:cNvPr>
              <p:cNvCxnSpPr>
                <a:cxnSpLocks/>
                <a:stCxn id="61" idx="0"/>
                <a:endCxn id="57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F06CC59-C384-94D8-D916-2DCBC5E5802C}"/>
                      </a:ext>
                    </a:extLst>
                  </p:cNvPr>
                  <p:cNvSpPr/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BBBD154-4F7E-EF0F-AFE1-7A4803190478}"/>
                  </a:ext>
                </a:extLst>
              </p:cNvPr>
              <p:cNvCxnSpPr>
                <a:cxnSpLocks/>
                <a:stCxn id="78" idx="0"/>
              </p:cNvCxnSpPr>
              <p:nvPr/>
            </p:nvCxnSpPr>
            <p:spPr>
              <a:xfrm flipH="1" flipV="1">
                <a:off x="7482185" y="1751989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789CE63-3B1B-617B-40A4-712CB2F5CC4F}"/>
                </a:ext>
              </a:extLst>
            </p:cNvPr>
            <p:cNvSpPr/>
            <p:nvPr/>
          </p:nvSpPr>
          <p:spPr>
            <a:xfrm>
              <a:off x="5315019" y="4410070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Right Rotation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7F5598-8A11-85F4-B33A-1D06F9705685}"/>
                </a:ext>
              </a:extLst>
            </p:cNvPr>
            <p:cNvGrpSpPr/>
            <p:nvPr/>
          </p:nvGrpSpPr>
          <p:grpSpPr>
            <a:xfrm>
              <a:off x="726067" y="3438938"/>
              <a:ext cx="3585521" cy="3413842"/>
              <a:chOff x="726067" y="3227705"/>
              <a:chExt cx="3585521" cy="341384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0AF1624-3616-FD93-33C9-143089B673A7}"/>
                  </a:ext>
                </a:extLst>
              </p:cNvPr>
              <p:cNvGrpSpPr/>
              <p:nvPr/>
            </p:nvGrpSpPr>
            <p:grpSpPr>
              <a:xfrm>
                <a:off x="726067" y="3344160"/>
                <a:ext cx="3585521" cy="3297387"/>
                <a:chOff x="7048051" y="131613"/>
                <a:chExt cx="3585521" cy="329738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9AD484D6-59E1-33C3-04D9-0FAD04311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Isosceles Triangle 46">
                      <a:extLst>
                        <a:ext uri="{FF2B5EF4-FFF2-40B4-BE49-F238E27FC236}">
                          <a16:creationId xmlns:a16="http://schemas.microsoft.com/office/drawing/2014/main" id="{CBFE62E9-217A-4285-77D3-C1BAFA8C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81A62DC1-A46C-AF06-A4DE-ABD020A3C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E0910EE8-1D6D-DFC5-31E7-2B739FE16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Isosceles Triangle 49">
                      <a:extLst>
                        <a:ext uri="{FF2B5EF4-FFF2-40B4-BE49-F238E27FC236}">
                          <a16:creationId xmlns:a16="http://schemas.microsoft.com/office/drawing/2014/main" id="{0F9556CA-D997-4624-1558-6FF73714B9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DAF1BFD4-0842-54C2-9D59-5980A5E91F22}"/>
                    </a:ext>
                  </a:extLst>
                </p:cNvPr>
                <p:cNvCxnSpPr>
                  <a:cxnSpLocks/>
                  <a:stCxn id="48" idx="3"/>
                  <a:endCxn id="47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382BB6C-5D25-D429-A441-8CB6BF1708FC}"/>
                    </a:ext>
                  </a:extLst>
                </p:cNvPr>
                <p:cNvCxnSpPr>
                  <a:cxnSpLocks/>
                  <a:stCxn id="48" idx="5"/>
                  <a:endCxn id="49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B6A19BC-7B7A-6A6B-D059-95EF2442028A}"/>
                    </a:ext>
                  </a:extLst>
                </p:cNvPr>
                <p:cNvCxnSpPr>
                  <a:cxnSpLocks/>
                  <a:stCxn id="48" idx="7"/>
                  <a:endCxn id="46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B92EF59-F5AC-E017-30A5-ADFC3EAE0B9E}"/>
                    </a:ext>
                  </a:extLst>
                </p:cNvPr>
                <p:cNvCxnSpPr>
                  <a:cxnSpLocks/>
                  <a:stCxn id="50" idx="0"/>
                  <a:endCxn id="46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BDB25F42-444D-1957-55A2-4F1449646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06B96831-31CD-BDAF-F4A5-48FED9A98B05}"/>
                    </a:ext>
                  </a:extLst>
                </p:cNvPr>
                <p:cNvCxnSpPr>
                  <a:cxnSpLocks/>
                  <a:stCxn id="55" idx="0"/>
                </p:cNvCxnSpPr>
                <p:nvPr/>
              </p:nvCxnSpPr>
              <p:spPr>
                <a:xfrm flipH="1" flipV="1">
                  <a:off x="7354306" y="2548043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00C5CA1-C556-08C6-89D0-075375C9C27A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D639C32-933F-562E-940C-6B0C01D6DB0C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DBF6B4C-F2FB-8F51-3ADA-4DD90B35004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89DC4E4-B56A-7ED5-DD2B-C60A225940DA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98DC98F-FA5D-C57D-FDD0-AF4FAA612AC7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C0511A-E10C-BE8D-62ED-934A2A4D8640}"/>
                    </a:ext>
                  </a:extLst>
                </p:cNvPr>
                <p:cNvSpPr txBox="1"/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C0511A-E10C-BE8D-62ED-934A2A4D8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798406-B7C8-94D1-7A67-928E9C85CD05}"/>
                    </a:ext>
                  </a:extLst>
                </p:cNvPr>
                <p:cNvSpPr txBox="1"/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798406-B7C8-94D1-7A67-928E9C85C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149380-7BC3-97C0-430C-CC31F9C3D8A8}"/>
                    </a:ext>
                  </a:extLst>
                </p:cNvPr>
                <p:cNvSpPr txBox="1"/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149380-7BC3-97C0-430C-CC31F9C3D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4E0CE21-6AB4-D0F1-656E-FF8E1E81BF20}"/>
                    </a:ext>
                  </a:extLst>
                </p:cNvPr>
                <p:cNvSpPr txBox="1"/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4E0CE21-6AB4-D0F1-656E-FF8E1E81B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3DB1884-29BC-C90F-F45E-7FF63354D1A3}"/>
                    </a:ext>
                  </a:extLst>
                </p:cNvPr>
                <p:cNvSpPr txBox="1"/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3DB1884-29BC-C90F-F45E-7FF63354D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A6FDCD-508A-07B7-26C5-4E3FE48D2990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2801570" y="3306616"/>
              <a:ext cx="0" cy="24877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0B7781-C91C-585F-2637-284A61BB26AE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9137711" y="3306616"/>
              <a:ext cx="0" cy="243203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47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2446E4-9138-A2A4-E19E-29B53DF03839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BD8AE1-725E-4680-44A4-75821DD1C63E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EA20C27-94E3-EF82-B066-C6C9318383F2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8B51145B-4143-BFCB-7640-8FD8DDFF7D48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92A3938F-B46C-93BC-ED09-2F255984F827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B7675288-6037-34B7-9E5C-D6D794978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B704ECC7-9CA7-1E83-E3A9-2656F12C9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B20E0282-7434-FCEC-F4C6-75332C51EE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06EAA6EF-5E4C-14CF-6468-FF1412C45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8648D38D-39F5-CD24-C125-A3F92C192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9B5CC251-E35B-0E4A-E608-C8D59CFA3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257813C4-9171-1F70-AB27-FB5B3EBADCFE}"/>
                        </a:ext>
                      </a:extLst>
                    </p:cNvPr>
                    <p:cNvCxnSpPr>
                      <a:cxnSpLocks/>
                      <a:stCxn id="13" idx="3"/>
                      <a:endCxn id="14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381CB6E9-1646-FA1B-F36F-61E19B529632}"/>
                        </a:ext>
                      </a:extLst>
                    </p:cNvPr>
                    <p:cNvCxnSpPr>
                      <a:cxnSpLocks/>
                      <a:stCxn id="13" idx="5"/>
                      <a:endCxn id="15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64BECAB9-FB3B-AF93-8D29-10B949671677}"/>
                        </a:ext>
                      </a:extLst>
                    </p:cNvPr>
                    <p:cNvCxnSpPr>
                      <a:stCxn id="16" idx="7"/>
                      <a:endCxn id="14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FFE59C21-08AC-00A0-4ADA-A7361360A9F3}"/>
                        </a:ext>
                      </a:extLst>
                    </p:cNvPr>
                    <p:cNvCxnSpPr>
                      <a:cxnSpLocks/>
                      <a:stCxn id="18" idx="7"/>
                      <a:endCxn id="16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72642F43-8430-EC8F-D864-873EE7842B1A}"/>
                        </a:ext>
                      </a:extLst>
                    </p:cNvPr>
                    <p:cNvCxnSpPr>
                      <a:stCxn id="17" idx="1"/>
                      <a:endCxn id="15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79DD00EA-A418-BE18-C681-27FFFB3C4A1E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0A12A2BC-B31E-4941-BFBF-ADA0D02D45AF}"/>
                      </a:ext>
                    </a:extLst>
                  </p:cNvPr>
                  <p:cNvCxnSpPr>
                    <a:cxnSpLocks/>
                    <a:stCxn id="11" idx="0"/>
                    <a:endCxn id="14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A19C799-DA8A-2F26-DC27-7578D35C4651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FC1A7374-71FD-FD69-A95F-94455213B14E}"/>
                    </a:ext>
                  </a:extLst>
                </p:cNvPr>
                <p:cNvCxnSpPr>
                  <a:cxnSpLocks/>
                  <a:stCxn id="6" idx="1"/>
                  <a:endCxn id="16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493EE81-79AC-DE68-9A1F-CDA7EA42D76A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6F75729-F65E-C4F4-74CB-2513D6DBF1FD}"/>
                  </a:ext>
                </a:extLst>
              </p:cNvPr>
              <p:cNvCxnSpPr>
                <a:cxnSpLocks/>
                <a:stCxn id="3" idx="1"/>
                <a:endCxn id="17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FBF94FE-1225-CB32-42BB-5EC453023FB8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5FFC1A-2EDE-F427-E8D4-554C6D0317D9}"/>
                </a:ext>
              </a:extLst>
            </p:cNvPr>
            <p:cNvCxnSpPr>
              <a:cxnSpLocks/>
              <a:stCxn id="40" idx="0"/>
              <a:endCxn id="15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3EB80A-8B27-6433-5BAB-37C19A79FF12}"/>
                  </a:ext>
                </a:extLst>
              </p14:cNvPr>
              <p14:cNvContentPartPr/>
              <p14:nvPr/>
            </p14:nvContentPartPr>
            <p14:xfrm>
              <a:off x="8830440" y="4785120"/>
              <a:ext cx="1340280" cy="851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3EB80A-8B27-6433-5BAB-37C19A79FF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1080" y="4775760"/>
                <a:ext cx="1359000" cy="87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918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975C-AF4A-3794-CC20-26FA0C67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12B8-A062-FE15-CEA4-2B6FCE83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Balanced! Multiple Problem Nodes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6BE4D5-0370-F814-34E5-541254CE74FA}"/>
              </a:ext>
            </a:extLst>
          </p:cNvPr>
          <p:cNvSpPr/>
          <p:nvPr/>
        </p:nvSpPr>
        <p:spPr>
          <a:xfrm>
            <a:off x="8900553" y="4805104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38D423-2ABD-0CBD-F4B8-8D0AC4709727}"/>
              </a:ext>
            </a:extLst>
          </p:cNvPr>
          <p:cNvCxnSpPr>
            <a:cxnSpLocks/>
            <a:stCxn id="52" idx="1"/>
            <a:endCxn id="111" idx="5"/>
          </p:cNvCxnSpPr>
          <p:nvPr/>
        </p:nvCxnSpPr>
        <p:spPr>
          <a:xfrm flipH="1" flipV="1">
            <a:off x="8810853" y="4715404"/>
            <a:ext cx="179400" cy="179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0EB00F8-0AFA-F1D2-E66F-14FB6A634D9B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6057CE5-B195-D590-8B7C-8CC282296003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C05EFE9-6C11-17F6-8387-93824927E6C5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48120A3A-0824-C12D-492C-E1F18DBCBD6F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189BA9FB-C568-E774-5C63-1D5243FA5A50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57E33089-1AB5-1CD2-7F91-BF0EB25950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rgbClr val="FF858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F5AAE3A8-4B1F-B808-6068-A182D93E20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4C2BBAC8-2D94-61AC-D507-83AF25DCFB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EA5E017-FB04-D53C-D68E-9870663B1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23" name="Oval 122">
                      <a:extLst>
                        <a:ext uri="{FF2B5EF4-FFF2-40B4-BE49-F238E27FC236}">
                          <a16:creationId xmlns:a16="http://schemas.microsoft.com/office/drawing/2014/main" id="{516F3E11-EF89-5B94-63B8-166D10CC0C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B23585B-8AD5-64DD-198B-48EA5FEC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C8989D81-9679-CDA4-5FEF-C17E7C08E05F}"/>
                        </a:ext>
                      </a:extLst>
                    </p:cNvPr>
                    <p:cNvCxnSpPr>
                      <a:cxnSpLocks/>
                      <a:stCxn id="119" idx="3"/>
                      <a:endCxn id="120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1A508C7E-8FCD-3B51-E6D2-907DF4BD7F24}"/>
                        </a:ext>
                      </a:extLst>
                    </p:cNvPr>
                    <p:cNvCxnSpPr>
                      <a:cxnSpLocks/>
                      <a:stCxn id="119" idx="5"/>
                      <a:endCxn id="121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D5A7AEC3-9F8A-EB17-79DB-8D7CB4ADD2BB}"/>
                        </a:ext>
                      </a:extLst>
                    </p:cNvPr>
                    <p:cNvCxnSpPr>
                      <a:stCxn id="122" idx="7"/>
                      <a:endCxn id="120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FF5FF3EC-6510-1951-CBDE-85DD5F832B16}"/>
                        </a:ext>
                      </a:extLst>
                    </p:cNvPr>
                    <p:cNvCxnSpPr>
                      <a:cxnSpLocks/>
                      <a:stCxn id="124" idx="7"/>
                      <a:endCxn id="122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DD690D51-722E-76C9-9971-424D071C19A7}"/>
                        </a:ext>
                      </a:extLst>
                    </p:cNvPr>
                    <p:cNvCxnSpPr>
                      <a:stCxn id="123" idx="1"/>
                      <a:endCxn id="121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ADA2723D-480A-2C58-5488-3C8AC507E2CC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4E73F34D-46CD-AA2F-96A4-247276312068}"/>
                      </a:ext>
                    </a:extLst>
                  </p:cNvPr>
                  <p:cNvCxnSpPr>
                    <a:cxnSpLocks/>
                    <a:stCxn id="117" idx="0"/>
                    <a:endCxn id="120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6DEACC50-E555-1571-4BAF-47772BEAFD0C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DD29B1B7-9B5D-302C-CB36-06804A04BCEF}"/>
                    </a:ext>
                  </a:extLst>
                </p:cNvPr>
                <p:cNvCxnSpPr>
                  <a:cxnSpLocks/>
                  <a:stCxn id="114" idx="1"/>
                  <a:endCxn id="122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7F59179B-37B9-D130-FE12-542CCDC3D10D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rgbClr val="FF858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94BFF33-AF4E-51DA-410C-77704CC8A9D8}"/>
                  </a:ext>
                </a:extLst>
              </p:cNvPr>
              <p:cNvCxnSpPr>
                <a:cxnSpLocks/>
                <a:stCxn id="111" idx="1"/>
                <a:endCxn id="123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607C7A6-7997-7982-F31F-D89C787968FE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DAB1C9E-1961-181D-7C71-A59171318E86}"/>
                </a:ext>
              </a:extLst>
            </p:cNvPr>
            <p:cNvCxnSpPr>
              <a:cxnSpLocks/>
              <a:stCxn id="108" idx="0"/>
              <a:endCxn id="121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101F83-EFA2-1B38-8F0B-4FEFB92F61D6}"/>
              </a:ext>
            </a:extLst>
          </p:cNvPr>
          <p:cNvSpPr txBox="1"/>
          <p:nvPr/>
        </p:nvSpPr>
        <p:spPr>
          <a:xfrm>
            <a:off x="9031490" y="4498848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DA166-F4DA-538C-2157-BEA4D20340C3}"/>
              </a:ext>
            </a:extLst>
          </p:cNvPr>
          <p:cNvSpPr txBox="1"/>
          <p:nvPr/>
        </p:nvSpPr>
        <p:spPr>
          <a:xfrm>
            <a:off x="7074742" y="241090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C0801-6B7E-0A88-D8FB-F217BBB5DB23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D8E44-7EB4-A33A-F9EA-8B108F2418CA}"/>
              </a:ext>
            </a:extLst>
          </p:cNvPr>
          <p:cNvSpPr txBox="1"/>
          <p:nvPr/>
        </p:nvSpPr>
        <p:spPr>
          <a:xfrm>
            <a:off x="7815393" y="3091041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F935D-8FCB-C9C6-6084-E90B32462174}"/>
              </a:ext>
            </a:extLst>
          </p:cNvPr>
          <p:cNvSpPr txBox="1"/>
          <p:nvPr/>
        </p:nvSpPr>
        <p:spPr>
          <a:xfrm>
            <a:off x="5194203" y="238240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E2EA8-E504-9092-55E4-8046D8FA47CF}"/>
              </a:ext>
            </a:extLst>
          </p:cNvPr>
          <p:cNvSpPr txBox="1"/>
          <p:nvPr/>
        </p:nvSpPr>
        <p:spPr>
          <a:xfrm>
            <a:off x="7086257" y="406232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70DE6-FAD8-CFC0-2460-A3C812CA98ED}"/>
              </a:ext>
            </a:extLst>
          </p:cNvPr>
          <p:cNvSpPr txBox="1"/>
          <p:nvPr/>
        </p:nvSpPr>
        <p:spPr>
          <a:xfrm>
            <a:off x="6380767" y="3182752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80E21-267E-1AD5-8880-CB90A23E9D3E}"/>
              </a:ext>
            </a:extLst>
          </p:cNvPr>
          <p:cNvSpPr txBox="1"/>
          <p:nvPr/>
        </p:nvSpPr>
        <p:spPr>
          <a:xfrm>
            <a:off x="7869054" y="498224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A8FCC-C022-0FBA-46CC-2BFE81A7B256}"/>
              </a:ext>
            </a:extLst>
          </p:cNvPr>
          <p:cNvSpPr txBox="1"/>
          <p:nvPr/>
        </p:nvSpPr>
        <p:spPr>
          <a:xfrm>
            <a:off x="259619" y="1502479"/>
            <a:ext cx="40880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Here, nodes 11 and 16 are problem nodes.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There may be multiple places where we can do a rotation to rebalance the tree, but the </a:t>
            </a:r>
            <a:r>
              <a:rPr lang="en-US" sz="2400" i="1" dirty="0">
                <a:solidFill>
                  <a:srgbClr val="C00000"/>
                </a:solidFill>
              </a:rPr>
              <a:t>deepest</a:t>
            </a:r>
            <a:r>
              <a:rPr lang="en-US" sz="2400" dirty="0">
                <a:solidFill>
                  <a:srgbClr val="C00000"/>
                </a:solidFill>
              </a:rPr>
              <a:t> problem node </a:t>
            </a:r>
            <a:r>
              <a:rPr lang="en-US" sz="2400" i="1" dirty="0">
                <a:solidFill>
                  <a:srgbClr val="C00000"/>
                </a:solidFill>
              </a:rPr>
              <a:t>always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i="1" dirty="0">
                <a:solidFill>
                  <a:srgbClr val="C00000"/>
                </a:solidFill>
              </a:rPr>
              <a:t>works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5548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7348110" y="1696358"/>
            <a:ext cx="4984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</a:t>
            </a:r>
          </a:p>
          <a:p>
            <a:r>
              <a:rPr lang="en-US" dirty="0">
                <a:solidFill>
                  <a:srgbClr val="FF0000"/>
                </a:solidFill>
              </a:rPr>
              <a:t>Take the subtree starting with the problem node,</a:t>
            </a:r>
          </a:p>
          <a:p>
            <a:r>
              <a:rPr lang="en-US" dirty="0">
                <a:solidFill>
                  <a:srgbClr val="FF0000"/>
                </a:solidFill>
              </a:rPr>
              <a:t>“Rotate” that tree to the left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0B0969-2DC8-E369-208A-DA6169430CAA}"/>
              </a:ext>
            </a:extLst>
          </p:cNvPr>
          <p:cNvSpPr/>
          <p:nvPr/>
        </p:nvSpPr>
        <p:spPr>
          <a:xfrm>
            <a:off x="8900553" y="48051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F52FE1-BD1F-28E9-967F-5676B0189442}"/>
              </a:ext>
            </a:extLst>
          </p:cNvPr>
          <p:cNvCxnSpPr>
            <a:cxnSpLocks/>
            <a:stCxn id="52" idx="1"/>
            <a:endCxn id="111" idx="5"/>
          </p:cNvCxnSpPr>
          <p:nvPr/>
        </p:nvCxnSpPr>
        <p:spPr>
          <a:xfrm flipH="1" flipV="1">
            <a:off x="8810853" y="4715404"/>
            <a:ext cx="179400" cy="179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31B4431-1959-3D11-4655-89732DFF56CB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896F7C7-534A-BA83-2083-347AFDB97A18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A1733A1-39DF-181D-8445-504416FEB180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722102BA-7EB1-3CC8-6B87-3FCB4314BAE3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40FE6087-5C60-8EFC-C759-F31170E270EB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81A86D9D-A8BC-BEBB-ACF9-27675DAB4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A57F424B-C58D-2697-834B-452478446D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EFCBFD94-EE5F-3AF9-39E0-B4B10543E8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D3A23E20-3CB0-87BC-0099-DC459E7A0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23" name="Oval 122">
                      <a:extLst>
                        <a:ext uri="{FF2B5EF4-FFF2-40B4-BE49-F238E27FC236}">
                          <a16:creationId xmlns:a16="http://schemas.microsoft.com/office/drawing/2014/main" id="{8DD9A857-00C8-54C7-1978-1A88523D9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3A96E6E-A6B1-7011-C366-6002F16619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2671A4FC-C97C-8D2A-9E81-C0F57BD1E072}"/>
                        </a:ext>
                      </a:extLst>
                    </p:cNvPr>
                    <p:cNvCxnSpPr>
                      <a:cxnSpLocks/>
                      <a:stCxn id="119" idx="3"/>
                      <a:endCxn id="120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18E43C2C-053B-2FFA-A3C0-95EF3D43DEEA}"/>
                        </a:ext>
                      </a:extLst>
                    </p:cNvPr>
                    <p:cNvCxnSpPr>
                      <a:cxnSpLocks/>
                      <a:stCxn id="119" idx="5"/>
                      <a:endCxn id="121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D4483605-8E24-A998-E0BA-7F7BC322B54D}"/>
                        </a:ext>
                      </a:extLst>
                    </p:cNvPr>
                    <p:cNvCxnSpPr>
                      <a:stCxn id="122" idx="7"/>
                      <a:endCxn id="120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17EA3640-F0AB-3515-A0ED-7F01750FF9CF}"/>
                        </a:ext>
                      </a:extLst>
                    </p:cNvPr>
                    <p:cNvCxnSpPr>
                      <a:cxnSpLocks/>
                      <a:stCxn id="124" idx="7"/>
                      <a:endCxn id="122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543CC303-32F1-6884-6C24-F7F185458274}"/>
                        </a:ext>
                      </a:extLst>
                    </p:cNvPr>
                    <p:cNvCxnSpPr>
                      <a:stCxn id="123" idx="1"/>
                      <a:endCxn id="121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8BA96AB7-84DA-A8F0-5521-204310BFF733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ECAA481E-776D-9B89-B8FD-403378272D14}"/>
                      </a:ext>
                    </a:extLst>
                  </p:cNvPr>
                  <p:cNvCxnSpPr>
                    <a:cxnSpLocks/>
                    <a:stCxn id="117" idx="0"/>
                    <a:endCxn id="120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A3302FBF-673C-34CF-7EC7-65E7FC047B38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92304523-CC16-84B8-325C-4329D7B2AF56}"/>
                    </a:ext>
                  </a:extLst>
                </p:cNvPr>
                <p:cNvCxnSpPr>
                  <a:cxnSpLocks/>
                  <a:stCxn id="114" idx="1"/>
                  <a:endCxn id="122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F99CA63D-421D-0FEC-0398-481D99062410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562526B-32DD-4639-8BFB-3BE6AD2C2AF6}"/>
                  </a:ext>
                </a:extLst>
              </p:cNvPr>
              <p:cNvCxnSpPr>
                <a:cxnSpLocks/>
                <a:stCxn id="111" idx="1"/>
                <a:endCxn id="123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C321388-EEEE-EAFE-94E4-295071FEF5FB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7C393D2-AA50-0F70-D168-B8CB09AF8565}"/>
                </a:ext>
              </a:extLst>
            </p:cNvPr>
            <p:cNvCxnSpPr>
              <a:cxnSpLocks/>
              <a:stCxn id="108" idx="0"/>
              <a:endCxn id="121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 flipH="1">
            <a:off x="7187861" y="2924063"/>
            <a:ext cx="1639005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0ECD-B9C9-E93F-1139-AF0403EEE33F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B8008-9A6D-428A-5A9E-1D4F6C3150A5}"/>
              </a:ext>
            </a:extLst>
          </p:cNvPr>
          <p:cNvSpPr txBox="1"/>
          <p:nvPr/>
        </p:nvSpPr>
        <p:spPr>
          <a:xfrm>
            <a:off x="7021299" y="4157292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C76197-9780-3895-C99B-635997DAAA7B}"/>
                  </a:ext>
                </a:extLst>
              </p14:cNvPr>
              <p14:cNvContentPartPr/>
              <p14:nvPr/>
            </p14:nvContentPartPr>
            <p14:xfrm>
              <a:off x="7964280" y="3312720"/>
              <a:ext cx="854280" cy="1172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CC76197-9780-3895-C99B-635997DAAA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4920" y="3303360"/>
                <a:ext cx="873000" cy="119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5533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588142-BA3E-214A-5F91-4641F9260F24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A2B72C-3787-FADF-273F-8EFDEB4113C1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40ACB14-EB47-703E-DD87-A3F1F2D8DD59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FCCAEE77-93ED-0577-3519-0BE15EA2B58A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CB93A83-875B-9031-7072-EAA750E4F3BA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2DA4BADD-BD84-1D65-6F34-911460C26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F6628CEA-2BED-8F15-29D4-04C515C3C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D82CEA20-3D90-9CDB-6145-EE3D68EC4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C71173B0-3AC1-D397-A5F8-45A759F35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E533412E-9EAE-77B6-2680-1BB250C0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F6653EAB-CF92-DEBF-F06A-D237E8EAB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E8FBF119-F10A-E70F-C0C1-02D1344DA65F}"/>
                        </a:ext>
                      </a:extLst>
                    </p:cNvPr>
                    <p:cNvCxnSpPr>
                      <a:cxnSpLocks/>
                      <a:stCxn id="16" idx="3"/>
                      <a:endCxn id="17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957BD4C3-36E7-353E-BB50-27F28FA99852}"/>
                        </a:ext>
                      </a:extLst>
                    </p:cNvPr>
                    <p:cNvCxnSpPr>
                      <a:cxnSpLocks/>
                      <a:stCxn id="16" idx="5"/>
                      <a:endCxn id="18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44D0C602-88EC-28E1-0AEB-C7FCBFBF1429}"/>
                        </a:ext>
                      </a:extLst>
                    </p:cNvPr>
                    <p:cNvCxnSpPr>
                      <a:stCxn id="19" idx="7"/>
                      <a:endCxn id="17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B3BFD3E6-80D7-C7DF-7AD5-855E06F45B88}"/>
                        </a:ext>
                      </a:extLst>
                    </p:cNvPr>
                    <p:cNvCxnSpPr>
                      <a:cxnSpLocks/>
                      <a:stCxn id="21" idx="7"/>
                      <a:endCxn id="19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86E39809-0AB7-8376-C608-D4413B311DE4}"/>
                        </a:ext>
                      </a:extLst>
                    </p:cNvPr>
                    <p:cNvCxnSpPr>
                      <a:stCxn id="20" idx="1"/>
                      <a:endCxn id="18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B529E4C8-B415-7106-BF86-FEF8E6D36950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EF2EE05A-0721-4CAF-3B48-766628E89B24}"/>
                      </a:ext>
                    </a:extLst>
                  </p:cNvPr>
                  <p:cNvCxnSpPr>
                    <a:cxnSpLocks/>
                    <a:stCxn id="14" idx="0"/>
                    <a:endCxn id="17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61B257E-2ABA-7A4A-4B7F-B3C6FBFBB6C5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0E128ED-F352-D598-5852-55CCCA74DB6D}"/>
                    </a:ext>
                  </a:extLst>
                </p:cNvPr>
                <p:cNvCxnSpPr>
                  <a:cxnSpLocks/>
                  <a:stCxn id="11" idx="1"/>
                  <a:endCxn id="19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0EDA9A-0F72-9D02-B87D-BB7B1AE1D91E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CF606FF-5AFD-CD0E-72DD-0FDCC5448A87}"/>
                  </a:ext>
                </a:extLst>
              </p:cNvPr>
              <p:cNvCxnSpPr>
                <a:cxnSpLocks/>
                <a:stCxn id="8" idx="1"/>
                <a:endCxn id="20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B0842E4-0F10-4833-6EED-5DA6E1A35AEE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A352AA8-ED33-0160-5DBE-E55F432391BF}"/>
                </a:ext>
              </a:extLst>
            </p:cNvPr>
            <p:cNvCxnSpPr>
              <a:cxnSpLocks/>
              <a:stCxn id="5" idx="0"/>
              <a:endCxn id="18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F840B66A-9063-6327-AA78-D06A587F2ED7}"/>
              </a:ext>
            </a:extLst>
          </p:cNvPr>
          <p:cNvSpPr/>
          <p:nvPr/>
        </p:nvSpPr>
        <p:spPr>
          <a:xfrm>
            <a:off x="7348110" y="4192593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2B4773-3E77-95DD-3111-2661C2B0A23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654366" y="3923519"/>
            <a:ext cx="121959" cy="269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7FAD8A-4271-DD99-C85D-0A3ABB65DE91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C039B-237F-758D-C8CD-88BFD9B4DD1C}"/>
              </a:ext>
            </a:extLst>
          </p:cNvPr>
          <p:cNvSpPr txBox="1"/>
          <p:nvPr/>
        </p:nvSpPr>
        <p:spPr>
          <a:xfrm>
            <a:off x="6920325" y="393562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</p:spTree>
    <p:extLst>
      <p:ext uri="{BB962C8B-B14F-4D97-AF65-F5344CB8AC3E}">
        <p14:creationId xmlns:p14="http://schemas.microsoft.com/office/powerpoint/2010/main" val="2824994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Make the right child the new root</a:t>
                </a:r>
              </a:p>
              <a:p>
                <a:r>
                  <a:rPr lang="en-US" dirty="0"/>
                  <a:t>Make the old root the left child of the new</a:t>
                </a:r>
              </a:p>
              <a:p>
                <a:r>
                  <a:rPr lang="en-US" dirty="0"/>
                  <a:t>Make the new root’s left subtree the old root’s right subtree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  <a:blipFill>
                <a:blip r:embed="rId2"/>
                <a:stretch>
                  <a:fillRect l="-1043" t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D169C1C-2017-AE38-85F4-21C726B32510}"/>
              </a:ext>
            </a:extLst>
          </p:cNvPr>
          <p:cNvGrpSpPr/>
          <p:nvPr/>
        </p:nvGrpSpPr>
        <p:grpSpPr>
          <a:xfrm>
            <a:off x="1617721" y="3335744"/>
            <a:ext cx="9538101" cy="3489139"/>
            <a:chOff x="1617721" y="3335744"/>
            <a:chExt cx="9538101" cy="348913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EE3BEE-6549-5A90-A178-CB843F41D093}"/>
                </a:ext>
              </a:extLst>
            </p:cNvPr>
            <p:cNvGrpSpPr/>
            <p:nvPr/>
          </p:nvGrpSpPr>
          <p:grpSpPr>
            <a:xfrm>
              <a:off x="1617721" y="3522256"/>
              <a:ext cx="3289741" cy="3302627"/>
              <a:chOff x="7342089" y="136853"/>
              <a:chExt cx="3289741" cy="33026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62564D-E372-F50C-5980-C112EF7ECA4D}"/>
                  </a:ext>
                </a:extLst>
              </p:cNvPr>
              <p:cNvCxnSpPr>
                <a:cxnSpLocks/>
                <a:stCxn id="36" idx="3"/>
                <a:endCxn id="35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9A738FD-1682-5EB7-685E-AE958F861694}"/>
                  </a:ext>
                </a:extLst>
              </p:cNvPr>
              <p:cNvCxnSpPr>
                <a:cxnSpLocks/>
                <a:stCxn id="34" idx="3"/>
                <a:endCxn id="37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69BC999-CE86-9682-91DC-E9C0F86021D7}"/>
                  </a:ext>
                </a:extLst>
              </p:cNvPr>
              <p:cNvCxnSpPr>
                <a:cxnSpLocks/>
                <a:stCxn id="36" idx="5"/>
                <a:endCxn id="34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1A19D79-2582-DF96-4EE4-A322DE8F4EFA}"/>
                  </a:ext>
                </a:extLst>
              </p:cNvPr>
              <p:cNvCxnSpPr>
                <a:cxnSpLocks/>
                <a:stCxn id="38" idx="0"/>
                <a:endCxn id="34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/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946C4ED-4422-1E95-01CC-240395B3A549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>
              <a:xfrm flipH="1" flipV="1">
                <a:off x="10325574" y="2558523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88549AC5-13F6-C0FF-FEBC-7A399516549C}"/>
                </a:ext>
              </a:extLst>
            </p:cNvPr>
            <p:cNvSpPr/>
            <p:nvPr/>
          </p:nvSpPr>
          <p:spPr>
            <a:xfrm>
              <a:off x="5315019" y="4291198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Left Rotation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CBA3C8-A102-5ECE-C2C8-45E18D336C3D}"/>
                </a:ext>
              </a:extLst>
            </p:cNvPr>
            <p:cNvGrpSpPr/>
            <p:nvPr/>
          </p:nvGrpSpPr>
          <p:grpSpPr>
            <a:xfrm>
              <a:off x="7628306" y="3393143"/>
              <a:ext cx="3527516" cy="2616071"/>
              <a:chOff x="892226" y="3227705"/>
              <a:chExt cx="3527516" cy="261607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FDCD005-FB82-BD66-A847-A2A9C4AA4C48}"/>
                  </a:ext>
                </a:extLst>
              </p:cNvPr>
              <p:cNvGrpSpPr/>
              <p:nvPr/>
            </p:nvGrpSpPr>
            <p:grpSpPr>
              <a:xfrm>
                <a:off x="892226" y="3344160"/>
                <a:ext cx="3527516" cy="2499616"/>
                <a:chOff x="7214210" y="131613"/>
                <a:chExt cx="3527516" cy="24996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B7B1586-83AD-014F-F29B-ED7281AEF95D}"/>
                    </a:ext>
                  </a:extLst>
                </p:cNvPr>
                <p:cNvCxnSpPr>
                  <a:cxnSpLocks/>
                  <a:stCxn id="6" idx="3"/>
                  <a:endCxn id="5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1A6ADD7-48CD-EBB0-0667-39AD6203B8F4}"/>
                    </a:ext>
                  </a:extLst>
                </p:cNvPr>
                <p:cNvCxnSpPr>
                  <a:cxnSpLocks/>
                  <a:stCxn id="6" idx="5"/>
                  <a:endCxn id="7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816D49-A49E-3DD3-C079-EE0D995FB3A7}"/>
                    </a:ext>
                  </a:extLst>
                </p:cNvPr>
                <p:cNvCxnSpPr>
                  <a:cxnSpLocks/>
                  <a:stCxn id="6" idx="7"/>
                  <a:endCxn id="4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6498DDE-3587-8F96-6A1C-4AB53C4EC313}"/>
                    </a:ext>
                  </a:extLst>
                </p:cNvPr>
                <p:cNvCxnSpPr>
                  <a:cxnSpLocks/>
                  <a:stCxn id="8" idx="0"/>
                  <a:endCxn id="4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E83608A-477E-6324-E54F-86966C47F633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H="1" flipV="1">
                  <a:off x="10435470" y="1750272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/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/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/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/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/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/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6AB19-E53E-6F64-8011-31193B62EB52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3010517" y="3335744"/>
              <a:ext cx="0" cy="18651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EF5CFE-B6FD-FFBD-FB1F-81619960627F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9537649" y="3335744"/>
              <a:ext cx="1" cy="17385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784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A57D-5B8F-692D-B81A-6EBDD3AE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FFBD-A530-109F-B4F7-634EFFB3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 (Implementation)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EBA91-BA7C-D1CA-9EB5-932ECAABE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b=</a:t>
            </a:r>
            <a:r>
              <a:rPr lang="en-US" dirty="0" err="1">
                <a:latin typeface="Consolas" panose="020B0609020204030204" pitchFamily="49" charset="0"/>
              </a:rPr>
              <a:t>a.right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a.right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 err="1">
                <a:latin typeface="Consolas" panose="020B0609020204030204" pitchFamily="49" charset="0"/>
              </a:rPr>
              <a:t>b.left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b.left</a:t>
            </a:r>
            <a:r>
              <a:rPr lang="en-US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return b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C50A3-5F02-9C93-222D-1F4DC54F523E}"/>
              </a:ext>
            </a:extLst>
          </p:cNvPr>
          <p:cNvGrpSpPr/>
          <p:nvPr/>
        </p:nvGrpSpPr>
        <p:grpSpPr>
          <a:xfrm>
            <a:off x="1617721" y="3335744"/>
            <a:ext cx="9538101" cy="3489139"/>
            <a:chOff x="1617721" y="3335744"/>
            <a:chExt cx="9538101" cy="348913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FA6F71-4AD7-C724-F05F-EFB03DCCB79D}"/>
                </a:ext>
              </a:extLst>
            </p:cNvPr>
            <p:cNvGrpSpPr/>
            <p:nvPr/>
          </p:nvGrpSpPr>
          <p:grpSpPr>
            <a:xfrm>
              <a:off x="1617721" y="3522256"/>
              <a:ext cx="3289741" cy="3302627"/>
              <a:chOff x="7342089" y="136853"/>
              <a:chExt cx="3289741" cy="33026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DD0F0C97-9766-565E-2C73-E1904D38F0CF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Isosceles Triangle 56">
                    <a:extLst>
                      <a:ext uri="{FF2B5EF4-FFF2-40B4-BE49-F238E27FC236}">
                        <a16:creationId xmlns:a16="http://schemas.microsoft.com/office/drawing/2014/main" id="{0B211739-5C45-E0A7-6508-A0BB5D27232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409B4790-B020-9B21-CDD8-2922E50614B1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Isosceles Triangle 58">
                    <a:extLst>
                      <a:ext uri="{FF2B5EF4-FFF2-40B4-BE49-F238E27FC236}">
                        <a16:creationId xmlns:a16="http://schemas.microsoft.com/office/drawing/2014/main" id="{11528E1B-E8C3-7186-AED1-2C5352C59CA2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Isosceles Triangle 59">
                    <a:extLst>
                      <a:ext uri="{FF2B5EF4-FFF2-40B4-BE49-F238E27FC236}">
                        <a16:creationId xmlns:a16="http://schemas.microsoft.com/office/drawing/2014/main" id="{0E91A93B-7DC2-1037-D794-3B50D652FE31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EDBE46D-9F7B-DDEF-2FED-A980C29F6E6C}"/>
                  </a:ext>
                </a:extLst>
              </p:cNvPr>
              <p:cNvCxnSpPr>
                <a:cxnSpLocks/>
                <a:stCxn id="58" idx="3"/>
                <a:endCxn id="57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3F5688C-9BDD-0C0A-5207-E6A18D09A9ED}"/>
                  </a:ext>
                </a:extLst>
              </p:cNvPr>
              <p:cNvCxnSpPr>
                <a:cxnSpLocks/>
                <a:stCxn id="56" idx="3"/>
                <a:endCxn id="59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D0683A-C44E-7157-6D29-F4920CA30B30}"/>
                  </a:ext>
                </a:extLst>
              </p:cNvPr>
              <p:cNvCxnSpPr>
                <a:cxnSpLocks/>
                <a:stCxn id="58" idx="5"/>
                <a:endCxn id="56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2310F47-9A39-815A-965D-7A7566585EF9}"/>
                  </a:ext>
                </a:extLst>
              </p:cNvPr>
              <p:cNvCxnSpPr>
                <a:cxnSpLocks/>
                <a:stCxn id="60" idx="0"/>
                <a:endCxn id="56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Oval 76">
                    <a:extLst>
                      <a:ext uri="{FF2B5EF4-FFF2-40B4-BE49-F238E27FC236}">
                        <a16:creationId xmlns:a16="http://schemas.microsoft.com/office/drawing/2014/main" id="{4DCE8F5B-552D-1D72-4A02-DCC5060558D8}"/>
                      </a:ext>
                    </a:extLst>
                  </p:cNvPr>
                  <p:cNvSpPr/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54C81AC-F2AE-ED0E-1F08-C45F23158334}"/>
                  </a:ext>
                </a:extLst>
              </p:cNvPr>
              <p:cNvCxnSpPr>
                <a:cxnSpLocks/>
                <a:stCxn id="77" idx="0"/>
              </p:cNvCxnSpPr>
              <p:nvPr/>
            </p:nvCxnSpPr>
            <p:spPr>
              <a:xfrm flipH="1" flipV="1">
                <a:off x="10325574" y="2558523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E6B59C21-B851-24D0-E846-43C5255C271E}"/>
                </a:ext>
              </a:extLst>
            </p:cNvPr>
            <p:cNvSpPr/>
            <p:nvPr/>
          </p:nvSpPr>
          <p:spPr>
            <a:xfrm>
              <a:off x="5315019" y="4291198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Left Rotation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BC3BAB-EC90-CBB7-2C91-5D7C440983CA}"/>
                </a:ext>
              </a:extLst>
            </p:cNvPr>
            <p:cNvGrpSpPr/>
            <p:nvPr/>
          </p:nvGrpSpPr>
          <p:grpSpPr>
            <a:xfrm>
              <a:off x="7628306" y="3393143"/>
              <a:ext cx="3527516" cy="2616071"/>
              <a:chOff x="892226" y="3227705"/>
              <a:chExt cx="3527516" cy="261607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9FCFFD4-72EF-C5F8-B4B2-5BD0E8BDE648}"/>
                  </a:ext>
                </a:extLst>
              </p:cNvPr>
              <p:cNvGrpSpPr/>
              <p:nvPr/>
            </p:nvGrpSpPr>
            <p:grpSpPr>
              <a:xfrm>
                <a:off x="892226" y="3344160"/>
                <a:ext cx="3527516" cy="2499616"/>
                <a:chOff x="7214210" y="131613"/>
                <a:chExt cx="3527516" cy="24996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id="{E3DDE4A7-9B5B-0C8E-5673-E5385E47C1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Isosceles Triangle 45">
                      <a:extLst>
                        <a:ext uri="{FF2B5EF4-FFF2-40B4-BE49-F238E27FC236}">
                          <a16:creationId xmlns:a16="http://schemas.microsoft.com/office/drawing/2014/main" id="{EA43264F-9BB2-CDC0-4655-09CEFA52F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4E26E0B8-BE8C-1D0A-B8DE-898FAA11C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Isosceles Triangle 47">
                      <a:extLst>
                        <a:ext uri="{FF2B5EF4-FFF2-40B4-BE49-F238E27FC236}">
                          <a16:creationId xmlns:a16="http://schemas.microsoft.com/office/drawing/2014/main" id="{AA41D5E8-014B-C1A6-7D96-25DB170B9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CC99149C-1357-1736-1032-9B0AFD47CC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5222DB1-0203-5F6B-084B-916C3CEC29AC}"/>
                    </a:ext>
                  </a:extLst>
                </p:cNvPr>
                <p:cNvCxnSpPr>
                  <a:cxnSpLocks/>
                  <a:stCxn id="47" idx="3"/>
                  <a:endCxn id="46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3CBEA4B-CEA7-08DD-CD17-6B6CA906BDE3}"/>
                    </a:ext>
                  </a:extLst>
                </p:cNvPr>
                <p:cNvCxnSpPr>
                  <a:cxnSpLocks/>
                  <a:stCxn id="47" idx="5"/>
                  <a:endCxn id="48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0F965A8-AAA7-F23C-4EBF-AC8742B84490}"/>
                    </a:ext>
                  </a:extLst>
                </p:cNvPr>
                <p:cNvCxnSpPr>
                  <a:cxnSpLocks/>
                  <a:stCxn id="47" idx="7"/>
                  <a:endCxn id="45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190CB49-7637-8480-988E-33D6D9064F33}"/>
                    </a:ext>
                  </a:extLst>
                </p:cNvPr>
                <p:cNvCxnSpPr>
                  <a:cxnSpLocks/>
                  <a:stCxn id="49" idx="0"/>
                  <a:endCxn id="45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C138BFB1-E75A-E201-68C8-4AFBD8C00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C2A0ACC-2DEB-BEA7-2E1B-A615E6421273}"/>
                    </a:ext>
                  </a:extLst>
                </p:cNvPr>
                <p:cNvCxnSpPr>
                  <a:cxnSpLocks/>
                  <a:stCxn id="54" idx="0"/>
                </p:cNvCxnSpPr>
                <p:nvPr/>
              </p:nvCxnSpPr>
              <p:spPr>
                <a:xfrm flipH="1" flipV="1">
                  <a:off x="10435470" y="1750272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41133A15-C93C-F782-216C-17D39D3DC7B1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8A18568-6F40-179E-17B7-7C6B61514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7508252-1F30-D0BC-F90C-535F503454A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2CF2E46-3C6F-1F10-3F5A-82959D68BD5A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65354DB-A365-8B50-052B-B30490D1096D}"/>
                      </a:ext>
                    </a:extLst>
                  </p:cNvPr>
                  <p:cNvSpPr txBox="1"/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3057950-CBC9-989D-233D-B46AEDC9480A}"/>
                    </a:ext>
                  </a:extLst>
                </p:cNvPr>
                <p:cNvSpPr txBox="1"/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3057950-CBC9-989D-233D-B46AEDC94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E5BCA-7769-4BF5-E677-F290D679364A}"/>
                    </a:ext>
                  </a:extLst>
                </p:cNvPr>
                <p:cNvSpPr txBox="1"/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E5BCA-7769-4BF5-E677-F290D6793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DFB41E-014E-3A42-D2C7-38C83B72E5B2}"/>
                    </a:ext>
                  </a:extLst>
                </p:cNvPr>
                <p:cNvSpPr txBox="1"/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DFB41E-014E-3A42-D2C7-38C83B72E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75F05-EFE3-76E1-BE97-35679060562C}"/>
                    </a:ext>
                  </a:extLst>
                </p:cNvPr>
                <p:cNvSpPr txBox="1"/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75F05-EFE3-76E1-BE97-356790605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8AEBF50-9A52-F1B8-8E23-923E4C6E5243}"/>
                    </a:ext>
                  </a:extLst>
                </p:cNvPr>
                <p:cNvSpPr txBox="1"/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8AEBF50-9A52-F1B8-8E23-923E4C6E5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6D03DC-72FF-2FB4-3C41-A7ECFB616D36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V="1">
              <a:off x="3010517" y="3335744"/>
              <a:ext cx="0" cy="18651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51D9E9-D72E-C625-F3C4-575243EA9123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 flipV="1">
              <a:off x="9537649" y="3335744"/>
              <a:ext cx="1" cy="17385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9FA559-9AB8-015C-8444-DB06651CE6EF}"/>
                  </a:ext>
                </a:extLst>
              </p14:cNvPr>
              <p14:cNvContentPartPr/>
              <p14:nvPr/>
            </p14:nvContentPartPr>
            <p14:xfrm>
              <a:off x="2221560" y="5645520"/>
              <a:ext cx="1594800" cy="49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9FA559-9AB8-015C-8444-DB06651CE6E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212200" y="5636160"/>
                <a:ext cx="1613520" cy="5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508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left subtree was deeper then rotate right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right subtree was deeper then rotate 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37A4C-AE25-0094-226B-7CBE929413AE}"/>
              </a:ext>
            </a:extLst>
          </p:cNvPr>
          <p:cNvSpPr txBox="1"/>
          <p:nvPr/>
        </p:nvSpPr>
        <p:spPr>
          <a:xfrm>
            <a:off x="9174480" y="3302000"/>
            <a:ext cx="281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incomplete!</a:t>
            </a:r>
          </a:p>
          <a:p>
            <a:r>
              <a:rPr lang="en-US" dirty="0">
                <a:solidFill>
                  <a:srgbClr val="FF0000"/>
                </a:solidFill>
              </a:rPr>
              <a:t>There are some cases where this doesn’t work!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213B004-97DB-03A7-6A1C-75CCF67C4A77}"/>
              </a:ext>
            </a:extLst>
          </p:cNvPr>
          <p:cNvSpPr/>
          <p:nvPr/>
        </p:nvSpPr>
        <p:spPr>
          <a:xfrm>
            <a:off x="8539480" y="3302000"/>
            <a:ext cx="421640" cy="8737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B0E231-ACD0-4376-13A9-B2E3CECC7E75}"/>
              </a:ext>
            </a:extLst>
          </p:cNvPr>
          <p:cNvSpPr/>
          <p:nvPr/>
        </p:nvSpPr>
        <p:spPr>
          <a:xfrm>
            <a:off x="5250577" y="44859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066E91-6261-28B5-79EA-F2337E950C4B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5160877" y="5008810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E8085A8-8ACA-A61B-DDE5-2348D2C8504B}"/>
              </a:ext>
            </a:extLst>
          </p:cNvPr>
          <p:cNvSpPr/>
          <p:nvPr/>
        </p:nvSpPr>
        <p:spPr>
          <a:xfrm>
            <a:off x="4638066" y="51513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ADC63A-4A00-8681-FD15-37E6D5EFF908}"/>
              </a:ext>
            </a:extLst>
          </p:cNvPr>
          <p:cNvSpPr/>
          <p:nvPr/>
        </p:nvSpPr>
        <p:spPr>
          <a:xfrm>
            <a:off x="5250576" y="579343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408C7C-3A85-4014-3B0D-4A34EF2B9B8A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5160877" y="5674154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73665DF-E9D2-6454-316C-8563B3AE523A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8C5308-D447-67FD-BBB9-A04E53DB1131}"/>
              </a:ext>
            </a:extLst>
          </p:cNvPr>
          <p:cNvCxnSpPr>
            <a:cxnSpLocks/>
            <a:stCxn id="14" idx="3"/>
            <a:endCxn id="16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A845875-D65B-ADE5-49C8-573AA1ABCC45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A1A1638-F1A8-3ACC-6CEB-132BD8676A70}"/>
              </a:ext>
            </a:extLst>
          </p:cNvPr>
          <p:cNvSpPr/>
          <p:nvPr/>
        </p:nvSpPr>
        <p:spPr>
          <a:xfrm>
            <a:off x="2602969" y="4900194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7DA40D0-AF2C-3155-5C7D-33072472EB44}"/>
              </a:ext>
            </a:extLst>
          </p:cNvPr>
          <p:cNvSpPr/>
          <p:nvPr/>
        </p:nvSpPr>
        <p:spPr>
          <a:xfrm>
            <a:off x="6464931" y="4900193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Rotation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424B86-5ECA-32CB-E562-5238E76E7D74}"/>
              </a:ext>
            </a:extLst>
          </p:cNvPr>
          <p:cNvSpPr/>
          <p:nvPr/>
        </p:nvSpPr>
        <p:spPr>
          <a:xfrm>
            <a:off x="9210288" y="452727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EBB2B0-BB57-A284-8E49-E3E2892CF64D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>
            <a:off x="9733099" y="5050085"/>
            <a:ext cx="179399" cy="164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8CDB0E3-5691-3556-AC39-F712FA0F1510}"/>
              </a:ext>
            </a:extLst>
          </p:cNvPr>
          <p:cNvSpPr/>
          <p:nvPr/>
        </p:nvSpPr>
        <p:spPr>
          <a:xfrm>
            <a:off x="9822798" y="5124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6407C6-210A-1A8E-09B1-48436A1DED4D}"/>
              </a:ext>
            </a:extLst>
          </p:cNvPr>
          <p:cNvSpPr/>
          <p:nvPr/>
        </p:nvSpPr>
        <p:spPr>
          <a:xfrm>
            <a:off x="9210287" y="58347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1A9C9-0AC1-6F87-74B4-7E8BE75D14AE}"/>
              </a:ext>
            </a:extLst>
          </p:cNvPr>
          <p:cNvCxnSpPr>
            <a:cxnSpLocks/>
            <a:stCxn id="23" idx="3"/>
            <a:endCxn id="24" idx="7"/>
          </p:cNvCxnSpPr>
          <p:nvPr/>
        </p:nvCxnSpPr>
        <p:spPr>
          <a:xfrm flipH="1">
            <a:off x="9733098" y="5647737"/>
            <a:ext cx="179400" cy="276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239D2D-1918-7CC4-97B6-05D9DD847AAF}"/>
                  </a:ext>
                </a:extLst>
              </p14:cNvPr>
              <p14:cNvContentPartPr/>
              <p14:nvPr/>
            </p14:nvContentPartPr>
            <p14:xfrm>
              <a:off x="5954760" y="4133160"/>
              <a:ext cx="1659600" cy="1561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239D2D-1918-7CC4-97B6-05D9DD847A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5400" y="4123800"/>
                <a:ext cx="1678320" cy="15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831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LL: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right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RR: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left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LR: If we inserted into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RL: If we inserted into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9D6ED-3387-8B72-28D4-14AAF129AEBD}"/>
              </a:ext>
            </a:extLst>
          </p:cNvPr>
          <p:cNvSpPr txBox="1"/>
          <p:nvPr/>
        </p:nvSpPr>
        <p:spPr>
          <a:xfrm>
            <a:off x="8046720" y="5345966"/>
            <a:ext cx="376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Cases LR and RL require 2 rotations!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5F8685-7343-7C9A-8DB8-380F75B7693F}"/>
                  </a:ext>
                </a:extLst>
              </p14:cNvPr>
              <p14:cNvContentPartPr/>
              <p14:nvPr/>
            </p14:nvContentPartPr>
            <p14:xfrm>
              <a:off x="1081440" y="3276000"/>
              <a:ext cx="1524600" cy="176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5F8685-7343-7C9A-8DB8-380F75B769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2080" y="3266640"/>
                <a:ext cx="1543320" cy="178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91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8BB0-634C-0E06-0E55-88F3C06A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4D3C-5855-79DC-21CA-F4FF5C8D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deepest problem node:</a:t>
            </a:r>
          </a:p>
          <a:p>
            <a:pPr lvl="1"/>
            <a:r>
              <a:rPr lang="en-US" dirty="0"/>
              <a:t>Rotate left at the left child</a:t>
            </a:r>
          </a:p>
          <a:p>
            <a:pPr lvl="1"/>
            <a:r>
              <a:rPr lang="en-US" dirty="0"/>
              <a:t>Rotate right at the problem node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7EFC82-BEF2-2666-E744-53FFED95DD5C}"/>
              </a:ext>
            </a:extLst>
          </p:cNvPr>
          <p:cNvSpPr/>
          <p:nvPr/>
        </p:nvSpPr>
        <p:spPr>
          <a:xfrm>
            <a:off x="4516498" y="42694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A37623-312C-AF43-EBC3-2909908D157A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4426798" y="4792254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3A1332B-AF7A-F4E1-4459-C37D21CAA899}"/>
              </a:ext>
            </a:extLst>
          </p:cNvPr>
          <p:cNvSpPr/>
          <p:nvPr/>
        </p:nvSpPr>
        <p:spPr>
          <a:xfrm>
            <a:off x="3903987" y="493478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F4987C-AE8F-B3EA-BABC-33BC2679C7B5}"/>
              </a:ext>
            </a:extLst>
          </p:cNvPr>
          <p:cNvSpPr/>
          <p:nvPr/>
        </p:nvSpPr>
        <p:spPr>
          <a:xfrm>
            <a:off x="4516497" y="557687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8EBC17-CE55-6EAD-3F0A-10577D40A671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4426798" y="5457598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BF2A2-742F-6A7A-261C-E848A712AAA6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A37A59-9056-E0BA-1B9F-BC09D014B49C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13BFB7D-C4B0-C514-C2C8-7C7F32ED2FA8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5F72CE5-F998-3ACA-89F8-5D891F7ADFC3}"/>
              </a:ext>
            </a:extLst>
          </p:cNvPr>
          <p:cNvSpPr/>
          <p:nvPr/>
        </p:nvSpPr>
        <p:spPr>
          <a:xfrm>
            <a:off x="2233450" y="4673138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673636-A52E-5ADC-7259-70CBC20C0255}"/>
              </a:ext>
            </a:extLst>
          </p:cNvPr>
          <p:cNvSpPr/>
          <p:nvPr/>
        </p:nvSpPr>
        <p:spPr>
          <a:xfrm>
            <a:off x="7948509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8FDAA3-1AF5-A991-98C9-E90C7382FE4C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>
          <a:xfrm flipH="1">
            <a:off x="7858809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1511884-6514-33CD-4747-F65C563228FE}"/>
              </a:ext>
            </a:extLst>
          </p:cNvPr>
          <p:cNvSpPr/>
          <p:nvPr/>
        </p:nvSpPr>
        <p:spPr>
          <a:xfrm>
            <a:off x="7335998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1F6B7-AF1F-43B9-4EFF-686D75FC1B54}"/>
              </a:ext>
            </a:extLst>
          </p:cNvPr>
          <p:cNvCxnSpPr>
            <a:cxnSpLocks/>
            <a:stCxn id="15" idx="3"/>
            <a:endCxn id="17" idx="7"/>
          </p:cNvCxnSpPr>
          <p:nvPr/>
        </p:nvCxnSpPr>
        <p:spPr>
          <a:xfrm flipH="1">
            <a:off x="7273021" y="5580111"/>
            <a:ext cx="152677" cy="250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02E25E-9633-F215-A570-AFE6223E36A1}"/>
              </a:ext>
            </a:extLst>
          </p:cNvPr>
          <p:cNvSpPr/>
          <p:nvPr/>
        </p:nvSpPr>
        <p:spPr>
          <a:xfrm>
            <a:off x="6750210" y="57405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3829990-E44A-C9E6-2A7B-8CE2CDBE4B38}"/>
              </a:ext>
            </a:extLst>
          </p:cNvPr>
          <p:cNvSpPr/>
          <p:nvPr/>
        </p:nvSpPr>
        <p:spPr>
          <a:xfrm>
            <a:off x="5312373" y="4623731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Left at 5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29D90F-F2DA-6969-758B-433DB919A22D}"/>
              </a:ext>
            </a:extLst>
          </p:cNvPr>
          <p:cNvSpPr/>
          <p:nvPr/>
        </p:nvSpPr>
        <p:spPr>
          <a:xfrm>
            <a:off x="8714196" y="4810802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Right at 9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26D1A8-61E4-E223-6F4B-C98A1AD87DE1}"/>
              </a:ext>
            </a:extLst>
          </p:cNvPr>
          <p:cNvSpPr/>
          <p:nvPr/>
        </p:nvSpPr>
        <p:spPr>
          <a:xfrm>
            <a:off x="10811057" y="481858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34475-D6E2-BCA3-8F72-C5F2E7FF07AC}"/>
              </a:ext>
            </a:extLst>
          </p:cNvPr>
          <p:cNvCxnSpPr>
            <a:cxnSpLocks/>
            <a:stCxn id="21" idx="3"/>
            <a:endCxn id="23" idx="7"/>
          </p:cNvCxnSpPr>
          <p:nvPr/>
        </p:nvCxnSpPr>
        <p:spPr>
          <a:xfrm flipH="1">
            <a:off x="10721357" y="5341393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6E6958E-81CD-4735-D2BE-7985977B05FD}"/>
              </a:ext>
            </a:extLst>
          </p:cNvPr>
          <p:cNvSpPr/>
          <p:nvPr/>
        </p:nvSpPr>
        <p:spPr>
          <a:xfrm>
            <a:off x="10198546" y="5483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2ACBD0-46C0-DF87-864E-F608F3A30754}"/>
              </a:ext>
            </a:extLst>
          </p:cNvPr>
          <p:cNvSpPr/>
          <p:nvPr/>
        </p:nvSpPr>
        <p:spPr>
          <a:xfrm>
            <a:off x="11423792" y="547571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AAA8F0-7C9E-DAB3-6C20-5E649D55451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1334093" y="5356435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77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6314"/>
                <a:ext cx="10515600" cy="4730649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Imbalance caused by inserting in the left child’s right subtree</a:t>
                </a:r>
              </a:p>
              <a:p>
                <a:r>
                  <a:rPr lang="en-US" dirty="0"/>
                  <a:t>Rotate left at the left child</a:t>
                </a:r>
              </a:p>
              <a:p>
                <a:r>
                  <a:rPr lang="en-US" dirty="0"/>
                  <a:t>Rotate right at the unbalanced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6314"/>
                <a:ext cx="10515600" cy="4730649"/>
              </a:xfrm>
              <a:blipFill>
                <a:blip r:embed="rId2"/>
                <a:stretch>
                  <a:fillRect l="-1043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B1532547-5965-3268-CF4B-5B188CA89B28}"/>
              </a:ext>
            </a:extLst>
          </p:cNvPr>
          <p:cNvGrpSpPr/>
          <p:nvPr/>
        </p:nvGrpSpPr>
        <p:grpSpPr>
          <a:xfrm>
            <a:off x="41937" y="3312545"/>
            <a:ext cx="12146262" cy="3542860"/>
            <a:chOff x="41937" y="3312545"/>
            <a:chExt cx="12146262" cy="3542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/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</a:t>
                  </a:r>
                </a:p>
                <a:p>
                  <a:pPr algn="ctr"/>
                  <a:r>
                    <a:rPr lang="en-US" sz="1400" dirty="0"/>
                    <a:t>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74201A59-A51B-31FF-D7D6-0994EDC48DEF}"/>
                </a:ext>
              </a:extLst>
            </p:cNvPr>
            <p:cNvGrpSpPr/>
            <p:nvPr/>
          </p:nvGrpSpPr>
          <p:grpSpPr>
            <a:xfrm>
              <a:off x="41937" y="3490319"/>
              <a:ext cx="3470746" cy="3365086"/>
              <a:chOff x="25572" y="2621130"/>
              <a:chExt cx="3470746" cy="33650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/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/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/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/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/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BCA999-8DC0-9098-FB48-AE1087F593CA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 flipH="1">
                <a:off x="568061" y="3901179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744797F-F7DE-97F3-FF6E-70DC1DDCA740}"/>
                  </a:ext>
                </a:extLst>
              </p:cNvPr>
              <p:cNvCxnSpPr>
                <a:cxnSpLocks/>
                <a:stCxn id="30" idx="5"/>
                <a:endCxn id="59" idx="1"/>
              </p:cNvCxnSpPr>
              <p:nvPr/>
            </p:nvCxnSpPr>
            <p:spPr>
              <a:xfrm>
                <a:off x="1327104" y="3901179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410D731-C65C-498A-7568-D9E87AB56EF3}"/>
                  </a:ext>
                </a:extLst>
              </p:cNvPr>
              <p:cNvCxnSpPr>
                <a:cxnSpLocks/>
                <a:stCxn id="30" idx="7"/>
                <a:endCxn id="28" idx="3"/>
              </p:cNvCxnSpPr>
              <p:nvPr/>
            </p:nvCxnSpPr>
            <p:spPr>
              <a:xfrm flipV="1">
                <a:off x="1327104" y="3260396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DE51A72-E1F3-12DE-B72B-9ADDA8C223D5}"/>
                  </a:ext>
                </a:extLst>
              </p:cNvPr>
              <p:cNvCxnSpPr>
                <a:cxnSpLocks/>
                <a:stCxn id="32" idx="0"/>
                <a:endCxn id="28" idx="5"/>
              </p:cNvCxnSpPr>
              <p:nvPr/>
            </p:nvCxnSpPr>
            <p:spPr>
              <a:xfrm flipH="1" flipV="1">
                <a:off x="2151471" y="3260396"/>
                <a:ext cx="80697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/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/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/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/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F9D228-EBDD-4AE6-93FE-BA18C66B99A2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530397" y="4517450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D9059CC-8849-ADB1-E738-A6B2C00EDEBD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2154891" y="4517450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/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284A82A-4A90-A421-C3CD-653404692203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530397" y="5379073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/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9F048E1-C759-B57C-AD51-051719B5F906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400597" y="537907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A97EE6A6-E40F-28B2-A707-C9D5A101EAE6}"/>
                </a:ext>
              </a:extLst>
            </p:cNvPr>
            <p:cNvGrpSpPr/>
            <p:nvPr/>
          </p:nvGrpSpPr>
          <p:grpSpPr>
            <a:xfrm>
              <a:off x="3777627" y="3377681"/>
              <a:ext cx="3837793" cy="3469270"/>
              <a:chOff x="4378760" y="2820523"/>
              <a:chExt cx="3837793" cy="3469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/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/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/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/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9D174F5B-EC74-7DF2-ABEF-633091780687}"/>
                  </a:ext>
                </a:extLst>
              </p:cNvPr>
              <p:cNvCxnSpPr>
                <a:cxnSpLocks/>
                <a:stCxn id="137" idx="3"/>
                <a:endCxn id="159" idx="7"/>
              </p:cNvCxnSpPr>
              <p:nvPr/>
            </p:nvCxnSpPr>
            <p:spPr>
              <a:xfrm flipH="1">
                <a:off x="5663346" y="4100572"/>
                <a:ext cx="133762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7B8D9F9-6416-E827-E795-6F3123793DD2}"/>
                  </a:ext>
                </a:extLst>
              </p:cNvPr>
              <p:cNvCxnSpPr>
                <a:cxnSpLocks/>
                <a:stCxn id="137" idx="5"/>
              </p:cNvCxnSpPr>
              <p:nvPr/>
            </p:nvCxnSpPr>
            <p:spPr>
              <a:xfrm>
                <a:off x="6230219" y="4100572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60C68CB-DC8A-D45B-E834-15874F4A15CE}"/>
                  </a:ext>
                </a:extLst>
              </p:cNvPr>
              <p:cNvCxnSpPr>
                <a:cxnSpLocks/>
                <a:stCxn id="137" idx="7"/>
                <a:endCxn id="135" idx="3"/>
              </p:cNvCxnSpPr>
              <p:nvPr/>
            </p:nvCxnSpPr>
            <p:spPr>
              <a:xfrm flipV="1">
                <a:off x="6230219" y="3459789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D349555-8247-C1D8-969C-2A99C7630775}"/>
                  </a:ext>
                </a:extLst>
              </p:cNvPr>
              <p:cNvCxnSpPr>
                <a:cxnSpLocks/>
                <a:stCxn id="139" idx="0"/>
                <a:endCxn id="135" idx="5"/>
              </p:cNvCxnSpPr>
              <p:nvPr/>
            </p:nvCxnSpPr>
            <p:spPr>
              <a:xfrm flipH="1" flipV="1">
                <a:off x="7054586" y="3459789"/>
                <a:ext cx="62409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/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/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B8816186-073F-043E-FC13-8FAA2A388594}"/>
                  </a:ext>
                </a:extLst>
              </p:cNvPr>
              <p:cNvGrpSpPr/>
              <p:nvPr/>
            </p:nvGrpSpPr>
            <p:grpSpPr>
              <a:xfrm>
                <a:off x="5587925" y="5031239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1E1B38D-B8F5-89BD-8822-57A80C5777D7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F3ADB01-DD8A-7E18-1091-482C3EF244C6}"/>
                  </a:ext>
                </a:extLst>
              </p:cNvPr>
              <p:cNvGrpSpPr/>
              <p:nvPr/>
            </p:nvGrpSpPr>
            <p:grpSpPr>
              <a:xfrm>
                <a:off x="6194563" y="4283732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8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972C351-F425-B44E-0B07-B669029C0077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/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EC4B5B0F-33AE-6957-F3BD-9DD89F822A3F}"/>
                  </a:ext>
                </a:extLst>
              </p:cNvPr>
              <p:cNvCxnSpPr>
                <a:cxnSpLocks/>
                <a:stCxn id="159" idx="3"/>
              </p:cNvCxnSpPr>
              <p:nvPr/>
            </p:nvCxnSpPr>
            <p:spPr>
              <a:xfrm flipH="1">
                <a:off x="4904303" y="4782461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7DAE403D-175A-E073-47F4-74F08CC347DC}"/>
                  </a:ext>
                </a:extLst>
              </p:cNvPr>
              <p:cNvCxnSpPr>
                <a:cxnSpLocks/>
                <a:stCxn id="159" idx="5"/>
                <a:endCxn id="138" idx="0"/>
              </p:cNvCxnSpPr>
              <p:nvPr/>
            </p:nvCxnSpPr>
            <p:spPr>
              <a:xfrm>
                <a:off x="5663346" y="4782461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/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5E38041-E10B-4A4D-A3C2-68BEEB799918}"/>
                </a:ext>
              </a:extLst>
            </p:cNvPr>
            <p:cNvGrpSpPr/>
            <p:nvPr/>
          </p:nvGrpSpPr>
          <p:grpSpPr>
            <a:xfrm>
              <a:off x="8270097" y="3506388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99054CB1-B927-D8F8-9D76-8BEA4252BC30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57CD7AD-B073-71BC-32B2-1F83D3698991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B368218B-D599-293E-8520-1EDF1AF788A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E236D99-EEC0-660E-D756-8D23C54FBEEC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5D3DFF8-4333-B418-38AD-CF4E9D93458D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33CF570-0BE4-CFC1-9D13-EDE157E161A5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87E80-31C8-E02F-3628-0BCC11D8902C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9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0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8ED8602-70AC-B60A-9584-F249BE0C49F5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1F243D2-573D-DDB7-0020-990CC6487B3C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9E3D8FA9-E98C-9904-CBAA-D3635057EA08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/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/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C413726-9472-FECE-2A24-A3A843DEAC1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951281" y="3429000"/>
              <a:ext cx="0" cy="17777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977F9C3-E89E-7088-ED5E-3BBC1B5DEC2B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H="1" flipV="1">
              <a:off x="6236897" y="3312545"/>
              <a:ext cx="1" cy="18159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D6325E-DF95-D267-CC72-8D956B0F32F8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10132756" y="3377681"/>
              <a:ext cx="0" cy="19403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9826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6645-DC76-7FBB-D156-1CDBB103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FED9-7478-0A7F-DB0C-9FBA2FF2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FE0B6-0A2E-0AA6-4B13-4CF48FC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4949" y="529061"/>
            <a:ext cx="2460916" cy="248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b=</a:t>
            </a:r>
            <a:r>
              <a:rPr lang="en-US" sz="2000" dirty="0" err="1">
                <a:latin typeface="Consolas" panose="020B0609020204030204" pitchFamily="49" charset="0"/>
              </a:rPr>
              <a:t>a.left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c=</a:t>
            </a:r>
            <a:r>
              <a:rPr lang="en-US" sz="2000" dirty="0" err="1">
                <a:latin typeface="Consolas" panose="020B0609020204030204" pitchFamily="49" charset="0"/>
              </a:rPr>
              <a:t>b.right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b.right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a.left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r>
              <a:rPr lang="en-US" sz="20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c.left</a:t>
            </a:r>
            <a:r>
              <a:rPr lang="en-US" sz="2000" dirty="0">
                <a:latin typeface="Consolas" panose="020B0609020204030204" pitchFamily="49" charset="0"/>
              </a:rPr>
              <a:t>=b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return c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8792BE-0415-E4AB-DB20-D5CA15D39AE1}"/>
              </a:ext>
            </a:extLst>
          </p:cNvPr>
          <p:cNvGrpSpPr/>
          <p:nvPr/>
        </p:nvGrpSpPr>
        <p:grpSpPr>
          <a:xfrm>
            <a:off x="41937" y="3312545"/>
            <a:ext cx="12146262" cy="3542860"/>
            <a:chOff x="41937" y="3312545"/>
            <a:chExt cx="12146262" cy="3542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FED1582F-053A-2D9B-B4EB-0A638863B484}"/>
                    </a:ext>
                  </a:extLst>
                </p:cNvPr>
                <p:cNvSpPr/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</a:t>
                  </a:r>
                </a:p>
                <a:p>
                  <a:pPr algn="ctr"/>
                  <a:r>
                    <a:rPr lang="en-US" sz="1400" dirty="0"/>
                    <a:t>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FED1582F-053A-2D9B-B4EB-0A638863B4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80B92E8-719B-7D58-A2DE-567E6194EE2B}"/>
                </a:ext>
              </a:extLst>
            </p:cNvPr>
            <p:cNvGrpSpPr/>
            <p:nvPr/>
          </p:nvGrpSpPr>
          <p:grpSpPr>
            <a:xfrm>
              <a:off x="41937" y="3490319"/>
              <a:ext cx="3470746" cy="3365086"/>
              <a:chOff x="25572" y="2621130"/>
              <a:chExt cx="3470746" cy="33650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7268E253-30DA-E6C9-F61C-1633DE39DFC2}"/>
                      </a:ext>
                    </a:extLst>
                  </p:cNvPr>
                  <p:cNvSpPr/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EF0DCDC7-6711-B8A8-3B59-4803C05BB5B3}"/>
                      </a:ext>
                    </a:extLst>
                  </p:cNvPr>
                  <p:cNvSpPr/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E8F57F23-6D88-F393-D1E8-A1302AD3D94F}"/>
                      </a:ext>
                    </a:extLst>
                  </p:cNvPr>
                  <p:cNvSpPr/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433FA011-75D5-B9B8-63D7-4E9BD8F10712}"/>
                      </a:ext>
                    </a:extLst>
                  </p:cNvPr>
                  <p:cNvSpPr/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FDF58FE0-20BE-554C-942E-885535F3BB65}"/>
                      </a:ext>
                    </a:extLst>
                  </p:cNvPr>
                  <p:cNvSpPr/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C5F3086-5611-0551-B802-D23A73C4034C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 flipH="1">
                <a:off x="568061" y="3901179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EFD4C7F-4524-A775-B1DD-12215B1A9DA5}"/>
                  </a:ext>
                </a:extLst>
              </p:cNvPr>
              <p:cNvCxnSpPr>
                <a:cxnSpLocks/>
                <a:stCxn id="30" idx="5"/>
                <a:endCxn id="59" idx="1"/>
              </p:cNvCxnSpPr>
              <p:nvPr/>
            </p:nvCxnSpPr>
            <p:spPr>
              <a:xfrm>
                <a:off x="1327104" y="3901179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3E28046-CF63-0A91-383B-097C251A1068}"/>
                  </a:ext>
                </a:extLst>
              </p:cNvPr>
              <p:cNvCxnSpPr>
                <a:cxnSpLocks/>
                <a:stCxn id="30" idx="7"/>
                <a:endCxn id="28" idx="3"/>
              </p:cNvCxnSpPr>
              <p:nvPr/>
            </p:nvCxnSpPr>
            <p:spPr>
              <a:xfrm flipV="1">
                <a:off x="1327104" y="3260396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EAD5DE-FC3F-1D90-C0C0-4D090EDD5575}"/>
                  </a:ext>
                </a:extLst>
              </p:cNvPr>
              <p:cNvCxnSpPr>
                <a:cxnSpLocks/>
                <a:stCxn id="32" idx="0"/>
                <a:endCxn id="28" idx="5"/>
              </p:cNvCxnSpPr>
              <p:nvPr/>
            </p:nvCxnSpPr>
            <p:spPr>
              <a:xfrm flipH="1" flipV="1">
                <a:off x="2151471" y="3260396"/>
                <a:ext cx="80697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1FE3435-D5FE-73CF-BF8B-93D7DA783017}"/>
                      </a:ext>
                    </a:extLst>
                  </p:cNvPr>
                  <p:cNvSpPr txBox="1"/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8EB041A-5F13-2EFF-17D3-0941571DF9C6}"/>
                      </a:ext>
                    </a:extLst>
                  </p:cNvPr>
                  <p:cNvSpPr txBox="1"/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9FB2C10-2B30-D83B-30E9-633F571F211F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A054A0A-A5EA-E79B-4185-30854DDD2FDA}"/>
                      </a:ext>
                    </a:extLst>
                  </p:cNvPr>
                  <p:cNvSpPr txBox="1"/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8383491-ED39-6F69-2085-8FFC8A3B394D}"/>
                      </a:ext>
                    </a:extLst>
                  </p:cNvPr>
                  <p:cNvSpPr txBox="1"/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8F9F8E6-2464-C023-0558-637C9A7EEB46}"/>
                      </a:ext>
                    </a:extLst>
                  </p:cNvPr>
                  <p:cNvSpPr/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BA6C9E89-122E-EDF0-70BC-27B14B2466B1}"/>
                      </a:ext>
                    </a:extLst>
                  </p:cNvPr>
                  <p:cNvSpPr/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BCD504B-476B-A093-B89D-FB4AFD2FF7C7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530397" y="4517450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ACDFBC2-631B-D8E3-54D1-0D7B5CD3202A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2154891" y="4517450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1A119D89-BD9F-C5EC-A196-F5D54508CB3D}"/>
                      </a:ext>
                    </a:extLst>
                  </p:cNvPr>
                  <p:cNvSpPr/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44DE56B-FD7E-E480-2216-F8D380A9D15D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530397" y="5379073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21D3F732-42A0-7AF5-BA66-19FD5A385E59}"/>
                      </a:ext>
                    </a:extLst>
                  </p:cNvPr>
                  <p:cNvSpPr/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DCACA08-10B1-1BEA-2F4E-4E045D319FC9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400597" y="537907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BDC9AA4-8850-58E9-A4C2-C334CFE54462}"/>
                </a:ext>
              </a:extLst>
            </p:cNvPr>
            <p:cNvGrpSpPr/>
            <p:nvPr/>
          </p:nvGrpSpPr>
          <p:grpSpPr>
            <a:xfrm>
              <a:off x="3777627" y="3377681"/>
              <a:ext cx="3837793" cy="3469270"/>
              <a:chOff x="4378760" y="2820523"/>
              <a:chExt cx="3837793" cy="3469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C59009C3-D4B6-0BF2-3A50-938A39B0DC6B}"/>
                      </a:ext>
                    </a:extLst>
                  </p:cNvPr>
                  <p:cNvSpPr/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0B2B0EF0-117E-08A2-B083-05640FA27F33}"/>
                      </a:ext>
                    </a:extLst>
                  </p:cNvPr>
                  <p:cNvSpPr/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BE14D5FA-6E9A-D1C8-9315-A9BA22965FA7}"/>
                      </a:ext>
                    </a:extLst>
                  </p:cNvPr>
                  <p:cNvSpPr/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5A1945BA-154B-04C8-2700-43AB6641A71D}"/>
                      </a:ext>
                    </a:extLst>
                  </p:cNvPr>
                  <p:cNvSpPr/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8D8F904-D5EA-8225-ECFE-900F792AD009}"/>
                  </a:ext>
                </a:extLst>
              </p:cNvPr>
              <p:cNvCxnSpPr>
                <a:cxnSpLocks/>
                <a:stCxn id="137" idx="3"/>
                <a:endCxn id="159" idx="7"/>
              </p:cNvCxnSpPr>
              <p:nvPr/>
            </p:nvCxnSpPr>
            <p:spPr>
              <a:xfrm flipH="1">
                <a:off x="5663346" y="4100572"/>
                <a:ext cx="133762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A4FA6653-4402-848A-330C-B7AAE60FE2C8}"/>
                  </a:ext>
                </a:extLst>
              </p:cNvPr>
              <p:cNvCxnSpPr>
                <a:cxnSpLocks/>
                <a:stCxn id="137" idx="5"/>
              </p:cNvCxnSpPr>
              <p:nvPr/>
            </p:nvCxnSpPr>
            <p:spPr>
              <a:xfrm>
                <a:off x="6230219" y="4100572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D841ABC8-85EE-D197-B5BE-0B11DD1D017C}"/>
                  </a:ext>
                </a:extLst>
              </p:cNvPr>
              <p:cNvCxnSpPr>
                <a:cxnSpLocks/>
                <a:stCxn id="137" idx="7"/>
                <a:endCxn id="135" idx="3"/>
              </p:cNvCxnSpPr>
              <p:nvPr/>
            </p:nvCxnSpPr>
            <p:spPr>
              <a:xfrm flipV="1">
                <a:off x="6230219" y="3459789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93A54D3-EE99-66F2-04D1-6312DBB3A887}"/>
                  </a:ext>
                </a:extLst>
              </p:cNvPr>
              <p:cNvCxnSpPr>
                <a:cxnSpLocks/>
                <a:stCxn id="139" idx="0"/>
                <a:endCxn id="135" idx="5"/>
              </p:cNvCxnSpPr>
              <p:nvPr/>
            </p:nvCxnSpPr>
            <p:spPr>
              <a:xfrm flipH="1" flipV="1">
                <a:off x="7054586" y="3459789"/>
                <a:ext cx="62409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6EE266F0-F6E0-196F-0224-A7E12556920A}"/>
                      </a:ext>
                    </a:extLst>
                  </p:cNvPr>
                  <p:cNvSpPr txBox="1"/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E61E023-7E3B-5DDF-9D14-AFD0ACAA1C27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648FC362-806D-3037-8F01-8D4E5D67A60E}"/>
                      </a:ext>
                    </a:extLst>
                  </p:cNvPr>
                  <p:cNvSpPr txBox="1"/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90FE4318-C540-4070-D8DA-2C79B48B7B87}"/>
                      </a:ext>
                    </a:extLst>
                  </p:cNvPr>
                  <p:cNvSpPr txBox="1"/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774373FA-9AF9-8C3F-1BCB-977AC4A95B64}"/>
                  </a:ext>
                </a:extLst>
              </p:cNvPr>
              <p:cNvGrpSpPr/>
              <p:nvPr/>
            </p:nvGrpSpPr>
            <p:grpSpPr>
              <a:xfrm>
                <a:off x="5587925" y="5031239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B761B06C-9EF0-3C21-AD98-C1962BF0B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8076ABB8-BDC6-6A93-CE40-6CA4E77BBF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411F1AC1-2C36-8010-6741-CAB08F33D223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587961C4-842B-9082-B88D-90ABF7763BB9}"/>
                  </a:ext>
                </a:extLst>
              </p:cNvPr>
              <p:cNvGrpSpPr/>
              <p:nvPr/>
            </p:nvGrpSpPr>
            <p:grpSpPr>
              <a:xfrm>
                <a:off x="6194563" y="4283732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40D6D90D-CE9D-8976-8E19-D6A186716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8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0073D41B-06B2-5EFE-BB2E-506AE5B3B0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10B726F1-9DA7-AA75-2CAA-6285646F8A79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33B225B3-A9F5-C230-9139-A192BE4A27B5}"/>
                      </a:ext>
                    </a:extLst>
                  </p:cNvPr>
                  <p:cNvSpPr/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B1331C79-A861-2FFF-2A14-FB18F0ADDB3F}"/>
                  </a:ext>
                </a:extLst>
              </p:cNvPr>
              <p:cNvCxnSpPr>
                <a:cxnSpLocks/>
                <a:stCxn id="159" idx="3"/>
              </p:cNvCxnSpPr>
              <p:nvPr/>
            </p:nvCxnSpPr>
            <p:spPr>
              <a:xfrm flipH="1">
                <a:off x="4904303" y="4782461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5988C53-9698-DCD3-70A3-3F37AAA47E89}"/>
                  </a:ext>
                </a:extLst>
              </p:cNvPr>
              <p:cNvCxnSpPr>
                <a:cxnSpLocks/>
                <a:stCxn id="159" idx="5"/>
                <a:endCxn id="138" idx="0"/>
              </p:cNvCxnSpPr>
              <p:nvPr/>
            </p:nvCxnSpPr>
            <p:spPr>
              <a:xfrm>
                <a:off x="5663346" y="4782461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799705CB-FE03-7C9D-C0A9-37E7514B3E4D}"/>
                      </a:ext>
                    </a:extLst>
                  </p:cNvPr>
                  <p:cNvSpPr txBox="1"/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579412B0-02E5-9101-61A0-0C518E1B0A77}"/>
                </a:ext>
              </a:extLst>
            </p:cNvPr>
            <p:cNvGrpSpPr/>
            <p:nvPr/>
          </p:nvGrpSpPr>
          <p:grpSpPr>
            <a:xfrm>
              <a:off x="8270097" y="3506388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7B8EC3BF-70EB-4279-EEC6-E12B6B264C38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6A67F8A7-2B88-08E9-8E6E-07E203778617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D952C390-F5E3-A1DA-5179-CB042F953333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1BCE9CA-FDDA-21A1-C3AE-E8C8D6A27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E6CE1CF5-1716-F531-9714-9E74F8D4CD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7D3922C3-C2E0-E1D2-97B8-C3C72E2094B4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A9DEFF88-E127-75EE-5D81-EBD1D3350415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7B07CA51-A76B-572E-0FC7-2F3FFB78828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5B3DEEC-9333-8376-5161-1803CE10B117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31218B0B-FFBF-5543-FB72-23D09C595FA0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92B68D8-EF1E-5593-7807-540EA58C11F1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2D89FA51-93ED-EF4A-ABF9-B0894CAF61F3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1F2193F-8234-4DB6-BC32-2F0E381026F6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78CC9088-D636-C408-9837-1E20B7EFEB64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02AA227A-29D8-10B6-A517-E4564E900D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9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7D2A6984-0F41-813F-6F43-BA869DB42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0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1E7490AE-D9D0-3547-2045-0DD29CC56F0C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8DCA7BC-C76C-7CF7-CB68-75DB4A7233C9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FC70598C-9F59-2866-5F82-4D2D989504FB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59DB13E-0E35-3782-0983-277F96923CE3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AC32EA51-4980-4A76-1B6F-9954CD70B441}"/>
                      </a:ext>
                    </a:extLst>
                  </p:cNvPr>
                  <p:cNvSpPr txBox="1"/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F5BCDC73-ECD5-EFBD-0829-EFE8FB194572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34A1491C-2A5B-7ECA-5385-B408758DF3C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09CAFB7F-3B9D-936A-1F43-BFE56C0075C9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CF1B1EBE-47D9-505C-A34E-DB58A09BA3C2}"/>
                    </a:ext>
                  </a:extLst>
                </p:cNvPr>
                <p:cNvSpPr/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CF1B1EBE-47D9-505C-A34E-DB58A09BA3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8933EE-EDE0-D6A1-2EA6-A067FCD3038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951281" y="3429000"/>
              <a:ext cx="0" cy="17777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D899A1-1357-FA6C-B8C2-FC0C7F024986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H="1" flipV="1">
              <a:off x="6236897" y="3312545"/>
              <a:ext cx="1" cy="18159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3B93CA4-5F1C-74E9-5327-AB2DA97C231C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10132756" y="3377681"/>
              <a:ext cx="0" cy="19403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7011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RL 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6289"/>
                <a:ext cx="10515600" cy="4820674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Imbalance caused by inserting in the right child’s left subtree</a:t>
                </a:r>
              </a:p>
              <a:p>
                <a:r>
                  <a:rPr lang="en-US" dirty="0"/>
                  <a:t>Rotate right at the right child</a:t>
                </a:r>
              </a:p>
              <a:p>
                <a:r>
                  <a:rPr lang="en-US" dirty="0"/>
                  <a:t>Rotate left at the unbalanced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6289"/>
                <a:ext cx="10515600" cy="4820674"/>
              </a:xfrm>
              <a:blipFill>
                <a:blip r:embed="rId2"/>
                <a:stretch>
                  <a:fillRect l="-1043" t="-2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63FC2A5-54B0-7E44-3D70-29D37EB583D1}"/>
              </a:ext>
            </a:extLst>
          </p:cNvPr>
          <p:cNvGrpSpPr/>
          <p:nvPr/>
        </p:nvGrpSpPr>
        <p:grpSpPr>
          <a:xfrm>
            <a:off x="102706" y="3429000"/>
            <a:ext cx="12085493" cy="3419656"/>
            <a:chOff x="102706" y="3429000"/>
            <a:chExt cx="12085493" cy="34196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/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0C3AA56-9E9C-D85E-FA44-02B025396446}"/>
                </a:ext>
              </a:extLst>
            </p:cNvPr>
            <p:cNvGrpSpPr/>
            <p:nvPr/>
          </p:nvGrpSpPr>
          <p:grpSpPr>
            <a:xfrm>
              <a:off x="102706" y="3600025"/>
              <a:ext cx="3693255" cy="3248631"/>
              <a:chOff x="102706" y="3496659"/>
              <a:chExt cx="3693255" cy="32486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/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/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/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/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/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BCA999-8DC0-9098-FB48-AE1087F593CA}"/>
                  </a:ext>
                </a:extLst>
              </p:cNvPr>
              <p:cNvCxnSpPr>
                <a:cxnSpLocks/>
                <a:stCxn id="28" idx="3"/>
                <a:endCxn id="29" idx="0"/>
              </p:cNvCxnSpPr>
              <p:nvPr/>
            </p:nvCxnSpPr>
            <p:spPr>
              <a:xfrm flipH="1">
                <a:off x="645195" y="4019470"/>
                <a:ext cx="895325" cy="3953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744797F-F7DE-97F3-FF6E-70DC1DDCA740}"/>
                  </a:ext>
                </a:extLst>
              </p:cNvPr>
              <p:cNvCxnSpPr>
                <a:cxnSpLocks/>
                <a:stCxn id="30" idx="3"/>
                <a:endCxn id="59" idx="7"/>
              </p:cNvCxnSpPr>
              <p:nvPr/>
            </p:nvCxnSpPr>
            <p:spPr>
              <a:xfrm flipH="1">
                <a:off x="1977051" y="4672558"/>
                <a:ext cx="282243" cy="170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410D731-C65C-498A-7568-D9E87AB56EF3}"/>
                  </a:ext>
                </a:extLst>
              </p:cNvPr>
              <p:cNvCxnSpPr>
                <a:cxnSpLocks/>
                <a:stCxn id="30" idx="1"/>
                <a:endCxn id="28" idx="5"/>
              </p:cNvCxnSpPr>
              <p:nvPr/>
            </p:nvCxnSpPr>
            <p:spPr>
              <a:xfrm flipH="1" flipV="1">
                <a:off x="1973631" y="4019470"/>
                <a:ext cx="285663" cy="2199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DE51A72-E1F3-12DE-B72B-9ADDA8C223D5}"/>
                  </a:ext>
                </a:extLst>
              </p:cNvPr>
              <p:cNvCxnSpPr>
                <a:cxnSpLocks/>
                <a:stCxn id="32" idx="0"/>
                <a:endCxn id="30" idx="5"/>
              </p:cNvCxnSpPr>
              <p:nvPr/>
            </p:nvCxnSpPr>
            <p:spPr>
              <a:xfrm flipH="1" flipV="1">
                <a:off x="2692405" y="4672558"/>
                <a:ext cx="565681" cy="2323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/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/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/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/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F9D228-EBDD-4AE6-93FE-BA18C66B99A2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352557" y="5276524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D9059CC-8849-ADB1-E738-A6B2C00EDEBD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1977051" y="5276524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/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284A82A-4A90-A421-C3CD-653404692203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352557" y="6138147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/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9F048E1-C759-B57C-AD51-051719B5F906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222757" y="6138147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5E38041-E10B-4A4D-A3C2-68BEEB799918}"/>
                </a:ext>
              </a:extLst>
            </p:cNvPr>
            <p:cNvGrpSpPr/>
            <p:nvPr/>
          </p:nvGrpSpPr>
          <p:grpSpPr>
            <a:xfrm>
              <a:off x="8270097" y="3545101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99054CB1-B927-D8F8-9D76-8BEA4252BC30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57CD7AD-B073-71BC-32B2-1F83D3698991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B368218B-D599-293E-8520-1EDF1AF788A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E236D99-EEC0-660E-D756-8D23C54FBEEC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5D3DFF8-4333-B418-38AD-CF4E9D93458D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33CF570-0BE4-CFC1-9D13-EDE157E161A5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87E80-31C8-E02F-3628-0BCC11D8902C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5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8ED8602-70AC-B60A-9584-F249BE0C49F5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1F243D2-573D-DDB7-0020-990CC6487B3C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9E3D8FA9-E98C-9904-CBAA-D3635057EA08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/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/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77DECA6-C80C-5701-7DE1-06AC88937B23}"/>
                </a:ext>
              </a:extLst>
            </p:cNvPr>
            <p:cNvGrpSpPr/>
            <p:nvPr/>
          </p:nvGrpSpPr>
          <p:grpSpPr>
            <a:xfrm>
              <a:off x="4114944" y="3686369"/>
              <a:ext cx="3755568" cy="3140476"/>
              <a:chOff x="4183702" y="3614836"/>
              <a:chExt cx="3755568" cy="3140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/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/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/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/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9D174F5B-EC74-7DF2-ABEF-633091780687}"/>
                  </a:ext>
                </a:extLst>
              </p:cNvPr>
              <p:cNvCxnSpPr>
                <a:cxnSpLocks/>
                <a:stCxn id="137" idx="5"/>
                <a:endCxn id="159" idx="1"/>
              </p:cNvCxnSpPr>
              <p:nvPr/>
            </p:nvCxnSpPr>
            <p:spPr>
              <a:xfrm>
                <a:off x="6625485" y="4634104"/>
                <a:ext cx="151335" cy="1869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60C68CB-DC8A-D45B-E834-15874F4A15CE}"/>
                  </a:ext>
                </a:extLst>
              </p:cNvPr>
              <p:cNvCxnSpPr>
                <a:cxnSpLocks/>
                <a:stCxn id="137" idx="1"/>
                <a:endCxn id="135" idx="5"/>
              </p:cNvCxnSpPr>
              <p:nvPr/>
            </p:nvCxnSpPr>
            <p:spPr>
              <a:xfrm flipH="1" flipV="1">
                <a:off x="5722671" y="4137647"/>
                <a:ext cx="469703" cy="633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D349555-8247-C1D8-969C-2A99C7630775}"/>
                  </a:ext>
                </a:extLst>
              </p:cNvPr>
              <p:cNvCxnSpPr>
                <a:cxnSpLocks/>
                <a:stCxn id="139" idx="0"/>
                <a:endCxn id="159" idx="5"/>
              </p:cNvCxnSpPr>
              <p:nvPr/>
            </p:nvCxnSpPr>
            <p:spPr>
              <a:xfrm flipH="1" flipV="1">
                <a:off x="7209931" y="5254194"/>
                <a:ext cx="191464" cy="231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/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/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B8816186-073F-043E-FC13-8FAA2A388594}"/>
                  </a:ext>
                </a:extLst>
              </p:cNvPr>
              <p:cNvGrpSpPr/>
              <p:nvPr/>
            </p:nvGrpSpPr>
            <p:grpSpPr>
              <a:xfrm>
                <a:off x="5444564" y="4879593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1E1B38D-B8F5-89BD-8822-57A80C5777D7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F3ADB01-DD8A-7E18-1091-482C3EF244C6}"/>
                  </a:ext>
                </a:extLst>
              </p:cNvPr>
              <p:cNvGrpSpPr/>
              <p:nvPr/>
            </p:nvGrpSpPr>
            <p:grpSpPr>
              <a:xfrm>
                <a:off x="6130081" y="5494218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3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972C351-F425-B44E-0B07-B669029C0077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/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/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AD35802-B314-EB92-AE84-8AE7647C1D0C}"/>
                  </a:ext>
                </a:extLst>
              </p:cNvPr>
              <p:cNvCxnSpPr>
                <a:cxnSpLocks/>
                <a:stCxn id="159" idx="3"/>
                <a:endCxn id="150" idx="0"/>
              </p:cNvCxnSpPr>
              <p:nvPr/>
            </p:nvCxnSpPr>
            <p:spPr>
              <a:xfrm flipH="1">
                <a:off x="6565081" y="5254194"/>
                <a:ext cx="211739" cy="240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CBED269-3ABC-4229-FFCC-10436A813B7C}"/>
                  </a:ext>
                </a:extLst>
              </p:cNvPr>
              <p:cNvCxnSpPr>
                <a:cxnSpLocks/>
                <a:stCxn id="137" idx="3"/>
                <a:endCxn id="138" idx="0"/>
              </p:cNvCxnSpPr>
              <p:nvPr/>
            </p:nvCxnSpPr>
            <p:spPr>
              <a:xfrm flipH="1">
                <a:off x="5879564" y="4634104"/>
                <a:ext cx="312810" cy="2454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8AE3F03-F6A8-38DC-86AA-AF599D392549}"/>
                  </a:ext>
                </a:extLst>
              </p:cNvPr>
              <p:cNvCxnSpPr>
                <a:cxnSpLocks/>
                <a:stCxn id="136" idx="0"/>
                <a:endCxn id="135" idx="3"/>
              </p:cNvCxnSpPr>
              <p:nvPr/>
            </p:nvCxnSpPr>
            <p:spPr>
              <a:xfrm flipV="1">
                <a:off x="4726191" y="4137647"/>
                <a:ext cx="563369" cy="1516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A82B2C-31F2-F9B1-AB5B-A141AF270129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757076" y="3429000"/>
              <a:ext cx="0" cy="17102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F1BE1-8015-2836-AE43-B34007ABB499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V="1">
              <a:off x="5437358" y="3514512"/>
              <a:ext cx="0" cy="17185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F6770C-C368-AA44-F3FE-C8097FB9632D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H="1" flipV="1">
              <a:off x="10132755" y="3429000"/>
              <a:ext cx="1" cy="18142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093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625F-5E4A-E9A5-E440-8A53DB1F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6232-9D57-3C5D-4659-1C60915A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RL Implementation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40214B-8FAF-4C82-0276-D26A7D88D2BB}"/>
              </a:ext>
            </a:extLst>
          </p:cNvPr>
          <p:cNvGrpSpPr/>
          <p:nvPr/>
        </p:nvGrpSpPr>
        <p:grpSpPr>
          <a:xfrm>
            <a:off x="102706" y="3429000"/>
            <a:ext cx="12085493" cy="3419656"/>
            <a:chOff x="102706" y="3429000"/>
            <a:chExt cx="12085493" cy="34196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5A7C1975-DA20-7C8E-2AF3-EFF06F36E2F6}"/>
                    </a:ext>
                  </a:extLst>
                </p:cNvPr>
                <p:cNvSpPr/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5A7C1975-DA20-7C8E-2AF3-EFF06F36E2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EB8AB81-6549-3AC7-9886-BDBD7CE7595F}"/>
                </a:ext>
              </a:extLst>
            </p:cNvPr>
            <p:cNvGrpSpPr/>
            <p:nvPr/>
          </p:nvGrpSpPr>
          <p:grpSpPr>
            <a:xfrm>
              <a:off x="102706" y="3600025"/>
              <a:ext cx="3693255" cy="3248631"/>
              <a:chOff x="102706" y="3496659"/>
              <a:chExt cx="3693255" cy="32486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E7EF8D04-3197-1EDE-2E94-4ED83CDC9F86}"/>
                      </a:ext>
                    </a:extLst>
                  </p:cNvPr>
                  <p:cNvSpPr/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DD2914CB-8075-0AB2-5293-F3F12CA7AAC9}"/>
                      </a:ext>
                    </a:extLst>
                  </p:cNvPr>
                  <p:cNvSpPr/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533172D8-1450-F0EF-016C-DB67D8349CCC}"/>
                      </a:ext>
                    </a:extLst>
                  </p:cNvPr>
                  <p:cNvSpPr/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9E577109-9A6A-FF4C-881A-5FD9488703B5}"/>
                      </a:ext>
                    </a:extLst>
                  </p:cNvPr>
                  <p:cNvSpPr/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A80D0652-A1E9-CC46-94A5-AA6E0632996C}"/>
                      </a:ext>
                    </a:extLst>
                  </p:cNvPr>
                  <p:cNvSpPr/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2101943-2673-6F43-883F-CD4D80C00455}"/>
                  </a:ext>
                </a:extLst>
              </p:cNvPr>
              <p:cNvCxnSpPr>
                <a:cxnSpLocks/>
                <a:stCxn id="28" idx="3"/>
                <a:endCxn id="29" idx="0"/>
              </p:cNvCxnSpPr>
              <p:nvPr/>
            </p:nvCxnSpPr>
            <p:spPr>
              <a:xfrm flipH="1">
                <a:off x="645195" y="4019470"/>
                <a:ext cx="895325" cy="3953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9C4E529-EC0E-9515-392F-7976E01C1183}"/>
                  </a:ext>
                </a:extLst>
              </p:cNvPr>
              <p:cNvCxnSpPr>
                <a:cxnSpLocks/>
                <a:stCxn id="30" idx="3"/>
                <a:endCxn id="59" idx="7"/>
              </p:cNvCxnSpPr>
              <p:nvPr/>
            </p:nvCxnSpPr>
            <p:spPr>
              <a:xfrm flipH="1">
                <a:off x="1977051" y="4672558"/>
                <a:ext cx="282243" cy="170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90BB703-F5ED-F6E9-8F44-C773C72D2628}"/>
                  </a:ext>
                </a:extLst>
              </p:cNvPr>
              <p:cNvCxnSpPr>
                <a:cxnSpLocks/>
                <a:stCxn id="30" idx="1"/>
                <a:endCxn id="28" idx="5"/>
              </p:cNvCxnSpPr>
              <p:nvPr/>
            </p:nvCxnSpPr>
            <p:spPr>
              <a:xfrm flipH="1" flipV="1">
                <a:off x="1973631" y="4019470"/>
                <a:ext cx="285663" cy="2199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84E8F19-1E22-6E34-9F77-FF1BF6A57E35}"/>
                  </a:ext>
                </a:extLst>
              </p:cNvPr>
              <p:cNvCxnSpPr>
                <a:cxnSpLocks/>
                <a:stCxn id="32" idx="0"/>
                <a:endCxn id="30" idx="5"/>
              </p:cNvCxnSpPr>
              <p:nvPr/>
            </p:nvCxnSpPr>
            <p:spPr>
              <a:xfrm flipH="1" flipV="1">
                <a:off x="2692405" y="4672558"/>
                <a:ext cx="565681" cy="2323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43BCF67-F6CF-2AC9-6C04-722F9EB94A0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9ACF69B-C9D1-FCAE-4FFB-E19EA9665C71}"/>
                      </a:ext>
                    </a:extLst>
                  </p:cNvPr>
                  <p:cNvSpPr txBox="1"/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E70791E-3B1E-E9C2-AC02-D4DA2A9BDA19}"/>
                      </a:ext>
                    </a:extLst>
                  </p:cNvPr>
                  <p:cNvSpPr txBox="1"/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7168CE9-4CBC-37AC-F475-A1507571C74E}"/>
                      </a:ext>
                    </a:extLst>
                  </p:cNvPr>
                  <p:cNvSpPr txBox="1"/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AAF422A-79A5-D267-037A-AAB747E6289C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7ED2AEA-319F-3709-768E-EBF2F2361544}"/>
                      </a:ext>
                    </a:extLst>
                  </p:cNvPr>
                  <p:cNvSpPr/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416BDE69-E937-C54E-6791-A7F6BD013F2A}"/>
                      </a:ext>
                    </a:extLst>
                  </p:cNvPr>
                  <p:cNvSpPr/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14DED7B-89AC-F328-D211-9165F9FE531E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352557" y="5276524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28C4854-02AD-C9D6-A572-C022102BA803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1977051" y="5276524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8BB75D7C-0FDB-9B43-65F5-95965A7BFC9B}"/>
                      </a:ext>
                    </a:extLst>
                  </p:cNvPr>
                  <p:cNvSpPr/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4A0B2AA-AD51-C211-28CC-B62EBB176E57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352557" y="6138147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24C89706-FCDF-85A9-2D55-68AE287B9885}"/>
                      </a:ext>
                    </a:extLst>
                  </p:cNvPr>
                  <p:cNvSpPr/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A619EA3-F76B-366A-4C90-AF9E916A32D9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222757" y="6138147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D92FB2BE-261D-EC4D-87C6-27F308E54EB8}"/>
                </a:ext>
              </a:extLst>
            </p:cNvPr>
            <p:cNvGrpSpPr/>
            <p:nvPr/>
          </p:nvGrpSpPr>
          <p:grpSpPr>
            <a:xfrm>
              <a:off x="8270097" y="3545101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904DA723-7BF3-9ED1-3C26-C5BD0C269472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E85FBC41-B4FB-C97D-63EC-A445321AF0D7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B03682B-CE2D-3641-1D23-76B6D99C2BDB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D1A499BE-B845-9879-C33C-5AFAFEF6E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3D2DA1F1-2D23-A927-4060-55BC259D8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DD9F332D-B3A5-81B1-8864-5D214E6F2EAA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BA7BF4A7-C6CD-7634-E372-56F29BAF5B45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FBAE9D74-C15A-207F-D49B-03ADFD41A675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FE517AFA-46A7-469E-06A7-4E16B08573C6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F6939F5-4609-983C-FBD5-8C3F858BE400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EAA78409-6206-F916-B114-41082AE3F435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941EA023-6DC8-42A7-C322-1C1B3E62C6C1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EC2B5D4E-52F9-5C43-A3FE-043B592013C4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0A8E3-F60C-6107-04D0-235255DAB3E1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EB8E29E4-D150-74BC-EFA9-C04F4CB844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5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601C84E1-70E3-0DF9-8C0B-DFF4E5AC9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46CC8272-3311-AA88-80AC-157EAD47889B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A248314-34F3-4668-4E72-0E4BB8CAD769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51C4B92E-54E2-04E6-477F-C99FA4F30601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33A8D72-03F4-40E2-11A6-5460B49DAABB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433E3ADA-5CD8-1408-D9F7-850E382EE7F4}"/>
                      </a:ext>
                    </a:extLst>
                  </p:cNvPr>
                  <p:cNvSpPr txBox="1"/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99857C22-EFB1-24A3-E80A-4E3C8EAA12C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96F89699-A53A-BBC5-DAA1-8C159E258D32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89CEE89B-F261-1EF7-01B3-DE7B798A26FC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8F8D855E-96ED-7D8C-103F-385B172421AB}"/>
                    </a:ext>
                  </a:extLst>
                </p:cNvPr>
                <p:cNvSpPr/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8F8D855E-96ED-7D8C-103F-385B172421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8DC3C3-F32A-0AC1-E23C-703D9E481403}"/>
                </a:ext>
              </a:extLst>
            </p:cNvPr>
            <p:cNvGrpSpPr/>
            <p:nvPr/>
          </p:nvGrpSpPr>
          <p:grpSpPr>
            <a:xfrm>
              <a:off x="4114944" y="3686369"/>
              <a:ext cx="3755568" cy="3140476"/>
              <a:chOff x="4183702" y="3614836"/>
              <a:chExt cx="3755568" cy="3140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D56B7C9E-DD93-CA41-352D-EBC27133CBC7}"/>
                      </a:ext>
                    </a:extLst>
                  </p:cNvPr>
                  <p:cNvSpPr/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DAE51F14-B8D9-369B-5F50-73815CCC3114}"/>
                      </a:ext>
                    </a:extLst>
                  </p:cNvPr>
                  <p:cNvSpPr/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A600B445-D9B3-788B-A58E-760921800FEF}"/>
                      </a:ext>
                    </a:extLst>
                  </p:cNvPr>
                  <p:cNvSpPr/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F8484262-121B-94EB-2B70-78233ACC386C}"/>
                      </a:ext>
                    </a:extLst>
                  </p:cNvPr>
                  <p:cNvSpPr/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CAE7EF3-FDC8-38D8-2C77-477767449D11}"/>
                  </a:ext>
                </a:extLst>
              </p:cNvPr>
              <p:cNvCxnSpPr>
                <a:cxnSpLocks/>
                <a:stCxn id="137" idx="5"/>
                <a:endCxn id="159" idx="1"/>
              </p:cNvCxnSpPr>
              <p:nvPr/>
            </p:nvCxnSpPr>
            <p:spPr>
              <a:xfrm>
                <a:off x="6625485" y="4634104"/>
                <a:ext cx="151335" cy="1869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01C9ADC-8ADA-49A1-FFA5-F7CBA0104AED}"/>
                  </a:ext>
                </a:extLst>
              </p:cNvPr>
              <p:cNvCxnSpPr>
                <a:cxnSpLocks/>
                <a:stCxn id="137" idx="1"/>
                <a:endCxn id="135" idx="5"/>
              </p:cNvCxnSpPr>
              <p:nvPr/>
            </p:nvCxnSpPr>
            <p:spPr>
              <a:xfrm flipH="1" flipV="1">
                <a:off x="5722671" y="4137647"/>
                <a:ext cx="469703" cy="633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FA535E4-C652-3077-F3C0-0BAD31B45A75}"/>
                  </a:ext>
                </a:extLst>
              </p:cNvPr>
              <p:cNvCxnSpPr>
                <a:cxnSpLocks/>
                <a:stCxn id="139" idx="0"/>
                <a:endCxn id="159" idx="5"/>
              </p:cNvCxnSpPr>
              <p:nvPr/>
            </p:nvCxnSpPr>
            <p:spPr>
              <a:xfrm flipH="1" flipV="1">
                <a:off x="7209931" y="5254194"/>
                <a:ext cx="191464" cy="231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56AFB111-6F8A-3278-662C-AF11D3866378}"/>
                      </a:ext>
                    </a:extLst>
                  </p:cNvPr>
                  <p:cNvSpPr txBox="1"/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68FC47E0-7B11-0C1D-723E-9785F95233D9}"/>
                      </a:ext>
                    </a:extLst>
                  </p:cNvPr>
                  <p:cNvSpPr txBox="1"/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1118CCB9-3D00-8751-4311-7450B8A82C11}"/>
                      </a:ext>
                    </a:extLst>
                  </p:cNvPr>
                  <p:cNvSpPr txBox="1"/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1118CCB9-3D00-8751-4311-7450B8A82C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BBEBE7EB-4DAD-9049-CA0E-1C2FE5B4366D}"/>
                      </a:ext>
                    </a:extLst>
                  </p:cNvPr>
                  <p:cNvSpPr txBox="1"/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66FFAB84-0779-3CB8-F561-09FD17D5D4E7}"/>
                  </a:ext>
                </a:extLst>
              </p:cNvPr>
              <p:cNvGrpSpPr/>
              <p:nvPr/>
            </p:nvGrpSpPr>
            <p:grpSpPr>
              <a:xfrm>
                <a:off x="5444564" y="4879593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1131E314-B326-2ADA-5E4B-42E3EC1F3D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576913F0-C788-DD43-ED0B-2905A1F072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AF345C69-43E0-AE0B-D500-0EA8C38B546A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BE746E16-3A2C-68B7-328F-745BC7B3CDD6}"/>
                  </a:ext>
                </a:extLst>
              </p:cNvPr>
              <p:cNvGrpSpPr/>
              <p:nvPr/>
            </p:nvGrpSpPr>
            <p:grpSpPr>
              <a:xfrm>
                <a:off x="6130081" y="5494218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3A01F83B-29C3-DAA4-BBB3-7FB4812A5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3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AF1020A4-26D1-21EE-9DAA-4804F967E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563D8B29-8882-EB24-A103-FF9D90912533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1C541116-F6B6-1BA7-7C35-58D5DC42CEFB}"/>
                      </a:ext>
                    </a:extLst>
                  </p:cNvPr>
                  <p:cNvSpPr/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16E277A5-F21B-2CE1-E935-E878CAED5E92}"/>
                      </a:ext>
                    </a:extLst>
                  </p:cNvPr>
                  <p:cNvSpPr txBox="1"/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0D24F1C-559A-8F9C-F457-4580086E7858}"/>
                  </a:ext>
                </a:extLst>
              </p:cNvPr>
              <p:cNvCxnSpPr>
                <a:cxnSpLocks/>
                <a:stCxn id="159" idx="3"/>
                <a:endCxn id="150" idx="0"/>
              </p:cNvCxnSpPr>
              <p:nvPr/>
            </p:nvCxnSpPr>
            <p:spPr>
              <a:xfrm flipH="1">
                <a:off x="6565081" y="5254194"/>
                <a:ext cx="211739" cy="240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D4E4FD7-AA57-94A6-D4D3-7602AA62EA84}"/>
                  </a:ext>
                </a:extLst>
              </p:cNvPr>
              <p:cNvCxnSpPr>
                <a:cxnSpLocks/>
                <a:stCxn id="137" idx="3"/>
                <a:endCxn id="138" idx="0"/>
              </p:cNvCxnSpPr>
              <p:nvPr/>
            </p:nvCxnSpPr>
            <p:spPr>
              <a:xfrm flipH="1">
                <a:off x="5879564" y="4634104"/>
                <a:ext cx="312810" cy="2454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9C1778F-F850-DE2A-EAD7-2C4AE68D0ACE}"/>
                  </a:ext>
                </a:extLst>
              </p:cNvPr>
              <p:cNvCxnSpPr>
                <a:cxnSpLocks/>
                <a:stCxn id="136" idx="0"/>
                <a:endCxn id="135" idx="3"/>
              </p:cNvCxnSpPr>
              <p:nvPr/>
            </p:nvCxnSpPr>
            <p:spPr>
              <a:xfrm flipV="1">
                <a:off x="4726191" y="4137647"/>
                <a:ext cx="563369" cy="1516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C21CB89-E47E-D469-DA3C-D4221FDA5110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757076" y="3429000"/>
              <a:ext cx="0" cy="17102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378829-1B55-00FA-8C2B-0A561685D52F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V="1">
              <a:off x="5437358" y="3514512"/>
              <a:ext cx="0" cy="17185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617430-9A24-1AB1-042C-979BB69D6556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H="1" flipV="1">
              <a:off x="10132755" y="3429000"/>
              <a:ext cx="1" cy="18142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860EAD-A8F2-0086-304C-7D0F9A88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4949" y="529061"/>
            <a:ext cx="2460916" cy="248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b=</a:t>
            </a:r>
            <a:r>
              <a:rPr lang="en-US" sz="2000" dirty="0" err="1">
                <a:latin typeface="Consolas" panose="020B0609020204030204" pitchFamily="49" charset="0"/>
              </a:rPr>
              <a:t>a.right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c=</a:t>
            </a:r>
            <a:r>
              <a:rPr lang="en-US" sz="2000" dirty="0" err="1">
                <a:latin typeface="Consolas" panose="020B0609020204030204" pitchFamily="49" charset="0"/>
              </a:rPr>
              <a:t>b.left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b.left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a.right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c.left</a:t>
            </a:r>
            <a:r>
              <a:rPr lang="en-US" sz="20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r>
              <a:rPr lang="en-US" sz="2000" dirty="0">
                <a:latin typeface="Consolas" panose="020B0609020204030204" pitchFamily="49" charset="0"/>
              </a:rPr>
              <a:t>=b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return c</a:t>
            </a:r>
          </a:p>
        </p:txBody>
      </p:sp>
    </p:spTree>
    <p:extLst>
      <p:ext uri="{BB962C8B-B14F-4D97-AF65-F5344CB8AC3E}">
        <p14:creationId xmlns:p14="http://schemas.microsoft.com/office/powerpoint/2010/main" val="2027957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5781" cy="4351338"/>
          </a:xfrm>
        </p:spPr>
        <p:txBody>
          <a:bodyPr>
            <a:normAutofit/>
          </a:bodyPr>
          <a:lstStyle/>
          <a:p>
            <a:r>
              <a:rPr lang="en-US" dirty="0"/>
              <a:t>After a BST insertion, update the heights of the node’s ancestors</a:t>
            </a:r>
          </a:p>
          <a:p>
            <a:r>
              <a:rPr lang="en-US" dirty="0"/>
              <a:t>From leaf to root, check if each node is 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inserted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right</a:t>
            </a:r>
          </a:p>
          <a:p>
            <a:pPr lvl="1"/>
            <a:r>
              <a:rPr lang="en-US" dirty="0"/>
              <a:t>Case RR: If we inserted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left</a:t>
            </a:r>
          </a:p>
          <a:p>
            <a:pPr lvl="1"/>
            <a:r>
              <a:rPr lang="en-US" dirty="0"/>
              <a:t>Case LR: If we inserted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left at the left child and then rotate right at the root</a:t>
            </a:r>
          </a:p>
          <a:p>
            <a:pPr lvl="1"/>
            <a:r>
              <a:rPr lang="en-US" dirty="0"/>
              <a:t>Case RL: If we inserted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right at the right child and then rotate left at the root</a:t>
            </a:r>
          </a:p>
          <a:p>
            <a:r>
              <a:rPr lang="en-US" dirty="0"/>
              <a:t>Done after either reaching the root or applying </a:t>
            </a:r>
            <a:r>
              <a:rPr lang="en-US" b="1" dirty="0"/>
              <a:t>one</a:t>
            </a:r>
            <a:r>
              <a:rPr lang="en-US" dirty="0"/>
              <a:t> of the above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980F4D-2B7C-C384-4664-C4BC34BA7A1F}"/>
                  </a:ext>
                </a:extLst>
              </p14:cNvPr>
              <p14:cNvContentPartPr/>
              <p14:nvPr/>
            </p14:nvContentPartPr>
            <p14:xfrm>
              <a:off x="826560" y="2556360"/>
              <a:ext cx="6434280" cy="347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980F4D-2B7C-C384-4664-C4BC34BA7A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200" y="2547000"/>
                <a:ext cx="6453000" cy="349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32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2741-40D7-54BD-E36C-7FFBE60A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5494-8125-BCDC-7E39-DEEB5D45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(for AVL)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4B70-30E8-91B4-8A1D-D48D1300C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if(</a:t>
            </a:r>
            <a:r>
              <a:rPr lang="en-US" dirty="0" err="1">
                <a:solidFill>
                  <a:srgbClr val="C00000"/>
                </a:solidFill>
              </a:rPr>
              <a:t>isUnbalanced</a:t>
            </a:r>
            <a:r>
              <a:rPr lang="en-US" dirty="0">
                <a:solidFill>
                  <a:srgbClr val="C00000"/>
                </a:solidFill>
              </a:rPr>
              <a:t>(root))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root=rotate(root);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5175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Tldr</a:t>
            </a:r>
            <a:r>
              <a:rPr lang="en-US" dirty="0"/>
              <a:t>: same cases, reverse direction of rotation, may need to repeat with ancestors</a:t>
            </a:r>
          </a:p>
          <a:p>
            <a:r>
              <a:rPr lang="en-US" dirty="0"/>
              <a:t>After a BST deletion, update the heights of the node’s ancestors</a:t>
            </a:r>
          </a:p>
          <a:p>
            <a:r>
              <a:rPr lang="en-US" dirty="0"/>
              <a:t>From leaf to root, check if each node is unbalanced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deleted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/>
              <a:t>Case RR: If we deleted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</a:p>
          <a:p>
            <a:pPr lvl="1"/>
            <a:r>
              <a:rPr lang="en-US" dirty="0"/>
              <a:t>Case LR: If we deleted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at the left child and then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at the root</a:t>
            </a:r>
          </a:p>
          <a:p>
            <a:pPr lvl="1"/>
            <a:r>
              <a:rPr lang="en-US" dirty="0"/>
              <a:t>Case RL: If we deleted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 left</a:t>
            </a:r>
            <a:r>
              <a:rPr lang="en-US" dirty="0"/>
              <a:t> at the right child and then </a:t>
            </a:r>
            <a:r>
              <a:rPr lang="en-US" dirty="0">
                <a:solidFill>
                  <a:srgbClr val="FF0000"/>
                </a:solidFill>
              </a:rPr>
              <a:t>rotate right</a:t>
            </a:r>
            <a:r>
              <a:rPr lang="en-US" dirty="0"/>
              <a:t> at the root</a:t>
            </a:r>
          </a:p>
          <a:p>
            <a:r>
              <a:rPr lang="en-US" dirty="0">
                <a:solidFill>
                  <a:srgbClr val="FF0000"/>
                </a:solidFill>
              </a:rPr>
              <a:t>Continue checking until reach the root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FF456A-3037-E688-C939-C40D272C8855}"/>
                  </a:ext>
                </a:extLst>
              </p14:cNvPr>
              <p14:cNvContentPartPr/>
              <p14:nvPr/>
            </p14:nvContentPartPr>
            <p14:xfrm>
              <a:off x="1450080" y="3716640"/>
              <a:ext cx="1060560" cy="19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FF456A-3037-E688-C939-C40D272C88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0720" y="3707280"/>
                <a:ext cx="107928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968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437E7C-9206-C19B-F0D3-356B238C23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437E7C-9206-C19B-F0D3-356B238C2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6650C-7AC8-A2D8-2065-62AC5FB11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get poor running times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minimum count of nodes in 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must have </a:t>
                </a:r>
                <a:r>
                  <a:rPr lang="en-US" dirty="0">
                    <a:solidFill>
                      <a:srgbClr val="C00000"/>
                    </a:solidFill>
                  </a:rPr>
                  <a:t>one subtree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means the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other subtree has height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6650C-7AC8-A2D8-2065-62AC5FB11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66C37B-D401-C910-A5A8-054F7A125676}"/>
                  </a:ext>
                </a:extLst>
              </p14:cNvPr>
              <p14:cNvContentPartPr/>
              <p14:nvPr/>
            </p14:nvContentPartPr>
            <p14:xfrm>
              <a:off x="1020240" y="1977840"/>
              <a:ext cx="9949320" cy="3456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66C37B-D401-C910-A5A8-054F7A1256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880" y="1968480"/>
                <a:ext cx="9968040" cy="34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051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3F498-0DAF-8083-E2C8-37515064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9085-35F4-542F-A54F-82C4D836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to Fibonacci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F87FB2-C4DA-6B29-0771-9E21EC5B0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Fibonacci Sequence</a:t>
                </a:r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large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being the golden ratio.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&gt;1.6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means that 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has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nodes</a:t>
                </a:r>
              </a:p>
              <a:p>
                <a:r>
                  <a:rPr lang="en-US" dirty="0"/>
                  <a:t>So a tree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has height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All operations run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maximum number of nodes for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so they are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F87FB2-C4DA-6B29-0771-9E21EC5B0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AA36B0-1289-0480-36CB-62B3A9485D98}"/>
                  </a:ext>
                </a:extLst>
              </p14:cNvPr>
              <p14:cNvContentPartPr/>
              <p14:nvPr/>
            </p14:nvContentPartPr>
            <p14:xfrm>
              <a:off x="630000" y="1610280"/>
              <a:ext cx="7939800" cy="387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AA36B0-1289-0480-36CB-62B3A9485D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640" y="1600920"/>
                <a:ext cx="7958520" cy="389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16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19018</TotalTime>
  <Words>2565</Words>
  <Application>Microsoft Office PowerPoint</Application>
  <PresentationFormat>Widescreen</PresentationFormat>
  <Paragraphs>708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 Light</vt:lpstr>
      <vt:lpstr>Consolas</vt:lpstr>
      <vt:lpstr>Cambria Math</vt:lpstr>
      <vt:lpstr>Calibri</vt:lpstr>
      <vt:lpstr>Arial</vt:lpstr>
      <vt:lpstr>Office Theme</vt:lpstr>
      <vt:lpstr>CSE 332 Winter 2026 Lecture 9: AVL Trees pt. 2</vt:lpstr>
      <vt:lpstr>Dictionary (Map) ADT</vt:lpstr>
      <vt:lpstr>Naïve attempts</vt:lpstr>
      <vt:lpstr>Binary Search Tree</vt:lpstr>
      <vt:lpstr>Improving the worst case</vt:lpstr>
      <vt:lpstr>AVL Tree</vt:lpstr>
      <vt:lpstr>Find Operation (Same as BST)</vt:lpstr>
      <vt:lpstr>Inserting into an AVL Tree</vt:lpstr>
      <vt:lpstr>Insert Operation (for BST)</vt:lpstr>
      <vt:lpstr>Insert Example</vt:lpstr>
      <vt:lpstr>Insert Example</vt:lpstr>
      <vt:lpstr>Insert Example</vt:lpstr>
      <vt:lpstr>Insert Example</vt:lpstr>
      <vt:lpstr>Right Rotation</vt:lpstr>
      <vt:lpstr>Balanced!</vt:lpstr>
      <vt:lpstr>Right Rotation</vt:lpstr>
      <vt:lpstr>Right Rotation - Implementation</vt:lpstr>
      <vt:lpstr>Insert Example</vt:lpstr>
      <vt:lpstr>Not Balanced! Multiple Problem Nodes</vt:lpstr>
      <vt:lpstr>Left Rotation</vt:lpstr>
      <vt:lpstr>Balanced!</vt:lpstr>
      <vt:lpstr>Left Rotation</vt:lpstr>
      <vt:lpstr>Left Rotation (Implementation)</vt:lpstr>
      <vt:lpstr>Insertion Story So Far</vt:lpstr>
      <vt:lpstr>Insertion Story So Far</vt:lpstr>
      <vt:lpstr>Case LR </vt:lpstr>
      <vt:lpstr>Case LR in General</vt:lpstr>
      <vt:lpstr>Case LR Implementation</vt:lpstr>
      <vt:lpstr>Case RL in General</vt:lpstr>
      <vt:lpstr>Case RL Implementation</vt:lpstr>
      <vt:lpstr>Insert Summary</vt:lpstr>
      <vt:lpstr>Insert Operation (for AVL)</vt:lpstr>
      <vt:lpstr>Delete Summary</vt:lpstr>
      <vt:lpstr>Why is this Θ(log⁡n) time?</vt:lpstr>
      <vt:lpstr>Comparing to Fibonacci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101</cp:revision>
  <dcterms:created xsi:type="dcterms:W3CDTF">2023-09-26T20:08:20Z</dcterms:created>
  <dcterms:modified xsi:type="dcterms:W3CDTF">2026-01-27T03:58:58Z</dcterms:modified>
</cp:coreProperties>
</file>